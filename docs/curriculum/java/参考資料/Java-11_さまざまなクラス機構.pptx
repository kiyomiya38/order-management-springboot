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trictFirstAndLastChars="0" embedTrueTypeFonts="1" saveSubsetFonts="1" autoCompressPictures="0">
  <p:sldMasterIdLst>
    <p:sldMasterId id="2147483665" r:id="rId1"/>
  </p:sldMasterIdLst>
  <p:notesMasterIdLst>
    <p:notesMasterId r:id="rId45"/>
  </p:notesMasterIdLst>
  <p:handoutMasterIdLst>
    <p:handoutMasterId r:id="rId46"/>
  </p:handoutMasterIdLst>
  <p:sldIdLst>
    <p:sldId id="382" r:id="rId2"/>
    <p:sldId id="256" r:id="rId3"/>
    <p:sldId id="360" r:id="rId4"/>
    <p:sldId id="361" r:id="rId5"/>
    <p:sldId id="393" r:id="rId6"/>
    <p:sldId id="400" r:id="rId7"/>
    <p:sldId id="418" r:id="rId8"/>
    <p:sldId id="419" r:id="rId9"/>
    <p:sldId id="420" r:id="rId10"/>
    <p:sldId id="421" r:id="rId11"/>
    <p:sldId id="422" r:id="rId12"/>
    <p:sldId id="423" r:id="rId13"/>
    <p:sldId id="424" r:id="rId14"/>
    <p:sldId id="425" r:id="rId15"/>
    <p:sldId id="426" r:id="rId16"/>
    <p:sldId id="427" r:id="rId17"/>
    <p:sldId id="428" r:id="rId18"/>
    <p:sldId id="429" r:id="rId19"/>
    <p:sldId id="430" r:id="rId20"/>
    <p:sldId id="431" r:id="rId21"/>
    <p:sldId id="432" r:id="rId22"/>
    <p:sldId id="434" r:id="rId23"/>
    <p:sldId id="456" r:id="rId24"/>
    <p:sldId id="439" r:id="rId25"/>
    <p:sldId id="440" r:id="rId26"/>
    <p:sldId id="441" r:id="rId27"/>
    <p:sldId id="433" r:id="rId28"/>
    <p:sldId id="443" r:id="rId29"/>
    <p:sldId id="435" r:id="rId30"/>
    <p:sldId id="436" r:id="rId31"/>
    <p:sldId id="444" r:id="rId32"/>
    <p:sldId id="452" r:id="rId33"/>
    <p:sldId id="437" r:id="rId34"/>
    <p:sldId id="445" r:id="rId35"/>
    <p:sldId id="446" r:id="rId36"/>
    <p:sldId id="447" r:id="rId37"/>
    <p:sldId id="449" r:id="rId38"/>
    <p:sldId id="448" r:id="rId39"/>
    <p:sldId id="451" r:id="rId40"/>
    <p:sldId id="450" r:id="rId41"/>
    <p:sldId id="453" r:id="rId42"/>
    <p:sldId id="454" r:id="rId43"/>
    <p:sldId id="455" r:id="rId44"/>
  </p:sldIdLst>
  <p:sldSz cx="9144000" cy="5143500" type="screen16x9"/>
  <p:notesSz cx="6858000" cy="9144000"/>
  <p:embeddedFontLst>
    <p:embeddedFont>
      <p:font typeface="MyricaM M" panose="020B0600070205080204" charset="-128"/>
      <p:regular r:id="rId47"/>
    </p:embeddedFont>
    <p:embeddedFont>
      <p:font typeface="BIZ UDゴシック" panose="020B0400000000000000" pitchFamily="49" charset="-128"/>
      <p:regular r:id="rId48"/>
      <p:bold r:id="rId49"/>
    </p:embeddedFont>
    <p:embeddedFont>
      <p:font typeface="Gill Sans Ultra Bold" panose="020B0A02020104020203" pitchFamily="34" charset="0"/>
      <p:regular r:id="rId50"/>
    </p:embeddedFont>
    <p:embeddedFont>
      <p:font typeface="HGP創英角ﾎﾟｯﾌﾟ体" panose="040B0A00000000000000" pitchFamily="50" charset="-128"/>
      <p:regular r:id="rId51"/>
    </p:embeddedFont>
    <p:embeddedFont>
      <p:font typeface="Montserrat" panose="00000500000000000000" pitchFamily="2" charset="0"/>
      <p:regular r:id="rId52"/>
      <p:bold r:id="rId53"/>
      <p:italic r:id="rId54"/>
      <p:boldItalic r:id="rId55"/>
    </p:embeddedFont>
    <p:embeddedFont>
      <p:font typeface="游ゴシック" panose="020B0400000000000000" pitchFamily="50" charset="-128"/>
      <p:regular r:id="rId56"/>
      <p:bold r:id="rId57"/>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10000"/>
    <a:srgbClr val="000000"/>
    <a:srgbClr val="FF0000"/>
    <a:srgbClr val="FF9900"/>
    <a:srgbClr val="7D7D7D"/>
    <a:srgbClr val="4D4D4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CDAC1B92-06B8-4DD9-B31C-A81573C5778B}">
  <a:tblStyle styleId="{CDAC1B92-06B8-4DD9-B31C-A81573C5778B}" styleName="Table_0">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2D5ABB26-0587-4C30-8999-92F81FD0307C}" styleName="スタイルなし、表のグリッド線なし">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E9639D4-E3E2-4D34-9284-5A2195B3D0D7}" styleName="スタイル (淡色)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793D81CF-94F2-401A-BA57-92F5A7B2D0C5}" styleName="スタイル (中間)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8EC20E35-A176-4012-BC5E-935CFFF8708E}" styleName="スタイル (中間)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B301B821-A1FF-4177-AEE7-76D212191A09}" styleName="中間スタイル 1 - アクセント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9D7B26C5-4107-4FEC-AEDC-1716B250A1EF}" styleName="スタイル (淡色)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B4B98B0-60AC-42C2-AFA5-B58CD77FA1E5}" styleName="淡色スタイル 1 - アクセント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BDBED569-4797-4DF1-A0F4-6AAB3CD982D8}" styleName="淡色スタイル 3 - アクセント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F2DE63D5-997A-4646-A377-4702673A728D}" styleName="淡色スタイル 2 - アクセント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75DCB02-9BB8-47FD-8907-85C794F793BA}" styleName="テーマ スタイル 1 - アクセント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BC89EF96-8CEA-46FF-86C4-4CE0E7609802}" styleName="淡色スタイル 3 - アクセント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439" autoAdjust="0"/>
    <p:restoredTop sz="95763" autoAdjust="0"/>
  </p:normalViewPr>
  <p:slideViewPr>
    <p:cSldViewPr snapToGrid="0">
      <p:cViewPr varScale="1">
        <p:scale>
          <a:sx n="104" d="100"/>
          <a:sy n="104" d="100"/>
        </p:scale>
        <p:origin x="552" y="102"/>
      </p:cViewPr>
      <p:guideLst/>
    </p:cSldViewPr>
  </p:slideViewPr>
  <p:outlineViewPr>
    <p:cViewPr>
      <p:scale>
        <a:sx n="33" d="100"/>
        <a:sy n="33" d="100"/>
      </p:scale>
      <p:origin x="0" y="0"/>
    </p:cViewPr>
    <p:sldLst>
      <p:sld r:id="rId1" collapse="1"/>
    </p:sldLst>
  </p:outlineViewPr>
  <p:notesTextViewPr>
    <p:cViewPr>
      <p:scale>
        <a:sx n="1" d="1"/>
        <a:sy n="1" d="1"/>
      </p:scale>
      <p:origin x="0" y="0"/>
    </p:cViewPr>
  </p:notesTextViewPr>
  <p:notesViewPr>
    <p:cSldViewPr snapToGrid="0">
      <p:cViewPr varScale="1">
        <p:scale>
          <a:sx n="52" d="100"/>
          <a:sy n="52" d="100"/>
        </p:scale>
        <p:origin x="2862" y="84"/>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font" Target="fonts/font1.fntdata"/><Relationship Id="rId50" Type="http://schemas.openxmlformats.org/officeDocument/2006/relationships/font" Target="fonts/font4.fntdata"/><Relationship Id="rId55" Type="http://schemas.openxmlformats.org/officeDocument/2006/relationships/font" Target="fonts/font9.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3" Type="http://schemas.openxmlformats.org/officeDocument/2006/relationships/font" Target="fonts/font7.fntdata"/><Relationship Id="rId58"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font" Target="fonts/font2.fntdata"/><Relationship Id="rId56" Type="http://schemas.openxmlformats.org/officeDocument/2006/relationships/font" Target="fonts/font10.fntdata"/><Relationship Id="rId8" Type="http://schemas.openxmlformats.org/officeDocument/2006/relationships/slide" Target="slides/slide7.xml"/><Relationship Id="rId51" Type="http://schemas.openxmlformats.org/officeDocument/2006/relationships/font" Target="fonts/font5.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handoutMaster" Target="handoutMasters/handoutMaster1.xml"/><Relationship Id="rId59"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3.fntdata"/><Relationship Id="rId57" Type="http://schemas.openxmlformats.org/officeDocument/2006/relationships/font" Target="fonts/font11.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font" Target="fonts/font6.fntdata"/><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s>
</file>

<file path=ppt/_rels/viewProps.xml.rels><?xml version="1.0" encoding="UTF-8" standalone="yes"?>
<Relationships xmlns="http://schemas.openxmlformats.org/package/2006/relationships"><Relationship Id="rId1"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a:extLst>
              <a:ext uri="{FF2B5EF4-FFF2-40B4-BE49-F238E27FC236}">
                <a16:creationId xmlns:a16="http://schemas.microsoft.com/office/drawing/2014/main" id="{B234AFD3-FB40-4AD7-9E76-44AC2B8BF13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a:extLst>
              <a:ext uri="{FF2B5EF4-FFF2-40B4-BE49-F238E27FC236}">
                <a16:creationId xmlns:a16="http://schemas.microsoft.com/office/drawing/2014/main" id="{8E19C006-516A-4D24-A011-BF64DE39FB4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5636D31-DA28-4230-A80A-E7470AB13509}" type="datetimeFigureOut">
              <a:rPr kumimoji="1" lang="ja-JP" altLang="en-US" smtClean="0"/>
              <a:t>2025/3/19</a:t>
            </a:fld>
            <a:endParaRPr kumimoji="1" lang="ja-JP" altLang="en-US"/>
          </a:p>
        </p:txBody>
      </p:sp>
      <p:sp>
        <p:nvSpPr>
          <p:cNvPr id="4" name="フッター プレースホルダー 3">
            <a:extLst>
              <a:ext uri="{FF2B5EF4-FFF2-40B4-BE49-F238E27FC236}">
                <a16:creationId xmlns:a16="http://schemas.microsoft.com/office/drawing/2014/main" id="{536DDE9A-A582-478B-9738-8CFAA37FAF9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a:extLst>
              <a:ext uri="{FF2B5EF4-FFF2-40B4-BE49-F238E27FC236}">
                <a16:creationId xmlns:a16="http://schemas.microsoft.com/office/drawing/2014/main" id="{1A9326B9-E2C3-4532-A2D6-3EB1B422B9E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5BDFF3F-36BC-4947-A6C6-058FFD27CC25}" type="slidenum">
              <a:rPr kumimoji="1" lang="ja-JP" altLang="en-US" smtClean="0"/>
              <a:t>‹#›</a:t>
            </a:fld>
            <a:endParaRPr kumimoji="1" lang="ja-JP" altLang="en-US"/>
          </a:p>
        </p:txBody>
      </p:sp>
    </p:spTree>
    <p:extLst>
      <p:ext uri="{BB962C8B-B14F-4D97-AF65-F5344CB8AC3E}">
        <p14:creationId xmlns:p14="http://schemas.microsoft.com/office/powerpoint/2010/main" val="309547494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extLst>
      <p:ext uri="{BB962C8B-B14F-4D97-AF65-F5344CB8AC3E}">
        <p14:creationId xmlns:p14="http://schemas.microsoft.com/office/powerpoint/2010/main" val="2738182090"/>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
        <p:cNvGrpSpPr/>
        <p:nvPr/>
      </p:nvGrpSpPr>
      <p:grpSpPr>
        <a:xfrm>
          <a:off x="0" y="0"/>
          <a:ext cx="0" cy="0"/>
          <a:chOff x="0" y="0"/>
          <a:chExt cx="0" cy="0"/>
        </a:xfrm>
      </p:grpSpPr>
      <p:sp>
        <p:nvSpPr>
          <p:cNvPr id="53" name="Google Shape;53;g35f391192_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 name="Google Shape;54;g35f391192_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433715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381000" y="685800"/>
            <a:ext cx="6096000" cy="3429000"/>
          </a:xfrm>
        </p:spPr>
      </p:sp>
      <p:sp>
        <p:nvSpPr>
          <p:cNvPr id="3" name="ノート プレースホルダー 2"/>
          <p:cNvSpPr>
            <a:spLocks noGrp="1"/>
          </p:cNvSpPr>
          <p:nvPr>
            <p:ph type="body" idx="1"/>
          </p:nvPr>
        </p:nvSpPr>
        <p:spPr/>
        <p:txBody>
          <a:bodyPr/>
          <a:lstStyle/>
          <a:p>
            <a:r>
              <a:rPr kumimoji="1" lang="ja-JP" altLang="en-US" dirty="0"/>
              <a:t>前の単元でサッちゃんや永遠の</a:t>
            </a:r>
            <a:r>
              <a:rPr kumimoji="1" lang="en-US" altLang="ja-JP" dirty="0"/>
              <a:t>5</a:t>
            </a:r>
            <a:r>
              <a:rPr kumimoji="1" lang="ja-JP" altLang="en-US" dirty="0"/>
              <a:t>歳で修正した人は戻してください、という意味です</a:t>
            </a:r>
          </a:p>
        </p:txBody>
      </p:sp>
    </p:spTree>
    <p:extLst>
      <p:ext uri="{BB962C8B-B14F-4D97-AF65-F5344CB8AC3E}">
        <p14:creationId xmlns:p14="http://schemas.microsoft.com/office/powerpoint/2010/main" val="12412764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381000" y="685800"/>
            <a:ext cx="6096000" cy="3429000"/>
          </a:xfrm>
        </p:spPr>
      </p:sp>
      <p:sp>
        <p:nvSpPr>
          <p:cNvPr id="3" name="ノート プレースホルダー 2"/>
          <p:cNvSpPr>
            <a:spLocks noGrp="1"/>
          </p:cNvSpPr>
          <p:nvPr>
            <p:ph type="body" idx="1"/>
          </p:nvPr>
        </p:nvSpPr>
        <p:spPr/>
        <p:txBody>
          <a:bodyPr/>
          <a:lstStyle/>
          <a:p>
            <a:r>
              <a:rPr kumimoji="1" lang="ja-JP" altLang="en-US" dirty="0"/>
              <a:t>前の単元でサッちゃんや永遠の</a:t>
            </a:r>
            <a:r>
              <a:rPr kumimoji="1" lang="en-US" altLang="ja-JP" dirty="0"/>
              <a:t>5</a:t>
            </a:r>
            <a:r>
              <a:rPr kumimoji="1" lang="ja-JP" altLang="en-US" dirty="0"/>
              <a:t>歳で修正した人は戻してください、という意味です</a:t>
            </a:r>
          </a:p>
        </p:txBody>
      </p:sp>
    </p:spTree>
    <p:extLst>
      <p:ext uri="{BB962C8B-B14F-4D97-AF65-F5344CB8AC3E}">
        <p14:creationId xmlns:p14="http://schemas.microsoft.com/office/powerpoint/2010/main" val="28291141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381000" y="685800"/>
            <a:ext cx="6096000" cy="3429000"/>
          </a:xfrm>
        </p:spPr>
      </p:sp>
      <p:sp>
        <p:nvSpPr>
          <p:cNvPr id="3" name="ノート プレースホルダー 2"/>
          <p:cNvSpPr>
            <a:spLocks noGrp="1"/>
          </p:cNvSpPr>
          <p:nvPr>
            <p:ph type="body" idx="1"/>
          </p:nvPr>
        </p:nvSpPr>
        <p:spPr/>
        <p:txBody>
          <a:bodyPr/>
          <a:lstStyle/>
          <a:p>
            <a:r>
              <a:rPr kumimoji="1" lang="ja-JP" altLang="en-US" dirty="0"/>
              <a:t>前の単元でサッちゃんや永遠の</a:t>
            </a:r>
            <a:r>
              <a:rPr kumimoji="1" lang="en-US" altLang="ja-JP" dirty="0"/>
              <a:t>5</a:t>
            </a:r>
            <a:r>
              <a:rPr kumimoji="1" lang="ja-JP" altLang="en-US" dirty="0"/>
              <a:t>歳で修正した人は戻してください、という意味です</a:t>
            </a:r>
          </a:p>
        </p:txBody>
      </p:sp>
    </p:spTree>
    <p:extLst>
      <p:ext uri="{BB962C8B-B14F-4D97-AF65-F5344CB8AC3E}">
        <p14:creationId xmlns:p14="http://schemas.microsoft.com/office/powerpoint/2010/main" val="108306932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381000" y="685800"/>
            <a:ext cx="6096000" cy="3429000"/>
          </a:xfrm>
        </p:spPr>
      </p:sp>
      <p:sp>
        <p:nvSpPr>
          <p:cNvPr id="3" name="ノート プレースホルダー 2"/>
          <p:cNvSpPr>
            <a:spLocks noGrp="1"/>
          </p:cNvSpPr>
          <p:nvPr>
            <p:ph type="body" idx="1"/>
          </p:nvPr>
        </p:nvSpPr>
        <p:spPr/>
        <p:txBody>
          <a:bodyPr/>
          <a:lstStyle/>
          <a:p>
            <a:r>
              <a:rPr kumimoji="1" lang="ja-JP" altLang="en-US" dirty="0"/>
              <a:t>前の単元でサッちゃんや永遠の</a:t>
            </a:r>
            <a:r>
              <a:rPr kumimoji="1" lang="en-US" altLang="ja-JP" dirty="0"/>
              <a:t>5</a:t>
            </a:r>
            <a:r>
              <a:rPr kumimoji="1" lang="ja-JP" altLang="en-US" dirty="0"/>
              <a:t>歳で修正した人は戻してください、という意味です</a:t>
            </a:r>
          </a:p>
        </p:txBody>
      </p:sp>
    </p:spTree>
    <p:extLst>
      <p:ext uri="{BB962C8B-B14F-4D97-AF65-F5344CB8AC3E}">
        <p14:creationId xmlns:p14="http://schemas.microsoft.com/office/powerpoint/2010/main" val="321852656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381000" y="685800"/>
            <a:ext cx="6096000" cy="3429000"/>
          </a:xfrm>
        </p:spPr>
      </p:sp>
      <p:sp>
        <p:nvSpPr>
          <p:cNvPr id="3" name="ノート プレースホルダー 2"/>
          <p:cNvSpPr>
            <a:spLocks noGrp="1"/>
          </p:cNvSpPr>
          <p:nvPr>
            <p:ph type="body" idx="1"/>
          </p:nvPr>
        </p:nvSpPr>
        <p:spPr/>
        <p:txBody>
          <a:bodyPr/>
          <a:lstStyle/>
          <a:p>
            <a:r>
              <a:rPr kumimoji="1" lang="ja-JP" altLang="en-US" dirty="0"/>
              <a:t>前の単元でサッちゃんや永遠の</a:t>
            </a:r>
            <a:r>
              <a:rPr kumimoji="1" lang="en-US" altLang="ja-JP" dirty="0"/>
              <a:t>5</a:t>
            </a:r>
            <a:r>
              <a:rPr kumimoji="1" lang="ja-JP" altLang="en-US" dirty="0"/>
              <a:t>歳で修正した人は戻してください、という意味です</a:t>
            </a:r>
          </a:p>
        </p:txBody>
      </p:sp>
    </p:spTree>
    <p:extLst>
      <p:ext uri="{BB962C8B-B14F-4D97-AF65-F5344CB8AC3E}">
        <p14:creationId xmlns:p14="http://schemas.microsoft.com/office/powerpoint/2010/main" val="28258207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381000" y="685800"/>
            <a:ext cx="6096000" cy="3429000"/>
          </a:xfrm>
        </p:spPr>
      </p:sp>
      <p:sp>
        <p:nvSpPr>
          <p:cNvPr id="3" name="ノート プレースホルダー 2"/>
          <p:cNvSpPr>
            <a:spLocks noGrp="1"/>
          </p:cNvSpPr>
          <p:nvPr>
            <p:ph type="body" idx="1"/>
          </p:nvPr>
        </p:nvSpPr>
        <p:spPr/>
        <p:txBody>
          <a:bodyPr/>
          <a:lstStyle/>
          <a:p>
            <a:r>
              <a:rPr kumimoji="1" lang="ja-JP" altLang="en-US" dirty="0"/>
              <a:t>前の単元でサッちゃんや永遠の</a:t>
            </a:r>
            <a:r>
              <a:rPr kumimoji="1" lang="en-US" altLang="ja-JP" dirty="0"/>
              <a:t>5</a:t>
            </a:r>
            <a:r>
              <a:rPr kumimoji="1" lang="ja-JP" altLang="en-US" dirty="0"/>
              <a:t>歳で修正した人は戻してください、という意味です</a:t>
            </a:r>
          </a:p>
        </p:txBody>
      </p:sp>
    </p:spTree>
    <p:extLst>
      <p:ext uri="{BB962C8B-B14F-4D97-AF65-F5344CB8AC3E}">
        <p14:creationId xmlns:p14="http://schemas.microsoft.com/office/powerpoint/2010/main" val="55028580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381000" y="685800"/>
            <a:ext cx="6096000" cy="3429000"/>
          </a:xfrm>
        </p:spPr>
      </p:sp>
      <p:sp>
        <p:nvSpPr>
          <p:cNvPr id="3" name="ノート プレースホルダー 2"/>
          <p:cNvSpPr>
            <a:spLocks noGrp="1"/>
          </p:cNvSpPr>
          <p:nvPr>
            <p:ph type="body" idx="1"/>
          </p:nvPr>
        </p:nvSpPr>
        <p:spPr/>
        <p:txBody>
          <a:bodyPr/>
          <a:lstStyle/>
          <a:p>
            <a:r>
              <a:rPr kumimoji="1" lang="ja-JP" altLang="en-US" dirty="0"/>
              <a:t>受講生は配列にすればいいのですが、ハードルが上がっちゃうので</a:t>
            </a:r>
            <a:r>
              <a:rPr kumimoji="1" lang="en-US" altLang="ja-JP" dirty="0"/>
              <a:t>2</a:t>
            </a:r>
            <a:r>
              <a:rPr kumimoji="1" lang="ja-JP" altLang="en-US" dirty="0"/>
              <a:t>人だけのクラスにしておきます。臨機応変に配列に変えて説明するのも</a:t>
            </a:r>
            <a:r>
              <a:rPr kumimoji="1" lang="en-US" altLang="ja-JP" dirty="0"/>
              <a:t>OK</a:t>
            </a:r>
            <a:endParaRPr kumimoji="1" lang="ja-JP" altLang="en-US" dirty="0"/>
          </a:p>
        </p:txBody>
      </p:sp>
    </p:spTree>
    <p:extLst>
      <p:ext uri="{BB962C8B-B14F-4D97-AF65-F5344CB8AC3E}">
        <p14:creationId xmlns:p14="http://schemas.microsoft.com/office/powerpoint/2010/main" val="200812125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381000" y="685800"/>
            <a:ext cx="6096000" cy="3429000"/>
          </a:xfrm>
        </p:spPr>
      </p:sp>
      <p:sp>
        <p:nvSpPr>
          <p:cNvPr id="3" name="ノート プレースホルダー 2"/>
          <p:cNvSpPr>
            <a:spLocks noGrp="1"/>
          </p:cNvSpPr>
          <p:nvPr>
            <p:ph type="body" idx="1"/>
          </p:nvPr>
        </p:nvSpPr>
        <p:spPr/>
        <p:txBody>
          <a:bodyPr/>
          <a:lstStyle/>
          <a:p>
            <a:r>
              <a:rPr kumimoji="1" lang="ja-JP" altLang="en-US" dirty="0"/>
              <a:t>受講生は配列にすればいいのですが、ハードルが上がっちゃうので</a:t>
            </a:r>
            <a:r>
              <a:rPr kumimoji="1" lang="en-US" altLang="ja-JP" dirty="0"/>
              <a:t>2</a:t>
            </a:r>
            <a:r>
              <a:rPr kumimoji="1" lang="ja-JP" altLang="en-US" dirty="0"/>
              <a:t>人だけのクラスにしておきます。臨機応変に配列に変えて説明するのも</a:t>
            </a:r>
            <a:r>
              <a:rPr kumimoji="1" lang="en-US" altLang="ja-JP" dirty="0"/>
              <a:t>OK</a:t>
            </a:r>
            <a:endParaRPr kumimoji="1" lang="ja-JP" altLang="en-US" dirty="0"/>
          </a:p>
        </p:txBody>
      </p:sp>
    </p:spTree>
    <p:extLst>
      <p:ext uri="{BB962C8B-B14F-4D97-AF65-F5344CB8AC3E}">
        <p14:creationId xmlns:p14="http://schemas.microsoft.com/office/powerpoint/2010/main" val="297111889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381000" y="685800"/>
            <a:ext cx="6096000" cy="3429000"/>
          </a:xfrm>
        </p:spPr>
      </p:sp>
      <p:sp>
        <p:nvSpPr>
          <p:cNvPr id="3" name="ノート プレースホルダー 2"/>
          <p:cNvSpPr>
            <a:spLocks noGrp="1"/>
          </p:cNvSpPr>
          <p:nvPr>
            <p:ph type="body" idx="1"/>
          </p:nvPr>
        </p:nvSpPr>
        <p:spPr/>
        <p:txBody>
          <a:bodyPr/>
          <a:lstStyle/>
          <a:p>
            <a:r>
              <a:rPr kumimoji="1" lang="ja-JP" altLang="en-US" dirty="0"/>
              <a:t>このタイミングで</a:t>
            </a:r>
            <a:br>
              <a:rPr kumimoji="1" lang="ja-JP" altLang="en-US" dirty="0"/>
            </a:br>
            <a:r>
              <a:rPr kumimoji="1" lang="en-US" altLang="ja-JP" dirty="0"/>
              <a:t>if(</a:t>
            </a:r>
            <a:r>
              <a:rPr kumimoji="1" lang="en-US" altLang="ja-JP" dirty="0" err="1"/>
              <a:t>str.equals</a:t>
            </a:r>
            <a:r>
              <a:rPr kumimoji="1" lang="en-US" altLang="ja-JP" dirty="0"/>
              <a:t>("ABC"))</a:t>
            </a:r>
            <a:r>
              <a:rPr kumimoji="1" lang="ja-JP" altLang="en-US" dirty="0"/>
              <a:t>と</a:t>
            </a:r>
            <a:r>
              <a:rPr kumimoji="1" lang="en-US" altLang="ja-JP" dirty="0"/>
              <a:t>if(str == "ABC")</a:t>
            </a:r>
            <a:r>
              <a:rPr kumimoji="1" lang="ja-JP" altLang="en-US" dirty="0"/>
              <a:t>の違いを説明するのもよい。受講生の理解度が低ければ</a:t>
            </a:r>
            <a:r>
              <a:rPr kumimoji="1" lang="en-US" altLang="ja-JP" dirty="0" err="1"/>
              <a:t>eqauls</a:t>
            </a:r>
            <a:r>
              <a:rPr kumimoji="1" lang="ja-JP" altLang="en-US" dirty="0"/>
              <a:t>メソッドと</a:t>
            </a:r>
            <a:r>
              <a:rPr kumimoji="1" lang="en-US" altLang="ja-JP" dirty="0"/>
              <a:t>==</a:t>
            </a:r>
            <a:r>
              <a:rPr kumimoji="1" lang="ja-JP" altLang="en-US" dirty="0"/>
              <a:t>の違いは話さなくてもよい。</a:t>
            </a:r>
            <a:endParaRPr kumimoji="1" lang="en-US" altLang="ja-JP" dirty="0"/>
          </a:p>
          <a:p>
            <a:endParaRPr kumimoji="1" lang="ja-JP" altLang="en-US" dirty="0"/>
          </a:p>
        </p:txBody>
      </p:sp>
    </p:spTree>
    <p:extLst>
      <p:ext uri="{BB962C8B-B14F-4D97-AF65-F5344CB8AC3E}">
        <p14:creationId xmlns:p14="http://schemas.microsoft.com/office/powerpoint/2010/main" val="15302272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381000" y="685800"/>
            <a:ext cx="6096000" cy="3429000"/>
          </a:xfrm>
        </p:spPr>
      </p:sp>
      <p:sp>
        <p:nvSpPr>
          <p:cNvPr id="3" name="ノート プレースホルダー 2"/>
          <p:cNvSpPr>
            <a:spLocks noGrp="1"/>
          </p:cNvSpPr>
          <p:nvPr>
            <p:ph type="body" idx="1"/>
          </p:nvPr>
        </p:nvSpPr>
        <p:spPr/>
        <p:txBody>
          <a:bodyPr/>
          <a:lstStyle/>
          <a:p>
            <a:r>
              <a:rPr kumimoji="1" lang="ja-JP" altLang="en-US" dirty="0"/>
              <a:t>このタイミングで</a:t>
            </a:r>
            <a:br>
              <a:rPr kumimoji="1" lang="ja-JP" altLang="en-US" dirty="0"/>
            </a:br>
            <a:r>
              <a:rPr kumimoji="1" lang="en-US" altLang="ja-JP" dirty="0"/>
              <a:t>if(</a:t>
            </a:r>
            <a:r>
              <a:rPr kumimoji="1" lang="en-US" altLang="ja-JP" dirty="0" err="1"/>
              <a:t>str.equals</a:t>
            </a:r>
            <a:r>
              <a:rPr kumimoji="1" lang="en-US" altLang="ja-JP" dirty="0"/>
              <a:t>("ABC"))</a:t>
            </a:r>
            <a:r>
              <a:rPr kumimoji="1" lang="ja-JP" altLang="en-US" dirty="0"/>
              <a:t>と</a:t>
            </a:r>
            <a:r>
              <a:rPr kumimoji="1" lang="en-US" altLang="ja-JP" dirty="0"/>
              <a:t>if(str == "ABC")</a:t>
            </a:r>
            <a:r>
              <a:rPr kumimoji="1" lang="ja-JP" altLang="en-US" dirty="0"/>
              <a:t>の違いを説明するのもよい。受講生の理解度が低ければ</a:t>
            </a:r>
            <a:r>
              <a:rPr kumimoji="1" lang="en-US" altLang="ja-JP" dirty="0" err="1"/>
              <a:t>eqauls</a:t>
            </a:r>
            <a:r>
              <a:rPr kumimoji="1" lang="ja-JP" altLang="en-US" dirty="0"/>
              <a:t>メソッドと</a:t>
            </a:r>
            <a:r>
              <a:rPr kumimoji="1" lang="en-US" altLang="ja-JP" dirty="0"/>
              <a:t>==</a:t>
            </a:r>
            <a:r>
              <a:rPr kumimoji="1" lang="ja-JP" altLang="en-US" dirty="0"/>
              <a:t>の違いは話さなくてもよい。</a:t>
            </a:r>
            <a:endParaRPr kumimoji="1" lang="en-US" altLang="ja-JP" dirty="0"/>
          </a:p>
          <a:p>
            <a:endParaRPr kumimoji="1" lang="ja-JP" altLang="en-US" dirty="0"/>
          </a:p>
        </p:txBody>
      </p:sp>
    </p:spTree>
    <p:extLst>
      <p:ext uri="{BB962C8B-B14F-4D97-AF65-F5344CB8AC3E}">
        <p14:creationId xmlns:p14="http://schemas.microsoft.com/office/powerpoint/2010/main" val="360258731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381000" y="685800"/>
            <a:ext cx="6096000" cy="3429000"/>
          </a:xfrm>
        </p:spPr>
      </p:sp>
      <p:sp>
        <p:nvSpPr>
          <p:cNvPr id="3" name="ノート プレースホルダー 2"/>
          <p:cNvSpPr>
            <a:spLocks noGrp="1"/>
          </p:cNvSpPr>
          <p:nvPr>
            <p:ph type="body" idx="1"/>
          </p:nvPr>
        </p:nvSpPr>
        <p:spPr/>
        <p:txBody>
          <a:bodyPr/>
          <a:lstStyle/>
          <a:p>
            <a:endParaRPr kumimoji="1" lang="ja-JP" altLang="en-US" dirty="0"/>
          </a:p>
        </p:txBody>
      </p:sp>
    </p:spTree>
    <p:extLst>
      <p:ext uri="{BB962C8B-B14F-4D97-AF65-F5344CB8AC3E}">
        <p14:creationId xmlns:p14="http://schemas.microsoft.com/office/powerpoint/2010/main" val="67074111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381000" y="685800"/>
            <a:ext cx="6096000" cy="3429000"/>
          </a:xfrm>
        </p:spPr>
      </p:sp>
      <p:sp>
        <p:nvSpPr>
          <p:cNvPr id="3" name="ノート プレースホルダー 2"/>
          <p:cNvSpPr>
            <a:spLocks noGrp="1"/>
          </p:cNvSpPr>
          <p:nvPr>
            <p:ph type="body" idx="1"/>
          </p:nvPr>
        </p:nvSpPr>
        <p:spPr/>
        <p:txBody>
          <a:bodyPr/>
          <a:lstStyle/>
          <a:p>
            <a:r>
              <a:rPr kumimoji="1" lang="ja-JP" altLang="en-US" dirty="0"/>
              <a:t>まだ例外の話はしていないが</a:t>
            </a:r>
            <a:r>
              <a:rPr kumimoji="1" lang="en-US" altLang="ja-JP" dirty="0" err="1"/>
              <a:t>NullPointerException</a:t>
            </a:r>
            <a:r>
              <a:rPr kumimoji="1" lang="ja-JP" altLang="en-US" dirty="0"/>
              <a:t>という例外になる、と覚えておいてもらうとよい。</a:t>
            </a:r>
          </a:p>
        </p:txBody>
      </p:sp>
    </p:spTree>
    <p:extLst>
      <p:ext uri="{BB962C8B-B14F-4D97-AF65-F5344CB8AC3E}">
        <p14:creationId xmlns:p14="http://schemas.microsoft.com/office/powerpoint/2010/main" val="3083437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381000" y="685800"/>
            <a:ext cx="6096000" cy="3429000"/>
          </a:xfrm>
        </p:spPr>
      </p:sp>
      <p:sp>
        <p:nvSpPr>
          <p:cNvPr id="3" name="ノート プレースホルダー 2"/>
          <p:cNvSpPr>
            <a:spLocks noGrp="1"/>
          </p:cNvSpPr>
          <p:nvPr>
            <p:ph type="body" idx="1"/>
          </p:nvPr>
        </p:nvSpPr>
        <p:spPr/>
        <p:txBody>
          <a:bodyPr/>
          <a:lstStyle/>
          <a:p>
            <a:r>
              <a:rPr kumimoji="1" lang="ja-JP" altLang="en-US" dirty="0"/>
              <a:t>配列の単元からガベージコレクションは削除予定なのでここに記載しています</a:t>
            </a:r>
          </a:p>
        </p:txBody>
      </p:sp>
    </p:spTree>
    <p:extLst>
      <p:ext uri="{BB962C8B-B14F-4D97-AF65-F5344CB8AC3E}">
        <p14:creationId xmlns:p14="http://schemas.microsoft.com/office/powerpoint/2010/main" val="74746852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381000" y="685800"/>
            <a:ext cx="6096000" cy="3429000"/>
          </a:xfrm>
        </p:spPr>
      </p:sp>
      <p:sp>
        <p:nvSpPr>
          <p:cNvPr id="3" name="ノート プレースホルダー 2"/>
          <p:cNvSpPr>
            <a:spLocks noGrp="1"/>
          </p:cNvSpPr>
          <p:nvPr>
            <p:ph type="body" idx="1"/>
          </p:nvPr>
        </p:nvSpPr>
        <p:spPr/>
        <p:txBody>
          <a:bodyPr/>
          <a:lstStyle/>
          <a:p>
            <a:endParaRPr kumimoji="1" lang="ja-JP" altLang="en-US" dirty="0"/>
          </a:p>
        </p:txBody>
      </p:sp>
    </p:spTree>
    <p:extLst>
      <p:ext uri="{BB962C8B-B14F-4D97-AF65-F5344CB8AC3E}">
        <p14:creationId xmlns:p14="http://schemas.microsoft.com/office/powerpoint/2010/main" val="92253575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381000" y="685800"/>
            <a:ext cx="6096000" cy="3429000"/>
          </a:xfrm>
        </p:spPr>
      </p:sp>
      <p:sp>
        <p:nvSpPr>
          <p:cNvPr id="3" name="ノート プレースホルダー 2"/>
          <p:cNvSpPr>
            <a:spLocks noGrp="1"/>
          </p:cNvSpPr>
          <p:nvPr>
            <p:ph type="body" idx="1"/>
          </p:nvPr>
        </p:nvSpPr>
        <p:spPr/>
        <p:txBody>
          <a:bodyPr/>
          <a:lstStyle/>
          <a:p>
            <a:endParaRPr kumimoji="1" lang="ja-JP" altLang="en-US" dirty="0"/>
          </a:p>
        </p:txBody>
      </p:sp>
    </p:spTree>
    <p:extLst>
      <p:ext uri="{BB962C8B-B14F-4D97-AF65-F5344CB8AC3E}">
        <p14:creationId xmlns:p14="http://schemas.microsoft.com/office/powerpoint/2010/main" val="282699300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381000" y="685800"/>
            <a:ext cx="6096000" cy="3429000"/>
          </a:xfrm>
        </p:spPr>
      </p:sp>
      <p:sp>
        <p:nvSpPr>
          <p:cNvPr id="3" name="ノート プレースホルダー 2"/>
          <p:cNvSpPr>
            <a:spLocks noGrp="1"/>
          </p:cNvSpPr>
          <p:nvPr>
            <p:ph type="body" idx="1"/>
          </p:nvPr>
        </p:nvSpPr>
        <p:spPr/>
        <p:txBody>
          <a:bodyPr/>
          <a:lstStyle/>
          <a:p>
            <a:endParaRPr kumimoji="1" lang="ja-JP" altLang="en-US" dirty="0"/>
          </a:p>
        </p:txBody>
      </p:sp>
    </p:spTree>
    <p:extLst>
      <p:ext uri="{BB962C8B-B14F-4D97-AF65-F5344CB8AC3E}">
        <p14:creationId xmlns:p14="http://schemas.microsoft.com/office/powerpoint/2010/main" val="366608556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381000" y="685800"/>
            <a:ext cx="6096000" cy="3429000"/>
          </a:xfrm>
        </p:spPr>
      </p:sp>
      <p:sp>
        <p:nvSpPr>
          <p:cNvPr id="3" name="ノート プレースホルダー 2"/>
          <p:cNvSpPr>
            <a:spLocks noGrp="1"/>
          </p:cNvSpPr>
          <p:nvPr>
            <p:ph type="body" idx="1"/>
          </p:nvPr>
        </p:nvSpPr>
        <p:spPr/>
        <p:txBody>
          <a:bodyPr/>
          <a:lstStyle/>
          <a:p>
            <a:pPr marL="139700" indent="0">
              <a:buNone/>
            </a:pPr>
            <a:r>
              <a:rPr kumimoji="1" lang="ja-JP" altLang="en-US" dirty="0"/>
              <a:t>どういう順番で処理が動くのかしっかり説明しないと文字面だけ見ても理解できない受講生がたくさんいるはずです。</a:t>
            </a:r>
          </a:p>
        </p:txBody>
      </p:sp>
    </p:spTree>
    <p:extLst>
      <p:ext uri="{BB962C8B-B14F-4D97-AF65-F5344CB8AC3E}">
        <p14:creationId xmlns:p14="http://schemas.microsoft.com/office/powerpoint/2010/main" val="5246559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381000" y="685800"/>
            <a:ext cx="6096000" cy="3429000"/>
          </a:xfrm>
        </p:spPr>
      </p:sp>
      <p:sp>
        <p:nvSpPr>
          <p:cNvPr id="3" name="ノート プレースホルダー 2"/>
          <p:cNvSpPr>
            <a:spLocks noGrp="1"/>
          </p:cNvSpPr>
          <p:nvPr>
            <p:ph type="body" idx="1"/>
          </p:nvPr>
        </p:nvSpPr>
        <p:spPr/>
        <p:txBody>
          <a:bodyPr/>
          <a:lstStyle/>
          <a:p>
            <a:endParaRPr kumimoji="1" lang="ja-JP" altLang="en-US" dirty="0"/>
          </a:p>
        </p:txBody>
      </p:sp>
    </p:spTree>
    <p:extLst>
      <p:ext uri="{BB962C8B-B14F-4D97-AF65-F5344CB8AC3E}">
        <p14:creationId xmlns:p14="http://schemas.microsoft.com/office/powerpoint/2010/main" val="70486384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381000" y="685800"/>
            <a:ext cx="6096000" cy="3429000"/>
          </a:xfrm>
        </p:spPr>
      </p:sp>
      <p:sp>
        <p:nvSpPr>
          <p:cNvPr id="3" name="ノート プレースホルダー 2"/>
          <p:cNvSpPr>
            <a:spLocks noGrp="1"/>
          </p:cNvSpPr>
          <p:nvPr>
            <p:ph type="body" idx="1"/>
          </p:nvPr>
        </p:nvSpPr>
        <p:spPr/>
        <p:txBody>
          <a:bodyPr/>
          <a:lstStyle/>
          <a:p>
            <a:pPr marL="139700" indent="0">
              <a:buNone/>
            </a:pPr>
            <a:endParaRPr kumimoji="1" lang="ja-JP" altLang="en-US" dirty="0"/>
          </a:p>
        </p:txBody>
      </p:sp>
    </p:spTree>
    <p:extLst>
      <p:ext uri="{BB962C8B-B14F-4D97-AF65-F5344CB8AC3E}">
        <p14:creationId xmlns:p14="http://schemas.microsoft.com/office/powerpoint/2010/main" val="326977484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381000" y="685800"/>
            <a:ext cx="6096000" cy="3429000"/>
          </a:xfrm>
        </p:spPr>
      </p:sp>
      <p:sp>
        <p:nvSpPr>
          <p:cNvPr id="3" name="ノート プレースホルダー 2"/>
          <p:cNvSpPr>
            <a:spLocks noGrp="1"/>
          </p:cNvSpPr>
          <p:nvPr>
            <p:ph type="body" idx="1"/>
          </p:nvPr>
        </p:nvSpPr>
        <p:spPr/>
        <p:txBody>
          <a:bodyPr/>
          <a:lstStyle/>
          <a:p>
            <a:pPr marL="139700" indent="0">
              <a:buNone/>
            </a:pPr>
            <a:endParaRPr kumimoji="1" lang="ja-JP" altLang="en-US" dirty="0"/>
          </a:p>
        </p:txBody>
      </p:sp>
    </p:spTree>
    <p:extLst>
      <p:ext uri="{BB962C8B-B14F-4D97-AF65-F5344CB8AC3E}">
        <p14:creationId xmlns:p14="http://schemas.microsoft.com/office/powerpoint/2010/main" val="309431823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381000" y="685800"/>
            <a:ext cx="6096000" cy="3429000"/>
          </a:xfrm>
        </p:spPr>
      </p:sp>
      <p:sp>
        <p:nvSpPr>
          <p:cNvPr id="3" name="ノート プレースホルダー 2"/>
          <p:cNvSpPr>
            <a:spLocks noGrp="1"/>
          </p:cNvSpPr>
          <p:nvPr>
            <p:ph type="body" idx="1"/>
          </p:nvPr>
        </p:nvSpPr>
        <p:spPr/>
        <p:txBody>
          <a:bodyPr/>
          <a:lstStyle/>
          <a:p>
            <a:r>
              <a:rPr kumimoji="1" lang="ja-JP" altLang="en-US" dirty="0"/>
              <a:t>配列の単元からガベージコレクションは削除予定なのでここに記載しています</a:t>
            </a:r>
          </a:p>
        </p:txBody>
      </p:sp>
    </p:spTree>
    <p:extLst>
      <p:ext uri="{BB962C8B-B14F-4D97-AF65-F5344CB8AC3E}">
        <p14:creationId xmlns:p14="http://schemas.microsoft.com/office/powerpoint/2010/main" val="101573261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381000" y="685800"/>
            <a:ext cx="6096000" cy="3429000"/>
          </a:xfrm>
        </p:spPr>
      </p:sp>
      <p:sp>
        <p:nvSpPr>
          <p:cNvPr id="3" name="ノート プレースホルダー 2"/>
          <p:cNvSpPr>
            <a:spLocks noGrp="1"/>
          </p:cNvSpPr>
          <p:nvPr>
            <p:ph type="body" idx="1"/>
          </p:nvPr>
        </p:nvSpPr>
        <p:spPr/>
        <p:txBody>
          <a:bodyPr/>
          <a:lstStyle/>
          <a:p>
            <a:r>
              <a:rPr kumimoji="1" lang="ja-JP" altLang="en-US" dirty="0"/>
              <a:t>配列の単元からガベージコレクションは削除予定なのでここに記載しています</a:t>
            </a:r>
          </a:p>
        </p:txBody>
      </p:sp>
    </p:spTree>
    <p:extLst>
      <p:ext uri="{BB962C8B-B14F-4D97-AF65-F5344CB8AC3E}">
        <p14:creationId xmlns:p14="http://schemas.microsoft.com/office/powerpoint/2010/main" val="143322826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381000" y="685800"/>
            <a:ext cx="6096000" cy="3429000"/>
          </a:xfrm>
        </p:spPr>
      </p:sp>
      <p:sp>
        <p:nvSpPr>
          <p:cNvPr id="3" name="ノート プレースホルダー 2"/>
          <p:cNvSpPr>
            <a:spLocks noGrp="1"/>
          </p:cNvSpPr>
          <p:nvPr>
            <p:ph type="body" idx="1"/>
          </p:nvPr>
        </p:nvSpPr>
        <p:spPr/>
        <p:txBody>
          <a:bodyPr/>
          <a:lstStyle/>
          <a:p>
            <a:pPr marL="139700" indent="0">
              <a:buNone/>
            </a:pPr>
            <a:endParaRPr kumimoji="1" lang="ja-JP" altLang="en-US" dirty="0"/>
          </a:p>
        </p:txBody>
      </p:sp>
    </p:spTree>
    <p:extLst>
      <p:ext uri="{BB962C8B-B14F-4D97-AF65-F5344CB8AC3E}">
        <p14:creationId xmlns:p14="http://schemas.microsoft.com/office/powerpoint/2010/main" val="390402939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381000" y="685800"/>
            <a:ext cx="6096000" cy="3429000"/>
          </a:xfrm>
        </p:spPr>
      </p:sp>
      <p:sp>
        <p:nvSpPr>
          <p:cNvPr id="3" name="ノート プレースホルダー 2"/>
          <p:cNvSpPr>
            <a:spLocks noGrp="1"/>
          </p:cNvSpPr>
          <p:nvPr>
            <p:ph type="body" idx="1"/>
          </p:nvPr>
        </p:nvSpPr>
        <p:spPr/>
        <p:txBody>
          <a:bodyPr/>
          <a:lstStyle/>
          <a:p>
            <a:pPr marL="139700" indent="0">
              <a:buNone/>
            </a:pPr>
            <a:endParaRPr kumimoji="1" lang="ja-JP" altLang="en-US" dirty="0"/>
          </a:p>
        </p:txBody>
      </p:sp>
    </p:spTree>
    <p:extLst>
      <p:ext uri="{BB962C8B-B14F-4D97-AF65-F5344CB8AC3E}">
        <p14:creationId xmlns:p14="http://schemas.microsoft.com/office/powerpoint/2010/main" val="140022678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381000" y="685800"/>
            <a:ext cx="6096000" cy="3429000"/>
          </a:xfrm>
        </p:spPr>
      </p:sp>
      <p:sp>
        <p:nvSpPr>
          <p:cNvPr id="3" name="ノート プレースホルダー 2"/>
          <p:cNvSpPr>
            <a:spLocks noGrp="1"/>
          </p:cNvSpPr>
          <p:nvPr>
            <p:ph type="body" idx="1"/>
          </p:nvPr>
        </p:nvSpPr>
        <p:spPr/>
        <p:txBody>
          <a:bodyPr/>
          <a:lstStyle/>
          <a:p>
            <a:pPr marL="139700" indent="0">
              <a:buNone/>
            </a:pPr>
            <a:endParaRPr kumimoji="1" lang="ja-JP" altLang="en-US" dirty="0"/>
          </a:p>
        </p:txBody>
      </p:sp>
    </p:spTree>
    <p:extLst>
      <p:ext uri="{BB962C8B-B14F-4D97-AF65-F5344CB8AC3E}">
        <p14:creationId xmlns:p14="http://schemas.microsoft.com/office/powerpoint/2010/main" val="246998537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381000" y="685800"/>
            <a:ext cx="6096000" cy="3429000"/>
          </a:xfrm>
        </p:spPr>
      </p:sp>
      <p:sp>
        <p:nvSpPr>
          <p:cNvPr id="3" name="ノート プレースホルダー 2"/>
          <p:cNvSpPr>
            <a:spLocks noGrp="1"/>
          </p:cNvSpPr>
          <p:nvPr>
            <p:ph type="body" idx="1"/>
          </p:nvPr>
        </p:nvSpPr>
        <p:spPr/>
        <p:txBody>
          <a:bodyPr/>
          <a:lstStyle/>
          <a:p>
            <a:pPr marL="139700" indent="0">
              <a:buNone/>
            </a:pPr>
            <a:endParaRPr kumimoji="1" lang="ja-JP" altLang="en-US" dirty="0"/>
          </a:p>
        </p:txBody>
      </p:sp>
    </p:spTree>
    <p:extLst>
      <p:ext uri="{BB962C8B-B14F-4D97-AF65-F5344CB8AC3E}">
        <p14:creationId xmlns:p14="http://schemas.microsoft.com/office/powerpoint/2010/main" val="179794693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381000" y="685800"/>
            <a:ext cx="6096000" cy="3429000"/>
          </a:xfrm>
        </p:spPr>
      </p:sp>
      <p:sp>
        <p:nvSpPr>
          <p:cNvPr id="3" name="ノート プレースホルダー 2"/>
          <p:cNvSpPr>
            <a:spLocks noGrp="1"/>
          </p:cNvSpPr>
          <p:nvPr>
            <p:ph type="body" idx="1"/>
          </p:nvPr>
        </p:nvSpPr>
        <p:spPr/>
        <p:txBody>
          <a:bodyPr/>
          <a:lstStyle/>
          <a:p>
            <a:pPr marL="139700" indent="0">
              <a:buNone/>
            </a:pPr>
            <a:endParaRPr kumimoji="1" lang="ja-JP" altLang="en-US" dirty="0"/>
          </a:p>
        </p:txBody>
      </p:sp>
    </p:spTree>
    <p:extLst>
      <p:ext uri="{BB962C8B-B14F-4D97-AF65-F5344CB8AC3E}">
        <p14:creationId xmlns:p14="http://schemas.microsoft.com/office/powerpoint/2010/main" val="53482255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381000" y="685800"/>
            <a:ext cx="6096000" cy="3429000"/>
          </a:xfrm>
        </p:spPr>
      </p:sp>
      <p:sp>
        <p:nvSpPr>
          <p:cNvPr id="3" name="ノート プレースホルダー 2"/>
          <p:cNvSpPr>
            <a:spLocks noGrp="1"/>
          </p:cNvSpPr>
          <p:nvPr>
            <p:ph type="body" idx="1"/>
          </p:nvPr>
        </p:nvSpPr>
        <p:spPr/>
        <p:txBody>
          <a:bodyPr/>
          <a:lstStyle/>
          <a:p>
            <a:pPr marL="139700" indent="0">
              <a:buNone/>
            </a:pPr>
            <a:endParaRPr kumimoji="1" lang="ja-JP" altLang="en-US" dirty="0"/>
          </a:p>
        </p:txBody>
      </p:sp>
    </p:spTree>
    <p:extLst>
      <p:ext uri="{BB962C8B-B14F-4D97-AF65-F5344CB8AC3E}">
        <p14:creationId xmlns:p14="http://schemas.microsoft.com/office/powerpoint/2010/main" val="63361058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381000" y="685800"/>
            <a:ext cx="6096000" cy="3429000"/>
          </a:xfrm>
        </p:spPr>
      </p:sp>
      <p:sp>
        <p:nvSpPr>
          <p:cNvPr id="3" name="ノート プレースホルダー 2"/>
          <p:cNvSpPr>
            <a:spLocks noGrp="1"/>
          </p:cNvSpPr>
          <p:nvPr>
            <p:ph type="body" idx="1"/>
          </p:nvPr>
        </p:nvSpPr>
        <p:spPr/>
        <p:txBody>
          <a:bodyPr/>
          <a:lstStyle/>
          <a:p>
            <a:pPr marL="139700" indent="0">
              <a:buNone/>
            </a:pPr>
            <a:endParaRPr kumimoji="1" lang="ja-JP" altLang="en-US" dirty="0"/>
          </a:p>
        </p:txBody>
      </p:sp>
    </p:spTree>
    <p:extLst>
      <p:ext uri="{BB962C8B-B14F-4D97-AF65-F5344CB8AC3E}">
        <p14:creationId xmlns:p14="http://schemas.microsoft.com/office/powerpoint/2010/main" val="51437367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381000" y="685800"/>
            <a:ext cx="6096000" cy="3429000"/>
          </a:xfrm>
        </p:spPr>
      </p:sp>
      <p:sp>
        <p:nvSpPr>
          <p:cNvPr id="3" name="ノート プレースホルダー 2"/>
          <p:cNvSpPr>
            <a:spLocks noGrp="1"/>
          </p:cNvSpPr>
          <p:nvPr>
            <p:ph type="body" idx="1"/>
          </p:nvPr>
        </p:nvSpPr>
        <p:spPr/>
        <p:txBody>
          <a:bodyPr/>
          <a:lstStyle/>
          <a:p>
            <a:pPr marL="139700" indent="0">
              <a:buNone/>
            </a:pPr>
            <a:r>
              <a:rPr kumimoji="1" lang="ja-JP" altLang="en-US" dirty="0"/>
              <a:t>何故クラスメソッドからインスタンスフィールドやインスタンスメソッドが使えないか、この絵で説明するとわかりやすい。</a:t>
            </a:r>
          </a:p>
        </p:txBody>
      </p:sp>
    </p:spTree>
    <p:extLst>
      <p:ext uri="{BB962C8B-B14F-4D97-AF65-F5344CB8AC3E}">
        <p14:creationId xmlns:p14="http://schemas.microsoft.com/office/powerpoint/2010/main" val="10599671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381000" y="685800"/>
            <a:ext cx="6096000" cy="3429000"/>
          </a:xfrm>
        </p:spPr>
      </p:sp>
      <p:sp>
        <p:nvSpPr>
          <p:cNvPr id="3" name="ノート プレースホルダー 2"/>
          <p:cNvSpPr>
            <a:spLocks noGrp="1"/>
          </p:cNvSpPr>
          <p:nvPr>
            <p:ph type="body" idx="1"/>
          </p:nvPr>
        </p:nvSpPr>
        <p:spPr/>
        <p:txBody>
          <a:bodyPr/>
          <a:lstStyle/>
          <a:p>
            <a:pPr marL="139700" indent="0">
              <a:buNone/>
            </a:pPr>
            <a:endParaRPr kumimoji="1" lang="ja-JP" altLang="en-US" dirty="0"/>
          </a:p>
        </p:txBody>
      </p:sp>
    </p:spTree>
    <p:extLst>
      <p:ext uri="{BB962C8B-B14F-4D97-AF65-F5344CB8AC3E}">
        <p14:creationId xmlns:p14="http://schemas.microsoft.com/office/powerpoint/2010/main" val="151878152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381000" y="685800"/>
            <a:ext cx="6096000" cy="3429000"/>
          </a:xfrm>
        </p:spPr>
      </p:sp>
      <p:sp>
        <p:nvSpPr>
          <p:cNvPr id="3" name="ノート プレースホルダー 2"/>
          <p:cNvSpPr>
            <a:spLocks noGrp="1"/>
          </p:cNvSpPr>
          <p:nvPr>
            <p:ph type="body" idx="1"/>
          </p:nvPr>
        </p:nvSpPr>
        <p:spPr/>
        <p:txBody>
          <a:bodyPr/>
          <a:lstStyle/>
          <a:p>
            <a:pPr marL="139700" indent="0">
              <a:buNone/>
            </a:pPr>
            <a:endParaRPr kumimoji="1" lang="ja-JP" altLang="en-US" dirty="0"/>
          </a:p>
        </p:txBody>
      </p:sp>
    </p:spTree>
    <p:extLst>
      <p:ext uri="{BB962C8B-B14F-4D97-AF65-F5344CB8AC3E}">
        <p14:creationId xmlns:p14="http://schemas.microsoft.com/office/powerpoint/2010/main" val="354775020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1_タイトル スライド">
    <p:spTree>
      <p:nvGrpSpPr>
        <p:cNvPr id="1" name=""/>
        <p:cNvGrpSpPr/>
        <p:nvPr/>
      </p:nvGrpSpPr>
      <p:grpSpPr>
        <a:xfrm>
          <a:off x="0" y="0"/>
          <a:ext cx="0" cy="0"/>
          <a:chOff x="0" y="0"/>
          <a:chExt cx="0" cy="0"/>
        </a:xfrm>
      </p:grpSpPr>
      <p:sp>
        <p:nvSpPr>
          <p:cNvPr id="6" name="Google Shape;10;p2">
            <a:extLst>
              <a:ext uri="{FF2B5EF4-FFF2-40B4-BE49-F238E27FC236}">
                <a16:creationId xmlns:a16="http://schemas.microsoft.com/office/drawing/2014/main" id="{EA1B8483-F5A8-4F30-96A0-EDAFA70B0F27}"/>
              </a:ext>
            </a:extLst>
          </p:cNvPr>
          <p:cNvSpPr/>
          <p:nvPr/>
        </p:nvSpPr>
        <p:spPr>
          <a:xfrm>
            <a:off x="1169100" y="400050"/>
            <a:ext cx="7554900" cy="3842400"/>
          </a:xfrm>
          <a:prstGeom prst="rect">
            <a:avLst/>
          </a:prstGeom>
          <a:solidFill>
            <a:srgbClr val="EFEF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50" charset="0"/>
            </a:endParaRPr>
          </a:p>
        </p:txBody>
      </p:sp>
      <p:sp>
        <p:nvSpPr>
          <p:cNvPr id="7" name="Google Shape;11;p2">
            <a:extLst>
              <a:ext uri="{FF2B5EF4-FFF2-40B4-BE49-F238E27FC236}">
                <a16:creationId xmlns:a16="http://schemas.microsoft.com/office/drawing/2014/main" id="{983BA885-2074-450F-AE06-7909906D9F48}"/>
              </a:ext>
            </a:extLst>
          </p:cNvPr>
          <p:cNvSpPr txBox="1">
            <a:spLocks noGrp="1"/>
          </p:cNvSpPr>
          <p:nvPr>
            <p:ph type="ctrTitle"/>
          </p:nvPr>
        </p:nvSpPr>
        <p:spPr>
          <a:xfrm>
            <a:off x="546012" y="456607"/>
            <a:ext cx="5041200" cy="3150600"/>
          </a:xfrm>
          <a:prstGeom prst="rect">
            <a:avLst/>
          </a:prstGeom>
          <a:ln w="114300" cap="flat" cmpd="sng">
            <a:solidFill>
              <a:srgbClr val="FF3300"/>
            </a:solidFill>
            <a:prstDash val="solid"/>
            <a:round/>
            <a:headEnd type="none" w="sm" len="sm"/>
            <a:tailEnd type="none" w="sm" len="sm"/>
          </a:ln>
        </p:spPr>
        <p:txBody>
          <a:bodyPr spcFirstLastPara="1" wrap="square" lIns="91425" tIns="91425" rIns="91425" bIns="91425" anchor="b" anchorCtr="0">
            <a:noAutofit/>
          </a:bodyPr>
          <a:lstStyle>
            <a:lvl1pPr lvl="0">
              <a:spcBef>
                <a:spcPts val="0"/>
              </a:spcBef>
              <a:spcAft>
                <a:spcPts val="0"/>
              </a:spcAft>
              <a:buClr>
                <a:srgbClr val="111111"/>
              </a:buClr>
              <a:buSzPts val="6000"/>
              <a:buNone/>
              <a:defRPr sz="4800" b="1" baseline="0">
                <a:solidFill>
                  <a:srgbClr val="111111"/>
                </a:solidFill>
                <a:latin typeface="+mj-lt"/>
                <a:ea typeface="+mj-ea"/>
              </a:defRPr>
            </a:lvl1pPr>
            <a:lvl2pPr lvl="1" algn="ctr">
              <a:spcBef>
                <a:spcPts val="0"/>
              </a:spcBef>
              <a:spcAft>
                <a:spcPts val="0"/>
              </a:spcAft>
              <a:buClr>
                <a:srgbClr val="111111"/>
              </a:buClr>
              <a:buSzPts val="6000"/>
              <a:buNone/>
              <a:defRPr sz="6000">
                <a:solidFill>
                  <a:srgbClr val="111111"/>
                </a:solidFill>
              </a:defRPr>
            </a:lvl2pPr>
            <a:lvl3pPr lvl="2" algn="ctr">
              <a:spcBef>
                <a:spcPts val="0"/>
              </a:spcBef>
              <a:spcAft>
                <a:spcPts val="0"/>
              </a:spcAft>
              <a:buClr>
                <a:srgbClr val="111111"/>
              </a:buClr>
              <a:buSzPts val="6000"/>
              <a:buNone/>
              <a:defRPr sz="6000">
                <a:solidFill>
                  <a:srgbClr val="111111"/>
                </a:solidFill>
              </a:defRPr>
            </a:lvl3pPr>
            <a:lvl4pPr lvl="3" algn="ctr">
              <a:spcBef>
                <a:spcPts val="0"/>
              </a:spcBef>
              <a:spcAft>
                <a:spcPts val="0"/>
              </a:spcAft>
              <a:buClr>
                <a:srgbClr val="111111"/>
              </a:buClr>
              <a:buSzPts val="6000"/>
              <a:buNone/>
              <a:defRPr sz="6000">
                <a:solidFill>
                  <a:srgbClr val="111111"/>
                </a:solidFill>
              </a:defRPr>
            </a:lvl4pPr>
            <a:lvl5pPr lvl="4" algn="ctr">
              <a:spcBef>
                <a:spcPts val="0"/>
              </a:spcBef>
              <a:spcAft>
                <a:spcPts val="0"/>
              </a:spcAft>
              <a:buClr>
                <a:srgbClr val="111111"/>
              </a:buClr>
              <a:buSzPts val="6000"/>
              <a:buNone/>
              <a:defRPr sz="6000">
                <a:solidFill>
                  <a:srgbClr val="111111"/>
                </a:solidFill>
              </a:defRPr>
            </a:lvl5pPr>
            <a:lvl6pPr lvl="5" algn="ctr">
              <a:spcBef>
                <a:spcPts val="0"/>
              </a:spcBef>
              <a:spcAft>
                <a:spcPts val="0"/>
              </a:spcAft>
              <a:buClr>
                <a:srgbClr val="111111"/>
              </a:buClr>
              <a:buSzPts val="6000"/>
              <a:buNone/>
              <a:defRPr sz="6000">
                <a:solidFill>
                  <a:srgbClr val="111111"/>
                </a:solidFill>
              </a:defRPr>
            </a:lvl6pPr>
            <a:lvl7pPr lvl="6" algn="ctr">
              <a:spcBef>
                <a:spcPts val="0"/>
              </a:spcBef>
              <a:spcAft>
                <a:spcPts val="0"/>
              </a:spcAft>
              <a:buClr>
                <a:srgbClr val="111111"/>
              </a:buClr>
              <a:buSzPts val="6000"/>
              <a:buNone/>
              <a:defRPr sz="6000">
                <a:solidFill>
                  <a:srgbClr val="111111"/>
                </a:solidFill>
              </a:defRPr>
            </a:lvl7pPr>
            <a:lvl8pPr lvl="7" algn="ctr">
              <a:spcBef>
                <a:spcPts val="0"/>
              </a:spcBef>
              <a:spcAft>
                <a:spcPts val="0"/>
              </a:spcAft>
              <a:buClr>
                <a:srgbClr val="111111"/>
              </a:buClr>
              <a:buSzPts val="6000"/>
              <a:buNone/>
              <a:defRPr sz="6000">
                <a:solidFill>
                  <a:srgbClr val="111111"/>
                </a:solidFill>
              </a:defRPr>
            </a:lvl8pPr>
            <a:lvl9pPr lvl="8" algn="ctr">
              <a:spcBef>
                <a:spcPts val="0"/>
              </a:spcBef>
              <a:spcAft>
                <a:spcPts val="0"/>
              </a:spcAft>
              <a:buClr>
                <a:srgbClr val="111111"/>
              </a:buClr>
              <a:buSzPts val="6000"/>
              <a:buNone/>
              <a:defRPr sz="6000">
                <a:solidFill>
                  <a:srgbClr val="111111"/>
                </a:solidFill>
              </a:defRPr>
            </a:lvl9pPr>
          </a:lstStyle>
          <a:p>
            <a:r>
              <a:rPr lang="ja-JP" altLang="en-US"/>
              <a:t>マスター タイトルの書式設定</a:t>
            </a:r>
            <a:endParaRPr dirty="0"/>
          </a:p>
        </p:txBody>
      </p:sp>
      <p:pic>
        <p:nvPicPr>
          <p:cNvPr id="2" name="図 1">
            <a:extLst>
              <a:ext uri="{FF2B5EF4-FFF2-40B4-BE49-F238E27FC236}">
                <a16:creationId xmlns:a16="http://schemas.microsoft.com/office/drawing/2014/main" id="{02032C93-7552-4839-AF39-0C4F3C5A3543}"/>
              </a:ext>
            </a:extLst>
          </p:cNvPr>
          <p:cNvPicPr>
            <a:picLocks noChangeAspect="1"/>
          </p:cNvPicPr>
          <p:nvPr/>
        </p:nvPicPr>
        <p:blipFill>
          <a:blip r:embed="rId2"/>
          <a:stretch>
            <a:fillRect/>
          </a:stretch>
        </p:blipFill>
        <p:spPr>
          <a:xfrm>
            <a:off x="7426629" y="4563450"/>
            <a:ext cx="1297371" cy="360000"/>
          </a:xfrm>
          <a:prstGeom prst="rect">
            <a:avLst/>
          </a:prstGeom>
        </p:spPr>
      </p:pic>
      <p:sp>
        <p:nvSpPr>
          <p:cNvPr id="9" name="フッター プレースホルダー 4">
            <a:extLst>
              <a:ext uri="{FF2B5EF4-FFF2-40B4-BE49-F238E27FC236}">
                <a16:creationId xmlns:a16="http://schemas.microsoft.com/office/drawing/2014/main" id="{BBFC6E56-6F9E-4EB5-93D5-B6A41EF330A6}"/>
              </a:ext>
            </a:extLst>
          </p:cNvPr>
          <p:cNvSpPr>
            <a:spLocks noGrp="1"/>
          </p:cNvSpPr>
          <p:nvPr>
            <p:ph type="ftr" sz="quarter" idx="11"/>
          </p:nvPr>
        </p:nvSpPr>
        <p:spPr>
          <a:xfrm>
            <a:off x="3028950" y="4866125"/>
            <a:ext cx="3086100" cy="254493"/>
          </a:xfrm>
          <a:prstGeom prst="rect">
            <a:avLst/>
          </a:prstGeom>
        </p:spPr>
        <p:txBody>
          <a:bodyPr/>
          <a:lstStyle>
            <a:lvl1pPr>
              <a:defRPr sz="1000" baseline="0">
                <a:solidFill>
                  <a:schemeClr val="tx1"/>
                </a:solidFill>
                <a:latin typeface="+mn-lt"/>
                <a:ea typeface="+mn-ea"/>
              </a:defRPr>
            </a:lvl1pPr>
          </a:lstStyle>
          <a:p>
            <a:r>
              <a:rPr kumimoji="1" lang="en-US" altLang="ja-JP"/>
              <a:t>copyright ©ITCollege All Rights Reserved</a:t>
            </a:r>
            <a:endParaRPr kumimoji="1" lang="ja-JP" altLang="en-US" dirty="0"/>
          </a:p>
        </p:txBody>
      </p:sp>
    </p:spTree>
    <p:extLst>
      <p:ext uri="{BB962C8B-B14F-4D97-AF65-F5344CB8AC3E}">
        <p14:creationId xmlns:p14="http://schemas.microsoft.com/office/powerpoint/2010/main" val="41347176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2_タイトル、見出し、本文">
    <p:spTree>
      <p:nvGrpSpPr>
        <p:cNvPr id="1" name=""/>
        <p:cNvGrpSpPr/>
        <p:nvPr/>
      </p:nvGrpSpPr>
      <p:grpSpPr>
        <a:xfrm>
          <a:off x="0" y="0"/>
          <a:ext cx="0" cy="0"/>
          <a:chOff x="0" y="0"/>
          <a:chExt cx="0" cy="0"/>
        </a:xfrm>
      </p:grpSpPr>
      <p:sp>
        <p:nvSpPr>
          <p:cNvPr id="14" name="Google Shape;29;p6">
            <a:extLst>
              <a:ext uri="{FF2B5EF4-FFF2-40B4-BE49-F238E27FC236}">
                <a16:creationId xmlns:a16="http://schemas.microsoft.com/office/drawing/2014/main" id="{A74E07ED-793A-47BC-9995-2F522B5734B6}"/>
              </a:ext>
            </a:extLst>
          </p:cNvPr>
          <p:cNvSpPr/>
          <p:nvPr/>
        </p:nvSpPr>
        <p:spPr>
          <a:xfrm>
            <a:off x="288234" y="817821"/>
            <a:ext cx="8517835" cy="4044255"/>
          </a:xfrm>
          <a:prstGeom prst="rect">
            <a:avLst/>
          </a:prstGeom>
          <a:solidFill>
            <a:schemeClr val="bg1">
              <a:lumMod val="9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31;p6">
            <a:extLst>
              <a:ext uri="{FF2B5EF4-FFF2-40B4-BE49-F238E27FC236}">
                <a16:creationId xmlns:a16="http://schemas.microsoft.com/office/drawing/2014/main" id="{349B234C-1DFB-4D56-85F2-7F22E4DDDCB8}"/>
              </a:ext>
            </a:extLst>
          </p:cNvPr>
          <p:cNvSpPr txBox="1">
            <a:spLocks noGrp="1"/>
          </p:cNvSpPr>
          <p:nvPr>
            <p:ph type="body" idx="1"/>
          </p:nvPr>
        </p:nvSpPr>
        <p:spPr>
          <a:xfrm>
            <a:off x="464225" y="855442"/>
            <a:ext cx="8216900" cy="492522"/>
          </a:xfrm>
          <a:prstGeom prst="rect">
            <a:avLst/>
          </a:prstGeom>
        </p:spPr>
        <p:txBody>
          <a:bodyPr spcFirstLastPara="1" wrap="square" lIns="91425" tIns="91425" rIns="91425" bIns="91425" anchor="t" anchorCtr="0">
            <a:noAutofit/>
          </a:bodyPr>
          <a:lstStyle>
            <a:lvl1pPr marL="101600" lvl="0" indent="0">
              <a:spcBef>
                <a:spcPts val="600"/>
              </a:spcBef>
              <a:spcAft>
                <a:spcPts val="0"/>
              </a:spcAft>
              <a:buSzPts val="2000"/>
              <a:buNone/>
              <a:defRPr sz="1800" b="1" baseline="0">
                <a:latin typeface="+mj-lt"/>
                <a:ea typeface="+mj-ea"/>
              </a:defRPr>
            </a:lvl1pPr>
            <a:lvl2pPr marL="914400" lvl="1" indent="-355600">
              <a:spcBef>
                <a:spcPts val="0"/>
              </a:spcBef>
              <a:spcAft>
                <a:spcPts val="0"/>
              </a:spcAft>
              <a:buSzPts val="2000"/>
              <a:buChar char="■"/>
              <a:defRPr sz="2000"/>
            </a:lvl2pPr>
            <a:lvl3pPr marL="1371600" lvl="2" indent="-355600">
              <a:spcBef>
                <a:spcPts val="0"/>
              </a:spcBef>
              <a:spcAft>
                <a:spcPts val="0"/>
              </a:spcAft>
              <a:buSzPts val="2000"/>
              <a:buChar char="▣"/>
              <a:defRPr sz="2000"/>
            </a:lvl3pPr>
            <a:lvl4pPr marL="1828800" lvl="3" indent="-355600">
              <a:spcBef>
                <a:spcPts val="0"/>
              </a:spcBef>
              <a:spcAft>
                <a:spcPts val="0"/>
              </a:spcAft>
              <a:buSzPts val="2000"/>
              <a:buChar char="●"/>
              <a:defRPr sz="2000"/>
            </a:lvl4pPr>
            <a:lvl5pPr marL="2286000" lvl="4" indent="-355600">
              <a:spcBef>
                <a:spcPts val="0"/>
              </a:spcBef>
              <a:spcAft>
                <a:spcPts val="0"/>
              </a:spcAft>
              <a:buSzPts val="2000"/>
              <a:buChar char="○"/>
              <a:defRPr sz="2000"/>
            </a:lvl5pPr>
            <a:lvl6pPr marL="2743200" lvl="5" indent="-355600">
              <a:spcBef>
                <a:spcPts val="0"/>
              </a:spcBef>
              <a:spcAft>
                <a:spcPts val="0"/>
              </a:spcAft>
              <a:buSzPts val="2000"/>
              <a:buChar char="■"/>
              <a:defRPr sz="2000"/>
            </a:lvl6pPr>
            <a:lvl7pPr marL="3200400" lvl="6" indent="-355600">
              <a:spcBef>
                <a:spcPts val="0"/>
              </a:spcBef>
              <a:spcAft>
                <a:spcPts val="0"/>
              </a:spcAft>
              <a:buSzPts val="2000"/>
              <a:buChar char="●"/>
              <a:defRPr sz="2000"/>
            </a:lvl7pPr>
            <a:lvl8pPr marL="3657600" lvl="7" indent="-355600">
              <a:spcBef>
                <a:spcPts val="0"/>
              </a:spcBef>
              <a:spcAft>
                <a:spcPts val="0"/>
              </a:spcAft>
              <a:buSzPts val="2000"/>
              <a:buChar char="○"/>
              <a:defRPr sz="2000"/>
            </a:lvl8pPr>
            <a:lvl9pPr marL="4114800" lvl="8" indent="-355600">
              <a:spcBef>
                <a:spcPts val="0"/>
              </a:spcBef>
              <a:spcAft>
                <a:spcPts val="0"/>
              </a:spcAft>
              <a:buSzPts val="2000"/>
              <a:buChar char="■"/>
              <a:defRPr sz="2000"/>
            </a:lvl9pPr>
          </a:lstStyle>
          <a:p>
            <a:pPr lvl="0"/>
            <a:r>
              <a:rPr lang="ja-JP" altLang="en-US"/>
              <a:t>マスター テキストの書式設定</a:t>
            </a:r>
          </a:p>
        </p:txBody>
      </p:sp>
      <p:sp>
        <p:nvSpPr>
          <p:cNvPr id="23" name="スライド番号プレースホルダー 5">
            <a:extLst>
              <a:ext uri="{FF2B5EF4-FFF2-40B4-BE49-F238E27FC236}">
                <a16:creationId xmlns:a16="http://schemas.microsoft.com/office/drawing/2014/main" id="{FD5DFA80-DED6-4201-92D3-F0ED379EBF8F}"/>
              </a:ext>
            </a:extLst>
          </p:cNvPr>
          <p:cNvSpPr>
            <a:spLocks noGrp="1"/>
          </p:cNvSpPr>
          <p:nvPr>
            <p:ph type="sldNum" sz="quarter" idx="12"/>
          </p:nvPr>
        </p:nvSpPr>
        <p:spPr>
          <a:xfrm>
            <a:off x="218226" y="4862076"/>
            <a:ext cx="630348" cy="254494"/>
          </a:xfrm>
          <a:prstGeom prst="rect">
            <a:avLst/>
          </a:prstGeom>
        </p:spPr>
        <p:txBody>
          <a:bodyPr/>
          <a:lstStyle>
            <a:lvl1pPr>
              <a:defRPr sz="1200" baseline="0">
                <a:solidFill>
                  <a:schemeClr val="tx1"/>
                </a:solidFill>
                <a:latin typeface="+mn-lt"/>
                <a:ea typeface="+mn-ea"/>
              </a:defRPr>
            </a:lvl1pPr>
          </a:lstStyle>
          <a:p>
            <a:fld id="{00000000-1234-1234-1234-123412341234}" type="slidenum">
              <a:rPr lang="en" smtClean="0"/>
              <a:pPr/>
              <a:t>‹#›</a:t>
            </a:fld>
            <a:endParaRPr lang="en" dirty="0">
              <a:latin typeface="+mn-ea"/>
            </a:endParaRPr>
          </a:p>
        </p:txBody>
      </p:sp>
      <p:sp>
        <p:nvSpPr>
          <p:cNvPr id="24" name="フッター プレースホルダー 4">
            <a:extLst>
              <a:ext uri="{FF2B5EF4-FFF2-40B4-BE49-F238E27FC236}">
                <a16:creationId xmlns:a16="http://schemas.microsoft.com/office/drawing/2014/main" id="{BBD91DAE-B4F6-4AE8-A48E-E81CFD22F2B6}"/>
              </a:ext>
            </a:extLst>
          </p:cNvPr>
          <p:cNvSpPr>
            <a:spLocks noGrp="1"/>
          </p:cNvSpPr>
          <p:nvPr>
            <p:ph type="ftr" sz="quarter" idx="11"/>
          </p:nvPr>
        </p:nvSpPr>
        <p:spPr>
          <a:xfrm>
            <a:off x="3028950" y="4866125"/>
            <a:ext cx="3086100" cy="254493"/>
          </a:xfrm>
          <a:prstGeom prst="rect">
            <a:avLst/>
          </a:prstGeom>
        </p:spPr>
        <p:txBody>
          <a:bodyPr/>
          <a:lstStyle>
            <a:lvl1pPr>
              <a:defRPr sz="1000" baseline="0">
                <a:solidFill>
                  <a:schemeClr val="tx1"/>
                </a:solidFill>
                <a:latin typeface="+mn-lt"/>
                <a:ea typeface="+mn-ea"/>
              </a:defRPr>
            </a:lvl1pPr>
          </a:lstStyle>
          <a:p>
            <a:r>
              <a:rPr kumimoji="1" lang="en-US" altLang="ja-JP"/>
              <a:t>copyright ©ITCollege All Rights Reserved</a:t>
            </a:r>
            <a:endParaRPr kumimoji="1" lang="ja-JP" altLang="en-US" sz="1000" dirty="0"/>
          </a:p>
        </p:txBody>
      </p:sp>
      <p:sp>
        <p:nvSpPr>
          <p:cNvPr id="2" name="正方形/長方形 1">
            <a:extLst>
              <a:ext uri="{FF2B5EF4-FFF2-40B4-BE49-F238E27FC236}">
                <a16:creationId xmlns:a16="http://schemas.microsoft.com/office/drawing/2014/main" id="{90A6D07F-1E30-482D-8D1F-7F3A1AB2A7F2}"/>
              </a:ext>
            </a:extLst>
          </p:cNvPr>
          <p:cNvSpPr/>
          <p:nvPr/>
        </p:nvSpPr>
        <p:spPr>
          <a:xfrm>
            <a:off x="288234" y="716514"/>
            <a:ext cx="8517836" cy="45719"/>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Google Shape;11;p2">
            <a:extLst>
              <a:ext uri="{FF2B5EF4-FFF2-40B4-BE49-F238E27FC236}">
                <a16:creationId xmlns:a16="http://schemas.microsoft.com/office/drawing/2014/main" id="{76479CBC-2A55-463C-98C0-033C5EA10713}"/>
              </a:ext>
            </a:extLst>
          </p:cNvPr>
          <p:cNvSpPr txBox="1">
            <a:spLocks noGrp="1"/>
          </p:cNvSpPr>
          <p:nvPr>
            <p:ph type="ctrTitle"/>
          </p:nvPr>
        </p:nvSpPr>
        <p:spPr>
          <a:xfrm>
            <a:off x="463550" y="119734"/>
            <a:ext cx="8216900" cy="541192"/>
          </a:xfrm>
          <a:prstGeom prst="rect">
            <a:avLst/>
          </a:prstGeom>
          <a:noFill/>
          <a:ln w="76200" cap="flat" cmpd="sng">
            <a:noFill/>
            <a:prstDash val="solid"/>
            <a:round/>
            <a:headEnd type="none" w="sm" len="sm"/>
            <a:tailEnd type="none" w="sm" len="sm"/>
          </a:ln>
        </p:spPr>
        <p:txBody>
          <a:bodyPr spcFirstLastPara="1" wrap="square" lIns="91425" tIns="91425" rIns="91425" bIns="91425" anchor="ctr" anchorCtr="0">
            <a:noAutofit/>
          </a:bodyPr>
          <a:lstStyle>
            <a:lvl1pPr lvl="0">
              <a:spcBef>
                <a:spcPts val="0"/>
              </a:spcBef>
              <a:spcAft>
                <a:spcPts val="0"/>
              </a:spcAft>
              <a:buClr>
                <a:srgbClr val="111111"/>
              </a:buClr>
              <a:buSzPts val="6000"/>
              <a:buNone/>
              <a:defRPr sz="2400" b="1" baseline="0">
                <a:solidFill>
                  <a:srgbClr val="111111"/>
                </a:solidFill>
                <a:latin typeface="+mj-lt"/>
                <a:ea typeface="+mj-ea"/>
              </a:defRPr>
            </a:lvl1pPr>
            <a:lvl2pPr lvl="1" algn="ctr">
              <a:spcBef>
                <a:spcPts val="0"/>
              </a:spcBef>
              <a:spcAft>
                <a:spcPts val="0"/>
              </a:spcAft>
              <a:buClr>
                <a:srgbClr val="111111"/>
              </a:buClr>
              <a:buSzPts val="6000"/>
              <a:buNone/>
              <a:defRPr sz="6000">
                <a:solidFill>
                  <a:srgbClr val="111111"/>
                </a:solidFill>
              </a:defRPr>
            </a:lvl2pPr>
            <a:lvl3pPr lvl="2" algn="ctr">
              <a:spcBef>
                <a:spcPts val="0"/>
              </a:spcBef>
              <a:spcAft>
                <a:spcPts val="0"/>
              </a:spcAft>
              <a:buClr>
                <a:srgbClr val="111111"/>
              </a:buClr>
              <a:buSzPts val="6000"/>
              <a:buNone/>
              <a:defRPr sz="6000">
                <a:solidFill>
                  <a:srgbClr val="111111"/>
                </a:solidFill>
              </a:defRPr>
            </a:lvl3pPr>
            <a:lvl4pPr lvl="3" algn="ctr">
              <a:spcBef>
                <a:spcPts val="0"/>
              </a:spcBef>
              <a:spcAft>
                <a:spcPts val="0"/>
              </a:spcAft>
              <a:buClr>
                <a:srgbClr val="111111"/>
              </a:buClr>
              <a:buSzPts val="6000"/>
              <a:buNone/>
              <a:defRPr sz="6000">
                <a:solidFill>
                  <a:srgbClr val="111111"/>
                </a:solidFill>
              </a:defRPr>
            </a:lvl4pPr>
            <a:lvl5pPr lvl="4" algn="ctr">
              <a:spcBef>
                <a:spcPts val="0"/>
              </a:spcBef>
              <a:spcAft>
                <a:spcPts val="0"/>
              </a:spcAft>
              <a:buClr>
                <a:srgbClr val="111111"/>
              </a:buClr>
              <a:buSzPts val="6000"/>
              <a:buNone/>
              <a:defRPr sz="6000">
                <a:solidFill>
                  <a:srgbClr val="111111"/>
                </a:solidFill>
              </a:defRPr>
            </a:lvl5pPr>
            <a:lvl6pPr lvl="5" algn="ctr">
              <a:spcBef>
                <a:spcPts val="0"/>
              </a:spcBef>
              <a:spcAft>
                <a:spcPts val="0"/>
              </a:spcAft>
              <a:buClr>
                <a:srgbClr val="111111"/>
              </a:buClr>
              <a:buSzPts val="6000"/>
              <a:buNone/>
              <a:defRPr sz="6000">
                <a:solidFill>
                  <a:srgbClr val="111111"/>
                </a:solidFill>
              </a:defRPr>
            </a:lvl6pPr>
            <a:lvl7pPr lvl="6" algn="ctr">
              <a:spcBef>
                <a:spcPts val="0"/>
              </a:spcBef>
              <a:spcAft>
                <a:spcPts val="0"/>
              </a:spcAft>
              <a:buClr>
                <a:srgbClr val="111111"/>
              </a:buClr>
              <a:buSzPts val="6000"/>
              <a:buNone/>
              <a:defRPr sz="6000">
                <a:solidFill>
                  <a:srgbClr val="111111"/>
                </a:solidFill>
              </a:defRPr>
            </a:lvl7pPr>
            <a:lvl8pPr lvl="7" algn="ctr">
              <a:spcBef>
                <a:spcPts val="0"/>
              </a:spcBef>
              <a:spcAft>
                <a:spcPts val="0"/>
              </a:spcAft>
              <a:buClr>
                <a:srgbClr val="111111"/>
              </a:buClr>
              <a:buSzPts val="6000"/>
              <a:buNone/>
              <a:defRPr sz="6000">
                <a:solidFill>
                  <a:srgbClr val="111111"/>
                </a:solidFill>
              </a:defRPr>
            </a:lvl8pPr>
            <a:lvl9pPr lvl="8" algn="ctr">
              <a:spcBef>
                <a:spcPts val="0"/>
              </a:spcBef>
              <a:spcAft>
                <a:spcPts val="0"/>
              </a:spcAft>
              <a:buClr>
                <a:srgbClr val="111111"/>
              </a:buClr>
              <a:buSzPts val="6000"/>
              <a:buNone/>
              <a:defRPr sz="6000">
                <a:solidFill>
                  <a:srgbClr val="111111"/>
                </a:solidFill>
              </a:defRPr>
            </a:lvl9pPr>
          </a:lstStyle>
          <a:p>
            <a:r>
              <a:rPr lang="ja-JP" altLang="en-US"/>
              <a:t>マスター タイトルの書式設定</a:t>
            </a:r>
            <a:endParaRPr dirty="0"/>
          </a:p>
        </p:txBody>
      </p:sp>
      <p:sp>
        <p:nvSpPr>
          <p:cNvPr id="4" name="テキスト プレースホルダー 3">
            <a:extLst>
              <a:ext uri="{FF2B5EF4-FFF2-40B4-BE49-F238E27FC236}">
                <a16:creationId xmlns:a16="http://schemas.microsoft.com/office/drawing/2014/main" id="{F1F36C5A-B023-4554-B5E3-AEB528BD12A9}"/>
              </a:ext>
            </a:extLst>
          </p:cNvPr>
          <p:cNvSpPr>
            <a:spLocks noGrp="1"/>
          </p:cNvSpPr>
          <p:nvPr>
            <p:ph type="body" sz="quarter" idx="14"/>
          </p:nvPr>
        </p:nvSpPr>
        <p:spPr>
          <a:xfrm>
            <a:off x="462876" y="1445222"/>
            <a:ext cx="8216900" cy="3339503"/>
          </a:xfrm>
        </p:spPr>
        <p:txBody>
          <a:bodyPr>
            <a:noAutofit/>
          </a:bodyPr>
          <a:lstStyle>
            <a:lvl1pPr>
              <a:defRPr sz="1400"/>
            </a:lvl1pPr>
            <a:lvl2pPr>
              <a:defRPr sz="1400"/>
            </a:lvl2pPr>
            <a:lvl3pPr>
              <a:defRPr sz="1400"/>
            </a:lvl3pPr>
            <a:lvl4pPr>
              <a:defRPr sz="1400"/>
            </a:lvl4pPr>
            <a:lvl5pPr>
              <a:defRPr sz="1400"/>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Tree>
    <p:extLst>
      <p:ext uri="{BB962C8B-B14F-4D97-AF65-F5344CB8AC3E}">
        <p14:creationId xmlns:p14="http://schemas.microsoft.com/office/powerpoint/2010/main" val="27140946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3_タイトル、本文">
    <p:spTree>
      <p:nvGrpSpPr>
        <p:cNvPr id="1" name=""/>
        <p:cNvGrpSpPr/>
        <p:nvPr/>
      </p:nvGrpSpPr>
      <p:grpSpPr>
        <a:xfrm>
          <a:off x="0" y="0"/>
          <a:ext cx="0" cy="0"/>
          <a:chOff x="0" y="0"/>
          <a:chExt cx="0" cy="0"/>
        </a:xfrm>
      </p:grpSpPr>
      <p:sp>
        <p:nvSpPr>
          <p:cNvPr id="14" name="Google Shape;29;p6">
            <a:extLst>
              <a:ext uri="{FF2B5EF4-FFF2-40B4-BE49-F238E27FC236}">
                <a16:creationId xmlns:a16="http://schemas.microsoft.com/office/drawing/2014/main" id="{A74E07ED-793A-47BC-9995-2F522B5734B6}"/>
              </a:ext>
            </a:extLst>
          </p:cNvPr>
          <p:cNvSpPr/>
          <p:nvPr/>
        </p:nvSpPr>
        <p:spPr>
          <a:xfrm>
            <a:off x="288234" y="817821"/>
            <a:ext cx="8517835" cy="4044255"/>
          </a:xfrm>
          <a:prstGeom prst="rect">
            <a:avLst/>
          </a:prstGeom>
          <a:solidFill>
            <a:schemeClr val="bg1">
              <a:lumMod val="9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フッター プレースホルダー 4">
            <a:extLst>
              <a:ext uri="{FF2B5EF4-FFF2-40B4-BE49-F238E27FC236}">
                <a16:creationId xmlns:a16="http://schemas.microsoft.com/office/drawing/2014/main" id="{BBD91DAE-B4F6-4AE8-A48E-E81CFD22F2B6}"/>
              </a:ext>
            </a:extLst>
          </p:cNvPr>
          <p:cNvSpPr>
            <a:spLocks noGrp="1"/>
          </p:cNvSpPr>
          <p:nvPr>
            <p:ph type="ftr" sz="quarter" idx="11"/>
          </p:nvPr>
        </p:nvSpPr>
        <p:spPr>
          <a:xfrm>
            <a:off x="3028950" y="4866125"/>
            <a:ext cx="3086100" cy="254493"/>
          </a:xfrm>
          <a:prstGeom prst="rect">
            <a:avLst/>
          </a:prstGeom>
        </p:spPr>
        <p:txBody>
          <a:bodyPr/>
          <a:lstStyle>
            <a:lvl1pPr>
              <a:defRPr sz="1000" baseline="0">
                <a:solidFill>
                  <a:schemeClr val="tx1"/>
                </a:solidFill>
                <a:latin typeface="+mn-lt"/>
                <a:ea typeface="+mn-ea"/>
              </a:defRPr>
            </a:lvl1pPr>
          </a:lstStyle>
          <a:p>
            <a:r>
              <a:rPr kumimoji="1" lang="en-US" altLang="ja-JP"/>
              <a:t>copyright ©ITCollege All Rights Reserved</a:t>
            </a:r>
            <a:endParaRPr kumimoji="1" lang="ja-JP" altLang="en-US" sz="1000" dirty="0"/>
          </a:p>
        </p:txBody>
      </p:sp>
      <p:sp>
        <p:nvSpPr>
          <p:cNvPr id="2" name="正方形/長方形 1">
            <a:extLst>
              <a:ext uri="{FF2B5EF4-FFF2-40B4-BE49-F238E27FC236}">
                <a16:creationId xmlns:a16="http://schemas.microsoft.com/office/drawing/2014/main" id="{90A6D07F-1E30-482D-8D1F-7F3A1AB2A7F2}"/>
              </a:ext>
            </a:extLst>
          </p:cNvPr>
          <p:cNvSpPr/>
          <p:nvPr/>
        </p:nvSpPr>
        <p:spPr>
          <a:xfrm>
            <a:off x="288234" y="716514"/>
            <a:ext cx="8517836" cy="45719"/>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Google Shape;11;p2">
            <a:extLst>
              <a:ext uri="{FF2B5EF4-FFF2-40B4-BE49-F238E27FC236}">
                <a16:creationId xmlns:a16="http://schemas.microsoft.com/office/drawing/2014/main" id="{76479CBC-2A55-463C-98C0-033C5EA10713}"/>
              </a:ext>
            </a:extLst>
          </p:cNvPr>
          <p:cNvSpPr txBox="1">
            <a:spLocks noGrp="1"/>
          </p:cNvSpPr>
          <p:nvPr>
            <p:ph type="ctrTitle"/>
          </p:nvPr>
        </p:nvSpPr>
        <p:spPr>
          <a:xfrm>
            <a:off x="463550" y="119734"/>
            <a:ext cx="8216900" cy="541192"/>
          </a:xfrm>
          <a:prstGeom prst="rect">
            <a:avLst/>
          </a:prstGeom>
          <a:noFill/>
          <a:ln w="76200" cap="flat" cmpd="sng">
            <a:noFill/>
            <a:prstDash val="solid"/>
            <a:round/>
            <a:headEnd type="none" w="sm" len="sm"/>
            <a:tailEnd type="none" w="sm" len="sm"/>
          </a:ln>
        </p:spPr>
        <p:txBody>
          <a:bodyPr spcFirstLastPara="1" wrap="square" lIns="91425" tIns="91425" rIns="91425" bIns="91425" anchor="ctr" anchorCtr="0">
            <a:noAutofit/>
          </a:bodyPr>
          <a:lstStyle>
            <a:lvl1pPr lvl="0">
              <a:spcBef>
                <a:spcPts val="0"/>
              </a:spcBef>
              <a:spcAft>
                <a:spcPts val="0"/>
              </a:spcAft>
              <a:buClr>
                <a:srgbClr val="111111"/>
              </a:buClr>
              <a:buSzPts val="6000"/>
              <a:buNone/>
              <a:defRPr sz="2400" b="1" baseline="0">
                <a:solidFill>
                  <a:srgbClr val="111111"/>
                </a:solidFill>
                <a:latin typeface="+mj-lt"/>
                <a:ea typeface="+mj-ea"/>
              </a:defRPr>
            </a:lvl1pPr>
            <a:lvl2pPr lvl="1" algn="ctr">
              <a:spcBef>
                <a:spcPts val="0"/>
              </a:spcBef>
              <a:spcAft>
                <a:spcPts val="0"/>
              </a:spcAft>
              <a:buClr>
                <a:srgbClr val="111111"/>
              </a:buClr>
              <a:buSzPts val="6000"/>
              <a:buNone/>
              <a:defRPr sz="6000">
                <a:solidFill>
                  <a:srgbClr val="111111"/>
                </a:solidFill>
              </a:defRPr>
            </a:lvl2pPr>
            <a:lvl3pPr lvl="2" algn="ctr">
              <a:spcBef>
                <a:spcPts val="0"/>
              </a:spcBef>
              <a:spcAft>
                <a:spcPts val="0"/>
              </a:spcAft>
              <a:buClr>
                <a:srgbClr val="111111"/>
              </a:buClr>
              <a:buSzPts val="6000"/>
              <a:buNone/>
              <a:defRPr sz="6000">
                <a:solidFill>
                  <a:srgbClr val="111111"/>
                </a:solidFill>
              </a:defRPr>
            </a:lvl3pPr>
            <a:lvl4pPr lvl="3" algn="ctr">
              <a:spcBef>
                <a:spcPts val="0"/>
              </a:spcBef>
              <a:spcAft>
                <a:spcPts val="0"/>
              </a:spcAft>
              <a:buClr>
                <a:srgbClr val="111111"/>
              </a:buClr>
              <a:buSzPts val="6000"/>
              <a:buNone/>
              <a:defRPr sz="6000">
                <a:solidFill>
                  <a:srgbClr val="111111"/>
                </a:solidFill>
              </a:defRPr>
            </a:lvl4pPr>
            <a:lvl5pPr lvl="4" algn="ctr">
              <a:spcBef>
                <a:spcPts val="0"/>
              </a:spcBef>
              <a:spcAft>
                <a:spcPts val="0"/>
              </a:spcAft>
              <a:buClr>
                <a:srgbClr val="111111"/>
              </a:buClr>
              <a:buSzPts val="6000"/>
              <a:buNone/>
              <a:defRPr sz="6000">
                <a:solidFill>
                  <a:srgbClr val="111111"/>
                </a:solidFill>
              </a:defRPr>
            </a:lvl5pPr>
            <a:lvl6pPr lvl="5" algn="ctr">
              <a:spcBef>
                <a:spcPts val="0"/>
              </a:spcBef>
              <a:spcAft>
                <a:spcPts val="0"/>
              </a:spcAft>
              <a:buClr>
                <a:srgbClr val="111111"/>
              </a:buClr>
              <a:buSzPts val="6000"/>
              <a:buNone/>
              <a:defRPr sz="6000">
                <a:solidFill>
                  <a:srgbClr val="111111"/>
                </a:solidFill>
              </a:defRPr>
            </a:lvl6pPr>
            <a:lvl7pPr lvl="6" algn="ctr">
              <a:spcBef>
                <a:spcPts val="0"/>
              </a:spcBef>
              <a:spcAft>
                <a:spcPts val="0"/>
              </a:spcAft>
              <a:buClr>
                <a:srgbClr val="111111"/>
              </a:buClr>
              <a:buSzPts val="6000"/>
              <a:buNone/>
              <a:defRPr sz="6000">
                <a:solidFill>
                  <a:srgbClr val="111111"/>
                </a:solidFill>
              </a:defRPr>
            </a:lvl7pPr>
            <a:lvl8pPr lvl="7" algn="ctr">
              <a:spcBef>
                <a:spcPts val="0"/>
              </a:spcBef>
              <a:spcAft>
                <a:spcPts val="0"/>
              </a:spcAft>
              <a:buClr>
                <a:srgbClr val="111111"/>
              </a:buClr>
              <a:buSzPts val="6000"/>
              <a:buNone/>
              <a:defRPr sz="6000">
                <a:solidFill>
                  <a:srgbClr val="111111"/>
                </a:solidFill>
              </a:defRPr>
            </a:lvl8pPr>
            <a:lvl9pPr lvl="8" algn="ctr">
              <a:spcBef>
                <a:spcPts val="0"/>
              </a:spcBef>
              <a:spcAft>
                <a:spcPts val="0"/>
              </a:spcAft>
              <a:buClr>
                <a:srgbClr val="111111"/>
              </a:buClr>
              <a:buSzPts val="6000"/>
              <a:buNone/>
              <a:defRPr sz="6000">
                <a:solidFill>
                  <a:srgbClr val="111111"/>
                </a:solidFill>
              </a:defRPr>
            </a:lvl9pPr>
          </a:lstStyle>
          <a:p>
            <a:r>
              <a:rPr lang="ja-JP" altLang="en-US"/>
              <a:t>マスター タイトルの書式設定</a:t>
            </a:r>
            <a:endParaRPr dirty="0"/>
          </a:p>
        </p:txBody>
      </p:sp>
      <p:sp>
        <p:nvSpPr>
          <p:cNvPr id="8" name="Slide Number Placeholder 5">
            <a:extLst>
              <a:ext uri="{FF2B5EF4-FFF2-40B4-BE49-F238E27FC236}">
                <a16:creationId xmlns:a16="http://schemas.microsoft.com/office/drawing/2014/main" id="{B26253D3-AF79-435E-8A26-F2C5838BBE11}"/>
              </a:ext>
            </a:extLst>
          </p:cNvPr>
          <p:cNvSpPr>
            <a:spLocks noGrp="1"/>
          </p:cNvSpPr>
          <p:nvPr>
            <p:ph type="sldNum" sz="quarter" idx="4"/>
          </p:nvPr>
        </p:nvSpPr>
        <p:spPr>
          <a:xfrm>
            <a:off x="218226" y="4862076"/>
            <a:ext cx="630348" cy="254494"/>
          </a:xfrm>
          <a:prstGeom prst="rect">
            <a:avLst/>
          </a:prstGeom>
        </p:spPr>
        <p:txBody>
          <a:bodyPr vert="horz" lIns="91440" tIns="45720" rIns="91440" bIns="45720" rtlCol="0" anchor="ctr"/>
          <a:lstStyle>
            <a:lvl1pPr algn="r">
              <a:defRPr sz="1200" baseline="0">
                <a:solidFill>
                  <a:schemeClr val="tx1"/>
                </a:solidFill>
                <a:latin typeface="+mn-lt"/>
                <a:ea typeface="+mn-ea"/>
              </a:defRPr>
            </a:lvl1pPr>
          </a:lstStyle>
          <a:p>
            <a:fld id="{00000000-1234-1234-1234-123412341234}" type="slidenum">
              <a:rPr lang="en" smtClean="0"/>
              <a:pPr/>
              <a:t>‹#›</a:t>
            </a:fld>
            <a:endParaRPr lang="en" dirty="0"/>
          </a:p>
        </p:txBody>
      </p:sp>
      <p:sp>
        <p:nvSpPr>
          <p:cNvPr id="4" name="テキスト プレースホルダー 3">
            <a:extLst>
              <a:ext uri="{FF2B5EF4-FFF2-40B4-BE49-F238E27FC236}">
                <a16:creationId xmlns:a16="http://schemas.microsoft.com/office/drawing/2014/main" id="{A864DB6B-0668-4E2B-9D86-E68BF632FE69}"/>
              </a:ext>
            </a:extLst>
          </p:cNvPr>
          <p:cNvSpPr>
            <a:spLocks noGrp="1"/>
          </p:cNvSpPr>
          <p:nvPr>
            <p:ph type="body" sz="quarter" idx="14"/>
          </p:nvPr>
        </p:nvSpPr>
        <p:spPr>
          <a:xfrm>
            <a:off x="462875" y="859491"/>
            <a:ext cx="8216900" cy="3924598"/>
          </a:xfrm>
        </p:spPr>
        <p:txBody>
          <a:bodyPr>
            <a:no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Tree>
    <p:extLst>
      <p:ext uri="{BB962C8B-B14F-4D97-AF65-F5344CB8AC3E}">
        <p14:creationId xmlns:p14="http://schemas.microsoft.com/office/powerpoint/2010/main" val="16411641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4_コンテンツ無し（図表挿入用）">
    <p:spTree>
      <p:nvGrpSpPr>
        <p:cNvPr id="1" name=""/>
        <p:cNvGrpSpPr/>
        <p:nvPr/>
      </p:nvGrpSpPr>
      <p:grpSpPr>
        <a:xfrm>
          <a:off x="0" y="0"/>
          <a:ext cx="0" cy="0"/>
          <a:chOff x="0" y="0"/>
          <a:chExt cx="0" cy="0"/>
        </a:xfrm>
      </p:grpSpPr>
      <p:sp>
        <p:nvSpPr>
          <p:cNvPr id="14" name="Google Shape;29;p6">
            <a:extLst>
              <a:ext uri="{FF2B5EF4-FFF2-40B4-BE49-F238E27FC236}">
                <a16:creationId xmlns:a16="http://schemas.microsoft.com/office/drawing/2014/main" id="{A74E07ED-793A-47BC-9995-2F522B5734B6}"/>
              </a:ext>
            </a:extLst>
          </p:cNvPr>
          <p:cNvSpPr/>
          <p:nvPr/>
        </p:nvSpPr>
        <p:spPr>
          <a:xfrm>
            <a:off x="288234" y="817821"/>
            <a:ext cx="8517835" cy="4044255"/>
          </a:xfrm>
          <a:prstGeom prst="rect">
            <a:avLst/>
          </a:prstGeom>
          <a:solidFill>
            <a:schemeClr val="bg1">
              <a:lumMod val="9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フッター プレースホルダー 4">
            <a:extLst>
              <a:ext uri="{FF2B5EF4-FFF2-40B4-BE49-F238E27FC236}">
                <a16:creationId xmlns:a16="http://schemas.microsoft.com/office/drawing/2014/main" id="{BBD91DAE-B4F6-4AE8-A48E-E81CFD22F2B6}"/>
              </a:ext>
            </a:extLst>
          </p:cNvPr>
          <p:cNvSpPr>
            <a:spLocks noGrp="1"/>
          </p:cNvSpPr>
          <p:nvPr>
            <p:ph type="ftr" sz="quarter" idx="11"/>
          </p:nvPr>
        </p:nvSpPr>
        <p:spPr>
          <a:xfrm>
            <a:off x="3028950" y="4866125"/>
            <a:ext cx="3086100" cy="254493"/>
          </a:xfrm>
          <a:prstGeom prst="rect">
            <a:avLst/>
          </a:prstGeom>
        </p:spPr>
        <p:txBody>
          <a:bodyPr/>
          <a:lstStyle>
            <a:lvl1pPr>
              <a:defRPr sz="1000" baseline="0">
                <a:solidFill>
                  <a:schemeClr val="tx1"/>
                </a:solidFill>
                <a:latin typeface="+mn-lt"/>
                <a:ea typeface="+mn-ea"/>
              </a:defRPr>
            </a:lvl1pPr>
          </a:lstStyle>
          <a:p>
            <a:r>
              <a:rPr kumimoji="1" lang="en-US" altLang="ja-JP"/>
              <a:t>copyright ©ITCollege All Rights Reserved</a:t>
            </a:r>
            <a:endParaRPr kumimoji="1" lang="ja-JP" altLang="en-US" sz="1000" dirty="0"/>
          </a:p>
        </p:txBody>
      </p:sp>
      <p:sp>
        <p:nvSpPr>
          <p:cNvPr id="2" name="正方形/長方形 1">
            <a:extLst>
              <a:ext uri="{FF2B5EF4-FFF2-40B4-BE49-F238E27FC236}">
                <a16:creationId xmlns:a16="http://schemas.microsoft.com/office/drawing/2014/main" id="{90A6D07F-1E30-482D-8D1F-7F3A1AB2A7F2}"/>
              </a:ext>
            </a:extLst>
          </p:cNvPr>
          <p:cNvSpPr/>
          <p:nvPr/>
        </p:nvSpPr>
        <p:spPr>
          <a:xfrm>
            <a:off x="288234" y="716514"/>
            <a:ext cx="8517836" cy="45719"/>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Google Shape;11;p2">
            <a:extLst>
              <a:ext uri="{FF2B5EF4-FFF2-40B4-BE49-F238E27FC236}">
                <a16:creationId xmlns:a16="http://schemas.microsoft.com/office/drawing/2014/main" id="{76479CBC-2A55-463C-98C0-033C5EA10713}"/>
              </a:ext>
            </a:extLst>
          </p:cNvPr>
          <p:cNvSpPr txBox="1">
            <a:spLocks noGrp="1"/>
          </p:cNvSpPr>
          <p:nvPr>
            <p:ph type="ctrTitle"/>
          </p:nvPr>
        </p:nvSpPr>
        <p:spPr>
          <a:xfrm>
            <a:off x="463550" y="119734"/>
            <a:ext cx="8216900" cy="541192"/>
          </a:xfrm>
          <a:prstGeom prst="rect">
            <a:avLst/>
          </a:prstGeom>
          <a:noFill/>
          <a:ln w="76200" cap="flat" cmpd="sng">
            <a:noFill/>
            <a:prstDash val="solid"/>
            <a:round/>
            <a:headEnd type="none" w="sm" len="sm"/>
            <a:tailEnd type="none" w="sm" len="sm"/>
          </a:ln>
        </p:spPr>
        <p:txBody>
          <a:bodyPr spcFirstLastPara="1" wrap="square" lIns="91425" tIns="91425" rIns="91425" bIns="91425" anchor="ctr" anchorCtr="0">
            <a:noAutofit/>
          </a:bodyPr>
          <a:lstStyle>
            <a:lvl1pPr lvl="0">
              <a:spcBef>
                <a:spcPts val="0"/>
              </a:spcBef>
              <a:spcAft>
                <a:spcPts val="0"/>
              </a:spcAft>
              <a:buClr>
                <a:srgbClr val="111111"/>
              </a:buClr>
              <a:buSzPts val="6000"/>
              <a:buNone/>
              <a:defRPr sz="2400" b="1" baseline="0">
                <a:solidFill>
                  <a:srgbClr val="111111"/>
                </a:solidFill>
                <a:latin typeface="+mj-lt"/>
                <a:ea typeface="+mj-ea"/>
              </a:defRPr>
            </a:lvl1pPr>
            <a:lvl2pPr lvl="1" algn="ctr">
              <a:spcBef>
                <a:spcPts val="0"/>
              </a:spcBef>
              <a:spcAft>
                <a:spcPts val="0"/>
              </a:spcAft>
              <a:buClr>
                <a:srgbClr val="111111"/>
              </a:buClr>
              <a:buSzPts val="6000"/>
              <a:buNone/>
              <a:defRPr sz="6000">
                <a:solidFill>
                  <a:srgbClr val="111111"/>
                </a:solidFill>
              </a:defRPr>
            </a:lvl2pPr>
            <a:lvl3pPr lvl="2" algn="ctr">
              <a:spcBef>
                <a:spcPts val="0"/>
              </a:spcBef>
              <a:spcAft>
                <a:spcPts val="0"/>
              </a:spcAft>
              <a:buClr>
                <a:srgbClr val="111111"/>
              </a:buClr>
              <a:buSzPts val="6000"/>
              <a:buNone/>
              <a:defRPr sz="6000">
                <a:solidFill>
                  <a:srgbClr val="111111"/>
                </a:solidFill>
              </a:defRPr>
            </a:lvl3pPr>
            <a:lvl4pPr lvl="3" algn="ctr">
              <a:spcBef>
                <a:spcPts val="0"/>
              </a:spcBef>
              <a:spcAft>
                <a:spcPts val="0"/>
              </a:spcAft>
              <a:buClr>
                <a:srgbClr val="111111"/>
              </a:buClr>
              <a:buSzPts val="6000"/>
              <a:buNone/>
              <a:defRPr sz="6000">
                <a:solidFill>
                  <a:srgbClr val="111111"/>
                </a:solidFill>
              </a:defRPr>
            </a:lvl4pPr>
            <a:lvl5pPr lvl="4" algn="ctr">
              <a:spcBef>
                <a:spcPts val="0"/>
              </a:spcBef>
              <a:spcAft>
                <a:spcPts val="0"/>
              </a:spcAft>
              <a:buClr>
                <a:srgbClr val="111111"/>
              </a:buClr>
              <a:buSzPts val="6000"/>
              <a:buNone/>
              <a:defRPr sz="6000">
                <a:solidFill>
                  <a:srgbClr val="111111"/>
                </a:solidFill>
              </a:defRPr>
            </a:lvl5pPr>
            <a:lvl6pPr lvl="5" algn="ctr">
              <a:spcBef>
                <a:spcPts val="0"/>
              </a:spcBef>
              <a:spcAft>
                <a:spcPts val="0"/>
              </a:spcAft>
              <a:buClr>
                <a:srgbClr val="111111"/>
              </a:buClr>
              <a:buSzPts val="6000"/>
              <a:buNone/>
              <a:defRPr sz="6000">
                <a:solidFill>
                  <a:srgbClr val="111111"/>
                </a:solidFill>
              </a:defRPr>
            </a:lvl6pPr>
            <a:lvl7pPr lvl="6" algn="ctr">
              <a:spcBef>
                <a:spcPts val="0"/>
              </a:spcBef>
              <a:spcAft>
                <a:spcPts val="0"/>
              </a:spcAft>
              <a:buClr>
                <a:srgbClr val="111111"/>
              </a:buClr>
              <a:buSzPts val="6000"/>
              <a:buNone/>
              <a:defRPr sz="6000">
                <a:solidFill>
                  <a:srgbClr val="111111"/>
                </a:solidFill>
              </a:defRPr>
            </a:lvl7pPr>
            <a:lvl8pPr lvl="7" algn="ctr">
              <a:spcBef>
                <a:spcPts val="0"/>
              </a:spcBef>
              <a:spcAft>
                <a:spcPts val="0"/>
              </a:spcAft>
              <a:buClr>
                <a:srgbClr val="111111"/>
              </a:buClr>
              <a:buSzPts val="6000"/>
              <a:buNone/>
              <a:defRPr sz="6000">
                <a:solidFill>
                  <a:srgbClr val="111111"/>
                </a:solidFill>
              </a:defRPr>
            </a:lvl8pPr>
            <a:lvl9pPr lvl="8" algn="ctr">
              <a:spcBef>
                <a:spcPts val="0"/>
              </a:spcBef>
              <a:spcAft>
                <a:spcPts val="0"/>
              </a:spcAft>
              <a:buClr>
                <a:srgbClr val="111111"/>
              </a:buClr>
              <a:buSzPts val="6000"/>
              <a:buNone/>
              <a:defRPr sz="6000">
                <a:solidFill>
                  <a:srgbClr val="111111"/>
                </a:solidFill>
              </a:defRPr>
            </a:lvl9pPr>
          </a:lstStyle>
          <a:p>
            <a:r>
              <a:rPr lang="ja-JP" altLang="en-US"/>
              <a:t>マスター タイトルの書式設定</a:t>
            </a:r>
            <a:endParaRPr dirty="0"/>
          </a:p>
        </p:txBody>
      </p:sp>
      <p:sp>
        <p:nvSpPr>
          <p:cNvPr id="8" name="Slide Number Placeholder 5">
            <a:extLst>
              <a:ext uri="{FF2B5EF4-FFF2-40B4-BE49-F238E27FC236}">
                <a16:creationId xmlns:a16="http://schemas.microsoft.com/office/drawing/2014/main" id="{B26253D3-AF79-435E-8A26-F2C5838BBE11}"/>
              </a:ext>
            </a:extLst>
          </p:cNvPr>
          <p:cNvSpPr>
            <a:spLocks noGrp="1"/>
          </p:cNvSpPr>
          <p:nvPr>
            <p:ph type="sldNum" sz="quarter" idx="4"/>
          </p:nvPr>
        </p:nvSpPr>
        <p:spPr>
          <a:xfrm>
            <a:off x="218226" y="4862076"/>
            <a:ext cx="630348" cy="254494"/>
          </a:xfrm>
          <a:prstGeom prst="rect">
            <a:avLst/>
          </a:prstGeom>
        </p:spPr>
        <p:txBody>
          <a:bodyPr vert="horz" lIns="91440" tIns="45720" rIns="91440" bIns="45720" rtlCol="0" anchor="ctr"/>
          <a:lstStyle>
            <a:lvl1pPr algn="r">
              <a:defRPr sz="1200" baseline="0">
                <a:solidFill>
                  <a:schemeClr val="tx1"/>
                </a:solidFill>
                <a:latin typeface="+mn-lt"/>
                <a:ea typeface="+mn-ea"/>
              </a:defRPr>
            </a:lvl1pPr>
          </a:lstStyle>
          <a:p>
            <a:fld id="{00000000-1234-1234-1234-123412341234}" type="slidenum">
              <a:rPr lang="en" smtClean="0"/>
              <a:pPr/>
              <a:t>‹#›</a:t>
            </a:fld>
            <a:endParaRPr lang="en" dirty="0"/>
          </a:p>
        </p:txBody>
      </p:sp>
    </p:spTree>
    <p:extLst>
      <p:ext uri="{BB962C8B-B14F-4D97-AF65-F5344CB8AC3E}">
        <p14:creationId xmlns:p14="http://schemas.microsoft.com/office/powerpoint/2010/main" val="21242220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5_目的（ゴール）説明">
    <p:spTree>
      <p:nvGrpSpPr>
        <p:cNvPr id="1" name=""/>
        <p:cNvGrpSpPr/>
        <p:nvPr/>
      </p:nvGrpSpPr>
      <p:grpSpPr>
        <a:xfrm>
          <a:off x="0" y="0"/>
          <a:ext cx="0" cy="0"/>
          <a:chOff x="0" y="0"/>
          <a:chExt cx="0" cy="0"/>
        </a:xfrm>
      </p:grpSpPr>
      <p:sp>
        <p:nvSpPr>
          <p:cNvPr id="14" name="Google Shape;29;p6">
            <a:extLst>
              <a:ext uri="{FF2B5EF4-FFF2-40B4-BE49-F238E27FC236}">
                <a16:creationId xmlns:a16="http://schemas.microsoft.com/office/drawing/2014/main" id="{A74E07ED-793A-47BC-9995-2F522B5734B6}"/>
              </a:ext>
            </a:extLst>
          </p:cNvPr>
          <p:cNvSpPr/>
          <p:nvPr/>
        </p:nvSpPr>
        <p:spPr>
          <a:xfrm>
            <a:off x="1169100" y="721350"/>
            <a:ext cx="7441500" cy="3873600"/>
          </a:xfrm>
          <a:prstGeom prst="rect">
            <a:avLst/>
          </a:prstGeom>
          <a:solidFill>
            <a:srgbClr val="EFEF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31;p6">
            <a:extLst>
              <a:ext uri="{FF2B5EF4-FFF2-40B4-BE49-F238E27FC236}">
                <a16:creationId xmlns:a16="http://schemas.microsoft.com/office/drawing/2014/main" id="{349B234C-1DFB-4D56-85F2-7F22E4DDDCB8}"/>
              </a:ext>
            </a:extLst>
          </p:cNvPr>
          <p:cNvSpPr txBox="1">
            <a:spLocks noGrp="1"/>
          </p:cNvSpPr>
          <p:nvPr>
            <p:ph type="body" idx="1"/>
          </p:nvPr>
        </p:nvSpPr>
        <p:spPr>
          <a:xfrm>
            <a:off x="3012774" y="1052499"/>
            <a:ext cx="5737526" cy="492522"/>
          </a:xfrm>
          <a:prstGeom prst="rect">
            <a:avLst/>
          </a:prstGeom>
        </p:spPr>
        <p:txBody>
          <a:bodyPr spcFirstLastPara="1" wrap="square" lIns="91425" tIns="91425" rIns="91425" bIns="91425" anchor="t" anchorCtr="0">
            <a:noAutofit/>
          </a:bodyPr>
          <a:lstStyle>
            <a:lvl1pPr marL="101600" lvl="0" indent="0">
              <a:spcBef>
                <a:spcPts val="600"/>
              </a:spcBef>
              <a:spcAft>
                <a:spcPts val="0"/>
              </a:spcAft>
              <a:buSzPts val="2000"/>
              <a:buNone/>
              <a:defRPr sz="1800" b="1" baseline="0">
                <a:latin typeface="+mj-lt"/>
                <a:ea typeface="+mj-ea"/>
              </a:defRPr>
            </a:lvl1pPr>
            <a:lvl2pPr marL="914400" lvl="1" indent="-355600">
              <a:spcBef>
                <a:spcPts val="0"/>
              </a:spcBef>
              <a:spcAft>
                <a:spcPts val="0"/>
              </a:spcAft>
              <a:buSzPts val="2000"/>
              <a:buChar char="■"/>
              <a:defRPr sz="2000"/>
            </a:lvl2pPr>
            <a:lvl3pPr marL="1371600" lvl="2" indent="-355600">
              <a:spcBef>
                <a:spcPts val="0"/>
              </a:spcBef>
              <a:spcAft>
                <a:spcPts val="0"/>
              </a:spcAft>
              <a:buSzPts val="2000"/>
              <a:buChar char="▣"/>
              <a:defRPr sz="2000"/>
            </a:lvl3pPr>
            <a:lvl4pPr marL="1828800" lvl="3" indent="-355600">
              <a:spcBef>
                <a:spcPts val="0"/>
              </a:spcBef>
              <a:spcAft>
                <a:spcPts val="0"/>
              </a:spcAft>
              <a:buSzPts val="2000"/>
              <a:buChar char="●"/>
              <a:defRPr sz="2000"/>
            </a:lvl4pPr>
            <a:lvl5pPr marL="2286000" lvl="4" indent="-355600">
              <a:spcBef>
                <a:spcPts val="0"/>
              </a:spcBef>
              <a:spcAft>
                <a:spcPts val="0"/>
              </a:spcAft>
              <a:buSzPts val="2000"/>
              <a:buChar char="○"/>
              <a:defRPr sz="2000"/>
            </a:lvl5pPr>
            <a:lvl6pPr marL="2743200" lvl="5" indent="-355600">
              <a:spcBef>
                <a:spcPts val="0"/>
              </a:spcBef>
              <a:spcAft>
                <a:spcPts val="0"/>
              </a:spcAft>
              <a:buSzPts val="2000"/>
              <a:buChar char="■"/>
              <a:defRPr sz="2000"/>
            </a:lvl6pPr>
            <a:lvl7pPr marL="3200400" lvl="6" indent="-355600">
              <a:spcBef>
                <a:spcPts val="0"/>
              </a:spcBef>
              <a:spcAft>
                <a:spcPts val="0"/>
              </a:spcAft>
              <a:buSzPts val="2000"/>
              <a:buChar char="●"/>
              <a:defRPr sz="2000"/>
            </a:lvl7pPr>
            <a:lvl8pPr marL="3657600" lvl="7" indent="-355600">
              <a:spcBef>
                <a:spcPts val="0"/>
              </a:spcBef>
              <a:spcAft>
                <a:spcPts val="0"/>
              </a:spcAft>
              <a:buSzPts val="2000"/>
              <a:buChar char="○"/>
              <a:defRPr sz="2000"/>
            </a:lvl8pPr>
            <a:lvl9pPr marL="4114800" lvl="8" indent="-355600">
              <a:spcBef>
                <a:spcPts val="0"/>
              </a:spcBef>
              <a:spcAft>
                <a:spcPts val="0"/>
              </a:spcAft>
              <a:buSzPts val="2000"/>
              <a:buChar char="■"/>
              <a:defRPr sz="2000"/>
            </a:lvl9pPr>
          </a:lstStyle>
          <a:p>
            <a:pPr lvl="0"/>
            <a:r>
              <a:rPr lang="ja-JP" altLang="en-US"/>
              <a:t>マスター テキストの書式設定</a:t>
            </a:r>
          </a:p>
        </p:txBody>
      </p:sp>
      <p:sp>
        <p:nvSpPr>
          <p:cNvPr id="21" name="Google Shape;11;p2">
            <a:extLst>
              <a:ext uri="{FF2B5EF4-FFF2-40B4-BE49-F238E27FC236}">
                <a16:creationId xmlns:a16="http://schemas.microsoft.com/office/drawing/2014/main" id="{4CDCFD0E-7374-4B63-ACC3-11623A16F8C6}"/>
              </a:ext>
            </a:extLst>
          </p:cNvPr>
          <p:cNvSpPr txBox="1">
            <a:spLocks noGrp="1"/>
          </p:cNvSpPr>
          <p:nvPr>
            <p:ph type="ctrTitle"/>
          </p:nvPr>
        </p:nvSpPr>
        <p:spPr>
          <a:xfrm>
            <a:off x="532800" y="554400"/>
            <a:ext cx="2106000" cy="1256400"/>
          </a:xfrm>
          <a:prstGeom prst="rect">
            <a:avLst/>
          </a:prstGeom>
          <a:ln w="76200" cap="flat" cmpd="sng">
            <a:solidFill>
              <a:srgbClr val="FF0000"/>
            </a:solidFill>
            <a:prstDash val="solid"/>
            <a:round/>
            <a:headEnd type="none" w="sm" len="sm"/>
            <a:tailEnd type="none" w="sm" len="sm"/>
          </a:ln>
        </p:spPr>
        <p:txBody>
          <a:bodyPr spcFirstLastPara="1" wrap="square" lIns="91425" tIns="91425" rIns="91425" bIns="91425" anchor="b" anchorCtr="0">
            <a:noAutofit/>
          </a:bodyPr>
          <a:lstStyle>
            <a:lvl1pPr lvl="0">
              <a:spcBef>
                <a:spcPts val="0"/>
              </a:spcBef>
              <a:spcAft>
                <a:spcPts val="0"/>
              </a:spcAft>
              <a:buClr>
                <a:srgbClr val="111111"/>
              </a:buClr>
              <a:buSzPts val="6000"/>
              <a:buNone/>
              <a:defRPr sz="2400" b="1" baseline="0">
                <a:solidFill>
                  <a:srgbClr val="111111"/>
                </a:solidFill>
                <a:latin typeface="+mj-lt"/>
                <a:ea typeface="+mj-ea"/>
              </a:defRPr>
            </a:lvl1pPr>
            <a:lvl2pPr lvl="1" algn="ctr">
              <a:spcBef>
                <a:spcPts val="0"/>
              </a:spcBef>
              <a:spcAft>
                <a:spcPts val="0"/>
              </a:spcAft>
              <a:buClr>
                <a:srgbClr val="111111"/>
              </a:buClr>
              <a:buSzPts val="6000"/>
              <a:buNone/>
              <a:defRPr sz="6000">
                <a:solidFill>
                  <a:srgbClr val="111111"/>
                </a:solidFill>
              </a:defRPr>
            </a:lvl2pPr>
            <a:lvl3pPr lvl="2" algn="ctr">
              <a:spcBef>
                <a:spcPts val="0"/>
              </a:spcBef>
              <a:spcAft>
                <a:spcPts val="0"/>
              </a:spcAft>
              <a:buClr>
                <a:srgbClr val="111111"/>
              </a:buClr>
              <a:buSzPts val="6000"/>
              <a:buNone/>
              <a:defRPr sz="6000">
                <a:solidFill>
                  <a:srgbClr val="111111"/>
                </a:solidFill>
              </a:defRPr>
            </a:lvl3pPr>
            <a:lvl4pPr lvl="3" algn="ctr">
              <a:spcBef>
                <a:spcPts val="0"/>
              </a:spcBef>
              <a:spcAft>
                <a:spcPts val="0"/>
              </a:spcAft>
              <a:buClr>
                <a:srgbClr val="111111"/>
              </a:buClr>
              <a:buSzPts val="6000"/>
              <a:buNone/>
              <a:defRPr sz="6000">
                <a:solidFill>
                  <a:srgbClr val="111111"/>
                </a:solidFill>
              </a:defRPr>
            </a:lvl4pPr>
            <a:lvl5pPr lvl="4" algn="ctr">
              <a:spcBef>
                <a:spcPts val="0"/>
              </a:spcBef>
              <a:spcAft>
                <a:spcPts val="0"/>
              </a:spcAft>
              <a:buClr>
                <a:srgbClr val="111111"/>
              </a:buClr>
              <a:buSzPts val="6000"/>
              <a:buNone/>
              <a:defRPr sz="6000">
                <a:solidFill>
                  <a:srgbClr val="111111"/>
                </a:solidFill>
              </a:defRPr>
            </a:lvl5pPr>
            <a:lvl6pPr lvl="5" algn="ctr">
              <a:spcBef>
                <a:spcPts val="0"/>
              </a:spcBef>
              <a:spcAft>
                <a:spcPts val="0"/>
              </a:spcAft>
              <a:buClr>
                <a:srgbClr val="111111"/>
              </a:buClr>
              <a:buSzPts val="6000"/>
              <a:buNone/>
              <a:defRPr sz="6000">
                <a:solidFill>
                  <a:srgbClr val="111111"/>
                </a:solidFill>
              </a:defRPr>
            </a:lvl6pPr>
            <a:lvl7pPr lvl="6" algn="ctr">
              <a:spcBef>
                <a:spcPts val="0"/>
              </a:spcBef>
              <a:spcAft>
                <a:spcPts val="0"/>
              </a:spcAft>
              <a:buClr>
                <a:srgbClr val="111111"/>
              </a:buClr>
              <a:buSzPts val="6000"/>
              <a:buNone/>
              <a:defRPr sz="6000">
                <a:solidFill>
                  <a:srgbClr val="111111"/>
                </a:solidFill>
              </a:defRPr>
            </a:lvl7pPr>
            <a:lvl8pPr lvl="7" algn="ctr">
              <a:spcBef>
                <a:spcPts val="0"/>
              </a:spcBef>
              <a:spcAft>
                <a:spcPts val="0"/>
              </a:spcAft>
              <a:buClr>
                <a:srgbClr val="111111"/>
              </a:buClr>
              <a:buSzPts val="6000"/>
              <a:buNone/>
              <a:defRPr sz="6000">
                <a:solidFill>
                  <a:srgbClr val="111111"/>
                </a:solidFill>
              </a:defRPr>
            </a:lvl8pPr>
            <a:lvl9pPr lvl="8" algn="ctr">
              <a:spcBef>
                <a:spcPts val="0"/>
              </a:spcBef>
              <a:spcAft>
                <a:spcPts val="0"/>
              </a:spcAft>
              <a:buClr>
                <a:srgbClr val="111111"/>
              </a:buClr>
              <a:buSzPts val="6000"/>
              <a:buNone/>
              <a:defRPr sz="6000">
                <a:solidFill>
                  <a:srgbClr val="111111"/>
                </a:solidFill>
              </a:defRPr>
            </a:lvl9pPr>
          </a:lstStyle>
          <a:p>
            <a:r>
              <a:rPr lang="ja-JP" altLang="en-US"/>
              <a:t>マスター タイトルの書式設定</a:t>
            </a:r>
            <a:endParaRPr dirty="0"/>
          </a:p>
        </p:txBody>
      </p:sp>
      <p:sp>
        <p:nvSpPr>
          <p:cNvPr id="8" name="フッター プレースホルダー 4">
            <a:extLst>
              <a:ext uri="{FF2B5EF4-FFF2-40B4-BE49-F238E27FC236}">
                <a16:creationId xmlns:a16="http://schemas.microsoft.com/office/drawing/2014/main" id="{5411CB1A-517E-4F96-915E-DE4AE6808BBB}"/>
              </a:ext>
            </a:extLst>
          </p:cNvPr>
          <p:cNvSpPr>
            <a:spLocks noGrp="1"/>
          </p:cNvSpPr>
          <p:nvPr>
            <p:ph type="ftr" sz="quarter" idx="11"/>
          </p:nvPr>
        </p:nvSpPr>
        <p:spPr>
          <a:xfrm>
            <a:off x="3028950" y="4866125"/>
            <a:ext cx="3086100" cy="254493"/>
          </a:xfrm>
          <a:prstGeom prst="rect">
            <a:avLst/>
          </a:prstGeom>
        </p:spPr>
        <p:txBody>
          <a:bodyPr/>
          <a:lstStyle>
            <a:lvl1pPr>
              <a:defRPr sz="1000" baseline="0">
                <a:solidFill>
                  <a:schemeClr val="tx1"/>
                </a:solidFill>
                <a:latin typeface="+mn-lt"/>
                <a:ea typeface="+mn-ea"/>
              </a:defRPr>
            </a:lvl1pPr>
          </a:lstStyle>
          <a:p>
            <a:r>
              <a:rPr kumimoji="1" lang="en-US" altLang="ja-JP"/>
              <a:t>copyright ©ITCollege All Rights Reserved</a:t>
            </a:r>
            <a:endParaRPr kumimoji="1" lang="ja-JP" altLang="en-US" dirty="0">
              <a:latin typeface="+mn-ea"/>
            </a:endParaRPr>
          </a:p>
        </p:txBody>
      </p:sp>
      <p:sp>
        <p:nvSpPr>
          <p:cNvPr id="10" name="スライド番号プレースホルダー 5">
            <a:extLst>
              <a:ext uri="{FF2B5EF4-FFF2-40B4-BE49-F238E27FC236}">
                <a16:creationId xmlns:a16="http://schemas.microsoft.com/office/drawing/2014/main" id="{EBD5A350-429E-4728-837A-23AEE75F4424}"/>
              </a:ext>
            </a:extLst>
          </p:cNvPr>
          <p:cNvSpPr>
            <a:spLocks noGrp="1"/>
          </p:cNvSpPr>
          <p:nvPr>
            <p:ph type="sldNum" sz="quarter" idx="12"/>
          </p:nvPr>
        </p:nvSpPr>
        <p:spPr>
          <a:xfrm>
            <a:off x="218226" y="4862076"/>
            <a:ext cx="630348" cy="254494"/>
          </a:xfrm>
          <a:prstGeom prst="rect">
            <a:avLst/>
          </a:prstGeom>
        </p:spPr>
        <p:txBody>
          <a:bodyPr/>
          <a:lstStyle>
            <a:lvl1pPr>
              <a:defRPr sz="1200" baseline="0">
                <a:solidFill>
                  <a:schemeClr val="tx1"/>
                </a:solidFill>
                <a:latin typeface="+mn-lt"/>
                <a:ea typeface="+mn-ea"/>
              </a:defRPr>
            </a:lvl1pPr>
          </a:lstStyle>
          <a:p>
            <a:fld id="{00000000-1234-1234-1234-123412341234}" type="slidenum">
              <a:rPr lang="en" smtClean="0"/>
              <a:pPr/>
              <a:t>‹#›</a:t>
            </a:fld>
            <a:endParaRPr lang="en" dirty="0">
              <a:latin typeface="+mn-ea"/>
            </a:endParaRPr>
          </a:p>
        </p:txBody>
      </p:sp>
      <p:sp>
        <p:nvSpPr>
          <p:cNvPr id="3" name="テキスト プレースホルダー 2">
            <a:extLst>
              <a:ext uri="{FF2B5EF4-FFF2-40B4-BE49-F238E27FC236}">
                <a16:creationId xmlns:a16="http://schemas.microsoft.com/office/drawing/2014/main" id="{92BAECFF-3D25-4718-A9CC-CA9D36F0CD07}"/>
              </a:ext>
            </a:extLst>
          </p:cNvPr>
          <p:cNvSpPr>
            <a:spLocks noGrp="1"/>
          </p:cNvSpPr>
          <p:nvPr>
            <p:ph type="body" sz="quarter" idx="14"/>
          </p:nvPr>
        </p:nvSpPr>
        <p:spPr>
          <a:xfrm>
            <a:off x="3012774" y="1629908"/>
            <a:ext cx="5737526" cy="3051421"/>
          </a:xfrm>
        </p:spPr>
        <p:txBody>
          <a:bodyPr>
            <a:noAutofit/>
          </a:bodyPr>
          <a:lstStyle>
            <a:lvl1pPr>
              <a:buSzPct val="143000"/>
              <a:buFont typeface="+mj-lt"/>
              <a:buAutoNum type="arabicPeriod"/>
              <a:defRPr/>
            </a:lvl1pPr>
            <a:lvl2pPr>
              <a:buSzPct val="143000"/>
              <a:buFont typeface="+mj-lt"/>
              <a:buAutoNum type="arabicPeriod"/>
              <a:defRPr/>
            </a:lvl2pPr>
            <a:lvl3pPr>
              <a:buSzPct val="143000"/>
              <a:buFont typeface="+mj-lt"/>
              <a:buAutoNum type="arabicPeriod"/>
              <a:defRPr/>
            </a:lvl3pPr>
            <a:lvl4pPr>
              <a:buSzPct val="143000"/>
              <a:buFont typeface="+mj-lt"/>
              <a:buAutoNum type="arabicPeriod"/>
              <a:defRPr/>
            </a:lvl4pPr>
            <a:lvl5pPr>
              <a:buSzPct val="143000"/>
              <a:buFont typeface="+mj-lt"/>
              <a:buAutoNum type="arabicPeriod"/>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Tree>
    <p:extLst>
      <p:ext uri="{BB962C8B-B14F-4D97-AF65-F5344CB8AC3E}">
        <p14:creationId xmlns:p14="http://schemas.microsoft.com/office/powerpoint/2010/main" val="2451555653"/>
      </p:ext>
    </p:extLst>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6_タイトル、見出し、コード">
    <p:spTree>
      <p:nvGrpSpPr>
        <p:cNvPr id="1" name=""/>
        <p:cNvGrpSpPr/>
        <p:nvPr/>
      </p:nvGrpSpPr>
      <p:grpSpPr>
        <a:xfrm>
          <a:off x="0" y="0"/>
          <a:ext cx="0" cy="0"/>
          <a:chOff x="0" y="0"/>
          <a:chExt cx="0" cy="0"/>
        </a:xfrm>
      </p:grpSpPr>
      <p:sp>
        <p:nvSpPr>
          <p:cNvPr id="14" name="Google Shape;29;p6">
            <a:extLst>
              <a:ext uri="{FF2B5EF4-FFF2-40B4-BE49-F238E27FC236}">
                <a16:creationId xmlns:a16="http://schemas.microsoft.com/office/drawing/2014/main" id="{A74E07ED-793A-47BC-9995-2F522B5734B6}"/>
              </a:ext>
            </a:extLst>
          </p:cNvPr>
          <p:cNvSpPr/>
          <p:nvPr/>
        </p:nvSpPr>
        <p:spPr>
          <a:xfrm>
            <a:off x="288234" y="817821"/>
            <a:ext cx="8517835" cy="4044255"/>
          </a:xfrm>
          <a:prstGeom prst="rect">
            <a:avLst/>
          </a:prstGeom>
          <a:solidFill>
            <a:schemeClr val="bg1">
              <a:lumMod val="9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31;p6">
            <a:extLst>
              <a:ext uri="{FF2B5EF4-FFF2-40B4-BE49-F238E27FC236}">
                <a16:creationId xmlns:a16="http://schemas.microsoft.com/office/drawing/2014/main" id="{349B234C-1DFB-4D56-85F2-7F22E4DDDCB8}"/>
              </a:ext>
            </a:extLst>
          </p:cNvPr>
          <p:cNvSpPr txBox="1">
            <a:spLocks noGrp="1"/>
          </p:cNvSpPr>
          <p:nvPr>
            <p:ph type="body" idx="1"/>
          </p:nvPr>
        </p:nvSpPr>
        <p:spPr>
          <a:xfrm>
            <a:off x="464225" y="855442"/>
            <a:ext cx="8216900" cy="492522"/>
          </a:xfrm>
          <a:prstGeom prst="rect">
            <a:avLst/>
          </a:prstGeom>
        </p:spPr>
        <p:txBody>
          <a:bodyPr spcFirstLastPara="1" wrap="square" lIns="91425" tIns="91425" rIns="91425" bIns="91425" anchor="t" anchorCtr="0">
            <a:noAutofit/>
          </a:bodyPr>
          <a:lstStyle>
            <a:lvl1pPr marL="101600" lvl="0" indent="0">
              <a:spcBef>
                <a:spcPts val="600"/>
              </a:spcBef>
              <a:spcAft>
                <a:spcPts val="0"/>
              </a:spcAft>
              <a:buSzPts val="2000"/>
              <a:buNone/>
              <a:defRPr sz="1800" b="1" baseline="0">
                <a:latin typeface="+mj-lt"/>
                <a:ea typeface="+mj-ea"/>
              </a:defRPr>
            </a:lvl1pPr>
            <a:lvl2pPr marL="914400" lvl="1" indent="-355600">
              <a:spcBef>
                <a:spcPts val="0"/>
              </a:spcBef>
              <a:spcAft>
                <a:spcPts val="0"/>
              </a:spcAft>
              <a:buSzPts val="2000"/>
              <a:buChar char="■"/>
              <a:defRPr sz="2000"/>
            </a:lvl2pPr>
            <a:lvl3pPr marL="1371600" lvl="2" indent="-355600">
              <a:spcBef>
                <a:spcPts val="0"/>
              </a:spcBef>
              <a:spcAft>
                <a:spcPts val="0"/>
              </a:spcAft>
              <a:buSzPts val="2000"/>
              <a:buChar char="▣"/>
              <a:defRPr sz="2000"/>
            </a:lvl3pPr>
            <a:lvl4pPr marL="1828800" lvl="3" indent="-355600">
              <a:spcBef>
                <a:spcPts val="0"/>
              </a:spcBef>
              <a:spcAft>
                <a:spcPts val="0"/>
              </a:spcAft>
              <a:buSzPts val="2000"/>
              <a:buChar char="●"/>
              <a:defRPr sz="2000"/>
            </a:lvl4pPr>
            <a:lvl5pPr marL="2286000" lvl="4" indent="-355600">
              <a:spcBef>
                <a:spcPts val="0"/>
              </a:spcBef>
              <a:spcAft>
                <a:spcPts val="0"/>
              </a:spcAft>
              <a:buSzPts val="2000"/>
              <a:buChar char="○"/>
              <a:defRPr sz="2000"/>
            </a:lvl5pPr>
            <a:lvl6pPr marL="2743200" lvl="5" indent="-355600">
              <a:spcBef>
                <a:spcPts val="0"/>
              </a:spcBef>
              <a:spcAft>
                <a:spcPts val="0"/>
              </a:spcAft>
              <a:buSzPts val="2000"/>
              <a:buChar char="■"/>
              <a:defRPr sz="2000"/>
            </a:lvl6pPr>
            <a:lvl7pPr marL="3200400" lvl="6" indent="-355600">
              <a:spcBef>
                <a:spcPts val="0"/>
              </a:spcBef>
              <a:spcAft>
                <a:spcPts val="0"/>
              </a:spcAft>
              <a:buSzPts val="2000"/>
              <a:buChar char="●"/>
              <a:defRPr sz="2000"/>
            </a:lvl7pPr>
            <a:lvl8pPr marL="3657600" lvl="7" indent="-355600">
              <a:spcBef>
                <a:spcPts val="0"/>
              </a:spcBef>
              <a:spcAft>
                <a:spcPts val="0"/>
              </a:spcAft>
              <a:buSzPts val="2000"/>
              <a:buChar char="○"/>
              <a:defRPr sz="2000"/>
            </a:lvl8pPr>
            <a:lvl9pPr marL="4114800" lvl="8" indent="-355600">
              <a:spcBef>
                <a:spcPts val="0"/>
              </a:spcBef>
              <a:spcAft>
                <a:spcPts val="0"/>
              </a:spcAft>
              <a:buSzPts val="2000"/>
              <a:buChar char="■"/>
              <a:defRPr sz="2000"/>
            </a:lvl9pPr>
          </a:lstStyle>
          <a:p>
            <a:pPr lvl="0"/>
            <a:r>
              <a:rPr lang="ja-JP" altLang="en-US"/>
              <a:t>マスター テキストの書式設定</a:t>
            </a:r>
          </a:p>
        </p:txBody>
      </p:sp>
      <p:sp>
        <p:nvSpPr>
          <p:cNvPr id="23" name="スライド番号プレースホルダー 5">
            <a:extLst>
              <a:ext uri="{FF2B5EF4-FFF2-40B4-BE49-F238E27FC236}">
                <a16:creationId xmlns:a16="http://schemas.microsoft.com/office/drawing/2014/main" id="{FD5DFA80-DED6-4201-92D3-F0ED379EBF8F}"/>
              </a:ext>
            </a:extLst>
          </p:cNvPr>
          <p:cNvSpPr>
            <a:spLocks noGrp="1"/>
          </p:cNvSpPr>
          <p:nvPr>
            <p:ph type="sldNum" sz="quarter" idx="12"/>
          </p:nvPr>
        </p:nvSpPr>
        <p:spPr>
          <a:xfrm>
            <a:off x="218226" y="4862076"/>
            <a:ext cx="630348" cy="254494"/>
          </a:xfrm>
          <a:prstGeom prst="rect">
            <a:avLst/>
          </a:prstGeom>
        </p:spPr>
        <p:txBody>
          <a:bodyPr/>
          <a:lstStyle>
            <a:lvl1pPr>
              <a:defRPr sz="1200" baseline="0">
                <a:solidFill>
                  <a:schemeClr val="tx1"/>
                </a:solidFill>
                <a:latin typeface="+mn-lt"/>
                <a:ea typeface="+mn-ea"/>
              </a:defRPr>
            </a:lvl1pPr>
          </a:lstStyle>
          <a:p>
            <a:fld id="{00000000-1234-1234-1234-123412341234}" type="slidenum">
              <a:rPr lang="en" smtClean="0"/>
              <a:pPr/>
              <a:t>‹#›</a:t>
            </a:fld>
            <a:endParaRPr lang="en" dirty="0">
              <a:latin typeface="+mn-ea"/>
            </a:endParaRPr>
          </a:p>
        </p:txBody>
      </p:sp>
      <p:sp>
        <p:nvSpPr>
          <p:cNvPr id="24" name="フッター プレースホルダー 4">
            <a:extLst>
              <a:ext uri="{FF2B5EF4-FFF2-40B4-BE49-F238E27FC236}">
                <a16:creationId xmlns:a16="http://schemas.microsoft.com/office/drawing/2014/main" id="{BBD91DAE-B4F6-4AE8-A48E-E81CFD22F2B6}"/>
              </a:ext>
            </a:extLst>
          </p:cNvPr>
          <p:cNvSpPr>
            <a:spLocks noGrp="1"/>
          </p:cNvSpPr>
          <p:nvPr>
            <p:ph type="ftr" sz="quarter" idx="11"/>
          </p:nvPr>
        </p:nvSpPr>
        <p:spPr>
          <a:xfrm>
            <a:off x="3028950" y="4866125"/>
            <a:ext cx="3086100" cy="254493"/>
          </a:xfrm>
          <a:prstGeom prst="rect">
            <a:avLst/>
          </a:prstGeom>
        </p:spPr>
        <p:txBody>
          <a:bodyPr/>
          <a:lstStyle>
            <a:lvl1pPr>
              <a:defRPr sz="1000" baseline="0">
                <a:solidFill>
                  <a:schemeClr val="tx1"/>
                </a:solidFill>
                <a:latin typeface="+mn-lt"/>
                <a:ea typeface="+mn-ea"/>
              </a:defRPr>
            </a:lvl1pPr>
          </a:lstStyle>
          <a:p>
            <a:r>
              <a:rPr kumimoji="1" lang="en-US" altLang="ja-JP"/>
              <a:t>copyright ©ITCollege All Rights Reserved</a:t>
            </a:r>
            <a:endParaRPr kumimoji="1" lang="ja-JP" altLang="en-US" dirty="0">
              <a:latin typeface="+mn-ea"/>
            </a:endParaRPr>
          </a:p>
        </p:txBody>
      </p:sp>
      <p:sp>
        <p:nvSpPr>
          <p:cNvPr id="2" name="正方形/長方形 1">
            <a:extLst>
              <a:ext uri="{FF2B5EF4-FFF2-40B4-BE49-F238E27FC236}">
                <a16:creationId xmlns:a16="http://schemas.microsoft.com/office/drawing/2014/main" id="{90A6D07F-1E30-482D-8D1F-7F3A1AB2A7F2}"/>
              </a:ext>
            </a:extLst>
          </p:cNvPr>
          <p:cNvSpPr/>
          <p:nvPr/>
        </p:nvSpPr>
        <p:spPr>
          <a:xfrm>
            <a:off x="288234" y="716514"/>
            <a:ext cx="8517836" cy="45719"/>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Google Shape;11;p2">
            <a:extLst>
              <a:ext uri="{FF2B5EF4-FFF2-40B4-BE49-F238E27FC236}">
                <a16:creationId xmlns:a16="http://schemas.microsoft.com/office/drawing/2014/main" id="{76479CBC-2A55-463C-98C0-033C5EA10713}"/>
              </a:ext>
            </a:extLst>
          </p:cNvPr>
          <p:cNvSpPr txBox="1">
            <a:spLocks noGrp="1"/>
          </p:cNvSpPr>
          <p:nvPr>
            <p:ph type="ctrTitle"/>
          </p:nvPr>
        </p:nvSpPr>
        <p:spPr>
          <a:xfrm>
            <a:off x="463550" y="119734"/>
            <a:ext cx="8216900" cy="541192"/>
          </a:xfrm>
          <a:prstGeom prst="rect">
            <a:avLst/>
          </a:prstGeom>
          <a:noFill/>
          <a:ln w="76200" cap="flat" cmpd="sng">
            <a:noFill/>
            <a:prstDash val="solid"/>
            <a:round/>
            <a:headEnd type="none" w="sm" len="sm"/>
            <a:tailEnd type="none" w="sm" len="sm"/>
          </a:ln>
        </p:spPr>
        <p:txBody>
          <a:bodyPr spcFirstLastPara="1" wrap="square" lIns="91425" tIns="91425" rIns="91425" bIns="91425" anchor="ctr" anchorCtr="0">
            <a:noAutofit/>
          </a:bodyPr>
          <a:lstStyle>
            <a:lvl1pPr lvl="0">
              <a:spcBef>
                <a:spcPts val="0"/>
              </a:spcBef>
              <a:spcAft>
                <a:spcPts val="0"/>
              </a:spcAft>
              <a:buClr>
                <a:srgbClr val="111111"/>
              </a:buClr>
              <a:buSzPts val="6000"/>
              <a:buNone/>
              <a:defRPr sz="2400" b="1" baseline="0">
                <a:solidFill>
                  <a:srgbClr val="111111"/>
                </a:solidFill>
                <a:latin typeface="+mj-lt"/>
                <a:ea typeface="+mj-ea"/>
              </a:defRPr>
            </a:lvl1pPr>
            <a:lvl2pPr lvl="1" algn="ctr">
              <a:spcBef>
                <a:spcPts val="0"/>
              </a:spcBef>
              <a:spcAft>
                <a:spcPts val="0"/>
              </a:spcAft>
              <a:buClr>
                <a:srgbClr val="111111"/>
              </a:buClr>
              <a:buSzPts val="6000"/>
              <a:buNone/>
              <a:defRPr sz="6000">
                <a:solidFill>
                  <a:srgbClr val="111111"/>
                </a:solidFill>
              </a:defRPr>
            </a:lvl2pPr>
            <a:lvl3pPr lvl="2" algn="ctr">
              <a:spcBef>
                <a:spcPts val="0"/>
              </a:spcBef>
              <a:spcAft>
                <a:spcPts val="0"/>
              </a:spcAft>
              <a:buClr>
                <a:srgbClr val="111111"/>
              </a:buClr>
              <a:buSzPts val="6000"/>
              <a:buNone/>
              <a:defRPr sz="6000">
                <a:solidFill>
                  <a:srgbClr val="111111"/>
                </a:solidFill>
              </a:defRPr>
            </a:lvl3pPr>
            <a:lvl4pPr lvl="3" algn="ctr">
              <a:spcBef>
                <a:spcPts val="0"/>
              </a:spcBef>
              <a:spcAft>
                <a:spcPts val="0"/>
              </a:spcAft>
              <a:buClr>
                <a:srgbClr val="111111"/>
              </a:buClr>
              <a:buSzPts val="6000"/>
              <a:buNone/>
              <a:defRPr sz="6000">
                <a:solidFill>
                  <a:srgbClr val="111111"/>
                </a:solidFill>
              </a:defRPr>
            </a:lvl4pPr>
            <a:lvl5pPr lvl="4" algn="ctr">
              <a:spcBef>
                <a:spcPts val="0"/>
              </a:spcBef>
              <a:spcAft>
                <a:spcPts val="0"/>
              </a:spcAft>
              <a:buClr>
                <a:srgbClr val="111111"/>
              </a:buClr>
              <a:buSzPts val="6000"/>
              <a:buNone/>
              <a:defRPr sz="6000">
                <a:solidFill>
                  <a:srgbClr val="111111"/>
                </a:solidFill>
              </a:defRPr>
            </a:lvl5pPr>
            <a:lvl6pPr lvl="5" algn="ctr">
              <a:spcBef>
                <a:spcPts val="0"/>
              </a:spcBef>
              <a:spcAft>
                <a:spcPts val="0"/>
              </a:spcAft>
              <a:buClr>
                <a:srgbClr val="111111"/>
              </a:buClr>
              <a:buSzPts val="6000"/>
              <a:buNone/>
              <a:defRPr sz="6000">
                <a:solidFill>
                  <a:srgbClr val="111111"/>
                </a:solidFill>
              </a:defRPr>
            </a:lvl6pPr>
            <a:lvl7pPr lvl="6" algn="ctr">
              <a:spcBef>
                <a:spcPts val="0"/>
              </a:spcBef>
              <a:spcAft>
                <a:spcPts val="0"/>
              </a:spcAft>
              <a:buClr>
                <a:srgbClr val="111111"/>
              </a:buClr>
              <a:buSzPts val="6000"/>
              <a:buNone/>
              <a:defRPr sz="6000">
                <a:solidFill>
                  <a:srgbClr val="111111"/>
                </a:solidFill>
              </a:defRPr>
            </a:lvl7pPr>
            <a:lvl8pPr lvl="7" algn="ctr">
              <a:spcBef>
                <a:spcPts val="0"/>
              </a:spcBef>
              <a:spcAft>
                <a:spcPts val="0"/>
              </a:spcAft>
              <a:buClr>
                <a:srgbClr val="111111"/>
              </a:buClr>
              <a:buSzPts val="6000"/>
              <a:buNone/>
              <a:defRPr sz="6000">
                <a:solidFill>
                  <a:srgbClr val="111111"/>
                </a:solidFill>
              </a:defRPr>
            </a:lvl8pPr>
            <a:lvl9pPr lvl="8" algn="ctr">
              <a:spcBef>
                <a:spcPts val="0"/>
              </a:spcBef>
              <a:spcAft>
                <a:spcPts val="0"/>
              </a:spcAft>
              <a:buClr>
                <a:srgbClr val="111111"/>
              </a:buClr>
              <a:buSzPts val="6000"/>
              <a:buNone/>
              <a:defRPr sz="6000">
                <a:solidFill>
                  <a:srgbClr val="111111"/>
                </a:solidFill>
              </a:defRPr>
            </a:lvl9pPr>
          </a:lstStyle>
          <a:p>
            <a:r>
              <a:rPr lang="ja-JP" altLang="en-US"/>
              <a:t>マスター タイトルの書式設定</a:t>
            </a:r>
            <a:endParaRPr dirty="0"/>
          </a:p>
        </p:txBody>
      </p:sp>
      <p:sp>
        <p:nvSpPr>
          <p:cNvPr id="4" name="テキスト プレースホルダー 3">
            <a:extLst>
              <a:ext uri="{FF2B5EF4-FFF2-40B4-BE49-F238E27FC236}">
                <a16:creationId xmlns:a16="http://schemas.microsoft.com/office/drawing/2014/main" id="{F1F36C5A-B023-4554-B5E3-AEB528BD12A9}"/>
              </a:ext>
            </a:extLst>
          </p:cNvPr>
          <p:cNvSpPr>
            <a:spLocks noGrp="1"/>
          </p:cNvSpPr>
          <p:nvPr>
            <p:ph type="body" sz="quarter" idx="14"/>
          </p:nvPr>
        </p:nvSpPr>
        <p:spPr>
          <a:xfrm>
            <a:off x="462876" y="1445222"/>
            <a:ext cx="8216900" cy="3339503"/>
          </a:xfrm>
          <a:solidFill>
            <a:schemeClr val="bg1"/>
          </a:solidFill>
        </p:spPr>
        <p:txBody>
          <a:bodyPr>
            <a:noAutofit/>
          </a:bodyPr>
          <a:lstStyle>
            <a:lvl1pPr>
              <a:defRPr sz="1400" baseline="0">
                <a:latin typeface="MyricaM M" panose="020B0509020203020207" pitchFamily="49" charset="-128"/>
                <a:ea typeface="BIZ UDゴシック" panose="020B0400000000000000" pitchFamily="49" charset="-128"/>
              </a:defRPr>
            </a:lvl1pPr>
            <a:lvl2pPr>
              <a:defRPr sz="1400" baseline="0">
                <a:latin typeface="MyricaM M" panose="020B0509020203020207" pitchFamily="49" charset="-128"/>
                <a:ea typeface="BIZ UDゴシック" panose="020B0400000000000000" pitchFamily="49" charset="-128"/>
              </a:defRPr>
            </a:lvl2pPr>
            <a:lvl3pPr>
              <a:defRPr sz="1400" baseline="0">
                <a:latin typeface="MyricaM M" panose="020B0509020203020207" pitchFamily="49" charset="-128"/>
                <a:ea typeface="BIZ UDゴシック" panose="020B0400000000000000" pitchFamily="49" charset="-128"/>
              </a:defRPr>
            </a:lvl3pPr>
            <a:lvl4pPr>
              <a:defRPr sz="1400" baseline="0">
                <a:latin typeface="MyricaM M" panose="020B0509020203020207" pitchFamily="49" charset="-128"/>
                <a:ea typeface="BIZ UDゴシック" panose="020B0400000000000000" pitchFamily="49" charset="-128"/>
              </a:defRPr>
            </a:lvl4pPr>
            <a:lvl5pPr>
              <a:defRPr sz="1400" baseline="0">
                <a:latin typeface="MyricaM M" panose="020B0509020203020207" pitchFamily="49" charset="-128"/>
                <a:ea typeface="BIZ UDゴシック" panose="020B0400000000000000" pitchFamily="49" charset="-128"/>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Tree>
    <p:extLst>
      <p:ext uri="{BB962C8B-B14F-4D97-AF65-F5344CB8AC3E}">
        <p14:creationId xmlns:p14="http://schemas.microsoft.com/office/powerpoint/2010/main" val="1576605314"/>
      </p:ext>
    </p:extLst>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7_学習のポイント付き本文">
    <p:spTree>
      <p:nvGrpSpPr>
        <p:cNvPr id="1" name=""/>
        <p:cNvGrpSpPr/>
        <p:nvPr/>
      </p:nvGrpSpPr>
      <p:grpSpPr>
        <a:xfrm>
          <a:off x="0" y="0"/>
          <a:ext cx="0" cy="0"/>
          <a:chOff x="0" y="0"/>
          <a:chExt cx="0" cy="0"/>
        </a:xfrm>
      </p:grpSpPr>
      <p:sp>
        <p:nvSpPr>
          <p:cNvPr id="12" name="Google Shape;29;p6">
            <a:extLst>
              <a:ext uri="{FF2B5EF4-FFF2-40B4-BE49-F238E27FC236}">
                <a16:creationId xmlns:a16="http://schemas.microsoft.com/office/drawing/2014/main" id="{72035EF0-464F-433E-8728-9DD54C9F7E85}"/>
              </a:ext>
            </a:extLst>
          </p:cNvPr>
          <p:cNvSpPr/>
          <p:nvPr/>
        </p:nvSpPr>
        <p:spPr>
          <a:xfrm>
            <a:off x="288234" y="817821"/>
            <a:ext cx="8517835" cy="4044255"/>
          </a:xfrm>
          <a:prstGeom prst="rect">
            <a:avLst/>
          </a:prstGeom>
          <a:solidFill>
            <a:schemeClr val="bg1">
              <a:lumMod val="9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フッター プレースホルダー 4">
            <a:extLst>
              <a:ext uri="{FF2B5EF4-FFF2-40B4-BE49-F238E27FC236}">
                <a16:creationId xmlns:a16="http://schemas.microsoft.com/office/drawing/2014/main" id="{BBD91DAE-B4F6-4AE8-A48E-E81CFD22F2B6}"/>
              </a:ext>
            </a:extLst>
          </p:cNvPr>
          <p:cNvSpPr>
            <a:spLocks noGrp="1"/>
          </p:cNvSpPr>
          <p:nvPr>
            <p:ph type="ftr" sz="quarter" idx="11"/>
          </p:nvPr>
        </p:nvSpPr>
        <p:spPr>
          <a:xfrm>
            <a:off x="3028950" y="4866125"/>
            <a:ext cx="3086100" cy="254493"/>
          </a:xfrm>
          <a:prstGeom prst="rect">
            <a:avLst/>
          </a:prstGeom>
        </p:spPr>
        <p:txBody>
          <a:bodyPr/>
          <a:lstStyle>
            <a:lvl1pPr>
              <a:defRPr sz="1000" baseline="0">
                <a:solidFill>
                  <a:schemeClr val="tx1"/>
                </a:solidFill>
                <a:latin typeface="+mn-lt"/>
                <a:ea typeface="+mn-ea"/>
              </a:defRPr>
            </a:lvl1pPr>
          </a:lstStyle>
          <a:p>
            <a:r>
              <a:rPr kumimoji="1" lang="en-US" altLang="ja-JP"/>
              <a:t>copyright ©ITCollege All Rights Reserved</a:t>
            </a:r>
            <a:endParaRPr kumimoji="1" lang="ja-JP" altLang="en-US" dirty="0">
              <a:latin typeface="+mn-ea"/>
            </a:endParaRPr>
          </a:p>
        </p:txBody>
      </p:sp>
      <p:sp>
        <p:nvSpPr>
          <p:cNvPr id="2" name="正方形/長方形 1">
            <a:extLst>
              <a:ext uri="{FF2B5EF4-FFF2-40B4-BE49-F238E27FC236}">
                <a16:creationId xmlns:a16="http://schemas.microsoft.com/office/drawing/2014/main" id="{90A6D07F-1E30-482D-8D1F-7F3A1AB2A7F2}"/>
              </a:ext>
            </a:extLst>
          </p:cNvPr>
          <p:cNvSpPr/>
          <p:nvPr/>
        </p:nvSpPr>
        <p:spPr>
          <a:xfrm>
            <a:off x="288234" y="716514"/>
            <a:ext cx="8517836" cy="45719"/>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Google Shape;11;p2">
            <a:extLst>
              <a:ext uri="{FF2B5EF4-FFF2-40B4-BE49-F238E27FC236}">
                <a16:creationId xmlns:a16="http://schemas.microsoft.com/office/drawing/2014/main" id="{76479CBC-2A55-463C-98C0-033C5EA10713}"/>
              </a:ext>
            </a:extLst>
          </p:cNvPr>
          <p:cNvSpPr txBox="1">
            <a:spLocks noGrp="1"/>
          </p:cNvSpPr>
          <p:nvPr>
            <p:ph type="ctrTitle"/>
          </p:nvPr>
        </p:nvSpPr>
        <p:spPr>
          <a:xfrm>
            <a:off x="463550" y="119734"/>
            <a:ext cx="8216900" cy="541192"/>
          </a:xfrm>
          <a:prstGeom prst="rect">
            <a:avLst/>
          </a:prstGeom>
          <a:noFill/>
          <a:ln w="76200" cap="flat" cmpd="sng">
            <a:noFill/>
            <a:prstDash val="solid"/>
            <a:round/>
            <a:headEnd type="none" w="sm" len="sm"/>
            <a:tailEnd type="none" w="sm" len="sm"/>
          </a:ln>
        </p:spPr>
        <p:txBody>
          <a:bodyPr spcFirstLastPara="1" wrap="square" lIns="91425" tIns="91425" rIns="91425" bIns="91425" anchor="ctr" anchorCtr="0">
            <a:noAutofit/>
          </a:bodyPr>
          <a:lstStyle>
            <a:lvl1pPr lvl="0">
              <a:spcBef>
                <a:spcPts val="0"/>
              </a:spcBef>
              <a:spcAft>
                <a:spcPts val="0"/>
              </a:spcAft>
              <a:buClr>
                <a:srgbClr val="111111"/>
              </a:buClr>
              <a:buSzPts val="6000"/>
              <a:buNone/>
              <a:defRPr sz="2400" b="1" baseline="0">
                <a:solidFill>
                  <a:srgbClr val="111111"/>
                </a:solidFill>
                <a:latin typeface="+mj-lt"/>
                <a:ea typeface="+mj-ea"/>
              </a:defRPr>
            </a:lvl1pPr>
            <a:lvl2pPr lvl="1" algn="ctr">
              <a:spcBef>
                <a:spcPts val="0"/>
              </a:spcBef>
              <a:spcAft>
                <a:spcPts val="0"/>
              </a:spcAft>
              <a:buClr>
                <a:srgbClr val="111111"/>
              </a:buClr>
              <a:buSzPts val="6000"/>
              <a:buNone/>
              <a:defRPr sz="6000">
                <a:solidFill>
                  <a:srgbClr val="111111"/>
                </a:solidFill>
              </a:defRPr>
            </a:lvl2pPr>
            <a:lvl3pPr lvl="2" algn="ctr">
              <a:spcBef>
                <a:spcPts val="0"/>
              </a:spcBef>
              <a:spcAft>
                <a:spcPts val="0"/>
              </a:spcAft>
              <a:buClr>
                <a:srgbClr val="111111"/>
              </a:buClr>
              <a:buSzPts val="6000"/>
              <a:buNone/>
              <a:defRPr sz="6000">
                <a:solidFill>
                  <a:srgbClr val="111111"/>
                </a:solidFill>
              </a:defRPr>
            </a:lvl3pPr>
            <a:lvl4pPr lvl="3" algn="ctr">
              <a:spcBef>
                <a:spcPts val="0"/>
              </a:spcBef>
              <a:spcAft>
                <a:spcPts val="0"/>
              </a:spcAft>
              <a:buClr>
                <a:srgbClr val="111111"/>
              </a:buClr>
              <a:buSzPts val="6000"/>
              <a:buNone/>
              <a:defRPr sz="6000">
                <a:solidFill>
                  <a:srgbClr val="111111"/>
                </a:solidFill>
              </a:defRPr>
            </a:lvl4pPr>
            <a:lvl5pPr lvl="4" algn="ctr">
              <a:spcBef>
                <a:spcPts val="0"/>
              </a:spcBef>
              <a:spcAft>
                <a:spcPts val="0"/>
              </a:spcAft>
              <a:buClr>
                <a:srgbClr val="111111"/>
              </a:buClr>
              <a:buSzPts val="6000"/>
              <a:buNone/>
              <a:defRPr sz="6000">
                <a:solidFill>
                  <a:srgbClr val="111111"/>
                </a:solidFill>
              </a:defRPr>
            </a:lvl5pPr>
            <a:lvl6pPr lvl="5" algn="ctr">
              <a:spcBef>
                <a:spcPts val="0"/>
              </a:spcBef>
              <a:spcAft>
                <a:spcPts val="0"/>
              </a:spcAft>
              <a:buClr>
                <a:srgbClr val="111111"/>
              </a:buClr>
              <a:buSzPts val="6000"/>
              <a:buNone/>
              <a:defRPr sz="6000">
                <a:solidFill>
                  <a:srgbClr val="111111"/>
                </a:solidFill>
              </a:defRPr>
            </a:lvl6pPr>
            <a:lvl7pPr lvl="6" algn="ctr">
              <a:spcBef>
                <a:spcPts val="0"/>
              </a:spcBef>
              <a:spcAft>
                <a:spcPts val="0"/>
              </a:spcAft>
              <a:buClr>
                <a:srgbClr val="111111"/>
              </a:buClr>
              <a:buSzPts val="6000"/>
              <a:buNone/>
              <a:defRPr sz="6000">
                <a:solidFill>
                  <a:srgbClr val="111111"/>
                </a:solidFill>
              </a:defRPr>
            </a:lvl7pPr>
            <a:lvl8pPr lvl="7" algn="ctr">
              <a:spcBef>
                <a:spcPts val="0"/>
              </a:spcBef>
              <a:spcAft>
                <a:spcPts val="0"/>
              </a:spcAft>
              <a:buClr>
                <a:srgbClr val="111111"/>
              </a:buClr>
              <a:buSzPts val="6000"/>
              <a:buNone/>
              <a:defRPr sz="6000">
                <a:solidFill>
                  <a:srgbClr val="111111"/>
                </a:solidFill>
              </a:defRPr>
            </a:lvl8pPr>
            <a:lvl9pPr lvl="8" algn="ctr">
              <a:spcBef>
                <a:spcPts val="0"/>
              </a:spcBef>
              <a:spcAft>
                <a:spcPts val="0"/>
              </a:spcAft>
              <a:buClr>
                <a:srgbClr val="111111"/>
              </a:buClr>
              <a:buSzPts val="6000"/>
              <a:buNone/>
              <a:defRPr sz="6000">
                <a:solidFill>
                  <a:srgbClr val="111111"/>
                </a:solidFill>
              </a:defRPr>
            </a:lvl9pPr>
          </a:lstStyle>
          <a:p>
            <a:r>
              <a:rPr lang="ja-JP" altLang="en-US"/>
              <a:t>マスター タイトルの書式設定</a:t>
            </a:r>
            <a:endParaRPr dirty="0"/>
          </a:p>
        </p:txBody>
      </p:sp>
      <p:sp>
        <p:nvSpPr>
          <p:cNvPr id="8" name="Slide Number Placeholder 5">
            <a:extLst>
              <a:ext uri="{FF2B5EF4-FFF2-40B4-BE49-F238E27FC236}">
                <a16:creationId xmlns:a16="http://schemas.microsoft.com/office/drawing/2014/main" id="{B26253D3-AF79-435E-8A26-F2C5838BBE11}"/>
              </a:ext>
            </a:extLst>
          </p:cNvPr>
          <p:cNvSpPr>
            <a:spLocks noGrp="1"/>
          </p:cNvSpPr>
          <p:nvPr>
            <p:ph type="sldNum" sz="quarter" idx="4"/>
          </p:nvPr>
        </p:nvSpPr>
        <p:spPr>
          <a:xfrm>
            <a:off x="218226" y="4862076"/>
            <a:ext cx="630348" cy="254494"/>
          </a:xfrm>
          <a:prstGeom prst="rect">
            <a:avLst/>
          </a:prstGeom>
        </p:spPr>
        <p:txBody>
          <a:bodyPr vert="horz" lIns="91440" tIns="45720" rIns="91440" bIns="45720" rtlCol="0" anchor="ctr"/>
          <a:lstStyle>
            <a:lvl1pPr algn="r">
              <a:defRPr sz="1200" baseline="0">
                <a:solidFill>
                  <a:schemeClr val="tx1"/>
                </a:solidFill>
                <a:latin typeface="+mn-lt"/>
                <a:ea typeface="+mn-ea"/>
              </a:defRPr>
            </a:lvl1pPr>
          </a:lstStyle>
          <a:p>
            <a:fld id="{00000000-1234-1234-1234-123412341234}" type="slidenum">
              <a:rPr lang="en" smtClean="0"/>
              <a:pPr/>
              <a:t>‹#›</a:t>
            </a:fld>
            <a:endParaRPr lang="en" dirty="0">
              <a:latin typeface="+mn-ea"/>
            </a:endParaRPr>
          </a:p>
        </p:txBody>
      </p:sp>
      <p:sp>
        <p:nvSpPr>
          <p:cNvPr id="4" name="テキスト プレースホルダー 3">
            <a:extLst>
              <a:ext uri="{FF2B5EF4-FFF2-40B4-BE49-F238E27FC236}">
                <a16:creationId xmlns:a16="http://schemas.microsoft.com/office/drawing/2014/main" id="{A864DB6B-0668-4E2B-9D86-E68BF632FE69}"/>
              </a:ext>
            </a:extLst>
          </p:cNvPr>
          <p:cNvSpPr>
            <a:spLocks noGrp="1"/>
          </p:cNvSpPr>
          <p:nvPr>
            <p:ph type="body" sz="quarter" idx="14"/>
          </p:nvPr>
        </p:nvSpPr>
        <p:spPr>
          <a:xfrm>
            <a:off x="462875" y="2295035"/>
            <a:ext cx="8216900" cy="2489053"/>
          </a:xfrm>
        </p:spPr>
        <p:txBody>
          <a:bodyPr>
            <a:no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
        <p:nvSpPr>
          <p:cNvPr id="5" name="テキスト プレースホルダー 4">
            <a:extLst>
              <a:ext uri="{FF2B5EF4-FFF2-40B4-BE49-F238E27FC236}">
                <a16:creationId xmlns:a16="http://schemas.microsoft.com/office/drawing/2014/main" id="{FC8E89EF-C81C-40F7-8F70-59B820485326}"/>
              </a:ext>
            </a:extLst>
          </p:cNvPr>
          <p:cNvSpPr>
            <a:spLocks noGrp="1"/>
          </p:cNvSpPr>
          <p:nvPr>
            <p:ph type="body" sz="quarter" idx="15"/>
          </p:nvPr>
        </p:nvSpPr>
        <p:spPr>
          <a:xfrm>
            <a:off x="463549" y="1023814"/>
            <a:ext cx="7177471" cy="1142410"/>
          </a:xfrm>
          <a:prstGeom prst="roundRect">
            <a:avLst>
              <a:gd name="adj" fmla="val 9044"/>
            </a:avLst>
          </a:prstGeom>
          <a:ln>
            <a:solidFill>
              <a:schemeClr val="tx2"/>
            </a:solidFill>
          </a:ln>
        </p:spPr>
        <p:txBody>
          <a:bodyPr tIns="252000"/>
          <a:lstStyle>
            <a:lvl1pPr marL="388800" indent="-284400">
              <a:buSzPct val="169000"/>
              <a:defRPr b="1"/>
            </a:lvl1pPr>
            <a:lvl2pPr marL="748800" indent="-284400">
              <a:buSzPct val="169000"/>
              <a:defRPr b="1"/>
            </a:lvl2pPr>
            <a:lvl3pPr marL="1108800" indent="-284400">
              <a:buSzPct val="169000"/>
              <a:defRPr b="1"/>
            </a:lvl3pPr>
            <a:lvl4pPr marL="1468800" indent="-284400">
              <a:buSzPct val="169000"/>
              <a:defRPr b="1"/>
            </a:lvl4pPr>
            <a:lvl5pPr marL="1828800" indent="-284400">
              <a:buSzPct val="169000"/>
              <a:defRPr b="1"/>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
        <p:nvSpPr>
          <p:cNvPr id="29" name="テキスト プレースホルダー 28">
            <a:extLst>
              <a:ext uri="{FF2B5EF4-FFF2-40B4-BE49-F238E27FC236}">
                <a16:creationId xmlns:a16="http://schemas.microsoft.com/office/drawing/2014/main" id="{F1010722-FF6A-41D2-851B-EC3F0B7BDEA0}"/>
              </a:ext>
            </a:extLst>
          </p:cNvPr>
          <p:cNvSpPr>
            <a:spLocks noGrp="1"/>
          </p:cNvSpPr>
          <p:nvPr>
            <p:ph type="body" sz="quarter" idx="16" hasCustomPrompt="1"/>
          </p:nvPr>
        </p:nvSpPr>
        <p:spPr>
          <a:xfrm>
            <a:off x="848575" y="898771"/>
            <a:ext cx="1095840" cy="265721"/>
          </a:xfrm>
          <a:blipFill dpi="0" rotWithShape="1">
            <a:blip r:embed="rId2">
              <a:extLst>
                <a:ext uri="{28A0092B-C50C-407E-A947-70E740481C1C}">
                  <a14:useLocalDpi xmlns:a14="http://schemas.microsoft.com/office/drawing/2010/main" val="0"/>
                </a:ext>
              </a:extLst>
            </a:blip>
            <a:srcRect/>
            <a:stretch>
              <a:fillRect/>
            </a:stretch>
          </a:blipFill>
        </p:spPr>
        <p:txBody>
          <a:bodyPr wrap="none" lIns="72000" tIns="46800"/>
          <a:lstStyle>
            <a:lvl1pPr algn="ctr">
              <a:buNone/>
              <a:defRPr sz="800" b="0" cap="none" spc="0">
                <a:ln w="0"/>
                <a:solidFill>
                  <a:schemeClr val="tx2"/>
                </a:solidFill>
                <a:effectLst/>
                <a:latin typeface="Gill Sans Ultra Bold" panose="020B0A02020104020203" pitchFamily="34" charset="0"/>
              </a:defRPr>
            </a:lvl1pPr>
          </a:lstStyle>
          <a:p>
            <a:pPr lvl="0"/>
            <a:r>
              <a:rPr kumimoji="1" lang="en-US" altLang="ja-JP" dirty="0"/>
              <a:t>-</a:t>
            </a:r>
            <a:endParaRPr kumimoji="1" lang="ja-JP" altLang="en-US" dirty="0"/>
          </a:p>
        </p:txBody>
      </p:sp>
    </p:spTree>
    <p:extLst>
      <p:ext uri="{BB962C8B-B14F-4D97-AF65-F5344CB8AC3E}">
        <p14:creationId xmlns:p14="http://schemas.microsoft.com/office/powerpoint/2010/main" val="707626093"/>
      </p:ext>
    </p:extLst>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タイトル、見出し、本文">
    <p:spTree>
      <p:nvGrpSpPr>
        <p:cNvPr id="1" name=""/>
        <p:cNvGrpSpPr/>
        <p:nvPr/>
      </p:nvGrpSpPr>
      <p:grpSpPr>
        <a:xfrm>
          <a:off x="0" y="0"/>
          <a:ext cx="0" cy="0"/>
          <a:chOff x="0" y="0"/>
          <a:chExt cx="0" cy="0"/>
        </a:xfrm>
      </p:grpSpPr>
      <p:sp>
        <p:nvSpPr>
          <p:cNvPr id="14" name="Google Shape;29;p6">
            <a:extLst>
              <a:ext uri="{FF2B5EF4-FFF2-40B4-BE49-F238E27FC236}">
                <a16:creationId xmlns:a16="http://schemas.microsoft.com/office/drawing/2014/main" id="{A74E07ED-793A-47BC-9995-2F522B5734B6}"/>
              </a:ext>
            </a:extLst>
          </p:cNvPr>
          <p:cNvSpPr/>
          <p:nvPr/>
        </p:nvSpPr>
        <p:spPr>
          <a:xfrm>
            <a:off x="288234" y="817821"/>
            <a:ext cx="8517835" cy="4044255"/>
          </a:xfrm>
          <a:prstGeom prst="rect">
            <a:avLst/>
          </a:prstGeom>
          <a:solidFill>
            <a:schemeClr val="bg1">
              <a:lumMod val="9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31;p6">
            <a:extLst>
              <a:ext uri="{FF2B5EF4-FFF2-40B4-BE49-F238E27FC236}">
                <a16:creationId xmlns:a16="http://schemas.microsoft.com/office/drawing/2014/main" id="{349B234C-1DFB-4D56-85F2-7F22E4DDDCB8}"/>
              </a:ext>
            </a:extLst>
          </p:cNvPr>
          <p:cNvSpPr txBox="1">
            <a:spLocks noGrp="1"/>
          </p:cNvSpPr>
          <p:nvPr>
            <p:ph type="body" idx="1"/>
          </p:nvPr>
        </p:nvSpPr>
        <p:spPr>
          <a:xfrm>
            <a:off x="464225" y="855442"/>
            <a:ext cx="8216900" cy="492522"/>
          </a:xfrm>
          <a:prstGeom prst="rect">
            <a:avLst/>
          </a:prstGeom>
        </p:spPr>
        <p:txBody>
          <a:bodyPr spcFirstLastPara="1" wrap="square" lIns="91425" tIns="91425" rIns="91425" bIns="91425" anchor="t" anchorCtr="0">
            <a:noAutofit/>
          </a:bodyPr>
          <a:lstStyle>
            <a:lvl1pPr marL="101600" lvl="0" indent="0">
              <a:spcBef>
                <a:spcPts val="600"/>
              </a:spcBef>
              <a:spcAft>
                <a:spcPts val="0"/>
              </a:spcAft>
              <a:buSzPts val="2000"/>
              <a:buNone/>
              <a:defRPr sz="1800" b="1">
                <a:latin typeface="+mj-ea"/>
                <a:ea typeface="+mj-ea"/>
              </a:defRPr>
            </a:lvl1pPr>
            <a:lvl2pPr marL="914400" lvl="1" indent="-355600">
              <a:spcBef>
                <a:spcPts val="0"/>
              </a:spcBef>
              <a:spcAft>
                <a:spcPts val="0"/>
              </a:spcAft>
              <a:buSzPts val="2000"/>
              <a:buChar char="■"/>
              <a:defRPr sz="2000"/>
            </a:lvl2pPr>
            <a:lvl3pPr marL="1371600" lvl="2" indent="-355600">
              <a:spcBef>
                <a:spcPts val="0"/>
              </a:spcBef>
              <a:spcAft>
                <a:spcPts val="0"/>
              </a:spcAft>
              <a:buSzPts val="2000"/>
              <a:buChar char="▣"/>
              <a:defRPr sz="2000"/>
            </a:lvl3pPr>
            <a:lvl4pPr marL="1828800" lvl="3" indent="-355600">
              <a:spcBef>
                <a:spcPts val="0"/>
              </a:spcBef>
              <a:spcAft>
                <a:spcPts val="0"/>
              </a:spcAft>
              <a:buSzPts val="2000"/>
              <a:buChar char="●"/>
              <a:defRPr sz="2000"/>
            </a:lvl4pPr>
            <a:lvl5pPr marL="2286000" lvl="4" indent="-355600">
              <a:spcBef>
                <a:spcPts val="0"/>
              </a:spcBef>
              <a:spcAft>
                <a:spcPts val="0"/>
              </a:spcAft>
              <a:buSzPts val="2000"/>
              <a:buChar char="○"/>
              <a:defRPr sz="2000"/>
            </a:lvl5pPr>
            <a:lvl6pPr marL="2743200" lvl="5" indent="-355600">
              <a:spcBef>
                <a:spcPts val="0"/>
              </a:spcBef>
              <a:spcAft>
                <a:spcPts val="0"/>
              </a:spcAft>
              <a:buSzPts val="2000"/>
              <a:buChar char="■"/>
              <a:defRPr sz="2000"/>
            </a:lvl6pPr>
            <a:lvl7pPr marL="3200400" lvl="6" indent="-355600">
              <a:spcBef>
                <a:spcPts val="0"/>
              </a:spcBef>
              <a:spcAft>
                <a:spcPts val="0"/>
              </a:spcAft>
              <a:buSzPts val="2000"/>
              <a:buChar char="●"/>
              <a:defRPr sz="2000"/>
            </a:lvl7pPr>
            <a:lvl8pPr marL="3657600" lvl="7" indent="-355600">
              <a:spcBef>
                <a:spcPts val="0"/>
              </a:spcBef>
              <a:spcAft>
                <a:spcPts val="0"/>
              </a:spcAft>
              <a:buSzPts val="2000"/>
              <a:buChar char="○"/>
              <a:defRPr sz="2000"/>
            </a:lvl8pPr>
            <a:lvl9pPr marL="4114800" lvl="8" indent="-355600">
              <a:spcBef>
                <a:spcPts val="0"/>
              </a:spcBef>
              <a:spcAft>
                <a:spcPts val="0"/>
              </a:spcAft>
              <a:buSzPts val="2000"/>
              <a:buChar char="■"/>
              <a:defRPr sz="2000"/>
            </a:lvl9pPr>
          </a:lstStyle>
          <a:p>
            <a:pPr lvl="0"/>
            <a:r>
              <a:rPr lang="ja-JP" altLang="en-US"/>
              <a:t>マスター テキストの書式設定</a:t>
            </a:r>
          </a:p>
        </p:txBody>
      </p:sp>
      <p:sp>
        <p:nvSpPr>
          <p:cNvPr id="23" name="スライド番号プレースホルダー 5">
            <a:extLst>
              <a:ext uri="{FF2B5EF4-FFF2-40B4-BE49-F238E27FC236}">
                <a16:creationId xmlns:a16="http://schemas.microsoft.com/office/drawing/2014/main" id="{FD5DFA80-DED6-4201-92D3-F0ED379EBF8F}"/>
              </a:ext>
            </a:extLst>
          </p:cNvPr>
          <p:cNvSpPr>
            <a:spLocks noGrp="1"/>
          </p:cNvSpPr>
          <p:nvPr>
            <p:ph type="sldNum" sz="quarter" idx="12"/>
          </p:nvPr>
        </p:nvSpPr>
        <p:spPr>
          <a:xfrm>
            <a:off x="218226" y="4862076"/>
            <a:ext cx="630348" cy="254494"/>
          </a:xfrm>
          <a:prstGeom prst="rect">
            <a:avLst/>
          </a:prstGeom>
        </p:spPr>
        <p:txBody>
          <a:bodyPr/>
          <a:lstStyle>
            <a:lvl1pPr>
              <a:defRPr sz="1200">
                <a:solidFill>
                  <a:schemeClr val="tx1"/>
                </a:solidFill>
                <a:latin typeface="+mn-ea"/>
                <a:ea typeface="+mn-ea"/>
              </a:defRPr>
            </a:lvl1pPr>
          </a:lstStyle>
          <a:p>
            <a:fld id="{00000000-1234-1234-1234-123412341234}" type="slidenum">
              <a:rPr lang="en" smtClean="0"/>
              <a:pPr/>
              <a:t>‹#›</a:t>
            </a:fld>
            <a:endParaRPr lang="en" dirty="0">
              <a:latin typeface="+mn-ea"/>
            </a:endParaRPr>
          </a:p>
        </p:txBody>
      </p:sp>
      <p:sp>
        <p:nvSpPr>
          <p:cNvPr id="24" name="フッター プレースホルダー 4">
            <a:extLst>
              <a:ext uri="{FF2B5EF4-FFF2-40B4-BE49-F238E27FC236}">
                <a16:creationId xmlns:a16="http://schemas.microsoft.com/office/drawing/2014/main" id="{BBD91DAE-B4F6-4AE8-A48E-E81CFD22F2B6}"/>
              </a:ext>
            </a:extLst>
          </p:cNvPr>
          <p:cNvSpPr>
            <a:spLocks noGrp="1"/>
          </p:cNvSpPr>
          <p:nvPr>
            <p:ph type="ftr" sz="quarter" idx="11"/>
          </p:nvPr>
        </p:nvSpPr>
        <p:spPr>
          <a:xfrm>
            <a:off x="3028950" y="4866125"/>
            <a:ext cx="3086100" cy="254493"/>
          </a:xfrm>
          <a:prstGeom prst="rect">
            <a:avLst/>
          </a:prstGeom>
        </p:spPr>
        <p:txBody>
          <a:bodyPr/>
          <a:lstStyle>
            <a:lvl1pPr>
              <a:defRPr sz="1000">
                <a:solidFill>
                  <a:schemeClr val="tx1"/>
                </a:solidFill>
                <a:latin typeface="+mn-ea"/>
                <a:ea typeface="+mn-ea"/>
              </a:defRPr>
            </a:lvl1pPr>
          </a:lstStyle>
          <a:p>
            <a:r>
              <a:rPr kumimoji="1" lang="en-US" altLang="ja-JP" dirty="0"/>
              <a:t>copyright ©ITCollege All Rights Reserved</a:t>
            </a:r>
            <a:endParaRPr kumimoji="1" lang="ja-JP" altLang="en-US" sz="1000" dirty="0"/>
          </a:p>
        </p:txBody>
      </p:sp>
      <p:sp>
        <p:nvSpPr>
          <p:cNvPr id="2" name="正方形/長方形 1">
            <a:extLst>
              <a:ext uri="{FF2B5EF4-FFF2-40B4-BE49-F238E27FC236}">
                <a16:creationId xmlns:a16="http://schemas.microsoft.com/office/drawing/2014/main" id="{90A6D07F-1E30-482D-8D1F-7F3A1AB2A7F2}"/>
              </a:ext>
            </a:extLst>
          </p:cNvPr>
          <p:cNvSpPr/>
          <p:nvPr/>
        </p:nvSpPr>
        <p:spPr>
          <a:xfrm>
            <a:off x="288234" y="716514"/>
            <a:ext cx="8517836" cy="45719"/>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Google Shape;11;p2">
            <a:extLst>
              <a:ext uri="{FF2B5EF4-FFF2-40B4-BE49-F238E27FC236}">
                <a16:creationId xmlns:a16="http://schemas.microsoft.com/office/drawing/2014/main" id="{76479CBC-2A55-463C-98C0-033C5EA10713}"/>
              </a:ext>
            </a:extLst>
          </p:cNvPr>
          <p:cNvSpPr txBox="1">
            <a:spLocks noGrp="1"/>
          </p:cNvSpPr>
          <p:nvPr>
            <p:ph type="ctrTitle"/>
          </p:nvPr>
        </p:nvSpPr>
        <p:spPr>
          <a:xfrm>
            <a:off x="463550" y="119734"/>
            <a:ext cx="8216900" cy="541192"/>
          </a:xfrm>
          <a:prstGeom prst="rect">
            <a:avLst/>
          </a:prstGeom>
          <a:noFill/>
          <a:ln w="76200" cap="flat" cmpd="sng">
            <a:noFill/>
            <a:prstDash val="solid"/>
            <a:round/>
            <a:headEnd type="none" w="sm" len="sm"/>
            <a:tailEnd type="none" w="sm" len="sm"/>
          </a:ln>
        </p:spPr>
        <p:txBody>
          <a:bodyPr spcFirstLastPara="1" wrap="square" lIns="91425" tIns="91425" rIns="91425" bIns="91425" anchor="ctr" anchorCtr="0">
            <a:noAutofit/>
          </a:bodyPr>
          <a:lstStyle>
            <a:lvl1pPr lvl="0">
              <a:spcBef>
                <a:spcPts val="0"/>
              </a:spcBef>
              <a:spcAft>
                <a:spcPts val="0"/>
              </a:spcAft>
              <a:buClr>
                <a:srgbClr val="111111"/>
              </a:buClr>
              <a:buSzPts val="6000"/>
              <a:buNone/>
              <a:defRPr sz="2400" b="1">
                <a:solidFill>
                  <a:srgbClr val="111111"/>
                </a:solidFill>
                <a:latin typeface="+mj-ea"/>
                <a:ea typeface="+mj-ea"/>
              </a:defRPr>
            </a:lvl1pPr>
            <a:lvl2pPr lvl="1" algn="ctr">
              <a:spcBef>
                <a:spcPts val="0"/>
              </a:spcBef>
              <a:spcAft>
                <a:spcPts val="0"/>
              </a:spcAft>
              <a:buClr>
                <a:srgbClr val="111111"/>
              </a:buClr>
              <a:buSzPts val="6000"/>
              <a:buNone/>
              <a:defRPr sz="6000">
                <a:solidFill>
                  <a:srgbClr val="111111"/>
                </a:solidFill>
              </a:defRPr>
            </a:lvl2pPr>
            <a:lvl3pPr lvl="2" algn="ctr">
              <a:spcBef>
                <a:spcPts val="0"/>
              </a:spcBef>
              <a:spcAft>
                <a:spcPts val="0"/>
              </a:spcAft>
              <a:buClr>
                <a:srgbClr val="111111"/>
              </a:buClr>
              <a:buSzPts val="6000"/>
              <a:buNone/>
              <a:defRPr sz="6000">
                <a:solidFill>
                  <a:srgbClr val="111111"/>
                </a:solidFill>
              </a:defRPr>
            </a:lvl3pPr>
            <a:lvl4pPr lvl="3" algn="ctr">
              <a:spcBef>
                <a:spcPts val="0"/>
              </a:spcBef>
              <a:spcAft>
                <a:spcPts val="0"/>
              </a:spcAft>
              <a:buClr>
                <a:srgbClr val="111111"/>
              </a:buClr>
              <a:buSzPts val="6000"/>
              <a:buNone/>
              <a:defRPr sz="6000">
                <a:solidFill>
                  <a:srgbClr val="111111"/>
                </a:solidFill>
              </a:defRPr>
            </a:lvl4pPr>
            <a:lvl5pPr lvl="4" algn="ctr">
              <a:spcBef>
                <a:spcPts val="0"/>
              </a:spcBef>
              <a:spcAft>
                <a:spcPts val="0"/>
              </a:spcAft>
              <a:buClr>
                <a:srgbClr val="111111"/>
              </a:buClr>
              <a:buSzPts val="6000"/>
              <a:buNone/>
              <a:defRPr sz="6000">
                <a:solidFill>
                  <a:srgbClr val="111111"/>
                </a:solidFill>
              </a:defRPr>
            </a:lvl5pPr>
            <a:lvl6pPr lvl="5" algn="ctr">
              <a:spcBef>
                <a:spcPts val="0"/>
              </a:spcBef>
              <a:spcAft>
                <a:spcPts val="0"/>
              </a:spcAft>
              <a:buClr>
                <a:srgbClr val="111111"/>
              </a:buClr>
              <a:buSzPts val="6000"/>
              <a:buNone/>
              <a:defRPr sz="6000">
                <a:solidFill>
                  <a:srgbClr val="111111"/>
                </a:solidFill>
              </a:defRPr>
            </a:lvl6pPr>
            <a:lvl7pPr lvl="6" algn="ctr">
              <a:spcBef>
                <a:spcPts val="0"/>
              </a:spcBef>
              <a:spcAft>
                <a:spcPts val="0"/>
              </a:spcAft>
              <a:buClr>
                <a:srgbClr val="111111"/>
              </a:buClr>
              <a:buSzPts val="6000"/>
              <a:buNone/>
              <a:defRPr sz="6000">
                <a:solidFill>
                  <a:srgbClr val="111111"/>
                </a:solidFill>
              </a:defRPr>
            </a:lvl7pPr>
            <a:lvl8pPr lvl="7" algn="ctr">
              <a:spcBef>
                <a:spcPts val="0"/>
              </a:spcBef>
              <a:spcAft>
                <a:spcPts val="0"/>
              </a:spcAft>
              <a:buClr>
                <a:srgbClr val="111111"/>
              </a:buClr>
              <a:buSzPts val="6000"/>
              <a:buNone/>
              <a:defRPr sz="6000">
                <a:solidFill>
                  <a:srgbClr val="111111"/>
                </a:solidFill>
              </a:defRPr>
            </a:lvl8pPr>
            <a:lvl9pPr lvl="8" algn="ctr">
              <a:spcBef>
                <a:spcPts val="0"/>
              </a:spcBef>
              <a:spcAft>
                <a:spcPts val="0"/>
              </a:spcAft>
              <a:buClr>
                <a:srgbClr val="111111"/>
              </a:buClr>
              <a:buSzPts val="6000"/>
              <a:buNone/>
              <a:defRPr sz="6000">
                <a:solidFill>
                  <a:srgbClr val="111111"/>
                </a:solidFill>
              </a:defRPr>
            </a:lvl9pPr>
          </a:lstStyle>
          <a:p>
            <a:r>
              <a:rPr lang="ja-JP" altLang="en-US"/>
              <a:t>マスター タイトルの書式設定</a:t>
            </a:r>
            <a:endParaRPr dirty="0"/>
          </a:p>
        </p:txBody>
      </p:sp>
      <p:sp>
        <p:nvSpPr>
          <p:cNvPr id="4" name="テキスト プレースホルダー 3">
            <a:extLst>
              <a:ext uri="{FF2B5EF4-FFF2-40B4-BE49-F238E27FC236}">
                <a16:creationId xmlns:a16="http://schemas.microsoft.com/office/drawing/2014/main" id="{F1F36C5A-B023-4554-B5E3-AEB528BD12A9}"/>
              </a:ext>
            </a:extLst>
          </p:cNvPr>
          <p:cNvSpPr>
            <a:spLocks noGrp="1"/>
          </p:cNvSpPr>
          <p:nvPr>
            <p:ph type="body" sz="quarter" idx="14"/>
          </p:nvPr>
        </p:nvSpPr>
        <p:spPr>
          <a:xfrm>
            <a:off x="462876" y="1445222"/>
            <a:ext cx="8216900" cy="3339503"/>
          </a:xfrm>
        </p:spPr>
        <p:txBody>
          <a:bodyPr/>
          <a:lstStyle>
            <a:lvl1pPr>
              <a:defRPr sz="1400"/>
            </a:lvl1pPr>
            <a:lvl2pPr>
              <a:defRPr sz="1400"/>
            </a:lvl2pPr>
            <a:lvl3pPr>
              <a:defRPr sz="1400"/>
            </a:lvl3pPr>
            <a:lvl4pPr>
              <a:defRPr sz="1400"/>
            </a:lvl4pPr>
            <a:lvl5pPr>
              <a:defRPr sz="1400"/>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Tree>
    <p:extLst>
      <p:ext uri="{BB962C8B-B14F-4D97-AF65-F5344CB8AC3E}">
        <p14:creationId xmlns:p14="http://schemas.microsoft.com/office/powerpoint/2010/main" val="19643245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4_タイトル、本文">
    <p:spTree>
      <p:nvGrpSpPr>
        <p:cNvPr id="1" name=""/>
        <p:cNvGrpSpPr/>
        <p:nvPr/>
      </p:nvGrpSpPr>
      <p:grpSpPr>
        <a:xfrm>
          <a:off x="0" y="0"/>
          <a:ext cx="0" cy="0"/>
          <a:chOff x="0" y="0"/>
          <a:chExt cx="0" cy="0"/>
        </a:xfrm>
      </p:grpSpPr>
      <p:sp>
        <p:nvSpPr>
          <p:cNvPr id="14" name="Google Shape;29;p6">
            <a:extLst>
              <a:ext uri="{FF2B5EF4-FFF2-40B4-BE49-F238E27FC236}">
                <a16:creationId xmlns:a16="http://schemas.microsoft.com/office/drawing/2014/main" id="{A74E07ED-793A-47BC-9995-2F522B5734B6}"/>
              </a:ext>
            </a:extLst>
          </p:cNvPr>
          <p:cNvSpPr/>
          <p:nvPr/>
        </p:nvSpPr>
        <p:spPr>
          <a:xfrm>
            <a:off x="288234" y="817821"/>
            <a:ext cx="8517835" cy="4044255"/>
          </a:xfrm>
          <a:prstGeom prst="rect">
            <a:avLst/>
          </a:prstGeom>
          <a:solidFill>
            <a:schemeClr val="bg1">
              <a:lumMod val="9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フッター プレースホルダー 4">
            <a:extLst>
              <a:ext uri="{FF2B5EF4-FFF2-40B4-BE49-F238E27FC236}">
                <a16:creationId xmlns:a16="http://schemas.microsoft.com/office/drawing/2014/main" id="{BBD91DAE-B4F6-4AE8-A48E-E81CFD22F2B6}"/>
              </a:ext>
            </a:extLst>
          </p:cNvPr>
          <p:cNvSpPr>
            <a:spLocks noGrp="1"/>
          </p:cNvSpPr>
          <p:nvPr>
            <p:ph type="ftr" sz="quarter" idx="11"/>
          </p:nvPr>
        </p:nvSpPr>
        <p:spPr>
          <a:xfrm>
            <a:off x="3028950" y="4866125"/>
            <a:ext cx="3086100" cy="254493"/>
          </a:xfrm>
          <a:prstGeom prst="rect">
            <a:avLst/>
          </a:prstGeom>
        </p:spPr>
        <p:txBody>
          <a:bodyPr/>
          <a:lstStyle>
            <a:lvl1pPr>
              <a:defRPr sz="1000">
                <a:solidFill>
                  <a:schemeClr val="tx1"/>
                </a:solidFill>
                <a:latin typeface="+mn-ea"/>
                <a:ea typeface="+mn-ea"/>
              </a:defRPr>
            </a:lvl1pPr>
          </a:lstStyle>
          <a:p>
            <a:r>
              <a:rPr kumimoji="1" lang="en-US" altLang="ja-JP" dirty="0"/>
              <a:t>copyright ©ITCollege All Rights Reserved</a:t>
            </a:r>
            <a:endParaRPr kumimoji="1" lang="ja-JP" altLang="en-US" sz="1000" dirty="0"/>
          </a:p>
        </p:txBody>
      </p:sp>
      <p:sp>
        <p:nvSpPr>
          <p:cNvPr id="2" name="正方形/長方形 1">
            <a:extLst>
              <a:ext uri="{FF2B5EF4-FFF2-40B4-BE49-F238E27FC236}">
                <a16:creationId xmlns:a16="http://schemas.microsoft.com/office/drawing/2014/main" id="{90A6D07F-1E30-482D-8D1F-7F3A1AB2A7F2}"/>
              </a:ext>
            </a:extLst>
          </p:cNvPr>
          <p:cNvSpPr/>
          <p:nvPr/>
        </p:nvSpPr>
        <p:spPr>
          <a:xfrm>
            <a:off x="288234" y="716514"/>
            <a:ext cx="8517836" cy="45719"/>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Google Shape;11;p2">
            <a:extLst>
              <a:ext uri="{FF2B5EF4-FFF2-40B4-BE49-F238E27FC236}">
                <a16:creationId xmlns:a16="http://schemas.microsoft.com/office/drawing/2014/main" id="{76479CBC-2A55-463C-98C0-033C5EA10713}"/>
              </a:ext>
            </a:extLst>
          </p:cNvPr>
          <p:cNvSpPr txBox="1">
            <a:spLocks noGrp="1"/>
          </p:cNvSpPr>
          <p:nvPr>
            <p:ph type="ctrTitle"/>
          </p:nvPr>
        </p:nvSpPr>
        <p:spPr>
          <a:xfrm>
            <a:off x="463550" y="119734"/>
            <a:ext cx="8216900" cy="541192"/>
          </a:xfrm>
          <a:prstGeom prst="rect">
            <a:avLst/>
          </a:prstGeom>
          <a:noFill/>
          <a:ln w="76200" cap="flat" cmpd="sng">
            <a:noFill/>
            <a:prstDash val="solid"/>
            <a:round/>
            <a:headEnd type="none" w="sm" len="sm"/>
            <a:tailEnd type="none" w="sm" len="sm"/>
          </a:ln>
        </p:spPr>
        <p:txBody>
          <a:bodyPr spcFirstLastPara="1" wrap="square" lIns="91425" tIns="91425" rIns="91425" bIns="91425" anchor="ctr" anchorCtr="0">
            <a:noAutofit/>
          </a:bodyPr>
          <a:lstStyle>
            <a:lvl1pPr lvl="0">
              <a:spcBef>
                <a:spcPts val="0"/>
              </a:spcBef>
              <a:spcAft>
                <a:spcPts val="0"/>
              </a:spcAft>
              <a:buClr>
                <a:srgbClr val="111111"/>
              </a:buClr>
              <a:buSzPts val="6000"/>
              <a:buNone/>
              <a:defRPr sz="2400" b="1">
                <a:solidFill>
                  <a:srgbClr val="111111"/>
                </a:solidFill>
                <a:latin typeface="+mj-ea"/>
                <a:ea typeface="+mj-ea"/>
              </a:defRPr>
            </a:lvl1pPr>
            <a:lvl2pPr lvl="1" algn="ctr">
              <a:spcBef>
                <a:spcPts val="0"/>
              </a:spcBef>
              <a:spcAft>
                <a:spcPts val="0"/>
              </a:spcAft>
              <a:buClr>
                <a:srgbClr val="111111"/>
              </a:buClr>
              <a:buSzPts val="6000"/>
              <a:buNone/>
              <a:defRPr sz="6000">
                <a:solidFill>
                  <a:srgbClr val="111111"/>
                </a:solidFill>
              </a:defRPr>
            </a:lvl2pPr>
            <a:lvl3pPr lvl="2" algn="ctr">
              <a:spcBef>
                <a:spcPts val="0"/>
              </a:spcBef>
              <a:spcAft>
                <a:spcPts val="0"/>
              </a:spcAft>
              <a:buClr>
                <a:srgbClr val="111111"/>
              </a:buClr>
              <a:buSzPts val="6000"/>
              <a:buNone/>
              <a:defRPr sz="6000">
                <a:solidFill>
                  <a:srgbClr val="111111"/>
                </a:solidFill>
              </a:defRPr>
            </a:lvl3pPr>
            <a:lvl4pPr lvl="3" algn="ctr">
              <a:spcBef>
                <a:spcPts val="0"/>
              </a:spcBef>
              <a:spcAft>
                <a:spcPts val="0"/>
              </a:spcAft>
              <a:buClr>
                <a:srgbClr val="111111"/>
              </a:buClr>
              <a:buSzPts val="6000"/>
              <a:buNone/>
              <a:defRPr sz="6000">
                <a:solidFill>
                  <a:srgbClr val="111111"/>
                </a:solidFill>
              </a:defRPr>
            </a:lvl4pPr>
            <a:lvl5pPr lvl="4" algn="ctr">
              <a:spcBef>
                <a:spcPts val="0"/>
              </a:spcBef>
              <a:spcAft>
                <a:spcPts val="0"/>
              </a:spcAft>
              <a:buClr>
                <a:srgbClr val="111111"/>
              </a:buClr>
              <a:buSzPts val="6000"/>
              <a:buNone/>
              <a:defRPr sz="6000">
                <a:solidFill>
                  <a:srgbClr val="111111"/>
                </a:solidFill>
              </a:defRPr>
            </a:lvl5pPr>
            <a:lvl6pPr lvl="5" algn="ctr">
              <a:spcBef>
                <a:spcPts val="0"/>
              </a:spcBef>
              <a:spcAft>
                <a:spcPts val="0"/>
              </a:spcAft>
              <a:buClr>
                <a:srgbClr val="111111"/>
              </a:buClr>
              <a:buSzPts val="6000"/>
              <a:buNone/>
              <a:defRPr sz="6000">
                <a:solidFill>
                  <a:srgbClr val="111111"/>
                </a:solidFill>
              </a:defRPr>
            </a:lvl6pPr>
            <a:lvl7pPr lvl="6" algn="ctr">
              <a:spcBef>
                <a:spcPts val="0"/>
              </a:spcBef>
              <a:spcAft>
                <a:spcPts val="0"/>
              </a:spcAft>
              <a:buClr>
                <a:srgbClr val="111111"/>
              </a:buClr>
              <a:buSzPts val="6000"/>
              <a:buNone/>
              <a:defRPr sz="6000">
                <a:solidFill>
                  <a:srgbClr val="111111"/>
                </a:solidFill>
              </a:defRPr>
            </a:lvl7pPr>
            <a:lvl8pPr lvl="7" algn="ctr">
              <a:spcBef>
                <a:spcPts val="0"/>
              </a:spcBef>
              <a:spcAft>
                <a:spcPts val="0"/>
              </a:spcAft>
              <a:buClr>
                <a:srgbClr val="111111"/>
              </a:buClr>
              <a:buSzPts val="6000"/>
              <a:buNone/>
              <a:defRPr sz="6000">
                <a:solidFill>
                  <a:srgbClr val="111111"/>
                </a:solidFill>
              </a:defRPr>
            </a:lvl8pPr>
            <a:lvl9pPr lvl="8" algn="ctr">
              <a:spcBef>
                <a:spcPts val="0"/>
              </a:spcBef>
              <a:spcAft>
                <a:spcPts val="0"/>
              </a:spcAft>
              <a:buClr>
                <a:srgbClr val="111111"/>
              </a:buClr>
              <a:buSzPts val="6000"/>
              <a:buNone/>
              <a:defRPr sz="6000">
                <a:solidFill>
                  <a:srgbClr val="111111"/>
                </a:solidFill>
              </a:defRPr>
            </a:lvl9pPr>
          </a:lstStyle>
          <a:p>
            <a:r>
              <a:rPr lang="ja-JP" altLang="en-US"/>
              <a:t>マスター タイトルの書式設定</a:t>
            </a:r>
            <a:endParaRPr dirty="0"/>
          </a:p>
        </p:txBody>
      </p:sp>
      <p:sp>
        <p:nvSpPr>
          <p:cNvPr id="8" name="Slide Number Placeholder 5">
            <a:extLst>
              <a:ext uri="{FF2B5EF4-FFF2-40B4-BE49-F238E27FC236}">
                <a16:creationId xmlns:a16="http://schemas.microsoft.com/office/drawing/2014/main" id="{B26253D3-AF79-435E-8A26-F2C5838BBE11}"/>
              </a:ext>
            </a:extLst>
          </p:cNvPr>
          <p:cNvSpPr>
            <a:spLocks noGrp="1"/>
          </p:cNvSpPr>
          <p:nvPr>
            <p:ph type="sldNum" sz="quarter" idx="4"/>
          </p:nvPr>
        </p:nvSpPr>
        <p:spPr>
          <a:xfrm>
            <a:off x="218226" y="4862076"/>
            <a:ext cx="630348" cy="254494"/>
          </a:xfrm>
          <a:prstGeom prst="rect">
            <a:avLst/>
          </a:prstGeom>
        </p:spPr>
        <p:txBody>
          <a:bodyPr vert="horz" lIns="91440" tIns="45720" rIns="91440" bIns="45720" rtlCol="0" anchor="ctr"/>
          <a:lstStyle>
            <a:lvl1pPr algn="r">
              <a:defRPr sz="1200">
                <a:solidFill>
                  <a:schemeClr val="tx1"/>
                </a:solidFill>
                <a:latin typeface="+mn-ea"/>
                <a:ea typeface="+mn-ea"/>
              </a:defRPr>
            </a:lvl1pPr>
          </a:lstStyle>
          <a:p>
            <a:fld id="{00000000-1234-1234-1234-123412341234}" type="slidenum">
              <a:rPr lang="en" smtClean="0"/>
              <a:pPr/>
              <a:t>‹#›</a:t>
            </a:fld>
            <a:endParaRPr lang="en" dirty="0"/>
          </a:p>
        </p:txBody>
      </p:sp>
      <p:sp>
        <p:nvSpPr>
          <p:cNvPr id="4" name="テキスト プレースホルダー 3">
            <a:extLst>
              <a:ext uri="{FF2B5EF4-FFF2-40B4-BE49-F238E27FC236}">
                <a16:creationId xmlns:a16="http://schemas.microsoft.com/office/drawing/2014/main" id="{A864DB6B-0668-4E2B-9D86-E68BF632FE69}"/>
              </a:ext>
            </a:extLst>
          </p:cNvPr>
          <p:cNvSpPr>
            <a:spLocks noGrp="1"/>
          </p:cNvSpPr>
          <p:nvPr>
            <p:ph type="body" sz="quarter" idx="14"/>
          </p:nvPr>
        </p:nvSpPr>
        <p:spPr>
          <a:xfrm>
            <a:off x="462875" y="859491"/>
            <a:ext cx="8216900" cy="392459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Tree>
    <p:extLst>
      <p:ext uri="{BB962C8B-B14F-4D97-AF65-F5344CB8AC3E}">
        <p14:creationId xmlns:p14="http://schemas.microsoft.com/office/powerpoint/2010/main" val="4604506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5_コンテンツ無し（図表挿入用）">
    <p:spTree>
      <p:nvGrpSpPr>
        <p:cNvPr id="1" name=""/>
        <p:cNvGrpSpPr/>
        <p:nvPr/>
      </p:nvGrpSpPr>
      <p:grpSpPr>
        <a:xfrm>
          <a:off x="0" y="0"/>
          <a:ext cx="0" cy="0"/>
          <a:chOff x="0" y="0"/>
          <a:chExt cx="0" cy="0"/>
        </a:xfrm>
      </p:grpSpPr>
      <p:sp>
        <p:nvSpPr>
          <p:cNvPr id="14" name="Google Shape;29;p6">
            <a:extLst>
              <a:ext uri="{FF2B5EF4-FFF2-40B4-BE49-F238E27FC236}">
                <a16:creationId xmlns:a16="http://schemas.microsoft.com/office/drawing/2014/main" id="{A74E07ED-793A-47BC-9995-2F522B5734B6}"/>
              </a:ext>
            </a:extLst>
          </p:cNvPr>
          <p:cNvSpPr/>
          <p:nvPr/>
        </p:nvSpPr>
        <p:spPr>
          <a:xfrm>
            <a:off x="288234" y="817821"/>
            <a:ext cx="8517835" cy="4044255"/>
          </a:xfrm>
          <a:prstGeom prst="rect">
            <a:avLst/>
          </a:prstGeom>
          <a:solidFill>
            <a:schemeClr val="bg1">
              <a:lumMod val="9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フッター プレースホルダー 4">
            <a:extLst>
              <a:ext uri="{FF2B5EF4-FFF2-40B4-BE49-F238E27FC236}">
                <a16:creationId xmlns:a16="http://schemas.microsoft.com/office/drawing/2014/main" id="{BBD91DAE-B4F6-4AE8-A48E-E81CFD22F2B6}"/>
              </a:ext>
            </a:extLst>
          </p:cNvPr>
          <p:cNvSpPr>
            <a:spLocks noGrp="1"/>
          </p:cNvSpPr>
          <p:nvPr>
            <p:ph type="ftr" sz="quarter" idx="11"/>
          </p:nvPr>
        </p:nvSpPr>
        <p:spPr>
          <a:xfrm>
            <a:off x="3028950" y="4866125"/>
            <a:ext cx="3086100" cy="254493"/>
          </a:xfrm>
          <a:prstGeom prst="rect">
            <a:avLst/>
          </a:prstGeom>
        </p:spPr>
        <p:txBody>
          <a:bodyPr/>
          <a:lstStyle>
            <a:lvl1pPr>
              <a:defRPr sz="1000">
                <a:solidFill>
                  <a:schemeClr val="tx1"/>
                </a:solidFill>
                <a:latin typeface="+mn-ea"/>
                <a:ea typeface="+mn-ea"/>
              </a:defRPr>
            </a:lvl1pPr>
          </a:lstStyle>
          <a:p>
            <a:r>
              <a:rPr kumimoji="1" lang="en-US" altLang="ja-JP" dirty="0"/>
              <a:t>copyright ©ITCollege All Rights Reserved</a:t>
            </a:r>
            <a:endParaRPr kumimoji="1" lang="ja-JP" altLang="en-US" sz="1000" dirty="0"/>
          </a:p>
        </p:txBody>
      </p:sp>
      <p:sp>
        <p:nvSpPr>
          <p:cNvPr id="2" name="正方形/長方形 1">
            <a:extLst>
              <a:ext uri="{FF2B5EF4-FFF2-40B4-BE49-F238E27FC236}">
                <a16:creationId xmlns:a16="http://schemas.microsoft.com/office/drawing/2014/main" id="{90A6D07F-1E30-482D-8D1F-7F3A1AB2A7F2}"/>
              </a:ext>
            </a:extLst>
          </p:cNvPr>
          <p:cNvSpPr/>
          <p:nvPr/>
        </p:nvSpPr>
        <p:spPr>
          <a:xfrm>
            <a:off x="288234" y="716514"/>
            <a:ext cx="8517836" cy="45719"/>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Google Shape;11;p2">
            <a:extLst>
              <a:ext uri="{FF2B5EF4-FFF2-40B4-BE49-F238E27FC236}">
                <a16:creationId xmlns:a16="http://schemas.microsoft.com/office/drawing/2014/main" id="{76479CBC-2A55-463C-98C0-033C5EA10713}"/>
              </a:ext>
            </a:extLst>
          </p:cNvPr>
          <p:cNvSpPr txBox="1">
            <a:spLocks noGrp="1"/>
          </p:cNvSpPr>
          <p:nvPr>
            <p:ph type="ctrTitle"/>
          </p:nvPr>
        </p:nvSpPr>
        <p:spPr>
          <a:xfrm>
            <a:off x="463550" y="119734"/>
            <a:ext cx="8216900" cy="541192"/>
          </a:xfrm>
          <a:prstGeom prst="rect">
            <a:avLst/>
          </a:prstGeom>
          <a:noFill/>
          <a:ln w="76200" cap="flat" cmpd="sng">
            <a:noFill/>
            <a:prstDash val="solid"/>
            <a:round/>
            <a:headEnd type="none" w="sm" len="sm"/>
            <a:tailEnd type="none" w="sm" len="sm"/>
          </a:ln>
        </p:spPr>
        <p:txBody>
          <a:bodyPr spcFirstLastPara="1" wrap="square" lIns="91425" tIns="91425" rIns="91425" bIns="91425" anchor="ctr" anchorCtr="0">
            <a:noAutofit/>
          </a:bodyPr>
          <a:lstStyle>
            <a:lvl1pPr lvl="0">
              <a:spcBef>
                <a:spcPts val="0"/>
              </a:spcBef>
              <a:spcAft>
                <a:spcPts val="0"/>
              </a:spcAft>
              <a:buClr>
                <a:srgbClr val="111111"/>
              </a:buClr>
              <a:buSzPts val="6000"/>
              <a:buNone/>
              <a:defRPr sz="2400" b="1">
                <a:solidFill>
                  <a:srgbClr val="111111"/>
                </a:solidFill>
                <a:latin typeface="+mj-ea"/>
                <a:ea typeface="+mj-ea"/>
              </a:defRPr>
            </a:lvl1pPr>
            <a:lvl2pPr lvl="1" algn="ctr">
              <a:spcBef>
                <a:spcPts val="0"/>
              </a:spcBef>
              <a:spcAft>
                <a:spcPts val="0"/>
              </a:spcAft>
              <a:buClr>
                <a:srgbClr val="111111"/>
              </a:buClr>
              <a:buSzPts val="6000"/>
              <a:buNone/>
              <a:defRPr sz="6000">
                <a:solidFill>
                  <a:srgbClr val="111111"/>
                </a:solidFill>
              </a:defRPr>
            </a:lvl2pPr>
            <a:lvl3pPr lvl="2" algn="ctr">
              <a:spcBef>
                <a:spcPts val="0"/>
              </a:spcBef>
              <a:spcAft>
                <a:spcPts val="0"/>
              </a:spcAft>
              <a:buClr>
                <a:srgbClr val="111111"/>
              </a:buClr>
              <a:buSzPts val="6000"/>
              <a:buNone/>
              <a:defRPr sz="6000">
                <a:solidFill>
                  <a:srgbClr val="111111"/>
                </a:solidFill>
              </a:defRPr>
            </a:lvl3pPr>
            <a:lvl4pPr lvl="3" algn="ctr">
              <a:spcBef>
                <a:spcPts val="0"/>
              </a:spcBef>
              <a:spcAft>
                <a:spcPts val="0"/>
              </a:spcAft>
              <a:buClr>
                <a:srgbClr val="111111"/>
              </a:buClr>
              <a:buSzPts val="6000"/>
              <a:buNone/>
              <a:defRPr sz="6000">
                <a:solidFill>
                  <a:srgbClr val="111111"/>
                </a:solidFill>
              </a:defRPr>
            </a:lvl4pPr>
            <a:lvl5pPr lvl="4" algn="ctr">
              <a:spcBef>
                <a:spcPts val="0"/>
              </a:spcBef>
              <a:spcAft>
                <a:spcPts val="0"/>
              </a:spcAft>
              <a:buClr>
                <a:srgbClr val="111111"/>
              </a:buClr>
              <a:buSzPts val="6000"/>
              <a:buNone/>
              <a:defRPr sz="6000">
                <a:solidFill>
                  <a:srgbClr val="111111"/>
                </a:solidFill>
              </a:defRPr>
            </a:lvl5pPr>
            <a:lvl6pPr lvl="5" algn="ctr">
              <a:spcBef>
                <a:spcPts val="0"/>
              </a:spcBef>
              <a:spcAft>
                <a:spcPts val="0"/>
              </a:spcAft>
              <a:buClr>
                <a:srgbClr val="111111"/>
              </a:buClr>
              <a:buSzPts val="6000"/>
              <a:buNone/>
              <a:defRPr sz="6000">
                <a:solidFill>
                  <a:srgbClr val="111111"/>
                </a:solidFill>
              </a:defRPr>
            </a:lvl6pPr>
            <a:lvl7pPr lvl="6" algn="ctr">
              <a:spcBef>
                <a:spcPts val="0"/>
              </a:spcBef>
              <a:spcAft>
                <a:spcPts val="0"/>
              </a:spcAft>
              <a:buClr>
                <a:srgbClr val="111111"/>
              </a:buClr>
              <a:buSzPts val="6000"/>
              <a:buNone/>
              <a:defRPr sz="6000">
                <a:solidFill>
                  <a:srgbClr val="111111"/>
                </a:solidFill>
              </a:defRPr>
            </a:lvl7pPr>
            <a:lvl8pPr lvl="7" algn="ctr">
              <a:spcBef>
                <a:spcPts val="0"/>
              </a:spcBef>
              <a:spcAft>
                <a:spcPts val="0"/>
              </a:spcAft>
              <a:buClr>
                <a:srgbClr val="111111"/>
              </a:buClr>
              <a:buSzPts val="6000"/>
              <a:buNone/>
              <a:defRPr sz="6000">
                <a:solidFill>
                  <a:srgbClr val="111111"/>
                </a:solidFill>
              </a:defRPr>
            </a:lvl8pPr>
            <a:lvl9pPr lvl="8" algn="ctr">
              <a:spcBef>
                <a:spcPts val="0"/>
              </a:spcBef>
              <a:spcAft>
                <a:spcPts val="0"/>
              </a:spcAft>
              <a:buClr>
                <a:srgbClr val="111111"/>
              </a:buClr>
              <a:buSzPts val="6000"/>
              <a:buNone/>
              <a:defRPr sz="6000">
                <a:solidFill>
                  <a:srgbClr val="111111"/>
                </a:solidFill>
              </a:defRPr>
            </a:lvl9pPr>
          </a:lstStyle>
          <a:p>
            <a:r>
              <a:rPr lang="ja-JP" altLang="en-US"/>
              <a:t>マスター タイトルの書式設定</a:t>
            </a:r>
            <a:endParaRPr dirty="0"/>
          </a:p>
        </p:txBody>
      </p:sp>
      <p:sp>
        <p:nvSpPr>
          <p:cNvPr id="8" name="Slide Number Placeholder 5">
            <a:extLst>
              <a:ext uri="{FF2B5EF4-FFF2-40B4-BE49-F238E27FC236}">
                <a16:creationId xmlns:a16="http://schemas.microsoft.com/office/drawing/2014/main" id="{B26253D3-AF79-435E-8A26-F2C5838BBE11}"/>
              </a:ext>
            </a:extLst>
          </p:cNvPr>
          <p:cNvSpPr>
            <a:spLocks noGrp="1"/>
          </p:cNvSpPr>
          <p:nvPr>
            <p:ph type="sldNum" sz="quarter" idx="4"/>
          </p:nvPr>
        </p:nvSpPr>
        <p:spPr>
          <a:xfrm>
            <a:off x="218226" y="4862076"/>
            <a:ext cx="630348" cy="254494"/>
          </a:xfrm>
          <a:prstGeom prst="rect">
            <a:avLst/>
          </a:prstGeom>
        </p:spPr>
        <p:txBody>
          <a:bodyPr vert="horz" lIns="91440" tIns="45720" rIns="91440" bIns="45720" rtlCol="0" anchor="ctr"/>
          <a:lstStyle>
            <a:lvl1pPr algn="r">
              <a:defRPr sz="1200">
                <a:solidFill>
                  <a:schemeClr val="tx1"/>
                </a:solidFill>
                <a:latin typeface="+mn-ea"/>
                <a:ea typeface="+mn-ea"/>
              </a:defRPr>
            </a:lvl1pPr>
          </a:lstStyle>
          <a:p>
            <a:fld id="{00000000-1234-1234-1234-123412341234}" type="slidenum">
              <a:rPr lang="en" smtClean="0"/>
              <a:pPr/>
              <a:t>‹#›</a:t>
            </a:fld>
            <a:endParaRPr lang="en" dirty="0"/>
          </a:p>
        </p:txBody>
      </p:sp>
    </p:spTree>
    <p:extLst>
      <p:ext uri="{BB962C8B-B14F-4D97-AF65-F5344CB8AC3E}">
        <p14:creationId xmlns:p14="http://schemas.microsoft.com/office/powerpoint/2010/main" val="10052511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4_目的（ゴール）説明">
    <p:spTree>
      <p:nvGrpSpPr>
        <p:cNvPr id="1" name=""/>
        <p:cNvGrpSpPr/>
        <p:nvPr/>
      </p:nvGrpSpPr>
      <p:grpSpPr>
        <a:xfrm>
          <a:off x="0" y="0"/>
          <a:ext cx="0" cy="0"/>
          <a:chOff x="0" y="0"/>
          <a:chExt cx="0" cy="0"/>
        </a:xfrm>
      </p:grpSpPr>
      <p:sp>
        <p:nvSpPr>
          <p:cNvPr id="14" name="Google Shape;29;p6">
            <a:extLst>
              <a:ext uri="{FF2B5EF4-FFF2-40B4-BE49-F238E27FC236}">
                <a16:creationId xmlns:a16="http://schemas.microsoft.com/office/drawing/2014/main" id="{A74E07ED-793A-47BC-9995-2F522B5734B6}"/>
              </a:ext>
            </a:extLst>
          </p:cNvPr>
          <p:cNvSpPr/>
          <p:nvPr/>
        </p:nvSpPr>
        <p:spPr>
          <a:xfrm>
            <a:off x="1169100" y="721350"/>
            <a:ext cx="7441500" cy="3873600"/>
          </a:xfrm>
          <a:prstGeom prst="rect">
            <a:avLst/>
          </a:prstGeom>
          <a:solidFill>
            <a:srgbClr val="EFEF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31;p6">
            <a:extLst>
              <a:ext uri="{FF2B5EF4-FFF2-40B4-BE49-F238E27FC236}">
                <a16:creationId xmlns:a16="http://schemas.microsoft.com/office/drawing/2014/main" id="{349B234C-1DFB-4D56-85F2-7F22E4DDDCB8}"/>
              </a:ext>
            </a:extLst>
          </p:cNvPr>
          <p:cNvSpPr txBox="1">
            <a:spLocks noGrp="1"/>
          </p:cNvSpPr>
          <p:nvPr>
            <p:ph type="body" idx="1"/>
          </p:nvPr>
        </p:nvSpPr>
        <p:spPr>
          <a:xfrm>
            <a:off x="3012774" y="1052499"/>
            <a:ext cx="5737526" cy="492522"/>
          </a:xfrm>
          <a:prstGeom prst="rect">
            <a:avLst/>
          </a:prstGeom>
        </p:spPr>
        <p:txBody>
          <a:bodyPr spcFirstLastPara="1" wrap="square" lIns="91425" tIns="91425" rIns="91425" bIns="91425" anchor="t" anchorCtr="0">
            <a:noAutofit/>
          </a:bodyPr>
          <a:lstStyle>
            <a:lvl1pPr marL="101600" lvl="0" indent="0">
              <a:spcBef>
                <a:spcPts val="600"/>
              </a:spcBef>
              <a:spcAft>
                <a:spcPts val="0"/>
              </a:spcAft>
              <a:buSzPts val="2000"/>
              <a:buNone/>
              <a:defRPr sz="1800" b="1">
                <a:latin typeface="+mj-ea"/>
                <a:ea typeface="+mj-ea"/>
              </a:defRPr>
            </a:lvl1pPr>
            <a:lvl2pPr marL="914400" lvl="1" indent="-355600">
              <a:spcBef>
                <a:spcPts val="0"/>
              </a:spcBef>
              <a:spcAft>
                <a:spcPts val="0"/>
              </a:spcAft>
              <a:buSzPts val="2000"/>
              <a:buChar char="■"/>
              <a:defRPr sz="2000"/>
            </a:lvl2pPr>
            <a:lvl3pPr marL="1371600" lvl="2" indent="-355600">
              <a:spcBef>
                <a:spcPts val="0"/>
              </a:spcBef>
              <a:spcAft>
                <a:spcPts val="0"/>
              </a:spcAft>
              <a:buSzPts val="2000"/>
              <a:buChar char="▣"/>
              <a:defRPr sz="2000"/>
            </a:lvl3pPr>
            <a:lvl4pPr marL="1828800" lvl="3" indent="-355600">
              <a:spcBef>
                <a:spcPts val="0"/>
              </a:spcBef>
              <a:spcAft>
                <a:spcPts val="0"/>
              </a:spcAft>
              <a:buSzPts val="2000"/>
              <a:buChar char="●"/>
              <a:defRPr sz="2000"/>
            </a:lvl4pPr>
            <a:lvl5pPr marL="2286000" lvl="4" indent="-355600">
              <a:spcBef>
                <a:spcPts val="0"/>
              </a:spcBef>
              <a:spcAft>
                <a:spcPts val="0"/>
              </a:spcAft>
              <a:buSzPts val="2000"/>
              <a:buChar char="○"/>
              <a:defRPr sz="2000"/>
            </a:lvl5pPr>
            <a:lvl6pPr marL="2743200" lvl="5" indent="-355600">
              <a:spcBef>
                <a:spcPts val="0"/>
              </a:spcBef>
              <a:spcAft>
                <a:spcPts val="0"/>
              </a:spcAft>
              <a:buSzPts val="2000"/>
              <a:buChar char="■"/>
              <a:defRPr sz="2000"/>
            </a:lvl6pPr>
            <a:lvl7pPr marL="3200400" lvl="6" indent="-355600">
              <a:spcBef>
                <a:spcPts val="0"/>
              </a:spcBef>
              <a:spcAft>
                <a:spcPts val="0"/>
              </a:spcAft>
              <a:buSzPts val="2000"/>
              <a:buChar char="●"/>
              <a:defRPr sz="2000"/>
            </a:lvl7pPr>
            <a:lvl8pPr marL="3657600" lvl="7" indent="-355600">
              <a:spcBef>
                <a:spcPts val="0"/>
              </a:spcBef>
              <a:spcAft>
                <a:spcPts val="0"/>
              </a:spcAft>
              <a:buSzPts val="2000"/>
              <a:buChar char="○"/>
              <a:defRPr sz="2000"/>
            </a:lvl8pPr>
            <a:lvl9pPr marL="4114800" lvl="8" indent="-355600">
              <a:spcBef>
                <a:spcPts val="0"/>
              </a:spcBef>
              <a:spcAft>
                <a:spcPts val="0"/>
              </a:spcAft>
              <a:buSzPts val="2000"/>
              <a:buChar char="■"/>
              <a:defRPr sz="2000"/>
            </a:lvl9pPr>
          </a:lstStyle>
          <a:p>
            <a:pPr lvl="0"/>
            <a:r>
              <a:rPr lang="ja-JP" altLang="en-US"/>
              <a:t>マスター テキストの書式設定</a:t>
            </a:r>
          </a:p>
        </p:txBody>
      </p:sp>
      <p:sp>
        <p:nvSpPr>
          <p:cNvPr id="21" name="Google Shape;11;p2">
            <a:extLst>
              <a:ext uri="{FF2B5EF4-FFF2-40B4-BE49-F238E27FC236}">
                <a16:creationId xmlns:a16="http://schemas.microsoft.com/office/drawing/2014/main" id="{4CDCFD0E-7374-4B63-ACC3-11623A16F8C6}"/>
              </a:ext>
            </a:extLst>
          </p:cNvPr>
          <p:cNvSpPr txBox="1">
            <a:spLocks noGrp="1"/>
          </p:cNvSpPr>
          <p:nvPr>
            <p:ph type="ctrTitle"/>
          </p:nvPr>
        </p:nvSpPr>
        <p:spPr>
          <a:xfrm>
            <a:off x="532800" y="554400"/>
            <a:ext cx="2106000" cy="1256400"/>
          </a:xfrm>
          <a:prstGeom prst="rect">
            <a:avLst/>
          </a:prstGeom>
          <a:ln w="76200" cap="flat" cmpd="sng">
            <a:solidFill>
              <a:srgbClr val="FF0000"/>
            </a:solidFill>
            <a:prstDash val="solid"/>
            <a:round/>
            <a:headEnd type="none" w="sm" len="sm"/>
            <a:tailEnd type="none" w="sm" len="sm"/>
          </a:ln>
        </p:spPr>
        <p:txBody>
          <a:bodyPr spcFirstLastPara="1" wrap="square" lIns="91425" tIns="91425" rIns="91425" bIns="91425" anchor="b" anchorCtr="0">
            <a:noAutofit/>
          </a:bodyPr>
          <a:lstStyle>
            <a:lvl1pPr lvl="0">
              <a:spcBef>
                <a:spcPts val="0"/>
              </a:spcBef>
              <a:spcAft>
                <a:spcPts val="0"/>
              </a:spcAft>
              <a:buClr>
                <a:srgbClr val="111111"/>
              </a:buClr>
              <a:buSzPts val="6000"/>
              <a:buNone/>
              <a:defRPr sz="2400" b="1">
                <a:solidFill>
                  <a:srgbClr val="111111"/>
                </a:solidFill>
                <a:latin typeface="+mj-ea"/>
                <a:ea typeface="+mj-ea"/>
              </a:defRPr>
            </a:lvl1pPr>
            <a:lvl2pPr lvl="1" algn="ctr">
              <a:spcBef>
                <a:spcPts val="0"/>
              </a:spcBef>
              <a:spcAft>
                <a:spcPts val="0"/>
              </a:spcAft>
              <a:buClr>
                <a:srgbClr val="111111"/>
              </a:buClr>
              <a:buSzPts val="6000"/>
              <a:buNone/>
              <a:defRPr sz="6000">
                <a:solidFill>
                  <a:srgbClr val="111111"/>
                </a:solidFill>
              </a:defRPr>
            </a:lvl2pPr>
            <a:lvl3pPr lvl="2" algn="ctr">
              <a:spcBef>
                <a:spcPts val="0"/>
              </a:spcBef>
              <a:spcAft>
                <a:spcPts val="0"/>
              </a:spcAft>
              <a:buClr>
                <a:srgbClr val="111111"/>
              </a:buClr>
              <a:buSzPts val="6000"/>
              <a:buNone/>
              <a:defRPr sz="6000">
                <a:solidFill>
                  <a:srgbClr val="111111"/>
                </a:solidFill>
              </a:defRPr>
            </a:lvl3pPr>
            <a:lvl4pPr lvl="3" algn="ctr">
              <a:spcBef>
                <a:spcPts val="0"/>
              </a:spcBef>
              <a:spcAft>
                <a:spcPts val="0"/>
              </a:spcAft>
              <a:buClr>
                <a:srgbClr val="111111"/>
              </a:buClr>
              <a:buSzPts val="6000"/>
              <a:buNone/>
              <a:defRPr sz="6000">
                <a:solidFill>
                  <a:srgbClr val="111111"/>
                </a:solidFill>
              </a:defRPr>
            </a:lvl4pPr>
            <a:lvl5pPr lvl="4" algn="ctr">
              <a:spcBef>
                <a:spcPts val="0"/>
              </a:spcBef>
              <a:spcAft>
                <a:spcPts val="0"/>
              </a:spcAft>
              <a:buClr>
                <a:srgbClr val="111111"/>
              </a:buClr>
              <a:buSzPts val="6000"/>
              <a:buNone/>
              <a:defRPr sz="6000">
                <a:solidFill>
                  <a:srgbClr val="111111"/>
                </a:solidFill>
              </a:defRPr>
            </a:lvl5pPr>
            <a:lvl6pPr lvl="5" algn="ctr">
              <a:spcBef>
                <a:spcPts val="0"/>
              </a:spcBef>
              <a:spcAft>
                <a:spcPts val="0"/>
              </a:spcAft>
              <a:buClr>
                <a:srgbClr val="111111"/>
              </a:buClr>
              <a:buSzPts val="6000"/>
              <a:buNone/>
              <a:defRPr sz="6000">
                <a:solidFill>
                  <a:srgbClr val="111111"/>
                </a:solidFill>
              </a:defRPr>
            </a:lvl6pPr>
            <a:lvl7pPr lvl="6" algn="ctr">
              <a:spcBef>
                <a:spcPts val="0"/>
              </a:spcBef>
              <a:spcAft>
                <a:spcPts val="0"/>
              </a:spcAft>
              <a:buClr>
                <a:srgbClr val="111111"/>
              </a:buClr>
              <a:buSzPts val="6000"/>
              <a:buNone/>
              <a:defRPr sz="6000">
                <a:solidFill>
                  <a:srgbClr val="111111"/>
                </a:solidFill>
              </a:defRPr>
            </a:lvl7pPr>
            <a:lvl8pPr lvl="7" algn="ctr">
              <a:spcBef>
                <a:spcPts val="0"/>
              </a:spcBef>
              <a:spcAft>
                <a:spcPts val="0"/>
              </a:spcAft>
              <a:buClr>
                <a:srgbClr val="111111"/>
              </a:buClr>
              <a:buSzPts val="6000"/>
              <a:buNone/>
              <a:defRPr sz="6000">
                <a:solidFill>
                  <a:srgbClr val="111111"/>
                </a:solidFill>
              </a:defRPr>
            </a:lvl8pPr>
            <a:lvl9pPr lvl="8" algn="ctr">
              <a:spcBef>
                <a:spcPts val="0"/>
              </a:spcBef>
              <a:spcAft>
                <a:spcPts val="0"/>
              </a:spcAft>
              <a:buClr>
                <a:srgbClr val="111111"/>
              </a:buClr>
              <a:buSzPts val="6000"/>
              <a:buNone/>
              <a:defRPr sz="6000">
                <a:solidFill>
                  <a:srgbClr val="111111"/>
                </a:solidFill>
              </a:defRPr>
            </a:lvl9pPr>
          </a:lstStyle>
          <a:p>
            <a:r>
              <a:rPr lang="ja-JP" altLang="en-US"/>
              <a:t>マスター タイトルの書式設定</a:t>
            </a:r>
            <a:endParaRPr dirty="0"/>
          </a:p>
        </p:txBody>
      </p:sp>
      <p:sp>
        <p:nvSpPr>
          <p:cNvPr id="8" name="フッター プレースホルダー 4">
            <a:extLst>
              <a:ext uri="{FF2B5EF4-FFF2-40B4-BE49-F238E27FC236}">
                <a16:creationId xmlns:a16="http://schemas.microsoft.com/office/drawing/2014/main" id="{5411CB1A-517E-4F96-915E-DE4AE6808BBB}"/>
              </a:ext>
            </a:extLst>
          </p:cNvPr>
          <p:cNvSpPr>
            <a:spLocks noGrp="1"/>
          </p:cNvSpPr>
          <p:nvPr>
            <p:ph type="ftr" sz="quarter" idx="11"/>
          </p:nvPr>
        </p:nvSpPr>
        <p:spPr>
          <a:xfrm>
            <a:off x="3028950" y="4866125"/>
            <a:ext cx="3086100" cy="254493"/>
          </a:xfrm>
          <a:prstGeom prst="rect">
            <a:avLst/>
          </a:prstGeom>
        </p:spPr>
        <p:txBody>
          <a:bodyPr/>
          <a:lstStyle>
            <a:lvl1pPr>
              <a:defRPr sz="1000">
                <a:solidFill>
                  <a:schemeClr val="tx1"/>
                </a:solidFill>
                <a:latin typeface="+mn-ea"/>
                <a:ea typeface="+mn-ea"/>
              </a:defRPr>
            </a:lvl1pPr>
          </a:lstStyle>
          <a:p>
            <a:r>
              <a:rPr kumimoji="1" lang="en-US" altLang="ja-JP" dirty="0"/>
              <a:t>copyright ©ITCollege All Rights Reserved</a:t>
            </a:r>
            <a:endParaRPr kumimoji="1" lang="ja-JP" altLang="en-US" dirty="0"/>
          </a:p>
        </p:txBody>
      </p:sp>
      <p:sp>
        <p:nvSpPr>
          <p:cNvPr id="10" name="スライド番号プレースホルダー 5">
            <a:extLst>
              <a:ext uri="{FF2B5EF4-FFF2-40B4-BE49-F238E27FC236}">
                <a16:creationId xmlns:a16="http://schemas.microsoft.com/office/drawing/2014/main" id="{EBD5A350-429E-4728-837A-23AEE75F4424}"/>
              </a:ext>
            </a:extLst>
          </p:cNvPr>
          <p:cNvSpPr>
            <a:spLocks noGrp="1"/>
          </p:cNvSpPr>
          <p:nvPr>
            <p:ph type="sldNum" sz="quarter" idx="12"/>
          </p:nvPr>
        </p:nvSpPr>
        <p:spPr>
          <a:xfrm>
            <a:off x="218226" y="4862076"/>
            <a:ext cx="630348" cy="254494"/>
          </a:xfrm>
          <a:prstGeom prst="rect">
            <a:avLst/>
          </a:prstGeom>
        </p:spPr>
        <p:txBody>
          <a:bodyPr/>
          <a:lstStyle>
            <a:lvl1pPr>
              <a:defRPr sz="1200">
                <a:solidFill>
                  <a:schemeClr val="tx1"/>
                </a:solidFill>
                <a:latin typeface="+mn-ea"/>
                <a:ea typeface="+mn-ea"/>
              </a:defRPr>
            </a:lvl1pPr>
          </a:lstStyle>
          <a:p>
            <a:fld id="{00000000-1234-1234-1234-123412341234}" type="slidenum">
              <a:rPr lang="en" smtClean="0"/>
              <a:pPr/>
              <a:t>‹#›</a:t>
            </a:fld>
            <a:endParaRPr lang="en" dirty="0"/>
          </a:p>
        </p:txBody>
      </p:sp>
      <p:sp>
        <p:nvSpPr>
          <p:cNvPr id="3" name="テキスト プレースホルダー 2">
            <a:extLst>
              <a:ext uri="{FF2B5EF4-FFF2-40B4-BE49-F238E27FC236}">
                <a16:creationId xmlns:a16="http://schemas.microsoft.com/office/drawing/2014/main" id="{92BAECFF-3D25-4718-A9CC-CA9D36F0CD07}"/>
              </a:ext>
            </a:extLst>
          </p:cNvPr>
          <p:cNvSpPr>
            <a:spLocks noGrp="1"/>
          </p:cNvSpPr>
          <p:nvPr>
            <p:ph type="body" sz="quarter" idx="14"/>
          </p:nvPr>
        </p:nvSpPr>
        <p:spPr>
          <a:xfrm>
            <a:off x="3012774" y="1629908"/>
            <a:ext cx="5737526" cy="3051421"/>
          </a:xfrm>
        </p:spPr>
        <p:txBody>
          <a:bodyPr/>
          <a:lstStyle>
            <a:lvl1pPr>
              <a:buSzPct val="143000"/>
              <a:buFont typeface="+mj-lt"/>
              <a:buAutoNum type="arabicPeriod"/>
              <a:defRPr/>
            </a:lvl1pPr>
            <a:lvl2pPr>
              <a:buSzPct val="143000"/>
              <a:buFont typeface="+mj-lt"/>
              <a:buAutoNum type="arabicPeriod"/>
              <a:defRPr/>
            </a:lvl2pPr>
            <a:lvl3pPr>
              <a:buSzPct val="143000"/>
              <a:buFont typeface="+mj-lt"/>
              <a:buAutoNum type="arabicPeriod"/>
              <a:defRPr/>
            </a:lvl3pPr>
            <a:lvl4pPr>
              <a:buSzPct val="143000"/>
              <a:buFont typeface="+mj-lt"/>
              <a:buAutoNum type="arabicPeriod"/>
              <a:defRPr/>
            </a:lvl4pPr>
            <a:lvl5pPr>
              <a:buSzPct val="143000"/>
              <a:buFont typeface="+mj-lt"/>
              <a:buAutoNum type="arabicPeriod"/>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Tree>
    <p:extLst>
      <p:ext uri="{BB962C8B-B14F-4D97-AF65-F5344CB8AC3E}">
        <p14:creationId xmlns:p14="http://schemas.microsoft.com/office/powerpoint/2010/main" val="29444320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63550" y="119734"/>
            <a:ext cx="8216900" cy="541192"/>
          </a:xfrm>
          <a:prstGeom prst="rect">
            <a:avLst/>
          </a:prstGeom>
        </p:spPr>
        <p:txBody>
          <a:bodyPr vert="horz" lIns="91440" tIns="45720" rIns="91440" bIns="45720" rtlCol="0" anchor="ctr">
            <a:normAutofit/>
          </a:bodyPr>
          <a:lstStyle/>
          <a:p>
            <a:r>
              <a:rPr lang="ja-JP" altLang="en-US" dirty="0"/>
              <a:t>マスター タイトルの書式設定</a:t>
            </a:r>
            <a:endParaRPr lang="en-US" dirty="0"/>
          </a:p>
        </p:txBody>
      </p:sp>
      <p:sp>
        <p:nvSpPr>
          <p:cNvPr id="3" name="Text Placeholder 2"/>
          <p:cNvSpPr>
            <a:spLocks noGrp="1"/>
          </p:cNvSpPr>
          <p:nvPr>
            <p:ph type="body" idx="1"/>
          </p:nvPr>
        </p:nvSpPr>
        <p:spPr>
          <a:xfrm>
            <a:off x="462876" y="859490"/>
            <a:ext cx="8216900" cy="3924597"/>
          </a:xfrm>
          <a:prstGeom prst="rect">
            <a:avLst/>
          </a:prstGeom>
        </p:spPr>
        <p:txBody>
          <a:bodyPr vert="horz" lIns="91440" tIns="45720" rIns="91440" bIns="45720" rtlCol="0">
            <a:noAutofit/>
          </a:bodyPr>
          <a:lstStyle/>
          <a:p>
            <a:pPr lvl="0"/>
            <a:r>
              <a:rPr lang="ja-JP" altLang="en-US" dirty="0"/>
              <a:t>マスター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endParaRPr lang="en-US" dirty="0"/>
          </a:p>
        </p:txBody>
      </p:sp>
      <p:sp>
        <p:nvSpPr>
          <p:cNvPr id="5" name="Footer Placeholder 4"/>
          <p:cNvSpPr>
            <a:spLocks noGrp="1"/>
          </p:cNvSpPr>
          <p:nvPr>
            <p:ph type="ftr" sz="quarter" idx="3"/>
          </p:nvPr>
        </p:nvSpPr>
        <p:spPr>
          <a:xfrm>
            <a:off x="3028950" y="4866125"/>
            <a:ext cx="3086100" cy="254493"/>
          </a:xfrm>
          <a:prstGeom prst="rect">
            <a:avLst/>
          </a:prstGeom>
        </p:spPr>
        <p:txBody>
          <a:bodyPr vert="horz" lIns="91440" tIns="45720" rIns="91440" bIns="45720" rtlCol="0" anchor="ctr"/>
          <a:lstStyle>
            <a:lvl1pPr algn="ctr">
              <a:defRPr sz="1000" baseline="0">
                <a:solidFill>
                  <a:schemeClr val="tx1"/>
                </a:solidFill>
                <a:latin typeface="+mn-lt"/>
                <a:ea typeface="+mn-ea"/>
              </a:defRPr>
            </a:lvl1pPr>
          </a:lstStyle>
          <a:p>
            <a:r>
              <a:rPr kumimoji="1" lang="en-US" altLang="ja-JP"/>
              <a:t>copyright ©ITCollege All Rights Reserved</a:t>
            </a:r>
            <a:endParaRPr kumimoji="1" lang="ja-JP" altLang="en-US" dirty="0">
              <a:latin typeface="+mn-ea"/>
            </a:endParaRPr>
          </a:p>
        </p:txBody>
      </p:sp>
      <p:sp>
        <p:nvSpPr>
          <p:cNvPr id="6" name="Slide Number Placeholder 5"/>
          <p:cNvSpPr>
            <a:spLocks noGrp="1"/>
          </p:cNvSpPr>
          <p:nvPr>
            <p:ph type="sldNum" sz="quarter" idx="4"/>
          </p:nvPr>
        </p:nvSpPr>
        <p:spPr>
          <a:xfrm>
            <a:off x="218226" y="4862076"/>
            <a:ext cx="630348" cy="254494"/>
          </a:xfrm>
          <a:prstGeom prst="rect">
            <a:avLst/>
          </a:prstGeom>
        </p:spPr>
        <p:txBody>
          <a:bodyPr vert="horz" lIns="91440" tIns="45720" rIns="91440" bIns="45720" rtlCol="0" anchor="ctr"/>
          <a:lstStyle>
            <a:lvl1pPr algn="r">
              <a:defRPr sz="1200" baseline="0">
                <a:solidFill>
                  <a:schemeClr val="tx1"/>
                </a:solidFill>
                <a:latin typeface="+mn-lt"/>
                <a:ea typeface="+mn-ea"/>
              </a:defRPr>
            </a:lvl1pPr>
          </a:lstStyle>
          <a:p>
            <a:fld id="{00000000-1234-1234-1234-123412341234}" type="slidenum">
              <a:rPr lang="en" smtClean="0"/>
              <a:pPr/>
              <a:t>‹#›</a:t>
            </a:fld>
            <a:endParaRPr lang="en" dirty="0">
              <a:latin typeface="+mn-ea"/>
            </a:endParaRPr>
          </a:p>
        </p:txBody>
      </p:sp>
    </p:spTree>
    <p:extLst>
      <p:ext uri="{BB962C8B-B14F-4D97-AF65-F5344CB8AC3E}">
        <p14:creationId xmlns:p14="http://schemas.microsoft.com/office/powerpoint/2010/main" val="2644497443"/>
      </p:ext>
    </p:extLst>
  </p:cSld>
  <p:clrMap bg1="lt1" tx1="dk1" bg2="lt2" tx2="dk2" accent1="accent1" accent2="accent2" accent3="accent3" accent4="accent4" accent5="accent5" accent6="accent6" hlink="hlink" folHlink="folHlink"/>
  <p:sldLayoutIdLst>
    <p:sldLayoutId id="2147483666" r:id="rId1"/>
    <p:sldLayoutId id="2147483667" r:id="rId2"/>
    <p:sldLayoutId id="2147483668" r:id="rId3"/>
    <p:sldLayoutId id="2147483669" r:id="rId4"/>
    <p:sldLayoutId id="2147483670" r:id="rId5"/>
    <p:sldLayoutId id="2147483671" r:id="rId6"/>
    <p:sldLayoutId id="2147483672" r:id="rId7"/>
    <p:sldLayoutId id="2147483660" r:id="rId8"/>
    <p:sldLayoutId id="2147483661" r:id="rId9"/>
    <p:sldLayoutId id="2147483663" r:id="rId10"/>
    <p:sldLayoutId id="2147483662" r:id="rId11"/>
  </p:sldLayoutIdLst>
  <p:transition>
    <p:fade thruBlk="1"/>
  </p:transition>
  <p:hf hdr="0" dt="0"/>
  <p:txStyles>
    <p:titleStyle>
      <a:lvl1pPr algn="l" defTabSz="685800" rtl="0" eaLnBrk="1" latinLnBrk="0" hangingPunct="1">
        <a:lnSpc>
          <a:spcPct val="90000"/>
        </a:lnSpc>
        <a:spcBef>
          <a:spcPct val="0"/>
        </a:spcBef>
        <a:buNone/>
        <a:defRPr kumimoji="1" sz="2400" b="1" kern="1200" baseline="0">
          <a:solidFill>
            <a:schemeClr val="tx1"/>
          </a:solidFill>
          <a:latin typeface="+mj-lt"/>
          <a:ea typeface="+mj-ea"/>
          <a:cs typeface="+mj-cs"/>
        </a:defRPr>
      </a:lvl1pPr>
    </p:titleStyle>
    <p:body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p:bodyStyle>
    <p:otherStyle>
      <a:defPPr>
        <a:defRPr lang="en-US"/>
      </a:defPPr>
      <a:lvl1pPr marL="0" algn="l" defTabSz="685800" rtl="0" eaLnBrk="1" latinLnBrk="0" hangingPunct="1">
        <a:defRPr kumimoji="1" sz="1350" kern="1200">
          <a:solidFill>
            <a:schemeClr val="tx1"/>
          </a:solidFill>
          <a:latin typeface="+mn-lt"/>
          <a:ea typeface="+mn-ea"/>
          <a:cs typeface="+mn-cs"/>
        </a:defRPr>
      </a:lvl1pPr>
      <a:lvl2pPr marL="342900" algn="l" defTabSz="685800" rtl="0" eaLnBrk="1" latinLnBrk="0" hangingPunct="1">
        <a:defRPr kumimoji="1" sz="1350" kern="1200">
          <a:solidFill>
            <a:schemeClr val="tx1"/>
          </a:solidFill>
          <a:latin typeface="+mn-lt"/>
          <a:ea typeface="+mn-ea"/>
          <a:cs typeface="+mn-cs"/>
        </a:defRPr>
      </a:lvl2pPr>
      <a:lvl3pPr marL="685800" algn="l" defTabSz="685800" rtl="0" eaLnBrk="1" latinLnBrk="0" hangingPunct="1">
        <a:defRPr kumimoji="1" sz="1350" kern="1200">
          <a:solidFill>
            <a:schemeClr val="tx1"/>
          </a:solidFill>
          <a:latin typeface="+mn-lt"/>
          <a:ea typeface="+mn-ea"/>
          <a:cs typeface="+mn-cs"/>
        </a:defRPr>
      </a:lvl3pPr>
      <a:lvl4pPr marL="1028700" algn="l" defTabSz="685800" rtl="0" eaLnBrk="1" latinLnBrk="0" hangingPunct="1">
        <a:defRPr kumimoji="1" sz="1350" kern="1200">
          <a:solidFill>
            <a:schemeClr val="tx1"/>
          </a:solidFill>
          <a:latin typeface="+mn-lt"/>
          <a:ea typeface="+mn-ea"/>
          <a:cs typeface="+mn-cs"/>
        </a:defRPr>
      </a:lvl4pPr>
      <a:lvl5pPr marL="1371600" algn="l" defTabSz="685800" rtl="0" eaLnBrk="1" latinLnBrk="0" hangingPunct="1">
        <a:defRPr kumimoji="1" sz="1350" kern="1200">
          <a:solidFill>
            <a:schemeClr val="tx1"/>
          </a:solidFill>
          <a:latin typeface="+mn-lt"/>
          <a:ea typeface="+mn-ea"/>
          <a:cs typeface="+mn-cs"/>
        </a:defRPr>
      </a:lvl5pPr>
      <a:lvl6pPr marL="1714500" algn="l" defTabSz="685800" rtl="0" eaLnBrk="1" latinLnBrk="0" hangingPunct="1">
        <a:defRPr kumimoji="1" sz="1350" kern="1200">
          <a:solidFill>
            <a:schemeClr val="tx1"/>
          </a:solidFill>
          <a:latin typeface="+mn-lt"/>
          <a:ea typeface="+mn-ea"/>
          <a:cs typeface="+mn-cs"/>
        </a:defRPr>
      </a:lvl6pPr>
      <a:lvl7pPr marL="2057400" algn="l" defTabSz="685800" rtl="0" eaLnBrk="1" latinLnBrk="0" hangingPunct="1">
        <a:defRPr kumimoji="1" sz="1350" kern="1200">
          <a:solidFill>
            <a:schemeClr val="tx1"/>
          </a:solidFill>
          <a:latin typeface="+mn-lt"/>
          <a:ea typeface="+mn-ea"/>
          <a:cs typeface="+mn-cs"/>
        </a:defRPr>
      </a:lvl7pPr>
      <a:lvl8pPr marL="2400300" algn="l" defTabSz="685800" rtl="0" eaLnBrk="1" latinLnBrk="0" hangingPunct="1">
        <a:defRPr kumimoji="1" sz="1350" kern="1200">
          <a:solidFill>
            <a:schemeClr val="tx1"/>
          </a:solidFill>
          <a:latin typeface="+mn-lt"/>
          <a:ea typeface="+mn-ea"/>
          <a:cs typeface="+mn-cs"/>
        </a:defRPr>
      </a:lvl8pPr>
      <a:lvl9pPr marL="2743200" algn="l" defTabSz="685800" rtl="0" eaLnBrk="1" latinLnBrk="0" hangingPunct="1">
        <a:defRPr kumimoji="1"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CC13309E-1E83-61D3-9195-1FC38B2D9D39}"/>
            </a:ext>
          </a:extLst>
        </p:cNvPr>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5524438-F2E8-8E7D-4E3C-460CF03ABED5}"/>
              </a:ext>
            </a:extLst>
          </p:cNvPr>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a:ln>
                  <a:noFill/>
                </a:ln>
                <a:solidFill>
                  <a:prstClr val="black"/>
                </a:solidFill>
                <a:effectLst/>
                <a:uLnTx/>
                <a:uFillTx/>
                <a:latin typeface="MyricaM M"/>
                <a:ea typeface="BIZ UDゴシック"/>
                <a:cs typeface="+mn-cs"/>
              </a:rPr>
              <a:t>copyright ©ITCollege All Rights Reserved</a:t>
            </a:r>
            <a:endParaRPr kumimoji="1" lang="ja-JP" altLang="en-US" sz="1000" b="0" i="0" u="none" strike="noStrike" kern="1200" cap="none" spc="0" normalizeH="0" baseline="0" noProof="0">
              <a:ln>
                <a:noFill/>
              </a:ln>
              <a:solidFill>
                <a:prstClr val="black"/>
              </a:solidFill>
              <a:effectLst/>
              <a:uLnTx/>
              <a:uFillTx/>
              <a:latin typeface="MyricaM M"/>
              <a:ea typeface="BIZ UDゴシック"/>
              <a:cs typeface="+mn-cs"/>
            </a:endParaRPr>
          </a:p>
        </p:txBody>
      </p:sp>
      <p:sp>
        <p:nvSpPr>
          <p:cNvPr id="6" name="タイトル 5">
            <a:extLst>
              <a:ext uri="{FF2B5EF4-FFF2-40B4-BE49-F238E27FC236}">
                <a16:creationId xmlns:a16="http://schemas.microsoft.com/office/drawing/2014/main" id="{A0C36208-17CA-62F4-2B27-D9BF222078AE}"/>
              </a:ext>
            </a:extLst>
          </p:cNvPr>
          <p:cNvSpPr>
            <a:spLocks noGrp="1"/>
          </p:cNvSpPr>
          <p:nvPr>
            <p:ph type="ctrTitle"/>
          </p:nvPr>
        </p:nvSpPr>
        <p:spPr/>
        <p:txBody>
          <a:bodyPr/>
          <a:lstStyle/>
          <a:p>
            <a:r>
              <a:rPr lang="ja-JP" altLang="en-US" dirty="0"/>
              <a:t>改訂履歴</a:t>
            </a:r>
          </a:p>
        </p:txBody>
      </p:sp>
      <p:sp>
        <p:nvSpPr>
          <p:cNvPr id="3" name="スライド番号プレースホルダー 2">
            <a:extLst>
              <a:ext uri="{FF2B5EF4-FFF2-40B4-BE49-F238E27FC236}">
                <a16:creationId xmlns:a16="http://schemas.microsoft.com/office/drawing/2014/main" id="{24D226EF-CD34-9907-6261-58249F153993}"/>
              </a:ext>
            </a:extLst>
          </p:cNvPr>
          <p:cNvSpPr>
            <a:spLocks noGrp="1"/>
          </p:cNvSpPr>
          <p:nvPr>
            <p:ph type="sldNum" sz="quarter" idx="4"/>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EC4605C-D4BC-457C-A820-CB9DC8935472}" type="slidenum">
              <a:rPr kumimoji="1" lang="ja-JP" altLang="en-US" sz="1200" b="0" i="0" u="none" strike="noStrike" kern="1200" cap="none" spc="0" normalizeH="0" baseline="0" noProof="0" smtClean="0">
                <a:ln>
                  <a:noFill/>
                </a:ln>
                <a:solidFill>
                  <a:prstClr val="black"/>
                </a:solidFill>
                <a:effectLst/>
                <a:uLnTx/>
                <a:uFillTx/>
                <a:latin typeface="MyricaM M"/>
                <a:ea typeface="BIZ UDゴシック"/>
                <a:cs typeface="+mn-cs"/>
              </a:rPr>
              <a:pPr marL="0" marR="0" lvl="0" indent="0" algn="r" defTabSz="457200" rtl="0" eaLnBrk="1" fontAlgn="auto" latinLnBrk="0" hangingPunct="1">
                <a:lnSpc>
                  <a:spcPct val="100000"/>
                </a:lnSpc>
                <a:spcBef>
                  <a:spcPts val="0"/>
                </a:spcBef>
                <a:spcAft>
                  <a:spcPts val="0"/>
                </a:spcAft>
                <a:buClrTx/>
                <a:buSzTx/>
                <a:buFontTx/>
                <a:buNone/>
                <a:tabLst/>
                <a:defRPr/>
              </a:pPr>
              <a:t>0</a:t>
            </a:fld>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p:txBody>
      </p:sp>
      <p:graphicFrame>
        <p:nvGraphicFramePr>
          <p:cNvPr id="17" name="表 16">
            <a:extLst>
              <a:ext uri="{FF2B5EF4-FFF2-40B4-BE49-F238E27FC236}">
                <a16:creationId xmlns:a16="http://schemas.microsoft.com/office/drawing/2014/main" id="{DE01C969-FD9C-BD07-E7D3-1588174D5D94}"/>
              </a:ext>
            </a:extLst>
          </p:cNvPr>
          <p:cNvGraphicFramePr>
            <a:graphicFrameLocks noGrp="1"/>
          </p:cNvGraphicFramePr>
          <p:nvPr/>
        </p:nvGraphicFramePr>
        <p:xfrm>
          <a:off x="463550" y="992754"/>
          <a:ext cx="8143556" cy="3721859"/>
        </p:xfrm>
        <a:graphic>
          <a:graphicData uri="http://schemas.openxmlformats.org/drawingml/2006/table">
            <a:tbl>
              <a:tblPr firstRow="1" bandRow="1">
                <a:tableStyleId>{CDAC1B92-06B8-4DD9-B31C-A81573C5778B}</a:tableStyleId>
              </a:tblPr>
              <a:tblGrid>
                <a:gridCol w="1231026">
                  <a:extLst>
                    <a:ext uri="{9D8B030D-6E8A-4147-A177-3AD203B41FA5}">
                      <a16:colId xmlns:a16="http://schemas.microsoft.com/office/drawing/2014/main" val="3251459634"/>
                    </a:ext>
                  </a:extLst>
                </a:gridCol>
                <a:gridCol w="1442907">
                  <a:extLst>
                    <a:ext uri="{9D8B030D-6E8A-4147-A177-3AD203B41FA5}">
                      <a16:colId xmlns:a16="http://schemas.microsoft.com/office/drawing/2014/main" val="2128131194"/>
                    </a:ext>
                  </a:extLst>
                </a:gridCol>
                <a:gridCol w="1459684">
                  <a:extLst>
                    <a:ext uri="{9D8B030D-6E8A-4147-A177-3AD203B41FA5}">
                      <a16:colId xmlns:a16="http://schemas.microsoft.com/office/drawing/2014/main" val="3450983996"/>
                    </a:ext>
                  </a:extLst>
                </a:gridCol>
                <a:gridCol w="3229761">
                  <a:extLst>
                    <a:ext uri="{9D8B030D-6E8A-4147-A177-3AD203B41FA5}">
                      <a16:colId xmlns:a16="http://schemas.microsoft.com/office/drawing/2014/main" val="1822196195"/>
                    </a:ext>
                  </a:extLst>
                </a:gridCol>
                <a:gridCol w="780178">
                  <a:extLst>
                    <a:ext uri="{9D8B030D-6E8A-4147-A177-3AD203B41FA5}">
                      <a16:colId xmlns:a16="http://schemas.microsoft.com/office/drawing/2014/main" val="2042661203"/>
                    </a:ext>
                  </a:extLst>
                </a:gridCol>
              </a:tblGrid>
              <a:tr h="341369">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r>
                        <a:rPr kumimoji="1" lang="ja-JP" altLang="en-US" sz="1400" b="0" i="0" u="none" strike="noStrike" kern="1200" cap="none" spc="0" normalizeH="0" baseline="0" noProof="0" dirty="0">
                          <a:ln>
                            <a:noFill/>
                          </a:ln>
                          <a:solidFill>
                            <a:prstClr val="black"/>
                          </a:solidFill>
                          <a:effectLst/>
                          <a:uLnTx/>
                          <a:uFillTx/>
                          <a:latin typeface="MyricaM M"/>
                          <a:ea typeface="BIZ UDゴシック"/>
                          <a:cs typeface="+mn-cs"/>
                        </a:rPr>
                        <a:t>発行日</a:t>
                      </a:r>
                    </a:p>
                  </a:txBody>
                  <a:tcPr anchor="ctr">
                    <a:solidFill>
                      <a:schemeClr val="bg1">
                        <a:lumMod val="85000"/>
                      </a:schemeClr>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r>
                        <a:rPr kumimoji="1" lang="ja-JP" altLang="en-US" sz="1400" b="0" i="0" u="none" strike="noStrike" kern="1200" cap="none" spc="0" normalizeH="0" baseline="0" noProof="0" dirty="0">
                          <a:ln>
                            <a:noFill/>
                          </a:ln>
                          <a:solidFill>
                            <a:prstClr val="black"/>
                          </a:solidFill>
                          <a:effectLst/>
                          <a:uLnTx/>
                          <a:uFillTx/>
                          <a:latin typeface="MyricaM M"/>
                          <a:ea typeface="BIZ UDゴシック"/>
                          <a:cs typeface="+mn-cs"/>
                        </a:rPr>
                        <a:t>修正者</a:t>
                      </a:r>
                      <a:r>
                        <a:rPr kumimoji="1" lang="en-US" altLang="ja-JP" sz="1400" b="0" i="0" u="none" strike="noStrike" kern="1200" cap="none" spc="0" normalizeH="0" baseline="0" noProof="0" dirty="0">
                          <a:ln>
                            <a:noFill/>
                          </a:ln>
                          <a:solidFill>
                            <a:prstClr val="black"/>
                          </a:solidFill>
                          <a:effectLst/>
                          <a:uLnTx/>
                          <a:uFillTx/>
                          <a:latin typeface="MyricaM M"/>
                          <a:ea typeface="BIZ UDゴシック"/>
                          <a:cs typeface="+mn-cs"/>
                        </a:rPr>
                        <a:t>/</a:t>
                      </a:r>
                      <a:r>
                        <a:rPr kumimoji="1" lang="ja-JP" altLang="en-US" sz="1400" b="0" i="0" u="none" strike="noStrike" kern="1200" cap="none" spc="0" normalizeH="0" baseline="0" noProof="0" dirty="0">
                          <a:ln>
                            <a:noFill/>
                          </a:ln>
                          <a:solidFill>
                            <a:prstClr val="black"/>
                          </a:solidFill>
                          <a:effectLst/>
                          <a:uLnTx/>
                          <a:uFillTx/>
                          <a:latin typeface="MyricaM M"/>
                          <a:ea typeface="BIZ UDゴシック"/>
                          <a:cs typeface="+mn-cs"/>
                        </a:rPr>
                        <a:t>確認者</a:t>
                      </a:r>
                    </a:p>
                  </a:txBody>
                  <a:tcPr anchor="ctr">
                    <a:solidFill>
                      <a:schemeClr val="bg1">
                        <a:lumMod val="85000"/>
                      </a:schemeClr>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r>
                        <a:rPr kumimoji="1" lang="ja-JP" altLang="en-US" sz="1400" b="0" i="0" u="none" strike="noStrike" kern="1200" cap="none" spc="0" normalizeH="0" baseline="0" noProof="0" dirty="0">
                          <a:ln>
                            <a:noFill/>
                          </a:ln>
                          <a:solidFill>
                            <a:prstClr val="black"/>
                          </a:solidFill>
                          <a:effectLst/>
                          <a:uLnTx/>
                          <a:uFillTx/>
                          <a:latin typeface="MyricaM M"/>
                          <a:ea typeface="BIZ UDゴシック"/>
                          <a:cs typeface="Arial"/>
                        </a:rPr>
                        <a:t>改訂箇所</a:t>
                      </a:r>
                    </a:p>
                  </a:txBody>
                  <a:tcPr anchor="ctr">
                    <a:solidFill>
                      <a:schemeClr val="bg1">
                        <a:lumMod val="85000"/>
                      </a:schemeClr>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r>
                        <a:rPr kumimoji="1" lang="ja-JP" altLang="en-US" sz="1400" b="0" i="0" u="none" strike="noStrike" kern="1200" cap="none" spc="0" normalizeH="0" baseline="0" noProof="0" dirty="0">
                          <a:ln>
                            <a:noFill/>
                          </a:ln>
                          <a:solidFill>
                            <a:prstClr val="black"/>
                          </a:solidFill>
                          <a:effectLst/>
                          <a:uLnTx/>
                          <a:uFillTx/>
                          <a:latin typeface="MyricaM M"/>
                          <a:ea typeface="BIZ UDゴシック"/>
                          <a:cs typeface="Arial"/>
                        </a:rPr>
                        <a:t>改訂内容</a:t>
                      </a:r>
                    </a:p>
                  </a:txBody>
                  <a:tcPr anchor="ctr">
                    <a:solidFill>
                      <a:schemeClr val="bg1">
                        <a:lumMod val="85000"/>
                      </a:schemeClr>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r>
                        <a:rPr kumimoji="1" lang="en-US" altLang="ja-JP" sz="1400" b="0" i="0" u="none" strike="noStrike" kern="1200" cap="none" spc="0" normalizeH="0" baseline="0" noProof="0" dirty="0">
                          <a:ln>
                            <a:noFill/>
                          </a:ln>
                          <a:solidFill>
                            <a:prstClr val="black"/>
                          </a:solidFill>
                          <a:effectLst/>
                          <a:uLnTx/>
                          <a:uFillTx/>
                          <a:latin typeface="MyricaM M"/>
                          <a:ea typeface="BIZ UDゴシック"/>
                          <a:cs typeface="Arial"/>
                        </a:rPr>
                        <a:t>PDF</a:t>
                      </a:r>
                      <a:r>
                        <a:rPr kumimoji="1" lang="ja-JP" altLang="en-US" sz="1400" b="0" i="0" u="none" strike="noStrike" kern="1200" cap="none" spc="0" normalizeH="0" baseline="0" noProof="0" dirty="0">
                          <a:ln>
                            <a:noFill/>
                          </a:ln>
                          <a:solidFill>
                            <a:prstClr val="black"/>
                          </a:solidFill>
                          <a:effectLst/>
                          <a:uLnTx/>
                          <a:uFillTx/>
                          <a:latin typeface="MyricaM M"/>
                          <a:ea typeface="BIZ UDゴシック"/>
                          <a:cs typeface="Arial"/>
                        </a:rPr>
                        <a:t>化</a:t>
                      </a:r>
                      <a:endParaRPr kumimoji="1" lang="en-US" altLang="ja-JP" sz="1400" b="0" i="0" u="none" strike="noStrike" kern="1200" cap="none" spc="0" normalizeH="0" baseline="0" noProof="0" dirty="0">
                        <a:ln>
                          <a:noFill/>
                        </a:ln>
                        <a:solidFill>
                          <a:prstClr val="black"/>
                        </a:solidFill>
                        <a:effectLst/>
                        <a:uLnTx/>
                        <a:uFillTx/>
                        <a:latin typeface="MyricaM M"/>
                        <a:ea typeface="BIZ UDゴシック"/>
                        <a:cs typeface="Arial"/>
                      </a:endParaRPr>
                    </a:p>
                  </a:txBody>
                  <a:tcPr anchor="ctr">
                    <a:solidFill>
                      <a:schemeClr val="bg1">
                        <a:lumMod val="85000"/>
                      </a:schemeClr>
                    </a:solidFill>
                  </a:tcPr>
                </a:tc>
                <a:extLst>
                  <a:ext uri="{0D108BD9-81ED-4DB2-BD59-A6C34878D82A}">
                    <a16:rowId xmlns:a16="http://schemas.microsoft.com/office/drawing/2014/main" val="3064794747"/>
                  </a:ext>
                </a:extLst>
              </a:tr>
              <a:tr h="563415">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r>
                        <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rPr>
                        <a:t>例：</a:t>
                      </a:r>
                      <a:r>
                        <a:rPr kumimoji="1" lang="en-US" altLang="ja-JP" sz="1200" b="0" i="0" u="none" strike="noStrike" kern="1200" cap="none" spc="0" normalizeH="0" baseline="0" noProof="0" dirty="0">
                          <a:ln>
                            <a:noFill/>
                          </a:ln>
                          <a:solidFill>
                            <a:prstClr val="black"/>
                          </a:solidFill>
                          <a:effectLst/>
                          <a:uLnTx/>
                          <a:uFillTx/>
                          <a:latin typeface="MyricaM M"/>
                          <a:ea typeface="BIZ UDゴシック"/>
                          <a:cs typeface="+mn-cs"/>
                        </a:rPr>
                        <a:t>2024/1/1</a:t>
                      </a: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r>
                        <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rPr>
                        <a:t>山田</a:t>
                      </a:r>
                      <a:r>
                        <a:rPr kumimoji="1" lang="en-US" altLang="ja-JP" sz="1200" b="0" i="0" u="none" strike="noStrike" kern="1200" cap="none" spc="0" normalizeH="0" baseline="0" noProof="0" dirty="0">
                          <a:ln>
                            <a:noFill/>
                          </a:ln>
                          <a:solidFill>
                            <a:prstClr val="black"/>
                          </a:solidFill>
                          <a:effectLst/>
                          <a:uLnTx/>
                          <a:uFillTx/>
                          <a:latin typeface="MyricaM M"/>
                          <a:ea typeface="BIZ UDゴシック"/>
                          <a:cs typeface="+mn-cs"/>
                        </a:rPr>
                        <a:t>/</a:t>
                      </a:r>
                      <a:r>
                        <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rPr>
                        <a:t>田中</a:t>
                      </a:r>
                      <a:endParaRPr kumimoji="1" lang="en-US" altLang="ja-JP"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r>
                        <a:rPr kumimoji="1" lang="en-US" altLang="ja-JP" sz="1200" b="0" i="0" u="none" strike="noStrike" kern="1200" cap="none" spc="0" normalizeH="0" baseline="0" noProof="0" dirty="0">
                          <a:ln>
                            <a:noFill/>
                          </a:ln>
                          <a:solidFill>
                            <a:prstClr val="black"/>
                          </a:solidFill>
                          <a:effectLst/>
                          <a:uLnTx/>
                          <a:uFillTx/>
                          <a:latin typeface="MyricaM M"/>
                          <a:ea typeface="BIZ UDゴシック"/>
                          <a:cs typeface="Arial"/>
                        </a:rPr>
                        <a:t>P4</a:t>
                      </a:r>
                      <a:r>
                        <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Arial"/>
                        </a:rPr>
                        <a:t> </a:t>
                      </a:r>
                      <a:r>
                        <a:rPr kumimoji="1" lang="en-US" altLang="ja-JP" sz="1200" b="0" i="0" u="none" strike="noStrike" kern="1200" cap="none" spc="0" normalizeH="0" baseline="0" noProof="0" dirty="0">
                          <a:ln>
                            <a:noFill/>
                          </a:ln>
                          <a:solidFill>
                            <a:prstClr val="black"/>
                          </a:solidFill>
                          <a:effectLst/>
                          <a:uLnTx/>
                          <a:uFillTx/>
                          <a:latin typeface="MyricaM M"/>
                          <a:ea typeface="BIZ UDゴシック"/>
                          <a:cs typeface="Arial"/>
                        </a:rPr>
                        <a:t>MAC</a:t>
                      </a:r>
                      <a:r>
                        <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Arial"/>
                        </a:rPr>
                        <a:t>アドレス</a:t>
                      </a:r>
                      <a:endParaRPr kumimoji="1" lang="en-US" altLang="ja-JP" sz="1200" b="0" i="0" u="none" strike="noStrike" kern="1200" cap="none" spc="0" normalizeH="0" baseline="0" noProof="0" dirty="0">
                        <a:ln>
                          <a:noFill/>
                        </a:ln>
                        <a:solidFill>
                          <a:prstClr val="black"/>
                        </a:solidFill>
                        <a:effectLst/>
                        <a:uLnTx/>
                        <a:uFillTx/>
                        <a:latin typeface="MyricaM M"/>
                        <a:ea typeface="BIZ UDゴシック"/>
                        <a:cs typeface="Arial"/>
                      </a:endParaRPr>
                    </a:p>
                  </a:txBody>
                  <a:tcPr anchor="ctr">
                    <a:solidFill>
                      <a:schemeClr val="bg1"/>
                    </a:solidFill>
                  </a:tcPr>
                </a:tc>
                <a:tc>
                  <a:txBody>
                    <a:bodyPr/>
                    <a:lstStyle/>
                    <a:p>
                      <a:pPr marL="101600" marR="0" lvl="0" indent="0" algn="l" defTabSz="685800" rtl="0" eaLnBrk="1" fontAlgn="auto" latinLnBrk="0" hangingPunct="1">
                        <a:lnSpc>
                          <a:spcPct val="90000"/>
                        </a:lnSpc>
                        <a:spcBef>
                          <a:spcPts val="600"/>
                        </a:spcBef>
                        <a:spcAft>
                          <a:spcPts val="0"/>
                        </a:spcAft>
                        <a:buClrTx/>
                        <a:buSzPct val="143000"/>
                        <a:buFont typeface="+mj-lt"/>
                        <a:buNone/>
                        <a:tabLst/>
                        <a:defRPr/>
                      </a:pPr>
                      <a:r>
                        <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rPr>
                        <a:t>誤：</a:t>
                      </a:r>
                      <a:r>
                        <a:rPr kumimoji="1" lang="en-US" altLang="ja-JP" sz="1200" b="0" i="0" u="none" strike="noStrike" kern="1200" cap="none" spc="0" normalizeH="0" baseline="0" noProof="0" dirty="0">
                          <a:ln>
                            <a:noFill/>
                          </a:ln>
                          <a:solidFill>
                            <a:prstClr val="black"/>
                          </a:solidFill>
                          <a:effectLst/>
                          <a:uLnTx/>
                          <a:uFillTx/>
                          <a:latin typeface="MyricaM M"/>
                          <a:ea typeface="BIZ UDゴシック"/>
                          <a:cs typeface="+mn-cs"/>
                        </a:rPr>
                        <a:t>MC</a:t>
                      </a:r>
                      <a:r>
                        <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rPr>
                        <a:t>アドレスのみ登録</a:t>
                      </a:r>
                      <a:endParaRPr kumimoji="1" lang="en-US" altLang="ja-JP" sz="1200" b="0" i="0" u="none" strike="noStrike" kern="1200" cap="none" spc="0" normalizeH="0" baseline="0" noProof="0">
                        <a:ln>
                          <a:noFill/>
                        </a:ln>
                        <a:solidFill>
                          <a:prstClr val="black"/>
                        </a:solidFill>
                        <a:effectLst/>
                        <a:uLnTx/>
                        <a:uFillTx/>
                        <a:latin typeface="MyricaM M"/>
                        <a:ea typeface="BIZ UDゴシック"/>
                        <a:cs typeface="+mn-cs"/>
                      </a:endParaRPr>
                    </a:p>
                    <a:p>
                      <a:pPr marL="101600" marR="0" lvl="0" indent="0" algn="l" defTabSz="685800" rtl="0" eaLnBrk="1" fontAlgn="auto" latinLnBrk="0" hangingPunct="1">
                        <a:lnSpc>
                          <a:spcPct val="90000"/>
                        </a:lnSpc>
                        <a:spcBef>
                          <a:spcPts val="600"/>
                        </a:spcBef>
                        <a:spcAft>
                          <a:spcPts val="0"/>
                        </a:spcAft>
                        <a:buClrTx/>
                        <a:buSzPct val="143000"/>
                        <a:buFont typeface="+mj-lt"/>
                        <a:buNone/>
                        <a:tabLst/>
                        <a:defRPr/>
                      </a:pPr>
                      <a:r>
                        <a:rPr kumimoji="1" lang="ja-JP" altLang="en-US" sz="1200" b="0" i="0" u="none" strike="noStrike" kern="1200" cap="none" spc="0" normalizeH="0" baseline="0" noProof="0">
                          <a:ln>
                            <a:noFill/>
                          </a:ln>
                          <a:solidFill>
                            <a:prstClr val="black"/>
                          </a:solidFill>
                          <a:effectLst/>
                          <a:uLnTx/>
                          <a:uFillTx/>
                          <a:latin typeface="MyricaM M"/>
                          <a:ea typeface="BIZ UDゴシック"/>
                          <a:cs typeface="+mn-cs"/>
                        </a:rPr>
                        <a:t>正</a:t>
                      </a:r>
                      <a:r>
                        <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rPr>
                        <a:t>：</a:t>
                      </a:r>
                      <a:r>
                        <a:rPr kumimoji="1" lang="en-US" altLang="ja-JP" sz="1200" b="0" i="0" u="none" strike="noStrike" kern="1200" cap="none" spc="0" normalizeH="0" baseline="0" noProof="0" dirty="0">
                          <a:ln>
                            <a:noFill/>
                          </a:ln>
                          <a:solidFill>
                            <a:prstClr val="black"/>
                          </a:solidFill>
                          <a:effectLst/>
                          <a:uLnTx/>
                          <a:uFillTx/>
                          <a:latin typeface="MyricaM M"/>
                          <a:ea typeface="BIZ UDゴシック"/>
                          <a:cs typeface="+mn-cs"/>
                        </a:rPr>
                        <a:t>M</a:t>
                      </a:r>
                      <a:r>
                        <a:rPr kumimoji="1" lang="en-US" altLang="ja-JP" sz="1200" b="0" i="0" u="none" strike="noStrike" kern="1200" cap="none" spc="0" normalizeH="0" baseline="0" noProof="0" dirty="0">
                          <a:ln>
                            <a:noFill/>
                          </a:ln>
                          <a:solidFill>
                            <a:srgbClr val="FF0000"/>
                          </a:solidFill>
                          <a:effectLst/>
                          <a:uLnTx/>
                          <a:uFillTx/>
                          <a:latin typeface="MyricaM M"/>
                          <a:ea typeface="BIZ UDゴシック"/>
                          <a:cs typeface="+mn-cs"/>
                        </a:rPr>
                        <a:t>A</a:t>
                      </a:r>
                      <a:r>
                        <a:rPr kumimoji="1" lang="en-US" altLang="ja-JP" sz="1200" b="0" i="0" u="none" strike="noStrike" kern="1200" cap="none" spc="0" normalizeH="0" baseline="0" noProof="0" dirty="0">
                          <a:ln>
                            <a:noFill/>
                          </a:ln>
                          <a:solidFill>
                            <a:prstClr val="black"/>
                          </a:solidFill>
                          <a:effectLst/>
                          <a:uLnTx/>
                          <a:uFillTx/>
                          <a:latin typeface="MyricaM M"/>
                          <a:ea typeface="BIZ UDゴシック"/>
                          <a:cs typeface="+mn-cs"/>
                        </a:rPr>
                        <a:t>C</a:t>
                      </a:r>
                      <a:r>
                        <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rPr>
                        <a:t>アドレスのみ登録</a:t>
                      </a:r>
                      <a:endParaRPr kumimoji="1" lang="en-US" altLang="ja-JP"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r>
                        <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rPr>
                        <a:t>済</a:t>
                      </a:r>
                      <a:endParaRPr kumimoji="1" lang="en-US" altLang="ja-JP"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extLst>
                  <a:ext uri="{0D108BD9-81ED-4DB2-BD59-A6C34878D82A}">
                    <a16:rowId xmlns:a16="http://schemas.microsoft.com/office/drawing/2014/main" val="4260224204"/>
                  </a:ext>
                </a:extLst>
              </a:tr>
              <a:tr h="563415">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l"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l"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extLst>
                  <a:ext uri="{0D108BD9-81ED-4DB2-BD59-A6C34878D82A}">
                    <a16:rowId xmlns:a16="http://schemas.microsoft.com/office/drawing/2014/main" val="2022983751"/>
                  </a:ext>
                </a:extLst>
              </a:tr>
              <a:tr h="563415">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l"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l"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extLst>
                  <a:ext uri="{0D108BD9-81ED-4DB2-BD59-A6C34878D82A}">
                    <a16:rowId xmlns:a16="http://schemas.microsoft.com/office/drawing/2014/main" val="2010990003"/>
                  </a:ext>
                </a:extLst>
              </a:tr>
              <a:tr h="563415">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l"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l"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extLst>
                  <a:ext uri="{0D108BD9-81ED-4DB2-BD59-A6C34878D82A}">
                    <a16:rowId xmlns:a16="http://schemas.microsoft.com/office/drawing/2014/main" val="4273708898"/>
                  </a:ext>
                </a:extLst>
              </a:tr>
              <a:tr h="563415">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l"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l"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extLst>
                  <a:ext uri="{0D108BD9-81ED-4DB2-BD59-A6C34878D82A}">
                    <a16:rowId xmlns:a16="http://schemas.microsoft.com/office/drawing/2014/main" val="888540859"/>
                  </a:ext>
                </a:extLst>
              </a:tr>
              <a:tr h="563415">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l"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l"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extLst>
                  <a:ext uri="{0D108BD9-81ED-4DB2-BD59-A6C34878D82A}">
                    <a16:rowId xmlns:a16="http://schemas.microsoft.com/office/drawing/2014/main" val="3633470471"/>
                  </a:ext>
                </a:extLst>
              </a:tr>
            </a:tbl>
          </a:graphicData>
        </a:graphic>
      </p:graphicFrame>
    </p:spTree>
    <p:extLst>
      <p:ext uri="{BB962C8B-B14F-4D97-AF65-F5344CB8AC3E}">
        <p14:creationId xmlns:p14="http://schemas.microsoft.com/office/powerpoint/2010/main" val="28248274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5"/>
        <p:cNvGrpSpPr/>
        <p:nvPr/>
      </p:nvGrpSpPr>
      <p:grpSpPr>
        <a:xfrm>
          <a:off x="0" y="0"/>
          <a:ext cx="0" cy="0"/>
          <a:chOff x="0" y="0"/>
          <a:chExt cx="0" cy="0"/>
        </a:xfrm>
      </p:grpSpPr>
      <p:sp>
        <p:nvSpPr>
          <p:cNvPr id="56" name="Google Shape;56;p11"/>
          <p:cNvSpPr txBox="1">
            <a:spLocks noGrp="1"/>
          </p:cNvSpPr>
          <p:nvPr>
            <p:ph type="ctrTitle"/>
          </p:nvPr>
        </p:nvSpPr>
        <p:spPr>
          <a:xfrm>
            <a:off x="546012" y="456607"/>
            <a:ext cx="5041200" cy="3150600"/>
          </a:xfrm>
        </p:spPr>
        <p:txBody>
          <a:bodyPr/>
          <a:lstStyle/>
          <a:p>
            <a:r>
              <a:rPr lang="ja-JP" altLang="en-US" dirty="0"/>
              <a:t>さまざまな</a:t>
            </a:r>
            <a:br>
              <a:rPr lang="en-US" altLang="ja-JP" dirty="0"/>
            </a:br>
            <a:r>
              <a:rPr lang="ja-JP" altLang="en-US" dirty="0"/>
              <a:t>クラス機構</a:t>
            </a:r>
          </a:p>
        </p:txBody>
      </p:sp>
      <p:sp>
        <p:nvSpPr>
          <p:cNvPr id="3" name="フッター プレースホルダー 2">
            <a:extLst>
              <a:ext uri="{FF2B5EF4-FFF2-40B4-BE49-F238E27FC236}">
                <a16:creationId xmlns:a16="http://schemas.microsoft.com/office/drawing/2014/main" id="{1AF37D55-893C-40DE-8876-567A09F9C298}"/>
              </a:ext>
            </a:extLst>
          </p:cNvPr>
          <p:cNvSpPr>
            <a:spLocks noGrp="1"/>
          </p:cNvSpPr>
          <p:nvPr>
            <p:ph type="ftr" sz="quarter" idx="11"/>
          </p:nvPr>
        </p:nvSpPr>
        <p:spPr>
          <a:xfrm>
            <a:off x="3028950" y="4866125"/>
            <a:ext cx="3086100" cy="254493"/>
          </a:xfrm>
        </p:spPr>
        <p:txBody>
          <a:bodyPr/>
          <a:lstStyle/>
          <a:p>
            <a:r>
              <a:rPr lang="en-US" altLang="ja-JP" dirty="0"/>
              <a:t>copyright ©ITCollege All Rights Reserved</a:t>
            </a:r>
            <a:endParaRPr lang="ja-JP"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テキスト プレースホルダー 6">
            <a:extLst>
              <a:ext uri="{FF2B5EF4-FFF2-40B4-BE49-F238E27FC236}">
                <a16:creationId xmlns:a16="http://schemas.microsoft.com/office/drawing/2014/main" id="{F3941853-6FD3-4122-A071-E1BCBCDF59D4}"/>
              </a:ext>
            </a:extLst>
          </p:cNvPr>
          <p:cNvSpPr>
            <a:spLocks noGrp="1"/>
          </p:cNvSpPr>
          <p:nvPr>
            <p:ph type="body" idx="1"/>
          </p:nvPr>
        </p:nvSpPr>
        <p:spPr/>
        <p:txBody>
          <a:bodyPr/>
          <a:lstStyle/>
          <a:p>
            <a:r>
              <a:rPr kumimoji="1" lang="ja-JP" altLang="en-US" dirty="0"/>
              <a:t>このテキストを終えると・・・</a:t>
            </a:r>
          </a:p>
        </p:txBody>
      </p:sp>
      <p:sp>
        <p:nvSpPr>
          <p:cNvPr id="6" name="タイトル 5">
            <a:extLst>
              <a:ext uri="{FF2B5EF4-FFF2-40B4-BE49-F238E27FC236}">
                <a16:creationId xmlns:a16="http://schemas.microsoft.com/office/drawing/2014/main" id="{296F413B-E489-4470-92CF-59B185034A28}"/>
              </a:ext>
            </a:extLst>
          </p:cNvPr>
          <p:cNvSpPr>
            <a:spLocks noGrp="1"/>
          </p:cNvSpPr>
          <p:nvPr>
            <p:ph type="ctrTitle"/>
          </p:nvPr>
        </p:nvSpPr>
        <p:spPr/>
        <p:txBody>
          <a:bodyPr/>
          <a:lstStyle/>
          <a:p>
            <a:r>
              <a:rPr kumimoji="1" lang="ja-JP" altLang="en-US"/>
              <a:t>テキストの</a:t>
            </a:r>
            <a:br>
              <a:rPr kumimoji="1" lang="en-US" altLang="ja-JP" dirty="0"/>
            </a:br>
            <a:r>
              <a:rPr kumimoji="1" lang="ja-JP" altLang="en-US"/>
              <a:t>ゴール</a:t>
            </a:r>
            <a:endParaRPr lang="ja-JP" altLang="en-US" dirty="0"/>
          </a:p>
        </p:txBody>
      </p:sp>
      <p:sp>
        <p:nvSpPr>
          <p:cNvPr id="2" name="フッター プレースホルダー 1">
            <a:extLst>
              <a:ext uri="{FF2B5EF4-FFF2-40B4-BE49-F238E27FC236}">
                <a16:creationId xmlns:a16="http://schemas.microsoft.com/office/drawing/2014/main" id="{40FB9845-3211-4E75-B8F8-E4AD28A089F9}"/>
              </a:ext>
            </a:extLst>
          </p:cNvPr>
          <p:cNvSpPr>
            <a:spLocks noGrp="1"/>
          </p:cNvSpPr>
          <p:nvPr>
            <p:ph type="ftr" sz="quarter" idx="11"/>
          </p:nvPr>
        </p:nvSpPr>
        <p:spPr/>
        <p:txBody>
          <a:bodyPr/>
          <a:lstStyle/>
          <a:p>
            <a:r>
              <a:rPr kumimoji="1" lang="en-US" altLang="ja-JP" dirty="0"/>
              <a:t>copyright ©ITCollege All Rights Reserved</a:t>
            </a:r>
            <a:endParaRPr kumimoji="1" lang="ja-JP" altLang="en-US" sz="1000" dirty="0"/>
          </a:p>
        </p:txBody>
      </p:sp>
      <p:sp>
        <p:nvSpPr>
          <p:cNvPr id="4" name="スライド番号プレースホルダー 3">
            <a:extLst>
              <a:ext uri="{FF2B5EF4-FFF2-40B4-BE49-F238E27FC236}">
                <a16:creationId xmlns:a16="http://schemas.microsoft.com/office/drawing/2014/main" id="{334718C7-3237-4F5B-8C4E-46AD01EC8B16}"/>
              </a:ext>
            </a:extLst>
          </p:cNvPr>
          <p:cNvSpPr>
            <a:spLocks noGrp="1"/>
          </p:cNvSpPr>
          <p:nvPr>
            <p:ph type="sldNum" sz="quarter" idx="12"/>
          </p:nvPr>
        </p:nvSpPr>
        <p:spPr/>
        <p:txBody>
          <a:bodyPr/>
          <a:lstStyle/>
          <a:p>
            <a:fld id="{00000000-1234-1234-1234-123412341234}" type="slidenum">
              <a:rPr lang="en" smtClean="0"/>
              <a:pPr/>
              <a:t>2</a:t>
            </a:fld>
            <a:endParaRPr lang="en" dirty="0"/>
          </a:p>
        </p:txBody>
      </p:sp>
      <p:sp>
        <p:nvSpPr>
          <p:cNvPr id="9" name="テキスト プレースホルダー 8">
            <a:extLst>
              <a:ext uri="{FF2B5EF4-FFF2-40B4-BE49-F238E27FC236}">
                <a16:creationId xmlns:a16="http://schemas.microsoft.com/office/drawing/2014/main" id="{A4832727-EA7F-44D6-A9F2-E4AE0246960A}"/>
              </a:ext>
            </a:extLst>
          </p:cNvPr>
          <p:cNvSpPr>
            <a:spLocks noGrp="1"/>
          </p:cNvSpPr>
          <p:nvPr>
            <p:ph type="body" sz="quarter" idx="14"/>
          </p:nvPr>
        </p:nvSpPr>
        <p:spPr/>
        <p:txBody>
          <a:bodyPr vert="horz" lIns="91440" tIns="45720" rIns="91440" bIns="45720" rtlCol="0" anchor="t">
            <a:normAutofit/>
          </a:bodyPr>
          <a:lstStyle/>
          <a:p>
            <a:pPr marL="444500" indent="-342900">
              <a:buFont typeface="+mj-lt"/>
              <a:buAutoNum type="arabicPeriod"/>
            </a:pPr>
            <a:r>
              <a:rPr lang="ja-JP" altLang="en-US" dirty="0"/>
              <a:t>インスタンスの動きの理解</a:t>
            </a:r>
            <a:endParaRPr lang="en-US" altLang="ja-JP" dirty="0"/>
          </a:p>
          <a:p>
            <a:pPr marL="444500" indent="-342900">
              <a:buFont typeface="+mj-lt"/>
              <a:buAutoNum type="arabicPeriod"/>
            </a:pPr>
            <a:r>
              <a:rPr lang="ja-JP" altLang="en-US" dirty="0"/>
              <a:t>クラスを作ったときにできるデータ型の理解</a:t>
            </a:r>
            <a:endParaRPr lang="en-US" altLang="ja-JP" dirty="0"/>
          </a:p>
          <a:p>
            <a:pPr marL="444500" indent="-342900">
              <a:buFont typeface="+mj-lt"/>
              <a:buAutoNum type="arabicPeriod"/>
            </a:pPr>
            <a:r>
              <a:rPr lang="ja-JP" altLang="en-US" dirty="0"/>
              <a:t>コンストラクタについての理解</a:t>
            </a:r>
            <a:endParaRPr lang="en-US" altLang="ja-JP" dirty="0"/>
          </a:p>
          <a:p>
            <a:pPr marL="444500" indent="-342900">
              <a:buFont typeface="+mj-lt"/>
              <a:buAutoNum type="arabicPeriod"/>
            </a:pPr>
            <a:r>
              <a:rPr lang="en-US" altLang="ja-JP" dirty="0"/>
              <a:t>static</a:t>
            </a:r>
            <a:r>
              <a:rPr lang="ja-JP" altLang="en-US" dirty="0"/>
              <a:t>とは何かの理解</a:t>
            </a:r>
            <a:endParaRPr lang="en-US" altLang="ja-JP" dirty="0"/>
          </a:p>
          <a:p>
            <a:pPr marL="444500" indent="-342900">
              <a:buFont typeface="+mj-lt"/>
              <a:buAutoNum type="arabicPeriod"/>
            </a:pPr>
            <a:endParaRPr kumimoji="1" lang="en-US" altLang="ja-JP" dirty="0"/>
          </a:p>
          <a:p>
            <a:pPr marL="444500" indent="-342900">
              <a:buFont typeface="+mj-lt"/>
              <a:buAutoNum type="arabicPeriod"/>
            </a:pPr>
            <a:endParaRPr kumimoji="1" lang="en-US" altLang="ja-JP" dirty="0"/>
          </a:p>
          <a:p>
            <a:pPr marL="96838" indent="0">
              <a:buNone/>
            </a:pPr>
            <a:r>
              <a:rPr lang="ja-JP" altLang="en-US" dirty="0"/>
              <a:t>ができるようになります。</a:t>
            </a:r>
            <a:endParaRPr lang="en-US" altLang="ja-JP" dirty="0">
              <a:solidFill>
                <a:schemeClr val="tx2"/>
              </a:solidFill>
            </a:endParaRPr>
          </a:p>
          <a:p>
            <a:pPr marL="96838" indent="0">
              <a:buNone/>
            </a:pPr>
            <a:endParaRPr kumimoji="1" lang="ja-JP" altLang="en-US" dirty="0"/>
          </a:p>
          <a:p>
            <a:pPr marL="439738" indent="-342900">
              <a:buFont typeface="+mj-lt"/>
              <a:buAutoNum type="arabicPeriod"/>
            </a:pPr>
            <a:endParaRPr lang="ja-JP" altLang="en-US" dirty="0"/>
          </a:p>
        </p:txBody>
      </p:sp>
    </p:spTree>
    <p:extLst>
      <p:ext uri="{BB962C8B-B14F-4D97-AF65-F5344CB8AC3E}">
        <p14:creationId xmlns:p14="http://schemas.microsoft.com/office/powerpoint/2010/main" val="16688439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8F991990-0DC6-4730-83E5-36F909A6129F}"/>
              </a:ext>
            </a:extLst>
          </p:cNvPr>
          <p:cNvSpPr>
            <a:spLocks noGrp="1"/>
          </p:cNvSpPr>
          <p:nvPr>
            <p:ph type="body" idx="1"/>
          </p:nvPr>
        </p:nvSpPr>
        <p:spPr/>
        <p:txBody>
          <a:bodyPr/>
          <a:lstStyle/>
          <a:p>
            <a:r>
              <a:rPr kumimoji="1" lang="ja-JP" altLang="en-US" dirty="0"/>
              <a:t>このテキストでは</a:t>
            </a:r>
          </a:p>
          <a:p>
            <a:endParaRPr kumimoji="1" lang="ja-JP" altLang="en-US" dirty="0"/>
          </a:p>
        </p:txBody>
      </p:sp>
      <p:sp>
        <p:nvSpPr>
          <p:cNvPr id="3" name="タイトル 2">
            <a:extLst>
              <a:ext uri="{FF2B5EF4-FFF2-40B4-BE49-F238E27FC236}">
                <a16:creationId xmlns:a16="http://schemas.microsoft.com/office/drawing/2014/main" id="{AA9BFD7B-04B5-49CD-8E91-4AC76C8C681F}"/>
              </a:ext>
            </a:extLst>
          </p:cNvPr>
          <p:cNvSpPr>
            <a:spLocks noGrp="1"/>
          </p:cNvSpPr>
          <p:nvPr>
            <p:ph type="ctrTitle"/>
          </p:nvPr>
        </p:nvSpPr>
        <p:spPr/>
        <p:txBody>
          <a:bodyPr/>
          <a:lstStyle/>
          <a:p>
            <a:r>
              <a:rPr kumimoji="1" lang="ja-JP" altLang="en-US"/>
              <a:t>テキストの</a:t>
            </a:r>
            <a:br>
              <a:rPr kumimoji="1" lang="en-US" altLang="ja-JP" dirty="0"/>
            </a:br>
            <a:r>
              <a:rPr kumimoji="1" lang="ja-JP" altLang="en-US"/>
              <a:t>流れ</a:t>
            </a:r>
            <a:endParaRPr kumimoji="1" lang="ja-JP" altLang="en-US" dirty="0"/>
          </a:p>
        </p:txBody>
      </p:sp>
      <p:sp>
        <p:nvSpPr>
          <p:cNvPr id="4" name="フッター プレースホルダー 3">
            <a:extLst>
              <a:ext uri="{FF2B5EF4-FFF2-40B4-BE49-F238E27FC236}">
                <a16:creationId xmlns:a16="http://schemas.microsoft.com/office/drawing/2014/main" id="{CA8524E1-6DFF-4647-8FD1-738AA4991EDC}"/>
              </a:ext>
            </a:extLst>
          </p:cNvPr>
          <p:cNvSpPr>
            <a:spLocks noGrp="1"/>
          </p:cNvSpPr>
          <p:nvPr>
            <p:ph type="ftr" sz="quarter" idx="11"/>
          </p:nvPr>
        </p:nvSpPr>
        <p:spPr/>
        <p:txBody>
          <a:bodyPr/>
          <a:lstStyle/>
          <a:p>
            <a:r>
              <a:rPr kumimoji="1" lang="en-US" altLang="ja-JP" dirty="0"/>
              <a:t>copyright ©ITCollege All Rights Reserved</a:t>
            </a:r>
            <a:endParaRPr kumimoji="1" lang="ja-JP" altLang="en-US" dirty="0"/>
          </a:p>
        </p:txBody>
      </p:sp>
      <p:sp>
        <p:nvSpPr>
          <p:cNvPr id="5" name="スライド番号プレースホルダー 4">
            <a:extLst>
              <a:ext uri="{FF2B5EF4-FFF2-40B4-BE49-F238E27FC236}">
                <a16:creationId xmlns:a16="http://schemas.microsoft.com/office/drawing/2014/main" id="{6FFB24F3-38DB-45A5-BA62-DD27EF2E4AA2}"/>
              </a:ext>
            </a:extLst>
          </p:cNvPr>
          <p:cNvSpPr>
            <a:spLocks noGrp="1"/>
          </p:cNvSpPr>
          <p:nvPr>
            <p:ph type="sldNum" sz="quarter" idx="12"/>
          </p:nvPr>
        </p:nvSpPr>
        <p:spPr/>
        <p:txBody>
          <a:bodyPr/>
          <a:lstStyle/>
          <a:p>
            <a:fld id="{00000000-1234-1234-1234-123412341234}" type="slidenum">
              <a:rPr lang="en" smtClean="0"/>
              <a:pPr/>
              <a:t>3</a:t>
            </a:fld>
            <a:endParaRPr lang="en" dirty="0"/>
          </a:p>
        </p:txBody>
      </p:sp>
      <p:sp>
        <p:nvSpPr>
          <p:cNvPr id="6" name="テキスト プレースホルダー 5">
            <a:extLst>
              <a:ext uri="{FF2B5EF4-FFF2-40B4-BE49-F238E27FC236}">
                <a16:creationId xmlns:a16="http://schemas.microsoft.com/office/drawing/2014/main" id="{D0F3BEAC-A5EA-4EE4-95C7-0AEC1107FD29}"/>
              </a:ext>
            </a:extLst>
          </p:cNvPr>
          <p:cNvSpPr>
            <a:spLocks noGrp="1"/>
          </p:cNvSpPr>
          <p:nvPr>
            <p:ph type="body" sz="quarter" idx="14"/>
          </p:nvPr>
        </p:nvSpPr>
        <p:spPr/>
        <p:txBody>
          <a:bodyPr/>
          <a:lstStyle/>
          <a:p>
            <a:pPr marL="444500" indent="-342900">
              <a:buFont typeface="+mj-lt"/>
              <a:buAutoNum type="arabicPeriod"/>
            </a:pPr>
            <a:r>
              <a:rPr lang="ja-JP" altLang="en-US" dirty="0"/>
              <a:t>インスタンスでのメモリの動き</a:t>
            </a:r>
            <a:endParaRPr lang="en-US" altLang="ja-JP" dirty="0"/>
          </a:p>
          <a:p>
            <a:pPr marL="444500" indent="-342900">
              <a:buFont typeface="+mj-lt"/>
              <a:buAutoNum type="arabicPeriod"/>
            </a:pPr>
            <a:r>
              <a:rPr lang="en-US" altLang="ja-JP" dirty="0"/>
              <a:t>String</a:t>
            </a:r>
            <a:r>
              <a:rPr lang="ja-JP" altLang="en-US" dirty="0"/>
              <a:t>型の動き</a:t>
            </a:r>
            <a:endParaRPr lang="en-US" altLang="ja-JP" dirty="0"/>
          </a:p>
          <a:p>
            <a:pPr marL="444500" indent="-342900">
              <a:buFont typeface="+mj-lt"/>
              <a:buAutoNum type="arabicPeriod"/>
            </a:pPr>
            <a:r>
              <a:rPr lang="ja-JP" altLang="en-US" dirty="0"/>
              <a:t>コンストラクタについて</a:t>
            </a:r>
            <a:endParaRPr lang="en-US" altLang="ja-JP" dirty="0"/>
          </a:p>
          <a:p>
            <a:pPr marL="444500" indent="-342900">
              <a:buFont typeface="+mj-lt"/>
              <a:buAutoNum type="arabicPeriod"/>
            </a:pPr>
            <a:r>
              <a:rPr lang="ja-JP" altLang="en-US" dirty="0"/>
              <a:t>静的メンバについて</a:t>
            </a:r>
          </a:p>
          <a:p>
            <a:pPr marL="96838" indent="0">
              <a:buNone/>
            </a:pPr>
            <a:endParaRPr kumimoji="1" lang="en-US" altLang="ja-JP" dirty="0"/>
          </a:p>
          <a:p>
            <a:pPr marL="96838" indent="0">
              <a:buNone/>
            </a:pPr>
            <a:endParaRPr kumimoji="1" lang="en-US" altLang="ja-JP" dirty="0"/>
          </a:p>
          <a:p>
            <a:pPr marL="96838" indent="0">
              <a:buNone/>
            </a:pPr>
            <a:r>
              <a:rPr lang="ja-JP" altLang="en-US" dirty="0"/>
              <a:t>の順に進めていきます。</a:t>
            </a:r>
            <a:endParaRPr kumimoji="1" lang="en-US" altLang="ja-JP" dirty="0">
              <a:solidFill>
                <a:schemeClr val="tx2"/>
              </a:solidFill>
            </a:endParaRPr>
          </a:p>
          <a:p>
            <a:pPr marL="439738" indent="-342900">
              <a:buFont typeface="+mj-lt"/>
              <a:buAutoNum type="arabicPeriod"/>
            </a:pPr>
            <a:endParaRPr kumimoji="1" lang="ja-JP" altLang="en-US" dirty="0"/>
          </a:p>
        </p:txBody>
      </p:sp>
    </p:spTree>
    <p:extLst>
      <p:ext uri="{BB962C8B-B14F-4D97-AF65-F5344CB8AC3E}">
        <p14:creationId xmlns:p14="http://schemas.microsoft.com/office/powerpoint/2010/main" val="2671293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BFC7A35D-1013-4B1B-8268-48793F136D4C}"/>
              </a:ext>
            </a:extLst>
          </p:cNvPr>
          <p:cNvSpPr>
            <a:spLocks noGrp="1"/>
          </p:cNvSpPr>
          <p:nvPr>
            <p:ph type="ftr" sz="quarter" idx="11"/>
          </p:nvPr>
        </p:nvSpPr>
        <p:spPr/>
        <p:txBody>
          <a:bodyPr/>
          <a:lstStyle/>
          <a:p>
            <a:r>
              <a:rPr kumimoji="1" lang="en-US" altLang="ja-JP"/>
              <a:t>copyright ©ITCollege All Rights Reserved</a:t>
            </a:r>
            <a:endParaRPr kumimoji="1" lang="ja-JP" altLang="en-US" sz="1000"/>
          </a:p>
        </p:txBody>
      </p:sp>
      <p:sp>
        <p:nvSpPr>
          <p:cNvPr id="6" name="タイトル 5">
            <a:extLst>
              <a:ext uri="{FF2B5EF4-FFF2-40B4-BE49-F238E27FC236}">
                <a16:creationId xmlns:a16="http://schemas.microsoft.com/office/drawing/2014/main" id="{0F81E6C4-7841-4153-9948-3830F64F1715}"/>
              </a:ext>
            </a:extLst>
          </p:cNvPr>
          <p:cNvSpPr>
            <a:spLocks noGrp="1"/>
          </p:cNvSpPr>
          <p:nvPr>
            <p:ph type="ctrTitle"/>
          </p:nvPr>
        </p:nvSpPr>
        <p:spPr/>
        <p:txBody>
          <a:bodyPr/>
          <a:lstStyle/>
          <a:p>
            <a:r>
              <a:rPr lang="ja-JP" altLang="en-US" dirty="0"/>
              <a:t>コンピュータの中のインスタンス</a:t>
            </a:r>
          </a:p>
        </p:txBody>
      </p:sp>
      <p:sp>
        <p:nvSpPr>
          <p:cNvPr id="3" name="スライド番号プレースホルダー 2">
            <a:extLst>
              <a:ext uri="{FF2B5EF4-FFF2-40B4-BE49-F238E27FC236}">
                <a16:creationId xmlns:a16="http://schemas.microsoft.com/office/drawing/2014/main" id="{F54F27B3-DDBF-476A-AD49-46F9A05EE6D4}"/>
              </a:ext>
            </a:extLst>
          </p:cNvPr>
          <p:cNvSpPr>
            <a:spLocks noGrp="1"/>
          </p:cNvSpPr>
          <p:nvPr>
            <p:ph type="sldNum" sz="quarter" idx="4"/>
          </p:nvPr>
        </p:nvSpPr>
        <p:spPr/>
        <p:txBody>
          <a:bodyPr/>
          <a:lstStyle/>
          <a:p>
            <a:fld id="{6EC4605C-D4BC-457C-A820-CB9DC8935472}" type="slidenum">
              <a:rPr kumimoji="1" lang="ja-JP" altLang="en-US" smtClean="0"/>
              <a:pPr/>
              <a:t>4</a:t>
            </a:fld>
            <a:endParaRPr kumimoji="1" lang="ja-JP" altLang="en-US" sz="1200"/>
          </a:p>
        </p:txBody>
      </p:sp>
      <p:sp>
        <p:nvSpPr>
          <p:cNvPr id="8" name="テキスト プレースホルダー 7">
            <a:extLst>
              <a:ext uri="{FF2B5EF4-FFF2-40B4-BE49-F238E27FC236}">
                <a16:creationId xmlns:a16="http://schemas.microsoft.com/office/drawing/2014/main" id="{DC47DB6E-DE5F-461B-8DA6-D7E7BFB3D9CA}"/>
              </a:ext>
            </a:extLst>
          </p:cNvPr>
          <p:cNvSpPr>
            <a:spLocks noGrp="1"/>
          </p:cNvSpPr>
          <p:nvPr>
            <p:ph type="body" sz="quarter" idx="15"/>
          </p:nvPr>
        </p:nvSpPr>
        <p:spPr>
          <a:xfrm>
            <a:off x="463549" y="1023815"/>
            <a:ext cx="7177471" cy="1118544"/>
          </a:xfrm>
        </p:spPr>
        <p:txBody>
          <a:bodyPr/>
          <a:lstStyle/>
          <a:p>
            <a:pPr marL="387350" indent="-285750">
              <a:buFont typeface="Arial" panose="020B0604020202020204" pitchFamily="34" charset="0"/>
              <a:buChar char="•"/>
            </a:pPr>
            <a:r>
              <a:rPr lang="ja-JP" altLang="en-US" sz="1200" b="1" dirty="0"/>
              <a:t>インスタンスを箱の中に入れるというイメージは正しくない</a:t>
            </a:r>
            <a:endParaRPr lang="en-US" altLang="ja-JP" sz="1200" b="1" dirty="0"/>
          </a:p>
          <a:p>
            <a:pPr marL="387350" indent="-285750">
              <a:buFont typeface="Arial" panose="020B0604020202020204" pitchFamily="34" charset="0"/>
              <a:buChar char="•"/>
            </a:pPr>
            <a:r>
              <a:rPr lang="ja-JP" altLang="en-US" sz="1200" dirty="0"/>
              <a:t>箱の中に入れるのは「インスタンスが存在する場所を表したもの」</a:t>
            </a:r>
            <a:endParaRPr lang="en-US" altLang="ja-JP" sz="1200" b="1" dirty="0"/>
          </a:p>
        </p:txBody>
      </p:sp>
      <p:sp>
        <p:nvSpPr>
          <p:cNvPr id="9" name="テキスト プレースホルダー 8">
            <a:extLst>
              <a:ext uri="{FF2B5EF4-FFF2-40B4-BE49-F238E27FC236}">
                <a16:creationId xmlns:a16="http://schemas.microsoft.com/office/drawing/2014/main" id="{3B4B4B26-E1BE-4F2F-85DB-B4EB50CCB2D1}"/>
              </a:ext>
            </a:extLst>
          </p:cNvPr>
          <p:cNvSpPr>
            <a:spLocks noGrp="1"/>
          </p:cNvSpPr>
          <p:nvPr>
            <p:ph type="body" sz="quarter" idx="16"/>
          </p:nvPr>
        </p:nvSpPr>
        <p:spPr/>
        <p:txBody>
          <a:bodyPr/>
          <a:lstStyle/>
          <a:p>
            <a:endParaRPr lang="ja-JP" altLang="en-US"/>
          </a:p>
        </p:txBody>
      </p:sp>
      <p:sp>
        <p:nvSpPr>
          <p:cNvPr id="15" name="テキスト プレースホルダー 4">
            <a:extLst>
              <a:ext uri="{FF2B5EF4-FFF2-40B4-BE49-F238E27FC236}">
                <a16:creationId xmlns:a16="http://schemas.microsoft.com/office/drawing/2014/main" id="{04739463-A1A9-424A-9DD2-969D3E724B50}"/>
              </a:ext>
            </a:extLst>
          </p:cNvPr>
          <p:cNvSpPr>
            <a:spLocks noGrp="1"/>
          </p:cNvSpPr>
          <p:nvPr>
            <p:ph type="body" sz="quarter" idx="14"/>
          </p:nvPr>
        </p:nvSpPr>
        <p:spPr>
          <a:xfrm>
            <a:off x="462875" y="2295035"/>
            <a:ext cx="8216900" cy="2489053"/>
          </a:xfrm>
        </p:spPr>
        <p:txBody>
          <a:bodyPr/>
          <a:lstStyle/>
          <a:p>
            <a:pPr marL="96838" indent="0">
              <a:buNone/>
            </a:pPr>
            <a:r>
              <a:rPr kumimoji="1" lang="ja-JP" altLang="en-US" dirty="0"/>
              <a:t>今まで、インスタンスというのはクラスから作成するものであり、作成しただけでは保存できないので変数という箱に入れる、と学習してきました。</a:t>
            </a:r>
          </a:p>
          <a:p>
            <a:pPr marL="96838" indent="0">
              <a:buNone/>
            </a:pPr>
            <a:r>
              <a:rPr lang="ja-JP" altLang="en-US" dirty="0"/>
              <a:t>しかし、コンピュータの中のインスタンスは箱の中に入っているものではありません。</a:t>
            </a:r>
          </a:p>
          <a:p>
            <a:pPr marL="96838" indent="0">
              <a:buNone/>
            </a:pPr>
            <a:r>
              <a:rPr kumimoji="1" lang="ja-JP" altLang="en-US" dirty="0"/>
              <a:t>この単元ではコンピュータの中ではインスタンスはどうなっているのか、もう少し深堀りしてみましょう。</a:t>
            </a:r>
          </a:p>
        </p:txBody>
      </p:sp>
    </p:spTree>
    <p:extLst>
      <p:ext uri="{BB962C8B-B14F-4D97-AF65-F5344CB8AC3E}">
        <p14:creationId xmlns:p14="http://schemas.microsoft.com/office/powerpoint/2010/main" val="10084573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DE764CD8-0B12-484E-890C-8A5A26296D13}"/>
              </a:ext>
            </a:extLst>
          </p:cNvPr>
          <p:cNvSpPr>
            <a:spLocks noGrp="1"/>
          </p:cNvSpPr>
          <p:nvPr>
            <p:ph type="ftr" sz="quarter" idx="11"/>
          </p:nvPr>
        </p:nvSpPr>
        <p:spPr/>
        <p:txBody>
          <a:bodyPr/>
          <a:lstStyle/>
          <a:p>
            <a:r>
              <a:rPr kumimoji="1" lang="en-US" altLang="ja-JP"/>
              <a:t>copyright ©ITCollege All Rights Reserved</a:t>
            </a:r>
            <a:endParaRPr kumimoji="1" lang="ja-JP" altLang="en-US" dirty="0">
              <a:latin typeface="+mn-ea"/>
            </a:endParaRPr>
          </a:p>
        </p:txBody>
      </p:sp>
      <p:sp>
        <p:nvSpPr>
          <p:cNvPr id="7" name="タイトル 6">
            <a:extLst>
              <a:ext uri="{FF2B5EF4-FFF2-40B4-BE49-F238E27FC236}">
                <a16:creationId xmlns:a16="http://schemas.microsoft.com/office/drawing/2014/main" id="{9630AD22-E64D-4A96-B059-2AF9F6580C25}"/>
              </a:ext>
            </a:extLst>
          </p:cNvPr>
          <p:cNvSpPr>
            <a:spLocks noGrp="1"/>
          </p:cNvSpPr>
          <p:nvPr>
            <p:ph type="ctrTitle"/>
          </p:nvPr>
        </p:nvSpPr>
        <p:spPr/>
        <p:txBody>
          <a:bodyPr/>
          <a:lstStyle/>
          <a:p>
            <a:r>
              <a:rPr lang="ja-JP" altLang="en-US" dirty="0"/>
              <a:t>コンピュータの中のインスタンス</a:t>
            </a:r>
          </a:p>
        </p:txBody>
      </p:sp>
      <p:sp>
        <p:nvSpPr>
          <p:cNvPr id="5" name="スライド番号プレースホルダー 4">
            <a:extLst>
              <a:ext uri="{FF2B5EF4-FFF2-40B4-BE49-F238E27FC236}">
                <a16:creationId xmlns:a16="http://schemas.microsoft.com/office/drawing/2014/main" id="{433B62C4-B6B9-4622-B802-69C25D6F2A49}"/>
              </a:ext>
            </a:extLst>
          </p:cNvPr>
          <p:cNvSpPr>
            <a:spLocks noGrp="1"/>
          </p:cNvSpPr>
          <p:nvPr>
            <p:ph type="sldNum" sz="quarter" idx="4"/>
          </p:nvPr>
        </p:nvSpPr>
        <p:spPr/>
        <p:txBody>
          <a:bodyPr/>
          <a:lstStyle/>
          <a:p>
            <a:fld id="{00000000-1234-1234-1234-123412341234}" type="slidenum">
              <a:rPr lang="en" smtClean="0"/>
              <a:pPr/>
              <a:t>5</a:t>
            </a:fld>
            <a:endParaRPr lang="en" dirty="0">
              <a:latin typeface="+mn-ea"/>
            </a:endParaRPr>
          </a:p>
        </p:txBody>
      </p:sp>
      <p:sp>
        <p:nvSpPr>
          <p:cNvPr id="8" name="テキスト プレースホルダー 7">
            <a:extLst>
              <a:ext uri="{FF2B5EF4-FFF2-40B4-BE49-F238E27FC236}">
                <a16:creationId xmlns:a16="http://schemas.microsoft.com/office/drawing/2014/main" id="{787CF02A-01AB-4517-BA3E-25572FA82648}"/>
              </a:ext>
            </a:extLst>
          </p:cNvPr>
          <p:cNvSpPr>
            <a:spLocks noGrp="1"/>
          </p:cNvSpPr>
          <p:nvPr>
            <p:ph type="body" sz="quarter" idx="14"/>
          </p:nvPr>
        </p:nvSpPr>
        <p:spPr>
          <a:xfrm>
            <a:off x="462875" y="859491"/>
            <a:ext cx="8216900" cy="303305"/>
          </a:xfrm>
        </p:spPr>
        <p:txBody>
          <a:bodyPr/>
          <a:lstStyle/>
          <a:p>
            <a:pPr marL="96838" indent="0">
              <a:buNone/>
            </a:pPr>
            <a:r>
              <a:rPr lang="ja-JP" altLang="en-US" dirty="0"/>
              <a:t>引き続き、下記の</a:t>
            </a:r>
            <a:r>
              <a:rPr lang="en-US" altLang="ja-JP" dirty="0"/>
              <a:t>Student</a:t>
            </a:r>
            <a:r>
              <a:rPr lang="ja-JP" altLang="en-US" dirty="0"/>
              <a:t>クラスを使用することにします。</a:t>
            </a:r>
            <a:endParaRPr lang="en-US" altLang="ja-JP" dirty="0"/>
          </a:p>
          <a:p>
            <a:pPr marL="96838" indent="0">
              <a:buNone/>
            </a:pPr>
            <a:endParaRPr lang="ja-JP" altLang="en-US" dirty="0"/>
          </a:p>
        </p:txBody>
      </p:sp>
      <p:sp>
        <p:nvSpPr>
          <p:cNvPr id="10" name="Google Shape;172;p19">
            <a:extLst>
              <a:ext uri="{FF2B5EF4-FFF2-40B4-BE49-F238E27FC236}">
                <a16:creationId xmlns:a16="http://schemas.microsoft.com/office/drawing/2014/main" id="{03E5262E-27F9-4F15-AA97-48369C097390}"/>
              </a:ext>
            </a:extLst>
          </p:cNvPr>
          <p:cNvSpPr/>
          <p:nvPr/>
        </p:nvSpPr>
        <p:spPr>
          <a:xfrm>
            <a:off x="759542" y="1162796"/>
            <a:ext cx="7990860" cy="1956185"/>
          </a:xfrm>
          <a:prstGeom prst="rect">
            <a:avLst/>
          </a:prstGeom>
          <a:solidFill>
            <a:schemeClr val="bg1"/>
          </a:solidFill>
          <a:ln w="12700" cap="flat" cmpd="sng">
            <a:no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r>
              <a:rPr lang="ja-JP" sz="1400" dirty="0">
                <a:solidFill>
                  <a:schemeClr val="dk1"/>
                </a:solidFill>
                <a:cs typeface="MS Gothic"/>
                <a:sym typeface="MS Gothic"/>
              </a:rPr>
              <a:t>public class </a:t>
            </a:r>
            <a:r>
              <a:rPr lang="en-US" altLang="ja-JP" sz="1400" dirty="0">
                <a:solidFill>
                  <a:schemeClr val="dk1"/>
                </a:solidFill>
                <a:cs typeface="MS Gothic"/>
                <a:sym typeface="MS Gothic"/>
              </a:rPr>
              <a:t>Student</a:t>
            </a:r>
            <a:r>
              <a:rPr lang="ja-JP" sz="1400" dirty="0">
                <a:solidFill>
                  <a:schemeClr val="dk1"/>
                </a:solidFill>
                <a:cs typeface="MS Gothic"/>
                <a:sym typeface="MS Gothic"/>
              </a:rPr>
              <a:t> {</a:t>
            </a:r>
            <a:endParaRPr lang="en-US" altLang="ja-JP" sz="1400" dirty="0">
              <a:solidFill>
                <a:schemeClr val="dk1"/>
              </a:solidFill>
              <a:cs typeface="MS Gothic"/>
              <a:sym typeface="MS Gothic"/>
            </a:endParaRPr>
          </a:p>
          <a:p>
            <a:r>
              <a:rPr lang="ja-JP" altLang="en-US" sz="1400" dirty="0">
                <a:solidFill>
                  <a:schemeClr val="dk1"/>
                </a:solidFill>
                <a:cs typeface="MS Gothic"/>
                <a:sym typeface="MS Gothic"/>
              </a:rPr>
              <a:t>    </a:t>
            </a:r>
            <a:r>
              <a:rPr lang="en-US" altLang="ja-JP" sz="1400" dirty="0">
                <a:solidFill>
                  <a:schemeClr val="dk1"/>
                </a:solidFill>
                <a:cs typeface="MS Gothic"/>
                <a:sym typeface="MS Gothic"/>
              </a:rPr>
              <a:t>String</a:t>
            </a:r>
            <a:r>
              <a:rPr lang="ja-JP" altLang="en-US" sz="1400" dirty="0">
                <a:solidFill>
                  <a:schemeClr val="dk1"/>
                </a:solidFill>
                <a:cs typeface="MS Gothic"/>
                <a:sym typeface="MS Gothic"/>
              </a:rPr>
              <a:t> </a:t>
            </a:r>
            <a:r>
              <a:rPr lang="en-US" altLang="ja-JP" sz="1400" dirty="0">
                <a:solidFill>
                  <a:schemeClr val="dk1"/>
                </a:solidFill>
                <a:cs typeface="MS Gothic"/>
                <a:sym typeface="MS Gothic"/>
              </a:rPr>
              <a:t>name;</a:t>
            </a:r>
            <a:r>
              <a:rPr lang="ja-JP" altLang="en-US" sz="1400" dirty="0">
                <a:solidFill>
                  <a:schemeClr val="dk1"/>
                </a:solidFill>
                <a:cs typeface="MS Gothic"/>
                <a:sym typeface="MS Gothic"/>
              </a:rPr>
              <a:t>   </a:t>
            </a:r>
            <a:r>
              <a:rPr lang="en-US" altLang="ja-JP" sz="1400" dirty="0">
                <a:solidFill>
                  <a:schemeClr val="dk1"/>
                </a:solidFill>
                <a:cs typeface="MS Gothic"/>
                <a:sym typeface="MS Gothic"/>
              </a:rPr>
              <a:t>//</a:t>
            </a:r>
            <a:r>
              <a:rPr lang="ja-JP" altLang="en-US" sz="1400" dirty="0">
                <a:solidFill>
                  <a:schemeClr val="dk1"/>
                </a:solidFill>
                <a:cs typeface="MS Gothic"/>
                <a:sym typeface="MS Gothic"/>
              </a:rPr>
              <a:t> 氏名</a:t>
            </a:r>
            <a:endParaRPr lang="en-US" altLang="ja-JP" sz="1400" dirty="0">
              <a:solidFill>
                <a:schemeClr val="dk1"/>
              </a:solidFill>
              <a:cs typeface="MS Gothic"/>
              <a:sym typeface="MS Gothic"/>
            </a:endParaRPr>
          </a:p>
          <a:p>
            <a:r>
              <a:rPr lang="ja-JP" altLang="en-US" sz="1400" dirty="0">
                <a:solidFill>
                  <a:schemeClr val="dk1"/>
                </a:solidFill>
                <a:cs typeface="MS Gothic"/>
                <a:sym typeface="MS Gothic"/>
              </a:rPr>
              <a:t>    </a:t>
            </a:r>
            <a:r>
              <a:rPr lang="en-US" altLang="ja-JP" sz="1400" dirty="0">
                <a:solidFill>
                  <a:schemeClr val="dk1"/>
                </a:solidFill>
                <a:cs typeface="MS Gothic"/>
                <a:sym typeface="MS Gothic"/>
              </a:rPr>
              <a:t>int</a:t>
            </a:r>
            <a:r>
              <a:rPr lang="ja-JP" altLang="en-US" sz="1400" dirty="0">
                <a:solidFill>
                  <a:schemeClr val="dk1"/>
                </a:solidFill>
                <a:cs typeface="MS Gothic"/>
                <a:sym typeface="MS Gothic"/>
              </a:rPr>
              <a:t> </a:t>
            </a:r>
            <a:r>
              <a:rPr lang="en-US" altLang="ja-JP" sz="1400" dirty="0">
                <a:solidFill>
                  <a:schemeClr val="dk1"/>
                </a:solidFill>
                <a:cs typeface="MS Gothic"/>
                <a:sym typeface="MS Gothic"/>
              </a:rPr>
              <a:t>age;</a:t>
            </a:r>
            <a:r>
              <a:rPr lang="ja-JP" altLang="en-US" sz="1400" dirty="0">
                <a:solidFill>
                  <a:schemeClr val="dk1"/>
                </a:solidFill>
                <a:cs typeface="MS Gothic"/>
                <a:sym typeface="MS Gothic"/>
              </a:rPr>
              <a:t>       </a:t>
            </a:r>
            <a:r>
              <a:rPr lang="en-US" altLang="ja-JP" sz="1400" dirty="0">
                <a:solidFill>
                  <a:schemeClr val="dk1"/>
                </a:solidFill>
                <a:cs typeface="MS Gothic"/>
                <a:sym typeface="MS Gothic"/>
              </a:rPr>
              <a:t>//</a:t>
            </a:r>
            <a:r>
              <a:rPr lang="ja-JP" altLang="en-US" sz="1400" dirty="0">
                <a:solidFill>
                  <a:schemeClr val="dk1"/>
                </a:solidFill>
                <a:cs typeface="MS Gothic"/>
                <a:sym typeface="MS Gothic"/>
              </a:rPr>
              <a:t> 年齢</a:t>
            </a:r>
            <a:endParaRPr lang="en-US" altLang="ja-JP" sz="1400" dirty="0">
              <a:solidFill>
                <a:schemeClr val="dk1"/>
              </a:solidFill>
              <a:cs typeface="MS Gothic"/>
              <a:sym typeface="MS Gothic"/>
            </a:endParaRPr>
          </a:p>
          <a:p>
            <a:r>
              <a:rPr lang="en-US" altLang="ja-JP" sz="1400" dirty="0">
                <a:solidFill>
                  <a:schemeClr val="dk1"/>
                </a:solidFill>
                <a:cs typeface="MS Gothic"/>
                <a:sym typeface="MS Gothic"/>
              </a:rPr>
              <a:t>    // </a:t>
            </a:r>
            <a:r>
              <a:rPr lang="ja-JP" altLang="en-US" sz="1400" dirty="0">
                <a:solidFill>
                  <a:schemeClr val="dk1"/>
                </a:solidFill>
                <a:cs typeface="MS Gothic"/>
                <a:sym typeface="MS Gothic"/>
              </a:rPr>
              <a:t>自己紹介するメソッド</a:t>
            </a:r>
          </a:p>
          <a:p>
            <a:r>
              <a:rPr lang="ja-JP" altLang="en-US" sz="1400" dirty="0">
                <a:solidFill>
                  <a:schemeClr val="dk1"/>
                </a:solidFill>
                <a:cs typeface="MS Gothic"/>
                <a:sym typeface="MS Gothic"/>
              </a:rPr>
              <a:t>    </a:t>
            </a:r>
            <a:r>
              <a:rPr lang="en-US" altLang="ja-JP" sz="1400" dirty="0">
                <a:solidFill>
                  <a:schemeClr val="dk1"/>
                </a:solidFill>
                <a:cs typeface="MS Gothic"/>
                <a:sym typeface="MS Gothic"/>
              </a:rPr>
              <a:t>void</a:t>
            </a:r>
            <a:r>
              <a:rPr lang="ja-JP" altLang="en-US" sz="1400" dirty="0">
                <a:solidFill>
                  <a:schemeClr val="dk1"/>
                </a:solidFill>
                <a:cs typeface="MS Gothic"/>
                <a:sym typeface="MS Gothic"/>
              </a:rPr>
              <a:t> </a:t>
            </a:r>
            <a:r>
              <a:rPr lang="en-US" altLang="ja-JP" sz="1400" dirty="0">
                <a:solidFill>
                  <a:schemeClr val="dk1"/>
                </a:solidFill>
                <a:cs typeface="MS Gothic"/>
                <a:sym typeface="MS Gothic"/>
              </a:rPr>
              <a:t>introduce()</a:t>
            </a:r>
            <a:r>
              <a:rPr lang="ja-JP" altLang="en-US" sz="1400" dirty="0">
                <a:solidFill>
                  <a:schemeClr val="dk1"/>
                </a:solidFill>
                <a:cs typeface="MS Gothic"/>
                <a:sym typeface="MS Gothic"/>
              </a:rPr>
              <a:t> </a:t>
            </a:r>
            <a:r>
              <a:rPr lang="en-US" altLang="ja-JP" sz="1400" dirty="0">
                <a:solidFill>
                  <a:schemeClr val="dk1"/>
                </a:solidFill>
                <a:cs typeface="MS Gothic"/>
                <a:sym typeface="MS Gothic"/>
              </a:rPr>
              <a:t>{</a:t>
            </a:r>
          </a:p>
          <a:p>
            <a:r>
              <a:rPr lang="en-US" altLang="ja-JP" sz="1400" dirty="0">
                <a:solidFill>
                  <a:schemeClr val="dk1"/>
                </a:solidFill>
                <a:cs typeface="MS Gothic"/>
                <a:sym typeface="MS Gothic"/>
              </a:rPr>
              <a:t>        </a:t>
            </a:r>
            <a:r>
              <a:rPr lang="en-US" altLang="ja-JP" sz="1400" dirty="0" err="1">
                <a:solidFill>
                  <a:schemeClr val="dk1"/>
                </a:solidFill>
                <a:cs typeface="MS Gothic"/>
                <a:sym typeface="MS Gothic"/>
              </a:rPr>
              <a:t>System.out.println</a:t>
            </a:r>
            <a:r>
              <a:rPr lang="en-US" altLang="ja-JP" sz="1400" dirty="0">
                <a:solidFill>
                  <a:schemeClr val="dk1"/>
                </a:solidFill>
                <a:cs typeface="MS Gothic"/>
                <a:sym typeface="MS Gothic"/>
              </a:rPr>
              <a:t>("</a:t>
            </a:r>
            <a:r>
              <a:rPr lang="ja-JP" altLang="en-US" sz="1400" dirty="0">
                <a:solidFill>
                  <a:schemeClr val="dk1"/>
                </a:solidFill>
                <a:cs typeface="MS Gothic"/>
                <a:sym typeface="MS Gothic"/>
              </a:rPr>
              <a:t>私は</a:t>
            </a:r>
            <a:r>
              <a:rPr lang="en-US" altLang="ja-JP" sz="1400" dirty="0">
                <a:solidFill>
                  <a:schemeClr val="dk1"/>
                </a:solidFill>
                <a:cs typeface="MS Gothic"/>
                <a:sym typeface="MS Gothic"/>
              </a:rPr>
              <a:t>" + this.name + "</a:t>
            </a:r>
            <a:r>
              <a:rPr lang="ja-JP" altLang="en-US" sz="1400" dirty="0">
                <a:solidFill>
                  <a:schemeClr val="dk1"/>
                </a:solidFill>
                <a:cs typeface="MS Gothic"/>
                <a:sym typeface="MS Gothic"/>
              </a:rPr>
              <a:t>と申します</a:t>
            </a:r>
            <a:r>
              <a:rPr lang="en-US" altLang="ja-JP" sz="1400" dirty="0">
                <a:solidFill>
                  <a:schemeClr val="dk1"/>
                </a:solidFill>
                <a:cs typeface="MS Gothic"/>
                <a:sym typeface="MS Gothic"/>
              </a:rPr>
              <a:t>");</a:t>
            </a:r>
          </a:p>
          <a:p>
            <a:r>
              <a:rPr lang="ja-JP" altLang="en-US" sz="1400" dirty="0">
                <a:solidFill>
                  <a:schemeClr val="dk1"/>
                </a:solidFill>
                <a:cs typeface="MS Gothic"/>
                <a:sym typeface="MS Gothic"/>
              </a:rPr>
              <a:t>      </a:t>
            </a:r>
            <a:r>
              <a:rPr lang="en-US" altLang="ja-JP" sz="1400" dirty="0">
                <a:solidFill>
                  <a:schemeClr val="dk1"/>
                </a:solidFill>
                <a:cs typeface="MS Gothic"/>
                <a:sym typeface="MS Gothic"/>
              </a:rPr>
              <a:t>  </a:t>
            </a:r>
            <a:r>
              <a:rPr lang="en-US" altLang="ja-JP" sz="1400" dirty="0" err="1">
                <a:solidFill>
                  <a:schemeClr val="dk1"/>
                </a:solidFill>
                <a:cs typeface="MS Gothic"/>
                <a:sym typeface="MS Gothic"/>
              </a:rPr>
              <a:t>System.out.println</a:t>
            </a:r>
            <a:r>
              <a:rPr lang="en-US" altLang="ja-JP" sz="1400" dirty="0">
                <a:solidFill>
                  <a:schemeClr val="dk1"/>
                </a:solidFill>
                <a:cs typeface="MS Gothic"/>
                <a:sym typeface="MS Gothic"/>
              </a:rPr>
              <a:t>(</a:t>
            </a:r>
            <a:r>
              <a:rPr lang="en-US" altLang="ja-JP" sz="1400" dirty="0" err="1">
                <a:solidFill>
                  <a:schemeClr val="dk1"/>
                </a:solidFill>
                <a:cs typeface="MS Gothic"/>
                <a:sym typeface="MS Gothic"/>
              </a:rPr>
              <a:t>this.age</a:t>
            </a:r>
            <a:r>
              <a:rPr lang="en-US" altLang="ja-JP" sz="1400" dirty="0">
                <a:solidFill>
                  <a:schemeClr val="dk1"/>
                </a:solidFill>
                <a:cs typeface="MS Gothic"/>
                <a:sym typeface="MS Gothic"/>
              </a:rPr>
              <a:t> + "</a:t>
            </a:r>
            <a:r>
              <a:rPr lang="ja-JP" altLang="en-US" sz="1400" dirty="0">
                <a:solidFill>
                  <a:schemeClr val="dk1"/>
                </a:solidFill>
                <a:cs typeface="MS Gothic"/>
                <a:sym typeface="MS Gothic"/>
              </a:rPr>
              <a:t>歳です</a:t>
            </a:r>
            <a:r>
              <a:rPr lang="en-US" altLang="ja-JP" sz="1400" dirty="0">
                <a:solidFill>
                  <a:schemeClr val="dk1"/>
                </a:solidFill>
                <a:cs typeface="MS Gothic"/>
                <a:sym typeface="MS Gothic"/>
              </a:rPr>
              <a:t>");</a:t>
            </a:r>
            <a:endParaRPr lang="ja-JP" altLang="en-US" sz="1400" dirty="0">
              <a:solidFill>
                <a:schemeClr val="dk1"/>
              </a:solidFill>
              <a:cs typeface="MS Gothic"/>
              <a:sym typeface="MS Gothic"/>
            </a:endParaRPr>
          </a:p>
          <a:p>
            <a:r>
              <a:rPr lang="en-US" altLang="ja-JP" sz="1400" dirty="0">
                <a:solidFill>
                  <a:schemeClr val="dk1"/>
                </a:solidFill>
                <a:cs typeface="MS Gothic"/>
                <a:sym typeface="MS Gothic"/>
              </a:rPr>
              <a:t>   }</a:t>
            </a:r>
            <a:endParaRPr lang="ja-JP" altLang="en-US" sz="1400" dirty="0">
              <a:solidFill>
                <a:schemeClr val="dk1"/>
              </a:solidFill>
              <a:cs typeface="MS Gothic"/>
              <a:sym typeface="MS Gothic"/>
            </a:endParaRPr>
          </a:p>
          <a:p>
            <a:r>
              <a:rPr lang="ja-JP" sz="1400" dirty="0">
                <a:solidFill>
                  <a:schemeClr val="dk1"/>
                </a:solidFill>
                <a:cs typeface="MS Gothic"/>
                <a:sym typeface="MS Gothic"/>
              </a:rPr>
              <a:t>}</a:t>
            </a:r>
            <a:endParaRPr sz="1400" dirty="0">
              <a:solidFill>
                <a:schemeClr val="dk1"/>
              </a:solidFill>
              <a:cs typeface="MS Gothic"/>
              <a:sym typeface="MS Gothic"/>
            </a:endParaRPr>
          </a:p>
        </p:txBody>
      </p:sp>
      <p:sp>
        <p:nvSpPr>
          <p:cNvPr id="9" name="テキスト プレースホルダー 7">
            <a:extLst>
              <a:ext uri="{FF2B5EF4-FFF2-40B4-BE49-F238E27FC236}">
                <a16:creationId xmlns:a16="http://schemas.microsoft.com/office/drawing/2014/main" id="{47153182-DBDF-47B9-9A37-7D4133D83429}"/>
              </a:ext>
            </a:extLst>
          </p:cNvPr>
          <p:cNvSpPr txBox="1">
            <a:spLocks/>
          </p:cNvSpPr>
          <p:nvPr/>
        </p:nvSpPr>
        <p:spPr>
          <a:xfrm>
            <a:off x="462875" y="3183069"/>
            <a:ext cx="8216900" cy="1595610"/>
          </a:xfrm>
          <a:prstGeom prst="rect">
            <a:avLst/>
          </a:prstGeom>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ja-JP" altLang="en-US" dirty="0"/>
              <a:t>この</a:t>
            </a:r>
            <a:r>
              <a:rPr lang="en-US" altLang="ja-JP" dirty="0"/>
              <a:t>Student</a:t>
            </a:r>
            <a:r>
              <a:rPr lang="ja-JP" altLang="en-US" dirty="0"/>
              <a:t>クラスを使って、山田さんと高橋さんのインスタンスを作り、</a:t>
            </a:r>
            <a:r>
              <a:rPr lang="en-US" altLang="ja-JP" dirty="0"/>
              <a:t>2</a:t>
            </a:r>
            <a:r>
              <a:rPr lang="ja-JP" altLang="en-US" dirty="0"/>
              <a:t>人の中から教室のリーダーとして高橋さんを選出するとします。</a:t>
            </a:r>
          </a:p>
          <a:p>
            <a:pPr marL="96838" indent="0">
              <a:buFont typeface="Arial" panose="020B0604020202020204" pitchFamily="34" charset="0"/>
              <a:buNone/>
            </a:pPr>
            <a:r>
              <a:rPr lang="ja-JP" altLang="en-US" dirty="0"/>
              <a:t>次ページのプログラムを作って実行してみると、、、</a:t>
            </a:r>
            <a:endParaRPr lang="en-US" altLang="ja-JP" dirty="0"/>
          </a:p>
          <a:p>
            <a:pPr marL="96838" indent="0">
              <a:buFont typeface="Arial" panose="020B0604020202020204" pitchFamily="34" charset="0"/>
              <a:buNone/>
            </a:pPr>
            <a:endParaRPr lang="ja-JP" altLang="en-US" dirty="0"/>
          </a:p>
        </p:txBody>
      </p:sp>
    </p:spTree>
    <p:extLst>
      <p:ext uri="{BB962C8B-B14F-4D97-AF65-F5344CB8AC3E}">
        <p14:creationId xmlns:p14="http://schemas.microsoft.com/office/powerpoint/2010/main" val="6117251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DE764CD8-0B12-484E-890C-8A5A26296D13}"/>
              </a:ext>
            </a:extLst>
          </p:cNvPr>
          <p:cNvSpPr>
            <a:spLocks noGrp="1"/>
          </p:cNvSpPr>
          <p:nvPr>
            <p:ph type="ftr" sz="quarter" idx="11"/>
          </p:nvPr>
        </p:nvSpPr>
        <p:spPr/>
        <p:txBody>
          <a:bodyPr/>
          <a:lstStyle/>
          <a:p>
            <a:r>
              <a:rPr kumimoji="1" lang="en-US" altLang="ja-JP"/>
              <a:t>copyright ©ITCollege All Rights Reserved</a:t>
            </a:r>
            <a:endParaRPr kumimoji="1" lang="ja-JP" altLang="en-US" dirty="0">
              <a:latin typeface="+mn-ea"/>
            </a:endParaRPr>
          </a:p>
        </p:txBody>
      </p:sp>
      <p:sp>
        <p:nvSpPr>
          <p:cNvPr id="7" name="タイトル 6">
            <a:extLst>
              <a:ext uri="{FF2B5EF4-FFF2-40B4-BE49-F238E27FC236}">
                <a16:creationId xmlns:a16="http://schemas.microsoft.com/office/drawing/2014/main" id="{9630AD22-E64D-4A96-B059-2AF9F6580C25}"/>
              </a:ext>
            </a:extLst>
          </p:cNvPr>
          <p:cNvSpPr>
            <a:spLocks noGrp="1"/>
          </p:cNvSpPr>
          <p:nvPr>
            <p:ph type="ctrTitle"/>
          </p:nvPr>
        </p:nvSpPr>
        <p:spPr/>
        <p:txBody>
          <a:bodyPr/>
          <a:lstStyle/>
          <a:p>
            <a:r>
              <a:rPr lang="ja-JP" altLang="en-US" dirty="0"/>
              <a:t>コンピュータの中のインスタンス</a:t>
            </a:r>
          </a:p>
        </p:txBody>
      </p:sp>
      <p:sp>
        <p:nvSpPr>
          <p:cNvPr id="5" name="スライド番号プレースホルダー 4">
            <a:extLst>
              <a:ext uri="{FF2B5EF4-FFF2-40B4-BE49-F238E27FC236}">
                <a16:creationId xmlns:a16="http://schemas.microsoft.com/office/drawing/2014/main" id="{433B62C4-B6B9-4622-B802-69C25D6F2A49}"/>
              </a:ext>
            </a:extLst>
          </p:cNvPr>
          <p:cNvSpPr>
            <a:spLocks noGrp="1"/>
          </p:cNvSpPr>
          <p:nvPr>
            <p:ph type="sldNum" sz="quarter" idx="4"/>
          </p:nvPr>
        </p:nvSpPr>
        <p:spPr/>
        <p:txBody>
          <a:bodyPr/>
          <a:lstStyle/>
          <a:p>
            <a:fld id="{00000000-1234-1234-1234-123412341234}" type="slidenum">
              <a:rPr lang="en" smtClean="0"/>
              <a:pPr/>
              <a:t>6</a:t>
            </a:fld>
            <a:endParaRPr lang="en" dirty="0">
              <a:latin typeface="+mn-ea"/>
            </a:endParaRPr>
          </a:p>
        </p:txBody>
      </p:sp>
      <p:sp>
        <p:nvSpPr>
          <p:cNvPr id="6" name="テキスト プレースホルダー 4">
            <a:extLst>
              <a:ext uri="{FF2B5EF4-FFF2-40B4-BE49-F238E27FC236}">
                <a16:creationId xmlns:a16="http://schemas.microsoft.com/office/drawing/2014/main" id="{5C5D35BD-799F-425D-A16C-01A0004D4511}"/>
              </a:ext>
            </a:extLst>
          </p:cNvPr>
          <p:cNvSpPr txBox="1">
            <a:spLocks/>
          </p:cNvSpPr>
          <p:nvPr/>
        </p:nvSpPr>
        <p:spPr>
          <a:xfrm>
            <a:off x="462876" y="876822"/>
            <a:ext cx="8098978" cy="3908120"/>
          </a:xfrm>
          <a:prstGeom prst="rect">
            <a:avLst/>
          </a:prstGeom>
          <a:solidFill>
            <a:schemeClr val="bg1"/>
          </a:solidFill>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en-US" altLang="ja-JP" dirty="0"/>
              <a:t>public class </a:t>
            </a:r>
            <a:r>
              <a:rPr lang="en-US" altLang="ja-JP" dirty="0" err="1"/>
              <a:t>LeaderSample</a:t>
            </a:r>
            <a:r>
              <a:rPr lang="en-US" altLang="ja-JP" dirty="0"/>
              <a:t> {</a:t>
            </a:r>
            <a:br>
              <a:rPr lang="en-US" altLang="ja-JP" dirty="0"/>
            </a:br>
            <a:r>
              <a:rPr lang="en-US" altLang="ja-JP" dirty="0"/>
              <a:t>    public static void main(String[] </a:t>
            </a:r>
            <a:r>
              <a:rPr lang="en-US" altLang="ja-JP" dirty="0" err="1"/>
              <a:t>args</a:t>
            </a:r>
            <a:r>
              <a:rPr lang="en-US" altLang="ja-JP" dirty="0"/>
              <a:t>) {</a:t>
            </a:r>
            <a:br>
              <a:rPr lang="en-US" altLang="ja-JP" dirty="0"/>
            </a:br>
            <a:r>
              <a:rPr lang="en-US" altLang="ja-JP" dirty="0"/>
              <a:t>        // </a:t>
            </a:r>
            <a:r>
              <a:rPr lang="ja-JP" altLang="en-US" dirty="0"/>
              <a:t>受講生インスタンスを</a:t>
            </a:r>
            <a:r>
              <a:rPr lang="en-US" altLang="ja-JP" dirty="0"/>
              <a:t>2</a:t>
            </a:r>
            <a:r>
              <a:rPr lang="ja-JP" altLang="en-US" dirty="0"/>
              <a:t>つ作成</a:t>
            </a:r>
            <a:br>
              <a:rPr lang="en-US" altLang="ja-JP" dirty="0"/>
            </a:br>
            <a:r>
              <a:rPr lang="en-US" altLang="ja-JP" dirty="0"/>
              <a:t>        Student </a:t>
            </a:r>
            <a:r>
              <a:rPr lang="en-US" altLang="ja-JP" dirty="0" err="1"/>
              <a:t>studentY</a:t>
            </a:r>
            <a:r>
              <a:rPr lang="en-US" altLang="ja-JP" dirty="0"/>
              <a:t> = new Student();</a:t>
            </a:r>
            <a:br>
              <a:rPr lang="en-US" altLang="ja-JP" dirty="0"/>
            </a:br>
            <a:r>
              <a:rPr lang="ja-JP" altLang="en-US" dirty="0"/>
              <a:t>        </a:t>
            </a:r>
            <a:r>
              <a:rPr lang="en-US" altLang="ja-JP" dirty="0"/>
              <a:t>Student </a:t>
            </a:r>
            <a:r>
              <a:rPr lang="en-US" altLang="ja-JP" dirty="0" err="1"/>
              <a:t>studentT</a:t>
            </a:r>
            <a:r>
              <a:rPr lang="en-US" altLang="ja-JP" dirty="0"/>
              <a:t> = new Student();</a:t>
            </a:r>
            <a:br>
              <a:rPr lang="en-US" altLang="ja-JP" dirty="0"/>
            </a:br>
            <a:r>
              <a:rPr lang="en-US" altLang="ja-JP" dirty="0"/>
              <a:t>        // </a:t>
            </a:r>
            <a:r>
              <a:rPr lang="ja-JP" altLang="en-US" dirty="0"/>
              <a:t>それぞれのフィールドに代入</a:t>
            </a:r>
            <a:br>
              <a:rPr lang="ja-JP" altLang="en-US" dirty="0"/>
            </a:br>
            <a:r>
              <a:rPr lang="ja-JP" altLang="en-US" dirty="0"/>
              <a:t>        </a:t>
            </a:r>
            <a:r>
              <a:rPr lang="en-US" altLang="ja-JP" dirty="0"/>
              <a:t>studentY.name = "</a:t>
            </a:r>
            <a:r>
              <a:rPr lang="ja-JP" altLang="en-US" dirty="0"/>
              <a:t>山田</a:t>
            </a:r>
            <a:r>
              <a:rPr lang="en-US" altLang="ja-JP" dirty="0"/>
              <a:t>";</a:t>
            </a:r>
            <a:r>
              <a:rPr lang="ja-JP" altLang="en-US" dirty="0"/>
              <a:t> </a:t>
            </a:r>
            <a:br>
              <a:rPr lang="ja-JP" altLang="en-US" dirty="0"/>
            </a:br>
            <a:r>
              <a:rPr lang="ja-JP" altLang="en-US" dirty="0"/>
              <a:t>        </a:t>
            </a:r>
            <a:r>
              <a:rPr lang="en-US" altLang="ja-JP" dirty="0" err="1"/>
              <a:t>studentY.age</a:t>
            </a:r>
            <a:r>
              <a:rPr lang="en-US" altLang="ja-JP" dirty="0"/>
              <a:t> = 21;</a:t>
            </a:r>
            <a:r>
              <a:rPr lang="ja-JP" altLang="en-US" dirty="0"/>
              <a:t> </a:t>
            </a:r>
            <a:br>
              <a:rPr lang="ja-JP" altLang="en-US" dirty="0"/>
            </a:br>
            <a:r>
              <a:rPr lang="ja-JP" altLang="en-US" dirty="0"/>
              <a:t>        </a:t>
            </a:r>
            <a:r>
              <a:rPr lang="en-US" altLang="ja-JP" dirty="0"/>
              <a:t>studentT.name = "</a:t>
            </a:r>
            <a:r>
              <a:rPr lang="ja-JP" altLang="en-US" dirty="0"/>
              <a:t>高橋</a:t>
            </a:r>
            <a:r>
              <a:rPr lang="en-US" altLang="ja-JP" dirty="0"/>
              <a:t>";</a:t>
            </a:r>
            <a:r>
              <a:rPr lang="ja-JP" altLang="en-US" dirty="0"/>
              <a:t> </a:t>
            </a:r>
            <a:br>
              <a:rPr lang="ja-JP" altLang="en-US" dirty="0"/>
            </a:br>
            <a:r>
              <a:rPr lang="ja-JP" altLang="en-US" dirty="0"/>
              <a:t>        </a:t>
            </a:r>
            <a:r>
              <a:rPr lang="en-US" altLang="ja-JP" dirty="0" err="1"/>
              <a:t>studentT.age</a:t>
            </a:r>
            <a:r>
              <a:rPr lang="en-US" altLang="ja-JP" dirty="0"/>
              <a:t> = 23; </a:t>
            </a:r>
            <a:br>
              <a:rPr lang="en-US" altLang="ja-JP" dirty="0"/>
            </a:br>
            <a:r>
              <a:rPr lang="en-US" altLang="ja-JP" dirty="0"/>
              <a:t>        // </a:t>
            </a:r>
            <a:r>
              <a:rPr lang="ja-JP" altLang="en-US" dirty="0"/>
              <a:t>リーダーを格納する</a:t>
            </a:r>
            <a:r>
              <a:rPr lang="en-US" altLang="ja-JP" dirty="0"/>
              <a:t>Student</a:t>
            </a:r>
            <a:r>
              <a:rPr lang="ja-JP" altLang="en-US" dirty="0"/>
              <a:t>型の変数を作成し、高橋さんのインスタンスを代入</a:t>
            </a:r>
            <a:br>
              <a:rPr lang="en-US" altLang="ja-JP" dirty="0"/>
            </a:br>
            <a:r>
              <a:rPr lang="en-US" altLang="ja-JP" dirty="0"/>
              <a:t>        </a:t>
            </a:r>
            <a:r>
              <a:rPr lang="en-US" altLang="ja-JP" b="1" dirty="0">
                <a:solidFill>
                  <a:srgbClr val="C00000"/>
                </a:solidFill>
              </a:rPr>
              <a:t>Student leader = </a:t>
            </a:r>
            <a:r>
              <a:rPr lang="en-US" altLang="ja-JP" b="1" dirty="0" err="1">
                <a:solidFill>
                  <a:srgbClr val="C00000"/>
                </a:solidFill>
              </a:rPr>
              <a:t>studentT</a:t>
            </a:r>
            <a:r>
              <a:rPr lang="en-US" altLang="ja-JP" b="1" dirty="0">
                <a:solidFill>
                  <a:srgbClr val="C00000"/>
                </a:solidFill>
              </a:rPr>
              <a:t>; </a:t>
            </a:r>
            <a:br>
              <a:rPr lang="en-US" altLang="ja-JP" dirty="0"/>
            </a:br>
            <a:r>
              <a:rPr lang="en-US" altLang="ja-JP" dirty="0"/>
              <a:t>        // </a:t>
            </a:r>
            <a:r>
              <a:rPr lang="ja-JP" altLang="en-US" dirty="0"/>
              <a:t>リーダーのインスタンスは名前の後ろに「リーダー」を付ける</a:t>
            </a:r>
            <a:br>
              <a:rPr lang="en-US" altLang="ja-JP" dirty="0"/>
            </a:br>
            <a:r>
              <a:rPr lang="en-US" altLang="ja-JP" dirty="0"/>
              <a:t>        </a:t>
            </a:r>
            <a:r>
              <a:rPr lang="en-US" altLang="ja-JP" b="1" dirty="0">
                <a:solidFill>
                  <a:srgbClr val="C00000"/>
                </a:solidFill>
              </a:rPr>
              <a:t>leader.name += "</a:t>
            </a:r>
            <a:r>
              <a:rPr lang="ja-JP" altLang="en-US" b="1" dirty="0">
                <a:solidFill>
                  <a:srgbClr val="C00000"/>
                </a:solidFill>
              </a:rPr>
              <a:t>リーダー</a:t>
            </a:r>
            <a:r>
              <a:rPr lang="en-US" altLang="ja-JP" b="1" dirty="0">
                <a:solidFill>
                  <a:srgbClr val="C00000"/>
                </a:solidFill>
              </a:rPr>
              <a:t>";</a:t>
            </a:r>
            <a:br>
              <a:rPr lang="en-US" altLang="ja-JP" dirty="0"/>
            </a:br>
            <a:r>
              <a:rPr lang="en-US" altLang="ja-JP" dirty="0"/>
              <a:t>        // </a:t>
            </a:r>
            <a:r>
              <a:rPr lang="ja-JP" altLang="en-US" dirty="0"/>
              <a:t>それぞれのフィールドの中身を表示</a:t>
            </a:r>
            <a:br>
              <a:rPr lang="en-US" altLang="ja-JP" dirty="0"/>
            </a:br>
            <a:r>
              <a:rPr lang="en-US" altLang="ja-JP" dirty="0"/>
              <a:t>        </a:t>
            </a:r>
            <a:r>
              <a:rPr lang="en-US" altLang="ja-JP" dirty="0" err="1"/>
              <a:t>System.out.println</a:t>
            </a:r>
            <a:r>
              <a:rPr lang="en-US" altLang="ja-JP" dirty="0"/>
              <a:t>("studentY.name</a:t>
            </a:r>
            <a:r>
              <a:rPr lang="ja-JP" altLang="en-US" dirty="0"/>
              <a:t>の中身は</a:t>
            </a:r>
            <a:r>
              <a:rPr lang="en-US" altLang="ja-JP" dirty="0"/>
              <a:t>" + studentY.name); </a:t>
            </a:r>
            <a:br>
              <a:rPr lang="en-US" altLang="ja-JP" dirty="0"/>
            </a:br>
            <a:r>
              <a:rPr lang="en-US" altLang="ja-JP" dirty="0"/>
              <a:t>        </a:t>
            </a:r>
            <a:r>
              <a:rPr lang="en-US" altLang="ja-JP" dirty="0" err="1"/>
              <a:t>System.out.println</a:t>
            </a:r>
            <a:r>
              <a:rPr lang="en-US" altLang="ja-JP" dirty="0"/>
              <a:t>("studentT.name</a:t>
            </a:r>
            <a:r>
              <a:rPr lang="ja-JP" altLang="en-US" dirty="0"/>
              <a:t>の中身は</a:t>
            </a:r>
            <a:r>
              <a:rPr lang="en-US" altLang="ja-JP" dirty="0"/>
              <a:t>" + studentT.name); </a:t>
            </a:r>
            <a:br>
              <a:rPr lang="en-US" altLang="ja-JP" dirty="0"/>
            </a:br>
            <a:r>
              <a:rPr lang="en-US" altLang="ja-JP" dirty="0"/>
              <a:t>        </a:t>
            </a:r>
            <a:r>
              <a:rPr lang="en-US" altLang="ja-JP" dirty="0" err="1"/>
              <a:t>System.out.println</a:t>
            </a:r>
            <a:r>
              <a:rPr lang="en-US" altLang="ja-JP" dirty="0"/>
              <a:t>("leader.name</a:t>
            </a:r>
            <a:r>
              <a:rPr lang="ja-JP" altLang="en-US" dirty="0"/>
              <a:t>の中身は</a:t>
            </a:r>
            <a:r>
              <a:rPr lang="en-US" altLang="ja-JP" dirty="0"/>
              <a:t>" + leader.name);</a:t>
            </a:r>
            <a:br>
              <a:rPr lang="ja-JP" altLang="en-US" dirty="0"/>
            </a:br>
            <a:r>
              <a:rPr lang="ja-JP" altLang="en-US" dirty="0"/>
              <a:t>    </a:t>
            </a:r>
            <a:r>
              <a:rPr lang="en-US" altLang="ja-JP" dirty="0"/>
              <a:t>}</a:t>
            </a:r>
            <a:br>
              <a:rPr lang="en-US" altLang="ja-JP" dirty="0"/>
            </a:br>
            <a:r>
              <a:rPr lang="en-US" altLang="ja-JP" dirty="0"/>
              <a:t>}</a:t>
            </a:r>
            <a:endParaRPr lang="ja-JP" altLang="en-US" dirty="0"/>
          </a:p>
        </p:txBody>
      </p:sp>
    </p:spTree>
    <p:extLst>
      <p:ext uri="{BB962C8B-B14F-4D97-AF65-F5344CB8AC3E}">
        <p14:creationId xmlns:p14="http://schemas.microsoft.com/office/powerpoint/2010/main" val="2134420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DE764CD8-0B12-484E-890C-8A5A26296D13}"/>
              </a:ext>
            </a:extLst>
          </p:cNvPr>
          <p:cNvSpPr>
            <a:spLocks noGrp="1"/>
          </p:cNvSpPr>
          <p:nvPr>
            <p:ph type="ftr" sz="quarter" idx="11"/>
          </p:nvPr>
        </p:nvSpPr>
        <p:spPr/>
        <p:txBody>
          <a:bodyPr/>
          <a:lstStyle/>
          <a:p>
            <a:r>
              <a:rPr kumimoji="1" lang="en-US" altLang="ja-JP"/>
              <a:t>copyright ©ITCollege All Rights Reserved</a:t>
            </a:r>
            <a:endParaRPr kumimoji="1" lang="ja-JP" altLang="en-US" dirty="0">
              <a:latin typeface="+mn-ea"/>
            </a:endParaRPr>
          </a:p>
        </p:txBody>
      </p:sp>
      <p:sp>
        <p:nvSpPr>
          <p:cNvPr id="7" name="タイトル 6">
            <a:extLst>
              <a:ext uri="{FF2B5EF4-FFF2-40B4-BE49-F238E27FC236}">
                <a16:creationId xmlns:a16="http://schemas.microsoft.com/office/drawing/2014/main" id="{9630AD22-E64D-4A96-B059-2AF9F6580C25}"/>
              </a:ext>
            </a:extLst>
          </p:cNvPr>
          <p:cNvSpPr>
            <a:spLocks noGrp="1"/>
          </p:cNvSpPr>
          <p:nvPr>
            <p:ph type="ctrTitle"/>
          </p:nvPr>
        </p:nvSpPr>
        <p:spPr/>
        <p:txBody>
          <a:bodyPr/>
          <a:lstStyle/>
          <a:p>
            <a:r>
              <a:rPr lang="ja-JP" altLang="en-US" dirty="0"/>
              <a:t>コンピュータの中のインスタンス</a:t>
            </a:r>
          </a:p>
        </p:txBody>
      </p:sp>
      <p:sp>
        <p:nvSpPr>
          <p:cNvPr id="5" name="スライド番号プレースホルダー 4">
            <a:extLst>
              <a:ext uri="{FF2B5EF4-FFF2-40B4-BE49-F238E27FC236}">
                <a16:creationId xmlns:a16="http://schemas.microsoft.com/office/drawing/2014/main" id="{433B62C4-B6B9-4622-B802-69C25D6F2A49}"/>
              </a:ext>
            </a:extLst>
          </p:cNvPr>
          <p:cNvSpPr>
            <a:spLocks noGrp="1"/>
          </p:cNvSpPr>
          <p:nvPr>
            <p:ph type="sldNum" sz="quarter" idx="4"/>
          </p:nvPr>
        </p:nvSpPr>
        <p:spPr/>
        <p:txBody>
          <a:bodyPr/>
          <a:lstStyle/>
          <a:p>
            <a:fld id="{00000000-1234-1234-1234-123412341234}" type="slidenum">
              <a:rPr lang="en" smtClean="0"/>
              <a:pPr/>
              <a:t>7</a:t>
            </a:fld>
            <a:endParaRPr lang="en" dirty="0">
              <a:latin typeface="+mn-ea"/>
            </a:endParaRPr>
          </a:p>
        </p:txBody>
      </p:sp>
      <p:sp>
        <p:nvSpPr>
          <p:cNvPr id="8" name="テキスト プレースホルダー 7">
            <a:extLst>
              <a:ext uri="{FF2B5EF4-FFF2-40B4-BE49-F238E27FC236}">
                <a16:creationId xmlns:a16="http://schemas.microsoft.com/office/drawing/2014/main" id="{787CF02A-01AB-4517-BA3E-25572FA82648}"/>
              </a:ext>
            </a:extLst>
          </p:cNvPr>
          <p:cNvSpPr>
            <a:spLocks noGrp="1"/>
          </p:cNvSpPr>
          <p:nvPr>
            <p:ph type="body" sz="quarter" idx="14"/>
          </p:nvPr>
        </p:nvSpPr>
        <p:spPr>
          <a:xfrm>
            <a:off x="462875" y="859491"/>
            <a:ext cx="8216900" cy="303305"/>
          </a:xfrm>
        </p:spPr>
        <p:txBody>
          <a:bodyPr/>
          <a:lstStyle/>
          <a:p>
            <a:pPr marL="96838" indent="0">
              <a:buNone/>
            </a:pPr>
            <a:r>
              <a:rPr lang="ja-JP" altLang="en-US" dirty="0"/>
              <a:t>前のページの</a:t>
            </a:r>
            <a:r>
              <a:rPr lang="en-US" altLang="ja-JP" dirty="0" err="1"/>
              <a:t>LeaderSample</a:t>
            </a:r>
            <a:r>
              <a:rPr lang="ja-JP" altLang="en-US" dirty="0"/>
              <a:t>クラスを実行すると以下のように表示されます。</a:t>
            </a:r>
            <a:endParaRPr lang="en-US" altLang="ja-JP" dirty="0"/>
          </a:p>
          <a:p>
            <a:pPr marL="96838" indent="0">
              <a:buNone/>
            </a:pPr>
            <a:endParaRPr lang="ja-JP" altLang="en-US" dirty="0"/>
          </a:p>
        </p:txBody>
      </p:sp>
      <p:sp>
        <p:nvSpPr>
          <p:cNvPr id="10" name="Google Shape;172;p19">
            <a:extLst>
              <a:ext uri="{FF2B5EF4-FFF2-40B4-BE49-F238E27FC236}">
                <a16:creationId xmlns:a16="http://schemas.microsoft.com/office/drawing/2014/main" id="{03E5262E-27F9-4F15-AA97-48369C097390}"/>
              </a:ext>
            </a:extLst>
          </p:cNvPr>
          <p:cNvSpPr/>
          <p:nvPr/>
        </p:nvSpPr>
        <p:spPr>
          <a:xfrm>
            <a:off x="759542" y="1162796"/>
            <a:ext cx="7990860" cy="797635"/>
          </a:xfrm>
          <a:prstGeom prst="rect">
            <a:avLst/>
          </a:prstGeom>
          <a:solidFill>
            <a:schemeClr val="bg1"/>
          </a:solidFill>
          <a:ln w="12700" cap="flat" cmpd="sng">
            <a:solidFill>
              <a:srgbClr val="4D69AD"/>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r>
              <a:rPr lang="en-US" altLang="ja-JP" sz="1400" dirty="0">
                <a:solidFill>
                  <a:schemeClr val="dk1"/>
                </a:solidFill>
                <a:cs typeface="MS Gothic"/>
                <a:sym typeface="MS Gothic"/>
              </a:rPr>
              <a:t>studentY.name</a:t>
            </a:r>
            <a:r>
              <a:rPr lang="ja-JP" altLang="en-US" sz="1400" dirty="0">
                <a:solidFill>
                  <a:schemeClr val="dk1"/>
                </a:solidFill>
                <a:cs typeface="MS Gothic"/>
                <a:sym typeface="MS Gothic"/>
              </a:rPr>
              <a:t>の中身は山田</a:t>
            </a:r>
          </a:p>
          <a:p>
            <a:pPr marL="0" marR="0" lvl="0" indent="0" algn="l" rtl="0">
              <a:spcBef>
                <a:spcPts val="0"/>
              </a:spcBef>
              <a:spcAft>
                <a:spcPts val="0"/>
              </a:spcAft>
              <a:buNone/>
            </a:pPr>
            <a:r>
              <a:rPr lang="en-US" altLang="ja-JP" sz="1400" dirty="0">
                <a:solidFill>
                  <a:schemeClr val="dk1"/>
                </a:solidFill>
                <a:cs typeface="MS Gothic"/>
                <a:sym typeface="MS Gothic"/>
              </a:rPr>
              <a:t>studentT.name</a:t>
            </a:r>
            <a:r>
              <a:rPr lang="ja-JP" altLang="en-US" sz="1400" dirty="0">
                <a:solidFill>
                  <a:schemeClr val="dk1"/>
                </a:solidFill>
                <a:cs typeface="MS Gothic"/>
                <a:sym typeface="MS Gothic"/>
              </a:rPr>
              <a:t>の中身は高橋リーダー</a:t>
            </a:r>
          </a:p>
          <a:p>
            <a:pPr marL="0" marR="0" lvl="0" indent="0" algn="l" rtl="0">
              <a:spcBef>
                <a:spcPts val="0"/>
              </a:spcBef>
              <a:spcAft>
                <a:spcPts val="0"/>
              </a:spcAft>
              <a:buNone/>
            </a:pPr>
            <a:r>
              <a:rPr lang="en-US" altLang="ja-JP" sz="1400" dirty="0">
                <a:solidFill>
                  <a:schemeClr val="dk1"/>
                </a:solidFill>
                <a:cs typeface="MS Gothic"/>
                <a:sym typeface="MS Gothic"/>
              </a:rPr>
              <a:t>leader.name</a:t>
            </a:r>
            <a:r>
              <a:rPr lang="ja-JP" altLang="en-US" sz="1400" dirty="0">
                <a:solidFill>
                  <a:schemeClr val="dk1"/>
                </a:solidFill>
                <a:cs typeface="MS Gothic"/>
                <a:sym typeface="MS Gothic"/>
              </a:rPr>
              <a:t>の中身は高橋リーダー</a:t>
            </a:r>
            <a:endParaRPr sz="1400" dirty="0">
              <a:solidFill>
                <a:schemeClr val="dk1"/>
              </a:solidFill>
              <a:cs typeface="MS Gothic"/>
              <a:sym typeface="MS Gothic"/>
            </a:endParaRPr>
          </a:p>
        </p:txBody>
      </p:sp>
      <p:pic>
        <p:nvPicPr>
          <p:cNvPr id="54" name="Picture 2" descr="ふたが開いた段ボール箱のフリーイラスト素材">
            <a:extLst>
              <a:ext uri="{FF2B5EF4-FFF2-40B4-BE49-F238E27FC236}">
                <a16:creationId xmlns:a16="http://schemas.microsoft.com/office/drawing/2014/main" id="{78158C8D-AC34-461F-8792-06C525117AD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9542" y="3168014"/>
            <a:ext cx="1689296" cy="1689296"/>
          </a:xfrm>
          <a:prstGeom prst="rect">
            <a:avLst/>
          </a:prstGeom>
          <a:noFill/>
          <a:extLst>
            <a:ext uri="{909E8E84-426E-40DD-AFC4-6F175D3DCCD1}">
              <a14:hiddenFill xmlns:a14="http://schemas.microsoft.com/office/drawing/2010/main">
                <a:solidFill>
                  <a:srgbClr val="FFFFFF"/>
                </a:solidFill>
              </a14:hiddenFill>
            </a:ext>
          </a:extLst>
        </p:spPr>
      </p:pic>
      <p:sp>
        <p:nvSpPr>
          <p:cNvPr id="55" name="テキスト プレースホルダー 4">
            <a:extLst>
              <a:ext uri="{FF2B5EF4-FFF2-40B4-BE49-F238E27FC236}">
                <a16:creationId xmlns:a16="http://schemas.microsoft.com/office/drawing/2014/main" id="{8A765728-4CA6-48FB-8DB0-3D40A0B822CB}"/>
              </a:ext>
            </a:extLst>
          </p:cNvPr>
          <p:cNvSpPr txBox="1">
            <a:spLocks/>
          </p:cNvSpPr>
          <p:nvPr/>
        </p:nvSpPr>
        <p:spPr>
          <a:xfrm>
            <a:off x="872075" y="4583448"/>
            <a:ext cx="1196707" cy="273862"/>
          </a:xfrm>
          <a:prstGeom prst="rect">
            <a:avLst/>
          </a:prstGeom>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en-US" altLang="ja-JP" dirty="0" err="1"/>
              <a:t>studentY</a:t>
            </a:r>
            <a:endParaRPr lang="ja-JP" altLang="en-US" dirty="0"/>
          </a:p>
        </p:txBody>
      </p:sp>
      <p:sp>
        <p:nvSpPr>
          <p:cNvPr id="56" name="五角形 55">
            <a:extLst>
              <a:ext uri="{FF2B5EF4-FFF2-40B4-BE49-F238E27FC236}">
                <a16:creationId xmlns:a16="http://schemas.microsoft.com/office/drawing/2014/main" id="{22EA48D7-FE6C-4B06-AC32-807329C53EE8}"/>
              </a:ext>
            </a:extLst>
          </p:cNvPr>
          <p:cNvSpPr/>
          <p:nvPr/>
        </p:nvSpPr>
        <p:spPr>
          <a:xfrm>
            <a:off x="1057335" y="2984464"/>
            <a:ext cx="1110257" cy="976766"/>
          </a:xfrm>
          <a:prstGeom prst="pentagon">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tx1"/>
              </a:solidFill>
            </a:endParaRPr>
          </a:p>
        </p:txBody>
      </p:sp>
      <p:pic>
        <p:nvPicPr>
          <p:cNvPr id="57" name="Picture 2" descr="ふたが開いた段ボール箱のフリーイラスト素材">
            <a:extLst>
              <a:ext uri="{FF2B5EF4-FFF2-40B4-BE49-F238E27FC236}">
                <a16:creationId xmlns:a16="http://schemas.microsoft.com/office/drawing/2014/main" id="{E7F1ABD2-E4D9-4395-8AD8-D1B79C301A7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0378" y="3046158"/>
            <a:ext cx="476536" cy="476536"/>
          </a:xfrm>
          <a:prstGeom prst="rect">
            <a:avLst/>
          </a:prstGeom>
          <a:noFill/>
          <a:extLst>
            <a:ext uri="{909E8E84-426E-40DD-AFC4-6F175D3DCCD1}">
              <a14:hiddenFill xmlns:a14="http://schemas.microsoft.com/office/drawing/2010/main">
                <a:solidFill>
                  <a:srgbClr val="FFFFFF"/>
                </a:solidFill>
              </a14:hiddenFill>
            </a:ext>
          </a:extLst>
        </p:spPr>
      </p:pic>
      <p:sp>
        <p:nvSpPr>
          <p:cNvPr id="58" name="テキスト プレースホルダー 4">
            <a:extLst>
              <a:ext uri="{FF2B5EF4-FFF2-40B4-BE49-F238E27FC236}">
                <a16:creationId xmlns:a16="http://schemas.microsoft.com/office/drawing/2014/main" id="{7253E9EA-CC4F-472E-A272-63056B3241FD}"/>
              </a:ext>
            </a:extLst>
          </p:cNvPr>
          <p:cNvSpPr txBox="1">
            <a:spLocks/>
          </p:cNvSpPr>
          <p:nvPr/>
        </p:nvSpPr>
        <p:spPr>
          <a:xfrm>
            <a:off x="1036945" y="3341173"/>
            <a:ext cx="813225" cy="254494"/>
          </a:xfrm>
          <a:prstGeom prst="rect">
            <a:avLst/>
          </a:prstGeom>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en-US" altLang="ja-JP" dirty="0"/>
              <a:t>name</a:t>
            </a:r>
            <a:endParaRPr lang="ja-JP" altLang="en-US" dirty="0"/>
          </a:p>
        </p:txBody>
      </p:sp>
      <p:pic>
        <p:nvPicPr>
          <p:cNvPr id="59" name="Picture 2" descr="ふたが開いた段ボール箱のフリーイラスト素材">
            <a:extLst>
              <a:ext uri="{FF2B5EF4-FFF2-40B4-BE49-F238E27FC236}">
                <a16:creationId xmlns:a16="http://schemas.microsoft.com/office/drawing/2014/main" id="{4D857BC2-22C1-4419-92C8-435FE2BC9A3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39623" y="3057529"/>
            <a:ext cx="476536" cy="476536"/>
          </a:xfrm>
          <a:prstGeom prst="rect">
            <a:avLst/>
          </a:prstGeom>
          <a:noFill/>
          <a:extLst>
            <a:ext uri="{909E8E84-426E-40DD-AFC4-6F175D3DCCD1}">
              <a14:hiddenFill xmlns:a14="http://schemas.microsoft.com/office/drawing/2010/main">
                <a:solidFill>
                  <a:srgbClr val="FFFFFF"/>
                </a:solidFill>
              </a14:hiddenFill>
            </a:ext>
          </a:extLst>
        </p:spPr>
      </p:pic>
      <p:sp>
        <p:nvSpPr>
          <p:cNvPr id="60" name="テキスト プレースホルダー 4">
            <a:extLst>
              <a:ext uri="{FF2B5EF4-FFF2-40B4-BE49-F238E27FC236}">
                <a16:creationId xmlns:a16="http://schemas.microsoft.com/office/drawing/2014/main" id="{2E772C36-97C1-425C-9AA3-B40609C66C88}"/>
              </a:ext>
            </a:extLst>
          </p:cNvPr>
          <p:cNvSpPr txBox="1">
            <a:spLocks/>
          </p:cNvSpPr>
          <p:nvPr/>
        </p:nvSpPr>
        <p:spPr>
          <a:xfrm>
            <a:off x="1566166" y="3322166"/>
            <a:ext cx="600466" cy="249815"/>
          </a:xfrm>
          <a:prstGeom prst="rect">
            <a:avLst/>
          </a:prstGeom>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en-US" altLang="ja-JP" dirty="0"/>
              <a:t>age</a:t>
            </a:r>
            <a:endParaRPr lang="ja-JP" altLang="en-US" dirty="0"/>
          </a:p>
        </p:txBody>
      </p:sp>
      <p:sp>
        <p:nvSpPr>
          <p:cNvPr id="61" name="雲 60">
            <a:extLst>
              <a:ext uri="{FF2B5EF4-FFF2-40B4-BE49-F238E27FC236}">
                <a16:creationId xmlns:a16="http://schemas.microsoft.com/office/drawing/2014/main" id="{2A043967-A254-493A-9CE4-E88126B67303}"/>
              </a:ext>
            </a:extLst>
          </p:cNvPr>
          <p:cNvSpPr/>
          <p:nvPr/>
        </p:nvSpPr>
        <p:spPr>
          <a:xfrm>
            <a:off x="1233814" y="3603706"/>
            <a:ext cx="745298" cy="353880"/>
          </a:xfrm>
          <a:prstGeom prst="cloud">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tx1"/>
              </a:solidFill>
            </a:endParaRPr>
          </a:p>
        </p:txBody>
      </p:sp>
      <p:sp>
        <p:nvSpPr>
          <p:cNvPr id="62" name="テキスト プレースホルダー 4">
            <a:extLst>
              <a:ext uri="{FF2B5EF4-FFF2-40B4-BE49-F238E27FC236}">
                <a16:creationId xmlns:a16="http://schemas.microsoft.com/office/drawing/2014/main" id="{F73FD4AA-D508-4672-BDE7-9A6B7F18B904}"/>
              </a:ext>
            </a:extLst>
          </p:cNvPr>
          <p:cNvSpPr txBox="1">
            <a:spLocks/>
          </p:cNvSpPr>
          <p:nvPr/>
        </p:nvSpPr>
        <p:spPr>
          <a:xfrm>
            <a:off x="1041748" y="3633583"/>
            <a:ext cx="1124884" cy="153760"/>
          </a:xfrm>
          <a:prstGeom prst="rect">
            <a:avLst/>
          </a:prstGeom>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en-US" altLang="ja-JP" dirty="0"/>
              <a:t>introduce</a:t>
            </a:r>
            <a:endParaRPr lang="ja-JP" altLang="en-US" dirty="0"/>
          </a:p>
        </p:txBody>
      </p:sp>
      <p:pic>
        <p:nvPicPr>
          <p:cNvPr id="72" name="Picture 2" descr="ふたが開いた段ボール箱のフリーイラスト素材">
            <a:extLst>
              <a:ext uri="{FF2B5EF4-FFF2-40B4-BE49-F238E27FC236}">
                <a16:creationId xmlns:a16="http://schemas.microsoft.com/office/drawing/2014/main" id="{9EBDF412-C9ED-4657-A1D1-9B7F75FC56D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75463" y="3168014"/>
            <a:ext cx="1689296" cy="1689296"/>
          </a:xfrm>
          <a:prstGeom prst="rect">
            <a:avLst/>
          </a:prstGeom>
          <a:noFill/>
          <a:extLst>
            <a:ext uri="{909E8E84-426E-40DD-AFC4-6F175D3DCCD1}">
              <a14:hiddenFill xmlns:a14="http://schemas.microsoft.com/office/drawing/2010/main">
                <a:solidFill>
                  <a:srgbClr val="FFFFFF"/>
                </a:solidFill>
              </a14:hiddenFill>
            </a:ext>
          </a:extLst>
        </p:spPr>
      </p:pic>
      <p:sp>
        <p:nvSpPr>
          <p:cNvPr id="73" name="テキスト プレースホルダー 4">
            <a:extLst>
              <a:ext uri="{FF2B5EF4-FFF2-40B4-BE49-F238E27FC236}">
                <a16:creationId xmlns:a16="http://schemas.microsoft.com/office/drawing/2014/main" id="{A7B601DF-2B25-4967-AABF-1EE50AD29171}"/>
              </a:ext>
            </a:extLst>
          </p:cNvPr>
          <p:cNvSpPr txBox="1">
            <a:spLocks/>
          </p:cNvSpPr>
          <p:nvPr/>
        </p:nvSpPr>
        <p:spPr>
          <a:xfrm>
            <a:off x="2787996" y="4583448"/>
            <a:ext cx="1196707" cy="273862"/>
          </a:xfrm>
          <a:prstGeom prst="rect">
            <a:avLst/>
          </a:prstGeom>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en-US" altLang="ja-JP" dirty="0" err="1"/>
              <a:t>studentT</a:t>
            </a:r>
            <a:endParaRPr lang="ja-JP" altLang="en-US" dirty="0"/>
          </a:p>
        </p:txBody>
      </p:sp>
      <p:sp>
        <p:nvSpPr>
          <p:cNvPr id="74" name="五角形 73">
            <a:extLst>
              <a:ext uri="{FF2B5EF4-FFF2-40B4-BE49-F238E27FC236}">
                <a16:creationId xmlns:a16="http://schemas.microsoft.com/office/drawing/2014/main" id="{BA0FA95C-1E2C-4431-87C4-1AC89B31B714}"/>
              </a:ext>
            </a:extLst>
          </p:cNvPr>
          <p:cNvSpPr/>
          <p:nvPr/>
        </p:nvSpPr>
        <p:spPr>
          <a:xfrm>
            <a:off x="2973256" y="2984464"/>
            <a:ext cx="1110257" cy="976766"/>
          </a:xfrm>
          <a:prstGeom prst="pentagon">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tx1"/>
              </a:solidFill>
            </a:endParaRPr>
          </a:p>
        </p:txBody>
      </p:sp>
      <p:pic>
        <p:nvPicPr>
          <p:cNvPr id="75" name="Picture 2" descr="ふたが開いた段ボール箱のフリーイラスト素材">
            <a:extLst>
              <a:ext uri="{FF2B5EF4-FFF2-40B4-BE49-F238E27FC236}">
                <a16:creationId xmlns:a16="http://schemas.microsoft.com/office/drawing/2014/main" id="{E241214B-F75A-419E-92EA-62CD6968E7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56299" y="3046158"/>
            <a:ext cx="476536" cy="476536"/>
          </a:xfrm>
          <a:prstGeom prst="rect">
            <a:avLst/>
          </a:prstGeom>
          <a:noFill/>
          <a:extLst>
            <a:ext uri="{909E8E84-426E-40DD-AFC4-6F175D3DCCD1}">
              <a14:hiddenFill xmlns:a14="http://schemas.microsoft.com/office/drawing/2010/main">
                <a:solidFill>
                  <a:srgbClr val="FFFFFF"/>
                </a:solidFill>
              </a14:hiddenFill>
            </a:ext>
          </a:extLst>
        </p:spPr>
      </p:pic>
      <p:sp>
        <p:nvSpPr>
          <p:cNvPr id="76" name="テキスト プレースホルダー 4">
            <a:extLst>
              <a:ext uri="{FF2B5EF4-FFF2-40B4-BE49-F238E27FC236}">
                <a16:creationId xmlns:a16="http://schemas.microsoft.com/office/drawing/2014/main" id="{70CFA2CF-2B9D-4AEB-866F-6B976E44FFE0}"/>
              </a:ext>
            </a:extLst>
          </p:cNvPr>
          <p:cNvSpPr txBox="1">
            <a:spLocks/>
          </p:cNvSpPr>
          <p:nvPr/>
        </p:nvSpPr>
        <p:spPr>
          <a:xfrm>
            <a:off x="2952866" y="3341173"/>
            <a:ext cx="813225" cy="254494"/>
          </a:xfrm>
          <a:prstGeom prst="rect">
            <a:avLst/>
          </a:prstGeom>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en-US" altLang="ja-JP" dirty="0"/>
              <a:t>name</a:t>
            </a:r>
            <a:endParaRPr lang="ja-JP" altLang="en-US" dirty="0"/>
          </a:p>
        </p:txBody>
      </p:sp>
      <p:pic>
        <p:nvPicPr>
          <p:cNvPr id="77" name="Picture 2" descr="ふたが開いた段ボール箱のフリーイラスト素材">
            <a:extLst>
              <a:ext uri="{FF2B5EF4-FFF2-40B4-BE49-F238E27FC236}">
                <a16:creationId xmlns:a16="http://schemas.microsoft.com/office/drawing/2014/main" id="{51339200-3F68-4C0D-B08F-F44D8F4B061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55544" y="3057529"/>
            <a:ext cx="476536" cy="476536"/>
          </a:xfrm>
          <a:prstGeom prst="rect">
            <a:avLst/>
          </a:prstGeom>
          <a:noFill/>
          <a:extLst>
            <a:ext uri="{909E8E84-426E-40DD-AFC4-6F175D3DCCD1}">
              <a14:hiddenFill xmlns:a14="http://schemas.microsoft.com/office/drawing/2010/main">
                <a:solidFill>
                  <a:srgbClr val="FFFFFF"/>
                </a:solidFill>
              </a14:hiddenFill>
            </a:ext>
          </a:extLst>
        </p:spPr>
      </p:pic>
      <p:sp>
        <p:nvSpPr>
          <p:cNvPr id="78" name="テキスト プレースホルダー 4">
            <a:extLst>
              <a:ext uri="{FF2B5EF4-FFF2-40B4-BE49-F238E27FC236}">
                <a16:creationId xmlns:a16="http://schemas.microsoft.com/office/drawing/2014/main" id="{E646E7A2-687F-4708-8A1E-A4AEA942777B}"/>
              </a:ext>
            </a:extLst>
          </p:cNvPr>
          <p:cNvSpPr txBox="1">
            <a:spLocks/>
          </p:cNvSpPr>
          <p:nvPr/>
        </p:nvSpPr>
        <p:spPr>
          <a:xfrm>
            <a:off x="3482087" y="3322166"/>
            <a:ext cx="600466" cy="249815"/>
          </a:xfrm>
          <a:prstGeom prst="rect">
            <a:avLst/>
          </a:prstGeom>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en-US" altLang="ja-JP" dirty="0"/>
              <a:t>age</a:t>
            </a:r>
            <a:endParaRPr lang="ja-JP" altLang="en-US" dirty="0"/>
          </a:p>
        </p:txBody>
      </p:sp>
      <p:sp>
        <p:nvSpPr>
          <p:cNvPr id="79" name="雲 78">
            <a:extLst>
              <a:ext uri="{FF2B5EF4-FFF2-40B4-BE49-F238E27FC236}">
                <a16:creationId xmlns:a16="http://schemas.microsoft.com/office/drawing/2014/main" id="{68B1CD7E-D252-4881-A1C7-495EE4CEEB94}"/>
              </a:ext>
            </a:extLst>
          </p:cNvPr>
          <p:cNvSpPr/>
          <p:nvPr/>
        </p:nvSpPr>
        <p:spPr>
          <a:xfrm>
            <a:off x="3149735" y="3603706"/>
            <a:ext cx="745298" cy="353880"/>
          </a:xfrm>
          <a:prstGeom prst="cloud">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tx1"/>
              </a:solidFill>
            </a:endParaRPr>
          </a:p>
        </p:txBody>
      </p:sp>
      <p:sp>
        <p:nvSpPr>
          <p:cNvPr id="80" name="テキスト プレースホルダー 4">
            <a:extLst>
              <a:ext uri="{FF2B5EF4-FFF2-40B4-BE49-F238E27FC236}">
                <a16:creationId xmlns:a16="http://schemas.microsoft.com/office/drawing/2014/main" id="{01ABA27A-070C-4820-A959-62C20D5D009F}"/>
              </a:ext>
            </a:extLst>
          </p:cNvPr>
          <p:cNvSpPr txBox="1">
            <a:spLocks/>
          </p:cNvSpPr>
          <p:nvPr/>
        </p:nvSpPr>
        <p:spPr>
          <a:xfrm>
            <a:off x="2957669" y="3633583"/>
            <a:ext cx="1124884" cy="153760"/>
          </a:xfrm>
          <a:prstGeom prst="rect">
            <a:avLst/>
          </a:prstGeom>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en-US" altLang="ja-JP" dirty="0"/>
              <a:t>introduce</a:t>
            </a:r>
            <a:endParaRPr lang="ja-JP" altLang="en-US" dirty="0"/>
          </a:p>
        </p:txBody>
      </p:sp>
      <p:pic>
        <p:nvPicPr>
          <p:cNvPr id="108" name="Picture 2" descr="ふたが開いた段ボール箱のフリーイラスト素材">
            <a:extLst>
              <a:ext uri="{FF2B5EF4-FFF2-40B4-BE49-F238E27FC236}">
                <a16:creationId xmlns:a16="http://schemas.microsoft.com/office/drawing/2014/main" id="{1F7029E9-EB49-404E-BF5D-B4D714495DA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41238" y="3168014"/>
            <a:ext cx="1689296" cy="1689296"/>
          </a:xfrm>
          <a:prstGeom prst="rect">
            <a:avLst/>
          </a:prstGeom>
          <a:noFill/>
          <a:extLst>
            <a:ext uri="{909E8E84-426E-40DD-AFC4-6F175D3DCCD1}">
              <a14:hiddenFill xmlns:a14="http://schemas.microsoft.com/office/drawing/2010/main">
                <a:solidFill>
                  <a:srgbClr val="FFFFFF"/>
                </a:solidFill>
              </a14:hiddenFill>
            </a:ext>
          </a:extLst>
        </p:spPr>
      </p:pic>
      <p:sp>
        <p:nvSpPr>
          <p:cNvPr id="109" name="テキスト プレースホルダー 4">
            <a:extLst>
              <a:ext uri="{FF2B5EF4-FFF2-40B4-BE49-F238E27FC236}">
                <a16:creationId xmlns:a16="http://schemas.microsoft.com/office/drawing/2014/main" id="{D8314F52-4FB9-4622-AE0E-DF7A2B27EF3B}"/>
              </a:ext>
            </a:extLst>
          </p:cNvPr>
          <p:cNvSpPr txBox="1">
            <a:spLocks/>
          </p:cNvSpPr>
          <p:nvPr/>
        </p:nvSpPr>
        <p:spPr>
          <a:xfrm>
            <a:off x="4922074" y="4583448"/>
            <a:ext cx="1192976" cy="273862"/>
          </a:xfrm>
          <a:prstGeom prst="rect">
            <a:avLst/>
          </a:prstGeom>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en-US" altLang="ja-JP" dirty="0"/>
              <a:t>leader</a:t>
            </a:r>
            <a:endParaRPr lang="ja-JP" altLang="en-US" dirty="0"/>
          </a:p>
        </p:txBody>
      </p:sp>
      <p:sp>
        <p:nvSpPr>
          <p:cNvPr id="110" name="五角形 109">
            <a:extLst>
              <a:ext uri="{FF2B5EF4-FFF2-40B4-BE49-F238E27FC236}">
                <a16:creationId xmlns:a16="http://schemas.microsoft.com/office/drawing/2014/main" id="{00A3554B-6B54-427D-9BF0-97D38D07A315}"/>
              </a:ext>
            </a:extLst>
          </p:cNvPr>
          <p:cNvSpPr/>
          <p:nvPr/>
        </p:nvSpPr>
        <p:spPr>
          <a:xfrm>
            <a:off x="4839031" y="2984464"/>
            <a:ext cx="1110257" cy="976766"/>
          </a:xfrm>
          <a:prstGeom prst="pentagon">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tx1"/>
              </a:solidFill>
            </a:endParaRPr>
          </a:p>
        </p:txBody>
      </p:sp>
      <p:pic>
        <p:nvPicPr>
          <p:cNvPr id="111" name="Picture 2" descr="ふたが開いた段ボール箱のフリーイラスト素材">
            <a:extLst>
              <a:ext uri="{FF2B5EF4-FFF2-40B4-BE49-F238E27FC236}">
                <a16:creationId xmlns:a16="http://schemas.microsoft.com/office/drawing/2014/main" id="{91B1047C-0985-484B-AE40-BB048ED031B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22074" y="3046158"/>
            <a:ext cx="476536" cy="476536"/>
          </a:xfrm>
          <a:prstGeom prst="rect">
            <a:avLst/>
          </a:prstGeom>
          <a:noFill/>
          <a:extLst>
            <a:ext uri="{909E8E84-426E-40DD-AFC4-6F175D3DCCD1}">
              <a14:hiddenFill xmlns:a14="http://schemas.microsoft.com/office/drawing/2010/main">
                <a:solidFill>
                  <a:srgbClr val="FFFFFF"/>
                </a:solidFill>
              </a14:hiddenFill>
            </a:ext>
          </a:extLst>
        </p:spPr>
      </p:pic>
      <p:sp>
        <p:nvSpPr>
          <p:cNvPr id="112" name="テキスト プレースホルダー 4">
            <a:extLst>
              <a:ext uri="{FF2B5EF4-FFF2-40B4-BE49-F238E27FC236}">
                <a16:creationId xmlns:a16="http://schemas.microsoft.com/office/drawing/2014/main" id="{AD9B8173-C20F-42E1-BC86-57D8BD69B45E}"/>
              </a:ext>
            </a:extLst>
          </p:cNvPr>
          <p:cNvSpPr txBox="1">
            <a:spLocks/>
          </p:cNvSpPr>
          <p:nvPr/>
        </p:nvSpPr>
        <p:spPr>
          <a:xfrm>
            <a:off x="4818641" y="3341173"/>
            <a:ext cx="813225" cy="254494"/>
          </a:xfrm>
          <a:prstGeom prst="rect">
            <a:avLst/>
          </a:prstGeom>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en-US" altLang="ja-JP" dirty="0"/>
              <a:t>name</a:t>
            </a:r>
            <a:endParaRPr lang="ja-JP" altLang="en-US" dirty="0"/>
          </a:p>
        </p:txBody>
      </p:sp>
      <p:pic>
        <p:nvPicPr>
          <p:cNvPr id="113" name="Picture 2" descr="ふたが開いた段ボール箱のフリーイラスト素材">
            <a:extLst>
              <a:ext uri="{FF2B5EF4-FFF2-40B4-BE49-F238E27FC236}">
                <a16:creationId xmlns:a16="http://schemas.microsoft.com/office/drawing/2014/main" id="{C0C0812E-795A-48BF-910C-8753C550A6A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21319" y="3057529"/>
            <a:ext cx="476536" cy="476536"/>
          </a:xfrm>
          <a:prstGeom prst="rect">
            <a:avLst/>
          </a:prstGeom>
          <a:noFill/>
          <a:extLst>
            <a:ext uri="{909E8E84-426E-40DD-AFC4-6F175D3DCCD1}">
              <a14:hiddenFill xmlns:a14="http://schemas.microsoft.com/office/drawing/2010/main">
                <a:solidFill>
                  <a:srgbClr val="FFFFFF"/>
                </a:solidFill>
              </a14:hiddenFill>
            </a:ext>
          </a:extLst>
        </p:spPr>
      </p:pic>
      <p:sp>
        <p:nvSpPr>
          <p:cNvPr id="114" name="テキスト プレースホルダー 4">
            <a:extLst>
              <a:ext uri="{FF2B5EF4-FFF2-40B4-BE49-F238E27FC236}">
                <a16:creationId xmlns:a16="http://schemas.microsoft.com/office/drawing/2014/main" id="{28C727CC-D051-4791-BC51-766FF1F1D40C}"/>
              </a:ext>
            </a:extLst>
          </p:cNvPr>
          <p:cNvSpPr txBox="1">
            <a:spLocks/>
          </p:cNvSpPr>
          <p:nvPr/>
        </p:nvSpPr>
        <p:spPr>
          <a:xfrm>
            <a:off x="5347862" y="3322166"/>
            <a:ext cx="600466" cy="249815"/>
          </a:xfrm>
          <a:prstGeom prst="rect">
            <a:avLst/>
          </a:prstGeom>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en-US" altLang="ja-JP" dirty="0"/>
              <a:t>age</a:t>
            </a:r>
            <a:endParaRPr lang="ja-JP" altLang="en-US" dirty="0"/>
          </a:p>
        </p:txBody>
      </p:sp>
      <p:sp>
        <p:nvSpPr>
          <p:cNvPr id="115" name="雲 114">
            <a:extLst>
              <a:ext uri="{FF2B5EF4-FFF2-40B4-BE49-F238E27FC236}">
                <a16:creationId xmlns:a16="http://schemas.microsoft.com/office/drawing/2014/main" id="{1178B47F-CB21-4CE0-A88C-42FF79D3D09A}"/>
              </a:ext>
            </a:extLst>
          </p:cNvPr>
          <p:cNvSpPr/>
          <p:nvPr/>
        </p:nvSpPr>
        <p:spPr>
          <a:xfrm>
            <a:off x="5015510" y="3603706"/>
            <a:ext cx="745298" cy="353880"/>
          </a:xfrm>
          <a:prstGeom prst="cloud">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tx1"/>
              </a:solidFill>
            </a:endParaRPr>
          </a:p>
        </p:txBody>
      </p:sp>
      <p:sp>
        <p:nvSpPr>
          <p:cNvPr id="116" name="テキスト プレースホルダー 4">
            <a:extLst>
              <a:ext uri="{FF2B5EF4-FFF2-40B4-BE49-F238E27FC236}">
                <a16:creationId xmlns:a16="http://schemas.microsoft.com/office/drawing/2014/main" id="{B07526C7-4294-426A-959E-3E36C2CB0311}"/>
              </a:ext>
            </a:extLst>
          </p:cNvPr>
          <p:cNvSpPr txBox="1">
            <a:spLocks/>
          </p:cNvSpPr>
          <p:nvPr/>
        </p:nvSpPr>
        <p:spPr>
          <a:xfrm>
            <a:off x="4823444" y="3633583"/>
            <a:ext cx="1124884" cy="153760"/>
          </a:xfrm>
          <a:prstGeom prst="rect">
            <a:avLst/>
          </a:prstGeom>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en-US" altLang="ja-JP" dirty="0"/>
              <a:t>introduce</a:t>
            </a:r>
            <a:endParaRPr lang="ja-JP" altLang="en-US" dirty="0"/>
          </a:p>
        </p:txBody>
      </p:sp>
      <p:sp>
        <p:nvSpPr>
          <p:cNvPr id="117" name="テキスト プレースホルダー 4">
            <a:extLst>
              <a:ext uri="{FF2B5EF4-FFF2-40B4-BE49-F238E27FC236}">
                <a16:creationId xmlns:a16="http://schemas.microsoft.com/office/drawing/2014/main" id="{8EDAC25B-462A-41EB-8305-F24CDDCB2B52}"/>
              </a:ext>
            </a:extLst>
          </p:cNvPr>
          <p:cNvSpPr txBox="1">
            <a:spLocks/>
          </p:cNvSpPr>
          <p:nvPr/>
        </p:nvSpPr>
        <p:spPr>
          <a:xfrm>
            <a:off x="1034626" y="3006070"/>
            <a:ext cx="575165" cy="254494"/>
          </a:xfrm>
          <a:prstGeom prst="rect">
            <a:avLst/>
          </a:prstGeom>
          <a:solidFill>
            <a:schemeClr val="bg1"/>
          </a:solidFill>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ja-JP" altLang="en-US" sz="1100" dirty="0"/>
              <a:t>山田</a:t>
            </a:r>
          </a:p>
        </p:txBody>
      </p:sp>
      <p:sp>
        <p:nvSpPr>
          <p:cNvPr id="119" name="テキスト プレースホルダー 4">
            <a:extLst>
              <a:ext uri="{FF2B5EF4-FFF2-40B4-BE49-F238E27FC236}">
                <a16:creationId xmlns:a16="http://schemas.microsoft.com/office/drawing/2014/main" id="{180B239F-5EE1-4F8E-8388-62DD139A6E32}"/>
              </a:ext>
            </a:extLst>
          </p:cNvPr>
          <p:cNvSpPr txBox="1">
            <a:spLocks/>
          </p:cNvSpPr>
          <p:nvPr/>
        </p:nvSpPr>
        <p:spPr>
          <a:xfrm>
            <a:off x="4339531" y="2943489"/>
            <a:ext cx="1233425" cy="254494"/>
          </a:xfrm>
          <a:prstGeom prst="rect">
            <a:avLst/>
          </a:prstGeom>
          <a:solidFill>
            <a:schemeClr val="bg1"/>
          </a:solidFill>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ja-JP" altLang="en-US" sz="1100" dirty="0"/>
              <a:t>高橋リーダー</a:t>
            </a:r>
          </a:p>
        </p:txBody>
      </p:sp>
      <p:sp>
        <p:nvSpPr>
          <p:cNvPr id="120" name="テキスト プレースホルダー 4">
            <a:extLst>
              <a:ext uri="{FF2B5EF4-FFF2-40B4-BE49-F238E27FC236}">
                <a16:creationId xmlns:a16="http://schemas.microsoft.com/office/drawing/2014/main" id="{7101B866-6A32-4C7D-B080-8F624B6B6041}"/>
              </a:ext>
            </a:extLst>
          </p:cNvPr>
          <p:cNvSpPr txBox="1">
            <a:spLocks/>
          </p:cNvSpPr>
          <p:nvPr/>
        </p:nvSpPr>
        <p:spPr>
          <a:xfrm>
            <a:off x="2390245" y="2994320"/>
            <a:ext cx="1233425" cy="254494"/>
          </a:xfrm>
          <a:prstGeom prst="rect">
            <a:avLst/>
          </a:prstGeom>
          <a:solidFill>
            <a:schemeClr val="bg1"/>
          </a:solidFill>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ja-JP" altLang="en-US" sz="1100" dirty="0"/>
              <a:t>高橋リーダー</a:t>
            </a:r>
            <a:r>
              <a:rPr lang="en-US" altLang="ja-JP" sz="1100" dirty="0"/>
              <a:t>?</a:t>
            </a:r>
            <a:endParaRPr lang="ja-JP" altLang="en-US" sz="1100" dirty="0"/>
          </a:p>
        </p:txBody>
      </p:sp>
      <p:sp>
        <p:nvSpPr>
          <p:cNvPr id="121" name="テキスト プレースホルダー 7">
            <a:extLst>
              <a:ext uri="{FF2B5EF4-FFF2-40B4-BE49-F238E27FC236}">
                <a16:creationId xmlns:a16="http://schemas.microsoft.com/office/drawing/2014/main" id="{75F91ADC-9952-4DE6-A090-6F229D0CB3D6}"/>
              </a:ext>
            </a:extLst>
          </p:cNvPr>
          <p:cNvSpPr txBox="1">
            <a:spLocks/>
          </p:cNvSpPr>
          <p:nvPr/>
        </p:nvSpPr>
        <p:spPr>
          <a:xfrm>
            <a:off x="462875" y="2012562"/>
            <a:ext cx="8216900" cy="943842"/>
          </a:xfrm>
          <a:prstGeom prst="rect">
            <a:avLst/>
          </a:prstGeom>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en-US" altLang="ja-JP" dirty="0"/>
              <a:t>studentT.name</a:t>
            </a:r>
            <a:r>
              <a:rPr lang="ja-JP" altLang="en-US" dirty="0"/>
              <a:t>は変更していないのになぜか変更されてしまっています。</a:t>
            </a:r>
            <a:endParaRPr lang="en-US" altLang="ja-JP" dirty="0"/>
          </a:p>
          <a:p>
            <a:pPr marL="96838" indent="0">
              <a:buFont typeface="Arial" panose="020B0604020202020204" pitchFamily="34" charset="0"/>
              <a:buNone/>
            </a:pPr>
            <a:r>
              <a:rPr lang="ja-JP" altLang="en-US" dirty="0"/>
              <a:t>これはいったいどういうことでしょうか。</a:t>
            </a:r>
            <a:endParaRPr lang="en-US" altLang="ja-JP" dirty="0"/>
          </a:p>
          <a:p>
            <a:pPr marL="96838" indent="0">
              <a:buFont typeface="Arial" panose="020B0604020202020204" pitchFamily="34" charset="0"/>
              <a:buNone/>
            </a:pPr>
            <a:endParaRPr lang="ja-JP" altLang="en-US" dirty="0"/>
          </a:p>
        </p:txBody>
      </p:sp>
    </p:spTree>
    <p:extLst>
      <p:ext uri="{BB962C8B-B14F-4D97-AF65-F5344CB8AC3E}">
        <p14:creationId xmlns:p14="http://schemas.microsoft.com/office/powerpoint/2010/main" val="410482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 name="正方形/長方形 83">
            <a:extLst>
              <a:ext uri="{FF2B5EF4-FFF2-40B4-BE49-F238E27FC236}">
                <a16:creationId xmlns:a16="http://schemas.microsoft.com/office/drawing/2014/main" id="{484B7687-AE6D-4A28-B4F7-D0A092DF8C16}"/>
              </a:ext>
            </a:extLst>
          </p:cNvPr>
          <p:cNvSpPr/>
          <p:nvPr/>
        </p:nvSpPr>
        <p:spPr>
          <a:xfrm>
            <a:off x="7044775" y="2491082"/>
            <a:ext cx="1241192" cy="202151"/>
          </a:xfrm>
          <a:prstGeom prst="rect">
            <a:avLst/>
          </a:prstGeom>
          <a:solidFill>
            <a:schemeClr val="accent6">
              <a:lumMod val="7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solidFill>
                  <a:schemeClr val="bg1"/>
                </a:solidFill>
              </a:rPr>
              <a:t>黒板</a:t>
            </a:r>
          </a:p>
        </p:txBody>
      </p:sp>
      <p:sp>
        <p:nvSpPr>
          <p:cNvPr id="2" name="正方形/長方形 1">
            <a:extLst>
              <a:ext uri="{FF2B5EF4-FFF2-40B4-BE49-F238E27FC236}">
                <a16:creationId xmlns:a16="http://schemas.microsoft.com/office/drawing/2014/main" id="{4268FFB8-3C96-4F58-B54E-B928BF096462}"/>
              </a:ext>
            </a:extLst>
          </p:cNvPr>
          <p:cNvSpPr/>
          <p:nvPr/>
        </p:nvSpPr>
        <p:spPr>
          <a:xfrm>
            <a:off x="6313578" y="2818356"/>
            <a:ext cx="713524" cy="522817"/>
          </a:xfrm>
          <a:prstGeom prst="rect">
            <a:avLst/>
          </a:prstGeom>
          <a:solidFill>
            <a:schemeClr val="accent4">
              <a:lumMod val="7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tx1"/>
              </a:solidFill>
            </a:endParaRPr>
          </a:p>
        </p:txBody>
      </p:sp>
      <p:sp>
        <p:nvSpPr>
          <p:cNvPr id="4" name="フッター プレースホルダー 3">
            <a:extLst>
              <a:ext uri="{FF2B5EF4-FFF2-40B4-BE49-F238E27FC236}">
                <a16:creationId xmlns:a16="http://schemas.microsoft.com/office/drawing/2014/main" id="{DE764CD8-0B12-484E-890C-8A5A26296D13}"/>
              </a:ext>
            </a:extLst>
          </p:cNvPr>
          <p:cNvSpPr>
            <a:spLocks noGrp="1"/>
          </p:cNvSpPr>
          <p:nvPr>
            <p:ph type="ftr" sz="quarter" idx="11"/>
          </p:nvPr>
        </p:nvSpPr>
        <p:spPr/>
        <p:txBody>
          <a:bodyPr/>
          <a:lstStyle/>
          <a:p>
            <a:r>
              <a:rPr kumimoji="1" lang="en-US" altLang="ja-JP"/>
              <a:t>copyright ©ITCollege All Rights Reserved</a:t>
            </a:r>
            <a:endParaRPr kumimoji="1" lang="ja-JP" altLang="en-US" dirty="0">
              <a:latin typeface="+mn-ea"/>
            </a:endParaRPr>
          </a:p>
        </p:txBody>
      </p:sp>
      <p:sp>
        <p:nvSpPr>
          <p:cNvPr id="7" name="タイトル 6">
            <a:extLst>
              <a:ext uri="{FF2B5EF4-FFF2-40B4-BE49-F238E27FC236}">
                <a16:creationId xmlns:a16="http://schemas.microsoft.com/office/drawing/2014/main" id="{9630AD22-E64D-4A96-B059-2AF9F6580C25}"/>
              </a:ext>
            </a:extLst>
          </p:cNvPr>
          <p:cNvSpPr>
            <a:spLocks noGrp="1"/>
          </p:cNvSpPr>
          <p:nvPr>
            <p:ph type="ctrTitle"/>
          </p:nvPr>
        </p:nvSpPr>
        <p:spPr/>
        <p:txBody>
          <a:bodyPr/>
          <a:lstStyle/>
          <a:p>
            <a:r>
              <a:rPr lang="ja-JP" altLang="en-US" dirty="0"/>
              <a:t>コンピュータの中のインスタンス</a:t>
            </a:r>
          </a:p>
        </p:txBody>
      </p:sp>
      <p:sp>
        <p:nvSpPr>
          <p:cNvPr id="5" name="スライド番号プレースホルダー 4">
            <a:extLst>
              <a:ext uri="{FF2B5EF4-FFF2-40B4-BE49-F238E27FC236}">
                <a16:creationId xmlns:a16="http://schemas.microsoft.com/office/drawing/2014/main" id="{433B62C4-B6B9-4622-B802-69C25D6F2A49}"/>
              </a:ext>
            </a:extLst>
          </p:cNvPr>
          <p:cNvSpPr>
            <a:spLocks noGrp="1"/>
          </p:cNvSpPr>
          <p:nvPr>
            <p:ph type="sldNum" sz="quarter" idx="4"/>
          </p:nvPr>
        </p:nvSpPr>
        <p:spPr/>
        <p:txBody>
          <a:bodyPr/>
          <a:lstStyle/>
          <a:p>
            <a:fld id="{00000000-1234-1234-1234-123412341234}" type="slidenum">
              <a:rPr lang="en" smtClean="0"/>
              <a:pPr/>
              <a:t>8</a:t>
            </a:fld>
            <a:endParaRPr lang="en" dirty="0">
              <a:latin typeface="+mn-ea"/>
            </a:endParaRPr>
          </a:p>
        </p:txBody>
      </p:sp>
      <p:sp>
        <p:nvSpPr>
          <p:cNvPr id="8" name="テキスト プレースホルダー 7">
            <a:extLst>
              <a:ext uri="{FF2B5EF4-FFF2-40B4-BE49-F238E27FC236}">
                <a16:creationId xmlns:a16="http://schemas.microsoft.com/office/drawing/2014/main" id="{787CF02A-01AB-4517-BA3E-25572FA82648}"/>
              </a:ext>
            </a:extLst>
          </p:cNvPr>
          <p:cNvSpPr>
            <a:spLocks noGrp="1"/>
          </p:cNvSpPr>
          <p:nvPr>
            <p:ph type="body" sz="quarter" idx="14"/>
          </p:nvPr>
        </p:nvSpPr>
        <p:spPr>
          <a:xfrm>
            <a:off x="462875" y="859491"/>
            <a:ext cx="8216900" cy="1910111"/>
          </a:xfrm>
        </p:spPr>
        <p:txBody>
          <a:bodyPr/>
          <a:lstStyle/>
          <a:p>
            <a:pPr marL="96838" indent="0">
              <a:buNone/>
            </a:pPr>
            <a:r>
              <a:rPr lang="ja-JP" altLang="en-US" dirty="0"/>
              <a:t>実は</a:t>
            </a:r>
            <a:r>
              <a:rPr lang="en-US" altLang="ja-JP" dirty="0"/>
              <a:t>new Student()</a:t>
            </a:r>
            <a:r>
              <a:rPr lang="ja-JP" altLang="en-US" dirty="0"/>
              <a:t>とするとコンピュータの中の</a:t>
            </a:r>
            <a:r>
              <a:rPr lang="ja-JP" altLang="en-US" b="1" dirty="0">
                <a:solidFill>
                  <a:srgbClr val="C00000"/>
                </a:solidFill>
              </a:rPr>
              <a:t>ある場所に</a:t>
            </a:r>
            <a:r>
              <a:rPr lang="ja-JP" altLang="en-US" dirty="0"/>
              <a:t>インスタンスが作られます</a:t>
            </a:r>
            <a:r>
              <a:rPr lang="en-US" altLang="ja-JP" dirty="0"/>
              <a:t>(</a:t>
            </a:r>
            <a:r>
              <a:rPr lang="ja-JP" altLang="en-US" dirty="0"/>
              <a:t>コンピュータが空いているところを探してそこに作成します</a:t>
            </a:r>
            <a:r>
              <a:rPr lang="en-US" altLang="ja-JP" dirty="0"/>
              <a:t>)</a:t>
            </a:r>
            <a:r>
              <a:rPr lang="ja-JP" altLang="en-US" dirty="0"/>
              <a:t>。</a:t>
            </a:r>
          </a:p>
          <a:p>
            <a:pPr marL="96838" indent="0">
              <a:buNone/>
            </a:pPr>
            <a:r>
              <a:rPr lang="ja-JP" altLang="en-US" dirty="0"/>
              <a:t>インスタンスを変数に代入するとインスタンスが箱に入るのではなく、「</a:t>
            </a:r>
            <a:r>
              <a:rPr lang="ja-JP" altLang="en-US" b="1" dirty="0">
                <a:solidFill>
                  <a:srgbClr val="C00000"/>
                </a:solidFill>
              </a:rPr>
              <a:t>どの場所にインスタンスがあるか</a:t>
            </a:r>
            <a:r>
              <a:rPr lang="ja-JP" altLang="en-US" dirty="0"/>
              <a:t>」という情報が箱に入ります。</a:t>
            </a:r>
          </a:p>
          <a:p>
            <a:pPr marL="96838" indent="0">
              <a:buNone/>
            </a:pPr>
            <a:r>
              <a:rPr lang="ja-JP" altLang="en-US" dirty="0"/>
              <a:t>教室の空いている座席に受講生インスタンスを作り、箱の中には座席番号を入れている、と考えるとわかりやすいかもしれません。</a:t>
            </a:r>
          </a:p>
        </p:txBody>
      </p:sp>
      <p:pic>
        <p:nvPicPr>
          <p:cNvPr id="54" name="Picture 2" descr="ふたが開いた段ボール箱のフリーイラスト素材">
            <a:extLst>
              <a:ext uri="{FF2B5EF4-FFF2-40B4-BE49-F238E27FC236}">
                <a16:creationId xmlns:a16="http://schemas.microsoft.com/office/drawing/2014/main" id="{78158C8D-AC34-461F-8792-06C525117AD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9542" y="3168014"/>
            <a:ext cx="1689296" cy="1689296"/>
          </a:xfrm>
          <a:prstGeom prst="rect">
            <a:avLst/>
          </a:prstGeom>
          <a:noFill/>
          <a:extLst>
            <a:ext uri="{909E8E84-426E-40DD-AFC4-6F175D3DCCD1}">
              <a14:hiddenFill xmlns:a14="http://schemas.microsoft.com/office/drawing/2010/main">
                <a:solidFill>
                  <a:srgbClr val="FFFFFF"/>
                </a:solidFill>
              </a14:hiddenFill>
            </a:ext>
          </a:extLst>
        </p:spPr>
      </p:pic>
      <p:sp>
        <p:nvSpPr>
          <p:cNvPr id="55" name="テキスト プレースホルダー 4">
            <a:extLst>
              <a:ext uri="{FF2B5EF4-FFF2-40B4-BE49-F238E27FC236}">
                <a16:creationId xmlns:a16="http://schemas.microsoft.com/office/drawing/2014/main" id="{8A765728-4CA6-48FB-8DB0-3D40A0B822CB}"/>
              </a:ext>
            </a:extLst>
          </p:cNvPr>
          <p:cNvSpPr txBox="1">
            <a:spLocks/>
          </p:cNvSpPr>
          <p:nvPr/>
        </p:nvSpPr>
        <p:spPr>
          <a:xfrm>
            <a:off x="872075" y="4583448"/>
            <a:ext cx="1196707" cy="273862"/>
          </a:xfrm>
          <a:prstGeom prst="rect">
            <a:avLst/>
          </a:prstGeom>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en-US" altLang="ja-JP" dirty="0" err="1"/>
              <a:t>studentY</a:t>
            </a:r>
            <a:endParaRPr lang="ja-JP" altLang="en-US" dirty="0"/>
          </a:p>
        </p:txBody>
      </p:sp>
      <p:sp>
        <p:nvSpPr>
          <p:cNvPr id="56" name="五角形 55">
            <a:extLst>
              <a:ext uri="{FF2B5EF4-FFF2-40B4-BE49-F238E27FC236}">
                <a16:creationId xmlns:a16="http://schemas.microsoft.com/office/drawing/2014/main" id="{22EA48D7-FE6C-4B06-AC32-807329C53EE8}"/>
              </a:ext>
            </a:extLst>
          </p:cNvPr>
          <p:cNvSpPr/>
          <p:nvPr/>
        </p:nvSpPr>
        <p:spPr>
          <a:xfrm>
            <a:off x="5985951" y="2226098"/>
            <a:ext cx="1110257" cy="976766"/>
          </a:xfrm>
          <a:prstGeom prst="pentagon">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tx1"/>
              </a:solidFill>
            </a:endParaRPr>
          </a:p>
        </p:txBody>
      </p:sp>
      <p:pic>
        <p:nvPicPr>
          <p:cNvPr id="57" name="Picture 2" descr="ふたが開いた段ボール箱のフリーイラスト素材">
            <a:extLst>
              <a:ext uri="{FF2B5EF4-FFF2-40B4-BE49-F238E27FC236}">
                <a16:creationId xmlns:a16="http://schemas.microsoft.com/office/drawing/2014/main" id="{E7F1ABD2-E4D9-4395-8AD8-D1B79C301A7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68994" y="2287792"/>
            <a:ext cx="476536" cy="476536"/>
          </a:xfrm>
          <a:prstGeom prst="rect">
            <a:avLst/>
          </a:prstGeom>
          <a:noFill/>
          <a:extLst>
            <a:ext uri="{909E8E84-426E-40DD-AFC4-6F175D3DCCD1}">
              <a14:hiddenFill xmlns:a14="http://schemas.microsoft.com/office/drawing/2010/main">
                <a:solidFill>
                  <a:srgbClr val="FFFFFF"/>
                </a:solidFill>
              </a14:hiddenFill>
            </a:ext>
          </a:extLst>
        </p:spPr>
      </p:pic>
      <p:sp>
        <p:nvSpPr>
          <p:cNvPr id="58" name="テキスト プレースホルダー 4">
            <a:extLst>
              <a:ext uri="{FF2B5EF4-FFF2-40B4-BE49-F238E27FC236}">
                <a16:creationId xmlns:a16="http://schemas.microsoft.com/office/drawing/2014/main" id="{7253E9EA-CC4F-472E-A272-63056B3241FD}"/>
              </a:ext>
            </a:extLst>
          </p:cNvPr>
          <p:cNvSpPr txBox="1">
            <a:spLocks/>
          </p:cNvSpPr>
          <p:nvPr/>
        </p:nvSpPr>
        <p:spPr>
          <a:xfrm>
            <a:off x="5965561" y="2582807"/>
            <a:ext cx="813225" cy="254494"/>
          </a:xfrm>
          <a:prstGeom prst="rect">
            <a:avLst/>
          </a:prstGeom>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en-US" altLang="ja-JP" dirty="0"/>
              <a:t>name</a:t>
            </a:r>
            <a:endParaRPr lang="ja-JP" altLang="en-US" dirty="0"/>
          </a:p>
        </p:txBody>
      </p:sp>
      <p:pic>
        <p:nvPicPr>
          <p:cNvPr id="59" name="Picture 2" descr="ふたが開いた段ボール箱のフリーイラスト素材">
            <a:extLst>
              <a:ext uri="{FF2B5EF4-FFF2-40B4-BE49-F238E27FC236}">
                <a16:creationId xmlns:a16="http://schemas.microsoft.com/office/drawing/2014/main" id="{4D857BC2-22C1-4419-92C8-435FE2BC9A3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68239" y="2299163"/>
            <a:ext cx="476536" cy="476536"/>
          </a:xfrm>
          <a:prstGeom prst="rect">
            <a:avLst/>
          </a:prstGeom>
          <a:noFill/>
          <a:extLst>
            <a:ext uri="{909E8E84-426E-40DD-AFC4-6F175D3DCCD1}">
              <a14:hiddenFill xmlns:a14="http://schemas.microsoft.com/office/drawing/2010/main">
                <a:solidFill>
                  <a:srgbClr val="FFFFFF"/>
                </a:solidFill>
              </a14:hiddenFill>
            </a:ext>
          </a:extLst>
        </p:spPr>
      </p:pic>
      <p:sp>
        <p:nvSpPr>
          <p:cNvPr id="60" name="テキスト プレースホルダー 4">
            <a:extLst>
              <a:ext uri="{FF2B5EF4-FFF2-40B4-BE49-F238E27FC236}">
                <a16:creationId xmlns:a16="http://schemas.microsoft.com/office/drawing/2014/main" id="{2E772C36-97C1-425C-9AA3-B40609C66C88}"/>
              </a:ext>
            </a:extLst>
          </p:cNvPr>
          <p:cNvSpPr txBox="1">
            <a:spLocks/>
          </p:cNvSpPr>
          <p:nvPr/>
        </p:nvSpPr>
        <p:spPr>
          <a:xfrm>
            <a:off x="6494782" y="2563800"/>
            <a:ext cx="600466" cy="249815"/>
          </a:xfrm>
          <a:prstGeom prst="rect">
            <a:avLst/>
          </a:prstGeom>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en-US" altLang="ja-JP" dirty="0"/>
              <a:t>age</a:t>
            </a:r>
            <a:endParaRPr lang="ja-JP" altLang="en-US" dirty="0"/>
          </a:p>
        </p:txBody>
      </p:sp>
      <p:sp>
        <p:nvSpPr>
          <p:cNvPr id="61" name="雲 60">
            <a:extLst>
              <a:ext uri="{FF2B5EF4-FFF2-40B4-BE49-F238E27FC236}">
                <a16:creationId xmlns:a16="http://schemas.microsoft.com/office/drawing/2014/main" id="{2A043967-A254-493A-9CE4-E88126B67303}"/>
              </a:ext>
            </a:extLst>
          </p:cNvPr>
          <p:cNvSpPr/>
          <p:nvPr/>
        </p:nvSpPr>
        <p:spPr>
          <a:xfrm>
            <a:off x="6162430" y="2845340"/>
            <a:ext cx="745298" cy="353880"/>
          </a:xfrm>
          <a:prstGeom prst="cloud">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tx1"/>
              </a:solidFill>
            </a:endParaRPr>
          </a:p>
        </p:txBody>
      </p:sp>
      <p:sp>
        <p:nvSpPr>
          <p:cNvPr id="62" name="テキスト プレースホルダー 4">
            <a:extLst>
              <a:ext uri="{FF2B5EF4-FFF2-40B4-BE49-F238E27FC236}">
                <a16:creationId xmlns:a16="http://schemas.microsoft.com/office/drawing/2014/main" id="{F73FD4AA-D508-4672-BDE7-9A6B7F18B904}"/>
              </a:ext>
            </a:extLst>
          </p:cNvPr>
          <p:cNvSpPr txBox="1">
            <a:spLocks/>
          </p:cNvSpPr>
          <p:nvPr/>
        </p:nvSpPr>
        <p:spPr>
          <a:xfrm>
            <a:off x="5970364" y="2875217"/>
            <a:ext cx="1124884" cy="153760"/>
          </a:xfrm>
          <a:prstGeom prst="rect">
            <a:avLst/>
          </a:prstGeom>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en-US" altLang="ja-JP" dirty="0"/>
              <a:t>introduce</a:t>
            </a:r>
            <a:endParaRPr lang="ja-JP" altLang="en-US" dirty="0"/>
          </a:p>
        </p:txBody>
      </p:sp>
      <p:pic>
        <p:nvPicPr>
          <p:cNvPr id="72" name="Picture 2" descr="ふたが開いた段ボール箱のフリーイラスト素材">
            <a:extLst>
              <a:ext uri="{FF2B5EF4-FFF2-40B4-BE49-F238E27FC236}">
                <a16:creationId xmlns:a16="http://schemas.microsoft.com/office/drawing/2014/main" id="{9EBDF412-C9ED-4657-A1D1-9B7F75FC56D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75463" y="3168014"/>
            <a:ext cx="1689296" cy="1689296"/>
          </a:xfrm>
          <a:prstGeom prst="rect">
            <a:avLst/>
          </a:prstGeom>
          <a:noFill/>
          <a:extLst>
            <a:ext uri="{909E8E84-426E-40DD-AFC4-6F175D3DCCD1}">
              <a14:hiddenFill xmlns:a14="http://schemas.microsoft.com/office/drawing/2010/main">
                <a:solidFill>
                  <a:srgbClr val="FFFFFF"/>
                </a:solidFill>
              </a14:hiddenFill>
            </a:ext>
          </a:extLst>
        </p:spPr>
      </p:pic>
      <p:sp>
        <p:nvSpPr>
          <p:cNvPr id="73" name="テキスト プレースホルダー 4">
            <a:extLst>
              <a:ext uri="{FF2B5EF4-FFF2-40B4-BE49-F238E27FC236}">
                <a16:creationId xmlns:a16="http://schemas.microsoft.com/office/drawing/2014/main" id="{A7B601DF-2B25-4967-AABF-1EE50AD29171}"/>
              </a:ext>
            </a:extLst>
          </p:cNvPr>
          <p:cNvSpPr txBox="1">
            <a:spLocks/>
          </p:cNvSpPr>
          <p:nvPr/>
        </p:nvSpPr>
        <p:spPr>
          <a:xfrm>
            <a:off x="2787996" y="4583448"/>
            <a:ext cx="1196707" cy="273862"/>
          </a:xfrm>
          <a:prstGeom prst="rect">
            <a:avLst/>
          </a:prstGeom>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en-US" altLang="ja-JP" dirty="0" err="1"/>
              <a:t>studentT</a:t>
            </a:r>
            <a:endParaRPr lang="ja-JP" altLang="en-US" dirty="0"/>
          </a:p>
        </p:txBody>
      </p:sp>
      <p:sp>
        <p:nvSpPr>
          <p:cNvPr id="42" name="正方形/長方形 41">
            <a:extLst>
              <a:ext uri="{FF2B5EF4-FFF2-40B4-BE49-F238E27FC236}">
                <a16:creationId xmlns:a16="http://schemas.microsoft.com/office/drawing/2014/main" id="{CC227576-96AA-423F-B436-1AF10A2FD839}"/>
              </a:ext>
            </a:extLst>
          </p:cNvPr>
          <p:cNvSpPr/>
          <p:nvPr/>
        </p:nvSpPr>
        <p:spPr>
          <a:xfrm>
            <a:off x="6313578" y="3489845"/>
            <a:ext cx="713524" cy="522817"/>
          </a:xfrm>
          <a:prstGeom prst="rect">
            <a:avLst/>
          </a:prstGeom>
          <a:solidFill>
            <a:schemeClr val="accent4">
              <a:lumMod val="7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tx1"/>
              </a:solidFill>
            </a:endParaRPr>
          </a:p>
        </p:txBody>
      </p:sp>
      <p:sp>
        <p:nvSpPr>
          <p:cNvPr id="43" name="正方形/長方形 42">
            <a:extLst>
              <a:ext uri="{FF2B5EF4-FFF2-40B4-BE49-F238E27FC236}">
                <a16:creationId xmlns:a16="http://schemas.microsoft.com/office/drawing/2014/main" id="{3503EE92-F9D8-461D-855F-A75C89F32BAF}"/>
              </a:ext>
            </a:extLst>
          </p:cNvPr>
          <p:cNvSpPr/>
          <p:nvPr/>
        </p:nvSpPr>
        <p:spPr>
          <a:xfrm>
            <a:off x="6313578" y="4161334"/>
            <a:ext cx="713524" cy="522817"/>
          </a:xfrm>
          <a:prstGeom prst="rect">
            <a:avLst/>
          </a:prstGeom>
          <a:solidFill>
            <a:schemeClr val="accent4">
              <a:lumMod val="7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tx1"/>
              </a:solidFill>
            </a:endParaRPr>
          </a:p>
        </p:txBody>
      </p:sp>
      <p:sp>
        <p:nvSpPr>
          <p:cNvPr id="44" name="正方形/長方形 43">
            <a:extLst>
              <a:ext uri="{FF2B5EF4-FFF2-40B4-BE49-F238E27FC236}">
                <a16:creationId xmlns:a16="http://schemas.microsoft.com/office/drawing/2014/main" id="{755AD5A5-5186-4DCC-A775-6ADD19FB1801}"/>
              </a:ext>
            </a:extLst>
          </p:cNvPr>
          <p:cNvSpPr/>
          <p:nvPr/>
        </p:nvSpPr>
        <p:spPr>
          <a:xfrm>
            <a:off x="7242342" y="2818356"/>
            <a:ext cx="713524" cy="522817"/>
          </a:xfrm>
          <a:prstGeom prst="rect">
            <a:avLst/>
          </a:prstGeom>
          <a:solidFill>
            <a:schemeClr val="accent4">
              <a:lumMod val="7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tx1"/>
              </a:solidFill>
            </a:endParaRPr>
          </a:p>
        </p:txBody>
      </p:sp>
      <p:sp>
        <p:nvSpPr>
          <p:cNvPr id="45" name="正方形/長方形 44">
            <a:extLst>
              <a:ext uri="{FF2B5EF4-FFF2-40B4-BE49-F238E27FC236}">
                <a16:creationId xmlns:a16="http://schemas.microsoft.com/office/drawing/2014/main" id="{A62432C5-ACAD-4174-8B66-1754B701431E}"/>
              </a:ext>
            </a:extLst>
          </p:cNvPr>
          <p:cNvSpPr/>
          <p:nvPr/>
        </p:nvSpPr>
        <p:spPr>
          <a:xfrm>
            <a:off x="7242342" y="3489845"/>
            <a:ext cx="713524" cy="522817"/>
          </a:xfrm>
          <a:prstGeom prst="rect">
            <a:avLst/>
          </a:prstGeom>
          <a:solidFill>
            <a:schemeClr val="accent4">
              <a:lumMod val="7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tx1"/>
              </a:solidFill>
            </a:endParaRPr>
          </a:p>
        </p:txBody>
      </p:sp>
      <p:sp>
        <p:nvSpPr>
          <p:cNvPr id="46" name="正方形/長方形 45">
            <a:extLst>
              <a:ext uri="{FF2B5EF4-FFF2-40B4-BE49-F238E27FC236}">
                <a16:creationId xmlns:a16="http://schemas.microsoft.com/office/drawing/2014/main" id="{0834A716-BC01-4620-8D3D-45A63C045C40}"/>
              </a:ext>
            </a:extLst>
          </p:cNvPr>
          <p:cNvSpPr/>
          <p:nvPr/>
        </p:nvSpPr>
        <p:spPr>
          <a:xfrm>
            <a:off x="7242342" y="4161334"/>
            <a:ext cx="713524" cy="522817"/>
          </a:xfrm>
          <a:prstGeom prst="rect">
            <a:avLst/>
          </a:prstGeom>
          <a:solidFill>
            <a:schemeClr val="accent4">
              <a:lumMod val="7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tx1"/>
              </a:solidFill>
            </a:endParaRPr>
          </a:p>
        </p:txBody>
      </p:sp>
      <p:sp>
        <p:nvSpPr>
          <p:cNvPr id="47" name="正方形/長方形 46">
            <a:extLst>
              <a:ext uri="{FF2B5EF4-FFF2-40B4-BE49-F238E27FC236}">
                <a16:creationId xmlns:a16="http://schemas.microsoft.com/office/drawing/2014/main" id="{D56ABADF-3096-40C6-8F24-92197D28CC91}"/>
              </a:ext>
            </a:extLst>
          </p:cNvPr>
          <p:cNvSpPr/>
          <p:nvPr/>
        </p:nvSpPr>
        <p:spPr>
          <a:xfrm>
            <a:off x="8154394" y="2818356"/>
            <a:ext cx="713524" cy="522817"/>
          </a:xfrm>
          <a:prstGeom prst="rect">
            <a:avLst/>
          </a:prstGeom>
          <a:solidFill>
            <a:schemeClr val="accent4">
              <a:lumMod val="7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tx1"/>
              </a:solidFill>
            </a:endParaRPr>
          </a:p>
        </p:txBody>
      </p:sp>
      <p:sp>
        <p:nvSpPr>
          <p:cNvPr id="48" name="正方形/長方形 47">
            <a:extLst>
              <a:ext uri="{FF2B5EF4-FFF2-40B4-BE49-F238E27FC236}">
                <a16:creationId xmlns:a16="http://schemas.microsoft.com/office/drawing/2014/main" id="{68E002E6-2644-4AF5-8BC2-136DC39148DC}"/>
              </a:ext>
            </a:extLst>
          </p:cNvPr>
          <p:cNvSpPr/>
          <p:nvPr/>
        </p:nvSpPr>
        <p:spPr>
          <a:xfrm>
            <a:off x="8154394" y="3489845"/>
            <a:ext cx="713524" cy="522817"/>
          </a:xfrm>
          <a:prstGeom prst="rect">
            <a:avLst/>
          </a:prstGeom>
          <a:solidFill>
            <a:schemeClr val="accent4">
              <a:lumMod val="7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tx1"/>
              </a:solidFill>
            </a:endParaRPr>
          </a:p>
        </p:txBody>
      </p:sp>
      <p:sp>
        <p:nvSpPr>
          <p:cNvPr id="49" name="正方形/長方形 48">
            <a:extLst>
              <a:ext uri="{FF2B5EF4-FFF2-40B4-BE49-F238E27FC236}">
                <a16:creationId xmlns:a16="http://schemas.microsoft.com/office/drawing/2014/main" id="{51026C75-2051-4396-966E-E34BD2AD4D8F}"/>
              </a:ext>
            </a:extLst>
          </p:cNvPr>
          <p:cNvSpPr/>
          <p:nvPr/>
        </p:nvSpPr>
        <p:spPr>
          <a:xfrm>
            <a:off x="8154394" y="4161334"/>
            <a:ext cx="713524" cy="522817"/>
          </a:xfrm>
          <a:prstGeom prst="rect">
            <a:avLst/>
          </a:prstGeom>
          <a:solidFill>
            <a:schemeClr val="accent4">
              <a:lumMod val="7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tx1"/>
              </a:solidFill>
            </a:endParaRPr>
          </a:p>
        </p:txBody>
      </p:sp>
      <p:sp>
        <p:nvSpPr>
          <p:cNvPr id="50" name="五角形 49">
            <a:extLst>
              <a:ext uri="{FF2B5EF4-FFF2-40B4-BE49-F238E27FC236}">
                <a16:creationId xmlns:a16="http://schemas.microsoft.com/office/drawing/2014/main" id="{C0F400A3-F670-4A86-A0D9-12AF2AF98274}"/>
              </a:ext>
            </a:extLst>
          </p:cNvPr>
          <p:cNvSpPr/>
          <p:nvPr/>
        </p:nvSpPr>
        <p:spPr>
          <a:xfrm>
            <a:off x="7899744" y="3670400"/>
            <a:ext cx="1110257" cy="976766"/>
          </a:xfrm>
          <a:prstGeom prst="pentagon">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tx1"/>
              </a:solidFill>
            </a:endParaRPr>
          </a:p>
        </p:txBody>
      </p:sp>
      <p:pic>
        <p:nvPicPr>
          <p:cNvPr id="51" name="Picture 2" descr="ふたが開いた段ボール箱のフリーイラスト素材">
            <a:extLst>
              <a:ext uri="{FF2B5EF4-FFF2-40B4-BE49-F238E27FC236}">
                <a16:creationId xmlns:a16="http://schemas.microsoft.com/office/drawing/2014/main" id="{D27B8252-5A2F-4B0A-A57E-C99EEE56E83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82787" y="3732094"/>
            <a:ext cx="476536" cy="476536"/>
          </a:xfrm>
          <a:prstGeom prst="rect">
            <a:avLst/>
          </a:prstGeom>
          <a:noFill/>
          <a:extLst>
            <a:ext uri="{909E8E84-426E-40DD-AFC4-6F175D3DCCD1}">
              <a14:hiddenFill xmlns:a14="http://schemas.microsoft.com/office/drawing/2010/main">
                <a:solidFill>
                  <a:srgbClr val="FFFFFF"/>
                </a:solidFill>
              </a14:hiddenFill>
            </a:ext>
          </a:extLst>
        </p:spPr>
      </p:pic>
      <p:sp>
        <p:nvSpPr>
          <p:cNvPr id="52" name="テキスト プレースホルダー 4">
            <a:extLst>
              <a:ext uri="{FF2B5EF4-FFF2-40B4-BE49-F238E27FC236}">
                <a16:creationId xmlns:a16="http://schemas.microsoft.com/office/drawing/2014/main" id="{91EDAE1E-A275-4EDC-93A1-A560B9612765}"/>
              </a:ext>
            </a:extLst>
          </p:cNvPr>
          <p:cNvSpPr txBox="1">
            <a:spLocks/>
          </p:cNvSpPr>
          <p:nvPr/>
        </p:nvSpPr>
        <p:spPr>
          <a:xfrm>
            <a:off x="7879354" y="4027109"/>
            <a:ext cx="813225" cy="254494"/>
          </a:xfrm>
          <a:prstGeom prst="rect">
            <a:avLst/>
          </a:prstGeom>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en-US" altLang="ja-JP" dirty="0"/>
              <a:t>name</a:t>
            </a:r>
            <a:endParaRPr lang="ja-JP" altLang="en-US" dirty="0"/>
          </a:p>
        </p:txBody>
      </p:sp>
      <p:pic>
        <p:nvPicPr>
          <p:cNvPr id="53" name="Picture 2" descr="ふたが開いた段ボール箱のフリーイラスト素材">
            <a:extLst>
              <a:ext uri="{FF2B5EF4-FFF2-40B4-BE49-F238E27FC236}">
                <a16:creationId xmlns:a16="http://schemas.microsoft.com/office/drawing/2014/main" id="{9EB6B899-6CED-440C-B66E-B83F776F6EF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82032" y="3743465"/>
            <a:ext cx="476536" cy="476536"/>
          </a:xfrm>
          <a:prstGeom prst="rect">
            <a:avLst/>
          </a:prstGeom>
          <a:noFill/>
          <a:extLst>
            <a:ext uri="{909E8E84-426E-40DD-AFC4-6F175D3DCCD1}">
              <a14:hiddenFill xmlns:a14="http://schemas.microsoft.com/office/drawing/2010/main">
                <a:solidFill>
                  <a:srgbClr val="FFFFFF"/>
                </a:solidFill>
              </a14:hiddenFill>
            </a:ext>
          </a:extLst>
        </p:spPr>
      </p:pic>
      <p:sp>
        <p:nvSpPr>
          <p:cNvPr id="63" name="テキスト プレースホルダー 4">
            <a:extLst>
              <a:ext uri="{FF2B5EF4-FFF2-40B4-BE49-F238E27FC236}">
                <a16:creationId xmlns:a16="http://schemas.microsoft.com/office/drawing/2014/main" id="{A283BBCA-59F2-4C5B-B24B-D8FDDE518C1A}"/>
              </a:ext>
            </a:extLst>
          </p:cNvPr>
          <p:cNvSpPr txBox="1">
            <a:spLocks/>
          </p:cNvSpPr>
          <p:nvPr/>
        </p:nvSpPr>
        <p:spPr>
          <a:xfrm>
            <a:off x="8408575" y="4008102"/>
            <a:ext cx="600466" cy="249815"/>
          </a:xfrm>
          <a:prstGeom prst="rect">
            <a:avLst/>
          </a:prstGeom>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en-US" altLang="ja-JP" dirty="0"/>
              <a:t>age</a:t>
            </a:r>
            <a:endParaRPr lang="ja-JP" altLang="en-US" dirty="0"/>
          </a:p>
        </p:txBody>
      </p:sp>
      <p:sp>
        <p:nvSpPr>
          <p:cNvPr id="64" name="雲 63">
            <a:extLst>
              <a:ext uri="{FF2B5EF4-FFF2-40B4-BE49-F238E27FC236}">
                <a16:creationId xmlns:a16="http://schemas.microsoft.com/office/drawing/2014/main" id="{E437240E-67A1-4D66-9B4C-447873AA0FF8}"/>
              </a:ext>
            </a:extLst>
          </p:cNvPr>
          <p:cNvSpPr/>
          <p:nvPr/>
        </p:nvSpPr>
        <p:spPr>
          <a:xfrm>
            <a:off x="8076223" y="4289642"/>
            <a:ext cx="745298" cy="353880"/>
          </a:xfrm>
          <a:prstGeom prst="cloud">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tx1"/>
              </a:solidFill>
            </a:endParaRPr>
          </a:p>
        </p:txBody>
      </p:sp>
      <p:sp>
        <p:nvSpPr>
          <p:cNvPr id="65" name="テキスト プレースホルダー 4">
            <a:extLst>
              <a:ext uri="{FF2B5EF4-FFF2-40B4-BE49-F238E27FC236}">
                <a16:creationId xmlns:a16="http://schemas.microsoft.com/office/drawing/2014/main" id="{A1A7599D-3A00-42EF-94AC-C3923D51C091}"/>
              </a:ext>
            </a:extLst>
          </p:cNvPr>
          <p:cNvSpPr txBox="1">
            <a:spLocks/>
          </p:cNvSpPr>
          <p:nvPr/>
        </p:nvSpPr>
        <p:spPr>
          <a:xfrm>
            <a:off x="7884157" y="4319519"/>
            <a:ext cx="1124884" cy="153760"/>
          </a:xfrm>
          <a:prstGeom prst="rect">
            <a:avLst/>
          </a:prstGeom>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en-US" altLang="ja-JP" dirty="0"/>
              <a:t>introduce</a:t>
            </a:r>
            <a:endParaRPr lang="ja-JP" altLang="en-US" dirty="0"/>
          </a:p>
        </p:txBody>
      </p:sp>
      <p:sp>
        <p:nvSpPr>
          <p:cNvPr id="67" name="テキスト プレースホルダー 4">
            <a:extLst>
              <a:ext uri="{FF2B5EF4-FFF2-40B4-BE49-F238E27FC236}">
                <a16:creationId xmlns:a16="http://schemas.microsoft.com/office/drawing/2014/main" id="{5C5C937F-F66C-40B3-B1F9-3949C42915CA}"/>
              </a:ext>
            </a:extLst>
          </p:cNvPr>
          <p:cNvSpPr txBox="1">
            <a:spLocks/>
          </p:cNvSpPr>
          <p:nvPr/>
        </p:nvSpPr>
        <p:spPr>
          <a:xfrm>
            <a:off x="6343067" y="4705576"/>
            <a:ext cx="630348" cy="254494"/>
          </a:xfrm>
          <a:prstGeom prst="rect">
            <a:avLst/>
          </a:prstGeom>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ja-JP" altLang="en-US" sz="1000" dirty="0"/>
              <a:t>窓側</a:t>
            </a:r>
          </a:p>
        </p:txBody>
      </p:sp>
      <p:sp>
        <p:nvSpPr>
          <p:cNvPr id="68" name="テキスト プレースホルダー 4">
            <a:extLst>
              <a:ext uri="{FF2B5EF4-FFF2-40B4-BE49-F238E27FC236}">
                <a16:creationId xmlns:a16="http://schemas.microsoft.com/office/drawing/2014/main" id="{1851456A-A2BE-404F-8A19-C6A9F912B643}"/>
              </a:ext>
            </a:extLst>
          </p:cNvPr>
          <p:cNvSpPr txBox="1">
            <a:spLocks/>
          </p:cNvSpPr>
          <p:nvPr/>
        </p:nvSpPr>
        <p:spPr>
          <a:xfrm>
            <a:off x="7281297" y="4705576"/>
            <a:ext cx="695483" cy="254494"/>
          </a:xfrm>
          <a:prstGeom prst="rect">
            <a:avLst/>
          </a:prstGeom>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ja-JP" altLang="en-US" sz="1000" dirty="0"/>
              <a:t>真ん中</a:t>
            </a:r>
          </a:p>
        </p:txBody>
      </p:sp>
      <p:sp>
        <p:nvSpPr>
          <p:cNvPr id="69" name="テキスト プレースホルダー 4">
            <a:extLst>
              <a:ext uri="{FF2B5EF4-FFF2-40B4-BE49-F238E27FC236}">
                <a16:creationId xmlns:a16="http://schemas.microsoft.com/office/drawing/2014/main" id="{D22C34C7-BA08-4BF3-A4AE-3D533A428F65}"/>
              </a:ext>
            </a:extLst>
          </p:cNvPr>
          <p:cNvSpPr txBox="1">
            <a:spLocks/>
          </p:cNvSpPr>
          <p:nvPr/>
        </p:nvSpPr>
        <p:spPr>
          <a:xfrm>
            <a:off x="8154394" y="4705576"/>
            <a:ext cx="695483" cy="254494"/>
          </a:xfrm>
          <a:prstGeom prst="rect">
            <a:avLst/>
          </a:prstGeom>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ja-JP" altLang="en-US" sz="1000" dirty="0"/>
              <a:t>廊下側</a:t>
            </a:r>
          </a:p>
        </p:txBody>
      </p:sp>
      <p:sp>
        <p:nvSpPr>
          <p:cNvPr id="6" name="矢印: 折線 5">
            <a:extLst>
              <a:ext uri="{FF2B5EF4-FFF2-40B4-BE49-F238E27FC236}">
                <a16:creationId xmlns:a16="http://schemas.microsoft.com/office/drawing/2014/main" id="{1BDDE19C-464E-4833-AFB9-2EB4DD5470A2}"/>
              </a:ext>
            </a:extLst>
          </p:cNvPr>
          <p:cNvSpPr/>
          <p:nvPr/>
        </p:nvSpPr>
        <p:spPr>
          <a:xfrm rot="5400000" flipV="1">
            <a:off x="3134348" y="609828"/>
            <a:ext cx="976768" cy="4640043"/>
          </a:xfrm>
          <a:prstGeom prst="bentArrow">
            <a:avLst>
              <a:gd name="adj1" fmla="val 23421"/>
              <a:gd name="adj2" fmla="val 25000"/>
              <a:gd name="adj3" fmla="val 25000"/>
              <a:gd name="adj4" fmla="val 43750"/>
            </a:avLst>
          </a:prstGeom>
          <a:solidFill>
            <a:srgbClr val="C00000"/>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tx1"/>
              </a:solidFill>
            </a:endParaRPr>
          </a:p>
        </p:txBody>
      </p:sp>
      <p:sp>
        <p:nvSpPr>
          <p:cNvPr id="70" name="テキスト プレースホルダー 4">
            <a:extLst>
              <a:ext uri="{FF2B5EF4-FFF2-40B4-BE49-F238E27FC236}">
                <a16:creationId xmlns:a16="http://schemas.microsoft.com/office/drawing/2014/main" id="{B647C73C-4268-430B-B89A-AA518EE02CF9}"/>
              </a:ext>
            </a:extLst>
          </p:cNvPr>
          <p:cNvSpPr txBox="1">
            <a:spLocks/>
          </p:cNvSpPr>
          <p:nvPr/>
        </p:nvSpPr>
        <p:spPr>
          <a:xfrm>
            <a:off x="1786475" y="2404276"/>
            <a:ext cx="3009717" cy="273862"/>
          </a:xfrm>
          <a:prstGeom prst="rect">
            <a:avLst/>
          </a:prstGeom>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en-US" altLang="ja-JP" dirty="0" err="1">
                <a:solidFill>
                  <a:schemeClr val="bg1"/>
                </a:solidFill>
              </a:rPr>
              <a:t>studentY</a:t>
            </a:r>
            <a:r>
              <a:rPr lang="en-US" altLang="ja-JP" dirty="0">
                <a:solidFill>
                  <a:schemeClr val="bg1"/>
                </a:solidFill>
              </a:rPr>
              <a:t> = new Student();</a:t>
            </a:r>
            <a:endParaRPr lang="ja-JP" altLang="en-US" dirty="0">
              <a:solidFill>
                <a:schemeClr val="bg1"/>
              </a:solidFill>
            </a:endParaRPr>
          </a:p>
        </p:txBody>
      </p:sp>
      <p:sp>
        <p:nvSpPr>
          <p:cNvPr id="82" name="テキスト プレースホルダー 4">
            <a:extLst>
              <a:ext uri="{FF2B5EF4-FFF2-40B4-BE49-F238E27FC236}">
                <a16:creationId xmlns:a16="http://schemas.microsoft.com/office/drawing/2014/main" id="{F40D1818-FCB6-4093-AEB0-0FF2F3263378}"/>
              </a:ext>
            </a:extLst>
          </p:cNvPr>
          <p:cNvSpPr txBox="1">
            <a:spLocks/>
          </p:cNvSpPr>
          <p:nvPr/>
        </p:nvSpPr>
        <p:spPr>
          <a:xfrm>
            <a:off x="1219336" y="3539397"/>
            <a:ext cx="740987" cy="554176"/>
          </a:xfrm>
          <a:prstGeom prst="rect">
            <a:avLst/>
          </a:prstGeom>
          <a:solidFill>
            <a:schemeClr val="bg1"/>
          </a:solidFill>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ja-JP" altLang="en-US" sz="1100" dirty="0"/>
              <a:t>窓側の</a:t>
            </a:r>
            <a:br>
              <a:rPr lang="ja-JP" altLang="en-US" sz="1100" dirty="0"/>
            </a:br>
            <a:r>
              <a:rPr lang="ja-JP" altLang="en-US" sz="1100" dirty="0"/>
              <a:t>前から</a:t>
            </a:r>
            <a:br>
              <a:rPr lang="ja-JP" altLang="en-US" sz="1100" dirty="0"/>
            </a:br>
            <a:r>
              <a:rPr lang="en-US" altLang="ja-JP" sz="1100" dirty="0"/>
              <a:t>1</a:t>
            </a:r>
            <a:r>
              <a:rPr lang="ja-JP" altLang="en-US" sz="1100" dirty="0"/>
              <a:t>列目</a:t>
            </a:r>
          </a:p>
        </p:txBody>
      </p:sp>
      <p:sp>
        <p:nvSpPr>
          <p:cNvPr id="83" name="テキスト プレースホルダー 4">
            <a:extLst>
              <a:ext uri="{FF2B5EF4-FFF2-40B4-BE49-F238E27FC236}">
                <a16:creationId xmlns:a16="http://schemas.microsoft.com/office/drawing/2014/main" id="{C9E552F9-0EF0-4220-ACED-75CAAD376DFA}"/>
              </a:ext>
            </a:extLst>
          </p:cNvPr>
          <p:cNvSpPr txBox="1">
            <a:spLocks/>
          </p:cNvSpPr>
          <p:nvPr/>
        </p:nvSpPr>
        <p:spPr>
          <a:xfrm>
            <a:off x="2991066" y="3891151"/>
            <a:ext cx="864295" cy="554176"/>
          </a:xfrm>
          <a:prstGeom prst="rect">
            <a:avLst/>
          </a:prstGeom>
          <a:solidFill>
            <a:schemeClr val="bg1"/>
          </a:solidFill>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ja-JP" altLang="en-US" sz="1100" dirty="0"/>
              <a:t>廊下側の</a:t>
            </a:r>
            <a:br>
              <a:rPr lang="ja-JP" altLang="en-US" sz="1100" dirty="0"/>
            </a:br>
            <a:r>
              <a:rPr lang="ja-JP" altLang="en-US" sz="1100" dirty="0"/>
              <a:t>前から</a:t>
            </a:r>
            <a:br>
              <a:rPr lang="ja-JP" altLang="en-US" sz="1100" dirty="0"/>
            </a:br>
            <a:r>
              <a:rPr lang="en-US" altLang="ja-JP" sz="1100" dirty="0"/>
              <a:t>3</a:t>
            </a:r>
            <a:r>
              <a:rPr lang="ja-JP" altLang="en-US" sz="1100" dirty="0"/>
              <a:t>列目</a:t>
            </a:r>
          </a:p>
        </p:txBody>
      </p:sp>
      <p:sp>
        <p:nvSpPr>
          <p:cNvPr id="9" name="矢印: 左 8">
            <a:extLst>
              <a:ext uri="{FF2B5EF4-FFF2-40B4-BE49-F238E27FC236}">
                <a16:creationId xmlns:a16="http://schemas.microsoft.com/office/drawing/2014/main" id="{EEC7FE38-3A7E-4301-8332-805E052283E9}"/>
              </a:ext>
            </a:extLst>
          </p:cNvPr>
          <p:cNvSpPr/>
          <p:nvPr/>
        </p:nvSpPr>
        <p:spPr>
          <a:xfrm>
            <a:off x="3865195" y="3985210"/>
            <a:ext cx="4020076" cy="417962"/>
          </a:xfrm>
          <a:prstGeom prst="leftArrow">
            <a:avLst/>
          </a:prstGeom>
          <a:solidFill>
            <a:srgbClr val="C00000"/>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tx1"/>
              </a:solidFill>
            </a:endParaRPr>
          </a:p>
        </p:txBody>
      </p:sp>
      <p:sp>
        <p:nvSpPr>
          <p:cNvPr id="86" name="テキスト プレースホルダー 4">
            <a:extLst>
              <a:ext uri="{FF2B5EF4-FFF2-40B4-BE49-F238E27FC236}">
                <a16:creationId xmlns:a16="http://schemas.microsoft.com/office/drawing/2014/main" id="{CD9B49A4-01D3-433C-950C-6FC1ABDC220F}"/>
              </a:ext>
            </a:extLst>
          </p:cNvPr>
          <p:cNvSpPr txBox="1">
            <a:spLocks/>
          </p:cNvSpPr>
          <p:nvPr/>
        </p:nvSpPr>
        <p:spPr>
          <a:xfrm>
            <a:off x="4133361" y="4050463"/>
            <a:ext cx="3009717" cy="273862"/>
          </a:xfrm>
          <a:prstGeom prst="rect">
            <a:avLst/>
          </a:prstGeom>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en-US" altLang="ja-JP" dirty="0" err="1">
                <a:solidFill>
                  <a:schemeClr val="bg1"/>
                </a:solidFill>
              </a:rPr>
              <a:t>studentT</a:t>
            </a:r>
            <a:r>
              <a:rPr lang="en-US" altLang="ja-JP" dirty="0">
                <a:solidFill>
                  <a:schemeClr val="bg1"/>
                </a:solidFill>
              </a:rPr>
              <a:t> = new Student();</a:t>
            </a:r>
            <a:endParaRPr lang="ja-JP" altLang="en-US" dirty="0">
              <a:solidFill>
                <a:schemeClr val="bg1"/>
              </a:solidFill>
            </a:endParaRPr>
          </a:p>
        </p:txBody>
      </p:sp>
    </p:spTree>
    <p:extLst>
      <p:ext uri="{BB962C8B-B14F-4D97-AF65-F5344CB8AC3E}">
        <p14:creationId xmlns:p14="http://schemas.microsoft.com/office/powerpoint/2010/main" val="15733166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 name="正方形/長方形 83">
            <a:extLst>
              <a:ext uri="{FF2B5EF4-FFF2-40B4-BE49-F238E27FC236}">
                <a16:creationId xmlns:a16="http://schemas.microsoft.com/office/drawing/2014/main" id="{484B7687-AE6D-4A28-B4F7-D0A092DF8C16}"/>
              </a:ext>
            </a:extLst>
          </p:cNvPr>
          <p:cNvSpPr/>
          <p:nvPr/>
        </p:nvSpPr>
        <p:spPr>
          <a:xfrm>
            <a:off x="7044775" y="2491082"/>
            <a:ext cx="1241192" cy="202151"/>
          </a:xfrm>
          <a:prstGeom prst="rect">
            <a:avLst/>
          </a:prstGeom>
          <a:solidFill>
            <a:schemeClr val="accent6">
              <a:lumMod val="7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solidFill>
                  <a:schemeClr val="bg1"/>
                </a:solidFill>
              </a:rPr>
              <a:t>黒板</a:t>
            </a:r>
          </a:p>
        </p:txBody>
      </p:sp>
      <p:sp>
        <p:nvSpPr>
          <p:cNvPr id="2" name="正方形/長方形 1">
            <a:extLst>
              <a:ext uri="{FF2B5EF4-FFF2-40B4-BE49-F238E27FC236}">
                <a16:creationId xmlns:a16="http://schemas.microsoft.com/office/drawing/2014/main" id="{4268FFB8-3C96-4F58-B54E-B928BF096462}"/>
              </a:ext>
            </a:extLst>
          </p:cNvPr>
          <p:cNvSpPr/>
          <p:nvPr/>
        </p:nvSpPr>
        <p:spPr>
          <a:xfrm>
            <a:off x="6313578" y="2818356"/>
            <a:ext cx="713524" cy="522817"/>
          </a:xfrm>
          <a:prstGeom prst="rect">
            <a:avLst/>
          </a:prstGeom>
          <a:solidFill>
            <a:schemeClr val="accent4">
              <a:lumMod val="7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tx1"/>
              </a:solidFill>
            </a:endParaRPr>
          </a:p>
        </p:txBody>
      </p:sp>
      <p:sp>
        <p:nvSpPr>
          <p:cNvPr id="4" name="フッター プレースホルダー 3">
            <a:extLst>
              <a:ext uri="{FF2B5EF4-FFF2-40B4-BE49-F238E27FC236}">
                <a16:creationId xmlns:a16="http://schemas.microsoft.com/office/drawing/2014/main" id="{DE764CD8-0B12-484E-890C-8A5A26296D13}"/>
              </a:ext>
            </a:extLst>
          </p:cNvPr>
          <p:cNvSpPr>
            <a:spLocks noGrp="1"/>
          </p:cNvSpPr>
          <p:nvPr>
            <p:ph type="ftr" sz="quarter" idx="11"/>
          </p:nvPr>
        </p:nvSpPr>
        <p:spPr/>
        <p:txBody>
          <a:bodyPr/>
          <a:lstStyle/>
          <a:p>
            <a:r>
              <a:rPr kumimoji="1" lang="en-US" altLang="ja-JP"/>
              <a:t>copyright ©ITCollege All Rights Reserved</a:t>
            </a:r>
            <a:endParaRPr kumimoji="1" lang="ja-JP" altLang="en-US" dirty="0">
              <a:latin typeface="+mn-ea"/>
            </a:endParaRPr>
          </a:p>
        </p:txBody>
      </p:sp>
      <p:sp>
        <p:nvSpPr>
          <p:cNvPr id="7" name="タイトル 6">
            <a:extLst>
              <a:ext uri="{FF2B5EF4-FFF2-40B4-BE49-F238E27FC236}">
                <a16:creationId xmlns:a16="http://schemas.microsoft.com/office/drawing/2014/main" id="{9630AD22-E64D-4A96-B059-2AF9F6580C25}"/>
              </a:ext>
            </a:extLst>
          </p:cNvPr>
          <p:cNvSpPr>
            <a:spLocks noGrp="1"/>
          </p:cNvSpPr>
          <p:nvPr>
            <p:ph type="ctrTitle"/>
          </p:nvPr>
        </p:nvSpPr>
        <p:spPr/>
        <p:txBody>
          <a:bodyPr/>
          <a:lstStyle/>
          <a:p>
            <a:r>
              <a:rPr lang="ja-JP" altLang="en-US" dirty="0"/>
              <a:t>コンピュータの中のインスタンス</a:t>
            </a:r>
          </a:p>
        </p:txBody>
      </p:sp>
      <p:sp>
        <p:nvSpPr>
          <p:cNvPr id="5" name="スライド番号プレースホルダー 4">
            <a:extLst>
              <a:ext uri="{FF2B5EF4-FFF2-40B4-BE49-F238E27FC236}">
                <a16:creationId xmlns:a16="http://schemas.microsoft.com/office/drawing/2014/main" id="{433B62C4-B6B9-4622-B802-69C25D6F2A49}"/>
              </a:ext>
            </a:extLst>
          </p:cNvPr>
          <p:cNvSpPr>
            <a:spLocks noGrp="1"/>
          </p:cNvSpPr>
          <p:nvPr>
            <p:ph type="sldNum" sz="quarter" idx="4"/>
          </p:nvPr>
        </p:nvSpPr>
        <p:spPr/>
        <p:txBody>
          <a:bodyPr/>
          <a:lstStyle/>
          <a:p>
            <a:fld id="{00000000-1234-1234-1234-123412341234}" type="slidenum">
              <a:rPr lang="en" smtClean="0"/>
              <a:pPr/>
              <a:t>9</a:t>
            </a:fld>
            <a:endParaRPr lang="en" dirty="0">
              <a:latin typeface="+mn-ea"/>
            </a:endParaRPr>
          </a:p>
        </p:txBody>
      </p:sp>
      <p:sp>
        <p:nvSpPr>
          <p:cNvPr id="8" name="テキスト プレースホルダー 7">
            <a:extLst>
              <a:ext uri="{FF2B5EF4-FFF2-40B4-BE49-F238E27FC236}">
                <a16:creationId xmlns:a16="http://schemas.microsoft.com/office/drawing/2014/main" id="{787CF02A-01AB-4517-BA3E-25572FA82648}"/>
              </a:ext>
            </a:extLst>
          </p:cNvPr>
          <p:cNvSpPr>
            <a:spLocks noGrp="1"/>
          </p:cNvSpPr>
          <p:nvPr>
            <p:ph type="body" sz="quarter" idx="14"/>
          </p:nvPr>
        </p:nvSpPr>
        <p:spPr>
          <a:xfrm>
            <a:off x="462875" y="859491"/>
            <a:ext cx="8216900" cy="1910111"/>
          </a:xfrm>
        </p:spPr>
        <p:txBody>
          <a:bodyPr/>
          <a:lstStyle/>
          <a:p>
            <a:pPr marL="96838" indent="0">
              <a:buNone/>
            </a:pPr>
            <a:r>
              <a:rPr lang="ja-JP" altLang="en-US" dirty="0"/>
              <a:t>変数名</a:t>
            </a:r>
            <a:r>
              <a:rPr lang="en-US" altLang="ja-JP" dirty="0"/>
              <a:t>.</a:t>
            </a:r>
            <a:r>
              <a:rPr lang="ja-JP" altLang="en-US" dirty="0"/>
              <a:t>フィールド名に代入すると箱の中に書いてある座席番号にあるインスタンスに対し、データを入れることになります。</a:t>
            </a:r>
          </a:p>
        </p:txBody>
      </p:sp>
      <p:pic>
        <p:nvPicPr>
          <p:cNvPr id="54" name="Picture 2" descr="ふたが開いた段ボール箱のフリーイラスト素材">
            <a:extLst>
              <a:ext uri="{FF2B5EF4-FFF2-40B4-BE49-F238E27FC236}">
                <a16:creationId xmlns:a16="http://schemas.microsoft.com/office/drawing/2014/main" id="{78158C8D-AC34-461F-8792-06C525117AD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9542" y="3168014"/>
            <a:ext cx="1689296" cy="1689296"/>
          </a:xfrm>
          <a:prstGeom prst="rect">
            <a:avLst/>
          </a:prstGeom>
          <a:noFill/>
          <a:extLst>
            <a:ext uri="{909E8E84-426E-40DD-AFC4-6F175D3DCCD1}">
              <a14:hiddenFill xmlns:a14="http://schemas.microsoft.com/office/drawing/2010/main">
                <a:solidFill>
                  <a:srgbClr val="FFFFFF"/>
                </a:solidFill>
              </a14:hiddenFill>
            </a:ext>
          </a:extLst>
        </p:spPr>
      </p:pic>
      <p:sp>
        <p:nvSpPr>
          <p:cNvPr id="55" name="テキスト プレースホルダー 4">
            <a:extLst>
              <a:ext uri="{FF2B5EF4-FFF2-40B4-BE49-F238E27FC236}">
                <a16:creationId xmlns:a16="http://schemas.microsoft.com/office/drawing/2014/main" id="{8A765728-4CA6-48FB-8DB0-3D40A0B822CB}"/>
              </a:ext>
            </a:extLst>
          </p:cNvPr>
          <p:cNvSpPr txBox="1">
            <a:spLocks/>
          </p:cNvSpPr>
          <p:nvPr/>
        </p:nvSpPr>
        <p:spPr>
          <a:xfrm>
            <a:off x="872075" y="4583448"/>
            <a:ext cx="1196707" cy="273862"/>
          </a:xfrm>
          <a:prstGeom prst="rect">
            <a:avLst/>
          </a:prstGeom>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en-US" altLang="ja-JP" dirty="0" err="1"/>
              <a:t>studentY</a:t>
            </a:r>
            <a:endParaRPr lang="ja-JP" altLang="en-US" dirty="0"/>
          </a:p>
        </p:txBody>
      </p:sp>
      <p:sp>
        <p:nvSpPr>
          <p:cNvPr id="56" name="五角形 55">
            <a:extLst>
              <a:ext uri="{FF2B5EF4-FFF2-40B4-BE49-F238E27FC236}">
                <a16:creationId xmlns:a16="http://schemas.microsoft.com/office/drawing/2014/main" id="{22EA48D7-FE6C-4B06-AC32-807329C53EE8}"/>
              </a:ext>
            </a:extLst>
          </p:cNvPr>
          <p:cNvSpPr/>
          <p:nvPr/>
        </p:nvSpPr>
        <p:spPr>
          <a:xfrm>
            <a:off x="5985951" y="2226098"/>
            <a:ext cx="1110257" cy="976766"/>
          </a:xfrm>
          <a:prstGeom prst="pentagon">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tx1"/>
              </a:solidFill>
            </a:endParaRPr>
          </a:p>
        </p:txBody>
      </p:sp>
      <p:pic>
        <p:nvPicPr>
          <p:cNvPr id="57" name="Picture 2" descr="ふたが開いた段ボール箱のフリーイラスト素材">
            <a:extLst>
              <a:ext uri="{FF2B5EF4-FFF2-40B4-BE49-F238E27FC236}">
                <a16:creationId xmlns:a16="http://schemas.microsoft.com/office/drawing/2014/main" id="{E7F1ABD2-E4D9-4395-8AD8-D1B79C301A7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68994" y="2287792"/>
            <a:ext cx="476536" cy="476536"/>
          </a:xfrm>
          <a:prstGeom prst="rect">
            <a:avLst/>
          </a:prstGeom>
          <a:noFill/>
          <a:extLst>
            <a:ext uri="{909E8E84-426E-40DD-AFC4-6F175D3DCCD1}">
              <a14:hiddenFill xmlns:a14="http://schemas.microsoft.com/office/drawing/2010/main">
                <a:solidFill>
                  <a:srgbClr val="FFFFFF"/>
                </a:solidFill>
              </a14:hiddenFill>
            </a:ext>
          </a:extLst>
        </p:spPr>
      </p:pic>
      <p:sp>
        <p:nvSpPr>
          <p:cNvPr id="58" name="テキスト プレースホルダー 4">
            <a:extLst>
              <a:ext uri="{FF2B5EF4-FFF2-40B4-BE49-F238E27FC236}">
                <a16:creationId xmlns:a16="http://schemas.microsoft.com/office/drawing/2014/main" id="{7253E9EA-CC4F-472E-A272-63056B3241FD}"/>
              </a:ext>
            </a:extLst>
          </p:cNvPr>
          <p:cNvSpPr txBox="1">
            <a:spLocks/>
          </p:cNvSpPr>
          <p:nvPr/>
        </p:nvSpPr>
        <p:spPr>
          <a:xfrm>
            <a:off x="5965561" y="2582807"/>
            <a:ext cx="813225" cy="254494"/>
          </a:xfrm>
          <a:prstGeom prst="rect">
            <a:avLst/>
          </a:prstGeom>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en-US" altLang="ja-JP" dirty="0"/>
              <a:t>name</a:t>
            </a:r>
            <a:endParaRPr lang="ja-JP" altLang="en-US" dirty="0"/>
          </a:p>
        </p:txBody>
      </p:sp>
      <p:pic>
        <p:nvPicPr>
          <p:cNvPr id="59" name="Picture 2" descr="ふたが開いた段ボール箱のフリーイラスト素材">
            <a:extLst>
              <a:ext uri="{FF2B5EF4-FFF2-40B4-BE49-F238E27FC236}">
                <a16:creationId xmlns:a16="http://schemas.microsoft.com/office/drawing/2014/main" id="{4D857BC2-22C1-4419-92C8-435FE2BC9A3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68239" y="2299163"/>
            <a:ext cx="476536" cy="476536"/>
          </a:xfrm>
          <a:prstGeom prst="rect">
            <a:avLst/>
          </a:prstGeom>
          <a:noFill/>
          <a:extLst>
            <a:ext uri="{909E8E84-426E-40DD-AFC4-6F175D3DCCD1}">
              <a14:hiddenFill xmlns:a14="http://schemas.microsoft.com/office/drawing/2010/main">
                <a:solidFill>
                  <a:srgbClr val="FFFFFF"/>
                </a:solidFill>
              </a14:hiddenFill>
            </a:ext>
          </a:extLst>
        </p:spPr>
      </p:pic>
      <p:sp>
        <p:nvSpPr>
          <p:cNvPr id="60" name="テキスト プレースホルダー 4">
            <a:extLst>
              <a:ext uri="{FF2B5EF4-FFF2-40B4-BE49-F238E27FC236}">
                <a16:creationId xmlns:a16="http://schemas.microsoft.com/office/drawing/2014/main" id="{2E772C36-97C1-425C-9AA3-B40609C66C88}"/>
              </a:ext>
            </a:extLst>
          </p:cNvPr>
          <p:cNvSpPr txBox="1">
            <a:spLocks/>
          </p:cNvSpPr>
          <p:nvPr/>
        </p:nvSpPr>
        <p:spPr>
          <a:xfrm>
            <a:off x="6494782" y="2563800"/>
            <a:ext cx="600466" cy="249815"/>
          </a:xfrm>
          <a:prstGeom prst="rect">
            <a:avLst/>
          </a:prstGeom>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en-US" altLang="ja-JP" dirty="0"/>
              <a:t>age</a:t>
            </a:r>
            <a:endParaRPr lang="ja-JP" altLang="en-US" dirty="0"/>
          </a:p>
        </p:txBody>
      </p:sp>
      <p:sp>
        <p:nvSpPr>
          <p:cNvPr id="61" name="雲 60">
            <a:extLst>
              <a:ext uri="{FF2B5EF4-FFF2-40B4-BE49-F238E27FC236}">
                <a16:creationId xmlns:a16="http://schemas.microsoft.com/office/drawing/2014/main" id="{2A043967-A254-493A-9CE4-E88126B67303}"/>
              </a:ext>
            </a:extLst>
          </p:cNvPr>
          <p:cNvSpPr/>
          <p:nvPr/>
        </p:nvSpPr>
        <p:spPr>
          <a:xfrm>
            <a:off x="6162430" y="2845340"/>
            <a:ext cx="745298" cy="353880"/>
          </a:xfrm>
          <a:prstGeom prst="cloud">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tx1"/>
              </a:solidFill>
            </a:endParaRPr>
          </a:p>
        </p:txBody>
      </p:sp>
      <p:sp>
        <p:nvSpPr>
          <p:cNvPr id="62" name="テキスト プレースホルダー 4">
            <a:extLst>
              <a:ext uri="{FF2B5EF4-FFF2-40B4-BE49-F238E27FC236}">
                <a16:creationId xmlns:a16="http://schemas.microsoft.com/office/drawing/2014/main" id="{F73FD4AA-D508-4672-BDE7-9A6B7F18B904}"/>
              </a:ext>
            </a:extLst>
          </p:cNvPr>
          <p:cNvSpPr txBox="1">
            <a:spLocks/>
          </p:cNvSpPr>
          <p:nvPr/>
        </p:nvSpPr>
        <p:spPr>
          <a:xfrm>
            <a:off x="5970364" y="2875217"/>
            <a:ext cx="1124884" cy="153760"/>
          </a:xfrm>
          <a:prstGeom prst="rect">
            <a:avLst/>
          </a:prstGeom>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en-US" altLang="ja-JP" dirty="0"/>
              <a:t>introduce</a:t>
            </a:r>
            <a:endParaRPr lang="ja-JP" altLang="en-US" dirty="0"/>
          </a:p>
        </p:txBody>
      </p:sp>
      <p:pic>
        <p:nvPicPr>
          <p:cNvPr id="72" name="Picture 2" descr="ふたが開いた段ボール箱のフリーイラスト素材">
            <a:extLst>
              <a:ext uri="{FF2B5EF4-FFF2-40B4-BE49-F238E27FC236}">
                <a16:creationId xmlns:a16="http://schemas.microsoft.com/office/drawing/2014/main" id="{9EBDF412-C9ED-4657-A1D1-9B7F75FC56D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75463" y="3168014"/>
            <a:ext cx="1689296" cy="1689296"/>
          </a:xfrm>
          <a:prstGeom prst="rect">
            <a:avLst/>
          </a:prstGeom>
          <a:noFill/>
          <a:extLst>
            <a:ext uri="{909E8E84-426E-40DD-AFC4-6F175D3DCCD1}">
              <a14:hiddenFill xmlns:a14="http://schemas.microsoft.com/office/drawing/2010/main">
                <a:solidFill>
                  <a:srgbClr val="FFFFFF"/>
                </a:solidFill>
              </a14:hiddenFill>
            </a:ext>
          </a:extLst>
        </p:spPr>
      </p:pic>
      <p:sp>
        <p:nvSpPr>
          <p:cNvPr id="73" name="テキスト プレースホルダー 4">
            <a:extLst>
              <a:ext uri="{FF2B5EF4-FFF2-40B4-BE49-F238E27FC236}">
                <a16:creationId xmlns:a16="http://schemas.microsoft.com/office/drawing/2014/main" id="{A7B601DF-2B25-4967-AABF-1EE50AD29171}"/>
              </a:ext>
            </a:extLst>
          </p:cNvPr>
          <p:cNvSpPr txBox="1">
            <a:spLocks/>
          </p:cNvSpPr>
          <p:nvPr/>
        </p:nvSpPr>
        <p:spPr>
          <a:xfrm>
            <a:off x="2787996" y="4583448"/>
            <a:ext cx="1196707" cy="273862"/>
          </a:xfrm>
          <a:prstGeom prst="rect">
            <a:avLst/>
          </a:prstGeom>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en-US" altLang="ja-JP" dirty="0" err="1"/>
              <a:t>studentT</a:t>
            </a:r>
            <a:endParaRPr lang="ja-JP" altLang="en-US" dirty="0"/>
          </a:p>
        </p:txBody>
      </p:sp>
      <p:sp>
        <p:nvSpPr>
          <p:cNvPr id="42" name="正方形/長方形 41">
            <a:extLst>
              <a:ext uri="{FF2B5EF4-FFF2-40B4-BE49-F238E27FC236}">
                <a16:creationId xmlns:a16="http://schemas.microsoft.com/office/drawing/2014/main" id="{CC227576-96AA-423F-B436-1AF10A2FD839}"/>
              </a:ext>
            </a:extLst>
          </p:cNvPr>
          <p:cNvSpPr/>
          <p:nvPr/>
        </p:nvSpPr>
        <p:spPr>
          <a:xfrm>
            <a:off x="6313578" y="3489845"/>
            <a:ext cx="713524" cy="522817"/>
          </a:xfrm>
          <a:prstGeom prst="rect">
            <a:avLst/>
          </a:prstGeom>
          <a:solidFill>
            <a:schemeClr val="accent4">
              <a:lumMod val="7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tx1"/>
              </a:solidFill>
            </a:endParaRPr>
          </a:p>
        </p:txBody>
      </p:sp>
      <p:sp>
        <p:nvSpPr>
          <p:cNvPr id="43" name="正方形/長方形 42">
            <a:extLst>
              <a:ext uri="{FF2B5EF4-FFF2-40B4-BE49-F238E27FC236}">
                <a16:creationId xmlns:a16="http://schemas.microsoft.com/office/drawing/2014/main" id="{3503EE92-F9D8-461D-855F-A75C89F32BAF}"/>
              </a:ext>
            </a:extLst>
          </p:cNvPr>
          <p:cNvSpPr/>
          <p:nvPr/>
        </p:nvSpPr>
        <p:spPr>
          <a:xfrm>
            <a:off x="6313578" y="4161334"/>
            <a:ext cx="713524" cy="522817"/>
          </a:xfrm>
          <a:prstGeom prst="rect">
            <a:avLst/>
          </a:prstGeom>
          <a:solidFill>
            <a:schemeClr val="accent4">
              <a:lumMod val="7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tx1"/>
              </a:solidFill>
            </a:endParaRPr>
          </a:p>
        </p:txBody>
      </p:sp>
      <p:sp>
        <p:nvSpPr>
          <p:cNvPr id="44" name="正方形/長方形 43">
            <a:extLst>
              <a:ext uri="{FF2B5EF4-FFF2-40B4-BE49-F238E27FC236}">
                <a16:creationId xmlns:a16="http://schemas.microsoft.com/office/drawing/2014/main" id="{755AD5A5-5186-4DCC-A775-6ADD19FB1801}"/>
              </a:ext>
            </a:extLst>
          </p:cNvPr>
          <p:cNvSpPr/>
          <p:nvPr/>
        </p:nvSpPr>
        <p:spPr>
          <a:xfrm>
            <a:off x="7242342" y="2818356"/>
            <a:ext cx="713524" cy="522817"/>
          </a:xfrm>
          <a:prstGeom prst="rect">
            <a:avLst/>
          </a:prstGeom>
          <a:solidFill>
            <a:schemeClr val="accent4">
              <a:lumMod val="7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tx1"/>
              </a:solidFill>
            </a:endParaRPr>
          </a:p>
        </p:txBody>
      </p:sp>
      <p:sp>
        <p:nvSpPr>
          <p:cNvPr id="45" name="正方形/長方形 44">
            <a:extLst>
              <a:ext uri="{FF2B5EF4-FFF2-40B4-BE49-F238E27FC236}">
                <a16:creationId xmlns:a16="http://schemas.microsoft.com/office/drawing/2014/main" id="{A62432C5-ACAD-4174-8B66-1754B701431E}"/>
              </a:ext>
            </a:extLst>
          </p:cNvPr>
          <p:cNvSpPr/>
          <p:nvPr/>
        </p:nvSpPr>
        <p:spPr>
          <a:xfrm>
            <a:off x="7242342" y="3489845"/>
            <a:ext cx="713524" cy="522817"/>
          </a:xfrm>
          <a:prstGeom prst="rect">
            <a:avLst/>
          </a:prstGeom>
          <a:solidFill>
            <a:schemeClr val="accent4">
              <a:lumMod val="7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tx1"/>
              </a:solidFill>
            </a:endParaRPr>
          </a:p>
        </p:txBody>
      </p:sp>
      <p:sp>
        <p:nvSpPr>
          <p:cNvPr id="46" name="正方形/長方形 45">
            <a:extLst>
              <a:ext uri="{FF2B5EF4-FFF2-40B4-BE49-F238E27FC236}">
                <a16:creationId xmlns:a16="http://schemas.microsoft.com/office/drawing/2014/main" id="{0834A716-BC01-4620-8D3D-45A63C045C40}"/>
              </a:ext>
            </a:extLst>
          </p:cNvPr>
          <p:cNvSpPr/>
          <p:nvPr/>
        </p:nvSpPr>
        <p:spPr>
          <a:xfrm>
            <a:off x="7242342" y="4161334"/>
            <a:ext cx="713524" cy="522817"/>
          </a:xfrm>
          <a:prstGeom prst="rect">
            <a:avLst/>
          </a:prstGeom>
          <a:solidFill>
            <a:schemeClr val="accent4">
              <a:lumMod val="7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tx1"/>
              </a:solidFill>
            </a:endParaRPr>
          </a:p>
        </p:txBody>
      </p:sp>
      <p:sp>
        <p:nvSpPr>
          <p:cNvPr id="47" name="正方形/長方形 46">
            <a:extLst>
              <a:ext uri="{FF2B5EF4-FFF2-40B4-BE49-F238E27FC236}">
                <a16:creationId xmlns:a16="http://schemas.microsoft.com/office/drawing/2014/main" id="{D56ABADF-3096-40C6-8F24-92197D28CC91}"/>
              </a:ext>
            </a:extLst>
          </p:cNvPr>
          <p:cNvSpPr/>
          <p:nvPr/>
        </p:nvSpPr>
        <p:spPr>
          <a:xfrm>
            <a:off x="8154394" y="2818356"/>
            <a:ext cx="713524" cy="522817"/>
          </a:xfrm>
          <a:prstGeom prst="rect">
            <a:avLst/>
          </a:prstGeom>
          <a:solidFill>
            <a:schemeClr val="accent4">
              <a:lumMod val="7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tx1"/>
              </a:solidFill>
            </a:endParaRPr>
          </a:p>
        </p:txBody>
      </p:sp>
      <p:sp>
        <p:nvSpPr>
          <p:cNvPr id="48" name="正方形/長方形 47">
            <a:extLst>
              <a:ext uri="{FF2B5EF4-FFF2-40B4-BE49-F238E27FC236}">
                <a16:creationId xmlns:a16="http://schemas.microsoft.com/office/drawing/2014/main" id="{68E002E6-2644-4AF5-8BC2-136DC39148DC}"/>
              </a:ext>
            </a:extLst>
          </p:cNvPr>
          <p:cNvSpPr/>
          <p:nvPr/>
        </p:nvSpPr>
        <p:spPr>
          <a:xfrm>
            <a:off x="8154394" y="3489845"/>
            <a:ext cx="713524" cy="522817"/>
          </a:xfrm>
          <a:prstGeom prst="rect">
            <a:avLst/>
          </a:prstGeom>
          <a:solidFill>
            <a:schemeClr val="accent4">
              <a:lumMod val="7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tx1"/>
              </a:solidFill>
            </a:endParaRPr>
          </a:p>
        </p:txBody>
      </p:sp>
      <p:sp>
        <p:nvSpPr>
          <p:cNvPr id="49" name="正方形/長方形 48">
            <a:extLst>
              <a:ext uri="{FF2B5EF4-FFF2-40B4-BE49-F238E27FC236}">
                <a16:creationId xmlns:a16="http://schemas.microsoft.com/office/drawing/2014/main" id="{51026C75-2051-4396-966E-E34BD2AD4D8F}"/>
              </a:ext>
            </a:extLst>
          </p:cNvPr>
          <p:cNvSpPr/>
          <p:nvPr/>
        </p:nvSpPr>
        <p:spPr>
          <a:xfrm>
            <a:off x="8154394" y="4161334"/>
            <a:ext cx="713524" cy="522817"/>
          </a:xfrm>
          <a:prstGeom prst="rect">
            <a:avLst/>
          </a:prstGeom>
          <a:solidFill>
            <a:schemeClr val="accent4">
              <a:lumMod val="7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tx1"/>
              </a:solidFill>
            </a:endParaRPr>
          </a:p>
        </p:txBody>
      </p:sp>
      <p:sp>
        <p:nvSpPr>
          <p:cNvPr id="50" name="五角形 49">
            <a:extLst>
              <a:ext uri="{FF2B5EF4-FFF2-40B4-BE49-F238E27FC236}">
                <a16:creationId xmlns:a16="http://schemas.microsoft.com/office/drawing/2014/main" id="{C0F400A3-F670-4A86-A0D9-12AF2AF98274}"/>
              </a:ext>
            </a:extLst>
          </p:cNvPr>
          <p:cNvSpPr/>
          <p:nvPr/>
        </p:nvSpPr>
        <p:spPr>
          <a:xfrm>
            <a:off x="7899744" y="3670400"/>
            <a:ext cx="1110257" cy="976766"/>
          </a:xfrm>
          <a:prstGeom prst="pentagon">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tx1"/>
              </a:solidFill>
            </a:endParaRPr>
          </a:p>
        </p:txBody>
      </p:sp>
      <p:pic>
        <p:nvPicPr>
          <p:cNvPr id="51" name="Picture 2" descr="ふたが開いた段ボール箱のフリーイラスト素材">
            <a:extLst>
              <a:ext uri="{FF2B5EF4-FFF2-40B4-BE49-F238E27FC236}">
                <a16:creationId xmlns:a16="http://schemas.microsoft.com/office/drawing/2014/main" id="{D27B8252-5A2F-4B0A-A57E-C99EEE56E83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82787" y="3732094"/>
            <a:ext cx="476536" cy="476536"/>
          </a:xfrm>
          <a:prstGeom prst="rect">
            <a:avLst/>
          </a:prstGeom>
          <a:noFill/>
          <a:extLst>
            <a:ext uri="{909E8E84-426E-40DD-AFC4-6F175D3DCCD1}">
              <a14:hiddenFill xmlns:a14="http://schemas.microsoft.com/office/drawing/2010/main">
                <a:solidFill>
                  <a:srgbClr val="FFFFFF"/>
                </a:solidFill>
              </a14:hiddenFill>
            </a:ext>
          </a:extLst>
        </p:spPr>
      </p:pic>
      <p:sp>
        <p:nvSpPr>
          <p:cNvPr id="52" name="テキスト プレースホルダー 4">
            <a:extLst>
              <a:ext uri="{FF2B5EF4-FFF2-40B4-BE49-F238E27FC236}">
                <a16:creationId xmlns:a16="http://schemas.microsoft.com/office/drawing/2014/main" id="{91EDAE1E-A275-4EDC-93A1-A560B9612765}"/>
              </a:ext>
            </a:extLst>
          </p:cNvPr>
          <p:cNvSpPr txBox="1">
            <a:spLocks/>
          </p:cNvSpPr>
          <p:nvPr/>
        </p:nvSpPr>
        <p:spPr>
          <a:xfrm>
            <a:off x="7879354" y="4027109"/>
            <a:ext cx="813225" cy="254494"/>
          </a:xfrm>
          <a:prstGeom prst="rect">
            <a:avLst/>
          </a:prstGeom>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en-US" altLang="ja-JP" dirty="0"/>
              <a:t>name</a:t>
            </a:r>
            <a:endParaRPr lang="ja-JP" altLang="en-US" dirty="0"/>
          </a:p>
        </p:txBody>
      </p:sp>
      <p:pic>
        <p:nvPicPr>
          <p:cNvPr id="53" name="Picture 2" descr="ふたが開いた段ボール箱のフリーイラスト素材">
            <a:extLst>
              <a:ext uri="{FF2B5EF4-FFF2-40B4-BE49-F238E27FC236}">
                <a16:creationId xmlns:a16="http://schemas.microsoft.com/office/drawing/2014/main" id="{9EB6B899-6CED-440C-B66E-B83F776F6EF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82032" y="3743465"/>
            <a:ext cx="476536" cy="476536"/>
          </a:xfrm>
          <a:prstGeom prst="rect">
            <a:avLst/>
          </a:prstGeom>
          <a:noFill/>
          <a:extLst>
            <a:ext uri="{909E8E84-426E-40DD-AFC4-6F175D3DCCD1}">
              <a14:hiddenFill xmlns:a14="http://schemas.microsoft.com/office/drawing/2010/main">
                <a:solidFill>
                  <a:srgbClr val="FFFFFF"/>
                </a:solidFill>
              </a14:hiddenFill>
            </a:ext>
          </a:extLst>
        </p:spPr>
      </p:pic>
      <p:sp>
        <p:nvSpPr>
          <p:cNvPr id="63" name="テキスト プレースホルダー 4">
            <a:extLst>
              <a:ext uri="{FF2B5EF4-FFF2-40B4-BE49-F238E27FC236}">
                <a16:creationId xmlns:a16="http://schemas.microsoft.com/office/drawing/2014/main" id="{A283BBCA-59F2-4C5B-B24B-D8FDDE518C1A}"/>
              </a:ext>
            </a:extLst>
          </p:cNvPr>
          <p:cNvSpPr txBox="1">
            <a:spLocks/>
          </p:cNvSpPr>
          <p:nvPr/>
        </p:nvSpPr>
        <p:spPr>
          <a:xfrm>
            <a:off x="8408575" y="4008102"/>
            <a:ext cx="600466" cy="249815"/>
          </a:xfrm>
          <a:prstGeom prst="rect">
            <a:avLst/>
          </a:prstGeom>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en-US" altLang="ja-JP" dirty="0"/>
              <a:t>age</a:t>
            </a:r>
            <a:endParaRPr lang="ja-JP" altLang="en-US" dirty="0"/>
          </a:p>
        </p:txBody>
      </p:sp>
      <p:sp>
        <p:nvSpPr>
          <p:cNvPr id="64" name="雲 63">
            <a:extLst>
              <a:ext uri="{FF2B5EF4-FFF2-40B4-BE49-F238E27FC236}">
                <a16:creationId xmlns:a16="http://schemas.microsoft.com/office/drawing/2014/main" id="{E437240E-67A1-4D66-9B4C-447873AA0FF8}"/>
              </a:ext>
            </a:extLst>
          </p:cNvPr>
          <p:cNvSpPr/>
          <p:nvPr/>
        </p:nvSpPr>
        <p:spPr>
          <a:xfrm>
            <a:off x="8076223" y="4289642"/>
            <a:ext cx="745298" cy="353880"/>
          </a:xfrm>
          <a:prstGeom prst="cloud">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tx1"/>
              </a:solidFill>
            </a:endParaRPr>
          </a:p>
        </p:txBody>
      </p:sp>
      <p:sp>
        <p:nvSpPr>
          <p:cNvPr id="65" name="テキスト プレースホルダー 4">
            <a:extLst>
              <a:ext uri="{FF2B5EF4-FFF2-40B4-BE49-F238E27FC236}">
                <a16:creationId xmlns:a16="http://schemas.microsoft.com/office/drawing/2014/main" id="{A1A7599D-3A00-42EF-94AC-C3923D51C091}"/>
              </a:ext>
            </a:extLst>
          </p:cNvPr>
          <p:cNvSpPr txBox="1">
            <a:spLocks/>
          </p:cNvSpPr>
          <p:nvPr/>
        </p:nvSpPr>
        <p:spPr>
          <a:xfrm>
            <a:off x="7884157" y="4319519"/>
            <a:ext cx="1124884" cy="153760"/>
          </a:xfrm>
          <a:prstGeom prst="rect">
            <a:avLst/>
          </a:prstGeom>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en-US" altLang="ja-JP" dirty="0"/>
              <a:t>introduce</a:t>
            </a:r>
            <a:endParaRPr lang="ja-JP" altLang="en-US" dirty="0"/>
          </a:p>
        </p:txBody>
      </p:sp>
      <p:sp>
        <p:nvSpPr>
          <p:cNvPr id="67" name="テキスト プレースホルダー 4">
            <a:extLst>
              <a:ext uri="{FF2B5EF4-FFF2-40B4-BE49-F238E27FC236}">
                <a16:creationId xmlns:a16="http://schemas.microsoft.com/office/drawing/2014/main" id="{5C5C937F-F66C-40B3-B1F9-3949C42915CA}"/>
              </a:ext>
            </a:extLst>
          </p:cNvPr>
          <p:cNvSpPr txBox="1">
            <a:spLocks/>
          </p:cNvSpPr>
          <p:nvPr/>
        </p:nvSpPr>
        <p:spPr>
          <a:xfrm>
            <a:off x="6343067" y="4705576"/>
            <a:ext cx="630348" cy="254494"/>
          </a:xfrm>
          <a:prstGeom prst="rect">
            <a:avLst/>
          </a:prstGeom>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ja-JP" altLang="en-US" sz="1000" dirty="0"/>
              <a:t>窓側</a:t>
            </a:r>
          </a:p>
        </p:txBody>
      </p:sp>
      <p:sp>
        <p:nvSpPr>
          <p:cNvPr id="68" name="テキスト プレースホルダー 4">
            <a:extLst>
              <a:ext uri="{FF2B5EF4-FFF2-40B4-BE49-F238E27FC236}">
                <a16:creationId xmlns:a16="http://schemas.microsoft.com/office/drawing/2014/main" id="{1851456A-A2BE-404F-8A19-C6A9F912B643}"/>
              </a:ext>
            </a:extLst>
          </p:cNvPr>
          <p:cNvSpPr txBox="1">
            <a:spLocks/>
          </p:cNvSpPr>
          <p:nvPr/>
        </p:nvSpPr>
        <p:spPr>
          <a:xfrm>
            <a:off x="7281297" y="4705576"/>
            <a:ext cx="695483" cy="254494"/>
          </a:xfrm>
          <a:prstGeom prst="rect">
            <a:avLst/>
          </a:prstGeom>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ja-JP" altLang="en-US" sz="1000" dirty="0"/>
              <a:t>真ん中</a:t>
            </a:r>
          </a:p>
        </p:txBody>
      </p:sp>
      <p:sp>
        <p:nvSpPr>
          <p:cNvPr id="69" name="テキスト プレースホルダー 4">
            <a:extLst>
              <a:ext uri="{FF2B5EF4-FFF2-40B4-BE49-F238E27FC236}">
                <a16:creationId xmlns:a16="http://schemas.microsoft.com/office/drawing/2014/main" id="{D22C34C7-BA08-4BF3-A4AE-3D533A428F65}"/>
              </a:ext>
            </a:extLst>
          </p:cNvPr>
          <p:cNvSpPr txBox="1">
            <a:spLocks/>
          </p:cNvSpPr>
          <p:nvPr/>
        </p:nvSpPr>
        <p:spPr>
          <a:xfrm>
            <a:off x="8154394" y="4705576"/>
            <a:ext cx="695483" cy="254494"/>
          </a:xfrm>
          <a:prstGeom prst="rect">
            <a:avLst/>
          </a:prstGeom>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ja-JP" altLang="en-US" sz="1000" dirty="0"/>
              <a:t>廊下側</a:t>
            </a:r>
          </a:p>
        </p:txBody>
      </p:sp>
      <p:sp>
        <p:nvSpPr>
          <p:cNvPr id="6" name="矢印: 折線 5">
            <a:extLst>
              <a:ext uri="{FF2B5EF4-FFF2-40B4-BE49-F238E27FC236}">
                <a16:creationId xmlns:a16="http://schemas.microsoft.com/office/drawing/2014/main" id="{1BDDE19C-464E-4833-AFB9-2EB4DD5470A2}"/>
              </a:ext>
            </a:extLst>
          </p:cNvPr>
          <p:cNvSpPr/>
          <p:nvPr/>
        </p:nvSpPr>
        <p:spPr>
          <a:xfrm>
            <a:off x="1469052" y="2491081"/>
            <a:ext cx="4506977" cy="998763"/>
          </a:xfrm>
          <a:prstGeom prst="bentArrow">
            <a:avLst>
              <a:gd name="adj1" fmla="val 23421"/>
              <a:gd name="adj2" fmla="val 25000"/>
              <a:gd name="adj3" fmla="val 25000"/>
              <a:gd name="adj4" fmla="val 43750"/>
            </a:avLst>
          </a:prstGeom>
          <a:solidFill>
            <a:srgbClr val="C00000"/>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tx1"/>
              </a:solidFill>
            </a:endParaRPr>
          </a:p>
        </p:txBody>
      </p:sp>
      <p:sp>
        <p:nvSpPr>
          <p:cNvPr id="70" name="テキスト プレースホルダー 4">
            <a:extLst>
              <a:ext uri="{FF2B5EF4-FFF2-40B4-BE49-F238E27FC236}">
                <a16:creationId xmlns:a16="http://schemas.microsoft.com/office/drawing/2014/main" id="{B647C73C-4268-430B-B89A-AA518EE02CF9}"/>
              </a:ext>
            </a:extLst>
          </p:cNvPr>
          <p:cNvSpPr txBox="1">
            <a:spLocks/>
          </p:cNvSpPr>
          <p:nvPr/>
        </p:nvSpPr>
        <p:spPr>
          <a:xfrm>
            <a:off x="1815396" y="2595766"/>
            <a:ext cx="3009717" cy="273862"/>
          </a:xfrm>
          <a:prstGeom prst="rect">
            <a:avLst/>
          </a:prstGeom>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en-US" altLang="ja-JP" dirty="0">
                <a:solidFill>
                  <a:schemeClr val="bg1"/>
                </a:solidFill>
              </a:rPr>
              <a:t>studentY.name = "</a:t>
            </a:r>
            <a:r>
              <a:rPr lang="ja-JP" altLang="en-US" dirty="0">
                <a:solidFill>
                  <a:schemeClr val="bg1"/>
                </a:solidFill>
              </a:rPr>
              <a:t>山田</a:t>
            </a:r>
            <a:r>
              <a:rPr lang="en-US" altLang="ja-JP" dirty="0">
                <a:solidFill>
                  <a:schemeClr val="bg1"/>
                </a:solidFill>
              </a:rPr>
              <a:t>";</a:t>
            </a:r>
            <a:endParaRPr lang="ja-JP" altLang="en-US" dirty="0">
              <a:solidFill>
                <a:schemeClr val="bg1"/>
              </a:solidFill>
            </a:endParaRPr>
          </a:p>
        </p:txBody>
      </p:sp>
      <p:sp>
        <p:nvSpPr>
          <p:cNvPr id="82" name="テキスト プレースホルダー 4">
            <a:extLst>
              <a:ext uri="{FF2B5EF4-FFF2-40B4-BE49-F238E27FC236}">
                <a16:creationId xmlns:a16="http://schemas.microsoft.com/office/drawing/2014/main" id="{F40D1818-FCB6-4093-AEB0-0FF2F3263378}"/>
              </a:ext>
            </a:extLst>
          </p:cNvPr>
          <p:cNvSpPr txBox="1">
            <a:spLocks/>
          </p:cNvSpPr>
          <p:nvPr/>
        </p:nvSpPr>
        <p:spPr>
          <a:xfrm>
            <a:off x="1219336" y="3539397"/>
            <a:ext cx="740987" cy="554176"/>
          </a:xfrm>
          <a:prstGeom prst="rect">
            <a:avLst/>
          </a:prstGeom>
          <a:solidFill>
            <a:schemeClr val="bg1"/>
          </a:solidFill>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ja-JP" altLang="en-US" sz="1100" dirty="0"/>
              <a:t>窓側の</a:t>
            </a:r>
            <a:br>
              <a:rPr lang="ja-JP" altLang="en-US" sz="1100" dirty="0"/>
            </a:br>
            <a:r>
              <a:rPr lang="ja-JP" altLang="en-US" sz="1100" dirty="0"/>
              <a:t>前から</a:t>
            </a:r>
            <a:br>
              <a:rPr lang="ja-JP" altLang="en-US" sz="1100" dirty="0"/>
            </a:br>
            <a:r>
              <a:rPr lang="en-US" altLang="ja-JP" sz="1100" dirty="0"/>
              <a:t>1</a:t>
            </a:r>
            <a:r>
              <a:rPr lang="ja-JP" altLang="en-US" sz="1100" dirty="0"/>
              <a:t>列目</a:t>
            </a:r>
          </a:p>
        </p:txBody>
      </p:sp>
      <p:sp>
        <p:nvSpPr>
          <p:cNvPr id="83" name="テキスト プレースホルダー 4">
            <a:extLst>
              <a:ext uri="{FF2B5EF4-FFF2-40B4-BE49-F238E27FC236}">
                <a16:creationId xmlns:a16="http://schemas.microsoft.com/office/drawing/2014/main" id="{C9E552F9-0EF0-4220-ACED-75CAAD376DFA}"/>
              </a:ext>
            </a:extLst>
          </p:cNvPr>
          <p:cNvSpPr txBox="1">
            <a:spLocks/>
          </p:cNvSpPr>
          <p:nvPr/>
        </p:nvSpPr>
        <p:spPr>
          <a:xfrm>
            <a:off x="2874626" y="3891151"/>
            <a:ext cx="864295" cy="554176"/>
          </a:xfrm>
          <a:prstGeom prst="rect">
            <a:avLst/>
          </a:prstGeom>
          <a:solidFill>
            <a:schemeClr val="bg1"/>
          </a:solidFill>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ja-JP" altLang="en-US" sz="1100" dirty="0"/>
              <a:t>廊下側の</a:t>
            </a:r>
            <a:br>
              <a:rPr lang="ja-JP" altLang="en-US" sz="1100" dirty="0"/>
            </a:br>
            <a:r>
              <a:rPr lang="ja-JP" altLang="en-US" sz="1100" dirty="0"/>
              <a:t>前から</a:t>
            </a:r>
            <a:br>
              <a:rPr lang="ja-JP" altLang="en-US" sz="1100" dirty="0"/>
            </a:br>
            <a:r>
              <a:rPr lang="en-US" altLang="ja-JP" sz="1100" dirty="0"/>
              <a:t>3</a:t>
            </a:r>
            <a:r>
              <a:rPr lang="ja-JP" altLang="en-US" sz="1100" dirty="0"/>
              <a:t>列目</a:t>
            </a:r>
          </a:p>
        </p:txBody>
      </p:sp>
      <p:sp>
        <p:nvSpPr>
          <p:cNvPr id="66" name="テキスト プレースホルダー 4">
            <a:extLst>
              <a:ext uri="{FF2B5EF4-FFF2-40B4-BE49-F238E27FC236}">
                <a16:creationId xmlns:a16="http://schemas.microsoft.com/office/drawing/2014/main" id="{253E01AF-9A1B-4760-9359-E70B2E96CBA5}"/>
              </a:ext>
            </a:extLst>
          </p:cNvPr>
          <p:cNvSpPr txBox="1">
            <a:spLocks/>
          </p:cNvSpPr>
          <p:nvPr/>
        </p:nvSpPr>
        <p:spPr>
          <a:xfrm>
            <a:off x="5957641" y="2271390"/>
            <a:ext cx="575165" cy="254494"/>
          </a:xfrm>
          <a:prstGeom prst="rect">
            <a:avLst/>
          </a:prstGeom>
          <a:solidFill>
            <a:schemeClr val="bg1"/>
          </a:solidFill>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ja-JP" altLang="en-US" sz="1100" dirty="0"/>
              <a:t>山田</a:t>
            </a:r>
          </a:p>
        </p:txBody>
      </p:sp>
      <p:sp>
        <p:nvSpPr>
          <p:cNvPr id="75" name="テキスト プレースホルダー 4">
            <a:extLst>
              <a:ext uri="{FF2B5EF4-FFF2-40B4-BE49-F238E27FC236}">
                <a16:creationId xmlns:a16="http://schemas.microsoft.com/office/drawing/2014/main" id="{B8C5E32F-6A54-42C8-ADB5-AEADCF571A3E}"/>
              </a:ext>
            </a:extLst>
          </p:cNvPr>
          <p:cNvSpPr txBox="1">
            <a:spLocks/>
          </p:cNvSpPr>
          <p:nvPr/>
        </p:nvSpPr>
        <p:spPr>
          <a:xfrm>
            <a:off x="7935991" y="3656972"/>
            <a:ext cx="575165" cy="254494"/>
          </a:xfrm>
          <a:prstGeom prst="rect">
            <a:avLst/>
          </a:prstGeom>
          <a:solidFill>
            <a:schemeClr val="bg1"/>
          </a:solidFill>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ja-JP" altLang="en-US" sz="1100" dirty="0"/>
              <a:t>高橋</a:t>
            </a:r>
          </a:p>
        </p:txBody>
      </p:sp>
      <p:sp>
        <p:nvSpPr>
          <p:cNvPr id="76" name="矢印: 左 75">
            <a:extLst>
              <a:ext uri="{FF2B5EF4-FFF2-40B4-BE49-F238E27FC236}">
                <a16:creationId xmlns:a16="http://schemas.microsoft.com/office/drawing/2014/main" id="{686BD677-A854-435D-9DCF-242ECB6F183A}"/>
              </a:ext>
            </a:extLst>
          </p:cNvPr>
          <p:cNvSpPr/>
          <p:nvPr/>
        </p:nvSpPr>
        <p:spPr>
          <a:xfrm flipH="1">
            <a:off x="3865195" y="3985210"/>
            <a:ext cx="4020076" cy="417962"/>
          </a:xfrm>
          <a:prstGeom prst="leftArrow">
            <a:avLst/>
          </a:prstGeom>
          <a:solidFill>
            <a:srgbClr val="C00000"/>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tx1"/>
              </a:solidFill>
            </a:endParaRPr>
          </a:p>
        </p:txBody>
      </p:sp>
      <p:sp>
        <p:nvSpPr>
          <p:cNvPr id="74" name="テキスト プレースホルダー 4">
            <a:extLst>
              <a:ext uri="{FF2B5EF4-FFF2-40B4-BE49-F238E27FC236}">
                <a16:creationId xmlns:a16="http://schemas.microsoft.com/office/drawing/2014/main" id="{BA7F68AD-F089-4F24-AD1A-3697AF66F82C}"/>
              </a:ext>
            </a:extLst>
          </p:cNvPr>
          <p:cNvSpPr txBox="1">
            <a:spLocks/>
          </p:cNvSpPr>
          <p:nvPr/>
        </p:nvSpPr>
        <p:spPr>
          <a:xfrm>
            <a:off x="4100157" y="4037186"/>
            <a:ext cx="2823679" cy="273862"/>
          </a:xfrm>
          <a:prstGeom prst="rect">
            <a:avLst/>
          </a:prstGeom>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en-US" altLang="ja-JP" dirty="0" err="1">
                <a:solidFill>
                  <a:schemeClr val="bg1"/>
                </a:solidFill>
              </a:rPr>
              <a:t>studentT.name</a:t>
            </a:r>
            <a:r>
              <a:rPr lang="en-US" altLang="ja-JP" dirty="0">
                <a:solidFill>
                  <a:schemeClr val="bg1"/>
                </a:solidFill>
              </a:rPr>
              <a:t> = "</a:t>
            </a:r>
            <a:r>
              <a:rPr lang="ja-JP" altLang="en-US" dirty="0">
                <a:solidFill>
                  <a:schemeClr val="bg1"/>
                </a:solidFill>
              </a:rPr>
              <a:t>高橋</a:t>
            </a:r>
            <a:r>
              <a:rPr lang="en-US" altLang="ja-JP" dirty="0">
                <a:solidFill>
                  <a:schemeClr val="bg1"/>
                </a:solidFill>
              </a:rPr>
              <a:t>";</a:t>
            </a:r>
            <a:endParaRPr lang="ja-JP" altLang="en-US" dirty="0">
              <a:solidFill>
                <a:schemeClr val="bg1"/>
              </a:solidFill>
            </a:endParaRPr>
          </a:p>
        </p:txBody>
      </p:sp>
    </p:spTree>
    <p:extLst>
      <p:ext uri="{BB962C8B-B14F-4D97-AF65-F5344CB8AC3E}">
        <p14:creationId xmlns:p14="http://schemas.microsoft.com/office/powerpoint/2010/main" val="19000582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 name="正方形/長方形 83">
            <a:extLst>
              <a:ext uri="{FF2B5EF4-FFF2-40B4-BE49-F238E27FC236}">
                <a16:creationId xmlns:a16="http://schemas.microsoft.com/office/drawing/2014/main" id="{484B7687-AE6D-4A28-B4F7-D0A092DF8C16}"/>
              </a:ext>
            </a:extLst>
          </p:cNvPr>
          <p:cNvSpPr/>
          <p:nvPr/>
        </p:nvSpPr>
        <p:spPr>
          <a:xfrm>
            <a:off x="7044775" y="2491082"/>
            <a:ext cx="1241192" cy="202151"/>
          </a:xfrm>
          <a:prstGeom prst="rect">
            <a:avLst/>
          </a:prstGeom>
          <a:solidFill>
            <a:schemeClr val="accent6">
              <a:lumMod val="7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solidFill>
                  <a:schemeClr val="bg1"/>
                </a:solidFill>
              </a:rPr>
              <a:t>黒板</a:t>
            </a:r>
          </a:p>
        </p:txBody>
      </p:sp>
      <p:sp>
        <p:nvSpPr>
          <p:cNvPr id="2" name="正方形/長方形 1">
            <a:extLst>
              <a:ext uri="{FF2B5EF4-FFF2-40B4-BE49-F238E27FC236}">
                <a16:creationId xmlns:a16="http://schemas.microsoft.com/office/drawing/2014/main" id="{4268FFB8-3C96-4F58-B54E-B928BF096462}"/>
              </a:ext>
            </a:extLst>
          </p:cNvPr>
          <p:cNvSpPr/>
          <p:nvPr/>
        </p:nvSpPr>
        <p:spPr>
          <a:xfrm>
            <a:off x="6313578" y="2818356"/>
            <a:ext cx="713524" cy="522817"/>
          </a:xfrm>
          <a:prstGeom prst="rect">
            <a:avLst/>
          </a:prstGeom>
          <a:solidFill>
            <a:schemeClr val="accent4">
              <a:lumMod val="7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tx1"/>
              </a:solidFill>
            </a:endParaRPr>
          </a:p>
        </p:txBody>
      </p:sp>
      <p:sp>
        <p:nvSpPr>
          <p:cNvPr id="4" name="フッター プレースホルダー 3">
            <a:extLst>
              <a:ext uri="{FF2B5EF4-FFF2-40B4-BE49-F238E27FC236}">
                <a16:creationId xmlns:a16="http://schemas.microsoft.com/office/drawing/2014/main" id="{DE764CD8-0B12-484E-890C-8A5A26296D13}"/>
              </a:ext>
            </a:extLst>
          </p:cNvPr>
          <p:cNvSpPr>
            <a:spLocks noGrp="1"/>
          </p:cNvSpPr>
          <p:nvPr>
            <p:ph type="ftr" sz="quarter" idx="11"/>
          </p:nvPr>
        </p:nvSpPr>
        <p:spPr/>
        <p:txBody>
          <a:bodyPr/>
          <a:lstStyle/>
          <a:p>
            <a:r>
              <a:rPr kumimoji="1" lang="en-US" altLang="ja-JP"/>
              <a:t>copyright ©ITCollege All Rights Reserved</a:t>
            </a:r>
            <a:endParaRPr kumimoji="1" lang="ja-JP" altLang="en-US" dirty="0">
              <a:latin typeface="+mn-ea"/>
            </a:endParaRPr>
          </a:p>
        </p:txBody>
      </p:sp>
      <p:sp>
        <p:nvSpPr>
          <p:cNvPr id="7" name="タイトル 6">
            <a:extLst>
              <a:ext uri="{FF2B5EF4-FFF2-40B4-BE49-F238E27FC236}">
                <a16:creationId xmlns:a16="http://schemas.microsoft.com/office/drawing/2014/main" id="{9630AD22-E64D-4A96-B059-2AF9F6580C25}"/>
              </a:ext>
            </a:extLst>
          </p:cNvPr>
          <p:cNvSpPr>
            <a:spLocks noGrp="1"/>
          </p:cNvSpPr>
          <p:nvPr>
            <p:ph type="ctrTitle"/>
          </p:nvPr>
        </p:nvSpPr>
        <p:spPr/>
        <p:txBody>
          <a:bodyPr/>
          <a:lstStyle/>
          <a:p>
            <a:r>
              <a:rPr lang="ja-JP" altLang="en-US" dirty="0"/>
              <a:t>コンピュータの中のインスタンス</a:t>
            </a:r>
          </a:p>
        </p:txBody>
      </p:sp>
      <p:sp>
        <p:nvSpPr>
          <p:cNvPr id="5" name="スライド番号プレースホルダー 4">
            <a:extLst>
              <a:ext uri="{FF2B5EF4-FFF2-40B4-BE49-F238E27FC236}">
                <a16:creationId xmlns:a16="http://schemas.microsoft.com/office/drawing/2014/main" id="{433B62C4-B6B9-4622-B802-69C25D6F2A49}"/>
              </a:ext>
            </a:extLst>
          </p:cNvPr>
          <p:cNvSpPr>
            <a:spLocks noGrp="1"/>
          </p:cNvSpPr>
          <p:nvPr>
            <p:ph type="sldNum" sz="quarter" idx="4"/>
          </p:nvPr>
        </p:nvSpPr>
        <p:spPr/>
        <p:txBody>
          <a:bodyPr/>
          <a:lstStyle/>
          <a:p>
            <a:fld id="{00000000-1234-1234-1234-123412341234}" type="slidenum">
              <a:rPr lang="en" smtClean="0"/>
              <a:pPr/>
              <a:t>10</a:t>
            </a:fld>
            <a:endParaRPr lang="en" dirty="0">
              <a:latin typeface="+mn-ea"/>
            </a:endParaRPr>
          </a:p>
        </p:txBody>
      </p:sp>
      <p:sp>
        <p:nvSpPr>
          <p:cNvPr id="8" name="テキスト プレースホルダー 7">
            <a:extLst>
              <a:ext uri="{FF2B5EF4-FFF2-40B4-BE49-F238E27FC236}">
                <a16:creationId xmlns:a16="http://schemas.microsoft.com/office/drawing/2014/main" id="{787CF02A-01AB-4517-BA3E-25572FA82648}"/>
              </a:ext>
            </a:extLst>
          </p:cNvPr>
          <p:cNvSpPr>
            <a:spLocks noGrp="1"/>
          </p:cNvSpPr>
          <p:nvPr>
            <p:ph type="body" sz="quarter" idx="14"/>
          </p:nvPr>
        </p:nvSpPr>
        <p:spPr>
          <a:xfrm>
            <a:off x="462875" y="859491"/>
            <a:ext cx="8216900" cy="1910111"/>
          </a:xfrm>
        </p:spPr>
        <p:txBody>
          <a:bodyPr/>
          <a:lstStyle/>
          <a:p>
            <a:pPr marL="96838" indent="0">
              <a:buNone/>
            </a:pPr>
            <a:r>
              <a:rPr lang="ja-JP" altLang="en-US" dirty="0"/>
              <a:t>変数に入っているインスタンスを別の変数に代入すると、インスタンスがコピーされるのではなく、「座席番号」がコピーされて代入されます。</a:t>
            </a:r>
          </a:p>
        </p:txBody>
      </p:sp>
      <p:pic>
        <p:nvPicPr>
          <p:cNvPr id="54" name="Picture 2" descr="ふたが開いた段ボール箱のフリーイラスト素材">
            <a:extLst>
              <a:ext uri="{FF2B5EF4-FFF2-40B4-BE49-F238E27FC236}">
                <a16:creationId xmlns:a16="http://schemas.microsoft.com/office/drawing/2014/main" id="{78158C8D-AC34-461F-8792-06C525117AD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9542" y="3168014"/>
            <a:ext cx="1689296" cy="1689296"/>
          </a:xfrm>
          <a:prstGeom prst="rect">
            <a:avLst/>
          </a:prstGeom>
          <a:noFill/>
          <a:extLst>
            <a:ext uri="{909E8E84-426E-40DD-AFC4-6F175D3DCCD1}">
              <a14:hiddenFill xmlns:a14="http://schemas.microsoft.com/office/drawing/2010/main">
                <a:solidFill>
                  <a:srgbClr val="FFFFFF"/>
                </a:solidFill>
              </a14:hiddenFill>
            </a:ext>
          </a:extLst>
        </p:spPr>
      </p:pic>
      <p:sp>
        <p:nvSpPr>
          <p:cNvPr id="55" name="テキスト プレースホルダー 4">
            <a:extLst>
              <a:ext uri="{FF2B5EF4-FFF2-40B4-BE49-F238E27FC236}">
                <a16:creationId xmlns:a16="http://schemas.microsoft.com/office/drawing/2014/main" id="{8A765728-4CA6-48FB-8DB0-3D40A0B822CB}"/>
              </a:ext>
            </a:extLst>
          </p:cNvPr>
          <p:cNvSpPr txBox="1">
            <a:spLocks/>
          </p:cNvSpPr>
          <p:nvPr/>
        </p:nvSpPr>
        <p:spPr>
          <a:xfrm>
            <a:off x="872075" y="4583448"/>
            <a:ext cx="1196707" cy="273862"/>
          </a:xfrm>
          <a:prstGeom prst="rect">
            <a:avLst/>
          </a:prstGeom>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en-US" altLang="ja-JP" dirty="0" err="1"/>
              <a:t>studentY</a:t>
            </a:r>
            <a:endParaRPr lang="ja-JP" altLang="en-US" dirty="0"/>
          </a:p>
        </p:txBody>
      </p:sp>
      <p:sp>
        <p:nvSpPr>
          <p:cNvPr id="56" name="五角形 55">
            <a:extLst>
              <a:ext uri="{FF2B5EF4-FFF2-40B4-BE49-F238E27FC236}">
                <a16:creationId xmlns:a16="http://schemas.microsoft.com/office/drawing/2014/main" id="{22EA48D7-FE6C-4B06-AC32-807329C53EE8}"/>
              </a:ext>
            </a:extLst>
          </p:cNvPr>
          <p:cNvSpPr/>
          <p:nvPr/>
        </p:nvSpPr>
        <p:spPr>
          <a:xfrm>
            <a:off x="5985951" y="2226098"/>
            <a:ext cx="1110257" cy="976766"/>
          </a:xfrm>
          <a:prstGeom prst="pentagon">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tx1"/>
              </a:solidFill>
            </a:endParaRPr>
          </a:p>
        </p:txBody>
      </p:sp>
      <p:pic>
        <p:nvPicPr>
          <p:cNvPr id="57" name="Picture 2" descr="ふたが開いた段ボール箱のフリーイラスト素材">
            <a:extLst>
              <a:ext uri="{FF2B5EF4-FFF2-40B4-BE49-F238E27FC236}">
                <a16:creationId xmlns:a16="http://schemas.microsoft.com/office/drawing/2014/main" id="{E7F1ABD2-E4D9-4395-8AD8-D1B79C301A7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68994" y="2287792"/>
            <a:ext cx="476536" cy="476536"/>
          </a:xfrm>
          <a:prstGeom prst="rect">
            <a:avLst/>
          </a:prstGeom>
          <a:noFill/>
          <a:extLst>
            <a:ext uri="{909E8E84-426E-40DD-AFC4-6F175D3DCCD1}">
              <a14:hiddenFill xmlns:a14="http://schemas.microsoft.com/office/drawing/2010/main">
                <a:solidFill>
                  <a:srgbClr val="FFFFFF"/>
                </a:solidFill>
              </a14:hiddenFill>
            </a:ext>
          </a:extLst>
        </p:spPr>
      </p:pic>
      <p:sp>
        <p:nvSpPr>
          <p:cNvPr id="58" name="テキスト プレースホルダー 4">
            <a:extLst>
              <a:ext uri="{FF2B5EF4-FFF2-40B4-BE49-F238E27FC236}">
                <a16:creationId xmlns:a16="http://schemas.microsoft.com/office/drawing/2014/main" id="{7253E9EA-CC4F-472E-A272-63056B3241FD}"/>
              </a:ext>
            </a:extLst>
          </p:cNvPr>
          <p:cNvSpPr txBox="1">
            <a:spLocks/>
          </p:cNvSpPr>
          <p:nvPr/>
        </p:nvSpPr>
        <p:spPr>
          <a:xfrm>
            <a:off x="5965561" y="2582807"/>
            <a:ext cx="813225" cy="254494"/>
          </a:xfrm>
          <a:prstGeom prst="rect">
            <a:avLst/>
          </a:prstGeom>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en-US" altLang="ja-JP" dirty="0"/>
              <a:t>name</a:t>
            </a:r>
            <a:endParaRPr lang="ja-JP" altLang="en-US" dirty="0"/>
          </a:p>
        </p:txBody>
      </p:sp>
      <p:pic>
        <p:nvPicPr>
          <p:cNvPr id="59" name="Picture 2" descr="ふたが開いた段ボール箱のフリーイラスト素材">
            <a:extLst>
              <a:ext uri="{FF2B5EF4-FFF2-40B4-BE49-F238E27FC236}">
                <a16:creationId xmlns:a16="http://schemas.microsoft.com/office/drawing/2014/main" id="{4D857BC2-22C1-4419-92C8-435FE2BC9A3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68239" y="2299163"/>
            <a:ext cx="476536" cy="476536"/>
          </a:xfrm>
          <a:prstGeom prst="rect">
            <a:avLst/>
          </a:prstGeom>
          <a:noFill/>
          <a:extLst>
            <a:ext uri="{909E8E84-426E-40DD-AFC4-6F175D3DCCD1}">
              <a14:hiddenFill xmlns:a14="http://schemas.microsoft.com/office/drawing/2010/main">
                <a:solidFill>
                  <a:srgbClr val="FFFFFF"/>
                </a:solidFill>
              </a14:hiddenFill>
            </a:ext>
          </a:extLst>
        </p:spPr>
      </p:pic>
      <p:sp>
        <p:nvSpPr>
          <p:cNvPr id="60" name="テキスト プレースホルダー 4">
            <a:extLst>
              <a:ext uri="{FF2B5EF4-FFF2-40B4-BE49-F238E27FC236}">
                <a16:creationId xmlns:a16="http://schemas.microsoft.com/office/drawing/2014/main" id="{2E772C36-97C1-425C-9AA3-B40609C66C88}"/>
              </a:ext>
            </a:extLst>
          </p:cNvPr>
          <p:cNvSpPr txBox="1">
            <a:spLocks/>
          </p:cNvSpPr>
          <p:nvPr/>
        </p:nvSpPr>
        <p:spPr>
          <a:xfrm>
            <a:off x="6494782" y="2563800"/>
            <a:ext cx="600466" cy="249815"/>
          </a:xfrm>
          <a:prstGeom prst="rect">
            <a:avLst/>
          </a:prstGeom>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en-US" altLang="ja-JP" dirty="0"/>
              <a:t>age</a:t>
            </a:r>
            <a:endParaRPr lang="ja-JP" altLang="en-US" dirty="0"/>
          </a:p>
        </p:txBody>
      </p:sp>
      <p:sp>
        <p:nvSpPr>
          <p:cNvPr id="61" name="雲 60">
            <a:extLst>
              <a:ext uri="{FF2B5EF4-FFF2-40B4-BE49-F238E27FC236}">
                <a16:creationId xmlns:a16="http://schemas.microsoft.com/office/drawing/2014/main" id="{2A043967-A254-493A-9CE4-E88126B67303}"/>
              </a:ext>
            </a:extLst>
          </p:cNvPr>
          <p:cNvSpPr/>
          <p:nvPr/>
        </p:nvSpPr>
        <p:spPr>
          <a:xfrm>
            <a:off x="6162430" y="2845340"/>
            <a:ext cx="745298" cy="353880"/>
          </a:xfrm>
          <a:prstGeom prst="cloud">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tx1"/>
              </a:solidFill>
            </a:endParaRPr>
          </a:p>
        </p:txBody>
      </p:sp>
      <p:sp>
        <p:nvSpPr>
          <p:cNvPr id="62" name="テキスト プレースホルダー 4">
            <a:extLst>
              <a:ext uri="{FF2B5EF4-FFF2-40B4-BE49-F238E27FC236}">
                <a16:creationId xmlns:a16="http://schemas.microsoft.com/office/drawing/2014/main" id="{F73FD4AA-D508-4672-BDE7-9A6B7F18B904}"/>
              </a:ext>
            </a:extLst>
          </p:cNvPr>
          <p:cNvSpPr txBox="1">
            <a:spLocks/>
          </p:cNvSpPr>
          <p:nvPr/>
        </p:nvSpPr>
        <p:spPr>
          <a:xfrm>
            <a:off x="5970364" y="2875217"/>
            <a:ext cx="1124884" cy="153760"/>
          </a:xfrm>
          <a:prstGeom prst="rect">
            <a:avLst/>
          </a:prstGeom>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en-US" altLang="ja-JP" dirty="0"/>
              <a:t>introduce</a:t>
            </a:r>
            <a:endParaRPr lang="ja-JP" altLang="en-US" dirty="0"/>
          </a:p>
        </p:txBody>
      </p:sp>
      <p:pic>
        <p:nvPicPr>
          <p:cNvPr id="72" name="Picture 2" descr="ふたが開いた段ボール箱のフリーイラスト素材">
            <a:extLst>
              <a:ext uri="{FF2B5EF4-FFF2-40B4-BE49-F238E27FC236}">
                <a16:creationId xmlns:a16="http://schemas.microsoft.com/office/drawing/2014/main" id="{9EBDF412-C9ED-4657-A1D1-9B7F75FC56D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75463" y="3168014"/>
            <a:ext cx="1689296" cy="1689296"/>
          </a:xfrm>
          <a:prstGeom prst="rect">
            <a:avLst/>
          </a:prstGeom>
          <a:noFill/>
          <a:extLst>
            <a:ext uri="{909E8E84-426E-40DD-AFC4-6F175D3DCCD1}">
              <a14:hiddenFill xmlns:a14="http://schemas.microsoft.com/office/drawing/2010/main">
                <a:solidFill>
                  <a:srgbClr val="FFFFFF"/>
                </a:solidFill>
              </a14:hiddenFill>
            </a:ext>
          </a:extLst>
        </p:spPr>
      </p:pic>
      <p:sp>
        <p:nvSpPr>
          <p:cNvPr id="73" name="テキスト プレースホルダー 4">
            <a:extLst>
              <a:ext uri="{FF2B5EF4-FFF2-40B4-BE49-F238E27FC236}">
                <a16:creationId xmlns:a16="http://schemas.microsoft.com/office/drawing/2014/main" id="{A7B601DF-2B25-4967-AABF-1EE50AD29171}"/>
              </a:ext>
            </a:extLst>
          </p:cNvPr>
          <p:cNvSpPr txBox="1">
            <a:spLocks/>
          </p:cNvSpPr>
          <p:nvPr/>
        </p:nvSpPr>
        <p:spPr>
          <a:xfrm>
            <a:off x="2787996" y="4583448"/>
            <a:ext cx="1196707" cy="273862"/>
          </a:xfrm>
          <a:prstGeom prst="rect">
            <a:avLst/>
          </a:prstGeom>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en-US" altLang="ja-JP" dirty="0" err="1"/>
              <a:t>studentT</a:t>
            </a:r>
            <a:endParaRPr lang="ja-JP" altLang="en-US" dirty="0"/>
          </a:p>
        </p:txBody>
      </p:sp>
      <p:sp>
        <p:nvSpPr>
          <p:cNvPr id="42" name="正方形/長方形 41">
            <a:extLst>
              <a:ext uri="{FF2B5EF4-FFF2-40B4-BE49-F238E27FC236}">
                <a16:creationId xmlns:a16="http://schemas.microsoft.com/office/drawing/2014/main" id="{CC227576-96AA-423F-B436-1AF10A2FD839}"/>
              </a:ext>
            </a:extLst>
          </p:cNvPr>
          <p:cNvSpPr/>
          <p:nvPr/>
        </p:nvSpPr>
        <p:spPr>
          <a:xfrm>
            <a:off x="6313578" y="3489845"/>
            <a:ext cx="713524" cy="522817"/>
          </a:xfrm>
          <a:prstGeom prst="rect">
            <a:avLst/>
          </a:prstGeom>
          <a:solidFill>
            <a:schemeClr val="accent4">
              <a:lumMod val="7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tx1"/>
              </a:solidFill>
            </a:endParaRPr>
          </a:p>
        </p:txBody>
      </p:sp>
      <p:sp>
        <p:nvSpPr>
          <p:cNvPr id="43" name="正方形/長方形 42">
            <a:extLst>
              <a:ext uri="{FF2B5EF4-FFF2-40B4-BE49-F238E27FC236}">
                <a16:creationId xmlns:a16="http://schemas.microsoft.com/office/drawing/2014/main" id="{3503EE92-F9D8-461D-855F-A75C89F32BAF}"/>
              </a:ext>
            </a:extLst>
          </p:cNvPr>
          <p:cNvSpPr/>
          <p:nvPr/>
        </p:nvSpPr>
        <p:spPr>
          <a:xfrm>
            <a:off x="6313578" y="4161334"/>
            <a:ext cx="713524" cy="522817"/>
          </a:xfrm>
          <a:prstGeom prst="rect">
            <a:avLst/>
          </a:prstGeom>
          <a:solidFill>
            <a:schemeClr val="accent4">
              <a:lumMod val="7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tx1"/>
              </a:solidFill>
            </a:endParaRPr>
          </a:p>
        </p:txBody>
      </p:sp>
      <p:sp>
        <p:nvSpPr>
          <p:cNvPr id="44" name="正方形/長方形 43">
            <a:extLst>
              <a:ext uri="{FF2B5EF4-FFF2-40B4-BE49-F238E27FC236}">
                <a16:creationId xmlns:a16="http://schemas.microsoft.com/office/drawing/2014/main" id="{755AD5A5-5186-4DCC-A775-6ADD19FB1801}"/>
              </a:ext>
            </a:extLst>
          </p:cNvPr>
          <p:cNvSpPr/>
          <p:nvPr/>
        </p:nvSpPr>
        <p:spPr>
          <a:xfrm>
            <a:off x="7242342" y="2818356"/>
            <a:ext cx="713524" cy="522817"/>
          </a:xfrm>
          <a:prstGeom prst="rect">
            <a:avLst/>
          </a:prstGeom>
          <a:solidFill>
            <a:schemeClr val="accent4">
              <a:lumMod val="7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tx1"/>
              </a:solidFill>
            </a:endParaRPr>
          </a:p>
        </p:txBody>
      </p:sp>
      <p:sp>
        <p:nvSpPr>
          <p:cNvPr id="45" name="正方形/長方形 44">
            <a:extLst>
              <a:ext uri="{FF2B5EF4-FFF2-40B4-BE49-F238E27FC236}">
                <a16:creationId xmlns:a16="http://schemas.microsoft.com/office/drawing/2014/main" id="{A62432C5-ACAD-4174-8B66-1754B701431E}"/>
              </a:ext>
            </a:extLst>
          </p:cNvPr>
          <p:cNvSpPr/>
          <p:nvPr/>
        </p:nvSpPr>
        <p:spPr>
          <a:xfrm>
            <a:off x="7242342" y="3489845"/>
            <a:ext cx="713524" cy="522817"/>
          </a:xfrm>
          <a:prstGeom prst="rect">
            <a:avLst/>
          </a:prstGeom>
          <a:solidFill>
            <a:schemeClr val="accent4">
              <a:lumMod val="7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tx1"/>
              </a:solidFill>
            </a:endParaRPr>
          </a:p>
        </p:txBody>
      </p:sp>
      <p:sp>
        <p:nvSpPr>
          <p:cNvPr id="46" name="正方形/長方形 45">
            <a:extLst>
              <a:ext uri="{FF2B5EF4-FFF2-40B4-BE49-F238E27FC236}">
                <a16:creationId xmlns:a16="http://schemas.microsoft.com/office/drawing/2014/main" id="{0834A716-BC01-4620-8D3D-45A63C045C40}"/>
              </a:ext>
            </a:extLst>
          </p:cNvPr>
          <p:cNvSpPr/>
          <p:nvPr/>
        </p:nvSpPr>
        <p:spPr>
          <a:xfrm>
            <a:off x="7242342" y="4161334"/>
            <a:ext cx="713524" cy="522817"/>
          </a:xfrm>
          <a:prstGeom prst="rect">
            <a:avLst/>
          </a:prstGeom>
          <a:solidFill>
            <a:schemeClr val="accent4">
              <a:lumMod val="7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tx1"/>
              </a:solidFill>
            </a:endParaRPr>
          </a:p>
        </p:txBody>
      </p:sp>
      <p:sp>
        <p:nvSpPr>
          <p:cNvPr id="47" name="正方形/長方形 46">
            <a:extLst>
              <a:ext uri="{FF2B5EF4-FFF2-40B4-BE49-F238E27FC236}">
                <a16:creationId xmlns:a16="http://schemas.microsoft.com/office/drawing/2014/main" id="{D56ABADF-3096-40C6-8F24-92197D28CC91}"/>
              </a:ext>
            </a:extLst>
          </p:cNvPr>
          <p:cNvSpPr/>
          <p:nvPr/>
        </p:nvSpPr>
        <p:spPr>
          <a:xfrm>
            <a:off x="8154394" y="2818356"/>
            <a:ext cx="713524" cy="522817"/>
          </a:xfrm>
          <a:prstGeom prst="rect">
            <a:avLst/>
          </a:prstGeom>
          <a:solidFill>
            <a:schemeClr val="accent4">
              <a:lumMod val="7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tx1"/>
              </a:solidFill>
            </a:endParaRPr>
          </a:p>
        </p:txBody>
      </p:sp>
      <p:sp>
        <p:nvSpPr>
          <p:cNvPr id="48" name="正方形/長方形 47">
            <a:extLst>
              <a:ext uri="{FF2B5EF4-FFF2-40B4-BE49-F238E27FC236}">
                <a16:creationId xmlns:a16="http://schemas.microsoft.com/office/drawing/2014/main" id="{68E002E6-2644-4AF5-8BC2-136DC39148DC}"/>
              </a:ext>
            </a:extLst>
          </p:cNvPr>
          <p:cNvSpPr/>
          <p:nvPr/>
        </p:nvSpPr>
        <p:spPr>
          <a:xfrm>
            <a:off x="8154394" y="3489845"/>
            <a:ext cx="713524" cy="522817"/>
          </a:xfrm>
          <a:prstGeom prst="rect">
            <a:avLst/>
          </a:prstGeom>
          <a:solidFill>
            <a:schemeClr val="accent4">
              <a:lumMod val="7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tx1"/>
              </a:solidFill>
            </a:endParaRPr>
          </a:p>
        </p:txBody>
      </p:sp>
      <p:sp>
        <p:nvSpPr>
          <p:cNvPr id="49" name="正方形/長方形 48">
            <a:extLst>
              <a:ext uri="{FF2B5EF4-FFF2-40B4-BE49-F238E27FC236}">
                <a16:creationId xmlns:a16="http://schemas.microsoft.com/office/drawing/2014/main" id="{51026C75-2051-4396-966E-E34BD2AD4D8F}"/>
              </a:ext>
            </a:extLst>
          </p:cNvPr>
          <p:cNvSpPr/>
          <p:nvPr/>
        </p:nvSpPr>
        <p:spPr>
          <a:xfrm>
            <a:off x="8154394" y="4161334"/>
            <a:ext cx="713524" cy="522817"/>
          </a:xfrm>
          <a:prstGeom prst="rect">
            <a:avLst/>
          </a:prstGeom>
          <a:solidFill>
            <a:schemeClr val="accent4">
              <a:lumMod val="7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tx1"/>
              </a:solidFill>
            </a:endParaRPr>
          </a:p>
        </p:txBody>
      </p:sp>
      <p:sp>
        <p:nvSpPr>
          <p:cNvPr id="50" name="五角形 49">
            <a:extLst>
              <a:ext uri="{FF2B5EF4-FFF2-40B4-BE49-F238E27FC236}">
                <a16:creationId xmlns:a16="http://schemas.microsoft.com/office/drawing/2014/main" id="{C0F400A3-F670-4A86-A0D9-12AF2AF98274}"/>
              </a:ext>
            </a:extLst>
          </p:cNvPr>
          <p:cNvSpPr/>
          <p:nvPr/>
        </p:nvSpPr>
        <p:spPr>
          <a:xfrm>
            <a:off x="7899744" y="3670400"/>
            <a:ext cx="1110257" cy="976766"/>
          </a:xfrm>
          <a:prstGeom prst="pentagon">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tx1"/>
              </a:solidFill>
            </a:endParaRPr>
          </a:p>
        </p:txBody>
      </p:sp>
      <p:pic>
        <p:nvPicPr>
          <p:cNvPr id="51" name="Picture 2" descr="ふたが開いた段ボール箱のフリーイラスト素材">
            <a:extLst>
              <a:ext uri="{FF2B5EF4-FFF2-40B4-BE49-F238E27FC236}">
                <a16:creationId xmlns:a16="http://schemas.microsoft.com/office/drawing/2014/main" id="{D27B8252-5A2F-4B0A-A57E-C99EEE56E83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82787" y="3732094"/>
            <a:ext cx="476536" cy="476536"/>
          </a:xfrm>
          <a:prstGeom prst="rect">
            <a:avLst/>
          </a:prstGeom>
          <a:noFill/>
          <a:extLst>
            <a:ext uri="{909E8E84-426E-40DD-AFC4-6F175D3DCCD1}">
              <a14:hiddenFill xmlns:a14="http://schemas.microsoft.com/office/drawing/2010/main">
                <a:solidFill>
                  <a:srgbClr val="FFFFFF"/>
                </a:solidFill>
              </a14:hiddenFill>
            </a:ext>
          </a:extLst>
        </p:spPr>
      </p:pic>
      <p:sp>
        <p:nvSpPr>
          <p:cNvPr id="52" name="テキスト プレースホルダー 4">
            <a:extLst>
              <a:ext uri="{FF2B5EF4-FFF2-40B4-BE49-F238E27FC236}">
                <a16:creationId xmlns:a16="http://schemas.microsoft.com/office/drawing/2014/main" id="{91EDAE1E-A275-4EDC-93A1-A560B9612765}"/>
              </a:ext>
            </a:extLst>
          </p:cNvPr>
          <p:cNvSpPr txBox="1">
            <a:spLocks/>
          </p:cNvSpPr>
          <p:nvPr/>
        </p:nvSpPr>
        <p:spPr>
          <a:xfrm>
            <a:off x="7879354" y="4027109"/>
            <a:ext cx="813225" cy="254494"/>
          </a:xfrm>
          <a:prstGeom prst="rect">
            <a:avLst/>
          </a:prstGeom>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en-US" altLang="ja-JP" dirty="0"/>
              <a:t>name</a:t>
            </a:r>
            <a:endParaRPr lang="ja-JP" altLang="en-US" dirty="0"/>
          </a:p>
        </p:txBody>
      </p:sp>
      <p:pic>
        <p:nvPicPr>
          <p:cNvPr id="53" name="Picture 2" descr="ふたが開いた段ボール箱のフリーイラスト素材">
            <a:extLst>
              <a:ext uri="{FF2B5EF4-FFF2-40B4-BE49-F238E27FC236}">
                <a16:creationId xmlns:a16="http://schemas.microsoft.com/office/drawing/2014/main" id="{9EB6B899-6CED-440C-B66E-B83F776F6EF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82032" y="3743465"/>
            <a:ext cx="476536" cy="476536"/>
          </a:xfrm>
          <a:prstGeom prst="rect">
            <a:avLst/>
          </a:prstGeom>
          <a:noFill/>
          <a:extLst>
            <a:ext uri="{909E8E84-426E-40DD-AFC4-6F175D3DCCD1}">
              <a14:hiddenFill xmlns:a14="http://schemas.microsoft.com/office/drawing/2010/main">
                <a:solidFill>
                  <a:srgbClr val="FFFFFF"/>
                </a:solidFill>
              </a14:hiddenFill>
            </a:ext>
          </a:extLst>
        </p:spPr>
      </p:pic>
      <p:sp>
        <p:nvSpPr>
          <p:cNvPr id="63" name="テキスト プレースホルダー 4">
            <a:extLst>
              <a:ext uri="{FF2B5EF4-FFF2-40B4-BE49-F238E27FC236}">
                <a16:creationId xmlns:a16="http://schemas.microsoft.com/office/drawing/2014/main" id="{A283BBCA-59F2-4C5B-B24B-D8FDDE518C1A}"/>
              </a:ext>
            </a:extLst>
          </p:cNvPr>
          <p:cNvSpPr txBox="1">
            <a:spLocks/>
          </p:cNvSpPr>
          <p:nvPr/>
        </p:nvSpPr>
        <p:spPr>
          <a:xfrm>
            <a:off x="8408575" y="4008102"/>
            <a:ext cx="600466" cy="249815"/>
          </a:xfrm>
          <a:prstGeom prst="rect">
            <a:avLst/>
          </a:prstGeom>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en-US" altLang="ja-JP" dirty="0"/>
              <a:t>age</a:t>
            </a:r>
            <a:endParaRPr lang="ja-JP" altLang="en-US" dirty="0"/>
          </a:p>
        </p:txBody>
      </p:sp>
      <p:sp>
        <p:nvSpPr>
          <p:cNvPr id="64" name="雲 63">
            <a:extLst>
              <a:ext uri="{FF2B5EF4-FFF2-40B4-BE49-F238E27FC236}">
                <a16:creationId xmlns:a16="http://schemas.microsoft.com/office/drawing/2014/main" id="{E437240E-67A1-4D66-9B4C-447873AA0FF8}"/>
              </a:ext>
            </a:extLst>
          </p:cNvPr>
          <p:cNvSpPr/>
          <p:nvPr/>
        </p:nvSpPr>
        <p:spPr>
          <a:xfrm>
            <a:off x="8076223" y="4289642"/>
            <a:ext cx="745298" cy="353880"/>
          </a:xfrm>
          <a:prstGeom prst="cloud">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tx1"/>
              </a:solidFill>
            </a:endParaRPr>
          </a:p>
        </p:txBody>
      </p:sp>
      <p:sp>
        <p:nvSpPr>
          <p:cNvPr id="65" name="テキスト プレースホルダー 4">
            <a:extLst>
              <a:ext uri="{FF2B5EF4-FFF2-40B4-BE49-F238E27FC236}">
                <a16:creationId xmlns:a16="http://schemas.microsoft.com/office/drawing/2014/main" id="{A1A7599D-3A00-42EF-94AC-C3923D51C091}"/>
              </a:ext>
            </a:extLst>
          </p:cNvPr>
          <p:cNvSpPr txBox="1">
            <a:spLocks/>
          </p:cNvSpPr>
          <p:nvPr/>
        </p:nvSpPr>
        <p:spPr>
          <a:xfrm>
            <a:off x="7884157" y="4319519"/>
            <a:ext cx="1124884" cy="153760"/>
          </a:xfrm>
          <a:prstGeom prst="rect">
            <a:avLst/>
          </a:prstGeom>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en-US" altLang="ja-JP" dirty="0"/>
              <a:t>introduce</a:t>
            </a:r>
            <a:endParaRPr lang="ja-JP" altLang="en-US" dirty="0"/>
          </a:p>
        </p:txBody>
      </p:sp>
      <p:sp>
        <p:nvSpPr>
          <p:cNvPr id="67" name="テキスト プレースホルダー 4">
            <a:extLst>
              <a:ext uri="{FF2B5EF4-FFF2-40B4-BE49-F238E27FC236}">
                <a16:creationId xmlns:a16="http://schemas.microsoft.com/office/drawing/2014/main" id="{5C5C937F-F66C-40B3-B1F9-3949C42915CA}"/>
              </a:ext>
            </a:extLst>
          </p:cNvPr>
          <p:cNvSpPr txBox="1">
            <a:spLocks/>
          </p:cNvSpPr>
          <p:nvPr/>
        </p:nvSpPr>
        <p:spPr>
          <a:xfrm>
            <a:off x="6343067" y="4705576"/>
            <a:ext cx="630348" cy="254494"/>
          </a:xfrm>
          <a:prstGeom prst="rect">
            <a:avLst/>
          </a:prstGeom>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ja-JP" altLang="en-US" sz="1000" dirty="0"/>
              <a:t>窓側</a:t>
            </a:r>
          </a:p>
        </p:txBody>
      </p:sp>
      <p:sp>
        <p:nvSpPr>
          <p:cNvPr id="68" name="テキスト プレースホルダー 4">
            <a:extLst>
              <a:ext uri="{FF2B5EF4-FFF2-40B4-BE49-F238E27FC236}">
                <a16:creationId xmlns:a16="http://schemas.microsoft.com/office/drawing/2014/main" id="{1851456A-A2BE-404F-8A19-C6A9F912B643}"/>
              </a:ext>
            </a:extLst>
          </p:cNvPr>
          <p:cNvSpPr txBox="1">
            <a:spLocks/>
          </p:cNvSpPr>
          <p:nvPr/>
        </p:nvSpPr>
        <p:spPr>
          <a:xfrm>
            <a:off x="7281297" y="4705576"/>
            <a:ext cx="695483" cy="254494"/>
          </a:xfrm>
          <a:prstGeom prst="rect">
            <a:avLst/>
          </a:prstGeom>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ja-JP" altLang="en-US" sz="1000" dirty="0"/>
              <a:t>真ん中</a:t>
            </a:r>
          </a:p>
        </p:txBody>
      </p:sp>
      <p:sp>
        <p:nvSpPr>
          <p:cNvPr id="69" name="テキスト プレースホルダー 4">
            <a:extLst>
              <a:ext uri="{FF2B5EF4-FFF2-40B4-BE49-F238E27FC236}">
                <a16:creationId xmlns:a16="http://schemas.microsoft.com/office/drawing/2014/main" id="{D22C34C7-BA08-4BF3-A4AE-3D533A428F65}"/>
              </a:ext>
            </a:extLst>
          </p:cNvPr>
          <p:cNvSpPr txBox="1">
            <a:spLocks/>
          </p:cNvSpPr>
          <p:nvPr/>
        </p:nvSpPr>
        <p:spPr>
          <a:xfrm>
            <a:off x="8154394" y="4705576"/>
            <a:ext cx="695483" cy="254494"/>
          </a:xfrm>
          <a:prstGeom prst="rect">
            <a:avLst/>
          </a:prstGeom>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ja-JP" altLang="en-US" sz="1000" dirty="0"/>
              <a:t>廊下側</a:t>
            </a:r>
          </a:p>
        </p:txBody>
      </p:sp>
      <p:sp>
        <p:nvSpPr>
          <p:cNvPr id="82" name="テキスト プレースホルダー 4">
            <a:extLst>
              <a:ext uri="{FF2B5EF4-FFF2-40B4-BE49-F238E27FC236}">
                <a16:creationId xmlns:a16="http://schemas.microsoft.com/office/drawing/2014/main" id="{F40D1818-FCB6-4093-AEB0-0FF2F3263378}"/>
              </a:ext>
            </a:extLst>
          </p:cNvPr>
          <p:cNvSpPr txBox="1">
            <a:spLocks/>
          </p:cNvSpPr>
          <p:nvPr/>
        </p:nvSpPr>
        <p:spPr>
          <a:xfrm>
            <a:off x="1219336" y="3539397"/>
            <a:ext cx="740987" cy="554176"/>
          </a:xfrm>
          <a:prstGeom prst="rect">
            <a:avLst/>
          </a:prstGeom>
          <a:solidFill>
            <a:schemeClr val="bg1"/>
          </a:solidFill>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ja-JP" altLang="en-US" sz="1100" dirty="0"/>
              <a:t>窓側の</a:t>
            </a:r>
            <a:br>
              <a:rPr lang="ja-JP" altLang="en-US" sz="1100" dirty="0"/>
            </a:br>
            <a:r>
              <a:rPr lang="ja-JP" altLang="en-US" sz="1100" dirty="0"/>
              <a:t>前から</a:t>
            </a:r>
            <a:br>
              <a:rPr lang="ja-JP" altLang="en-US" sz="1100" dirty="0"/>
            </a:br>
            <a:r>
              <a:rPr lang="en-US" altLang="ja-JP" sz="1100" dirty="0"/>
              <a:t>1</a:t>
            </a:r>
            <a:r>
              <a:rPr lang="ja-JP" altLang="en-US" sz="1100" dirty="0"/>
              <a:t>列目</a:t>
            </a:r>
          </a:p>
        </p:txBody>
      </p:sp>
      <p:sp>
        <p:nvSpPr>
          <p:cNvPr id="83" name="テキスト プレースホルダー 4">
            <a:extLst>
              <a:ext uri="{FF2B5EF4-FFF2-40B4-BE49-F238E27FC236}">
                <a16:creationId xmlns:a16="http://schemas.microsoft.com/office/drawing/2014/main" id="{C9E552F9-0EF0-4220-ACED-75CAAD376DFA}"/>
              </a:ext>
            </a:extLst>
          </p:cNvPr>
          <p:cNvSpPr txBox="1">
            <a:spLocks/>
          </p:cNvSpPr>
          <p:nvPr/>
        </p:nvSpPr>
        <p:spPr>
          <a:xfrm>
            <a:off x="2874626" y="3891151"/>
            <a:ext cx="864295" cy="554176"/>
          </a:xfrm>
          <a:prstGeom prst="rect">
            <a:avLst/>
          </a:prstGeom>
          <a:solidFill>
            <a:schemeClr val="bg1"/>
          </a:solidFill>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ja-JP" altLang="en-US" sz="1100" dirty="0"/>
              <a:t>廊下側の</a:t>
            </a:r>
            <a:br>
              <a:rPr lang="ja-JP" altLang="en-US" sz="1100" dirty="0"/>
            </a:br>
            <a:r>
              <a:rPr lang="ja-JP" altLang="en-US" sz="1100" dirty="0"/>
              <a:t>前から</a:t>
            </a:r>
            <a:br>
              <a:rPr lang="ja-JP" altLang="en-US" sz="1100" dirty="0"/>
            </a:br>
            <a:r>
              <a:rPr lang="en-US" altLang="ja-JP" sz="1100" dirty="0"/>
              <a:t>3</a:t>
            </a:r>
            <a:r>
              <a:rPr lang="ja-JP" altLang="en-US" sz="1100" dirty="0"/>
              <a:t>列目</a:t>
            </a:r>
          </a:p>
        </p:txBody>
      </p:sp>
      <p:sp>
        <p:nvSpPr>
          <p:cNvPr id="66" name="テキスト プレースホルダー 4">
            <a:extLst>
              <a:ext uri="{FF2B5EF4-FFF2-40B4-BE49-F238E27FC236}">
                <a16:creationId xmlns:a16="http://schemas.microsoft.com/office/drawing/2014/main" id="{253E01AF-9A1B-4760-9359-E70B2E96CBA5}"/>
              </a:ext>
            </a:extLst>
          </p:cNvPr>
          <p:cNvSpPr txBox="1">
            <a:spLocks/>
          </p:cNvSpPr>
          <p:nvPr/>
        </p:nvSpPr>
        <p:spPr>
          <a:xfrm>
            <a:off x="5957641" y="2271390"/>
            <a:ext cx="575165" cy="254494"/>
          </a:xfrm>
          <a:prstGeom prst="rect">
            <a:avLst/>
          </a:prstGeom>
          <a:solidFill>
            <a:schemeClr val="bg1"/>
          </a:solidFill>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ja-JP" altLang="en-US" sz="1100" dirty="0"/>
              <a:t>山田</a:t>
            </a:r>
          </a:p>
        </p:txBody>
      </p:sp>
      <p:sp>
        <p:nvSpPr>
          <p:cNvPr id="75" name="テキスト プレースホルダー 4">
            <a:extLst>
              <a:ext uri="{FF2B5EF4-FFF2-40B4-BE49-F238E27FC236}">
                <a16:creationId xmlns:a16="http://schemas.microsoft.com/office/drawing/2014/main" id="{B8C5E32F-6A54-42C8-ADB5-AEADCF571A3E}"/>
              </a:ext>
            </a:extLst>
          </p:cNvPr>
          <p:cNvSpPr txBox="1">
            <a:spLocks/>
          </p:cNvSpPr>
          <p:nvPr/>
        </p:nvSpPr>
        <p:spPr>
          <a:xfrm>
            <a:off x="7935991" y="3656972"/>
            <a:ext cx="575165" cy="254494"/>
          </a:xfrm>
          <a:prstGeom prst="rect">
            <a:avLst/>
          </a:prstGeom>
          <a:solidFill>
            <a:schemeClr val="bg1"/>
          </a:solidFill>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ja-JP" altLang="en-US" sz="1100" dirty="0"/>
              <a:t>高橋</a:t>
            </a:r>
          </a:p>
        </p:txBody>
      </p:sp>
      <p:sp>
        <p:nvSpPr>
          <p:cNvPr id="3" name="矢印: U ターン 2">
            <a:extLst>
              <a:ext uri="{FF2B5EF4-FFF2-40B4-BE49-F238E27FC236}">
                <a16:creationId xmlns:a16="http://schemas.microsoft.com/office/drawing/2014/main" id="{CD30F6F3-F80B-45F6-BC53-0042379A2213}"/>
              </a:ext>
            </a:extLst>
          </p:cNvPr>
          <p:cNvSpPr/>
          <p:nvPr/>
        </p:nvSpPr>
        <p:spPr>
          <a:xfrm>
            <a:off x="3501025" y="2491082"/>
            <a:ext cx="2017291" cy="1060865"/>
          </a:xfrm>
          <a:prstGeom prst="uturnArrow">
            <a:avLst>
              <a:gd name="adj1" fmla="val 24208"/>
              <a:gd name="adj2" fmla="val 25000"/>
              <a:gd name="adj3" fmla="val 34258"/>
              <a:gd name="adj4" fmla="val 43750"/>
              <a:gd name="adj5" fmla="val 94482"/>
            </a:avLst>
          </a:prstGeom>
          <a:solidFill>
            <a:srgbClr val="C00000"/>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tx1"/>
              </a:solidFill>
            </a:endParaRPr>
          </a:p>
        </p:txBody>
      </p:sp>
      <p:pic>
        <p:nvPicPr>
          <p:cNvPr id="71" name="Picture 2" descr="ふたが開いた段ボール箱のフリーイラスト素材">
            <a:extLst>
              <a:ext uri="{FF2B5EF4-FFF2-40B4-BE49-F238E27FC236}">
                <a16:creationId xmlns:a16="http://schemas.microsoft.com/office/drawing/2014/main" id="{70ECA3E6-1A4C-4BCF-B225-A3274F82CBA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35725" y="3168014"/>
            <a:ext cx="1689296" cy="1689296"/>
          </a:xfrm>
          <a:prstGeom prst="rect">
            <a:avLst/>
          </a:prstGeom>
          <a:noFill/>
          <a:extLst>
            <a:ext uri="{909E8E84-426E-40DD-AFC4-6F175D3DCCD1}">
              <a14:hiddenFill xmlns:a14="http://schemas.microsoft.com/office/drawing/2010/main">
                <a:solidFill>
                  <a:srgbClr val="FFFFFF"/>
                </a:solidFill>
              </a14:hiddenFill>
            </a:ext>
          </a:extLst>
        </p:spPr>
      </p:pic>
      <p:sp>
        <p:nvSpPr>
          <p:cNvPr id="77" name="テキスト プレースホルダー 4">
            <a:extLst>
              <a:ext uri="{FF2B5EF4-FFF2-40B4-BE49-F238E27FC236}">
                <a16:creationId xmlns:a16="http://schemas.microsoft.com/office/drawing/2014/main" id="{1567C8AC-F86D-4B8D-B98D-19B2ED9F5977}"/>
              </a:ext>
            </a:extLst>
          </p:cNvPr>
          <p:cNvSpPr txBox="1">
            <a:spLocks/>
          </p:cNvSpPr>
          <p:nvPr/>
        </p:nvSpPr>
        <p:spPr>
          <a:xfrm>
            <a:off x="4784863" y="3891151"/>
            <a:ext cx="864295" cy="554176"/>
          </a:xfrm>
          <a:prstGeom prst="rect">
            <a:avLst/>
          </a:prstGeom>
          <a:solidFill>
            <a:schemeClr val="bg1"/>
          </a:solidFill>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ja-JP" altLang="en-US" sz="1100" dirty="0"/>
              <a:t>廊下側の</a:t>
            </a:r>
            <a:br>
              <a:rPr lang="ja-JP" altLang="en-US" sz="1100" dirty="0"/>
            </a:br>
            <a:r>
              <a:rPr lang="ja-JP" altLang="en-US" sz="1100" dirty="0"/>
              <a:t>前から</a:t>
            </a:r>
            <a:br>
              <a:rPr lang="ja-JP" altLang="en-US" sz="1100" dirty="0"/>
            </a:br>
            <a:r>
              <a:rPr lang="en-US" altLang="ja-JP" sz="1100" dirty="0"/>
              <a:t>3</a:t>
            </a:r>
            <a:r>
              <a:rPr lang="ja-JP" altLang="en-US" sz="1100" dirty="0"/>
              <a:t>列目</a:t>
            </a:r>
          </a:p>
        </p:txBody>
      </p:sp>
      <p:sp>
        <p:nvSpPr>
          <p:cNvPr id="78" name="テキスト プレースホルダー 4">
            <a:extLst>
              <a:ext uri="{FF2B5EF4-FFF2-40B4-BE49-F238E27FC236}">
                <a16:creationId xmlns:a16="http://schemas.microsoft.com/office/drawing/2014/main" id="{741D704A-FC41-4F96-91C0-3C0B98081FF4}"/>
              </a:ext>
            </a:extLst>
          </p:cNvPr>
          <p:cNvSpPr txBox="1">
            <a:spLocks/>
          </p:cNvSpPr>
          <p:nvPr/>
        </p:nvSpPr>
        <p:spPr>
          <a:xfrm>
            <a:off x="4742803" y="4583448"/>
            <a:ext cx="1169482" cy="273862"/>
          </a:xfrm>
          <a:prstGeom prst="rect">
            <a:avLst/>
          </a:prstGeom>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en-US" altLang="ja-JP" dirty="0"/>
              <a:t>leader</a:t>
            </a:r>
            <a:endParaRPr lang="ja-JP" altLang="en-US" dirty="0"/>
          </a:p>
        </p:txBody>
      </p:sp>
      <p:sp>
        <p:nvSpPr>
          <p:cNvPr id="74" name="テキスト プレースホルダー 4">
            <a:extLst>
              <a:ext uri="{FF2B5EF4-FFF2-40B4-BE49-F238E27FC236}">
                <a16:creationId xmlns:a16="http://schemas.microsoft.com/office/drawing/2014/main" id="{BA7F68AD-F089-4F24-AD1A-3697AF66F82C}"/>
              </a:ext>
            </a:extLst>
          </p:cNvPr>
          <p:cNvSpPr txBox="1">
            <a:spLocks/>
          </p:cNvSpPr>
          <p:nvPr/>
        </p:nvSpPr>
        <p:spPr>
          <a:xfrm>
            <a:off x="3493316" y="2537176"/>
            <a:ext cx="2091708" cy="285234"/>
          </a:xfrm>
          <a:prstGeom prst="rect">
            <a:avLst/>
          </a:prstGeom>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en-US" altLang="ja-JP" dirty="0">
                <a:solidFill>
                  <a:schemeClr val="bg1"/>
                </a:solidFill>
              </a:rPr>
              <a:t>leader = </a:t>
            </a:r>
            <a:r>
              <a:rPr lang="en-US" altLang="ja-JP" dirty="0" err="1">
                <a:solidFill>
                  <a:schemeClr val="bg1"/>
                </a:solidFill>
              </a:rPr>
              <a:t>studentT</a:t>
            </a:r>
            <a:r>
              <a:rPr lang="en-US" altLang="ja-JP" dirty="0">
                <a:solidFill>
                  <a:schemeClr val="bg1"/>
                </a:solidFill>
              </a:rPr>
              <a:t>;</a:t>
            </a:r>
            <a:endParaRPr lang="ja-JP" altLang="en-US" dirty="0">
              <a:solidFill>
                <a:schemeClr val="bg1"/>
              </a:solidFill>
            </a:endParaRPr>
          </a:p>
        </p:txBody>
      </p:sp>
    </p:spTree>
    <p:extLst>
      <p:ext uri="{BB962C8B-B14F-4D97-AF65-F5344CB8AC3E}">
        <p14:creationId xmlns:p14="http://schemas.microsoft.com/office/powerpoint/2010/main" val="19858593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 name="正方形/長方形 83">
            <a:extLst>
              <a:ext uri="{FF2B5EF4-FFF2-40B4-BE49-F238E27FC236}">
                <a16:creationId xmlns:a16="http://schemas.microsoft.com/office/drawing/2014/main" id="{484B7687-AE6D-4A28-B4F7-D0A092DF8C16}"/>
              </a:ext>
            </a:extLst>
          </p:cNvPr>
          <p:cNvSpPr/>
          <p:nvPr/>
        </p:nvSpPr>
        <p:spPr>
          <a:xfrm>
            <a:off x="7044775" y="2491082"/>
            <a:ext cx="1241192" cy="202151"/>
          </a:xfrm>
          <a:prstGeom prst="rect">
            <a:avLst/>
          </a:prstGeom>
          <a:solidFill>
            <a:schemeClr val="accent6">
              <a:lumMod val="7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solidFill>
                  <a:schemeClr val="bg1"/>
                </a:solidFill>
              </a:rPr>
              <a:t>黒板</a:t>
            </a:r>
          </a:p>
        </p:txBody>
      </p:sp>
      <p:sp>
        <p:nvSpPr>
          <p:cNvPr id="2" name="正方形/長方形 1">
            <a:extLst>
              <a:ext uri="{FF2B5EF4-FFF2-40B4-BE49-F238E27FC236}">
                <a16:creationId xmlns:a16="http://schemas.microsoft.com/office/drawing/2014/main" id="{4268FFB8-3C96-4F58-B54E-B928BF096462}"/>
              </a:ext>
            </a:extLst>
          </p:cNvPr>
          <p:cNvSpPr/>
          <p:nvPr/>
        </p:nvSpPr>
        <p:spPr>
          <a:xfrm>
            <a:off x="6313578" y="2818356"/>
            <a:ext cx="713524" cy="522817"/>
          </a:xfrm>
          <a:prstGeom prst="rect">
            <a:avLst/>
          </a:prstGeom>
          <a:solidFill>
            <a:schemeClr val="accent4">
              <a:lumMod val="7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tx1"/>
              </a:solidFill>
            </a:endParaRPr>
          </a:p>
        </p:txBody>
      </p:sp>
      <p:sp>
        <p:nvSpPr>
          <p:cNvPr id="4" name="フッター プレースホルダー 3">
            <a:extLst>
              <a:ext uri="{FF2B5EF4-FFF2-40B4-BE49-F238E27FC236}">
                <a16:creationId xmlns:a16="http://schemas.microsoft.com/office/drawing/2014/main" id="{DE764CD8-0B12-484E-890C-8A5A26296D13}"/>
              </a:ext>
            </a:extLst>
          </p:cNvPr>
          <p:cNvSpPr>
            <a:spLocks noGrp="1"/>
          </p:cNvSpPr>
          <p:nvPr>
            <p:ph type="ftr" sz="quarter" idx="11"/>
          </p:nvPr>
        </p:nvSpPr>
        <p:spPr/>
        <p:txBody>
          <a:bodyPr/>
          <a:lstStyle/>
          <a:p>
            <a:r>
              <a:rPr kumimoji="1" lang="en-US" altLang="ja-JP"/>
              <a:t>copyright ©ITCollege All Rights Reserved</a:t>
            </a:r>
            <a:endParaRPr kumimoji="1" lang="ja-JP" altLang="en-US" dirty="0">
              <a:latin typeface="+mn-ea"/>
            </a:endParaRPr>
          </a:p>
        </p:txBody>
      </p:sp>
      <p:sp>
        <p:nvSpPr>
          <p:cNvPr id="7" name="タイトル 6">
            <a:extLst>
              <a:ext uri="{FF2B5EF4-FFF2-40B4-BE49-F238E27FC236}">
                <a16:creationId xmlns:a16="http://schemas.microsoft.com/office/drawing/2014/main" id="{9630AD22-E64D-4A96-B059-2AF9F6580C25}"/>
              </a:ext>
            </a:extLst>
          </p:cNvPr>
          <p:cNvSpPr>
            <a:spLocks noGrp="1"/>
          </p:cNvSpPr>
          <p:nvPr>
            <p:ph type="ctrTitle"/>
          </p:nvPr>
        </p:nvSpPr>
        <p:spPr/>
        <p:txBody>
          <a:bodyPr/>
          <a:lstStyle/>
          <a:p>
            <a:r>
              <a:rPr lang="ja-JP" altLang="en-US" dirty="0"/>
              <a:t>コンピュータの中のインスタンス</a:t>
            </a:r>
          </a:p>
        </p:txBody>
      </p:sp>
      <p:sp>
        <p:nvSpPr>
          <p:cNvPr id="5" name="スライド番号プレースホルダー 4">
            <a:extLst>
              <a:ext uri="{FF2B5EF4-FFF2-40B4-BE49-F238E27FC236}">
                <a16:creationId xmlns:a16="http://schemas.microsoft.com/office/drawing/2014/main" id="{433B62C4-B6B9-4622-B802-69C25D6F2A49}"/>
              </a:ext>
            </a:extLst>
          </p:cNvPr>
          <p:cNvSpPr>
            <a:spLocks noGrp="1"/>
          </p:cNvSpPr>
          <p:nvPr>
            <p:ph type="sldNum" sz="quarter" idx="4"/>
          </p:nvPr>
        </p:nvSpPr>
        <p:spPr/>
        <p:txBody>
          <a:bodyPr/>
          <a:lstStyle/>
          <a:p>
            <a:fld id="{00000000-1234-1234-1234-123412341234}" type="slidenum">
              <a:rPr lang="en" smtClean="0"/>
              <a:pPr/>
              <a:t>11</a:t>
            </a:fld>
            <a:endParaRPr lang="en" dirty="0">
              <a:latin typeface="+mn-ea"/>
            </a:endParaRPr>
          </a:p>
        </p:txBody>
      </p:sp>
      <p:sp>
        <p:nvSpPr>
          <p:cNvPr id="8" name="テキスト プレースホルダー 7">
            <a:extLst>
              <a:ext uri="{FF2B5EF4-FFF2-40B4-BE49-F238E27FC236}">
                <a16:creationId xmlns:a16="http://schemas.microsoft.com/office/drawing/2014/main" id="{787CF02A-01AB-4517-BA3E-25572FA82648}"/>
              </a:ext>
            </a:extLst>
          </p:cNvPr>
          <p:cNvSpPr>
            <a:spLocks noGrp="1"/>
          </p:cNvSpPr>
          <p:nvPr>
            <p:ph type="body" sz="quarter" idx="14"/>
          </p:nvPr>
        </p:nvSpPr>
        <p:spPr>
          <a:xfrm>
            <a:off x="462875" y="859491"/>
            <a:ext cx="8216900" cy="1910111"/>
          </a:xfrm>
        </p:spPr>
        <p:txBody>
          <a:bodyPr/>
          <a:lstStyle/>
          <a:p>
            <a:pPr marL="96838" indent="0">
              <a:buNone/>
            </a:pPr>
            <a:r>
              <a:rPr lang="ja-JP" altLang="en-US" dirty="0"/>
              <a:t>高橋さんのインスタンスは</a:t>
            </a:r>
            <a:r>
              <a:rPr lang="en-US" altLang="ja-JP" dirty="0"/>
              <a:t>1</a:t>
            </a:r>
            <a:r>
              <a:rPr lang="ja-JP" altLang="en-US" dirty="0"/>
              <a:t>つしかないので、</a:t>
            </a:r>
            <a:r>
              <a:rPr lang="en-US" altLang="ja-JP" dirty="0"/>
              <a:t>leader</a:t>
            </a:r>
            <a:r>
              <a:rPr lang="ja-JP" altLang="en-US" dirty="0"/>
              <a:t>から</a:t>
            </a:r>
            <a:r>
              <a:rPr lang="en-US" altLang="ja-JP" dirty="0"/>
              <a:t>name</a:t>
            </a:r>
            <a:r>
              <a:rPr lang="ja-JP" altLang="en-US" dirty="0"/>
              <a:t>フィールドにアクセスしても、</a:t>
            </a:r>
            <a:r>
              <a:rPr lang="en-US" altLang="ja-JP" dirty="0" err="1"/>
              <a:t>studentT</a:t>
            </a:r>
            <a:r>
              <a:rPr lang="ja-JP" altLang="en-US" dirty="0"/>
              <a:t>から</a:t>
            </a:r>
            <a:r>
              <a:rPr lang="en-US" altLang="ja-JP" dirty="0"/>
              <a:t>name</a:t>
            </a:r>
            <a:r>
              <a:rPr lang="ja-JP" altLang="en-US" dirty="0"/>
              <a:t>フィールドにアクセスしても同じものにアクセスすることになります。</a:t>
            </a:r>
          </a:p>
          <a:p>
            <a:pPr marL="96838" indent="0">
              <a:buNone/>
            </a:pPr>
            <a:endParaRPr lang="ja-JP" altLang="en-US" dirty="0"/>
          </a:p>
          <a:p>
            <a:pPr marL="96838" indent="0">
              <a:buNone/>
            </a:pPr>
            <a:r>
              <a:rPr lang="ja-JP" altLang="en-US" dirty="0"/>
              <a:t>このため、</a:t>
            </a:r>
            <a:r>
              <a:rPr lang="en-US" altLang="ja-JP" dirty="0"/>
              <a:t>leader</a:t>
            </a:r>
            <a:r>
              <a:rPr lang="ja-JP" altLang="en-US" dirty="0"/>
              <a:t>から</a:t>
            </a:r>
            <a:r>
              <a:rPr lang="en-US" altLang="ja-JP" dirty="0"/>
              <a:t>name</a:t>
            </a:r>
            <a:r>
              <a:rPr lang="ja-JP" altLang="en-US" dirty="0"/>
              <a:t>フィールドを更新した後、</a:t>
            </a:r>
            <a:r>
              <a:rPr lang="en-US" altLang="ja-JP" dirty="0" err="1"/>
              <a:t>studentT</a:t>
            </a:r>
            <a:r>
              <a:rPr lang="ja-JP" altLang="en-US" dirty="0"/>
              <a:t>からアクセスしても更新されたデータが見えた、ということになります。</a:t>
            </a:r>
          </a:p>
        </p:txBody>
      </p:sp>
      <p:pic>
        <p:nvPicPr>
          <p:cNvPr id="54" name="Picture 2" descr="ふたが開いた段ボール箱のフリーイラスト素材">
            <a:extLst>
              <a:ext uri="{FF2B5EF4-FFF2-40B4-BE49-F238E27FC236}">
                <a16:creationId xmlns:a16="http://schemas.microsoft.com/office/drawing/2014/main" id="{78158C8D-AC34-461F-8792-06C525117AD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9542" y="3168014"/>
            <a:ext cx="1689296" cy="1689296"/>
          </a:xfrm>
          <a:prstGeom prst="rect">
            <a:avLst/>
          </a:prstGeom>
          <a:noFill/>
          <a:extLst>
            <a:ext uri="{909E8E84-426E-40DD-AFC4-6F175D3DCCD1}">
              <a14:hiddenFill xmlns:a14="http://schemas.microsoft.com/office/drawing/2010/main">
                <a:solidFill>
                  <a:srgbClr val="FFFFFF"/>
                </a:solidFill>
              </a14:hiddenFill>
            </a:ext>
          </a:extLst>
        </p:spPr>
      </p:pic>
      <p:sp>
        <p:nvSpPr>
          <p:cNvPr id="55" name="テキスト プレースホルダー 4">
            <a:extLst>
              <a:ext uri="{FF2B5EF4-FFF2-40B4-BE49-F238E27FC236}">
                <a16:creationId xmlns:a16="http://schemas.microsoft.com/office/drawing/2014/main" id="{8A765728-4CA6-48FB-8DB0-3D40A0B822CB}"/>
              </a:ext>
            </a:extLst>
          </p:cNvPr>
          <p:cNvSpPr txBox="1">
            <a:spLocks/>
          </p:cNvSpPr>
          <p:nvPr/>
        </p:nvSpPr>
        <p:spPr>
          <a:xfrm>
            <a:off x="872075" y="4583448"/>
            <a:ext cx="1196707" cy="273862"/>
          </a:xfrm>
          <a:prstGeom prst="rect">
            <a:avLst/>
          </a:prstGeom>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en-US" altLang="ja-JP" dirty="0" err="1"/>
              <a:t>studentY</a:t>
            </a:r>
            <a:endParaRPr lang="ja-JP" altLang="en-US" dirty="0"/>
          </a:p>
        </p:txBody>
      </p:sp>
      <p:sp>
        <p:nvSpPr>
          <p:cNvPr id="56" name="五角形 55">
            <a:extLst>
              <a:ext uri="{FF2B5EF4-FFF2-40B4-BE49-F238E27FC236}">
                <a16:creationId xmlns:a16="http://schemas.microsoft.com/office/drawing/2014/main" id="{22EA48D7-FE6C-4B06-AC32-807329C53EE8}"/>
              </a:ext>
            </a:extLst>
          </p:cNvPr>
          <p:cNvSpPr/>
          <p:nvPr/>
        </p:nvSpPr>
        <p:spPr>
          <a:xfrm>
            <a:off x="5985951" y="2226098"/>
            <a:ext cx="1110257" cy="976766"/>
          </a:xfrm>
          <a:prstGeom prst="pentagon">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tx1"/>
              </a:solidFill>
            </a:endParaRPr>
          </a:p>
        </p:txBody>
      </p:sp>
      <p:pic>
        <p:nvPicPr>
          <p:cNvPr id="57" name="Picture 2" descr="ふたが開いた段ボール箱のフリーイラスト素材">
            <a:extLst>
              <a:ext uri="{FF2B5EF4-FFF2-40B4-BE49-F238E27FC236}">
                <a16:creationId xmlns:a16="http://schemas.microsoft.com/office/drawing/2014/main" id="{E7F1ABD2-E4D9-4395-8AD8-D1B79C301A7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68994" y="2287792"/>
            <a:ext cx="476536" cy="476536"/>
          </a:xfrm>
          <a:prstGeom prst="rect">
            <a:avLst/>
          </a:prstGeom>
          <a:noFill/>
          <a:extLst>
            <a:ext uri="{909E8E84-426E-40DD-AFC4-6F175D3DCCD1}">
              <a14:hiddenFill xmlns:a14="http://schemas.microsoft.com/office/drawing/2010/main">
                <a:solidFill>
                  <a:srgbClr val="FFFFFF"/>
                </a:solidFill>
              </a14:hiddenFill>
            </a:ext>
          </a:extLst>
        </p:spPr>
      </p:pic>
      <p:sp>
        <p:nvSpPr>
          <p:cNvPr id="58" name="テキスト プレースホルダー 4">
            <a:extLst>
              <a:ext uri="{FF2B5EF4-FFF2-40B4-BE49-F238E27FC236}">
                <a16:creationId xmlns:a16="http://schemas.microsoft.com/office/drawing/2014/main" id="{7253E9EA-CC4F-472E-A272-63056B3241FD}"/>
              </a:ext>
            </a:extLst>
          </p:cNvPr>
          <p:cNvSpPr txBox="1">
            <a:spLocks/>
          </p:cNvSpPr>
          <p:nvPr/>
        </p:nvSpPr>
        <p:spPr>
          <a:xfrm>
            <a:off x="5965561" y="2582807"/>
            <a:ext cx="813225" cy="254494"/>
          </a:xfrm>
          <a:prstGeom prst="rect">
            <a:avLst/>
          </a:prstGeom>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en-US" altLang="ja-JP" dirty="0"/>
              <a:t>name</a:t>
            </a:r>
            <a:endParaRPr lang="ja-JP" altLang="en-US" dirty="0"/>
          </a:p>
        </p:txBody>
      </p:sp>
      <p:pic>
        <p:nvPicPr>
          <p:cNvPr id="59" name="Picture 2" descr="ふたが開いた段ボール箱のフリーイラスト素材">
            <a:extLst>
              <a:ext uri="{FF2B5EF4-FFF2-40B4-BE49-F238E27FC236}">
                <a16:creationId xmlns:a16="http://schemas.microsoft.com/office/drawing/2014/main" id="{4D857BC2-22C1-4419-92C8-435FE2BC9A3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68239" y="2299163"/>
            <a:ext cx="476536" cy="476536"/>
          </a:xfrm>
          <a:prstGeom prst="rect">
            <a:avLst/>
          </a:prstGeom>
          <a:noFill/>
          <a:extLst>
            <a:ext uri="{909E8E84-426E-40DD-AFC4-6F175D3DCCD1}">
              <a14:hiddenFill xmlns:a14="http://schemas.microsoft.com/office/drawing/2010/main">
                <a:solidFill>
                  <a:srgbClr val="FFFFFF"/>
                </a:solidFill>
              </a14:hiddenFill>
            </a:ext>
          </a:extLst>
        </p:spPr>
      </p:pic>
      <p:sp>
        <p:nvSpPr>
          <p:cNvPr id="60" name="テキスト プレースホルダー 4">
            <a:extLst>
              <a:ext uri="{FF2B5EF4-FFF2-40B4-BE49-F238E27FC236}">
                <a16:creationId xmlns:a16="http://schemas.microsoft.com/office/drawing/2014/main" id="{2E772C36-97C1-425C-9AA3-B40609C66C88}"/>
              </a:ext>
            </a:extLst>
          </p:cNvPr>
          <p:cNvSpPr txBox="1">
            <a:spLocks/>
          </p:cNvSpPr>
          <p:nvPr/>
        </p:nvSpPr>
        <p:spPr>
          <a:xfrm>
            <a:off x="6494782" y="2563800"/>
            <a:ext cx="600466" cy="249815"/>
          </a:xfrm>
          <a:prstGeom prst="rect">
            <a:avLst/>
          </a:prstGeom>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en-US" altLang="ja-JP" dirty="0"/>
              <a:t>age</a:t>
            </a:r>
            <a:endParaRPr lang="ja-JP" altLang="en-US" dirty="0"/>
          </a:p>
        </p:txBody>
      </p:sp>
      <p:sp>
        <p:nvSpPr>
          <p:cNvPr id="61" name="雲 60">
            <a:extLst>
              <a:ext uri="{FF2B5EF4-FFF2-40B4-BE49-F238E27FC236}">
                <a16:creationId xmlns:a16="http://schemas.microsoft.com/office/drawing/2014/main" id="{2A043967-A254-493A-9CE4-E88126B67303}"/>
              </a:ext>
            </a:extLst>
          </p:cNvPr>
          <p:cNvSpPr/>
          <p:nvPr/>
        </p:nvSpPr>
        <p:spPr>
          <a:xfrm>
            <a:off x="6162430" y="2845340"/>
            <a:ext cx="745298" cy="353880"/>
          </a:xfrm>
          <a:prstGeom prst="cloud">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tx1"/>
              </a:solidFill>
            </a:endParaRPr>
          </a:p>
        </p:txBody>
      </p:sp>
      <p:sp>
        <p:nvSpPr>
          <p:cNvPr id="62" name="テキスト プレースホルダー 4">
            <a:extLst>
              <a:ext uri="{FF2B5EF4-FFF2-40B4-BE49-F238E27FC236}">
                <a16:creationId xmlns:a16="http://schemas.microsoft.com/office/drawing/2014/main" id="{F73FD4AA-D508-4672-BDE7-9A6B7F18B904}"/>
              </a:ext>
            </a:extLst>
          </p:cNvPr>
          <p:cNvSpPr txBox="1">
            <a:spLocks/>
          </p:cNvSpPr>
          <p:nvPr/>
        </p:nvSpPr>
        <p:spPr>
          <a:xfrm>
            <a:off x="5970364" y="2875217"/>
            <a:ext cx="1124884" cy="153760"/>
          </a:xfrm>
          <a:prstGeom prst="rect">
            <a:avLst/>
          </a:prstGeom>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en-US" altLang="ja-JP" dirty="0"/>
              <a:t>introduce</a:t>
            </a:r>
            <a:endParaRPr lang="ja-JP" altLang="en-US" dirty="0"/>
          </a:p>
        </p:txBody>
      </p:sp>
      <p:pic>
        <p:nvPicPr>
          <p:cNvPr id="72" name="Picture 2" descr="ふたが開いた段ボール箱のフリーイラスト素材">
            <a:extLst>
              <a:ext uri="{FF2B5EF4-FFF2-40B4-BE49-F238E27FC236}">
                <a16:creationId xmlns:a16="http://schemas.microsoft.com/office/drawing/2014/main" id="{9EBDF412-C9ED-4657-A1D1-9B7F75FC56D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75463" y="3168014"/>
            <a:ext cx="1689296" cy="1689296"/>
          </a:xfrm>
          <a:prstGeom prst="rect">
            <a:avLst/>
          </a:prstGeom>
          <a:noFill/>
          <a:extLst>
            <a:ext uri="{909E8E84-426E-40DD-AFC4-6F175D3DCCD1}">
              <a14:hiddenFill xmlns:a14="http://schemas.microsoft.com/office/drawing/2010/main">
                <a:solidFill>
                  <a:srgbClr val="FFFFFF"/>
                </a:solidFill>
              </a14:hiddenFill>
            </a:ext>
          </a:extLst>
        </p:spPr>
      </p:pic>
      <p:sp>
        <p:nvSpPr>
          <p:cNvPr id="73" name="テキスト プレースホルダー 4">
            <a:extLst>
              <a:ext uri="{FF2B5EF4-FFF2-40B4-BE49-F238E27FC236}">
                <a16:creationId xmlns:a16="http://schemas.microsoft.com/office/drawing/2014/main" id="{A7B601DF-2B25-4967-AABF-1EE50AD29171}"/>
              </a:ext>
            </a:extLst>
          </p:cNvPr>
          <p:cNvSpPr txBox="1">
            <a:spLocks/>
          </p:cNvSpPr>
          <p:nvPr/>
        </p:nvSpPr>
        <p:spPr>
          <a:xfrm>
            <a:off x="2787996" y="4583448"/>
            <a:ext cx="1196707" cy="273862"/>
          </a:xfrm>
          <a:prstGeom prst="rect">
            <a:avLst/>
          </a:prstGeom>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en-US" altLang="ja-JP" dirty="0" err="1"/>
              <a:t>studentT</a:t>
            </a:r>
            <a:endParaRPr lang="ja-JP" altLang="en-US" dirty="0"/>
          </a:p>
        </p:txBody>
      </p:sp>
      <p:sp>
        <p:nvSpPr>
          <p:cNvPr id="42" name="正方形/長方形 41">
            <a:extLst>
              <a:ext uri="{FF2B5EF4-FFF2-40B4-BE49-F238E27FC236}">
                <a16:creationId xmlns:a16="http://schemas.microsoft.com/office/drawing/2014/main" id="{CC227576-96AA-423F-B436-1AF10A2FD839}"/>
              </a:ext>
            </a:extLst>
          </p:cNvPr>
          <p:cNvSpPr/>
          <p:nvPr/>
        </p:nvSpPr>
        <p:spPr>
          <a:xfrm>
            <a:off x="6313578" y="3314081"/>
            <a:ext cx="713524" cy="522817"/>
          </a:xfrm>
          <a:prstGeom prst="rect">
            <a:avLst/>
          </a:prstGeom>
          <a:solidFill>
            <a:schemeClr val="accent4">
              <a:lumMod val="7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tx1"/>
              </a:solidFill>
            </a:endParaRPr>
          </a:p>
        </p:txBody>
      </p:sp>
      <p:sp>
        <p:nvSpPr>
          <p:cNvPr id="43" name="正方形/長方形 42">
            <a:extLst>
              <a:ext uri="{FF2B5EF4-FFF2-40B4-BE49-F238E27FC236}">
                <a16:creationId xmlns:a16="http://schemas.microsoft.com/office/drawing/2014/main" id="{3503EE92-F9D8-461D-855F-A75C89F32BAF}"/>
              </a:ext>
            </a:extLst>
          </p:cNvPr>
          <p:cNvSpPr/>
          <p:nvPr/>
        </p:nvSpPr>
        <p:spPr>
          <a:xfrm>
            <a:off x="6313578" y="4161334"/>
            <a:ext cx="713524" cy="522817"/>
          </a:xfrm>
          <a:prstGeom prst="rect">
            <a:avLst/>
          </a:prstGeom>
          <a:solidFill>
            <a:schemeClr val="accent4">
              <a:lumMod val="7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tx1"/>
              </a:solidFill>
            </a:endParaRPr>
          </a:p>
        </p:txBody>
      </p:sp>
      <p:sp>
        <p:nvSpPr>
          <p:cNvPr id="44" name="正方形/長方形 43">
            <a:extLst>
              <a:ext uri="{FF2B5EF4-FFF2-40B4-BE49-F238E27FC236}">
                <a16:creationId xmlns:a16="http://schemas.microsoft.com/office/drawing/2014/main" id="{755AD5A5-5186-4DCC-A775-6ADD19FB1801}"/>
              </a:ext>
            </a:extLst>
          </p:cNvPr>
          <p:cNvSpPr/>
          <p:nvPr/>
        </p:nvSpPr>
        <p:spPr>
          <a:xfrm>
            <a:off x="7242342" y="2818356"/>
            <a:ext cx="713524" cy="522817"/>
          </a:xfrm>
          <a:prstGeom prst="rect">
            <a:avLst/>
          </a:prstGeom>
          <a:solidFill>
            <a:schemeClr val="accent4">
              <a:lumMod val="7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tx1"/>
              </a:solidFill>
            </a:endParaRPr>
          </a:p>
        </p:txBody>
      </p:sp>
      <p:sp>
        <p:nvSpPr>
          <p:cNvPr id="45" name="正方形/長方形 44">
            <a:extLst>
              <a:ext uri="{FF2B5EF4-FFF2-40B4-BE49-F238E27FC236}">
                <a16:creationId xmlns:a16="http://schemas.microsoft.com/office/drawing/2014/main" id="{A62432C5-ACAD-4174-8B66-1754B701431E}"/>
              </a:ext>
            </a:extLst>
          </p:cNvPr>
          <p:cNvSpPr/>
          <p:nvPr/>
        </p:nvSpPr>
        <p:spPr>
          <a:xfrm>
            <a:off x="7242342" y="3489845"/>
            <a:ext cx="713524" cy="522817"/>
          </a:xfrm>
          <a:prstGeom prst="rect">
            <a:avLst/>
          </a:prstGeom>
          <a:solidFill>
            <a:schemeClr val="accent4">
              <a:lumMod val="7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tx1"/>
              </a:solidFill>
            </a:endParaRPr>
          </a:p>
        </p:txBody>
      </p:sp>
      <p:sp>
        <p:nvSpPr>
          <p:cNvPr id="46" name="正方形/長方形 45">
            <a:extLst>
              <a:ext uri="{FF2B5EF4-FFF2-40B4-BE49-F238E27FC236}">
                <a16:creationId xmlns:a16="http://schemas.microsoft.com/office/drawing/2014/main" id="{0834A716-BC01-4620-8D3D-45A63C045C40}"/>
              </a:ext>
            </a:extLst>
          </p:cNvPr>
          <p:cNvSpPr/>
          <p:nvPr/>
        </p:nvSpPr>
        <p:spPr>
          <a:xfrm>
            <a:off x="7242342" y="4161334"/>
            <a:ext cx="713524" cy="522817"/>
          </a:xfrm>
          <a:prstGeom prst="rect">
            <a:avLst/>
          </a:prstGeom>
          <a:solidFill>
            <a:schemeClr val="accent4">
              <a:lumMod val="7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tx1"/>
              </a:solidFill>
            </a:endParaRPr>
          </a:p>
        </p:txBody>
      </p:sp>
      <p:sp>
        <p:nvSpPr>
          <p:cNvPr id="47" name="正方形/長方形 46">
            <a:extLst>
              <a:ext uri="{FF2B5EF4-FFF2-40B4-BE49-F238E27FC236}">
                <a16:creationId xmlns:a16="http://schemas.microsoft.com/office/drawing/2014/main" id="{D56ABADF-3096-40C6-8F24-92197D28CC91}"/>
              </a:ext>
            </a:extLst>
          </p:cNvPr>
          <p:cNvSpPr/>
          <p:nvPr/>
        </p:nvSpPr>
        <p:spPr>
          <a:xfrm>
            <a:off x="8154394" y="2818356"/>
            <a:ext cx="713524" cy="522817"/>
          </a:xfrm>
          <a:prstGeom prst="rect">
            <a:avLst/>
          </a:prstGeom>
          <a:solidFill>
            <a:schemeClr val="accent4">
              <a:lumMod val="7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tx1"/>
              </a:solidFill>
            </a:endParaRPr>
          </a:p>
        </p:txBody>
      </p:sp>
      <p:sp>
        <p:nvSpPr>
          <p:cNvPr id="48" name="正方形/長方形 47">
            <a:extLst>
              <a:ext uri="{FF2B5EF4-FFF2-40B4-BE49-F238E27FC236}">
                <a16:creationId xmlns:a16="http://schemas.microsoft.com/office/drawing/2014/main" id="{68E002E6-2644-4AF5-8BC2-136DC39148DC}"/>
              </a:ext>
            </a:extLst>
          </p:cNvPr>
          <p:cNvSpPr/>
          <p:nvPr/>
        </p:nvSpPr>
        <p:spPr>
          <a:xfrm>
            <a:off x="8154394" y="3489845"/>
            <a:ext cx="713524" cy="522817"/>
          </a:xfrm>
          <a:prstGeom prst="rect">
            <a:avLst/>
          </a:prstGeom>
          <a:solidFill>
            <a:schemeClr val="accent4">
              <a:lumMod val="7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tx1"/>
              </a:solidFill>
            </a:endParaRPr>
          </a:p>
        </p:txBody>
      </p:sp>
      <p:sp>
        <p:nvSpPr>
          <p:cNvPr id="49" name="正方形/長方形 48">
            <a:extLst>
              <a:ext uri="{FF2B5EF4-FFF2-40B4-BE49-F238E27FC236}">
                <a16:creationId xmlns:a16="http://schemas.microsoft.com/office/drawing/2014/main" id="{51026C75-2051-4396-966E-E34BD2AD4D8F}"/>
              </a:ext>
            </a:extLst>
          </p:cNvPr>
          <p:cNvSpPr/>
          <p:nvPr/>
        </p:nvSpPr>
        <p:spPr>
          <a:xfrm>
            <a:off x="8154394" y="4161334"/>
            <a:ext cx="713524" cy="522817"/>
          </a:xfrm>
          <a:prstGeom prst="rect">
            <a:avLst/>
          </a:prstGeom>
          <a:solidFill>
            <a:schemeClr val="accent4">
              <a:lumMod val="7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tx1"/>
              </a:solidFill>
            </a:endParaRPr>
          </a:p>
        </p:txBody>
      </p:sp>
      <p:sp>
        <p:nvSpPr>
          <p:cNvPr id="50" name="五角形 49">
            <a:extLst>
              <a:ext uri="{FF2B5EF4-FFF2-40B4-BE49-F238E27FC236}">
                <a16:creationId xmlns:a16="http://schemas.microsoft.com/office/drawing/2014/main" id="{C0F400A3-F670-4A86-A0D9-12AF2AF98274}"/>
              </a:ext>
            </a:extLst>
          </p:cNvPr>
          <p:cNvSpPr/>
          <p:nvPr/>
        </p:nvSpPr>
        <p:spPr>
          <a:xfrm>
            <a:off x="7899744" y="3670400"/>
            <a:ext cx="1110257" cy="976766"/>
          </a:xfrm>
          <a:prstGeom prst="pentagon">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tx1"/>
              </a:solidFill>
            </a:endParaRPr>
          </a:p>
        </p:txBody>
      </p:sp>
      <p:pic>
        <p:nvPicPr>
          <p:cNvPr id="51" name="Picture 2" descr="ふたが開いた段ボール箱のフリーイラスト素材">
            <a:extLst>
              <a:ext uri="{FF2B5EF4-FFF2-40B4-BE49-F238E27FC236}">
                <a16:creationId xmlns:a16="http://schemas.microsoft.com/office/drawing/2014/main" id="{D27B8252-5A2F-4B0A-A57E-C99EEE56E83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82787" y="3732094"/>
            <a:ext cx="476536" cy="476536"/>
          </a:xfrm>
          <a:prstGeom prst="rect">
            <a:avLst/>
          </a:prstGeom>
          <a:noFill/>
          <a:extLst>
            <a:ext uri="{909E8E84-426E-40DD-AFC4-6F175D3DCCD1}">
              <a14:hiddenFill xmlns:a14="http://schemas.microsoft.com/office/drawing/2010/main">
                <a:solidFill>
                  <a:srgbClr val="FFFFFF"/>
                </a:solidFill>
              </a14:hiddenFill>
            </a:ext>
          </a:extLst>
        </p:spPr>
      </p:pic>
      <p:sp>
        <p:nvSpPr>
          <p:cNvPr id="52" name="テキスト プレースホルダー 4">
            <a:extLst>
              <a:ext uri="{FF2B5EF4-FFF2-40B4-BE49-F238E27FC236}">
                <a16:creationId xmlns:a16="http://schemas.microsoft.com/office/drawing/2014/main" id="{91EDAE1E-A275-4EDC-93A1-A560B9612765}"/>
              </a:ext>
            </a:extLst>
          </p:cNvPr>
          <p:cNvSpPr txBox="1">
            <a:spLocks/>
          </p:cNvSpPr>
          <p:nvPr/>
        </p:nvSpPr>
        <p:spPr>
          <a:xfrm>
            <a:off x="7879354" y="4027109"/>
            <a:ext cx="813225" cy="254494"/>
          </a:xfrm>
          <a:prstGeom prst="rect">
            <a:avLst/>
          </a:prstGeom>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en-US" altLang="ja-JP" dirty="0"/>
              <a:t>name</a:t>
            </a:r>
            <a:endParaRPr lang="ja-JP" altLang="en-US" dirty="0"/>
          </a:p>
        </p:txBody>
      </p:sp>
      <p:pic>
        <p:nvPicPr>
          <p:cNvPr id="53" name="Picture 2" descr="ふたが開いた段ボール箱のフリーイラスト素材">
            <a:extLst>
              <a:ext uri="{FF2B5EF4-FFF2-40B4-BE49-F238E27FC236}">
                <a16:creationId xmlns:a16="http://schemas.microsoft.com/office/drawing/2014/main" id="{9EB6B899-6CED-440C-B66E-B83F776F6EF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82032" y="3743465"/>
            <a:ext cx="476536" cy="476536"/>
          </a:xfrm>
          <a:prstGeom prst="rect">
            <a:avLst/>
          </a:prstGeom>
          <a:noFill/>
          <a:extLst>
            <a:ext uri="{909E8E84-426E-40DD-AFC4-6F175D3DCCD1}">
              <a14:hiddenFill xmlns:a14="http://schemas.microsoft.com/office/drawing/2010/main">
                <a:solidFill>
                  <a:srgbClr val="FFFFFF"/>
                </a:solidFill>
              </a14:hiddenFill>
            </a:ext>
          </a:extLst>
        </p:spPr>
      </p:pic>
      <p:sp>
        <p:nvSpPr>
          <p:cNvPr id="63" name="テキスト プレースホルダー 4">
            <a:extLst>
              <a:ext uri="{FF2B5EF4-FFF2-40B4-BE49-F238E27FC236}">
                <a16:creationId xmlns:a16="http://schemas.microsoft.com/office/drawing/2014/main" id="{A283BBCA-59F2-4C5B-B24B-D8FDDE518C1A}"/>
              </a:ext>
            </a:extLst>
          </p:cNvPr>
          <p:cNvSpPr txBox="1">
            <a:spLocks/>
          </p:cNvSpPr>
          <p:nvPr/>
        </p:nvSpPr>
        <p:spPr>
          <a:xfrm>
            <a:off x="8408575" y="4008102"/>
            <a:ext cx="600466" cy="249815"/>
          </a:xfrm>
          <a:prstGeom prst="rect">
            <a:avLst/>
          </a:prstGeom>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en-US" altLang="ja-JP" dirty="0"/>
              <a:t>age</a:t>
            </a:r>
            <a:endParaRPr lang="ja-JP" altLang="en-US" dirty="0"/>
          </a:p>
        </p:txBody>
      </p:sp>
      <p:sp>
        <p:nvSpPr>
          <p:cNvPr id="64" name="雲 63">
            <a:extLst>
              <a:ext uri="{FF2B5EF4-FFF2-40B4-BE49-F238E27FC236}">
                <a16:creationId xmlns:a16="http://schemas.microsoft.com/office/drawing/2014/main" id="{E437240E-67A1-4D66-9B4C-447873AA0FF8}"/>
              </a:ext>
            </a:extLst>
          </p:cNvPr>
          <p:cNvSpPr/>
          <p:nvPr/>
        </p:nvSpPr>
        <p:spPr>
          <a:xfrm>
            <a:off x="8076223" y="4289642"/>
            <a:ext cx="745298" cy="353880"/>
          </a:xfrm>
          <a:prstGeom prst="cloud">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tx1"/>
              </a:solidFill>
            </a:endParaRPr>
          </a:p>
        </p:txBody>
      </p:sp>
      <p:sp>
        <p:nvSpPr>
          <p:cNvPr id="65" name="テキスト プレースホルダー 4">
            <a:extLst>
              <a:ext uri="{FF2B5EF4-FFF2-40B4-BE49-F238E27FC236}">
                <a16:creationId xmlns:a16="http://schemas.microsoft.com/office/drawing/2014/main" id="{A1A7599D-3A00-42EF-94AC-C3923D51C091}"/>
              </a:ext>
            </a:extLst>
          </p:cNvPr>
          <p:cNvSpPr txBox="1">
            <a:spLocks/>
          </p:cNvSpPr>
          <p:nvPr/>
        </p:nvSpPr>
        <p:spPr>
          <a:xfrm>
            <a:off x="7884157" y="4319519"/>
            <a:ext cx="1124884" cy="153760"/>
          </a:xfrm>
          <a:prstGeom prst="rect">
            <a:avLst/>
          </a:prstGeom>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en-US" altLang="ja-JP" dirty="0"/>
              <a:t>introduce</a:t>
            </a:r>
            <a:endParaRPr lang="ja-JP" altLang="en-US" dirty="0"/>
          </a:p>
        </p:txBody>
      </p:sp>
      <p:sp>
        <p:nvSpPr>
          <p:cNvPr id="67" name="テキスト プレースホルダー 4">
            <a:extLst>
              <a:ext uri="{FF2B5EF4-FFF2-40B4-BE49-F238E27FC236}">
                <a16:creationId xmlns:a16="http://schemas.microsoft.com/office/drawing/2014/main" id="{5C5C937F-F66C-40B3-B1F9-3949C42915CA}"/>
              </a:ext>
            </a:extLst>
          </p:cNvPr>
          <p:cNvSpPr txBox="1">
            <a:spLocks/>
          </p:cNvSpPr>
          <p:nvPr/>
        </p:nvSpPr>
        <p:spPr>
          <a:xfrm>
            <a:off x="6343067" y="4705576"/>
            <a:ext cx="630348" cy="254494"/>
          </a:xfrm>
          <a:prstGeom prst="rect">
            <a:avLst/>
          </a:prstGeom>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ja-JP" altLang="en-US" sz="1000" dirty="0"/>
              <a:t>窓側</a:t>
            </a:r>
          </a:p>
        </p:txBody>
      </p:sp>
      <p:sp>
        <p:nvSpPr>
          <p:cNvPr id="68" name="テキスト プレースホルダー 4">
            <a:extLst>
              <a:ext uri="{FF2B5EF4-FFF2-40B4-BE49-F238E27FC236}">
                <a16:creationId xmlns:a16="http://schemas.microsoft.com/office/drawing/2014/main" id="{1851456A-A2BE-404F-8A19-C6A9F912B643}"/>
              </a:ext>
            </a:extLst>
          </p:cNvPr>
          <p:cNvSpPr txBox="1">
            <a:spLocks/>
          </p:cNvSpPr>
          <p:nvPr/>
        </p:nvSpPr>
        <p:spPr>
          <a:xfrm>
            <a:off x="7281297" y="4705576"/>
            <a:ext cx="695483" cy="254494"/>
          </a:xfrm>
          <a:prstGeom prst="rect">
            <a:avLst/>
          </a:prstGeom>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ja-JP" altLang="en-US" sz="1000" dirty="0"/>
              <a:t>真ん中</a:t>
            </a:r>
          </a:p>
        </p:txBody>
      </p:sp>
      <p:sp>
        <p:nvSpPr>
          <p:cNvPr id="69" name="テキスト プレースホルダー 4">
            <a:extLst>
              <a:ext uri="{FF2B5EF4-FFF2-40B4-BE49-F238E27FC236}">
                <a16:creationId xmlns:a16="http://schemas.microsoft.com/office/drawing/2014/main" id="{D22C34C7-BA08-4BF3-A4AE-3D533A428F65}"/>
              </a:ext>
            </a:extLst>
          </p:cNvPr>
          <p:cNvSpPr txBox="1">
            <a:spLocks/>
          </p:cNvSpPr>
          <p:nvPr/>
        </p:nvSpPr>
        <p:spPr>
          <a:xfrm>
            <a:off x="8154394" y="4705576"/>
            <a:ext cx="695483" cy="254494"/>
          </a:xfrm>
          <a:prstGeom prst="rect">
            <a:avLst/>
          </a:prstGeom>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ja-JP" altLang="en-US" sz="1000" dirty="0"/>
              <a:t>廊下側</a:t>
            </a:r>
          </a:p>
        </p:txBody>
      </p:sp>
      <p:sp>
        <p:nvSpPr>
          <p:cNvPr id="82" name="テキスト プレースホルダー 4">
            <a:extLst>
              <a:ext uri="{FF2B5EF4-FFF2-40B4-BE49-F238E27FC236}">
                <a16:creationId xmlns:a16="http://schemas.microsoft.com/office/drawing/2014/main" id="{F40D1818-FCB6-4093-AEB0-0FF2F3263378}"/>
              </a:ext>
            </a:extLst>
          </p:cNvPr>
          <p:cNvSpPr txBox="1">
            <a:spLocks/>
          </p:cNvSpPr>
          <p:nvPr/>
        </p:nvSpPr>
        <p:spPr>
          <a:xfrm>
            <a:off x="1219336" y="3539397"/>
            <a:ext cx="740987" cy="554176"/>
          </a:xfrm>
          <a:prstGeom prst="rect">
            <a:avLst/>
          </a:prstGeom>
          <a:solidFill>
            <a:schemeClr val="bg1"/>
          </a:solidFill>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ja-JP" altLang="en-US" sz="1100" dirty="0"/>
              <a:t>窓側の</a:t>
            </a:r>
            <a:br>
              <a:rPr lang="ja-JP" altLang="en-US" sz="1100" dirty="0"/>
            </a:br>
            <a:r>
              <a:rPr lang="ja-JP" altLang="en-US" sz="1100" dirty="0"/>
              <a:t>前から</a:t>
            </a:r>
            <a:br>
              <a:rPr lang="ja-JP" altLang="en-US" sz="1100" dirty="0"/>
            </a:br>
            <a:r>
              <a:rPr lang="en-US" altLang="ja-JP" sz="1100" dirty="0"/>
              <a:t>1</a:t>
            </a:r>
            <a:r>
              <a:rPr lang="ja-JP" altLang="en-US" sz="1100" dirty="0"/>
              <a:t>列目</a:t>
            </a:r>
          </a:p>
        </p:txBody>
      </p:sp>
      <p:sp>
        <p:nvSpPr>
          <p:cNvPr id="83" name="テキスト プレースホルダー 4">
            <a:extLst>
              <a:ext uri="{FF2B5EF4-FFF2-40B4-BE49-F238E27FC236}">
                <a16:creationId xmlns:a16="http://schemas.microsoft.com/office/drawing/2014/main" id="{C9E552F9-0EF0-4220-ACED-75CAAD376DFA}"/>
              </a:ext>
            </a:extLst>
          </p:cNvPr>
          <p:cNvSpPr txBox="1">
            <a:spLocks/>
          </p:cNvSpPr>
          <p:nvPr/>
        </p:nvSpPr>
        <p:spPr>
          <a:xfrm>
            <a:off x="2874626" y="3891151"/>
            <a:ext cx="864295" cy="554176"/>
          </a:xfrm>
          <a:prstGeom prst="rect">
            <a:avLst/>
          </a:prstGeom>
          <a:solidFill>
            <a:schemeClr val="bg1"/>
          </a:solidFill>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ja-JP" altLang="en-US" sz="1100" dirty="0"/>
              <a:t>廊下側の</a:t>
            </a:r>
            <a:br>
              <a:rPr lang="ja-JP" altLang="en-US" sz="1100" dirty="0"/>
            </a:br>
            <a:r>
              <a:rPr lang="ja-JP" altLang="en-US" sz="1100" dirty="0"/>
              <a:t>前から</a:t>
            </a:r>
            <a:br>
              <a:rPr lang="ja-JP" altLang="en-US" sz="1100" dirty="0"/>
            </a:br>
            <a:r>
              <a:rPr lang="en-US" altLang="ja-JP" sz="1100" dirty="0"/>
              <a:t>3</a:t>
            </a:r>
            <a:r>
              <a:rPr lang="ja-JP" altLang="en-US" sz="1100" dirty="0"/>
              <a:t>列目</a:t>
            </a:r>
          </a:p>
        </p:txBody>
      </p:sp>
      <p:sp>
        <p:nvSpPr>
          <p:cNvPr id="66" name="テキスト プレースホルダー 4">
            <a:extLst>
              <a:ext uri="{FF2B5EF4-FFF2-40B4-BE49-F238E27FC236}">
                <a16:creationId xmlns:a16="http://schemas.microsoft.com/office/drawing/2014/main" id="{253E01AF-9A1B-4760-9359-E70B2E96CBA5}"/>
              </a:ext>
            </a:extLst>
          </p:cNvPr>
          <p:cNvSpPr txBox="1">
            <a:spLocks/>
          </p:cNvSpPr>
          <p:nvPr/>
        </p:nvSpPr>
        <p:spPr>
          <a:xfrm>
            <a:off x="5957641" y="2271390"/>
            <a:ext cx="575165" cy="254494"/>
          </a:xfrm>
          <a:prstGeom prst="rect">
            <a:avLst/>
          </a:prstGeom>
          <a:solidFill>
            <a:schemeClr val="bg1"/>
          </a:solidFill>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ja-JP" altLang="en-US" sz="1100" dirty="0"/>
              <a:t>山田</a:t>
            </a:r>
          </a:p>
        </p:txBody>
      </p:sp>
      <p:sp>
        <p:nvSpPr>
          <p:cNvPr id="75" name="テキスト プレースホルダー 4">
            <a:extLst>
              <a:ext uri="{FF2B5EF4-FFF2-40B4-BE49-F238E27FC236}">
                <a16:creationId xmlns:a16="http://schemas.microsoft.com/office/drawing/2014/main" id="{B8C5E32F-6A54-42C8-ADB5-AEADCF571A3E}"/>
              </a:ext>
            </a:extLst>
          </p:cNvPr>
          <p:cNvSpPr txBox="1">
            <a:spLocks/>
          </p:cNvSpPr>
          <p:nvPr/>
        </p:nvSpPr>
        <p:spPr>
          <a:xfrm>
            <a:off x="7697447" y="3570903"/>
            <a:ext cx="928764" cy="377115"/>
          </a:xfrm>
          <a:prstGeom prst="rect">
            <a:avLst/>
          </a:prstGeom>
          <a:solidFill>
            <a:schemeClr val="bg1"/>
          </a:solidFill>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ja-JP" altLang="en-US" sz="1100" dirty="0"/>
              <a:t>高橋</a:t>
            </a:r>
            <a:br>
              <a:rPr lang="en-US" altLang="ja-JP" sz="1100" dirty="0"/>
            </a:br>
            <a:r>
              <a:rPr lang="ja-JP" altLang="en-US" sz="1100" dirty="0"/>
              <a:t>リーダー</a:t>
            </a:r>
          </a:p>
          <a:p>
            <a:pPr marL="96838" indent="0">
              <a:buFont typeface="Arial" panose="020B0604020202020204" pitchFamily="34" charset="0"/>
              <a:buNone/>
            </a:pPr>
            <a:endParaRPr lang="ja-JP" altLang="en-US" sz="1100" dirty="0"/>
          </a:p>
        </p:txBody>
      </p:sp>
      <p:pic>
        <p:nvPicPr>
          <p:cNvPr id="71" name="Picture 2" descr="ふたが開いた段ボール箱のフリーイラスト素材">
            <a:extLst>
              <a:ext uri="{FF2B5EF4-FFF2-40B4-BE49-F238E27FC236}">
                <a16:creationId xmlns:a16="http://schemas.microsoft.com/office/drawing/2014/main" id="{70ECA3E6-1A4C-4BCF-B225-A3274F82CBA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35725" y="3168014"/>
            <a:ext cx="1689296" cy="1689296"/>
          </a:xfrm>
          <a:prstGeom prst="rect">
            <a:avLst/>
          </a:prstGeom>
          <a:noFill/>
          <a:extLst>
            <a:ext uri="{909E8E84-426E-40DD-AFC4-6F175D3DCCD1}">
              <a14:hiddenFill xmlns:a14="http://schemas.microsoft.com/office/drawing/2010/main">
                <a:solidFill>
                  <a:srgbClr val="FFFFFF"/>
                </a:solidFill>
              </a14:hiddenFill>
            </a:ext>
          </a:extLst>
        </p:spPr>
      </p:pic>
      <p:sp>
        <p:nvSpPr>
          <p:cNvPr id="77" name="テキスト プレースホルダー 4">
            <a:extLst>
              <a:ext uri="{FF2B5EF4-FFF2-40B4-BE49-F238E27FC236}">
                <a16:creationId xmlns:a16="http://schemas.microsoft.com/office/drawing/2014/main" id="{1567C8AC-F86D-4B8D-B98D-19B2ED9F5977}"/>
              </a:ext>
            </a:extLst>
          </p:cNvPr>
          <p:cNvSpPr txBox="1">
            <a:spLocks/>
          </p:cNvSpPr>
          <p:nvPr/>
        </p:nvSpPr>
        <p:spPr>
          <a:xfrm>
            <a:off x="4784863" y="3891151"/>
            <a:ext cx="864295" cy="554176"/>
          </a:xfrm>
          <a:prstGeom prst="rect">
            <a:avLst/>
          </a:prstGeom>
          <a:solidFill>
            <a:schemeClr val="bg1"/>
          </a:solidFill>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ja-JP" altLang="en-US" sz="1100" dirty="0"/>
              <a:t>廊下側の</a:t>
            </a:r>
            <a:br>
              <a:rPr lang="ja-JP" altLang="en-US" sz="1100" dirty="0"/>
            </a:br>
            <a:r>
              <a:rPr lang="ja-JP" altLang="en-US" sz="1100" dirty="0"/>
              <a:t>前から</a:t>
            </a:r>
            <a:br>
              <a:rPr lang="ja-JP" altLang="en-US" sz="1100" dirty="0"/>
            </a:br>
            <a:r>
              <a:rPr lang="en-US" altLang="ja-JP" sz="1100" dirty="0"/>
              <a:t>3</a:t>
            </a:r>
            <a:r>
              <a:rPr lang="ja-JP" altLang="en-US" sz="1100" dirty="0"/>
              <a:t>列目</a:t>
            </a:r>
          </a:p>
        </p:txBody>
      </p:sp>
      <p:sp>
        <p:nvSpPr>
          <p:cNvPr id="78" name="テキスト プレースホルダー 4">
            <a:extLst>
              <a:ext uri="{FF2B5EF4-FFF2-40B4-BE49-F238E27FC236}">
                <a16:creationId xmlns:a16="http://schemas.microsoft.com/office/drawing/2014/main" id="{741D704A-FC41-4F96-91C0-3C0B98081FF4}"/>
              </a:ext>
            </a:extLst>
          </p:cNvPr>
          <p:cNvSpPr txBox="1">
            <a:spLocks/>
          </p:cNvSpPr>
          <p:nvPr/>
        </p:nvSpPr>
        <p:spPr>
          <a:xfrm>
            <a:off x="4715781" y="4583448"/>
            <a:ext cx="1196504" cy="273862"/>
          </a:xfrm>
          <a:prstGeom prst="rect">
            <a:avLst/>
          </a:prstGeom>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en-US" altLang="ja-JP" dirty="0"/>
              <a:t>leader</a:t>
            </a:r>
            <a:endParaRPr lang="ja-JP" altLang="en-US" dirty="0"/>
          </a:p>
        </p:txBody>
      </p:sp>
      <p:sp>
        <p:nvSpPr>
          <p:cNvPr id="70" name="矢印: 左 69">
            <a:extLst>
              <a:ext uri="{FF2B5EF4-FFF2-40B4-BE49-F238E27FC236}">
                <a16:creationId xmlns:a16="http://schemas.microsoft.com/office/drawing/2014/main" id="{1DE05E02-E58E-4D2C-849F-58229AB7481F}"/>
              </a:ext>
            </a:extLst>
          </p:cNvPr>
          <p:cNvSpPr/>
          <p:nvPr/>
        </p:nvSpPr>
        <p:spPr>
          <a:xfrm flipH="1">
            <a:off x="5957641" y="3608455"/>
            <a:ext cx="1927630" cy="783520"/>
          </a:xfrm>
          <a:prstGeom prst="leftArrow">
            <a:avLst/>
          </a:prstGeom>
          <a:solidFill>
            <a:srgbClr val="C00000"/>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tx1"/>
              </a:solidFill>
            </a:endParaRPr>
          </a:p>
        </p:txBody>
      </p:sp>
      <p:sp>
        <p:nvSpPr>
          <p:cNvPr id="76" name="テキスト プレースホルダー 4">
            <a:extLst>
              <a:ext uri="{FF2B5EF4-FFF2-40B4-BE49-F238E27FC236}">
                <a16:creationId xmlns:a16="http://schemas.microsoft.com/office/drawing/2014/main" id="{7DB13B5B-63B7-4FAC-A742-1F3528ACEB25}"/>
              </a:ext>
            </a:extLst>
          </p:cNvPr>
          <p:cNvSpPr txBox="1">
            <a:spLocks/>
          </p:cNvSpPr>
          <p:nvPr/>
        </p:nvSpPr>
        <p:spPr>
          <a:xfrm>
            <a:off x="5830550" y="3753363"/>
            <a:ext cx="1921713" cy="273862"/>
          </a:xfrm>
          <a:prstGeom prst="rect">
            <a:avLst/>
          </a:prstGeom>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en-US" altLang="ja-JP" dirty="0">
                <a:solidFill>
                  <a:schemeClr val="bg1"/>
                </a:solidFill>
              </a:rPr>
              <a:t>leader.name </a:t>
            </a:r>
            <a:br>
              <a:rPr lang="en-US" altLang="ja-JP" dirty="0">
                <a:solidFill>
                  <a:schemeClr val="bg1"/>
                </a:solidFill>
              </a:rPr>
            </a:br>
            <a:r>
              <a:rPr lang="en-US" altLang="ja-JP" dirty="0">
                <a:solidFill>
                  <a:schemeClr val="bg1"/>
                </a:solidFill>
              </a:rPr>
              <a:t>+= "</a:t>
            </a:r>
            <a:r>
              <a:rPr lang="ja-JP" altLang="en-US" dirty="0">
                <a:solidFill>
                  <a:schemeClr val="bg1"/>
                </a:solidFill>
              </a:rPr>
              <a:t>リーダー</a:t>
            </a:r>
            <a:r>
              <a:rPr lang="en-US" altLang="ja-JP" dirty="0">
                <a:solidFill>
                  <a:schemeClr val="bg1"/>
                </a:solidFill>
              </a:rPr>
              <a:t>";</a:t>
            </a:r>
            <a:endParaRPr lang="ja-JP" altLang="en-US" dirty="0">
              <a:solidFill>
                <a:schemeClr val="bg1"/>
              </a:solidFill>
            </a:endParaRPr>
          </a:p>
        </p:txBody>
      </p:sp>
    </p:spTree>
    <p:extLst>
      <p:ext uri="{BB962C8B-B14F-4D97-AF65-F5344CB8AC3E}">
        <p14:creationId xmlns:p14="http://schemas.microsoft.com/office/powerpoint/2010/main" val="3061313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BFC7A35D-1013-4B1B-8268-48793F136D4C}"/>
              </a:ext>
            </a:extLst>
          </p:cNvPr>
          <p:cNvSpPr>
            <a:spLocks noGrp="1"/>
          </p:cNvSpPr>
          <p:nvPr>
            <p:ph type="ftr" sz="quarter" idx="11"/>
          </p:nvPr>
        </p:nvSpPr>
        <p:spPr/>
        <p:txBody>
          <a:bodyPr/>
          <a:lstStyle/>
          <a:p>
            <a:r>
              <a:rPr kumimoji="1" lang="en-US" altLang="ja-JP"/>
              <a:t>copyright ©ITCollege All Rights Reserved</a:t>
            </a:r>
            <a:endParaRPr kumimoji="1" lang="ja-JP" altLang="en-US" sz="1000"/>
          </a:p>
        </p:txBody>
      </p:sp>
      <p:sp>
        <p:nvSpPr>
          <p:cNvPr id="6" name="タイトル 5">
            <a:extLst>
              <a:ext uri="{FF2B5EF4-FFF2-40B4-BE49-F238E27FC236}">
                <a16:creationId xmlns:a16="http://schemas.microsoft.com/office/drawing/2014/main" id="{0F81E6C4-7841-4153-9948-3830F64F1715}"/>
              </a:ext>
            </a:extLst>
          </p:cNvPr>
          <p:cNvSpPr>
            <a:spLocks noGrp="1"/>
          </p:cNvSpPr>
          <p:nvPr>
            <p:ph type="ctrTitle"/>
          </p:nvPr>
        </p:nvSpPr>
        <p:spPr/>
        <p:txBody>
          <a:bodyPr/>
          <a:lstStyle/>
          <a:p>
            <a:r>
              <a:rPr lang="ja-JP" altLang="en-US" dirty="0"/>
              <a:t>クラスを作ったときにできるデータ型</a:t>
            </a:r>
          </a:p>
        </p:txBody>
      </p:sp>
      <p:sp>
        <p:nvSpPr>
          <p:cNvPr id="3" name="スライド番号プレースホルダー 2">
            <a:extLst>
              <a:ext uri="{FF2B5EF4-FFF2-40B4-BE49-F238E27FC236}">
                <a16:creationId xmlns:a16="http://schemas.microsoft.com/office/drawing/2014/main" id="{F54F27B3-DDBF-476A-AD49-46F9A05EE6D4}"/>
              </a:ext>
            </a:extLst>
          </p:cNvPr>
          <p:cNvSpPr>
            <a:spLocks noGrp="1"/>
          </p:cNvSpPr>
          <p:nvPr>
            <p:ph type="sldNum" sz="quarter" idx="4"/>
          </p:nvPr>
        </p:nvSpPr>
        <p:spPr/>
        <p:txBody>
          <a:bodyPr/>
          <a:lstStyle/>
          <a:p>
            <a:fld id="{6EC4605C-D4BC-457C-A820-CB9DC8935472}" type="slidenum">
              <a:rPr kumimoji="1" lang="ja-JP" altLang="en-US" smtClean="0"/>
              <a:pPr/>
              <a:t>12</a:t>
            </a:fld>
            <a:endParaRPr kumimoji="1" lang="ja-JP" altLang="en-US" sz="1200"/>
          </a:p>
        </p:txBody>
      </p:sp>
      <p:sp>
        <p:nvSpPr>
          <p:cNvPr id="8" name="テキスト プレースホルダー 7">
            <a:extLst>
              <a:ext uri="{FF2B5EF4-FFF2-40B4-BE49-F238E27FC236}">
                <a16:creationId xmlns:a16="http://schemas.microsoft.com/office/drawing/2014/main" id="{DC47DB6E-DE5F-461B-8DA6-D7E7BFB3D9CA}"/>
              </a:ext>
            </a:extLst>
          </p:cNvPr>
          <p:cNvSpPr>
            <a:spLocks noGrp="1"/>
          </p:cNvSpPr>
          <p:nvPr>
            <p:ph type="body" sz="quarter" idx="15"/>
          </p:nvPr>
        </p:nvSpPr>
        <p:spPr>
          <a:xfrm>
            <a:off x="463549" y="1023815"/>
            <a:ext cx="7177471" cy="1118544"/>
          </a:xfrm>
        </p:spPr>
        <p:txBody>
          <a:bodyPr/>
          <a:lstStyle/>
          <a:p>
            <a:pPr marL="387350" indent="-285750">
              <a:buFont typeface="Arial" panose="020B0604020202020204" pitchFamily="34" charset="0"/>
              <a:buChar char="•"/>
            </a:pPr>
            <a:r>
              <a:rPr lang="ja-JP" altLang="en-US" sz="1200" b="1" dirty="0"/>
              <a:t>基本型ではなくなったけれど、基本型で出来たことは同じようにできる</a:t>
            </a:r>
            <a:endParaRPr lang="en-US" altLang="ja-JP" sz="1200" b="1" dirty="0"/>
          </a:p>
          <a:p>
            <a:pPr marL="387350" indent="-285750">
              <a:buFont typeface="Arial" panose="020B0604020202020204" pitchFamily="34" charset="0"/>
              <a:buChar char="•"/>
            </a:pPr>
            <a:r>
              <a:rPr lang="ja-JP" altLang="en-US" sz="1200" dirty="0"/>
              <a:t>参照型がどのようにデータを保持しているのか、メモリの様子を図に描けることが大事</a:t>
            </a:r>
            <a:endParaRPr lang="en-US" altLang="ja-JP" sz="1200" b="1" dirty="0"/>
          </a:p>
        </p:txBody>
      </p:sp>
      <p:sp>
        <p:nvSpPr>
          <p:cNvPr id="9" name="テキスト プレースホルダー 8">
            <a:extLst>
              <a:ext uri="{FF2B5EF4-FFF2-40B4-BE49-F238E27FC236}">
                <a16:creationId xmlns:a16="http://schemas.microsoft.com/office/drawing/2014/main" id="{3B4B4B26-E1BE-4F2F-85DB-B4EB50CCB2D1}"/>
              </a:ext>
            </a:extLst>
          </p:cNvPr>
          <p:cNvSpPr>
            <a:spLocks noGrp="1"/>
          </p:cNvSpPr>
          <p:nvPr>
            <p:ph type="body" sz="quarter" idx="16"/>
          </p:nvPr>
        </p:nvSpPr>
        <p:spPr/>
        <p:txBody>
          <a:bodyPr/>
          <a:lstStyle/>
          <a:p>
            <a:endParaRPr lang="ja-JP" altLang="en-US"/>
          </a:p>
        </p:txBody>
      </p:sp>
      <p:sp>
        <p:nvSpPr>
          <p:cNvPr id="15" name="テキスト プレースホルダー 4">
            <a:extLst>
              <a:ext uri="{FF2B5EF4-FFF2-40B4-BE49-F238E27FC236}">
                <a16:creationId xmlns:a16="http://schemas.microsoft.com/office/drawing/2014/main" id="{04739463-A1A9-424A-9DD2-969D3E724B50}"/>
              </a:ext>
            </a:extLst>
          </p:cNvPr>
          <p:cNvSpPr>
            <a:spLocks noGrp="1"/>
          </p:cNvSpPr>
          <p:nvPr>
            <p:ph type="body" sz="quarter" idx="14"/>
          </p:nvPr>
        </p:nvSpPr>
        <p:spPr>
          <a:xfrm>
            <a:off x="462875" y="2295035"/>
            <a:ext cx="8216900" cy="2489053"/>
          </a:xfrm>
        </p:spPr>
        <p:txBody>
          <a:bodyPr/>
          <a:lstStyle/>
          <a:p>
            <a:pPr marL="96838" indent="0">
              <a:buNone/>
            </a:pPr>
            <a:r>
              <a:rPr kumimoji="1" lang="en-US" altLang="ja-JP" dirty="0"/>
              <a:t>Student</a:t>
            </a:r>
            <a:r>
              <a:rPr kumimoji="1" lang="ja-JP" altLang="en-US" dirty="0"/>
              <a:t>クラスを作ったら</a:t>
            </a:r>
            <a:r>
              <a:rPr kumimoji="1" lang="en-US" altLang="ja-JP" dirty="0"/>
              <a:t>Student</a:t>
            </a:r>
            <a:r>
              <a:rPr kumimoji="1" lang="ja-JP" altLang="en-US" dirty="0"/>
              <a:t>というデータ型を使うことができるようになりました。</a:t>
            </a:r>
          </a:p>
          <a:p>
            <a:pPr marL="96838" indent="0">
              <a:buNone/>
            </a:pPr>
            <a:r>
              <a:rPr lang="ja-JP" altLang="en-US" dirty="0"/>
              <a:t>このようにクラスを作ると同じ名前のデータ型ができます。このデータ型も今まで学習してきたデータ型とほとんど同じように使うことができます。すなわち、</a:t>
            </a:r>
          </a:p>
          <a:p>
            <a:pPr marL="96838" indent="0">
              <a:buNone/>
            </a:pPr>
            <a:r>
              <a:rPr kumimoji="1" lang="ja-JP" altLang="en-US" dirty="0"/>
              <a:t>　</a:t>
            </a:r>
            <a:r>
              <a:rPr lang="en-US" altLang="ja-JP" dirty="0"/>
              <a:t>1.</a:t>
            </a:r>
            <a:r>
              <a:rPr kumimoji="1" lang="ja-JP" altLang="en-US" dirty="0"/>
              <a:t>変数の型として使えます</a:t>
            </a:r>
          </a:p>
          <a:p>
            <a:pPr marL="96838" indent="0">
              <a:buNone/>
            </a:pPr>
            <a:r>
              <a:rPr lang="ja-JP" altLang="en-US" dirty="0"/>
              <a:t>　</a:t>
            </a:r>
            <a:r>
              <a:rPr lang="en-US" altLang="ja-JP" dirty="0"/>
              <a:t>2.</a:t>
            </a:r>
            <a:r>
              <a:rPr lang="ja-JP" altLang="en-US" dirty="0"/>
              <a:t>フィールドの型として使えます</a:t>
            </a:r>
          </a:p>
          <a:p>
            <a:pPr marL="96838" indent="0">
              <a:buNone/>
            </a:pPr>
            <a:r>
              <a:rPr kumimoji="1" lang="ja-JP" altLang="en-US" dirty="0"/>
              <a:t>　</a:t>
            </a:r>
            <a:r>
              <a:rPr kumimoji="1" lang="en-US" altLang="ja-JP" dirty="0"/>
              <a:t>3.</a:t>
            </a:r>
            <a:r>
              <a:rPr kumimoji="1" lang="ja-JP" altLang="en-US" dirty="0"/>
              <a:t>インスタンスを複数格納する配列にすることができます</a:t>
            </a:r>
          </a:p>
          <a:p>
            <a:pPr marL="96838" indent="0">
              <a:buNone/>
            </a:pPr>
            <a:r>
              <a:rPr kumimoji="1" lang="ja-JP" altLang="en-US" dirty="0"/>
              <a:t>　</a:t>
            </a:r>
            <a:r>
              <a:rPr kumimoji="1" lang="en-US" altLang="ja-JP" dirty="0"/>
              <a:t>4.</a:t>
            </a:r>
            <a:r>
              <a:rPr kumimoji="1" lang="ja-JP" altLang="en-US" dirty="0"/>
              <a:t>メソッドの引数の型として使えます</a:t>
            </a:r>
          </a:p>
          <a:p>
            <a:pPr marL="96838" indent="0">
              <a:buNone/>
            </a:pPr>
            <a:r>
              <a:rPr lang="ja-JP" altLang="en-US" dirty="0"/>
              <a:t>　</a:t>
            </a:r>
            <a:r>
              <a:rPr lang="en-US" altLang="ja-JP" dirty="0"/>
              <a:t>5.</a:t>
            </a:r>
            <a:r>
              <a:rPr lang="ja-JP" altLang="en-US" dirty="0"/>
              <a:t>メソッドの戻り値の型として使えます</a:t>
            </a:r>
          </a:p>
          <a:p>
            <a:pPr marL="96838" indent="0">
              <a:buNone/>
            </a:pPr>
            <a:r>
              <a:rPr kumimoji="1" lang="ja-JP" altLang="en-US" dirty="0"/>
              <a:t>ここでは</a:t>
            </a:r>
            <a:r>
              <a:rPr kumimoji="1" lang="en-US" altLang="ja-JP" dirty="0"/>
              <a:t>2.</a:t>
            </a:r>
            <a:r>
              <a:rPr kumimoji="1" lang="ja-JP" altLang="en-US" dirty="0"/>
              <a:t>と</a:t>
            </a:r>
            <a:r>
              <a:rPr kumimoji="1" lang="en-US" altLang="ja-JP" dirty="0"/>
              <a:t>5.</a:t>
            </a:r>
            <a:r>
              <a:rPr kumimoji="1" lang="ja-JP" altLang="en-US" dirty="0"/>
              <a:t>を使ってみることにしましょう。</a:t>
            </a:r>
          </a:p>
        </p:txBody>
      </p:sp>
    </p:spTree>
    <p:extLst>
      <p:ext uri="{BB962C8B-B14F-4D97-AF65-F5344CB8AC3E}">
        <p14:creationId xmlns:p14="http://schemas.microsoft.com/office/powerpoint/2010/main" val="23528867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DE764CD8-0B12-484E-890C-8A5A26296D13}"/>
              </a:ext>
            </a:extLst>
          </p:cNvPr>
          <p:cNvSpPr>
            <a:spLocks noGrp="1"/>
          </p:cNvSpPr>
          <p:nvPr>
            <p:ph type="ftr" sz="quarter" idx="11"/>
          </p:nvPr>
        </p:nvSpPr>
        <p:spPr/>
        <p:txBody>
          <a:bodyPr/>
          <a:lstStyle/>
          <a:p>
            <a:r>
              <a:rPr kumimoji="1" lang="en-US" altLang="ja-JP"/>
              <a:t>copyright ©ITCollege All Rights Reserved</a:t>
            </a:r>
            <a:endParaRPr kumimoji="1" lang="ja-JP" altLang="en-US" dirty="0">
              <a:latin typeface="+mn-ea"/>
            </a:endParaRPr>
          </a:p>
        </p:txBody>
      </p:sp>
      <p:sp>
        <p:nvSpPr>
          <p:cNvPr id="7" name="タイトル 6">
            <a:extLst>
              <a:ext uri="{FF2B5EF4-FFF2-40B4-BE49-F238E27FC236}">
                <a16:creationId xmlns:a16="http://schemas.microsoft.com/office/drawing/2014/main" id="{9630AD22-E64D-4A96-B059-2AF9F6580C25}"/>
              </a:ext>
            </a:extLst>
          </p:cNvPr>
          <p:cNvSpPr>
            <a:spLocks noGrp="1"/>
          </p:cNvSpPr>
          <p:nvPr>
            <p:ph type="ctrTitle"/>
          </p:nvPr>
        </p:nvSpPr>
        <p:spPr/>
        <p:txBody>
          <a:bodyPr/>
          <a:lstStyle/>
          <a:p>
            <a:r>
              <a:rPr lang="ja-JP" altLang="en-US" dirty="0"/>
              <a:t>クラスを作ったときにできるデータ型</a:t>
            </a:r>
          </a:p>
        </p:txBody>
      </p:sp>
      <p:sp>
        <p:nvSpPr>
          <p:cNvPr id="5" name="スライド番号プレースホルダー 4">
            <a:extLst>
              <a:ext uri="{FF2B5EF4-FFF2-40B4-BE49-F238E27FC236}">
                <a16:creationId xmlns:a16="http://schemas.microsoft.com/office/drawing/2014/main" id="{433B62C4-B6B9-4622-B802-69C25D6F2A49}"/>
              </a:ext>
            </a:extLst>
          </p:cNvPr>
          <p:cNvSpPr>
            <a:spLocks noGrp="1"/>
          </p:cNvSpPr>
          <p:nvPr>
            <p:ph type="sldNum" sz="quarter" idx="4"/>
          </p:nvPr>
        </p:nvSpPr>
        <p:spPr/>
        <p:txBody>
          <a:bodyPr/>
          <a:lstStyle/>
          <a:p>
            <a:fld id="{00000000-1234-1234-1234-123412341234}" type="slidenum">
              <a:rPr lang="en" smtClean="0"/>
              <a:pPr/>
              <a:t>13</a:t>
            </a:fld>
            <a:endParaRPr lang="en" dirty="0">
              <a:latin typeface="+mn-ea"/>
            </a:endParaRPr>
          </a:p>
        </p:txBody>
      </p:sp>
      <p:sp>
        <p:nvSpPr>
          <p:cNvPr id="8" name="テキスト プレースホルダー 7">
            <a:extLst>
              <a:ext uri="{FF2B5EF4-FFF2-40B4-BE49-F238E27FC236}">
                <a16:creationId xmlns:a16="http://schemas.microsoft.com/office/drawing/2014/main" id="{787CF02A-01AB-4517-BA3E-25572FA82648}"/>
              </a:ext>
            </a:extLst>
          </p:cNvPr>
          <p:cNvSpPr>
            <a:spLocks noGrp="1"/>
          </p:cNvSpPr>
          <p:nvPr>
            <p:ph type="body" sz="quarter" idx="14"/>
          </p:nvPr>
        </p:nvSpPr>
        <p:spPr>
          <a:xfrm>
            <a:off x="462875" y="859491"/>
            <a:ext cx="8216900" cy="464381"/>
          </a:xfrm>
        </p:spPr>
        <p:txBody>
          <a:bodyPr/>
          <a:lstStyle/>
          <a:p>
            <a:pPr marL="96838" indent="0">
              <a:buNone/>
            </a:pPr>
            <a:r>
              <a:rPr lang="ja-JP" altLang="en-US" dirty="0"/>
              <a:t>教室というクラスを作ってみます</a:t>
            </a:r>
            <a:r>
              <a:rPr lang="ja-JP" altLang="en-US"/>
              <a:t>。普通、教室</a:t>
            </a:r>
            <a:r>
              <a:rPr lang="ja-JP" altLang="en-US" dirty="0"/>
              <a:t>はたくさん受講生がいますが、長くなるので受講生が</a:t>
            </a:r>
            <a:r>
              <a:rPr lang="en-US" altLang="ja-JP" dirty="0"/>
              <a:t>2</a:t>
            </a:r>
            <a:r>
              <a:rPr lang="ja-JP" altLang="en-US" dirty="0"/>
              <a:t>人しかいないクラスとします。</a:t>
            </a:r>
          </a:p>
        </p:txBody>
      </p:sp>
      <p:sp>
        <p:nvSpPr>
          <p:cNvPr id="10" name="Google Shape;172;p19">
            <a:extLst>
              <a:ext uri="{FF2B5EF4-FFF2-40B4-BE49-F238E27FC236}">
                <a16:creationId xmlns:a16="http://schemas.microsoft.com/office/drawing/2014/main" id="{03E5262E-27F9-4F15-AA97-48369C097390}"/>
              </a:ext>
            </a:extLst>
          </p:cNvPr>
          <p:cNvSpPr/>
          <p:nvPr/>
        </p:nvSpPr>
        <p:spPr>
          <a:xfrm>
            <a:off x="759542" y="1327921"/>
            <a:ext cx="7990860" cy="2492517"/>
          </a:xfrm>
          <a:prstGeom prst="rect">
            <a:avLst/>
          </a:prstGeom>
          <a:solidFill>
            <a:schemeClr val="bg1"/>
          </a:solidFill>
          <a:ln w="12700" cap="flat" cmpd="sng">
            <a:no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r>
              <a:rPr lang="ja-JP" sz="1400" dirty="0">
                <a:solidFill>
                  <a:schemeClr val="dk1"/>
                </a:solidFill>
                <a:cs typeface="MS Gothic"/>
                <a:sym typeface="MS Gothic"/>
              </a:rPr>
              <a:t>public class </a:t>
            </a:r>
            <a:r>
              <a:rPr lang="en-US" altLang="ja-JP" sz="1400" dirty="0">
                <a:solidFill>
                  <a:schemeClr val="dk1"/>
                </a:solidFill>
                <a:cs typeface="MS Gothic"/>
                <a:sym typeface="MS Gothic"/>
              </a:rPr>
              <a:t>Classroom</a:t>
            </a:r>
            <a:r>
              <a:rPr lang="ja-JP" sz="1400" dirty="0">
                <a:solidFill>
                  <a:schemeClr val="dk1"/>
                </a:solidFill>
                <a:cs typeface="MS Gothic"/>
                <a:sym typeface="MS Gothic"/>
              </a:rPr>
              <a:t> {</a:t>
            </a:r>
            <a:endParaRPr lang="en-US" altLang="ja-JP" sz="1400" dirty="0">
              <a:solidFill>
                <a:schemeClr val="dk1"/>
              </a:solidFill>
              <a:cs typeface="MS Gothic"/>
              <a:sym typeface="MS Gothic"/>
            </a:endParaRPr>
          </a:p>
          <a:p>
            <a:r>
              <a:rPr lang="ja-JP" altLang="en-US" sz="1400" dirty="0">
                <a:solidFill>
                  <a:schemeClr val="dk1"/>
                </a:solidFill>
                <a:cs typeface="MS Gothic"/>
                <a:sym typeface="MS Gothic"/>
              </a:rPr>
              <a:t>    </a:t>
            </a:r>
            <a:r>
              <a:rPr lang="en-US" altLang="ja-JP" sz="1400" dirty="0">
                <a:solidFill>
                  <a:schemeClr val="dk1"/>
                </a:solidFill>
                <a:cs typeface="MS Gothic"/>
                <a:sym typeface="MS Gothic"/>
              </a:rPr>
              <a:t>String</a:t>
            </a:r>
            <a:r>
              <a:rPr lang="ja-JP" altLang="en-US" sz="1400" dirty="0">
                <a:solidFill>
                  <a:schemeClr val="dk1"/>
                </a:solidFill>
                <a:cs typeface="MS Gothic"/>
                <a:sym typeface="MS Gothic"/>
              </a:rPr>
              <a:t> </a:t>
            </a:r>
            <a:r>
              <a:rPr lang="en-US" altLang="ja-JP" sz="1400" dirty="0" err="1">
                <a:solidFill>
                  <a:schemeClr val="dk1"/>
                </a:solidFill>
                <a:cs typeface="MS Gothic"/>
                <a:sym typeface="MS Gothic"/>
              </a:rPr>
              <a:t>className</a:t>
            </a:r>
            <a:r>
              <a:rPr lang="en-US" altLang="ja-JP" sz="1400" dirty="0">
                <a:solidFill>
                  <a:schemeClr val="dk1"/>
                </a:solidFill>
                <a:cs typeface="MS Gothic"/>
                <a:sym typeface="MS Gothic"/>
              </a:rPr>
              <a:t>;</a:t>
            </a:r>
            <a:r>
              <a:rPr lang="ja-JP" altLang="en-US" sz="1400" dirty="0">
                <a:solidFill>
                  <a:schemeClr val="dk1"/>
                </a:solidFill>
                <a:cs typeface="MS Gothic"/>
                <a:sym typeface="MS Gothic"/>
              </a:rPr>
              <a:t>                 </a:t>
            </a:r>
            <a:r>
              <a:rPr lang="en-US" altLang="ja-JP" sz="1400" dirty="0">
                <a:solidFill>
                  <a:schemeClr val="dk1"/>
                </a:solidFill>
                <a:cs typeface="MS Gothic"/>
                <a:sym typeface="MS Gothic"/>
              </a:rPr>
              <a:t>//</a:t>
            </a:r>
            <a:r>
              <a:rPr lang="ja-JP" altLang="en-US" sz="1400" dirty="0">
                <a:solidFill>
                  <a:schemeClr val="dk1"/>
                </a:solidFill>
                <a:cs typeface="MS Gothic"/>
                <a:sym typeface="MS Gothic"/>
              </a:rPr>
              <a:t> 教室名</a:t>
            </a:r>
            <a:endParaRPr lang="en-US" altLang="ja-JP" sz="1400" dirty="0">
              <a:solidFill>
                <a:schemeClr val="dk1"/>
              </a:solidFill>
              <a:cs typeface="MS Gothic"/>
              <a:sym typeface="MS Gothic"/>
            </a:endParaRPr>
          </a:p>
          <a:p>
            <a:r>
              <a:rPr lang="ja-JP" altLang="en-US" sz="1400" dirty="0">
                <a:solidFill>
                  <a:schemeClr val="dk1"/>
                </a:solidFill>
                <a:cs typeface="MS Gothic"/>
                <a:sym typeface="MS Gothic"/>
              </a:rPr>
              <a:t>    </a:t>
            </a:r>
            <a:r>
              <a:rPr lang="en-US" altLang="ja-JP" sz="1400" b="1" dirty="0">
                <a:solidFill>
                  <a:srgbClr val="C00000"/>
                </a:solidFill>
                <a:cs typeface="MS Gothic"/>
                <a:sym typeface="MS Gothic"/>
              </a:rPr>
              <a:t>Student</a:t>
            </a:r>
            <a:r>
              <a:rPr lang="en-US" altLang="ja-JP" sz="1400" dirty="0">
                <a:solidFill>
                  <a:schemeClr val="dk1"/>
                </a:solidFill>
                <a:cs typeface="MS Gothic"/>
                <a:sym typeface="MS Gothic"/>
              </a:rPr>
              <a:t> student1;</a:t>
            </a:r>
            <a:r>
              <a:rPr lang="ja-JP" altLang="en-US" sz="1400" dirty="0">
                <a:solidFill>
                  <a:schemeClr val="dk1"/>
                </a:solidFill>
                <a:cs typeface="MS Gothic"/>
                <a:sym typeface="MS Gothic"/>
              </a:rPr>
              <a:t>                 </a:t>
            </a:r>
            <a:r>
              <a:rPr lang="en-US" altLang="ja-JP" sz="1400" dirty="0">
                <a:solidFill>
                  <a:schemeClr val="dk1"/>
                </a:solidFill>
                <a:cs typeface="MS Gothic"/>
                <a:sym typeface="MS Gothic"/>
              </a:rPr>
              <a:t>//</a:t>
            </a:r>
            <a:r>
              <a:rPr lang="ja-JP" altLang="en-US" sz="1400" dirty="0">
                <a:solidFill>
                  <a:schemeClr val="dk1"/>
                </a:solidFill>
                <a:cs typeface="MS Gothic"/>
                <a:sym typeface="MS Gothic"/>
              </a:rPr>
              <a:t> 受講生</a:t>
            </a:r>
            <a:r>
              <a:rPr lang="en-US" altLang="ja-JP" sz="1400" dirty="0">
                <a:solidFill>
                  <a:schemeClr val="dk1"/>
                </a:solidFill>
                <a:cs typeface="MS Gothic"/>
                <a:sym typeface="MS Gothic"/>
              </a:rPr>
              <a:t>1</a:t>
            </a:r>
          </a:p>
          <a:p>
            <a:r>
              <a:rPr lang="ja-JP" altLang="en-US" sz="1400" dirty="0">
                <a:solidFill>
                  <a:schemeClr val="dk1"/>
                </a:solidFill>
                <a:cs typeface="MS Gothic"/>
                <a:sym typeface="MS Gothic"/>
              </a:rPr>
              <a:t>    </a:t>
            </a:r>
            <a:r>
              <a:rPr lang="en-US" altLang="ja-JP" sz="1400" b="1" dirty="0">
                <a:solidFill>
                  <a:srgbClr val="C00000"/>
                </a:solidFill>
                <a:cs typeface="MS Gothic"/>
                <a:sym typeface="MS Gothic"/>
              </a:rPr>
              <a:t>Student</a:t>
            </a:r>
            <a:r>
              <a:rPr lang="en-US" altLang="ja-JP" sz="1400" dirty="0">
                <a:solidFill>
                  <a:schemeClr val="dk1"/>
                </a:solidFill>
                <a:cs typeface="MS Gothic"/>
                <a:sym typeface="MS Gothic"/>
              </a:rPr>
              <a:t> student2;</a:t>
            </a:r>
            <a:r>
              <a:rPr lang="ja-JP" altLang="en-US" sz="1400" dirty="0">
                <a:solidFill>
                  <a:schemeClr val="dk1"/>
                </a:solidFill>
                <a:cs typeface="MS Gothic"/>
                <a:sym typeface="MS Gothic"/>
              </a:rPr>
              <a:t>                 </a:t>
            </a:r>
            <a:r>
              <a:rPr lang="en-US" altLang="ja-JP" sz="1400" dirty="0">
                <a:solidFill>
                  <a:schemeClr val="dk1"/>
                </a:solidFill>
                <a:cs typeface="MS Gothic"/>
                <a:sym typeface="MS Gothic"/>
              </a:rPr>
              <a:t>//</a:t>
            </a:r>
            <a:r>
              <a:rPr lang="ja-JP" altLang="en-US" sz="1400" dirty="0">
                <a:solidFill>
                  <a:schemeClr val="dk1"/>
                </a:solidFill>
                <a:cs typeface="MS Gothic"/>
                <a:sym typeface="MS Gothic"/>
              </a:rPr>
              <a:t> 受講生</a:t>
            </a:r>
            <a:r>
              <a:rPr lang="en-US" altLang="ja-JP" sz="1400" dirty="0">
                <a:solidFill>
                  <a:schemeClr val="dk1"/>
                </a:solidFill>
                <a:cs typeface="MS Gothic"/>
                <a:sym typeface="MS Gothic"/>
              </a:rPr>
              <a:t>2</a:t>
            </a:r>
          </a:p>
          <a:p>
            <a:r>
              <a:rPr lang="ja-JP" altLang="en-US" sz="1400" dirty="0">
                <a:solidFill>
                  <a:schemeClr val="dk1"/>
                </a:solidFill>
                <a:cs typeface="MS Gothic"/>
                <a:sym typeface="MS Gothic"/>
              </a:rPr>
              <a:t>    </a:t>
            </a:r>
            <a:r>
              <a:rPr lang="en-US" altLang="ja-JP" sz="1400" b="1" dirty="0">
                <a:solidFill>
                  <a:srgbClr val="C00000"/>
                </a:solidFill>
                <a:cs typeface="MS Gothic"/>
                <a:sym typeface="MS Gothic"/>
              </a:rPr>
              <a:t>Student</a:t>
            </a:r>
            <a:r>
              <a:rPr lang="en-US" altLang="ja-JP" sz="1400" dirty="0">
                <a:solidFill>
                  <a:schemeClr val="dk1"/>
                </a:solidFill>
                <a:cs typeface="MS Gothic"/>
                <a:sym typeface="MS Gothic"/>
              </a:rPr>
              <a:t> leader;</a:t>
            </a:r>
            <a:r>
              <a:rPr lang="ja-JP" altLang="en-US" sz="1400" dirty="0">
                <a:solidFill>
                  <a:schemeClr val="dk1"/>
                </a:solidFill>
                <a:cs typeface="MS Gothic"/>
                <a:sym typeface="MS Gothic"/>
              </a:rPr>
              <a:t>                   </a:t>
            </a:r>
            <a:r>
              <a:rPr lang="en-US" altLang="ja-JP" sz="1400" dirty="0">
                <a:solidFill>
                  <a:schemeClr val="dk1"/>
                </a:solidFill>
                <a:cs typeface="MS Gothic"/>
                <a:sym typeface="MS Gothic"/>
              </a:rPr>
              <a:t>//</a:t>
            </a:r>
            <a:r>
              <a:rPr lang="ja-JP" altLang="en-US" sz="1400" dirty="0">
                <a:solidFill>
                  <a:schemeClr val="dk1"/>
                </a:solidFill>
                <a:cs typeface="MS Gothic"/>
                <a:sym typeface="MS Gothic"/>
              </a:rPr>
              <a:t> リーダーの受講生</a:t>
            </a:r>
            <a:endParaRPr lang="en-US" altLang="ja-JP" sz="1400" dirty="0">
              <a:solidFill>
                <a:schemeClr val="dk1"/>
              </a:solidFill>
              <a:cs typeface="MS Gothic"/>
              <a:sym typeface="MS Gothic"/>
            </a:endParaRPr>
          </a:p>
          <a:p>
            <a:endParaRPr lang="en-US" altLang="ja-JP" sz="1400" dirty="0">
              <a:solidFill>
                <a:schemeClr val="dk1"/>
              </a:solidFill>
              <a:cs typeface="MS Gothic"/>
              <a:sym typeface="MS Gothic"/>
            </a:endParaRPr>
          </a:p>
          <a:p>
            <a:r>
              <a:rPr lang="en-US" altLang="ja-JP" sz="1400" dirty="0">
                <a:solidFill>
                  <a:schemeClr val="dk1"/>
                </a:solidFill>
                <a:cs typeface="MS Gothic"/>
                <a:sym typeface="MS Gothic"/>
              </a:rPr>
              <a:t>    // </a:t>
            </a:r>
            <a:r>
              <a:rPr lang="ja-JP" altLang="en-US" sz="1400" dirty="0">
                <a:solidFill>
                  <a:schemeClr val="dk1"/>
                </a:solidFill>
                <a:cs typeface="MS Gothic"/>
                <a:sym typeface="MS Gothic"/>
              </a:rPr>
              <a:t>リーダーが誰かを教えてくれるメソッド</a:t>
            </a:r>
          </a:p>
          <a:p>
            <a:r>
              <a:rPr lang="ja-JP" altLang="en-US" sz="1400" dirty="0">
                <a:solidFill>
                  <a:schemeClr val="dk1"/>
                </a:solidFill>
                <a:cs typeface="MS Gothic"/>
                <a:sym typeface="MS Gothic"/>
              </a:rPr>
              <a:t>    </a:t>
            </a:r>
            <a:r>
              <a:rPr lang="en-US" altLang="ja-JP" sz="1400" b="1" dirty="0">
                <a:solidFill>
                  <a:srgbClr val="C00000"/>
                </a:solidFill>
                <a:cs typeface="MS Gothic"/>
                <a:sym typeface="MS Gothic"/>
              </a:rPr>
              <a:t>Student</a:t>
            </a:r>
            <a:r>
              <a:rPr lang="ja-JP" altLang="en-US" sz="1400" dirty="0">
                <a:solidFill>
                  <a:schemeClr val="dk1"/>
                </a:solidFill>
                <a:cs typeface="MS Gothic"/>
                <a:sym typeface="MS Gothic"/>
              </a:rPr>
              <a:t> </a:t>
            </a:r>
            <a:r>
              <a:rPr lang="en-US" altLang="ja-JP" sz="1400" dirty="0" err="1">
                <a:solidFill>
                  <a:schemeClr val="dk1"/>
                </a:solidFill>
                <a:cs typeface="MS Gothic"/>
                <a:sym typeface="MS Gothic"/>
              </a:rPr>
              <a:t>getLeader</a:t>
            </a:r>
            <a:r>
              <a:rPr lang="en-US" altLang="ja-JP" sz="1400" dirty="0">
                <a:solidFill>
                  <a:schemeClr val="dk1"/>
                </a:solidFill>
                <a:cs typeface="MS Gothic"/>
                <a:sym typeface="MS Gothic"/>
              </a:rPr>
              <a:t>()</a:t>
            </a:r>
            <a:r>
              <a:rPr lang="ja-JP" altLang="en-US" sz="1400" dirty="0">
                <a:solidFill>
                  <a:schemeClr val="dk1"/>
                </a:solidFill>
                <a:cs typeface="MS Gothic"/>
                <a:sym typeface="MS Gothic"/>
              </a:rPr>
              <a:t> </a:t>
            </a:r>
            <a:r>
              <a:rPr lang="en-US" altLang="ja-JP" sz="1400" dirty="0">
                <a:solidFill>
                  <a:schemeClr val="dk1"/>
                </a:solidFill>
                <a:cs typeface="MS Gothic"/>
                <a:sym typeface="MS Gothic"/>
              </a:rPr>
              <a:t>{</a:t>
            </a:r>
          </a:p>
          <a:p>
            <a:r>
              <a:rPr lang="en-US" altLang="ja-JP" sz="1400" dirty="0">
                <a:solidFill>
                  <a:schemeClr val="dk1"/>
                </a:solidFill>
                <a:cs typeface="MS Gothic"/>
                <a:sym typeface="MS Gothic"/>
              </a:rPr>
              <a:t>        return </a:t>
            </a:r>
            <a:r>
              <a:rPr lang="en-US" altLang="ja-JP" sz="1400" b="1" dirty="0" err="1">
                <a:solidFill>
                  <a:srgbClr val="C00000"/>
                </a:solidFill>
                <a:cs typeface="MS Gothic"/>
                <a:sym typeface="MS Gothic"/>
              </a:rPr>
              <a:t>this.leader</a:t>
            </a:r>
            <a:r>
              <a:rPr lang="en-US" altLang="ja-JP" sz="1400" dirty="0">
                <a:solidFill>
                  <a:schemeClr val="dk1"/>
                </a:solidFill>
                <a:cs typeface="MS Gothic"/>
                <a:sym typeface="MS Gothic"/>
              </a:rPr>
              <a:t>;</a:t>
            </a:r>
          </a:p>
          <a:p>
            <a:r>
              <a:rPr lang="en-US" altLang="ja-JP" sz="1400" dirty="0">
                <a:solidFill>
                  <a:schemeClr val="dk1"/>
                </a:solidFill>
                <a:cs typeface="MS Gothic"/>
                <a:sym typeface="MS Gothic"/>
              </a:rPr>
              <a:t>    }</a:t>
            </a:r>
            <a:endParaRPr lang="ja-JP" altLang="en-US" sz="1400" dirty="0">
              <a:solidFill>
                <a:schemeClr val="dk1"/>
              </a:solidFill>
              <a:cs typeface="MS Gothic"/>
              <a:sym typeface="MS Gothic"/>
            </a:endParaRPr>
          </a:p>
          <a:p>
            <a:r>
              <a:rPr lang="ja-JP" sz="1400" dirty="0">
                <a:solidFill>
                  <a:schemeClr val="dk1"/>
                </a:solidFill>
                <a:cs typeface="MS Gothic"/>
                <a:sym typeface="MS Gothic"/>
              </a:rPr>
              <a:t>}</a:t>
            </a:r>
            <a:endParaRPr sz="1400" dirty="0">
              <a:solidFill>
                <a:schemeClr val="dk1"/>
              </a:solidFill>
              <a:cs typeface="MS Gothic"/>
              <a:sym typeface="MS Gothic"/>
            </a:endParaRPr>
          </a:p>
        </p:txBody>
      </p:sp>
      <p:sp>
        <p:nvSpPr>
          <p:cNvPr id="11" name="テキスト プレースホルダー 7">
            <a:extLst>
              <a:ext uri="{FF2B5EF4-FFF2-40B4-BE49-F238E27FC236}">
                <a16:creationId xmlns:a16="http://schemas.microsoft.com/office/drawing/2014/main" id="{6AF47BE1-C24B-4E8D-87D5-E102ED149CEB}"/>
              </a:ext>
            </a:extLst>
          </p:cNvPr>
          <p:cNvSpPr txBox="1">
            <a:spLocks/>
          </p:cNvSpPr>
          <p:nvPr/>
        </p:nvSpPr>
        <p:spPr>
          <a:xfrm>
            <a:off x="462875" y="4177430"/>
            <a:ext cx="8216900" cy="684646"/>
          </a:xfrm>
          <a:prstGeom prst="rect">
            <a:avLst/>
          </a:prstGeom>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ja-JP" altLang="en-US" dirty="0"/>
              <a:t>次のページではこの教室クラスを使ってみるプログラムを考えます。</a:t>
            </a:r>
          </a:p>
        </p:txBody>
      </p:sp>
      <p:sp>
        <p:nvSpPr>
          <p:cNvPr id="12" name="吹き出し: 角を丸めた四角形 11">
            <a:extLst>
              <a:ext uri="{FF2B5EF4-FFF2-40B4-BE49-F238E27FC236}">
                <a16:creationId xmlns:a16="http://schemas.microsoft.com/office/drawing/2014/main" id="{2B73EFA5-64BE-46BE-A75A-F2B8F9627612}"/>
              </a:ext>
            </a:extLst>
          </p:cNvPr>
          <p:cNvSpPr/>
          <p:nvPr/>
        </p:nvSpPr>
        <p:spPr>
          <a:xfrm>
            <a:off x="3749146" y="1153426"/>
            <a:ext cx="4098410" cy="369012"/>
          </a:xfrm>
          <a:prstGeom prst="wedgeRoundRectCallout">
            <a:avLst>
              <a:gd name="adj1" fmla="val -96733"/>
              <a:gd name="adj2" fmla="val 137339"/>
              <a:gd name="adj3" fmla="val 16667"/>
            </a:avLst>
          </a:prstGeom>
          <a:solidFill>
            <a:schemeClr val="bg1"/>
          </a:solid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1400" dirty="0">
                <a:solidFill>
                  <a:schemeClr val="tx1"/>
                </a:solidFill>
              </a:rPr>
              <a:t>フィールドのデータ型を</a:t>
            </a:r>
            <a:r>
              <a:rPr kumimoji="1" lang="en-US" altLang="ja-JP" sz="1400" dirty="0">
                <a:solidFill>
                  <a:schemeClr val="tx1"/>
                </a:solidFill>
              </a:rPr>
              <a:t>Student</a:t>
            </a:r>
            <a:r>
              <a:rPr kumimoji="1" lang="ja-JP" altLang="en-US" sz="1400" dirty="0">
                <a:solidFill>
                  <a:schemeClr val="tx1"/>
                </a:solidFill>
              </a:rPr>
              <a:t>としています</a:t>
            </a:r>
          </a:p>
        </p:txBody>
      </p:sp>
      <p:sp>
        <p:nvSpPr>
          <p:cNvPr id="13" name="吹き出し: 角を丸めた四角形 12">
            <a:extLst>
              <a:ext uri="{FF2B5EF4-FFF2-40B4-BE49-F238E27FC236}">
                <a16:creationId xmlns:a16="http://schemas.microsoft.com/office/drawing/2014/main" id="{A76B12C2-7338-41FC-8226-D16898D88335}"/>
              </a:ext>
            </a:extLst>
          </p:cNvPr>
          <p:cNvSpPr/>
          <p:nvPr/>
        </p:nvSpPr>
        <p:spPr>
          <a:xfrm>
            <a:off x="4286048" y="2880397"/>
            <a:ext cx="4098410" cy="369012"/>
          </a:xfrm>
          <a:prstGeom prst="wedgeRoundRectCallout">
            <a:avLst>
              <a:gd name="adj1" fmla="val -79313"/>
              <a:gd name="adj2" fmla="val -22201"/>
              <a:gd name="adj3" fmla="val 16667"/>
            </a:avLst>
          </a:prstGeom>
          <a:solidFill>
            <a:schemeClr val="bg1"/>
          </a:solid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1400" dirty="0">
                <a:solidFill>
                  <a:schemeClr val="tx1"/>
                </a:solidFill>
              </a:rPr>
              <a:t>メソッドの戻り値の型を</a:t>
            </a:r>
            <a:r>
              <a:rPr kumimoji="1" lang="en-US" altLang="ja-JP" sz="1400" dirty="0">
                <a:solidFill>
                  <a:schemeClr val="tx1"/>
                </a:solidFill>
              </a:rPr>
              <a:t>Student</a:t>
            </a:r>
            <a:r>
              <a:rPr kumimoji="1" lang="ja-JP" altLang="en-US" sz="1400" dirty="0">
                <a:solidFill>
                  <a:schemeClr val="tx1"/>
                </a:solidFill>
              </a:rPr>
              <a:t>としています</a:t>
            </a:r>
          </a:p>
        </p:txBody>
      </p:sp>
      <p:sp>
        <p:nvSpPr>
          <p:cNvPr id="14" name="吹き出し: 角を丸めた四角形 13">
            <a:extLst>
              <a:ext uri="{FF2B5EF4-FFF2-40B4-BE49-F238E27FC236}">
                <a16:creationId xmlns:a16="http://schemas.microsoft.com/office/drawing/2014/main" id="{B034AD71-313F-4D78-9654-41578382C0DA}"/>
              </a:ext>
            </a:extLst>
          </p:cNvPr>
          <p:cNvSpPr/>
          <p:nvPr/>
        </p:nvSpPr>
        <p:spPr>
          <a:xfrm>
            <a:off x="3221336" y="3514484"/>
            <a:ext cx="4098410" cy="369012"/>
          </a:xfrm>
          <a:prstGeom prst="wedgeRoundRectCallout">
            <a:avLst>
              <a:gd name="adj1" fmla="val -61281"/>
              <a:gd name="adj2" fmla="val -107063"/>
              <a:gd name="adj3" fmla="val 16667"/>
            </a:avLst>
          </a:prstGeom>
          <a:solidFill>
            <a:schemeClr val="bg1"/>
          </a:solid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400" dirty="0">
                <a:solidFill>
                  <a:schemeClr val="tx1"/>
                </a:solidFill>
              </a:rPr>
              <a:t>return</a:t>
            </a:r>
            <a:r>
              <a:rPr kumimoji="1" lang="ja-JP" altLang="en-US" sz="1400" dirty="0">
                <a:solidFill>
                  <a:schemeClr val="tx1"/>
                </a:solidFill>
              </a:rPr>
              <a:t>の後ろは</a:t>
            </a:r>
            <a:r>
              <a:rPr kumimoji="1" lang="en-US" altLang="ja-JP" sz="1400" dirty="0">
                <a:solidFill>
                  <a:schemeClr val="tx1"/>
                </a:solidFill>
              </a:rPr>
              <a:t>Student</a:t>
            </a:r>
            <a:r>
              <a:rPr kumimoji="1" lang="ja-JP" altLang="en-US" sz="1400" dirty="0">
                <a:solidFill>
                  <a:schemeClr val="tx1"/>
                </a:solidFill>
              </a:rPr>
              <a:t>型の</a:t>
            </a:r>
            <a:r>
              <a:rPr kumimoji="1" lang="en-US" altLang="ja-JP" sz="1400" dirty="0" err="1">
                <a:solidFill>
                  <a:schemeClr val="tx1"/>
                </a:solidFill>
              </a:rPr>
              <a:t>this.leader</a:t>
            </a:r>
            <a:r>
              <a:rPr kumimoji="1" lang="ja-JP" altLang="en-US" sz="1400" dirty="0">
                <a:solidFill>
                  <a:schemeClr val="tx1"/>
                </a:solidFill>
              </a:rPr>
              <a:t>です</a:t>
            </a:r>
          </a:p>
        </p:txBody>
      </p:sp>
    </p:spTree>
    <p:extLst>
      <p:ext uri="{BB962C8B-B14F-4D97-AF65-F5344CB8AC3E}">
        <p14:creationId xmlns:p14="http://schemas.microsoft.com/office/powerpoint/2010/main" val="28207163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DE764CD8-0B12-484E-890C-8A5A26296D13}"/>
              </a:ext>
            </a:extLst>
          </p:cNvPr>
          <p:cNvSpPr>
            <a:spLocks noGrp="1"/>
          </p:cNvSpPr>
          <p:nvPr>
            <p:ph type="ftr" sz="quarter" idx="11"/>
          </p:nvPr>
        </p:nvSpPr>
        <p:spPr/>
        <p:txBody>
          <a:bodyPr/>
          <a:lstStyle/>
          <a:p>
            <a:r>
              <a:rPr kumimoji="1" lang="en-US" altLang="ja-JP"/>
              <a:t>copyright ©ITCollege All Rights Reserved</a:t>
            </a:r>
            <a:endParaRPr kumimoji="1" lang="ja-JP" altLang="en-US" dirty="0">
              <a:latin typeface="+mn-ea"/>
            </a:endParaRPr>
          </a:p>
        </p:txBody>
      </p:sp>
      <p:sp>
        <p:nvSpPr>
          <p:cNvPr id="7" name="タイトル 6">
            <a:extLst>
              <a:ext uri="{FF2B5EF4-FFF2-40B4-BE49-F238E27FC236}">
                <a16:creationId xmlns:a16="http://schemas.microsoft.com/office/drawing/2014/main" id="{9630AD22-E64D-4A96-B059-2AF9F6580C25}"/>
              </a:ext>
            </a:extLst>
          </p:cNvPr>
          <p:cNvSpPr>
            <a:spLocks noGrp="1"/>
          </p:cNvSpPr>
          <p:nvPr>
            <p:ph type="ctrTitle"/>
          </p:nvPr>
        </p:nvSpPr>
        <p:spPr/>
        <p:txBody>
          <a:bodyPr/>
          <a:lstStyle/>
          <a:p>
            <a:r>
              <a:rPr lang="ja-JP" altLang="en-US" dirty="0"/>
              <a:t>クラスを作ったときにできるデータ型</a:t>
            </a:r>
          </a:p>
        </p:txBody>
      </p:sp>
      <p:sp>
        <p:nvSpPr>
          <p:cNvPr id="5" name="スライド番号プレースホルダー 4">
            <a:extLst>
              <a:ext uri="{FF2B5EF4-FFF2-40B4-BE49-F238E27FC236}">
                <a16:creationId xmlns:a16="http://schemas.microsoft.com/office/drawing/2014/main" id="{433B62C4-B6B9-4622-B802-69C25D6F2A49}"/>
              </a:ext>
            </a:extLst>
          </p:cNvPr>
          <p:cNvSpPr>
            <a:spLocks noGrp="1"/>
          </p:cNvSpPr>
          <p:nvPr>
            <p:ph type="sldNum" sz="quarter" idx="4"/>
          </p:nvPr>
        </p:nvSpPr>
        <p:spPr/>
        <p:txBody>
          <a:bodyPr/>
          <a:lstStyle/>
          <a:p>
            <a:fld id="{00000000-1234-1234-1234-123412341234}" type="slidenum">
              <a:rPr lang="en" smtClean="0"/>
              <a:pPr/>
              <a:t>14</a:t>
            </a:fld>
            <a:endParaRPr lang="en" dirty="0">
              <a:latin typeface="+mn-ea"/>
            </a:endParaRPr>
          </a:p>
        </p:txBody>
      </p:sp>
      <p:sp>
        <p:nvSpPr>
          <p:cNvPr id="6" name="テキスト プレースホルダー 4">
            <a:extLst>
              <a:ext uri="{FF2B5EF4-FFF2-40B4-BE49-F238E27FC236}">
                <a16:creationId xmlns:a16="http://schemas.microsoft.com/office/drawing/2014/main" id="{5C5D35BD-799F-425D-A16C-01A0004D4511}"/>
              </a:ext>
            </a:extLst>
          </p:cNvPr>
          <p:cNvSpPr txBox="1">
            <a:spLocks/>
          </p:cNvSpPr>
          <p:nvPr/>
        </p:nvSpPr>
        <p:spPr>
          <a:xfrm>
            <a:off x="462876" y="805416"/>
            <a:ext cx="8098978" cy="4056659"/>
          </a:xfrm>
          <a:prstGeom prst="rect">
            <a:avLst/>
          </a:prstGeom>
          <a:solidFill>
            <a:schemeClr val="bg1"/>
          </a:solidFill>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en-US" altLang="ja-JP" dirty="0"/>
              <a:t>public class </a:t>
            </a:r>
            <a:r>
              <a:rPr lang="en-US" altLang="ja-JP" dirty="0" err="1"/>
              <a:t>ClassroomSample</a:t>
            </a:r>
            <a:r>
              <a:rPr lang="en-US" altLang="ja-JP" dirty="0"/>
              <a:t> {</a:t>
            </a:r>
            <a:br>
              <a:rPr lang="en-US" altLang="ja-JP" dirty="0"/>
            </a:br>
            <a:r>
              <a:rPr lang="en-US" altLang="ja-JP" dirty="0"/>
              <a:t>    public static void main(String[] </a:t>
            </a:r>
            <a:r>
              <a:rPr lang="en-US" altLang="ja-JP" dirty="0" err="1"/>
              <a:t>args</a:t>
            </a:r>
            <a:r>
              <a:rPr lang="en-US" altLang="ja-JP" dirty="0"/>
              <a:t>) {</a:t>
            </a:r>
            <a:br>
              <a:rPr lang="en-US" altLang="ja-JP" dirty="0"/>
            </a:br>
            <a:r>
              <a:rPr lang="en-US" altLang="ja-JP" dirty="0"/>
              <a:t>        // </a:t>
            </a:r>
            <a:r>
              <a:rPr lang="ja-JP" altLang="en-US" dirty="0"/>
              <a:t>教室インスタンスを作成</a:t>
            </a:r>
            <a:br>
              <a:rPr lang="en-US" altLang="ja-JP" dirty="0"/>
            </a:br>
            <a:r>
              <a:rPr lang="en-US" altLang="ja-JP" dirty="0"/>
              <a:t>        Classroom </a:t>
            </a:r>
            <a:r>
              <a:rPr lang="en-US" altLang="ja-JP" dirty="0" err="1"/>
              <a:t>classroom</a:t>
            </a:r>
            <a:r>
              <a:rPr lang="en-US" altLang="ja-JP" dirty="0"/>
              <a:t> = new Classroom();</a:t>
            </a:r>
            <a:br>
              <a:rPr lang="en-US" altLang="ja-JP" dirty="0"/>
            </a:br>
            <a:r>
              <a:rPr lang="en-US" altLang="ja-JP" dirty="0"/>
              <a:t>        // </a:t>
            </a:r>
            <a:r>
              <a:rPr lang="ja-JP" altLang="en-US" dirty="0"/>
              <a:t>それぞれのフィールドに代入</a:t>
            </a:r>
            <a:br>
              <a:rPr lang="ja-JP" altLang="en-US" dirty="0"/>
            </a:br>
            <a:r>
              <a:rPr lang="ja-JP" altLang="en-US" dirty="0"/>
              <a:t>        </a:t>
            </a:r>
            <a:r>
              <a:rPr lang="en-US" altLang="ja-JP" dirty="0" err="1"/>
              <a:t>classroom.className</a:t>
            </a:r>
            <a:r>
              <a:rPr lang="en-US" altLang="ja-JP" dirty="0"/>
              <a:t> = "3F-L";</a:t>
            </a:r>
            <a:r>
              <a:rPr lang="ja-JP" altLang="en-US" dirty="0"/>
              <a:t> </a:t>
            </a:r>
            <a:br>
              <a:rPr lang="ja-JP" altLang="en-US" dirty="0"/>
            </a:br>
            <a:r>
              <a:rPr lang="ja-JP" altLang="en-US" dirty="0"/>
              <a:t>        </a:t>
            </a:r>
            <a:r>
              <a:rPr lang="en-US" altLang="ja-JP" dirty="0"/>
              <a:t>classroom.student1 = new Student();</a:t>
            </a:r>
            <a:r>
              <a:rPr lang="ja-JP" altLang="en-US" dirty="0"/>
              <a:t> </a:t>
            </a:r>
            <a:br>
              <a:rPr lang="ja-JP" altLang="en-US" dirty="0"/>
            </a:br>
            <a:r>
              <a:rPr lang="ja-JP" altLang="en-US" dirty="0"/>
              <a:t>        </a:t>
            </a:r>
            <a:r>
              <a:rPr lang="en-US" altLang="ja-JP" dirty="0"/>
              <a:t>classroom.student2 = new Student();</a:t>
            </a:r>
            <a:r>
              <a:rPr lang="ja-JP" altLang="en-US" dirty="0"/>
              <a:t>  </a:t>
            </a:r>
            <a:br>
              <a:rPr lang="ja-JP" altLang="en-US" dirty="0"/>
            </a:br>
            <a:r>
              <a:rPr lang="ja-JP" altLang="en-US" dirty="0"/>
              <a:t>       </a:t>
            </a:r>
            <a:r>
              <a:rPr lang="en-US" altLang="ja-JP" dirty="0"/>
              <a:t> // </a:t>
            </a:r>
            <a:r>
              <a:rPr lang="ja-JP" altLang="en-US" dirty="0"/>
              <a:t>受講生インスタンスにデータを代入</a:t>
            </a:r>
            <a:br>
              <a:rPr lang="ja-JP" altLang="en-US" dirty="0"/>
            </a:br>
            <a:r>
              <a:rPr lang="ja-JP" altLang="en-US" dirty="0"/>
              <a:t>        </a:t>
            </a:r>
            <a:r>
              <a:rPr lang="en-US" altLang="ja-JP" b="1" dirty="0">
                <a:solidFill>
                  <a:srgbClr val="C00000"/>
                </a:solidFill>
              </a:rPr>
              <a:t>classroom.student1.name</a:t>
            </a:r>
            <a:r>
              <a:rPr lang="en-US" altLang="ja-JP" dirty="0"/>
              <a:t> = "</a:t>
            </a:r>
            <a:r>
              <a:rPr lang="ja-JP" altLang="en-US" dirty="0"/>
              <a:t>山田</a:t>
            </a:r>
            <a:r>
              <a:rPr lang="en-US" altLang="ja-JP" dirty="0"/>
              <a:t>";</a:t>
            </a:r>
            <a:r>
              <a:rPr lang="ja-JP" altLang="en-US" dirty="0"/>
              <a:t> </a:t>
            </a:r>
            <a:br>
              <a:rPr lang="ja-JP" altLang="en-US" dirty="0"/>
            </a:br>
            <a:r>
              <a:rPr lang="ja-JP" altLang="en-US" dirty="0"/>
              <a:t>        </a:t>
            </a:r>
            <a:r>
              <a:rPr lang="en-US" altLang="ja-JP" b="1" dirty="0">
                <a:solidFill>
                  <a:srgbClr val="C00000"/>
                </a:solidFill>
              </a:rPr>
              <a:t>classroom.student1.age</a:t>
            </a:r>
            <a:r>
              <a:rPr lang="en-US" altLang="ja-JP" dirty="0"/>
              <a:t> = 21;</a:t>
            </a:r>
            <a:r>
              <a:rPr lang="ja-JP" altLang="en-US" dirty="0"/>
              <a:t> </a:t>
            </a:r>
            <a:br>
              <a:rPr lang="ja-JP" altLang="en-US" dirty="0"/>
            </a:br>
            <a:r>
              <a:rPr lang="ja-JP" altLang="en-US" dirty="0"/>
              <a:t>        </a:t>
            </a:r>
            <a:r>
              <a:rPr lang="en-US" altLang="ja-JP" b="1" dirty="0">
                <a:solidFill>
                  <a:srgbClr val="C00000"/>
                </a:solidFill>
              </a:rPr>
              <a:t>classroom.student2.name</a:t>
            </a:r>
            <a:r>
              <a:rPr lang="en-US" altLang="ja-JP" dirty="0"/>
              <a:t> = "</a:t>
            </a:r>
            <a:r>
              <a:rPr lang="ja-JP" altLang="en-US" dirty="0"/>
              <a:t>高橋</a:t>
            </a:r>
            <a:r>
              <a:rPr lang="en-US" altLang="ja-JP" dirty="0"/>
              <a:t>";</a:t>
            </a:r>
            <a:r>
              <a:rPr lang="ja-JP" altLang="en-US" dirty="0"/>
              <a:t> </a:t>
            </a:r>
            <a:br>
              <a:rPr lang="ja-JP" altLang="en-US" dirty="0"/>
            </a:br>
            <a:r>
              <a:rPr lang="ja-JP" altLang="en-US" dirty="0"/>
              <a:t>        </a:t>
            </a:r>
            <a:r>
              <a:rPr lang="en-US" altLang="ja-JP" b="1" dirty="0">
                <a:solidFill>
                  <a:srgbClr val="C00000"/>
                </a:solidFill>
              </a:rPr>
              <a:t>classroom.student2.age</a:t>
            </a:r>
            <a:r>
              <a:rPr lang="en-US" altLang="ja-JP" dirty="0"/>
              <a:t> = 23;</a:t>
            </a:r>
            <a:r>
              <a:rPr lang="ja-JP" altLang="en-US" dirty="0"/>
              <a:t> </a:t>
            </a:r>
            <a:br>
              <a:rPr lang="en-US" altLang="ja-JP" dirty="0"/>
            </a:br>
            <a:r>
              <a:rPr lang="en-US" altLang="ja-JP" dirty="0"/>
              <a:t>        // </a:t>
            </a:r>
            <a:r>
              <a:rPr lang="ja-JP" altLang="en-US" dirty="0"/>
              <a:t>リーダーを高橋さんにする</a:t>
            </a:r>
            <a:br>
              <a:rPr lang="ja-JP" altLang="en-US" dirty="0"/>
            </a:br>
            <a:r>
              <a:rPr lang="ja-JP" altLang="en-US" dirty="0"/>
              <a:t>        </a:t>
            </a:r>
            <a:r>
              <a:rPr lang="en-US" altLang="ja-JP" dirty="0" err="1"/>
              <a:t>classroom.leader</a:t>
            </a:r>
            <a:r>
              <a:rPr lang="en-US" altLang="ja-JP" dirty="0"/>
              <a:t> = classroom.student2;</a:t>
            </a:r>
            <a:r>
              <a:rPr lang="ja-JP" altLang="en-US" dirty="0"/>
              <a:t> </a:t>
            </a:r>
            <a:br>
              <a:rPr lang="en-US" altLang="ja-JP" dirty="0"/>
            </a:br>
            <a:r>
              <a:rPr lang="en-US" altLang="ja-JP" dirty="0"/>
              <a:t>        // </a:t>
            </a:r>
            <a:r>
              <a:rPr lang="ja-JP" altLang="en-US" dirty="0"/>
              <a:t>リーダーは誰かを教えてくれるメソッドを呼び出す</a:t>
            </a:r>
            <a:br>
              <a:rPr lang="ja-JP" altLang="en-US" dirty="0"/>
            </a:br>
            <a:r>
              <a:rPr lang="ja-JP" altLang="en-US" dirty="0"/>
              <a:t>        </a:t>
            </a:r>
            <a:r>
              <a:rPr lang="en-US" altLang="ja-JP" b="1" dirty="0">
                <a:solidFill>
                  <a:srgbClr val="C00000"/>
                </a:solidFill>
              </a:rPr>
              <a:t>Student</a:t>
            </a:r>
            <a:r>
              <a:rPr lang="en-US" altLang="ja-JP" dirty="0"/>
              <a:t> </a:t>
            </a:r>
            <a:r>
              <a:rPr lang="en-US" altLang="ja-JP" b="1" dirty="0">
                <a:solidFill>
                  <a:srgbClr val="C00000"/>
                </a:solidFill>
              </a:rPr>
              <a:t>leader</a:t>
            </a:r>
            <a:r>
              <a:rPr lang="en-US" altLang="ja-JP" dirty="0"/>
              <a:t> = </a:t>
            </a:r>
            <a:r>
              <a:rPr lang="en-US" altLang="ja-JP" dirty="0" err="1"/>
              <a:t>classroom.getLeader</a:t>
            </a:r>
            <a:r>
              <a:rPr lang="en-US" altLang="ja-JP" dirty="0"/>
              <a:t>();</a:t>
            </a:r>
            <a:br>
              <a:rPr lang="en-US" altLang="ja-JP" dirty="0"/>
            </a:br>
            <a:r>
              <a:rPr lang="en-US" altLang="ja-JP" dirty="0"/>
              <a:t>        // </a:t>
            </a:r>
            <a:r>
              <a:rPr lang="ja-JP" altLang="en-US" dirty="0"/>
              <a:t>リーダーに自己紹介してもらう</a:t>
            </a:r>
            <a:br>
              <a:rPr lang="en-US" altLang="ja-JP" dirty="0"/>
            </a:br>
            <a:r>
              <a:rPr lang="en-US" altLang="ja-JP" dirty="0"/>
              <a:t>        </a:t>
            </a:r>
            <a:r>
              <a:rPr lang="en-US" altLang="ja-JP" dirty="0" err="1"/>
              <a:t>leader.introduce</a:t>
            </a:r>
            <a:r>
              <a:rPr lang="en-US" altLang="ja-JP" dirty="0"/>
              <a:t>();</a:t>
            </a:r>
            <a:br>
              <a:rPr lang="ja-JP" altLang="en-US" dirty="0"/>
            </a:br>
            <a:r>
              <a:rPr lang="ja-JP" altLang="en-US" dirty="0"/>
              <a:t>    </a:t>
            </a:r>
            <a:r>
              <a:rPr lang="en-US" altLang="ja-JP" dirty="0"/>
              <a:t>}</a:t>
            </a:r>
            <a:br>
              <a:rPr lang="en-US" altLang="ja-JP" dirty="0"/>
            </a:br>
            <a:r>
              <a:rPr lang="en-US" altLang="ja-JP" dirty="0"/>
              <a:t>}</a:t>
            </a:r>
            <a:endParaRPr lang="ja-JP" altLang="en-US" dirty="0"/>
          </a:p>
        </p:txBody>
      </p:sp>
      <p:sp>
        <p:nvSpPr>
          <p:cNvPr id="8" name="吹き出し: 角を丸めた四角形 7">
            <a:extLst>
              <a:ext uri="{FF2B5EF4-FFF2-40B4-BE49-F238E27FC236}">
                <a16:creationId xmlns:a16="http://schemas.microsoft.com/office/drawing/2014/main" id="{E85E0A70-CEE1-4D4F-8440-D7495FC03685}"/>
              </a:ext>
            </a:extLst>
          </p:cNvPr>
          <p:cNvSpPr/>
          <p:nvPr/>
        </p:nvSpPr>
        <p:spPr>
          <a:xfrm>
            <a:off x="4812141" y="1659699"/>
            <a:ext cx="4098410" cy="912051"/>
          </a:xfrm>
          <a:prstGeom prst="wedgeRoundRectCallout">
            <a:avLst>
              <a:gd name="adj1" fmla="val -61739"/>
              <a:gd name="adj2" fmla="val 69450"/>
              <a:gd name="adj3" fmla="val 16667"/>
            </a:avLst>
          </a:prstGeom>
          <a:solidFill>
            <a:schemeClr val="bg1"/>
          </a:solid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400" dirty="0">
                <a:solidFill>
                  <a:schemeClr val="tx1"/>
                </a:solidFill>
              </a:rPr>
              <a:t>classroom.student1</a:t>
            </a:r>
            <a:r>
              <a:rPr kumimoji="1" lang="ja-JP" altLang="en-US" sz="1400" dirty="0">
                <a:solidFill>
                  <a:schemeClr val="tx1"/>
                </a:solidFill>
              </a:rPr>
              <a:t>が受講生インスタンスです。</a:t>
            </a:r>
            <a:br>
              <a:rPr kumimoji="1" lang="ja-JP" altLang="en-US" sz="1400" dirty="0">
                <a:solidFill>
                  <a:schemeClr val="tx1"/>
                </a:solidFill>
              </a:rPr>
            </a:br>
            <a:r>
              <a:rPr kumimoji="1" lang="ja-JP" altLang="en-US" sz="1400" dirty="0">
                <a:solidFill>
                  <a:schemeClr val="tx1"/>
                </a:solidFill>
              </a:rPr>
              <a:t>このインスタンスの中にある</a:t>
            </a:r>
            <a:r>
              <a:rPr kumimoji="1" lang="en-US" altLang="ja-JP" sz="1400" dirty="0">
                <a:solidFill>
                  <a:schemeClr val="tx1"/>
                </a:solidFill>
              </a:rPr>
              <a:t>name</a:t>
            </a:r>
            <a:r>
              <a:rPr kumimoji="1" lang="ja-JP" altLang="en-US" sz="1400" dirty="0">
                <a:solidFill>
                  <a:schemeClr val="tx1"/>
                </a:solidFill>
              </a:rPr>
              <a:t>フィールドに代入するには</a:t>
            </a:r>
            <a:r>
              <a:rPr kumimoji="1" lang="en-US" altLang="ja-JP" sz="1400" dirty="0">
                <a:solidFill>
                  <a:schemeClr val="tx1"/>
                </a:solidFill>
              </a:rPr>
              <a:t>classroom.student1.name</a:t>
            </a:r>
            <a:r>
              <a:rPr kumimoji="1" lang="ja-JP" altLang="en-US" sz="1400" dirty="0">
                <a:solidFill>
                  <a:schemeClr val="tx1"/>
                </a:solidFill>
              </a:rPr>
              <a:t>と記述します。</a:t>
            </a:r>
          </a:p>
        </p:txBody>
      </p:sp>
      <p:sp>
        <p:nvSpPr>
          <p:cNvPr id="9" name="吹き出し: 角を丸めた四角形 8">
            <a:extLst>
              <a:ext uri="{FF2B5EF4-FFF2-40B4-BE49-F238E27FC236}">
                <a16:creationId xmlns:a16="http://schemas.microsoft.com/office/drawing/2014/main" id="{75F7C778-96F4-4DB5-9791-23F18AA75FDD}"/>
              </a:ext>
            </a:extLst>
          </p:cNvPr>
          <p:cNvSpPr/>
          <p:nvPr/>
        </p:nvSpPr>
        <p:spPr>
          <a:xfrm>
            <a:off x="5824451" y="3426033"/>
            <a:ext cx="3086100" cy="788729"/>
          </a:xfrm>
          <a:prstGeom prst="wedgeRoundRectCallout">
            <a:avLst>
              <a:gd name="adj1" fmla="val -82455"/>
              <a:gd name="adj2" fmla="val 27906"/>
              <a:gd name="adj3" fmla="val 16667"/>
            </a:avLst>
          </a:prstGeom>
          <a:solidFill>
            <a:schemeClr val="bg1"/>
          </a:solid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400" dirty="0" err="1">
                <a:solidFill>
                  <a:schemeClr val="tx1"/>
                </a:solidFill>
              </a:rPr>
              <a:t>getLeader</a:t>
            </a:r>
            <a:r>
              <a:rPr kumimoji="1" lang="en-US" altLang="ja-JP" sz="1400" dirty="0">
                <a:solidFill>
                  <a:schemeClr val="tx1"/>
                </a:solidFill>
              </a:rPr>
              <a:t>()</a:t>
            </a:r>
            <a:r>
              <a:rPr kumimoji="1" lang="ja-JP" altLang="en-US" sz="1400" dirty="0">
                <a:solidFill>
                  <a:schemeClr val="tx1"/>
                </a:solidFill>
              </a:rPr>
              <a:t>メソッドの戻り値が</a:t>
            </a:r>
            <a:r>
              <a:rPr kumimoji="1" lang="en-US" altLang="ja-JP" sz="1400" dirty="0">
                <a:solidFill>
                  <a:schemeClr val="tx1"/>
                </a:solidFill>
              </a:rPr>
              <a:t>Student</a:t>
            </a:r>
            <a:r>
              <a:rPr kumimoji="1" lang="ja-JP" altLang="en-US" sz="1400" dirty="0">
                <a:solidFill>
                  <a:schemeClr val="tx1"/>
                </a:solidFill>
              </a:rPr>
              <a:t>型なので</a:t>
            </a:r>
            <a:r>
              <a:rPr kumimoji="1" lang="en-US" altLang="ja-JP" sz="1400" dirty="0">
                <a:solidFill>
                  <a:schemeClr val="tx1"/>
                </a:solidFill>
              </a:rPr>
              <a:t>Student</a:t>
            </a:r>
            <a:r>
              <a:rPr kumimoji="1" lang="ja-JP" altLang="en-US" sz="1400" dirty="0">
                <a:solidFill>
                  <a:schemeClr val="tx1"/>
                </a:solidFill>
              </a:rPr>
              <a:t>型の変数</a:t>
            </a:r>
            <a:r>
              <a:rPr kumimoji="1" lang="en-US" altLang="ja-JP" sz="1400" dirty="0">
                <a:solidFill>
                  <a:schemeClr val="tx1"/>
                </a:solidFill>
              </a:rPr>
              <a:t>leader</a:t>
            </a:r>
            <a:r>
              <a:rPr kumimoji="1" lang="ja-JP" altLang="en-US" sz="1400" dirty="0">
                <a:solidFill>
                  <a:schemeClr val="tx1"/>
                </a:solidFill>
              </a:rPr>
              <a:t>を作ってそこに代入します</a:t>
            </a:r>
          </a:p>
        </p:txBody>
      </p:sp>
      <p:sp>
        <p:nvSpPr>
          <p:cNvPr id="10" name="吹き出し: 角を丸めた四角形 9">
            <a:extLst>
              <a:ext uri="{FF2B5EF4-FFF2-40B4-BE49-F238E27FC236}">
                <a16:creationId xmlns:a16="http://schemas.microsoft.com/office/drawing/2014/main" id="{4B623171-E435-4C11-9520-75765CA43F51}"/>
              </a:ext>
            </a:extLst>
          </p:cNvPr>
          <p:cNvSpPr/>
          <p:nvPr/>
        </p:nvSpPr>
        <p:spPr>
          <a:xfrm>
            <a:off x="3496778" y="4318247"/>
            <a:ext cx="2031173" cy="647313"/>
          </a:xfrm>
          <a:prstGeom prst="wedgeRoundRectCallout">
            <a:avLst>
              <a:gd name="adj1" fmla="val -68609"/>
              <a:gd name="adj2" fmla="val -32208"/>
              <a:gd name="adj3" fmla="val 16667"/>
            </a:avLst>
          </a:prstGeom>
          <a:solidFill>
            <a:schemeClr val="bg1"/>
          </a:solid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1400" dirty="0">
                <a:solidFill>
                  <a:schemeClr val="tx1"/>
                </a:solidFill>
              </a:rPr>
              <a:t>私は高橋と申します</a:t>
            </a:r>
            <a:br>
              <a:rPr kumimoji="1" lang="en-US" altLang="ja-JP" sz="1400" dirty="0">
                <a:solidFill>
                  <a:schemeClr val="tx1"/>
                </a:solidFill>
              </a:rPr>
            </a:br>
            <a:r>
              <a:rPr kumimoji="1" lang="en-US" altLang="ja-JP" sz="1400" dirty="0">
                <a:solidFill>
                  <a:schemeClr val="tx1"/>
                </a:solidFill>
              </a:rPr>
              <a:t>23</a:t>
            </a:r>
            <a:r>
              <a:rPr kumimoji="1" lang="ja-JP" altLang="en-US" sz="1400" dirty="0">
                <a:solidFill>
                  <a:schemeClr val="tx1"/>
                </a:solidFill>
              </a:rPr>
              <a:t>歳です</a:t>
            </a:r>
          </a:p>
          <a:p>
            <a:r>
              <a:rPr kumimoji="1" lang="ja-JP" altLang="en-US" sz="1400" dirty="0">
                <a:solidFill>
                  <a:schemeClr val="tx1"/>
                </a:solidFill>
              </a:rPr>
              <a:t>と表示されます</a:t>
            </a:r>
          </a:p>
        </p:txBody>
      </p:sp>
    </p:spTree>
    <p:extLst>
      <p:ext uri="{BB962C8B-B14F-4D97-AF65-F5344CB8AC3E}">
        <p14:creationId xmlns:p14="http://schemas.microsoft.com/office/powerpoint/2010/main" val="36932026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DE764CD8-0B12-484E-890C-8A5A26296D13}"/>
              </a:ext>
            </a:extLst>
          </p:cNvPr>
          <p:cNvSpPr>
            <a:spLocks noGrp="1"/>
          </p:cNvSpPr>
          <p:nvPr>
            <p:ph type="ftr" sz="quarter" idx="11"/>
          </p:nvPr>
        </p:nvSpPr>
        <p:spPr/>
        <p:txBody>
          <a:bodyPr/>
          <a:lstStyle/>
          <a:p>
            <a:r>
              <a:rPr kumimoji="1" lang="en-US" altLang="ja-JP"/>
              <a:t>copyright ©ITCollege All Rights Reserved</a:t>
            </a:r>
            <a:endParaRPr kumimoji="1" lang="ja-JP" altLang="en-US" dirty="0">
              <a:latin typeface="+mn-ea"/>
            </a:endParaRPr>
          </a:p>
        </p:txBody>
      </p:sp>
      <p:sp>
        <p:nvSpPr>
          <p:cNvPr id="7" name="タイトル 6">
            <a:extLst>
              <a:ext uri="{FF2B5EF4-FFF2-40B4-BE49-F238E27FC236}">
                <a16:creationId xmlns:a16="http://schemas.microsoft.com/office/drawing/2014/main" id="{9630AD22-E64D-4A96-B059-2AF9F6580C25}"/>
              </a:ext>
            </a:extLst>
          </p:cNvPr>
          <p:cNvSpPr>
            <a:spLocks noGrp="1"/>
          </p:cNvSpPr>
          <p:nvPr>
            <p:ph type="ctrTitle"/>
          </p:nvPr>
        </p:nvSpPr>
        <p:spPr/>
        <p:txBody>
          <a:bodyPr/>
          <a:lstStyle/>
          <a:p>
            <a:r>
              <a:rPr lang="ja-JP" altLang="en-US" dirty="0"/>
              <a:t>クラスを作ったときにできるデータ型</a:t>
            </a:r>
          </a:p>
        </p:txBody>
      </p:sp>
      <p:sp>
        <p:nvSpPr>
          <p:cNvPr id="5" name="スライド番号プレースホルダー 4">
            <a:extLst>
              <a:ext uri="{FF2B5EF4-FFF2-40B4-BE49-F238E27FC236}">
                <a16:creationId xmlns:a16="http://schemas.microsoft.com/office/drawing/2014/main" id="{433B62C4-B6B9-4622-B802-69C25D6F2A49}"/>
              </a:ext>
            </a:extLst>
          </p:cNvPr>
          <p:cNvSpPr>
            <a:spLocks noGrp="1"/>
          </p:cNvSpPr>
          <p:nvPr>
            <p:ph type="sldNum" sz="quarter" idx="4"/>
          </p:nvPr>
        </p:nvSpPr>
        <p:spPr/>
        <p:txBody>
          <a:bodyPr/>
          <a:lstStyle/>
          <a:p>
            <a:fld id="{00000000-1234-1234-1234-123412341234}" type="slidenum">
              <a:rPr lang="en" smtClean="0"/>
              <a:pPr/>
              <a:t>15</a:t>
            </a:fld>
            <a:endParaRPr lang="en" dirty="0">
              <a:latin typeface="+mn-ea"/>
            </a:endParaRPr>
          </a:p>
        </p:txBody>
      </p:sp>
      <p:sp>
        <p:nvSpPr>
          <p:cNvPr id="8" name="テキスト プレースホルダー 7">
            <a:extLst>
              <a:ext uri="{FF2B5EF4-FFF2-40B4-BE49-F238E27FC236}">
                <a16:creationId xmlns:a16="http://schemas.microsoft.com/office/drawing/2014/main" id="{787CF02A-01AB-4517-BA3E-25572FA82648}"/>
              </a:ext>
            </a:extLst>
          </p:cNvPr>
          <p:cNvSpPr>
            <a:spLocks noGrp="1"/>
          </p:cNvSpPr>
          <p:nvPr>
            <p:ph type="body" sz="quarter" idx="14"/>
          </p:nvPr>
        </p:nvSpPr>
        <p:spPr>
          <a:xfrm>
            <a:off x="462875" y="859491"/>
            <a:ext cx="8216900" cy="3926518"/>
          </a:xfrm>
        </p:spPr>
        <p:txBody>
          <a:bodyPr/>
          <a:lstStyle/>
          <a:p>
            <a:pPr marL="96838" indent="0">
              <a:buNone/>
            </a:pPr>
            <a:r>
              <a:rPr lang="ja-JP" altLang="en-US" dirty="0"/>
              <a:t>前のページまで見てきてわかるように、クラスを作ったときにできるデータ型は今まで学習してきたデータ型と何も違いはありません。</a:t>
            </a:r>
          </a:p>
          <a:p>
            <a:pPr marL="96838" indent="0">
              <a:buNone/>
            </a:pPr>
            <a:r>
              <a:rPr lang="ja-JP" altLang="en-US" dirty="0"/>
              <a:t>さて、データ型には「</a:t>
            </a:r>
            <a:r>
              <a:rPr lang="ja-JP" altLang="en-US" b="1" dirty="0">
                <a:solidFill>
                  <a:srgbClr val="C00000"/>
                </a:solidFill>
              </a:rPr>
              <a:t>基本型</a:t>
            </a:r>
            <a:r>
              <a:rPr lang="ja-JP" altLang="en-US" dirty="0"/>
              <a:t>」と「</a:t>
            </a:r>
            <a:r>
              <a:rPr lang="ja-JP" altLang="en-US" b="1" dirty="0">
                <a:solidFill>
                  <a:srgbClr val="C00000"/>
                </a:solidFill>
              </a:rPr>
              <a:t>参照型</a:t>
            </a:r>
            <a:r>
              <a:rPr lang="ja-JP" altLang="en-US" dirty="0"/>
              <a:t>」があることを「変数と型」の単元で学習しました。</a:t>
            </a:r>
            <a:br>
              <a:rPr lang="ja-JP" altLang="en-US" dirty="0"/>
            </a:br>
            <a:r>
              <a:rPr lang="ja-JP" altLang="en-US" dirty="0"/>
              <a:t>クラスを作ったときにできるデータ型はどちらでしょうか？</a:t>
            </a:r>
            <a:br>
              <a:rPr lang="en-US" altLang="ja-JP" dirty="0"/>
            </a:br>
            <a:r>
              <a:rPr lang="ja-JP" altLang="en-US" b="1" dirty="0">
                <a:solidFill>
                  <a:srgbClr val="C00000"/>
                </a:solidFill>
              </a:rPr>
              <a:t>答えは参照型</a:t>
            </a:r>
            <a:r>
              <a:rPr lang="ja-JP" altLang="en-US" dirty="0"/>
              <a:t>です。基本型は「変数と型」の単元で学習した</a:t>
            </a:r>
            <a:r>
              <a:rPr lang="en-US" altLang="ja-JP" dirty="0"/>
              <a:t>8</a:t>
            </a:r>
            <a:r>
              <a:rPr lang="ja-JP" altLang="en-US" dirty="0"/>
              <a:t>つ以外にはありません。</a:t>
            </a:r>
          </a:p>
          <a:p>
            <a:pPr marL="96838" indent="0">
              <a:buNone/>
            </a:pPr>
            <a:r>
              <a:rPr lang="ja-JP" altLang="en-US" b="1" dirty="0">
                <a:solidFill>
                  <a:srgbClr val="C00000"/>
                </a:solidFill>
              </a:rPr>
              <a:t>基本型は箱の中に「データそのもの」を入れるイメージ</a:t>
            </a:r>
            <a:r>
              <a:rPr lang="ja-JP" altLang="en-US" dirty="0"/>
              <a:t>です。</a:t>
            </a:r>
            <a:br>
              <a:rPr lang="ja-JP" altLang="en-US" dirty="0"/>
            </a:br>
            <a:r>
              <a:rPr lang="ja-JP" altLang="en-US" dirty="0"/>
              <a:t>一方</a:t>
            </a:r>
            <a:r>
              <a:rPr lang="ja-JP" altLang="en-US" b="1" dirty="0">
                <a:solidFill>
                  <a:srgbClr val="C00000"/>
                </a:solidFill>
              </a:rPr>
              <a:t>参照型は箱の中に入れるのは「データがある場所」を入れるイメージ</a:t>
            </a:r>
            <a:r>
              <a:rPr lang="ja-JP" altLang="en-US" dirty="0"/>
              <a:t>です。</a:t>
            </a:r>
            <a:endParaRPr lang="en-US" altLang="ja-JP" dirty="0"/>
          </a:p>
          <a:p>
            <a:pPr marL="96838" indent="0">
              <a:buNone/>
            </a:pPr>
            <a:r>
              <a:rPr lang="ja-JP" altLang="en-US" dirty="0"/>
              <a:t>「配列」の単元で出てきた配列変数も参照型の変数です。</a:t>
            </a:r>
            <a:endParaRPr lang="en-US" altLang="ja-JP" dirty="0"/>
          </a:p>
          <a:p>
            <a:pPr marL="96838" indent="0">
              <a:buNone/>
            </a:pPr>
            <a:r>
              <a:rPr lang="en-US" altLang="ja-JP" dirty="0"/>
              <a:t>(int</a:t>
            </a:r>
            <a:r>
              <a:rPr lang="ja-JP" altLang="en-US" dirty="0"/>
              <a:t>型は基本型だけど</a:t>
            </a:r>
            <a:r>
              <a:rPr lang="en-US" altLang="ja-JP" dirty="0"/>
              <a:t>int[]</a:t>
            </a:r>
            <a:r>
              <a:rPr lang="ja-JP" altLang="en-US" dirty="0"/>
              <a:t>型は参照型ということです</a:t>
            </a:r>
            <a:r>
              <a:rPr lang="en-US" altLang="ja-JP" dirty="0"/>
              <a:t>)</a:t>
            </a:r>
            <a:endParaRPr lang="ja-JP" altLang="en-US" dirty="0"/>
          </a:p>
        </p:txBody>
      </p:sp>
      <p:sp>
        <p:nvSpPr>
          <p:cNvPr id="15" name="正方形/長方形 14">
            <a:extLst>
              <a:ext uri="{FF2B5EF4-FFF2-40B4-BE49-F238E27FC236}">
                <a16:creationId xmlns:a16="http://schemas.microsoft.com/office/drawing/2014/main" id="{3173DB0A-A73A-4C64-8A08-4E0C23BD2999}"/>
              </a:ext>
            </a:extLst>
          </p:cNvPr>
          <p:cNvSpPr/>
          <p:nvPr/>
        </p:nvSpPr>
        <p:spPr>
          <a:xfrm>
            <a:off x="7044775" y="2491082"/>
            <a:ext cx="1241192" cy="202151"/>
          </a:xfrm>
          <a:prstGeom prst="rect">
            <a:avLst/>
          </a:prstGeom>
          <a:solidFill>
            <a:schemeClr val="accent6">
              <a:lumMod val="7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solidFill>
                  <a:schemeClr val="bg1"/>
                </a:solidFill>
              </a:rPr>
              <a:t>黒板</a:t>
            </a:r>
          </a:p>
        </p:txBody>
      </p:sp>
      <p:sp>
        <p:nvSpPr>
          <p:cNvPr id="16" name="正方形/長方形 15">
            <a:extLst>
              <a:ext uri="{FF2B5EF4-FFF2-40B4-BE49-F238E27FC236}">
                <a16:creationId xmlns:a16="http://schemas.microsoft.com/office/drawing/2014/main" id="{4DE5EA26-756B-43CB-8CE8-103A4EB4CE12}"/>
              </a:ext>
            </a:extLst>
          </p:cNvPr>
          <p:cNvSpPr/>
          <p:nvPr/>
        </p:nvSpPr>
        <p:spPr>
          <a:xfrm>
            <a:off x="6313578" y="2818356"/>
            <a:ext cx="713524" cy="522817"/>
          </a:xfrm>
          <a:prstGeom prst="rect">
            <a:avLst/>
          </a:prstGeom>
          <a:solidFill>
            <a:schemeClr val="accent4">
              <a:lumMod val="7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tx1"/>
              </a:solidFill>
            </a:endParaRPr>
          </a:p>
        </p:txBody>
      </p:sp>
      <p:pic>
        <p:nvPicPr>
          <p:cNvPr id="17" name="Picture 2" descr="ふたが開いた段ボール箱のフリーイラスト素材">
            <a:extLst>
              <a:ext uri="{FF2B5EF4-FFF2-40B4-BE49-F238E27FC236}">
                <a16:creationId xmlns:a16="http://schemas.microsoft.com/office/drawing/2014/main" id="{F8D11C93-7E3B-455A-8496-C2220397452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9542" y="3168014"/>
            <a:ext cx="1689296" cy="1689296"/>
          </a:xfrm>
          <a:prstGeom prst="rect">
            <a:avLst/>
          </a:prstGeom>
          <a:noFill/>
          <a:extLst>
            <a:ext uri="{909E8E84-426E-40DD-AFC4-6F175D3DCCD1}">
              <a14:hiddenFill xmlns:a14="http://schemas.microsoft.com/office/drawing/2010/main">
                <a:solidFill>
                  <a:srgbClr val="FFFFFF"/>
                </a:solidFill>
              </a14:hiddenFill>
            </a:ext>
          </a:extLst>
        </p:spPr>
      </p:pic>
      <p:sp>
        <p:nvSpPr>
          <p:cNvPr id="18" name="テキスト プレースホルダー 4">
            <a:extLst>
              <a:ext uri="{FF2B5EF4-FFF2-40B4-BE49-F238E27FC236}">
                <a16:creationId xmlns:a16="http://schemas.microsoft.com/office/drawing/2014/main" id="{8AA3657B-1730-4A0C-8B2C-BEC07F4ED696}"/>
              </a:ext>
            </a:extLst>
          </p:cNvPr>
          <p:cNvSpPr txBox="1">
            <a:spLocks/>
          </p:cNvSpPr>
          <p:nvPr/>
        </p:nvSpPr>
        <p:spPr>
          <a:xfrm>
            <a:off x="726114" y="4575441"/>
            <a:ext cx="1773838" cy="273862"/>
          </a:xfrm>
          <a:prstGeom prst="rect">
            <a:avLst/>
          </a:prstGeom>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en-US" altLang="ja-JP" dirty="0"/>
              <a:t>double</a:t>
            </a:r>
            <a:r>
              <a:rPr lang="ja-JP" altLang="en-US" dirty="0"/>
              <a:t>型</a:t>
            </a:r>
            <a:r>
              <a:rPr lang="en-US" altLang="ja-JP" dirty="0"/>
              <a:t>(</a:t>
            </a:r>
            <a:r>
              <a:rPr lang="ja-JP" altLang="en-US" dirty="0"/>
              <a:t>基本型</a:t>
            </a:r>
            <a:r>
              <a:rPr lang="en-US" altLang="ja-JP" dirty="0"/>
              <a:t>)</a:t>
            </a:r>
            <a:endParaRPr lang="ja-JP" altLang="en-US" dirty="0"/>
          </a:p>
        </p:txBody>
      </p:sp>
      <p:sp>
        <p:nvSpPr>
          <p:cNvPr id="28" name="正方形/長方形 27">
            <a:extLst>
              <a:ext uri="{FF2B5EF4-FFF2-40B4-BE49-F238E27FC236}">
                <a16:creationId xmlns:a16="http://schemas.microsoft.com/office/drawing/2014/main" id="{F37EF9C7-C907-4570-9EF5-3F4DC640574B}"/>
              </a:ext>
            </a:extLst>
          </p:cNvPr>
          <p:cNvSpPr/>
          <p:nvPr/>
        </p:nvSpPr>
        <p:spPr>
          <a:xfrm>
            <a:off x="6313578" y="3480087"/>
            <a:ext cx="713524" cy="522817"/>
          </a:xfrm>
          <a:prstGeom prst="rect">
            <a:avLst/>
          </a:prstGeom>
          <a:solidFill>
            <a:schemeClr val="accent4">
              <a:lumMod val="7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tx1"/>
              </a:solidFill>
            </a:endParaRPr>
          </a:p>
        </p:txBody>
      </p:sp>
      <p:sp>
        <p:nvSpPr>
          <p:cNvPr id="29" name="正方形/長方形 28">
            <a:extLst>
              <a:ext uri="{FF2B5EF4-FFF2-40B4-BE49-F238E27FC236}">
                <a16:creationId xmlns:a16="http://schemas.microsoft.com/office/drawing/2014/main" id="{617DCC0E-5CCB-4A67-B939-0021767A3AB4}"/>
              </a:ext>
            </a:extLst>
          </p:cNvPr>
          <p:cNvSpPr/>
          <p:nvPr/>
        </p:nvSpPr>
        <p:spPr>
          <a:xfrm>
            <a:off x="6313578" y="4161334"/>
            <a:ext cx="713524" cy="522817"/>
          </a:xfrm>
          <a:prstGeom prst="rect">
            <a:avLst/>
          </a:prstGeom>
          <a:solidFill>
            <a:schemeClr val="accent4">
              <a:lumMod val="7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tx1"/>
              </a:solidFill>
            </a:endParaRPr>
          </a:p>
        </p:txBody>
      </p:sp>
      <p:sp>
        <p:nvSpPr>
          <p:cNvPr id="30" name="正方形/長方形 29">
            <a:extLst>
              <a:ext uri="{FF2B5EF4-FFF2-40B4-BE49-F238E27FC236}">
                <a16:creationId xmlns:a16="http://schemas.microsoft.com/office/drawing/2014/main" id="{4CA75CE7-1946-4CC6-B3F6-E76DEBFA4FA4}"/>
              </a:ext>
            </a:extLst>
          </p:cNvPr>
          <p:cNvSpPr/>
          <p:nvPr/>
        </p:nvSpPr>
        <p:spPr>
          <a:xfrm>
            <a:off x="7242342" y="2818356"/>
            <a:ext cx="713524" cy="522817"/>
          </a:xfrm>
          <a:prstGeom prst="rect">
            <a:avLst/>
          </a:prstGeom>
          <a:solidFill>
            <a:schemeClr val="accent4">
              <a:lumMod val="7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tx1"/>
              </a:solidFill>
            </a:endParaRPr>
          </a:p>
        </p:txBody>
      </p:sp>
      <p:sp>
        <p:nvSpPr>
          <p:cNvPr id="31" name="正方形/長方形 30">
            <a:extLst>
              <a:ext uri="{FF2B5EF4-FFF2-40B4-BE49-F238E27FC236}">
                <a16:creationId xmlns:a16="http://schemas.microsoft.com/office/drawing/2014/main" id="{23B9758F-38DB-4032-8009-950BE1A3C1E9}"/>
              </a:ext>
            </a:extLst>
          </p:cNvPr>
          <p:cNvSpPr/>
          <p:nvPr/>
        </p:nvSpPr>
        <p:spPr>
          <a:xfrm>
            <a:off x="7242342" y="3489845"/>
            <a:ext cx="713524" cy="522817"/>
          </a:xfrm>
          <a:prstGeom prst="rect">
            <a:avLst/>
          </a:prstGeom>
          <a:solidFill>
            <a:schemeClr val="accent4">
              <a:lumMod val="7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tx1"/>
              </a:solidFill>
            </a:endParaRPr>
          </a:p>
        </p:txBody>
      </p:sp>
      <p:sp>
        <p:nvSpPr>
          <p:cNvPr id="32" name="正方形/長方形 31">
            <a:extLst>
              <a:ext uri="{FF2B5EF4-FFF2-40B4-BE49-F238E27FC236}">
                <a16:creationId xmlns:a16="http://schemas.microsoft.com/office/drawing/2014/main" id="{2A5A55E8-2DE6-4148-8054-FC9D94DD1280}"/>
              </a:ext>
            </a:extLst>
          </p:cNvPr>
          <p:cNvSpPr/>
          <p:nvPr/>
        </p:nvSpPr>
        <p:spPr>
          <a:xfrm>
            <a:off x="7242342" y="4161334"/>
            <a:ext cx="713524" cy="522817"/>
          </a:xfrm>
          <a:prstGeom prst="rect">
            <a:avLst/>
          </a:prstGeom>
          <a:solidFill>
            <a:schemeClr val="accent4">
              <a:lumMod val="7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tx1"/>
              </a:solidFill>
            </a:endParaRPr>
          </a:p>
        </p:txBody>
      </p:sp>
      <p:sp>
        <p:nvSpPr>
          <p:cNvPr id="33" name="正方形/長方形 32">
            <a:extLst>
              <a:ext uri="{FF2B5EF4-FFF2-40B4-BE49-F238E27FC236}">
                <a16:creationId xmlns:a16="http://schemas.microsoft.com/office/drawing/2014/main" id="{65E4B001-8A0B-4A66-82B3-4A709739E1A7}"/>
              </a:ext>
            </a:extLst>
          </p:cNvPr>
          <p:cNvSpPr/>
          <p:nvPr/>
        </p:nvSpPr>
        <p:spPr>
          <a:xfrm>
            <a:off x="8154394" y="2818356"/>
            <a:ext cx="713524" cy="522817"/>
          </a:xfrm>
          <a:prstGeom prst="rect">
            <a:avLst/>
          </a:prstGeom>
          <a:solidFill>
            <a:schemeClr val="accent4">
              <a:lumMod val="7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tx1"/>
              </a:solidFill>
            </a:endParaRPr>
          </a:p>
        </p:txBody>
      </p:sp>
      <p:sp>
        <p:nvSpPr>
          <p:cNvPr id="34" name="正方形/長方形 33">
            <a:extLst>
              <a:ext uri="{FF2B5EF4-FFF2-40B4-BE49-F238E27FC236}">
                <a16:creationId xmlns:a16="http://schemas.microsoft.com/office/drawing/2014/main" id="{315DB941-4523-48DA-940E-2D4556341334}"/>
              </a:ext>
            </a:extLst>
          </p:cNvPr>
          <p:cNvSpPr/>
          <p:nvPr/>
        </p:nvSpPr>
        <p:spPr>
          <a:xfrm>
            <a:off x="8154394" y="3489845"/>
            <a:ext cx="713524" cy="522817"/>
          </a:xfrm>
          <a:prstGeom prst="rect">
            <a:avLst/>
          </a:prstGeom>
          <a:solidFill>
            <a:schemeClr val="accent4">
              <a:lumMod val="7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tx1"/>
              </a:solidFill>
            </a:endParaRPr>
          </a:p>
        </p:txBody>
      </p:sp>
      <p:sp>
        <p:nvSpPr>
          <p:cNvPr id="35" name="正方形/長方形 34">
            <a:extLst>
              <a:ext uri="{FF2B5EF4-FFF2-40B4-BE49-F238E27FC236}">
                <a16:creationId xmlns:a16="http://schemas.microsoft.com/office/drawing/2014/main" id="{2E051F30-A976-4202-BED3-6F9C0E380CD5}"/>
              </a:ext>
            </a:extLst>
          </p:cNvPr>
          <p:cNvSpPr/>
          <p:nvPr/>
        </p:nvSpPr>
        <p:spPr>
          <a:xfrm>
            <a:off x="8154394" y="4161334"/>
            <a:ext cx="713524" cy="522817"/>
          </a:xfrm>
          <a:prstGeom prst="rect">
            <a:avLst/>
          </a:prstGeom>
          <a:solidFill>
            <a:schemeClr val="accent4">
              <a:lumMod val="7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tx1"/>
              </a:solidFill>
            </a:endParaRPr>
          </a:p>
        </p:txBody>
      </p:sp>
      <p:sp>
        <p:nvSpPr>
          <p:cNvPr id="36" name="五角形 35">
            <a:extLst>
              <a:ext uri="{FF2B5EF4-FFF2-40B4-BE49-F238E27FC236}">
                <a16:creationId xmlns:a16="http://schemas.microsoft.com/office/drawing/2014/main" id="{4E82391C-EBF4-4970-AB6D-94235C7DBDF9}"/>
              </a:ext>
            </a:extLst>
          </p:cNvPr>
          <p:cNvSpPr/>
          <p:nvPr/>
        </p:nvSpPr>
        <p:spPr>
          <a:xfrm>
            <a:off x="7899744" y="3670400"/>
            <a:ext cx="1110257" cy="976766"/>
          </a:xfrm>
          <a:prstGeom prst="pentagon">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tx1"/>
              </a:solidFill>
            </a:endParaRPr>
          </a:p>
        </p:txBody>
      </p:sp>
      <p:pic>
        <p:nvPicPr>
          <p:cNvPr id="37" name="Picture 2" descr="ふたが開いた段ボール箱のフリーイラスト素材">
            <a:extLst>
              <a:ext uri="{FF2B5EF4-FFF2-40B4-BE49-F238E27FC236}">
                <a16:creationId xmlns:a16="http://schemas.microsoft.com/office/drawing/2014/main" id="{781AC39D-6DD6-4808-B452-C9B997E0633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82787" y="3732094"/>
            <a:ext cx="476536" cy="476536"/>
          </a:xfrm>
          <a:prstGeom prst="rect">
            <a:avLst/>
          </a:prstGeom>
          <a:noFill/>
          <a:extLst>
            <a:ext uri="{909E8E84-426E-40DD-AFC4-6F175D3DCCD1}">
              <a14:hiddenFill xmlns:a14="http://schemas.microsoft.com/office/drawing/2010/main">
                <a:solidFill>
                  <a:srgbClr val="FFFFFF"/>
                </a:solidFill>
              </a14:hiddenFill>
            </a:ext>
          </a:extLst>
        </p:spPr>
      </p:pic>
      <p:sp>
        <p:nvSpPr>
          <p:cNvPr id="38" name="テキスト プレースホルダー 4">
            <a:extLst>
              <a:ext uri="{FF2B5EF4-FFF2-40B4-BE49-F238E27FC236}">
                <a16:creationId xmlns:a16="http://schemas.microsoft.com/office/drawing/2014/main" id="{BD6A22FE-B665-4853-AF9C-5F687546B8D7}"/>
              </a:ext>
            </a:extLst>
          </p:cNvPr>
          <p:cNvSpPr txBox="1">
            <a:spLocks/>
          </p:cNvSpPr>
          <p:nvPr/>
        </p:nvSpPr>
        <p:spPr>
          <a:xfrm>
            <a:off x="7879354" y="4027109"/>
            <a:ext cx="813225" cy="254494"/>
          </a:xfrm>
          <a:prstGeom prst="rect">
            <a:avLst/>
          </a:prstGeom>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en-US" altLang="ja-JP" dirty="0"/>
              <a:t>name</a:t>
            </a:r>
            <a:endParaRPr lang="ja-JP" altLang="en-US" dirty="0"/>
          </a:p>
        </p:txBody>
      </p:sp>
      <p:pic>
        <p:nvPicPr>
          <p:cNvPr id="39" name="Picture 2" descr="ふたが開いた段ボール箱のフリーイラスト素材">
            <a:extLst>
              <a:ext uri="{FF2B5EF4-FFF2-40B4-BE49-F238E27FC236}">
                <a16:creationId xmlns:a16="http://schemas.microsoft.com/office/drawing/2014/main" id="{BFF537FC-8DA2-40BA-8CF3-32D59FB8FD8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82032" y="3743465"/>
            <a:ext cx="476536" cy="476536"/>
          </a:xfrm>
          <a:prstGeom prst="rect">
            <a:avLst/>
          </a:prstGeom>
          <a:noFill/>
          <a:extLst>
            <a:ext uri="{909E8E84-426E-40DD-AFC4-6F175D3DCCD1}">
              <a14:hiddenFill xmlns:a14="http://schemas.microsoft.com/office/drawing/2010/main">
                <a:solidFill>
                  <a:srgbClr val="FFFFFF"/>
                </a:solidFill>
              </a14:hiddenFill>
            </a:ext>
          </a:extLst>
        </p:spPr>
      </p:pic>
      <p:sp>
        <p:nvSpPr>
          <p:cNvPr id="40" name="テキスト プレースホルダー 4">
            <a:extLst>
              <a:ext uri="{FF2B5EF4-FFF2-40B4-BE49-F238E27FC236}">
                <a16:creationId xmlns:a16="http://schemas.microsoft.com/office/drawing/2014/main" id="{55521BD6-B3BD-413E-9C72-AB404FE85B77}"/>
              </a:ext>
            </a:extLst>
          </p:cNvPr>
          <p:cNvSpPr txBox="1">
            <a:spLocks/>
          </p:cNvSpPr>
          <p:nvPr/>
        </p:nvSpPr>
        <p:spPr>
          <a:xfrm>
            <a:off x="8408575" y="4008102"/>
            <a:ext cx="600466" cy="249815"/>
          </a:xfrm>
          <a:prstGeom prst="rect">
            <a:avLst/>
          </a:prstGeom>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en-US" altLang="ja-JP" dirty="0"/>
              <a:t>age</a:t>
            </a:r>
            <a:endParaRPr lang="ja-JP" altLang="en-US" dirty="0"/>
          </a:p>
        </p:txBody>
      </p:sp>
      <p:sp>
        <p:nvSpPr>
          <p:cNvPr id="41" name="雲 40">
            <a:extLst>
              <a:ext uri="{FF2B5EF4-FFF2-40B4-BE49-F238E27FC236}">
                <a16:creationId xmlns:a16="http://schemas.microsoft.com/office/drawing/2014/main" id="{C63F9203-1485-4E30-A776-6E046F7A3065}"/>
              </a:ext>
            </a:extLst>
          </p:cNvPr>
          <p:cNvSpPr/>
          <p:nvPr/>
        </p:nvSpPr>
        <p:spPr>
          <a:xfrm>
            <a:off x="8076223" y="4289642"/>
            <a:ext cx="745298" cy="353880"/>
          </a:xfrm>
          <a:prstGeom prst="cloud">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tx1"/>
              </a:solidFill>
            </a:endParaRPr>
          </a:p>
        </p:txBody>
      </p:sp>
      <p:sp>
        <p:nvSpPr>
          <p:cNvPr id="42" name="テキスト プレースホルダー 4">
            <a:extLst>
              <a:ext uri="{FF2B5EF4-FFF2-40B4-BE49-F238E27FC236}">
                <a16:creationId xmlns:a16="http://schemas.microsoft.com/office/drawing/2014/main" id="{C2A6DE5C-5F4F-46D5-929C-0F56393C612D}"/>
              </a:ext>
            </a:extLst>
          </p:cNvPr>
          <p:cNvSpPr txBox="1">
            <a:spLocks/>
          </p:cNvSpPr>
          <p:nvPr/>
        </p:nvSpPr>
        <p:spPr>
          <a:xfrm>
            <a:off x="7884157" y="4319519"/>
            <a:ext cx="1124884" cy="153760"/>
          </a:xfrm>
          <a:prstGeom prst="rect">
            <a:avLst/>
          </a:prstGeom>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en-US" altLang="ja-JP" dirty="0"/>
              <a:t>introduce</a:t>
            </a:r>
            <a:endParaRPr lang="ja-JP" altLang="en-US" dirty="0"/>
          </a:p>
        </p:txBody>
      </p:sp>
      <p:sp>
        <p:nvSpPr>
          <p:cNvPr id="43" name="テキスト プレースホルダー 4">
            <a:extLst>
              <a:ext uri="{FF2B5EF4-FFF2-40B4-BE49-F238E27FC236}">
                <a16:creationId xmlns:a16="http://schemas.microsoft.com/office/drawing/2014/main" id="{B3A8B5A9-8E84-4123-AF70-6D03C6D0C564}"/>
              </a:ext>
            </a:extLst>
          </p:cNvPr>
          <p:cNvSpPr txBox="1">
            <a:spLocks/>
          </p:cNvSpPr>
          <p:nvPr/>
        </p:nvSpPr>
        <p:spPr>
          <a:xfrm>
            <a:off x="6343067" y="4705576"/>
            <a:ext cx="630348" cy="254494"/>
          </a:xfrm>
          <a:prstGeom prst="rect">
            <a:avLst/>
          </a:prstGeom>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ja-JP" altLang="en-US" sz="1000" dirty="0"/>
              <a:t>窓側</a:t>
            </a:r>
          </a:p>
        </p:txBody>
      </p:sp>
      <p:sp>
        <p:nvSpPr>
          <p:cNvPr id="44" name="テキスト プレースホルダー 4">
            <a:extLst>
              <a:ext uri="{FF2B5EF4-FFF2-40B4-BE49-F238E27FC236}">
                <a16:creationId xmlns:a16="http://schemas.microsoft.com/office/drawing/2014/main" id="{5C7F3939-B35F-4439-8757-8EA7BC484308}"/>
              </a:ext>
            </a:extLst>
          </p:cNvPr>
          <p:cNvSpPr txBox="1">
            <a:spLocks/>
          </p:cNvSpPr>
          <p:nvPr/>
        </p:nvSpPr>
        <p:spPr>
          <a:xfrm>
            <a:off x="7281297" y="4705576"/>
            <a:ext cx="695483" cy="254494"/>
          </a:xfrm>
          <a:prstGeom prst="rect">
            <a:avLst/>
          </a:prstGeom>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ja-JP" altLang="en-US" sz="1000" dirty="0"/>
              <a:t>真ん中</a:t>
            </a:r>
          </a:p>
        </p:txBody>
      </p:sp>
      <p:sp>
        <p:nvSpPr>
          <p:cNvPr id="45" name="テキスト プレースホルダー 4">
            <a:extLst>
              <a:ext uri="{FF2B5EF4-FFF2-40B4-BE49-F238E27FC236}">
                <a16:creationId xmlns:a16="http://schemas.microsoft.com/office/drawing/2014/main" id="{6365745F-69AA-48C9-823F-95533AE1C604}"/>
              </a:ext>
            </a:extLst>
          </p:cNvPr>
          <p:cNvSpPr txBox="1">
            <a:spLocks/>
          </p:cNvSpPr>
          <p:nvPr/>
        </p:nvSpPr>
        <p:spPr>
          <a:xfrm>
            <a:off x="8154394" y="4705576"/>
            <a:ext cx="695483" cy="254494"/>
          </a:xfrm>
          <a:prstGeom prst="rect">
            <a:avLst/>
          </a:prstGeom>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ja-JP" altLang="en-US" sz="1000" dirty="0"/>
              <a:t>廊下側</a:t>
            </a:r>
          </a:p>
        </p:txBody>
      </p:sp>
      <p:sp>
        <p:nvSpPr>
          <p:cNvPr id="46" name="テキスト プレースホルダー 4">
            <a:extLst>
              <a:ext uri="{FF2B5EF4-FFF2-40B4-BE49-F238E27FC236}">
                <a16:creationId xmlns:a16="http://schemas.microsoft.com/office/drawing/2014/main" id="{C9D9FFC1-4003-4CAC-BBDD-DDEA86548840}"/>
              </a:ext>
            </a:extLst>
          </p:cNvPr>
          <p:cNvSpPr txBox="1">
            <a:spLocks/>
          </p:cNvSpPr>
          <p:nvPr/>
        </p:nvSpPr>
        <p:spPr>
          <a:xfrm>
            <a:off x="1219336" y="3539397"/>
            <a:ext cx="740987" cy="273862"/>
          </a:xfrm>
          <a:prstGeom prst="rect">
            <a:avLst/>
          </a:prstGeom>
          <a:solidFill>
            <a:schemeClr val="bg1"/>
          </a:solidFill>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en-US" altLang="ja-JP" sz="1100" dirty="0"/>
              <a:t>3.14</a:t>
            </a:r>
            <a:endParaRPr lang="ja-JP" altLang="en-US" sz="1100" dirty="0"/>
          </a:p>
        </p:txBody>
      </p:sp>
      <p:sp>
        <p:nvSpPr>
          <p:cNvPr id="49" name="テキスト プレースホルダー 4">
            <a:extLst>
              <a:ext uri="{FF2B5EF4-FFF2-40B4-BE49-F238E27FC236}">
                <a16:creationId xmlns:a16="http://schemas.microsoft.com/office/drawing/2014/main" id="{25E71FE6-F9C9-47D5-81CC-98424D60175F}"/>
              </a:ext>
            </a:extLst>
          </p:cNvPr>
          <p:cNvSpPr txBox="1">
            <a:spLocks/>
          </p:cNvSpPr>
          <p:nvPr/>
        </p:nvSpPr>
        <p:spPr>
          <a:xfrm>
            <a:off x="7697447" y="3570903"/>
            <a:ext cx="928764" cy="377115"/>
          </a:xfrm>
          <a:prstGeom prst="rect">
            <a:avLst/>
          </a:prstGeom>
          <a:solidFill>
            <a:schemeClr val="bg1"/>
          </a:solidFill>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ja-JP" altLang="en-US" sz="1100" dirty="0"/>
              <a:t>高橋</a:t>
            </a:r>
            <a:br>
              <a:rPr lang="en-US" altLang="ja-JP" sz="1100" dirty="0"/>
            </a:br>
            <a:r>
              <a:rPr lang="ja-JP" altLang="en-US" sz="1100" dirty="0"/>
              <a:t>リーダー</a:t>
            </a:r>
          </a:p>
          <a:p>
            <a:pPr marL="96838" indent="0">
              <a:buFont typeface="Arial" panose="020B0604020202020204" pitchFamily="34" charset="0"/>
              <a:buNone/>
            </a:pPr>
            <a:endParaRPr lang="ja-JP" altLang="en-US" sz="1100" dirty="0"/>
          </a:p>
        </p:txBody>
      </p:sp>
      <p:pic>
        <p:nvPicPr>
          <p:cNvPr id="50" name="Picture 2" descr="ふたが開いた段ボール箱のフリーイラスト素材">
            <a:extLst>
              <a:ext uri="{FF2B5EF4-FFF2-40B4-BE49-F238E27FC236}">
                <a16:creationId xmlns:a16="http://schemas.microsoft.com/office/drawing/2014/main" id="{1ACB84DA-03D4-4673-BEE8-3F26A01AB38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35725" y="3168014"/>
            <a:ext cx="1689296" cy="1689296"/>
          </a:xfrm>
          <a:prstGeom prst="rect">
            <a:avLst/>
          </a:prstGeom>
          <a:noFill/>
          <a:extLst>
            <a:ext uri="{909E8E84-426E-40DD-AFC4-6F175D3DCCD1}">
              <a14:hiddenFill xmlns:a14="http://schemas.microsoft.com/office/drawing/2010/main">
                <a:solidFill>
                  <a:srgbClr val="FFFFFF"/>
                </a:solidFill>
              </a14:hiddenFill>
            </a:ext>
          </a:extLst>
        </p:spPr>
      </p:pic>
      <p:sp>
        <p:nvSpPr>
          <p:cNvPr id="51" name="テキスト プレースホルダー 4">
            <a:extLst>
              <a:ext uri="{FF2B5EF4-FFF2-40B4-BE49-F238E27FC236}">
                <a16:creationId xmlns:a16="http://schemas.microsoft.com/office/drawing/2014/main" id="{F5136B70-BF35-4080-90FC-F7C2CE7B0FBA}"/>
              </a:ext>
            </a:extLst>
          </p:cNvPr>
          <p:cNvSpPr txBox="1">
            <a:spLocks/>
          </p:cNvSpPr>
          <p:nvPr/>
        </p:nvSpPr>
        <p:spPr>
          <a:xfrm>
            <a:off x="4784863" y="3891151"/>
            <a:ext cx="864295" cy="554176"/>
          </a:xfrm>
          <a:prstGeom prst="rect">
            <a:avLst/>
          </a:prstGeom>
          <a:solidFill>
            <a:schemeClr val="bg1"/>
          </a:solidFill>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ja-JP" altLang="en-US" sz="1100" dirty="0"/>
              <a:t>廊下側の</a:t>
            </a:r>
            <a:br>
              <a:rPr lang="ja-JP" altLang="en-US" sz="1100" dirty="0"/>
            </a:br>
            <a:r>
              <a:rPr lang="ja-JP" altLang="en-US" sz="1100" dirty="0"/>
              <a:t>前から</a:t>
            </a:r>
            <a:br>
              <a:rPr lang="ja-JP" altLang="en-US" sz="1100" dirty="0"/>
            </a:br>
            <a:r>
              <a:rPr lang="en-US" altLang="ja-JP" sz="1100" dirty="0"/>
              <a:t>3</a:t>
            </a:r>
            <a:r>
              <a:rPr lang="ja-JP" altLang="en-US" sz="1100" dirty="0"/>
              <a:t>列目</a:t>
            </a:r>
          </a:p>
        </p:txBody>
      </p:sp>
      <p:sp>
        <p:nvSpPr>
          <p:cNvPr id="52" name="テキスト プレースホルダー 4">
            <a:extLst>
              <a:ext uri="{FF2B5EF4-FFF2-40B4-BE49-F238E27FC236}">
                <a16:creationId xmlns:a16="http://schemas.microsoft.com/office/drawing/2014/main" id="{4D68BC21-30B2-4497-B564-6285D6419415}"/>
              </a:ext>
            </a:extLst>
          </p:cNvPr>
          <p:cNvSpPr txBox="1">
            <a:spLocks/>
          </p:cNvSpPr>
          <p:nvPr/>
        </p:nvSpPr>
        <p:spPr>
          <a:xfrm>
            <a:off x="4379232" y="4583448"/>
            <a:ext cx="1869602" cy="273862"/>
          </a:xfrm>
          <a:prstGeom prst="rect">
            <a:avLst/>
          </a:prstGeom>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en-US" altLang="ja-JP" dirty="0"/>
              <a:t>Student</a:t>
            </a:r>
            <a:r>
              <a:rPr lang="ja-JP" altLang="en-US" dirty="0"/>
              <a:t>型</a:t>
            </a:r>
            <a:r>
              <a:rPr lang="en-US" altLang="ja-JP" dirty="0"/>
              <a:t>(</a:t>
            </a:r>
            <a:r>
              <a:rPr lang="ja-JP" altLang="en-US" dirty="0"/>
              <a:t>参照型</a:t>
            </a:r>
            <a:r>
              <a:rPr lang="en-US" altLang="ja-JP" dirty="0"/>
              <a:t>)</a:t>
            </a:r>
            <a:endParaRPr lang="ja-JP" altLang="en-US" dirty="0"/>
          </a:p>
        </p:txBody>
      </p:sp>
      <p:sp>
        <p:nvSpPr>
          <p:cNvPr id="53" name="矢印: 左 52">
            <a:extLst>
              <a:ext uri="{FF2B5EF4-FFF2-40B4-BE49-F238E27FC236}">
                <a16:creationId xmlns:a16="http://schemas.microsoft.com/office/drawing/2014/main" id="{15A2B462-8F27-46B9-A5D8-5BC75D8F7B0D}"/>
              </a:ext>
            </a:extLst>
          </p:cNvPr>
          <p:cNvSpPr/>
          <p:nvPr/>
        </p:nvSpPr>
        <p:spPr>
          <a:xfrm flipH="1">
            <a:off x="5957641" y="3608455"/>
            <a:ext cx="1927630" cy="783520"/>
          </a:xfrm>
          <a:prstGeom prst="leftArrow">
            <a:avLst/>
          </a:prstGeom>
          <a:solidFill>
            <a:srgbClr val="C00000"/>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tx1"/>
              </a:solidFill>
            </a:endParaRPr>
          </a:p>
        </p:txBody>
      </p:sp>
    </p:spTree>
    <p:extLst>
      <p:ext uri="{BB962C8B-B14F-4D97-AF65-F5344CB8AC3E}">
        <p14:creationId xmlns:p14="http://schemas.microsoft.com/office/powerpoint/2010/main" val="6031396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DE764CD8-0B12-484E-890C-8A5A26296D13}"/>
              </a:ext>
            </a:extLst>
          </p:cNvPr>
          <p:cNvSpPr>
            <a:spLocks noGrp="1"/>
          </p:cNvSpPr>
          <p:nvPr>
            <p:ph type="ftr" sz="quarter" idx="11"/>
          </p:nvPr>
        </p:nvSpPr>
        <p:spPr/>
        <p:txBody>
          <a:bodyPr/>
          <a:lstStyle/>
          <a:p>
            <a:r>
              <a:rPr kumimoji="1" lang="en-US" altLang="ja-JP"/>
              <a:t>copyright ©ITCollege All Rights Reserved</a:t>
            </a:r>
            <a:endParaRPr kumimoji="1" lang="ja-JP" altLang="en-US" dirty="0">
              <a:latin typeface="+mn-ea"/>
            </a:endParaRPr>
          </a:p>
        </p:txBody>
      </p:sp>
      <p:sp>
        <p:nvSpPr>
          <p:cNvPr id="7" name="タイトル 6">
            <a:extLst>
              <a:ext uri="{FF2B5EF4-FFF2-40B4-BE49-F238E27FC236}">
                <a16:creationId xmlns:a16="http://schemas.microsoft.com/office/drawing/2014/main" id="{9630AD22-E64D-4A96-B059-2AF9F6580C25}"/>
              </a:ext>
            </a:extLst>
          </p:cNvPr>
          <p:cNvSpPr>
            <a:spLocks noGrp="1"/>
          </p:cNvSpPr>
          <p:nvPr>
            <p:ph type="ctrTitle"/>
          </p:nvPr>
        </p:nvSpPr>
        <p:spPr/>
        <p:txBody>
          <a:bodyPr/>
          <a:lstStyle/>
          <a:p>
            <a:r>
              <a:rPr lang="en-US" altLang="ja-JP" dirty="0"/>
              <a:t>String</a:t>
            </a:r>
            <a:r>
              <a:rPr lang="ja-JP" altLang="en-US" dirty="0"/>
              <a:t>クラス</a:t>
            </a:r>
          </a:p>
        </p:txBody>
      </p:sp>
      <p:sp>
        <p:nvSpPr>
          <p:cNvPr id="5" name="スライド番号プレースホルダー 4">
            <a:extLst>
              <a:ext uri="{FF2B5EF4-FFF2-40B4-BE49-F238E27FC236}">
                <a16:creationId xmlns:a16="http://schemas.microsoft.com/office/drawing/2014/main" id="{433B62C4-B6B9-4622-B802-69C25D6F2A49}"/>
              </a:ext>
            </a:extLst>
          </p:cNvPr>
          <p:cNvSpPr>
            <a:spLocks noGrp="1"/>
          </p:cNvSpPr>
          <p:nvPr>
            <p:ph type="sldNum" sz="quarter" idx="4"/>
          </p:nvPr>
        </p:nvSpPr>
        <p:spPr/>
        <p:txBody>
          <a:bodyPr/>
          <a:lstStyle/>
          <a:p>
            <a:fld id="{00000000-1234-1234-1234-123412341234}" type="slidenum">
              <a:rPr lang="en" smtClean="0"/>
              <a:pPr/>
              <a:t>16</a:t>
            </a:fld>
            <a:endParaRPr lang="en" dirty="0">
              <a:latin typeface="+mn-ea"/>
            </a:endParaRPr>
          </a:p>
        </p:txBody>
      </p:sp>
      <p:sp>
        <p:nvSpPr>
          <p:cNvPr id="8" name="テキスト プレースホルダー 7">
            <a:extLst>
              <a:ext uri="{FF2B5EF4-FFF2-40B4-BE49-F238E27FC236}">
                <a16:creationId xmlns:a16="http://schemas.microsoft.com/office/drawing/2014/main" id="{787CF02A-01AB-4517-BA3E-25572FA82648}"/>
              </a:ext>
            </a:extLst>
          </p:cNvPr>
          <p:cNvSpPr>
            <a:spLocks noGrp="1"/>
          </p:cNvSpPr>
          <p:nvPr>
            <p:ph type="body" sz="quarter" idx="14"/>
          </p:nvPr>
        </p:nvSpPr>
        <p:spPr>
          <a:xfrm>
            <a:off x="462875" y="859491"/>
            <a:ext cx="8216900" cy="3926518"/>
          </a:xfrm>
        </p:spPr>
        <p:txBody>
          <a:bodyPr/>
          <a:lstStyle/>
          <a:p>
            <a:pPr marL="96838" indent="0">
              <a:buNone/>
            </a:pPr>
            <a:r>
              <a:rPr lang="ja-JP" altLang="en-US" dirty="0"/>
              <a:t>参照型の代表として今まで</a:t>
            </a:r>
            <a:r>
              <a:rPr lang="en-US" altLang="ja-JP" b="1" dirty="0">
                <a:solidFill>
                  <a:srgbClr val="C00000"/>
                </a:solidFill>
              </a:rPr>
              <a:t>String</a:t>
            </a:r>
            <a:r>
              <a:rPr lang="ja-JP" altLang="en-US" b="1" dirty="0">
                <a:solidFill>
                  <a:srgbClr val="C00000"/>
                </a:solidFill>
              </a:rPr>
              <a:t>型</a:t>
            </a:r>
            <a:r>
              <a:rPr lang="ja-JP" altLang="en-US" dirty="0"/>
              <a:t>を学習してきました。しかし、「複数クラスを用いた開発」の単元で</a:t>
            </a:r>
            <a:r>
              <a:rPr lang="en-US" altLang="ja-JP" dirty="0"/>
              <a:t>String</a:t>
            </a:r>
            <a:r>
              <a:rPr lang="ja-JP" altLang="en-US" dirty="0"/>
              <a:t>は型名というよりは</a:t>
            </a:r>
            <a:r>
              <a:rPr lang="ja-JP" altLang="en-US" b="1" dirty="0">
                <a:solidFill>
                  <a:srgbClr val="C00000"/>
                </a:solidFill>
              </a:rPr>
              <a:t>クラス名</a:t>
            </a:r>
            <a:r>
              <a:rPr lang="ja-JP" altLang="en-US" dirty="0"/>
              <a:t>だと学習しました。</a:t>
            </a:r>
          </a:p>
          <a:p>
            <a:pPr marL="96838" indent="0">
              <a:buNone/>
            </a:pPr>
            <a:r>
              <a:rPr lang="ja-JP" altLang="en-US" dirty="0"/>
              <a:t>私たちが</a:t>
            </a:r>
            <a:r>
              <a:rPr lang="en-US" altLang="ja-JP" dirty="0"/>
              <a:t>String</a:t>
            </a:r>
            <a:r>
              <a:rPr lang="ja-JP" altLang="en-US" dirty="0"/>
              <a:t>クラスを作らなくても</a:t>
            </a:r>
            <a:r>
              <a:rPr lang="en-US" altLang="ja-JP" dirty="0"/>
              <a:t>String</a:t>
            </a:r>
            <a:r>
              <a:rPr lang="ja-JP" altLang="en-US" dirty="0"/>
              <a:t>型を使えるのは</a:t>
            </a:r>
            <a:r>
              <a:rPr lang="en-US" altLang="ja-JP" dirty="0"/>
              <a:t>String</a:t>
            </a:r>
            <a:r>
              <a:rPr lang="ja-JP" altLang="en-US" dirty="0"/>
              <a:t>クラスが</a:t>
            </a:r>
            <a:r>
              <a:rPr lang="en-US" altLang="ja-JP" dirty="0"/>
              <a:t>Java API</a:t>
            </a:r>
            <a:r>
              <a:rPr lang="ja-JP" altLang="en-US" dirty="0"/>
              <a:t>に含まれているからです。</a:t>
            </a:r>
            <a:r>
              <a:rPr lang="en-US" altLang="ja-JP" dirty="0"/>
              <a:t>String</a:t>
            </a:r>
            <a:r>
              <a:rPr lang="ja-JP" altLang="en-US" dirty="0"/>
              <a:t>クラスは</a:t>
            </a:r>
            <a:r>
              <a:rPr lang="en-US" altLang="ja-JP" dirty="0" err="1"/>
              <a:t>java.lang</a:t>
            </a:r>
            <a:r>
              <a:rPr lang="ja-JP" altLang="en-US" dirty="0"/>
              <a:t>パッケージに所属していますが、</a:t>
            </a:r>
            <a:r>
              <a:rPr lang="en-US" altLang="ja-JP" dirty="0" err="1"/>
              <a:t>java.lang</a:t>
            </a:r>
            <a:r>
              <a:rPr lang="ja-JP" altLang="en-US" dirty="0"/>
              <a:t>パッケージは</a:t>
            </a:r>
            <a:r>
              <a:rPr lang="en-US" altLang="ja-JP" dirty="0"/>
              <a:t>import</a:t>
            </a:r>
            <a:r>
              <a:rPr lang="ja-JP" altLang="en-US" dirty="0"/>
              <a:t>文を書かなくても使えるため、今まではあまり</a:t>
            </a:r>
            <a:r>
              <a:rPr lang="en-US" altLang="ja-JP" dirty="0"/>
              <a:t>String</a:t>
            </a:r>
            <a:r>
              <a:rPr lang="ja-JP" altLang="en-US" dirty="0"/>
              <a:t>をクラス名と考えなくても使うことが出来たのです。</a:t>
            </a:r>
          </a:p>
          <a:p>
            <a:pPr marL="96838" indent="0">
              <a:buNone/>
            </a:pPr>
            <a:r>
              <a:rPr lang="ja-JP" altLang="en-US" dirty="0"/>
              <a:t>ただ、</a:t>
            </a:r>
            <a:r>
              <a:rPr lang="en-US" altLang="ja-JP" dirty="0"/>
              <a:t>String</a:t>
            </a:r>
            <a:r>
              <a:rPr lang="ja-JP" altLang="en-US" dirty="0"/>
              <a:t>クラスは特別に</a:t>
            </a:r>
            <a:r>
              <a:rPr lang="en-US" altLang="ja-JP" dirty="0"/>
              <a:t>new String()</a:t>
            </a:r>
            <a:r>
              <a:rPr lang="ja-JP" altLang="en-US" dirty="0"/>
              <a:t>と書かなくても</a:t>
            </a:r>
            <a:r>
              <a:rPr lang="en-US" altLang="ja-JP" dirty="0"/>
              <a:t>"</a:t>
            </a:r>
            <a:r>
              <a:rPr lang="en-US" altLang="ja-JP" dirty="0" err="1"/>
              <a:t>abc</a:t>
            </a:r>
            <a:r>
              <a:rPr lang="en-US" altLang="ja-JP" dirty="0"/>
              <a:t>"</a:t>
            </a:r>
            <a:r>
              <a:rPr lang="ja-JP" altLang="en-US" dirty="0"/>
              <a:t>のように</a:t>
            </a:r>
            <a:r>
              <a:rPr lang="ja-JP" altLang="en-US" b="1" dirty="0">
                <a:solidFill>
                  <a:srgbClr val="C00000"/>
                </a:solidFill>
              </a:rPr>
              <a:t>ダブルクォーテーションで括ればそれだけで</a:t>
            </a:r>
            <a:r>
              <a:rPr lang="en-US" altLang="ja-JP" b="1" dirty="0">
                <a:solidFill>
                  <a:srgbClr val="C00000"/>
                </a:solidFill>
              </a:rPr>
              <a:t>String</a:t>
            </a:r>
            <a:r>
              <a:rPr lang="ja-JP" altLang="en-US" b="1" dirty="0">
                <a:solidFill>
                  <a:srgbClr val="C00000"/>
                </a:solidFill>
              </a:rPr>
              <a:t>クラスのインスタンスが作成される</a:t>
            </a:r>
            <a:r>
              <a:rPr lang="ja-JP" altLang="en-US" dirty="0"/>
              <a:t>ようになっています。</a:t>
            </a:r>
            <a:endParaRPr lang="en-US" altLang="ja-JP" dirty="0"/>
          </a:p>
          <a:p>
            <a:pPr marL="96838" indent="0">
              <a:buNone/>
            </a:pPr>
            <a:r>
              <a:rPr lang="en-US" altLang="ja-JP" dirty="0"/>
              <a:t>String</a:t>
            </a:r>
            <a:r>
              <a:rPr lang="ja-JP" altLang="en-US" dirty="0"/>
              <a:t>クラスと</a:t>
            </a:r>
            <a:r>
              <a:rPr lang="en-US" altLang="ja-JP" dirty="0"/>
              <a:t>Student</a:t>
            </a:r>
            <a:r>
              <a:rPr lang="ja-JP" altLang="en-US" dirty="0"/>
              <a:t>クラスの使い方を比較してみましょう。</a:t>
            </a:r>
          </a:p>
        </p:txBody>
      </p:sp>
      <p:sp>
        <p:nvSpPr>
          <p:cNvPr id="47" name="Google Shape;172;p19">
            <a:extLst>
              <a:ext uri="{FF2B5EF4-FFF2-40B4-BE49-F238E27FC236}">
                <a16:creationId xmlns:a16="http://schemas.microsoft.com/office/drawing/2014/main" id="{A3774B80-886E-4A48-B16B-81FA6125AAEB}"/>
              </a:ext>
            </a:extLst>
          </p:cNvPr>
          <p:cNvSpPr/>
          <p:nvPr/>
        </p:nvSpPr>
        <p:spPr>
          <a:xfrm>
            <a:off x="533400" y="2957208"/>
            <a:ext cx="3423352" cy="1864809"/>
          </a:xfrm>
          <a:prstGeom prst="rect">
            <a:avLst/>
          </a:prstGeom>
          <a:solidFill>
            <a:schemeClr val="bg1"/>
          </a:solidFill>
          <a:ln w="12700" cap="flat" cmpd="sng">
            <a:no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r>
              <a:rPr lang="en-US" altLang="ja-JP" sz="1400" dirty="0">
                <a:solidFill>
                  <a:schemeClr val="dk1"/>
                </a:solidFill>
                <a:cs typeface="MS Gothic"/>
                <a:sym typeface="MS Gothic"/>
              </a:rPr>
              <a:t>// </a:t>
            </a:r>
            <a:r>
              <a:rPr lang="ja-JP" altLang="en-US" sz="1400" dirty="0">
                <a:solidFill>
                  <a:schemeClr val="dk1"/>
                </a:solidFill>
                <a:cs typeface="MS Gothic"/>
                <a:sym typeface="MS Gothic"/>
              </a:rPr>
              <a:t>宣言</a:t>
            </a:r>
          </a:p>
          <a:p>
            <a:pPr marL="0" marR="0" lvl="0" indent="0" algn="l" rtl="0">
              <a:spcBef>
                <a:spcPts val="0"/>
              </a:spcBef>
              <a:spcAft>
                <a:spcPts val="0"/>
              </a:spcAft>
              <a:buNone/>
            </a:pPr>
            <a:r>
              <a:rPr lang="en-US" sz="1400" dirty="0">
                <a:solidFill>
                  <a:schemeClr val="dk1"/>
                </a:solidFill>
                <a:cs typeface="MS Gothic"/>
                <a:sym typeface="MS Gothic"/>
              </a:rPr>
              <a:t>String str;</a:t>
            </a:r>
            <a:endParaRPr lang="ja-JP" altLang="en-US" sz="1400" dirty="0">
              <a:solidFill>
                <a:schemeClr val="dk1"/>
              </a:solidFill>
              <a:cs typeface="MS Gothic"/>
              <a:sym typeface="MS Gothic"/>
            </a:endParaRPr>
          </a:p>
          <a:p>
            <a:pPr marL="0" marR="0" lvl="0" indent="0" algn="l" rtl="0">
              <a:spcBef>
                <a:spcPts val="0"/>
              </a:spcBef>
              <a:spcAft>
                <a:spcPts val="0"/>
              </a:spcAft>
              <a:buNone/>
            </a:pPr>
            <a:r>
              <a:rPr lang="en-US" altLang="ja-JP" sz="1400" dirty="0">
                <a:solidFill>
                  <a:schemeClr val="dk1"/>
                </a:solidFill>
                <a:cs typeface="MS Gothic"/>
                <a:sym typeface="MS Gothic"/>
              </a:rPr>
              <a:t>// </a:t>
            </a:r>
            <a:r>
              <a:rPr lang="ja-JP" altLang="en-US" sz="1400" dirty="0">
                <a:solidFill>
                  <a:schemeClr val="dk1"/>
                </a:solidFill>
                <a:cs typeface="MS Gothic"/>
                <a:sym typeface="MS Gothic"/>
              </a:rPr>
              <a:t>インスタンスを代入</a:t>
            </a:r>
          </a:p>
          <a:p>
            <a:pPr marL="0" marR="0" lvl="0" indent="0" algn="l" rtl="0">
              <a:spcBef>
                <a:spcPts val="0"/>
              </a:spcBef>
              <a:spcAft>
                <a:spcPts val="0"/>
              </a:spcAft>
              <a:buNone/>
            </a:pPr>
            <a:r>
              <a:rPr lang="en-US" sz="1400" dirty="0">
                <a:solidFill>
                  <a:schemeClr val="dk1"/>
                </a:solidFill>
                <a:cs typeface="MS Gothic"/>
                <a:sym typeface="MS Gothic"/>
              </a:rPr>
              <a:t>str</a:t>
            </a:r>
            <a:r>
              <a:rPr lang="ja-JP" altLang="en-US" sz="1400" dirty="0">
                <a:solidFill>
                  <a:schemeClr val="dk1"/>
                </a:solidFill>
                <a:cs typeface="MS Gothic"/>
                <a:sym typeface="MS Gothic"/>
              </a:rPr>
              <a:t> </a:t>
            </a:r>
            <a:r>
              <a:rPr lang="en-US" altLang="ja-JP" sz="1400" dirty="0">
                <a:solidFill>
                  <a:schemeClr val="dk1"/>
                </a:solidFill>
                <a:cs typeface="MS Gothic"/>
                <a:sym typeface="MS Gothic"/>
              </a:rPr>
              <a:t>=</a:t>
            </a:r>
            <a:r>
              <a:rPr lang="ja-JP" altLang="en-US" sz="1400" dirty="0">
                <a:solidFill>
                  <a:schemeClr val="dk1"/>
                </a:solidFill>
                <a:cs typeface="MS Gothic"/>
                <a:sym typeface="MS Gothic"/>
              </a:rPr>
              <a:t> </a:t>
            </a:r>
            <a:r>
              <a:rPr lang="en-US" altLang="ja-JP" sz="1400" dirty="0">
                <a:solidFill>
                  <a:schemeClr val="dk1"/>
                </a:solidFill>
                <a:cs typeface="MS Gothic"/>
                <a:sym typeface="MS Gothic"/>
              </a:rPr>
              <a:t>"</a:t>
            </a:r>
            <a:r>
              <a:rPr lang="en-US" altLang="ja-JP" sz="1400" dirty="0" err="1">
                <a:solidFill>
                  <a:schemeClr val="dk1"/>
                </a:solidFill>
                <a:cs typeface="MS Gothic"/>
                <a:sym typeface="MS Gothic"/>
              </a:rPr>
              <a:t>abc</a:t>
            </a:r>
            <a:r>
              <a:rPr lang="en-US" altLang="ja-JP" sz="1400" dirty="0">
                <a:solidFill>
                  <a:schemeClr val="dk1"/>
                </a:solidFill>
                <a:cs typeface="MS Gothic"/>
                <a:sym typeface="MS Gothic"/>
              </a:rPr>
              <a:t>";</a:t>
            </a:r>
            <a:endParaRPr lang="ja-JP" altLang="en-US" sz="1400" dirty="0">
              <a:solidFill>
                <a:schemeClr val="dk1"/>
              </a:solidFill>
              <a:cs typeface="MS Gothic"/>
              <a:sym typeface="MS Gothic"/>
            </a:endParaRPr>
          </a:p>
          <a:p>
            <a:pPr marL="0" marR="0" lvl="0" indent="0" algn="l" rtl="0">
              <a:spcBef>
                <a:spcPts val="0"/>
              </a:spcBef>
              <a:spcAft>
                <a:spcPts val="0"/>
              </a:spcAft>
              <a:buNone/>
            </a:pPr>
            <a:r>
              <a:rPr lang="en-US" altLang="ja-JP" sz="1400" dirty="0">
                <a:solidFill>
                  <a:schemeClr val="dk1"/>
                </a:solidFill>
                <a:cs typeface="MS Gothic"/>
                <a:sym typeface="MS Gothic"/>
              </a:rPr>
              <a:t>// </a:t>
            </a:r>
            <a:r>
              <a:rPr lang="ja-JP" altLang="en-US" sz="1400" dirty="0">
                <a:solidFill>
                  <a:schemeClr val="dk1"/>
                </a:solidFill>
                <a:cs typeface="MS Gothic"/>
                <a:sym typeface="MS Gothic"/>
              </a:rPr>
              <a:t>インスタンス内のメソッド呼び出し</a:t>
            </a:r>
          </a:p>
          <a:p>
            <a:pPr marL="0" marR="0" lvl="0" indent="0" algn="l" rtl="0">
              <a:spcBef>
                <a:spcPts val="0"/>
              </a:spcBef>
              <a:spcAft>
                <a:spcPts val="0"/>
              </a:spcAft>
              <a:buNone/>
            </a:pPr>
            <a:r>
              <a:rPr lang="en-US" altLang="ja-JP" sz="1400" dirty="0">
                <a:solidFill>
                  <a:schemeClr val="dk1"/>
                </a:solidFill>
                <a:cs typeface="MS Gothic"/>
                <a:sym typeface="MS Gothic"/>
              </a:rPr>
              <a:t>if(</a:t>
            </a:r>
            <a:r>
              <a:rPr lang="en-US" altLang="ja-JP" sz="1400" dirty="0" err="1">
                <a:solidFill>
                  <a:schemeClr val="dk1"/>
                </a:solidFill>
                <a:cs typeface="MS Gothic"/>
                <a:sym typeface="MS Gothic"/>
              </a:rPr>
              <a:t>str.equals</a:t>
            </a:r>
            <a:r>
              <a:rPr lang="en-US" altLang="ja-JP" sz="1400" dirty="0">
                <a:solidFill>
                  <a:schemeClr val="dk1"/>
                </a:solidFill>
                <a:cs typeface="MS Gothic"/>
                <a:sym typeface="MS Gothic"/>
              </a:rPr>
              <a:t>("ABC")) {</a:t>
            </a:r>
          </a:p>
          <a:p>
            <a:pPr marL="0" marR="0" lvl="0" indent="0" algn="l" rtl="0">
              <a:spcBef>
                <a:spcPts val="0"/>
              </a:spcBef>
              <a:spcAft>
                <a:spcPts val="0"/>
              </a:spcAft>
              <a:buNone/>
            </a:pPr>
            <a:r>
              <a:rPr lang="en-US" altLang="ja-JP" sz="1400" dirty="0">
                <a:solidFill>
                  <a:schemeClr val="dk1"/>
                </a:solidFill>
                <a:cs typeface="MS Gothic"/>
                <a:sym typeface="MS Gothic"/>
              </a:rPr>
              <a:t>    </a:t>
            </a:r>
            <a:r>
              <a:rPr lang="ja-JP" altLang="en-US" sz="1400" dirty="0">
                <a:solidFill>
                  <a:schemeClr val="dk1"/>
                </a:solidFill>
                <a:cs typeface="MS Gothic"/>
                <a:sym typeface="MS Gothic"/>
              </a:rPr>
              <a:t>～</a:t>
            </a:r>
          </a:p>
          <a:p>
            <a:pPr marL="0" marR="0" lvl="0" indent="0" algn="l" rtl="0">
              <a:spcBef>
                <a:spcPts val="0"/>
              </a:spcBef>
              <a:spcAft>
                <a:spcPts val="0"/>
              </a:spcAft>
              <a:buNone/>
            </a:pPr>
            <a:r>
              <a:rPr lang="en-US" altLang="ja-JP" sz="1400" dirty="0">
                <a:solidFill>
                  <a:schemeClr val="dk1"/>
                </a:solidFill>
                <a:cs typeface="MS Gothic"/>
                <a:sym typeface="MS Gothic"/>
              </a:rPr>
              <a:t>}</a:t>
            </a:r>
            <a:endParaRPr lang="ja-JP" altLang="en-US" sz="1400" dirty="0">
              <a:solidFill>
                <a:schemeClr val="dk1"/>
              </a:solidFill>
              <a:cs typeface="MS Gothic"/>
              <a:sym typeface="MS Gothic"/>
            </a:endParaRPr>
          </a:p>
          <a:p>
            <a:pPr marL="0" marR="0" lvl="0" indent="0" algn="l" rtl="0">
              <a:spcBef>
                <a:spcPts val="0"/>
              </a:spcBef>
              <a:spcAft>
                <a:spcPts val="0"/>
              </a:spcAft>
              <a:buNone/>
            </a:pPr>
            <a:endParaRPr sz="1400" dirty="0">
              <a:solidFill>
                <a:schemeClr val="dk1"/>
              </a:solidFill>
              <a:cs typeface="MS Gothic"/>
              <a:sym typeface="MS Gothic"/>
            </a:endParaRPr>
          </a:p>
        </p:txBody>
      </p:sp>
      <p:sp>
        <p:nvSpPr>
          <p:cNvPr id="48" name="Google Shape;172;p19">
            <a:extLst>
              <a:ext uri="{FF2B5EF4-FFF2-40B4-BE49-F238E27FC236}">
                <a16:creationId xmlns:a16="http://schemas.microsoft.com/office/drawing/2014/main" id="{41294014-A789-4F43-9B80-D8CF2034D68C}"/>
              </a:ext>
            </a:extLst>
          </p:cNvPr>
          <p:cNvSpPr/>
          <p:nvPr/>
        </p:nvSpPr>
        <p:spPr>
          <a:xfrm>
            <a:off x="4862209" y="2957208"/>
            <a:ext cx="3423352" cy="1864809"/>
          </a:xfrm>
          <a:prstGeom prst="rect">
            <a:avLst/>
          </a:prstGeom>
          <a:solidFill>
            <a:schemeClr val="bg1"/>
          </a:solidFill>
          <a:ln w="12700" cap="flat" cmpd="sng">
            <a:no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r>
              <a:rPr lang="en-US" altLang="ja-JP" sz="1400" dirty="0">
                <a:solidFill>
                  <a:schemeClr val="dk1"/>
                </a:solidFill>
                <a:cs typeface="MS Gothic"/>
                <a:sym typeface="MS Gothic"/>
              </a:rPr>
              <a:t>// </a:t>
            </a:r>
            <a:r>
              <a:rPr lang="ja-JP" altLang="en-US" sz="1400" dirty="0">
                <a:solidFill>
                  <a:schemeClr val="dk1"/>
                </a:solidFill>
                <a:cs typeface="MS Gothic"/>
                <a:sym typeface="MS Gothic"/>
              </a:rPr>
              <a:t>宣言</a:t>
            </a:r>
          </a:p>
          <a:p>
            <a:pPr marL="0" marR="0" lvl="0" indent="0" algn="l" rtl="0">
              <a:spcBef>
                <a:spcPts val="0"/>
              </a:spcBef>
              <a:spcAft>
                <a:spcPts val="0"/>
              </a:spcAft>
              <a:buNone/>
            </a:pPr>
            <a:r>
              <a:rPr lang="en-US" sz="1400" dirty="0">
                <a:solidFill>
                  <a:schemeClr val="dk1"/>
                </a:solidFill>
                <a:cs typeface="MS Gothic"/>
                <a:sym typeface="MS Gothic"/>
              </a:rPr>
              <a:t>Student </a:t>
            </a:r>
            <a:r>
              <a:rPr lang="en-US" sz="1400" dirty="0" err="1">
                <a:solidFill>
                  <a:schemeClr val="dk1"/>
                </a:solidFill>
                <a:cs typeface="MS Gothic"/>
                <a:sym typeface="MS Gothic"/>
              </a:rPr>
              <a:t>student</a:t>
            </a:r>
            <a:r>
              <a:rPr lang="en-US" sz="1400" dirty="0">
                <a:solidFill>
                  <a:schemeClr val="dk1"/>
                </a:solidFill>
                <a:cs typeface="MS Gothic"/>
                <a:sym typeface="MS Gothic"/>
              </a:rPr>
              <a:t>;</a:t>
            </a:r>
            <a:endParaRPr lang="ja-JP" altLang="en-US" sz="1400" dirty="0">
              <a:solidFill>
                <a:schemeClr val="dk1"/>
              </a:solidFill>
              <a:cs typeface="MS Gothic"/>
              <a:sym typeface="MS Gothic"/>
            </a:endParaRPr>
          </a:p>
          <a:p>
            <a:pPr marL="0" marR="0" lvl="0" indent="0" algn="l" rtl="0">
              <a:spcBef>
                <a:spcPts val="0"/>
              </a:spcBef>
              <a:spcAft>
                <a:spcPts val="0"/>
              </a:spcAft>
              <a:buNone/>
            </a:pPr>
            <a:r>
              <a:rPr lang="en-US" altLang="ja-JP" sz="1400" dirty="0">
                <a:solidFill>
                  <a:schemeClr val="dk1"/>
                </a:solidFill>
                <a:cs typeface="MS Gothic"/>
                <a:sym typeface="MS Gothic"/>
              </a:rPr>
              <a:t>// </a:t>
            </a:r>
            <a:r>
              <a:rPr lang="ja-JP" altLang="en-US" sz="1400" dirty="0">
                <a:solidFill>
                  <a:schemeClr val="dk1"/>
                </a:solidFill>
                <a:cs typeface="MS Gothic"/>
                <a:sym typeface="MS Gothic"/>
              </a:rPr>
              <a:t>インスタンスを代入</a:t>
            </a:r>
          </a:p>
          <a:p>
            <a:pPr marL="0" marR="0" lvl="0" indent="0" algn="l" rtl="0">
              <a:spcBef>
                <a:spcPts val="0"/>
              </a:spcBef>
              <a:spcAft>
                <a:spcPts val="0"/>
              </a:spcAft>
              <a:buNone/>
            </a:pPr>
            <a:r>
              <a:rPr lang="en-US" altLang="ja-JP" sz="1400" dirty="0">
                <a:solidFill>
                  <a:schemeClr val="dk1"/>
                </a:solidFill>
                <a:cs typeface="MS Gothic"/>
                <a:sym typeface="MS Gothic"/>
              </a:rPr>
              <a:t>student</a:t>
            </a:r>
            <a:r>
              <a:rPr lang="ja-JP" altLang="en-US" sz="1400" dirty="0">
                <a:solidFill>
                  <a:schemeClr val="dk1"/>
                </a:solidFill>
                <a:cs typeface="MS Gothic"/>
                <a:sym typeface="MS Gothic"/>
              </a:rPr>
              <a:t> </a:t>
            </a:r>
            <a:r>
              <a:rPr lang="en-US" altLang="ja-JP" sz="1400" dirty="0">
                <a:solidFill>
                  <a:schemeClr val="dk1"/>
                </a:solidFill>
                <a:cs typeface="MS Gothic"/>
                <a:sym typeface="MS Gothic"/>
              </a:rPr>
              <a:t>=</a:t>
            </a:r>
            <a:r>
              <a:rPr lang="ja-JP" altLang="en-US" sz="1400" dirty="0">
                <a:solidFill>
                  <a:schemeClr val="dk1"/>
                </a:solidFill>
                <a:cs typeface="MS Gothic"/>
                <a:sym typeface="MS Gothic"/>
              </a:rPr>
              <a:t> </a:t>
            </a:r>
            <a:r>
              <a:rPr lang="en-US" altLang="ja-JP" sz="1400" dirty="0">
                <a:solidFill>
                  <a:schemeClr val="dk1"/>
                </a:solidFill>
                <a:cs typeface="MS Gothic"/>
                <a:sym typeface="MS Gothic"/>
              </a:rPr>
              <a:t>new Student();</a:t>
            </a:r>
            <a:endParaRPr lang="ja-JP" altLang="en-US" sz="1400" dirty="0">
              <a:solidFill>
                <a:schemeClr val="dk1"/>
              </a:solidFill>
              <a:cs typeface="MS Gothic"/>
              <a:sym typeface="MS Gothic"/>
            </a:endParaRPr>
          </a:p>
          <a:p>
            <a:pPr marL="0" marR="0" lvl="0" indent="0" algn="l" rtl="0">
              <a:spcBef>
                <a:spcPts val="0"/>
              </a:spcBef>
              <a:spcAft>
                <a:spcPts val="0"/>
              </a:spcAft>
              <a:buNone/>
            </a:pPr>
            <a:r>
              <a:rPr lang="en-US" altLang="ja-JP" sz="1400" dirty="0">
                <a:solidFill>
                  <a:schemeClr val="dk1"/>
                </a:solidFill>
                <a:cs typeface="MS Gothic"/>
                <a:sym typeface="MS Gothic"/>
              </a:rPr>
              <a:t>// </a:t>
            </a:r>
            <a:r>
              <a:rPr lang="ja-JP" altLang="en-US" sz="1400" dirty="0">
                <a:solidFill>
                  <a:schemeClr val="dk1"/>
                </a:solidFill>
                <a:cs typeface="MS Gothic"/>
                <a:sym typeface="MS Gothic"/>
              </a:rPr>
              <a:t>インスタンス内のメソッド呼び出し</a:t>
            </a:r>
          </a:p>
          <a:p>
            <a:pPr marL="0" marR="0" lvl="0" indent="0" algn="l" rtl="0">
              <a:spcBef>
                <a:spcPts val="0"/>
              </a:spcBef>
              <a:spcAft>
                <a:spcPts val="0"/>
              </a:spcAft>
              <a:buNone/>
            </a:pPr>
            <a:r>
              <a:rPr lang="en-US" altLang="ja-JP" sz="1400" dirty="0" err="1">
                <a:solidFill>
                  <a:schemeClr val="dk1"/>
                </a:solidFill>
                <a:cs typeface="MS Gothic"/>
                <a:sym typeface="MS Gothic"/>
              </a:rPr>
              <a:t>student.introduce</a:t>
            </a:r>
            <a:r>
              <a:rPr lang="en-US" altLang="ja-JP" sz="1400" dirty="0">
                <a:solidFill>
                  <a:schemeClr val="dk1"/>
                </a:solidFill>
                <a:cs typeface="MS Gothic"/>
                <a:sym typeface="MS Gothic"/>
              </a:rPr>
              <a:t>();</a:t>
            </a:r>
            <a:endParaRPr lang="ja-JP" altLang="en-US" sz="1400" dirty="0">
              <a:solidFill>
                <a:schemeClr val="dk1"/>
              </a:solidFill>
              <a:cs typeface="MS Gothic"/>
              <a:sym typeface="MS Gothic"/>
            </a:endParaRPr>
          </a:p>
          <a:p>
            <a:pPr marL="0" marR="0" lvl="0" indent="0" algn="l" rtl="0">
              <a:spcBef>
                <a:spcPts val="0"/>
              </a:spcBef>
              <a:spcAft>
                <a:spcPts val="0"/>
              </a:spcAft>
              <a:buNone/>
            </a:pPr>
            <a:endParaRPr sz="1400" dirty="0">
              <a:solidFill>
                <a:schemeClr val="dk1"/>
              </a:solidFill>
              <a:cs typeface="MS Gothic"/>
              <a:sym typeface="MS Gothic"/>
            </a:endParaRPr>
          </a:p>
        </p:txBody>
      </p:sp>
    </p:spTree>
    <p:extLst>
      <p:ext uri="{BB962C8B-B14F-4D97-AF65-F5344CB8AC3E}">
        <p14:creationId xmlns:p14="http://schemas.microsoft.com/office/powerpoint/2010/main" val="14324673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BFC7A35D-1013-4B1B-8268-48793F136D4C}"/>
              </a:ext>
            </a:extLst>
          </p:cNvPr>
          <p:cNvSpPr>
            <a:spLocks noGrp="1"/>
          </p:cNvSpPr>
          <p:nvPr>
            <p:ph type="ftr" sz="quarter" idx="11"/>
          </p:nvPr>
        </p:nvSpPr>
        <p:spPr/>
        <p:txBody>
          <a:bodyPr/>
          <a:lstStyle/>
          <a:p>
            <a:r>
              <a:rPr kumimoji="1" lang="en-US" altLang="ja-JP"/>
              <a:t>copyright ©ITCollege All Rights Reserved</a:t>
            </a:r>
            <a:endParaRPr kumimoji="1" lang="ja-JP" altLang="en-US" sz="1000"/>
          </a:p>
        </p:txBody>
      </p:sp>
      <p:sp>
        <p:nvSpPr>
          <p:cNvPr id="6" name="タイトル 5">
            <a:extLst>
              <a:ext uri="{FF2B5EF4-FFF2-40B4-BE49-F238E27FC236}">
                <a16:creationId xmlns:a16="http://schemas.microsoft.com/office/drawing/2014/main" id="{0F81E6C4-7841-4153-9948-3830F64F1715}"/>
              </a:ext>
            </a:extLst>
          </p:cNvPr>
          <p:cNvSpPr>
            <a:spLocks noGrp="1"/>
          </p:cNvSpPr>
          <p:nvPr>
            <p:ph type="ctrTitle"/>
          </p:nvPr>
        </p:nvSpPr>
        <p:spPr/>
        <p:txBody>
          <a:bodyPr/>
          <a:lstStyle/>
          <a:p>
            <a:r>
              <a:rPr lang="ja-JP" altLang="en-US" dirty="0"/>
              <a:t>フィールドの初期値</a:t>
            </a:r>
          </a:p>
        </p:txBody>
      </p:sp>
      <p:sp>
        <p:nvSpPr>
          <p:cNvPr id="3" name="スライド番号プレースホルダー 2">
            <a:extLst>
              <a:ext uri="{FF2B5EF4-FFF2-40B4-BE49-F238E27FC236}">
                <a16:creationId xmlns:a16="http://schemas.microsoft.com/office/drawing/2014/main" id="{F54F27B3-DDBF-476A-AD49-46F9A05EE6D4}"/>
              </a:ext>
            </a:extLst>
          </p:cNvPr>
          <p:cNvSpPr>
            <a:spLocks noGrp="1"/>
          </p:cNvSpPr>
          <p:nvPr>
            <p:ph type="sldNum" sz="quarter" idx="4"/>
          </p:nvPr>
        </p:nvSpPr>
        <p:spPr/>
        <p:txBody>
          <a:bodyPr/>
          <a:lstStyle/>
          <a:p>
            <a:fld id="{6EC4605C-D4BC-457C-A820-CB9DC8935472}" type="slidenum">
              <a:rPr kumimoji="1" lang="ja-JP" altLang="en-US" smtClean="0"/>
              <a:pPr/>
              <a:t>17</a:t>
            </a:fld>
            <a:endParaRPr kumimoji="1" lang="ja-JP" altLang="en-US" sz="1200"/>
          </a:p>
        </p:txBody>
      </p:sp>
      <p:sp>
        <p:nvSpPr>
          <p:cNvPr id="8" name="テキスト プレースホルダー 7">
            <a:extLst>
              <a:ext uri="{FF2B5EF4-FFF2-40B4-BE49-F238E27FC236}">
                <a16:creationId xmlns:a16="http://schemas.microsoft.com/office/drawing/2014/main" id="{DC47DB6E-DE5F-461B-8DA6-D7E7BFB3D9CA}"/>
              </a:ext>
            </a:extLst>
          </p:cNvPr>
          <p:cNvSpPr>
            <a:spLocks noGrp="1"/>
          </p:cNvSpPr>
          <p:nvPr>
            <p:ph type="body" sz="quarter" idx="15"/>
          </p:nvPr>
        </p:nvSpPr>
        <p:spPr>
          <a:xfrm>
            <a:off x="463549" y="1023815"/>
            <a:ext cx="7177471" cy="1118544"/>
          </a:xfrm>
        </p:spPr>
        <p:txBody>
          <a:bodyPr/>
          <a:lstStyle/>
          <a:p>
            <a:pPr marL="387350" indent="-285750">
              <a:buFont typeface="Arial" panose="020B0604020202020204" pitchFamily="34" charset="0"/>
              <a:buChar char="•"/>
            </a:pPr>
            <a:r>
              <a:rPr lang="ja-JP" altLang="en-US" sz="1200" dirty="0"/>
              <a:t>フィールドは代入しなくても参照が可能</a:t>
            </a:r>
          </a:p>
          <a:p>
            <a:pPr marL="387350" indent="-285750">
              <a:buFont typeface="Arial" panose="020B0604020202020204" pitchFamily="34" charset="0"/>
              <a:buChar char="•"/>
            </a:pPr>
            <a:r>
              <a:rPr lang="ja-JP" altLang="en-US" sz="1200" b="1" dirty="0"/>
              <a:t>フィールドは宣言と同時に初期化が行われる</a:t>
            </a:r>
          </a:p>
          <a:p>
            <a:pPr marL="387350" indent="-285750">
              <a:buFont typeface="Arial" panose="020B0604020202020204" pitchFamily="34" charset="0"/>
              <a:buChar char="•"/>
            </a:pPr>
            <a:r>
              <a:rPr lang="ja-JP" altLang="en-US" sz="1200" b="1" dirty="0"/>
              <a:t>フィールドの初期値はデータ型によって異なる</a:t>
            </a:r>
            <a:endParaRPr lang="en-US" altLang="ja-JP" sz="1200" b="1" dirty="0"/>
          </a:p>
        </p:txBody>
      </p:sp>
      <p:sp>
        <p:nvSpPr>
          <p:cNvPr id="9" name="テキスト プレースホルダー 8">
            <a:extLst>
              <a:ext uri="{FF2B5EF4-FFF2-40B4-BE49-F238E27FC236}">
                <a16:creationId xmlns:a16="http://schemas.microsoft.com/office/drawing/2014/main" id="{3B4B4B26-E1BE-4F2F-85DB-B4EB50CCB2D1}"/>
              </a:ext>
            </a:extLst>
          </p:cNvPr>
          <p:cNvSpPr>
            <a:spLocks noGrp="1"/>
          </p:cNvSpPr>
          <p:nvPr>
            <p:ph type="body" sz="quarter" idx="16"/>
          </p:nvPr>
        </p:nvSpPr>
        <p:spPr/>
        <p:txBody>
          <a:bodyPr/>
          <a:lstStyle/>
          <a:p>
            <a:endParaRPr lang="ja-JP" altLang="en-US"/>
          </a:p>
        </p:txBody>
      </p:sp>
      <p:sp>
        <p:nvSpPr>
          <p:cNvPr id="15" name="テキスト プレースホルダー 4">
            <a:extLst>
              <a:ext uri="{FF2B5EF4-FFF2-40B4-BE49-F238E27FC236}">
                <a16:creationId xmlns:a16="http://schemas.microsoft.com/office/drawing/2014/main" id="{04739463-A1A9-424A-9DD2-969D3E724B50}"/>
              </a:ext>
            </a:extLst>
          </p:cNvPr>
          <p:cNvSpPr>
            <a:spLocks noGrp="1"/>
          </p:cNvSpPr>
          <p:nvPr>
            <p:ph type="body" sz="quarter" idx="14"/>
          </p:nvPr>
        </p:nvSpPr>
        <p:spPr>
          <a:xfrm>
            <a:off x="462875" y="2183379"/>
            <a:ext cx="8216900" cy="2600710"/>
          </a:xfrm>
        </p:spPr>
        <p:txBody>
          <a:bodyPr/>
          <a:lstStyle/>
          <a:p>
            <a:pPr marL="96838" indent="0">
              <a:buNone/>
            </a:pPr>
            <a:r>
              <a:rPr kumimoji="1" lang="ja-JP" altLang="en-US" dirty="0"/>
              <a:t>改めて</a:t>
            </a:r>
            <a:r>
              <a:rPr kumimoji="1" lang="en-US" altLang="ja-JP" dirty="0"/>
              <a:t>Student</a:t>
            </a:r>
            <a:r>
              <a:rPr kumimoji="1" lang="ja-JP" altLang="en-US" dirty="0"/>
              <a:t>クラスを見てみましょう。</a:t>
            </a:r>
            <a:r>
              <a:rPr kumimoji="1" lang="en-US" altLang="ja-JP" dirty="0"/>
              <a:t>name</a:t>
            </a:r>
            <a:r>
              <a:rPr kumimoji="1" lang="ja-JP" altLang="en-US" dirty="0"/>
              <a:t>や</a:t>
            </a:r>
            <a:r>
              <a:rPr kumimoji="1" lang="en-US" altLang="ja-JP" dirty="0"/>
              <a:t>age</a:t>
            </a:r>
            <a:r>
              <a:rPr kumimoji="1" lang="ja-JP" altLang="en-US" dirty="0"/>
              <a:t>は</a:t>
            </a:r>
            <a:r>
              <a:rPr kumimoji="1" lang="ja-JP" altLang="en-US" b="1" dirty="0">
                <a:solidFill>
                  <a:srgbClr val="C00000"/>
                </a:solidFill>
              </a:rPr>
              <a:t>宣言と参照はしていますが、代入はしていません</a:t>
            </a:r>
            <a:r>
              <a:rPr kumimoji="1" lang="ja-JP" altLang="en-US" dirty="0"/>
              <a:t>。</a:t>
            </a:r>
            <a:r>
              <a:rPr kumimoji="1" lang="ja-JP" altLang="en-US" b="1" dirty="0">
                <a:solidFill>
                  <a:srgbClr val="C00000"/>
                </a:solidFill>
              </a:rPr>
              <a:t>変数は宣言→代入→参照の順で使わないとコンパイルエラー</a:t>
            </a:r>
            <a:r>
              <a:rPr kumimoji="1" lang="ja-JP" altLang="en-US" dirty="0"/>
              <a:t>になりましたが、</a:t>
            </a:r>
            <a:r>
              <a:rPr kumimoji="1" lang="en-US" altLang="ja-JP" dirty="0"/>
              <a:t>Student</a:t>
            </a:r>
            <a:r>
              <a:rPr kumimoji="1" lang="ja-JP" altLang="en-US" dirty="0"/>
              <a:t>クラスはこのままでもコンパイルできましたよね。</a:t>
            </a:r>
          </a:p>
        </p:txBody>
      </p:sp>
      <p:sp>
        <p:nvSpPr>
          <p:cNvPr id="10" name="Google Shape;172;p19">
            <a:extLst>
              <a:ext uri="{FF2B5EF4-FFF2-40B4-BE49-F238E27FC236}">
                <a16:creationId xmlns:a16="http://schemas.microsoft.com/office/drawing/2014/main" id="{6BF6602B-915A-4397-ADF8-D456DEA3EEDB}"/>
              </a:ext>
            </a:extLst>
          </p:cNvPr>
          <p:cNvSpPr/>
          <p:nvPr/>
        </p:nvSpPr>
        <p:spPr>
          <a:xfrm>
            <a:off x="759542" y="2864872"/>
            <a:ext cx="7990860" cy="1956185"/>
          </a:xfrm>
          <a:prstGeom prst="rect">
            <a:avLst/>
          </a:prstGeom>
          <a:solidFill>
            <a:schemeClr val="bg1"/>
          </a:solidFill>
          <a:ln w="12700" cap="flat" cmpd="sng">
            <a:no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r>
              <a:rPr lang="ja-JP" sz="1400" dirty="0">
                <a:solidFill>
                  <a:schemeClr val="dk1"/>
                </a:solidFill>
                <a:cs typeface="MS Gothic"/>
                <a:sym typeface="MS Gothic"/>
              </a:rPr>
              <a:t>public class </a:t>
            </a:r>
            <a:r>
              <a:rPr lang="en-US" altLang="ja-JP" sz="1400" dirty="0">
                <a:solidFill>
                  <a:schemeClr val="dk1"/>
                </a:solidFill>
                <a:cs typeface="MS Gothic"/>
                <a:sym typeface="MS Gothic"/>
              </a:rPr>
              <a:t>Student</a:t>
            </a:r>
            <a:r>
              <a:rPr lang="ja-JP" sz="1400" dirty="0">
                <a:solidFill>
                  <a:schemeClr val="dk1"/>
                </a:solidFill>
                <a:cs typeface="MS Gothic"/>
                <a:sym typeface="MS Gothic"/>
              </a:rPr>
              <a:t> {</a:t>
            </a:r>
            <a:endParaRPr lang="en-US" altLang="ja-JP" sz="1400" dirty="0">
              <a:solidFill>
                <a:schemeClr val="dk1"/>
              </a:solidFill>
              <a:cs typeface="MS Gothic"/>
              <a:sym typeface="MS Gothic"/>
            </a:endParaRPr>
          </a:p>
          <a:p>
            <a:r>
              <a:rPr lang="ja-JP" altLang="en-US" sz="1400" dirty="0">
                <a:solidFill>
                  <a:schemeClr val="dk1"/>
                </a:solidFill>
                <a:cs typeface="MS Gothic"/>
                <a:sym typeface="MS Gothic"/>
              </a:rPr>
              <a:t>    </a:t>
            </a:r>
            <a:r>
              <a:rPr lang="en-US" altLang="ja-JP" sz="1400" dirty="0">
                <a:solidFill>
                  <a:schemeClr val="dk1"/>
                </a:solidFill>
                <a:cs typeface="MS Gothic"/>
                <a:sym typeface="MS Gothic"/>
              </a:rPr>
              <a:t>String</a:t>
            </a:r>
            <a:r>
              <a:rPr lang="ja-JP" altLang="en-US" sz="1400" dirty="0">
                <a:solidFill>
                  <a:schemeClr val="dk1"/>
                </a:solidFill>
                <a:cs typeface="MS Gothic"/>
                <a:sym typeface="MS Gothic"/>
              </a:rPr>
              <a:t> </a:t>
            </a:r>
            <a:r>
              <a:rPr lang="en-US" altLang="ja-JP" sz="1400" dirty="0">
                <a:solidFill>
                  <a:schemeClr val="dk1"/>
                </a:solidFill>
                <a:cs typeface="MS Gothic"/>
                <a:sym typeface="MS Gothic"/>
              </a:rPr>
              <a:t>name;</a:t>
            </a:r>
            <a:r>
              <a:rPr lang="ja-JP" altLang="en-US" sz="1400" dirty="0">
                <a:solidFill>
                  <a:schemeClr val="dk1"/>
                </a:solidFill>
                <a:cs typeface="MS Gothic"/>
                <a:sym typeface="MS Gothic"/>
              </a:rPr>
              <a:t>   </a:t>
            </a:r>
            <a:r>
              <a:rPr lang="en-US" altLang="ja-JP" sz="1400" dirty="0">
                <a:solidFill>
                  <a:schemeClr val="dk1"/>
                </a:solidFill>
                <a:cs typeface="MS Gothic"/>
                <a:sym typeface="MS Gothic"/>
              </a:rPr>
              <a:t>//</a:t>
            </a:r>
            <a:r>
              <a:rPr lang="ja-JP" altLang="en-US" sz="1400" dirty="0">
                <a:solidFill>
                  <a:schemeClr val="dk1"/>
                </a:solidFill>
                <a:cs typeface="MS Gothic"/>
                <a:sym typeface="MS Gothic"/>
              </a:rPr>
              <a:t> 氏名</a:t>
            </a:r>
            <a:endParaRPr lang="en-US" altLang="ja-JP" sz="1400" dirty="0">
              <a:solidFill>
                <a:schemeClr val="dk1"/>
              </a:solidFill>
              <a:cs typeface="MS Gothic"/>
              <a:sym typeface="MS Gothic"/>
            </a:endParaRPr>
          </a:p>
          <a:p>
            <a:r>
              <a:rPr lang="ja-JP" altLang="en-US" sz="1400" dirty="0">
                <a:solidFill>
                  <a:schemeClr val="dk1"/>
                </a:solidFill>
                <a:cs typeface="MS Gothic"/>
                <a:sym typeface="MS Gothic"/>
              </a:rPr>
              <a:t>    </a:t>
            </a:r>
            <a:r>
              <a:rPr lang="en-US" altLang="ja-JP" sz="1400" dirty="0">
                <a:solidFill>
                  <a:schemeClr val="dk1"/>
                </a:solidFill>
                <a:cs typeface="MS Gothic"/>
                <a:sym typeface="MS Gothic"/>
              </a:rPr>
              <a:t>int</a:t>
            </a:r>
            <a:r>
              <a:rPr lang="ja-JP" altLang="en-US" sz="1400" dirty="0">
                <a:solidFill>
                  <a:schemeClr val="dk1"/>
                </a:solidFill>
                <a:cs typeface="MS Gothic"/>
                <a:sym typeface="MS Gothic"/>
              </a:rPr>
              <a:t> </a:t>
            </a:r>
            <a:r>
              <a:rPr lang="en-US" altLang="ja-JP" sz="1400" dirty="0">
                <a:solidFill>
                  <a:schemeClr val="dk1"/>
                </a:solidFill>
                <a:cs typeface="MS Gothic"/>
                <a:sym typeface="MS Gothic"/>
              </a:rPr>
              <a:t>age;</a:t>
            </a:r>
            <a:r>
              <a:rPr lang="ja-JP" altLang="en-US" sz="1400" dirty="0">
                <a:solidFill>
                  <a:schemeClr val="dk1"/>
                </a:solidFill>
                <a:cs typeface="MS Gothic"/>
                <a:sym typeface="MS Gothic"/>
              </a:rPr>
              <a:t>       </a:t>
            </a:r>
            <a:r>
              <a:rPr lang="en-US" altLang="ja-JP" sz="1400" dirty="0">
                <a:solidFill>
                  <a:schemeClr val="dk1"/>
                </a:solidFill>
                <a:cs typeface="MS Gothic"/>
                <a:sym typeface="MS Gothic"/>
              </a:rPr>
              <a:t>//</a:t>
            </a:r>
            <a:r>
              <a:rPr lang="ja-JP" altLang="en-US" sz="1400" dirty="0">
                <a:solidFill>
                  <a:schemeClr val="dk1"/>
                </a:solidFill>
                <a:cs typeface="MS Gothic"/>
                <a:sym typeface="MS Gothic"/>
              </a:rPr>
              <a:t> 年齢</a:t>
            </a:r>
            <a:endParaRPr lang="en-US" altLang="ja-JP" sz="1400" dirty="0">
              <a:solidFill>
                <a:schemeClr val="dk1"/>
              </a:solidFill>
              <a:cs typeface="MS Gothic"/>
              <a:sym typeface="MS Gothic"/>
            </a:endParaRPr>
          </a:p>
          <a:p>
            <a:r>
              <a:rPr lang="en-US" altLang="ja-JP" sz="1400" dirty="0">
                <a:solidFill>
                  <a:schemeClr val="dk1"/>
                </a:solidFill>
                <a:cs typeface="MS Gothic"/>
                <a:sym typeface="MS Gothic"/>
              </a:rPr>
              <a:t>    // </a:t>
            </a:r>
            <a:r>
              <a:rPr lang="ja-JP" altLang="en-US" sz="1400" dirty="0">
                <a:solidFill>
                  <a:schemeClr val="dk1"/>
                </a:solidFill>
                <a:cs typeface="MS Gothic"/>
                <a:sym typeface="MS Gothic"/>
              </a:rPr>
              <a:t>自己紹介するメソッド</a:t>
            </a:r>
          </a:p>
          <a:p>
            <a:r>
              <a:rPr lang="ja-JP" altLang="en-US" sz="1400" dirty="0">
                <a:solidFill>
                  <a:schemeClr val="dk1"/>
                </a:solidFill>
                <a:cs typeface="MS Gothic"/>
                <a:sym typeface="MS Gothic"/>
              </a:rPr>
              <a:t>    </a:t>
            </a:r>
            <a:r>
              <a:rPr lang="en-US" altLang="ja-JP" sz="1400" dirty="0">
                <a:solidFill>
                  <a:schemeClr val="dk1"/>
                </a:solidFill>
                <a:cs typeface="MS Gothic"/>
                <a:sym typeface="MS Gothic"/>
              </a:rPr>
              <a:t>void</a:t>
            </a:r>
            <a:r>
              <a:rPr lang="ja-JP" altLang="en-US" sz="1400" dirty="0">
                <a:solidFill>
                  <a:schemeClr val="dk1"/>
                </a:solidFill>
                <a:cs typeface="MS Gothic"/>
                <a:sym typeface="MS Gothic"/>
              </a:rPr>
              <a:t> </a:t>
            </a:r>
            <a:r>
              <a:rPr lang="en-US" altLang="ja-JP" sz="1400" dirty="0">
                <a:solidFill>
                  <a:schemeClr val="dk1"/>
                </a:solidFill>
                <a:cs typeface="MS Gothic"/>
                <a:sym typeface="MS Gothic"/>
              </a:rPr>
              <a:t>introduce()</a:t>
            </a:r>
            <a:r>
              <a:rPr lang="ja-JP" altLang="en-US" sz="1400" dirty="0">
                <a:solidFill>
                  <a:schemeClr val="dk1"/>
                </a:solidFill>
                <a:cs typeface="MS Gothic"/>
                <a:sym typeface="MS Gothic"/>
              </a:rPr>
              <a:t> </a:t>
            </a:r>
            <a:r>
              <a:rPr lang="en-US" altLang="ja-JP" sz="1400" dirty="0">
                <a:solidFill>
                  <a:schemeClr val="dk1"/>
                </a:solidFill>
                <a:cs typeface="MS Gothic"/>
                <a:sym typeface="MS Gothic"/>
              </a:rPr>
              <a:t>{</a:t>
            </a:r>
          </a:p>
          <a:p>
            <a:r>
              <a:rPr lang="en-US" altLang="ja-JP" sz="1400" dirty="0">
                <a:solidFill>
                  <a:schemeClr val="dk1"/>
                </a:solidFill>
                <a:cs typeface="MS Gothic"/>
                <a:sym typeface="MS Gothic"/>
              </a:rPr>
              <a:t>        </a:t>
            </a:r>
            <a:r>
              <a:rPr lang="en-US" altLang="ja-JP" sz="1400" dirty="0" err="1">
                <a:solidFill>
                  <a:schemeClr val="dk1"/>
                </a:solidFill>
                <a:cs typeface="MS Gothic"/>
                <a:sym typeface="MS Gothic"/>
              </a:rPr>
              <a:t>System.out.println</a:t>
            </a:r>
            <a:r>
              <a:rPr lang="en-US" altLang="ja-JP" sz="1400" dirty="0">
                <a:solidFill>
                  <a:schemeClr val="dk1"/>
                </a:solidFill>
                <a:cs typeface="MS Gothic"/>
                <a:sym typeface="MS Gothic"/>
              </a:rPr>
              <a:t>("</a:t>
            </a:r>
            <a:r>
              <a:rPr lang="ja-JP" altLang="en-US" sz="1400" dirty="0">
                <a:solidFill>
                  <a:schemeClr val="dk1"/>
                </a:solidFill>
                <a:cs typeface="MS Gothic"/>
                <a:sym typeface="MS Gothic"/>
              </a:rPr>
              <a:t>私は</a:t>
            </a:r>
            <a:r>
              <a:rPr lang="en-US" altLang="ja-JP" sz="1400" dirty="0">
                <a:solidFill>
                  <a:schemeClr val="dk1"/>
                </a:solidFill>
                <a:cs typeface="MS Gothic"/>
                <a:sym typeface="MS Gothic"/>
              </a:rPr>
              <a:t>" + this.name + "</a:t>
            </a:r>
            <a:r>
              <a:rPr lang="ja-JP" altLang="en-US" sz="1400" dirty="0">
                <a:solidFill>
                  <a:schemeClr val="dk1"/>
                </a:solidFill>
                <a:cs typeface="MS Gothic"/>
                <a:sym typeface="MS Gothic"/>
              </a:rPr>
              <a:t>と申します</a:t>
            </a:r>
            <a:r>
              <a:rPr lang="en-US" altLang="ja-JP" sz="1400" dirty="0">
                <a:solidFill>
                  <a:schemeClr val="dk1"/>
                </a:solidFill>
                <a:cs typeface="MS Gothic"/>
                <a:sym typeface="MS Gothic"/>
              </a:rPr>
              <a:t>");</a:t>
            </a:r>
          </a:p>
          <a:p>
            <a:r>
              <a:rPr lang="ja-JP" altLang="en-US" sz="1400" dirty="0">
                <a:solidFill>
                  <a:schemeClr val="dk1"/>
                </a:solidFill>
                <a:cs typeface="MS Gothic"/>
                <a:sym typeface="MS Gothic"/>
              </a:rPr>
              <a:t>      </a:t>
            </a:r>
            <a:r>
              <a:rPr lang="en-US" altLang="ja-JP" sz="1400" dirty="0">
                <a:solidFill>
                  <a:schemeClr val="dk1"/>
                </a:solidFill>
                <a:cs typeface="MS Gothic"/>
                <a:sym typeface="MS Gothic"/>
              </a:rPr>
              <a:t>  </a:t>
            </a:r>
            <a:r>
              <a:rPr lang="en-US" altLang="ja-JP" sz="1400" dirty="0" err="1">
                <a:solidFill>
                  <a:schemeClr val="dk1"/>
                </a:solidFill>
                <a:cs typeface="MS Gothic"/>
                <a:sym typeface="MS Gothic"/>
              </a:rPr>
              <a:t>System.out.println</a:t>
            </a:r>
            <a:r>
              <a:rPr lang="en-US" altLang="ja-JP" sz="1400" dirty="0">
                <a:solidFill>
                  <a:schemeClr val="dk1"/>
                </a:solidFill>
                <a:cs typeface="MS Gothic"/>
                <a:sym typeface="MS Gothic"/>
              </a:rPr>
              <a:t>(</a:t>
            </a:r>
            <a:r>
              <a:rPr lang="en-US" altLang="ja-JP" sz="1400" dirty="0" err="1">
                <a:solidFill>
                  <a:schemeClr val="dk1"/>
                </a:solidFill>
                <a:cs typeface="MS Gothic"/>
                <a:sym typeface="MS Gothic"/>
              </a:rPr>
              <a:t>this.age</a:t>
            </a:r>
            <a:r>
              <a:rPr lang="en-US" altLang="ja-JP" sz="1400" dirty="0">
                <a:solidFill>
                  <a:schemeClr val="dk1"/>
                </a:solidFill>
                <a:cs typeface="MS Gothic"/>
                <a:sym typeface="MS Gothic"/>
              </a:rPr>
              <a:t> + "</a:t>
            </a:r>
            <a:r>
              <a:rPr lang="ja-JP" altLang="en-US" sz="1400" dirty="0">
                <a:solidFill>
                  <a:schemeClr val="dk1"/>
                </a:solidFill>
                <a:cs typeface="MS Gothic"/>
                <a:sym typeface="MS Gothic"/>
              </a:rPr>
              <a:t>歳です</a:t>
            </a:r>
            <a:r>
              <a:rPr lang="en-US" altLang="ja-JP" sz="1400" dirty="0">
                <a:solidFill>
                  <a:schemeClr val="dk1"/>
                </a:solidFill>
                <a:cs typeface="MS Gothic"/>
                <a:sym typeface="MS Gothic"/>
              </a:rPr>
              <a:t>");</a:t>
            </a:r>
            <a:endParaRPr lang="ja-JP" altLang="en-US" sz="1400" dirty="0">
              <a:solidFill>
                <a:schemeClr val="dk1"/>
              </a:solidFill>
              <a:cs typeface="MS Gothic"/>
              <a:sym typeface="MS Gothic"/>
            </a:endParaRPr>
          </a:p>
          <a:p>
            <a:r>
              <a:rPr lang="en-US" altLang="ja-JP" sz="1400" dirty="0">
                <a:solidFill>
                  <a:schemeClr val="dk1"/>
                </a:solidFill>
                <a:cs typeface="MS Gothic"/>
                <a:sym typeface="MS Gothic"/>
              </a:rPr>
              <a:t>   }</a:t>
            </a:r>
            <a:endParaRPr lang="ja-JP" altLang="en-US" sz="1400" dirty="0">
              <a:solidFill>
                <a:schemeClr val="dk1"/>
              </a:solidFill>
              <a:cs typeface="MS Gothic"/>
              <a:sym typeface="MS Gothic"/>
            </a:endParaRPr>
          </a:p>
          <a:p>
            <a:r>
              <a:rPr lang="ja-JP" sz="1400" dirty="0">
                <a:solidFill>
                  <a:schemeClr val="dk1"/>
                </a:solidFill>
                <a:cs typeface="MS Gothic"/>
                <a:sym typeface="MS Gothic"/>
              </a:rPr>
              <a:t>}</a:t>
            </a:r>
            <a:endParaRPr sz="1400" dirty="0">
              <a:solidFill>
                <a:schemeClr val="dk1"/>
              </a:solidFill>
              <a:cs typeface="MS Gothic"/>
              <a:sym typeface="MS Gothic"/>
            </a:endParaRPr>
          </a:p>
        </p:txBody>
      </p:sp>
    </p:spTree>
    <p:extLst>
      <p:ext uri="{BB962C8B-B14F-4D97-AF65-F5344CB8AC3E}">
        <p14:creationId xmlns:p14="http://schemas.microsoft.com/office/powerpoint/2010/main" val="88789212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DE764CD8-0B12-484E-890C-8A5A26296D13}"/>
              </a:ext>
            </a:extLst>
          </p:cNvPr>
          <p:cNvSpPr>
            <a:spLocks noGrp="1"/>
          </p:cNvSpPr>
          <p:nvPr>
            <p:ph type="ftr" sz="quarter" idx="11"/>
          </p:nvPr>
        </p:nvSpPr>
        <p:spPr/>
        <p:txBody>
          <a:bodyPr/>
          <a:lstStyle/>
          <a:p>
            <a:r>
              <a:rPr kumimoji="1" lang="en-US" altLang="ja-JP"/>
              <a:t>copyright ©ITCollege All Rights Reserved</a:t>
            </a:r>
            <a:endParaRPr kumimoji="1" lang="ja-JP" altLang="en-US" dirty="0">
              <a:latin typeface="+mn-ea"/>
            </a:endParaRPr>
          </a:p>
        </p:txBody>
      </p:sp>
      <p:sp>
        <p:nvSpPr>
          <p:cNvPr id="7" name="タイトル 6">
            <a:extLst>
              <a:ext uri="{FF2B5EF4-FFF2-40B4-BE49-F238E27FC236}">
                <a16:creationId xmlns:a16="http://schemas.microsoft.com/office/drawing/2014/main" id="{9630AD22-E64D-4A96-B059-2AF9F6580C25}"/>
              </a:ext>
            </a:extLst>
          </p:cNvPr>
          <p:cNvSpPr>
            <a:spLocks noGrp="1"/>
          </p:cNvSpPr>
          <p:nvPr>
            <p:ph type="ctrTitle"/>
          </p:nvPr>
        </p:nvSpPr>
        <p:spPr/>
        <p:txBody>
          <a:bodyPr/>
          <a:lstStyle/>
          <a:p>
            <a:r>
              <a:rPr lang="ja-JP" altLang="en-US" dirty="0"/>
              <a:t>フィールドの初期値</a:t>
            </a:r>
          </a:p>
        </p:txBody>
      </p:sp>
      <p:sp>
        <p:nvSpPr>
          <p:cNvPr id="5" name="スライド番号プレースホルダー 4">
            <a:extLst>
              <a:ext uri="{FF2B5EF4-FFF2-40B4-BE49-F238E27FC236}">
                <a16:creationId xmlns:a16="http://schemas.microsoft.com/office/drawing/2014/main" id="{433B62C4-B6B9-4622-B802-69C25D6F2A49}"/>
              </a:ext>
            </a:extLst>
          </p:cNvPr>
          <p:cNvSpPr>
            <a:spLocks noGrp="1"/>
          </p:cNvSpPr>
          <p:nvPr>
            <p:ph type="sldNum" sz="quarter" idx="4"/>
          </p:nvPr>
        </p:nvSpPr>
        <p:spPr/>
        <p:txBody>
          <a:bodyPr/>
          <a:lstStyle/>
          <a:p>
            <a:fld id="{00000000-1234-1234-1234-123412341234}" type="slidenum">
              <a:rPr lang="en" smtClean="0"/>
              <a:pPr/>
              <a:t>18</a:t>
            </a:fld>
            <a:endParaRPr lang="en" dirty="0">
              <a:latin typeface="+mn-ea"/>
            </a:endParaRPr>
          </a:p>
        </p:txBody>
      </p:sp>
      <p:sp>
        <p:nvSpPr>
          <p:cNvPr id="8" name="テキスト プレースホルダー 7">
            <a:extLst>
              <a:ext uri="{FF2B5EF4-FFF2-40B4-BE49-F238E27FC236}">
                <a16:creationId xmlns:a16="http://schemas.microsoft.com/office/drawing/2014/main" id="{787CF02A-01AB-4517-BA3E-25572FA82648}"/>
              </a:ext>
            </a:extLst>
          </p:cNvPr>
          <p:cNvSpPr>
            <a:spLocks noGrp="1"/>
          </p:cNvSpPr>
          <p:nvPr>
            <p:ph type="body" sz="quarter" idx="14"/>
          </p:nvPr>
        </p:nvSpPr>
        <p:spPr>
          <a:xfrm>
            <a:off x="462875" y="859491"/>
            <a:ext cx="8216900" cy="3926518"/>
          </a:xfrm>
        </p:spPr>
        <p:txBody>
          <a:bodyPr/>
          <a:lstStyle/>
          <a:p>
            <a:pPr marL="96838" indent="0">
              <a:buNone/>
            </a:pPr>
            <a:r>
              <a:rPr lang="ja-JP" altLang="en-US" b="1" dirty="0">
                <a:solidFill>
                  <a:srgbClr val="C00000"/>
                </a:solidFill>
              </a:rPr>
              <a:t>変数</a:t>
            </a:r>
            <a:r>
              <a:rPr lang="ja-JP" altLang="en-US" dirty="0"/>
              <a:t>は</a:t>
            </a:r>
            <a:r>
              <a:rPr lang="en-US" altLang="ja-JP" dirty="0"/>
              <a:t>1</a:t>
            </a:r>
            <a:r>
              <a:rPr lang="ja-JP" altLang="en-US" dirty="0"/>
              <a:t>つのメソッドの中でしか使えないのでどの順番で使われるか、コンパイルの時点で判断つくため、</a:t>
            </a:r>
            <a:r>
              <a:rPr lang="ja-JP" altLang="en-US" b="1" dirty="0">
                <a:solidFill>
                  <a:srgbClr val="C00000"/>
                </a:solidFill>
              </a:rPr>
              <a:t>宣言→代入→参照の順番でなければコンパイルエラー</a:t>
            </a:r>
            <a:r>
              <a:rPr lang="ja-JP" altLang="en-US" dirty="0"/>
              <a:t>にしています。</a:t>
            </a:r>
          </a:p>
          <a:p>
            <a:pPr marL="96838" indent="0">
              <a:buNone/>
            </a:pPr>
            <a:r>
              <a:rPr lang="ja-JP" altLang="en-US" dirty="0"/>
              <a:t>一方、フィールドはメソッドの中だけで使うわけではないので参照の前に代入されるかどうか、コンパイルの時点では判断がつきません。そのため、</a:t>
            </a:r>
            <a:r>
              <a:rPr lang="ja-JP" altLang="en-US" b="1" dirty="0">
                <a:solidFill>
                  <a:srgbClr val="C00000"/>
                </a:solidFill>
              </a:rPr>
              <a:t>フィールドは宣言→参照の順番でもコンパイルエラーにしない</a:t>
            </a:r>
            <a:r>
              <a:rPr lang="ja-JP" altLang="en-US" dirty="0"/>
              <a:t>ルールになっています。</a:t>
            </a:r>
          </a:p>
        </p:txBody>
      </p:sp>
      <p:sp>
        <p:nvSpPr>
          <p:cNvPr id="9" name="Google Shape;172;p19">
            <a:extLst>
              <a:ext uri="{FF2B5EF4-FFF2-40B4-BE49-F238E27FC236}">
                <a16:creationId xmlns:a16="http://schemas.microsoft.com/office/drawing/2014/main" id="{6D3427C8-BC20-472E-93BF-B325010019E5}"/>
              </a:ext>
            </a:extLst>
          </p:cNvPr>
          <p:cNvSpPr/>
          <p:nvPr/>
        </p:nvSpPr>
        <p:spPr>
          <a:xfrm>
            <a:off x="3696511" y="2699502"/>
            <a:ext cx="5092801" cy="2162574"/>
          </a:xfrm>
          <a:prstGeom prst="rect">
            <a:avLst/>
          </a:prstGeom>
          <a:solidFill>
            <a:schemeClr val="bg1"/>
          </a:solidFill>
          <a:ln w="12700" cap="flat" cmpd="sng">
            <a:no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r>
              <a:rPr lang="ja-JP" sz="1400" dirty="0">
                <a:solidFill>
                  <a:schemeClr val="dk1"/>
                </a:solidFill>
                <a:cs typeface="MS Gothic"/>
                <a:sym typeface="MS Gothic"/>
              </a:rPr>
              <a:t>public class </a:t>
            </a:r>
            <a:r>
              <a:rPr lang="en-US" altLang="ja-JP" sz="1400" dirty="0">
                <a:solidFill>
                  <a:schemeClr val="dk1"/>
                </a:solidFill>
                <a:cs typeface="MS Gothic"/>
                <a:sym typeface="MS Gothic"/>
              </a:rPr>
              <a:t>Student</a:t>
            </a:r>
            <a:r>
              <a:rPr lang="ja-JP" sz="1400" dirty="0">
                <a:solidFill>
                  <a:schemeClr val="dk1"/>
                </a:solidFill>
                <a:cs typeface="MS Gothic"/>
                <a:sym typeface="MS Gothic"/>
              </a:rPr>
              <a:t> {</a:t>
            </a:r>
            <a:endParaRPr lang="en-US" altLang="ja-JP" sz="1400" dirty="0">
              <a:solidFill>
                <a:schemeClr val="dk1"/>
              </a:solidFill>
              <a:cs typeface="MS Gothic"/>
              <a:sym typeface="MS Gothic"/>
            </a:endParaRPr>
          </a:p>
          <a:p>
            <a:r>
              <a:rPr lang="ja-JP" altLang="en-US" sz="1400" dirty="0">
                <a:solidFill>
                  <a:schemeClr val="dk1"/>
                </a:solidFill>
                <a:cs typeface="MS Gothic"/>
                <a:sym typeface="MS Gothic"/>
              </a:rPr>
              <a:t>    </a:t>
            </a:r>
            <a:r>
              <a:rPr lang="en-US" altLang="ja-JP" sz="1400" dirty="0">
                <a:solidFill>
                  <a:schemeClr val="dk1"/>
                </a:solidFill>
                <a:cs typeface="MS Gothic"/>
                <a:sym typeface="MS Gothic"/>
              </a:rPr>
              <a:t>String</a:t>
            </a:r>
            <a:r>
              <a:rPr lang="ja-JP" altLang="en-US" sz="1400" dirty="0">
                <a:solidFill>
                  <a:schemeClr val="dk1"/>
                </a:solidFill>
                <a:cs typeface="MS Gothic"/>
                <a:sym typeface="MS Gothic"/>
              </a:rPr>
              <a:t> </a:t>
            </a:r>
            <a:r>
              <a:rPr lang="en-US" altLang="ja-JP" sz="1400" dirty="0">
                <a:solidFill>
                  <a:schemeClr val="dk1"/>
                </a:solidFill>
                <a:cs typeface="MS Gothic"/>
                <a:sym typeface="MS Gothic"/>
              </a:rPr>
              <a:t>name;</a:t>
            </a:r>
            <a:r>
              <a:rPr lang="ja-JP" altLang="en-US" sz="1400" dirty="0">
                <a:solidFill>
                  <a:schemeClr val="dk1"/>
                </a:solidFill>
                <a:cs typeface="MS Gothic"/>
                <a:sym typeface="MS Gothic"/>
              </a:rPr>
              <a:t>   </a:t>
            </a:r>
            <a:r>
              <a:rPr lang="en-US" altLang="ja-JP" sz="1400" dirty="0">
                <a:solidFill>
                  <a:schemeClr val="dk1"/>
                </a:solidFill>
                <a:cs typeface="MS Gothic"/>
                <a:sym typeface="MS Gothic"/>
              </a:rPr>
              <a:t>//</a:t>
            </a:r>
            <a:r>
              <a:rPr lang="ja-JP" altLang="en-US" sz="1400" dirty="0">
                <a:solidFill>
                  <a:schemeClr val="dk1"/>
                </a:solidFill>
                <a:cs typeface="MS Gothic"/>
                <a:sym typeface="MS Gothic"/>
              </a:rPr>
              <a:t> 氏名</a:t>
            </a:r>
            <a:endParaRPr lang="en-US" altLang="ja-JP" sz="1400" dirty="0">
              <a:solidFill>
                <a:schemeClr val="dk1"/>
              </a:solidFill>
              <a:cs typeface="MS Gothic"/>
              <a:sym typeface="MS Gothic"/>
            </a:endParaRPr>
          </a:p>
          <a:p>
            <a:r>
              <a:rPr lang="ja-JP" altLang="en-US" sz="1400" dirty="0">
                <a:solidFill>
                  <a:schemeClr val="dk1"/>
                </a:solidFill>
                <a:cs typeface="MS Gothic"/>
                <a:sym typeface="MS Gothic"/>
              </a:rPr>
              <a:t>    </a:t>
            </a:r>
            <a:r>
              <a:rPr lang="en-US" altLang="ja-JP" sz="1400" dirty="0">
                <a:solidFill>
                  <a:schemeClr val="dk1"/>
                </a:solidFill>
                <a:cs typeface="MS Gothic"/>
                <a:sym typeface="MS Gothic"/>
              </a:rPr>
              <a:t>int</a:t>
            </a:r>
            <a:r>
              <a:rPr lang="ja-JP" altLang="en-US" sz="1400" dirty="0">
                <a:solidFill>
                  <a:schemeClr val="dk1"/>
                </a:solidFill>
                <a:cs typeface="MS Gothic"/>
                <a:sym typeface="MS Gothic"/>
              </a:rPr>
              <a:t> </a:t>
            </a:r>
            <a:r>
              <a:rPr lang="en-US" altLang="ja-JP" sz="1400" dirty="0">
                <a:solidFill>
                  <a:schemeClr val="dk1"/>
                </a:solidFill>
                <a:cs typeface="MS Gothic"/>
                <a:sym typeface="MS Gothic"/>
              </a:rPr>
              <a:t>age;</a:t>
            </a:r>
            <a:r>
              <a:rPr lang="ja-JP" altLang="en-US" sz="1400" dirty="0">
                <a:solidFill>
                  <a:schemeClr val="dk1"/>
                </a:solidFill>
                <a:cs typeface="MS Gothic"/>
                <a:sym typeface="MS Gothic"/>
              </a:rPr>
              <a:t>       </a:t>
            </a:r>
            <a:r>
              <a:rPr lang="en-US" altLang="ja-JP" sz="1400" dirty="0">
                <a:solidFill>
                  <a:schemeClr val="dk1"/>
                </a:solidFill>
                <a:cs typeface="MS Gothic"/>
                <a:sym typeface="MS Gothic"/>
              </a:rPr>
              <a:t>//</a:t>
            </a:r>
            <a:r>
              <a:rPr lang="ja-JP" altLang="en-US" sz="1400" dirty="0">
                <a:solidFill>
                  <a:schemeClr val="dk1"/>
                </a:solidFill>
                <a:cs typeface="MS Gothic"/>
                <a:sym typeface="MS Gothic"/>
              </a:rPr>
              <a:t> 年齢</a:t>
            </a:r>
            <a:endParaRPr lang="en-US" altLang="ja-JP" sz="1400" dirty="0">
              <a:solidFill>
                <a:schemeClr val="dk1"/>
              </a:solidFill>
              <a:cs typeface="MS Gothic"/>
              <a:sym typeface="MS Gothic"/>
            </a:endParaRPr>
          </a:p>
          <a:p>
            <a:r>
              <a:rPr lang="en-US" altLang="ja-JP" sz="1400" dirty="0">
                <a:solidFill>
                  <a:schemeClr val="dk1"/>
                </a:solidFill>
                <a:cs typeface="MS Gothic"/>
                <a:sym typeface="MS Gothic"/>
              </a:rPr>
              <a:t>    // </a:t>
            </a:r>
            <a:r>
              <a:rPr lang="ja-JP" altLang="en-US" sz="1400" dirty="0">
                <a:solidFill>
                  <a:schemeClr val="dk1"/>
                </a:solidFill>
                <a:cs typeface="MS Gothic"/>
                <a:sym typeface="MS Gothic"/>
              </a:rPr>
              <a:t>自己紹介するメソッド</a:t>
            </a:r>
          </a:p>
          <a:p>
            <a:r>
              <a:rPr lang="ja-JP" altLang="en-US" sz="1400" dirty="0">
                <a:solidFill>
                  <a:schemeClr val="dk1"/>
                </a:solidFill>
                <a:cs typeface="MS Gothic"/>
                <a:sym typeface="MS Gothic"/>
              </a:rPr>
              <a:t>    </a:t>
            </a:r>
            <a:r>
              <a:rPr lang="en-US" altLang="ja-JP" sz="1400" dirty="0">
                <a:solidFill>
                  <a:schemeClr val="dk1"/>
                </a:solidFill>
                <a:cs typeface="MS Gothic"/>
                <a:sym typeface="MS Gothic"/>
              </a:rPr>
              <a:t>void</a:t>
            </a:r>
            <a:r>
              <a:rPr lang="ja-JP" altLang="en-US" sz="1400" dirty="0">
                <a:solidFill>
                  <a:schemeClr val="dk1"/>
                </a:solidFill>
                <a:cs typeface="MS Gothic"/>
                <a:sym typeface="MS Gothic"/>
              </a:rPr>
              <a:t> </a:t>
            </a:r>
            <a:r>
              <a:rPr lang="en-US" altLang="ja-JP" sz="1400" dirty="0">
                <a:solidFill>
                  <a:schemeClr val="dk1"/>
                </a:solidFill>
                <a:cs typeface="MS Gothic"/>
                <a:sym typeface="MS Gothic"/>
              </a:rPr>
              <a:t>introduce()</a:t>
            </a:r>
            <a:r>
              <a:rPr lang="ja-JP" altLang="en-US" sz="1400" dirty="0">
                <a:solidFill>
                  <a:schemeClr val="dk1"/>
                </a:solidFill>
                <a:cs typeface="MS Gothic"/>
                <a:sym typeface="MS Gothic"/>
              </a:rPr>
              <a:t> </a:t>
            </a:r>
            <a:r>
              <a:rPr lang="en-US" altLang="ja-JP" sz="1400" dirty="0">
                <a:solidFill>
                  <a:schemeClr val="dk1"/>
                </a:solidFill>
                <a:cs typeface="MS Gothic"/>
                <a:sym typeface="MS Gothic"/>
              </a:rPr>
              <a:t>{</a:t>
            </a:r>
          </a:p>
          <a:p>
            <a:r>
              <a:rPr lang="en-US" altLang="ja-JP" sz="1400" dirty="0">
                <a:solidFill>
                  <a:schemeClr val="dk1"/>
                </a:solidFill>
                <a:cs typeface="MS Gothic"/>
                <a:sym typeface="MS Gothic"/>
              </a:rPr>
              <a:t>        </a:t>
            </a:r>
            <a:r>
              <a:rPr lang="en-US" altLang="ja-JP" sz="1400" dirty="0" err="1">
                <a:solidFill>
                  <a:schemeClr val="dk1"/>
                </a:solidFill>
                <a:cs typeface="MS Gothic"/>
                <a:sym typeface="MS Gothic"/>
              </a:rPr>
              <a:t>System.out.println</a:t>
            </a:r>
            <a:r>
              <a:rPr lang="en-US" altLang="ja-JP" sz="1400" dirty="0">
                <a:solidFill>
                  <a:schemeClr val="dk1"/>
                </a:solidFill>
                <a:cs typeface="MS Gothic"/>
                <a:sym typeface="MS Gothic"/>
              </a:rPr>
              <a:t>("</a:t>
            </a:r>
            <a:r>
              <a:rPr lang="ja-JP" altLang="en-US" sz="1400" dirty="0">
                <a:solidFill>
                  <a:schemeClr val="dk1"/>
                </a:solidFill>
                <a:cs typeface="MS Gothic"/>
                <a:sym typeface="MS Gothic"/>
              </a:rPr>
              <a:t>私は</a:t>
            </a:r>
            <a:r>
              <a:rPr lang="en-US" altLang="ja-JP" sz="1400" dirty="0">
                <a:solidFill>
                  <a:schemeClr val="dk1"/>
                </a:solidFill>
                <a:cs typeface="MS Gothic"/>
                <a:sym typeface="MS Gothic"/>
              </a:rPr>
              <a:t>" + this.name </a:t>
            </a:r>
            <a:br>
              <a:rPr lang="en-US" altLang="ja-JP" sz="1400" dirty="0">
                <a:solidFill>
                  <a:schemeClr val="dk1"/>
                </a:solidFill>
                <a:cs typeface="MS Gothic"/>
                <a:sym typeface="MS Gothic"/>
              </a:rPr>
            </a:br>
            <a:r>
              <a:rPr lang="en-US" altLang="ja-JP" sz="1400" dirty="0">
                <a:solidFill>
                  <a:schemeClr val="dk1"/>
                </a:solidFill>
                <a:cs typeface="MS Gothic"/>
                <a:sym typeface="MS Gothic"/>
              </a:rPr>
              <a:t>                                       + "</a:t>
            </a:r>
            <a:r>
              <a:rPr lang="ja-JP" altLang="en-US" sz="1400" dirty="0">
                <a:solidFill>
                  <a:schemeClr val="dk1"/>
                </a:solidFill>
                <a:cs typeface="MS Gothic"/>
                <a:sym typeface="MS Gothic"/>
              </a:rPr>
              <a:t>と申します</a:t>
            </a:r>
            <a:r>
              <a:rPr lang="en-US" altLang="ja-JP" sz="1400" dirty="0">
                <a:solidFill>
                  <a:schemeClr val="dk1"/>
                </a:solidFill>
                <a:cs typeface="MS Gothic"/>
                <a:sym typeface="MS Gothic"/>
              </a:rPr>
              <a:t>");</a:t>
            </a:r>
          </a:p>
          <a:p>
            <a:r>
              <a:rPr lang="ja-JP" altLang="en-US" sz="1400" dirty="0">
                <a:solidFill>
                  <a:schemeClr val="dk1"/>
                </a:solidFill>
                <a:cs typeface="MS Gothic"/>
                <a:sym typeface="MS Gothic"/>
              </a:rPr>
              <a:t>      </a:t>
            </a:r>
            <a:r>
              <a:rPr lang="en-US" altLang="ja-JP" sz="1400" dirty="0">
                <a:solidFill>
                  <a:schemeClr val="dk1"/>
                </a:solidFill>
                <a:cs typeface="MS Gothic"/>
                <a:sym typeface="MS Gothic"/>
              </a:rPr>
              <a:t>  </a:t>
            </a:r>
            <a:r>
              <a:rPr lang="en-US" altLang="ja-JP" sz="1400" dirty="0" err="1">
                <a:solidFill>
                  <a:schemeClr val="dk1"/>
                </a:solidFill>
                <a:cs typeface="MS Gothic"/>
                <a:sym typeface="MS Gothic"/>
              </a:rPr>
              <a:t>System.out.println</a:t>
            </a:r>
            <a:r>
              <a:rPr lang="en-US" altLang="ja-JP" sz="1400" dirty="0">
                <a:solidFill>
                  <a:schemeClr val="dk1"/>
                </a:solidFill>
                <a:cs typeface="MS Gothic"/>
                <a:sym typeface="MS Gothic"/>
              </a:rPr>
              <a:t>(</a:t>
            </a:r>
            <a:r>
              <a:rPr lang="en-US" altLang="ja-JP" sz="1400" dirty="0" err="1">
                <a:solidFill>
                  <a:schemeClr val="dk1"/>
                </a:solidFill>
                <a:cs typeface="MS Gothic"/>
                <a:sym typeface="MS Gothic"/>
              </a:rPr>
              <a:t>this.age</a:t>
            </a:r>
            <a:r>
              <a:rPr lang="en-US" altLang="ja-JP" sz="1400" dirty="0">
                <a:solidFill>
                  <a:schemeClr val="dk1"/>
                </a:solidFill>
                <a:cs typeface="MS Gothic"/>
                <a:sym typeface="MS Gothic"/>
              </a:rPr>
              <a:t> + "</a:t>
            </a:r>
            <a:r>
              <a:rPr lang="ja-JP" altLang="en-US" sz="1400" dirty="0">
                <a:solidFill>
                  <a:schemeClr val="dk1"/>
                </a:solidFill>
                <a:cs typeface="MS Gothic"/>
                <a:sym typeface="MS Gothic"/>
              </a:rPr>
              <a:t>歳です</a:t>
            </a:r>
            <a:r>
              <a:rPr lang="en-US" altLang="ja-JP" sz="1400" dirty="0">
                <a:solidFill>
                  <a:schemeClr val="dk1"/>
                </a:solidFill>
                <a:cs typeface="MS Gothic"/>
                <a:sym typeface="MS Gothic"/>
              </a:rPr>
              <a:t>");</a:t>
            </a:r>
            <a:endParaRPr lang="ja-JP" altLang="en-US" sz="1400" dirty="0">
              <a:solidFill>
                <a:schemeClr val="dk1"/>
              </a:solidFill>
              <a:cs typeface="MS Gothic"/>
              <a:sym typeface="MS Gothic"/>
            </a:endParaRPr>
          </a:p>
          <a:p>
            <a:r>
              <a:rPr lang="en-US" altLang="ja-JP" sz="1400" dirty="0">
                <a:solidFill>
                  <a:schemeClr val="dk1"/>
                </a:solidFill>
                <a:cs typeface="MS Gothic"/>
                <a:sym typeface="MS Gothic"/>
              </a:rPr>
              <a:t>   }</a:t>
            </a:r>
            <a:endParaRPr lang="ja-JP" altLang="en-US" sz="1400" dirty="0">
              <a:solidFill>
                <a:schemeClr val="dk1"/>
              </a:solidFill>
              <a:cs typeface="MS Gothic"/>
              <a:sym typeface="MS Gothic"/>
            </a:endParaRPr>
          </a:p>
          <a:p>
            <a:r>
              <a:rPr lang="ja-JP" sz="1400" dirty="0">
                <a:solidFill>
                  <a:schemeClr val="dk1"/>
                </a:solidFill>
                <a:cs typeface="MS Gothic"/>
                <a:sym typeface="MS Gothic"/>
              </a:rPr>
              <a:t>}</a:t>
            </a:r>
            <a:endParaRPr sz="1400" dirty="0">
              <a:solidFill>
                <a:schemeClr val="dk1"/>
              </a:solidFill>
              <a:cs typeface="MS Gothic"/>
              <a:sym typeface="MS Gothic"/>
            </a:endParaRPr>
          </a:p>
        </p:txBody>
      </p:sp>
      <p:sp>
        <p:nvSpPr>
          <p:cNvPr id="10" name="Google Shape;172;p19">
            <a:extLst>
              <a:ext uri="{FF2B5EF4-FFF2-40B4-BE49-F238E27FC236}">
                <a16:creationId xmlns:a16="http://schemas.microsoft.com/office/drawing/2014/main" id="{9CDE6E3A-C181-447E-A610-A3CF8FDC31B6}"/>
              </a:ext>
            </a:extLst>
          </p:cNvPr>
          <p:cNvSpPr/>
          <p:nvPr/>
        </p:nvSpPr>
        <p:spPr>
          <a:xfrm>
            <a:off x="353338" y="2699502"/>
            <a:ext cx="3086100" cy="2162574"/>
          </a:xfrm>
          <a:prstGeom prst="rect">
            <a:avLst/>
          </a:prstGeom>
          <a:solidFill>
            <a:schemeClr val="bg1"/>
          </a:solidFill>
          <a:ln w="12700" cap="flat" cmpd="sng">
            <a:no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r>
              <a:rPr lang="en-US" altLang="ja-JP" sz="1400" dirty="0">
                <a:solidFill>
                  <a:schemeClr val="dk1"/>
                </a:solidFill>
                <a:cs typeface="MS Gothic"/>
                <a:sym typeface="MS Gothic"/>
              </a:rPr>
              <a:t>// </a:t>
            </a:r>
            <a:r>
              <a:rPr lang="ja-JP" altLang="en-US" sz="1400" dirty="0">
                <a:solidFill>
                  <a:schemeClr val="dk1"/>
                </a:solidFill>
                <a:cs typeface="MS Gothic"/>
                <a:sym typeface="MS Gothic"/>
              </a:rPr>
              <a:t>インスタンス作成</a:t>
            </a:r>
          </a:p>
          <a:p>
            <a:pPr marL="0" marR="0" lvl="0" indent="0" algn="l" rtl="0">
              <a:spcBef>
                <a:spcPts val="0"/>
              </a:spcBef>
              <a:spcAft>
                <a:spcPts val="0"/>
              </a:spcAft>
              <a:buNone/>
            </a:pPr>
            <a:r>
              <a:rPr lang="en-US" sz="1400" dirty="0">
                <a:solidFill>
                  <a:schemeClr val="dk1"/>
                </a:solidFill>
                <a:cs typeface="MS Gothic"/>
                <a:sym typeface="MS Gothic"/>
              </a:rPr>
              <a:t>Student</a:t>
            </a:r>
            <a:r>
              <a:rPr lang="ja-JP" altLang="en-US" sz="1400" dirty="0">
                <a:solidFill>
                  <a:schemeClr val="dk1"/>
                </a:solidFill>
                <a:cs typeface="MS Gothic"/>
                <a:sym typeface="MS Gothic"/>
              </a:rPr>
              <a:t> </a:t>
            </a:r>
            <a:r>
              <a:rPr lang="en-US" altLang="ja-JP" sz="1400" dirty="0">
                <a:solidFill>
                  <a:schemeClr val="dk1"/>
                </a:solidFill>
                <a:cs typeface="MS Gothic"/>
                <a:sym typeface="MS Gothic"/>
              </a:rPr>
              <a:t>student = new Student();</a:t>
            </a:r>
          </a:p>
          <a:p>
            <a:pPr marL="0" marR="0" lvl="0" indent="0" algn="l" rtl="0">
              <a:spcBef>
                <a:spcPts val="0"/>
              </a:spcBef>
              <a:spcAft>
                <a:spcPts val="0"/>
              </a:spcAft>
              <a:buNone/>
            </a:pPr>
            <a:r>
              <a:rPr lang="en-US" sz="1400" dirty="0">
                <a:solidFill>
                  <a:schemeClr val="dk1"/>
                </a:solidFill>
                <a:cs typeface="MS Gothic"/>
                <a:sym typeface="MS Gothic"/>
              </a:rPr>
              <a:t>// </a:t>
            </a:r>
            <a:r>
              <a:rPr lang="ja-JP" altLang="en-US" sz="1400" dirty="0">
                <a:solidFill>
                  <a:schemeClr val="dk1"/>
                </a:solidFill>
                <a:cs typeface="MS Gothic"/>
                <a:sym typeface="MS Gothic"/>
              </a:rPr>
              <a:t>フィールドに代入</a:t>
            </a:r>
            <a:endParaRPr lang="en-US" altLang="ja-JP" sz="1400" dirty="0">
              <a:solidFill>
                <a:schemeClr val="dk1"/>
              </a:solidFill>
              <a:cs typeface="MS Gothic"/>
              <a:sym typeface="MS Gothic"/>
            </a:endParaRPr>
          </a:p>
          <a:p>
            <a:pPr marL="0" marR="0" lvl="0" indent="0" algn="l" rtl="0">
              <a:spcBef>
                <a:spcPts val="0"/>
              </a:spcBef>
              <a:spcAft>
                <a:spcPts val="0"/>
              </a:spcAft>
              <a:buNone/>
            </a:pPr>
            <a:r>
              <a:rPr lang="en-US" sz="1400" b="1" dirty="0">
                <a:solidFill>
                  <a:srgbClr val="C00000"/>
                </a:solidFill>
                <a:cs typeface="MS Gothic"/>
                <a:sym typeface="MS Gothic"/>
              </a:rPr>
              <a:t>student.name = "</a:t>
            </a:r>
            <a:r>
              <a:rPr lang="ja-JP" altLang="en-US" sz="1400" b="1" dirty="0">
                <a:solidFill>
                  <a:srgbClr val="C00000"/>
                </a:solidFill>
                <a:cs typeface="MS Gothic"/>
                <a:sym typeface="MS Gothic"/>
              </a:rPr>
              <a:t>山田</a:t>
            </a:r>
            <a:r>
              <a:rPr lang="en-US" sz="1400" b="1" dirty="0">
                <a:solidFill>
                  <a:srgbClr val="C00000"/>
                </a:solidFill>
                <a:cs typeface="MS Gothic"/>
                <a:sym typeface="MS Gothic"/>
              </a:rPr>
              <a:t>";</a:t>
            </a:r>
          </a:p>
          <a:p>
            <a:pPr marL="0" marR="0" lvl="0" indent="0" algn="l" rtl="0">
              <a:spcBef>
                <a:spcPts val="0"/>
              </a:spcBef>
              <a:spcAft>
                <a:spcPts val="0"/>
              </a:spcAft>
              <a:buNone/>
            </a:pPr>
            <a:r>
              <a:rPr lang="en-US" sz="1400" b="1" dirty="0" err="1">
                <a:solidFill>
                  <a:srgbClr val="C00000"/>
                </a:solidFill>
                <a:cs typeface="MS Gothic"/>
                <a:sym typeface="MS Gothic"/>
              </a:rPr>
              <a:t>student.age</a:t>
            </a:r>
            <a:r>
              <a:rPr lang="en-US" sz="1400" b="1" dirty="0">
                <a:solidFill>
                  <a:srgbClr val="C00000"/>
                </a:solidFill>
                <a:cs typeface="MS Gothic"/>
                <a:sym typeface="MS Gothic"/>
              </a:rPr>
              <a:t> = 21;</a:t>
            </a:r>
          </a:p>
          <a:p>
            <a:pPr marL="0" marR="0" lvl="0" indent="0" algn="l" rtl="0">
              <a:spcBef>
                <a:spcPts val="0"/>
              </a:spcBef>
              <a:spcAft>
                <a:spcPts val="0"/>
              </a:spcAft>
              <a:buNone/>
            </a:pPr>
            <a:r>
              <a:rPr lang="en-US" sz="1400" dirty="0">
                <a:solidFill>
                  <a:schemeClr val="dk1"/>
                </a:solidFill>
                <a:cs typeface="MS Gothic"/>
                <a:sym typeface="MS Gothic"/>
              </a:rPr>
              <a:t>// </a:t>
            </a:r>
            <a:r>
              <a:rPr lang="ja-JP" altLang="en-US" sz="1400" dirty="0">
                <a:solidFill>
                  <a:schemeClr val="dk1"/>
                </a:solidFill>
                <a:cs typeface="MS Gothic"/>
                <a:sym typeface="MS Gothic"/>
              </a:rPr>
              <a:t>メソッド呼び出し</a:t>
            </a:r>
          </a:p>
          <a:p>
            <a:pPr marL="0" marR="0" lvl="0" indent="0" algn="l" rtl="0">
              <a:spcBef>
                <a:spcPts val="0"/>
              </a:spcBef>
              <a:spcAft>
                <a:spcPts val="0"/>
              </a:spcAft>
              <a:buNone/>
            </a:pPr>
            <a:r>
              <a:rPr lang="en-US" sz="1400" dirty="0" err="1">
                <a:solidFill>
                  <a:schemeClr val="dk1"/>
                </a:solidFill>
                <a:cs typeface="MS Gothic"/>
                <a:sym typeface="MS Gothic"/>
              </a:rPr>
              <a:t>student.introduce</a:t>
            </a:r>
            <a:r>
              <a:rPr lang="en-US" sz="1400" dirty="0">
                <a:solidFill>
                  <a:schemeClr val="dk1"/>
                </a:solidFill>
                <a:cs typeface="MS Gothic"/>
                <a:sym typeface="MS Gothic"/>
              </a:rPr>
              <a:t>();</a:t>
            </a:r>
            <a:endParaRPr sz="1400" dirty="0">
              <a:solidFill>
                <a:schemeClr val="dk1"/>
              </a:solidFill>
              <a:cs typeface="MS Gothic"/>
              <a:sym typeface="MS Gothic"/>
            </a:endParaRPr>
          </a:p>
        </p:txBody>
      </p:sp>
      <p:sp>
        <p:nvSpPr>
          <p:cNvPr id="11" name="吹き出し: 角を丸めた四角形 10">
            <a:extLst>
              <a:ext uri="{FF2B5EF4-FFF2-40B4-BE49-F238E27FC236}">
                <a16:creationId xmlns:a16="http://schemas.microsoft.com/office/drawing/2014/main" id="{0A34E600-8189-447C-8632-7BAB41228DDA}"/>
              </a:ext>
            </a:extLst>
          </p:cNvPr>
          <p:cNvSpPr/>
          <p:nvPr/>
        </p:nvSpPr>
        <p:spPr>
          <a:xfrm>
            <a:off x="3799361" y="1811490"/>
            <a:ext cx="3086100" cy="788729"/>
          </a:xfrm>
          <a:prstGeom prst="wedgeRoundRectCallout">
            <a:avLst>
              <a:gd name="adj1" fmla="val -96955"/>
              <a:gd name="adj2" fmla="val 166039"/>
              <a:gd name="adj3" fmla="val 16667"/>
            </a:avLst>
          </a:prstGeom>
          <a:solidFill>
            <a:schemeClr val="bg1"/>
          </a:solid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1400" dirty="0">
                <a:solidFill>
                  <a:schemeClr val="tx1"/>
                </a:solidFill>
              </a:rPr>
              <a:t>メソッド呼び出しの前に代入処理があるかどうか、</a:t>
            </a:r>
            <a:r>
              <a:rPr kumimoji="1" lang="en-US" altLang="ja-JP" sz="1400" dirty="0">
                <a:solidFill>
                  <a:schemeClr val="tx1"/>
                </a:solidFill>
              </a:rPr>
              <a:t>Student</a:t>
            </a:r>
            <a:r>
              <a:rPr kumimoji="1" lang="ja-JP" altLang="en-US" sz="1400" dirty="0">
                <a:solidFill>
                  <a:schemeClr val="tx1"/>
                </a:solidFill>
              </a:rPr>
              <a:t>クラスコンパイル時にはわからない</a:t>
            </a:r>
          </a:p>
        </p:txBody>
      </p:sp>
    </p:spTree>
    <p:extLst>
      <p:ext uri="{BB962C8B-B14F-4D97-AF65-F5344CB8AC3E}">
        <p14:creationId xmlns:p14="http://schemas.microsoft.com/office/powerpoint/2010/main" val="315770689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DE764CD8-0B12-484E-890C-8A5A26296D13}"/>
              </a:ext>
            </a:extLst>
          </p:cNvPr>
          <p:cNvSpPr>
            <a:spLocks noGrp="1"/>
          </p:cNvSpPr>
          <p:nvPr>
            <p:ph type="ftr" sz="quarter" idx="11"/>
          </p:nvPr>
        </p:nvSpPr>
        <p:spPr/>
        <p:txBody>
          <a:bodyPr/>
          <a:lstStyle/>
          <a:p>
            <a:r>
              <a:rPr kumimoji="1" lang="en-US" altLang="ja-JP"/>
              <a:t>copyright ©ITCollege All Rights Reserved</a:t>
            </a:r>
            <a:endParaRPr kumimoji="1" lang="ja-JP" altLang="en-US" dirty="0">
              <a:latin typeface="+mn-ea"/>
            </a:endParaRPr>
          </a:p>
        </p:txBody>
      </p:sp>
      <p:sp>
        <p:nvSpPr>
          <p:cNvPr id="7" name="タイトル 6">
            <a:extLst>
              <a:ext uri="{FF2B5EF4-FFF2-40B4-BE49-F238E27FC236}">
                <a16:creationId xmlns:a16="http://schemas.microsoft.com/office/drawing/2014/main" id="{9630AD22-E64D-4A96-B059-2AF9F6580C25}"/>
              </a:ext>
            </a:extLst>
          </p:cNvPr>
          <p:cNvSpPr>
            <a:spLocks noGrp="1"/>
          </p:cNvSpPr>
          <p:nvPr>
            <p:ph type="ctrTitle"/>
          </p:nvPr>
        </p:nvSpPr>
        <p:spPr/>
        <p:txBody>
          <a:bodyPr/>
          <a:lstStyle/>
          <a:p>
            <a:r>
              <a:rPr lang="ja-JP" altLang="en-US" dirty="0"/>
              <a:t>フィールドの初期値</a:t>
            </a:r>
          </a:p>
        </p:txBody>
      </p:sp>
      <p:sp>
        <p:nvSpPr>
          <p:cNvPr id="5" name="スライド番号プレースホルダー 4">
            <a:extLst>
              <a:ext uri="{FF2B5EF4-FFF2-40B4-BE49-F238E27FC236}">
                <a16:creationId xmlns:a16="http://schemas.microsoft.com/office/drawing/2014/main" id="{433B62C4-B6B9-4622-B802-69C25D6F2A49}"/>
              </a:ext>
            </a:extLst>
          </p:cNvPr>
          <p:cNvSpPr>
            <a:spLocks noGrp="1"/>
          </p:cNvSpPr>
          <p:nvPr>
            <p:ph type="sldNum" sz="quarter" idx="4"/>
          </p:nvPr>
        </p:nvSpPr>
        <p:spPr/>
        <p:txBody>
          <a:bodyPr/>
          <a:lstStyle/>
          <a:p>
            <a:fld id="{00000000-1234-1234-1234-123412341234}" type="slidenum">
              <a:rPr lang="en" smtClean="0"/>
              <a:pPr/>
              <a:t>19</a:t>
            </a:fld>
            <a:endParaRPr lang="en" dirty="0">
              <a:latin typeface="+mn-ea"/>
            </a:endParaRPr>
          </a:p>
        </p:txBody>
      </p:sp>
      <p:sp>
        <p:nvSpPr>
          <p:cNvPr id="8" name="テキスト プレースホルダー 7">
            <a:extLst>
              <a:ext uri="{FF2B5EF4-FFF2-40B4-BE49-F238E27FC236}">
                <a16:creationId xmlns:a16="http://schemas.microsoft.com/office/drawing/2014/main" id="{787CF02A-01AB-4517-BA3E-25572FA82648}"/>
              </a:ext>
            </a:extLst>
          </p:cNvPr>
          <p:cNvSpPr>
            <a:spLocks noGrp="1"/>
          </p:cNvSpPr>
          <p:nvPr>
            <p:ph type="body" sz="quarter" idx="14"/>
          </p:nvPr>
        </p:nvSpPr>
        <p:spPr>
          <a:xfrm>
            <a:off x="462875" y="859491"/>
            <a:ext cx="8216900" cy="315390"/>
          </a:xfrm>
        </p:spPr>
        <p:txBody>
          <a:bodyPr/>
          <a:lstStyle/>
          <a:p>
            <a:pPr marL="96838" indent="0">
              <a:buNone/>
            </a:pPr>
            <a:r>
              <a:rPr lang="ja-JP" altLang="en-US" dirty="0"/>
              <a:t>では、代入なしで参照したらどのような実行結果になるかやってみましょう。</a:t>
            </a:r>
          </a:p>
        </p:txBody>
      </p:sp>
      <p:sp>
        <p:nvSpPr>
          <p:cNvPr id="6" name="Google Shape;172;p19">
            <a:extLst>
              <a:ext uri="{FF2B5EF4-FFF2-40B4-BE49-F238E27FC236}">
                <a16:creationId xmlns:a16="http://schemas.microsoft.com/office/drawing/2014/main" id="{8882E97D-2932-4311-B803-D9ECDF5728D1}"/>
              </a:ext>
            </a:extLst>
          </p:cNvPr>
          <p:cNvSpPr/>
          <p:nvPr/>
        </p:nvSpPr>
        <p:spPr>
          <a:xfrm>
            <a:off x="462875" y="1259808"/>
            <a:ext cx="4109126" cy="1998958"/>
          </a:xfrm>
          <a:prstGeom prst="rect">
            <a:avLst/>
          </a:prstGeom>
          <a:solidFill>
            <a:schemeClr val="bg1"/>
          </a:solidFill>
          <a:ln w="12700" cap="flat" cmpd="sng">
            <a:no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r>
              <a:rPr lang="en-US" altLang="ja-JP" sz="1400" dirty="0">
                <a:solidFill>
                  <a:schemeClr val="dk1"/>
                </a:solidFill>
                <a:cs typeface="MS Gothic"/>
                <a:sym typeface="MS Gothic"/>
              </a:rPr>
              <a:t>public class </a:t>
            </a:r>
            <a:r>
              <a:rPr lang="en-US" altLang="ja-JP" sz="1400" dirty="0" err="1">
                <a:solidFill>
                  <a:schemeClr val="dk1"/>
                </a:solidFill>
                <a:cs typeface="MS Gothic"/>
                <a:sym typeface="MS Gothic"/>
              </a:rPr>
              <a:t>NoSetSample</a:t>
            </a:r>
            <a:r>
              <a:rPr lang="en-US" altLang="ja-JP" sz="1400" dirty="0">
                <a:solidFill>
                  <a:schemeClr val="dk1"/>
                </a:solidFill>
                <a:cs typeface="MS Gothic"/>
                <a:sym typeface="MS Gothic"/>
              </a:rPr>
              <a:t> {</a:t>
            </a:r>
          </a:p>
          <a:p>
            <a:pPr marL="0" marR="0" lvl="0" indent="0" algn="l" rtl="0">
              <a:spcBef>
                <a:spcPts val="0"/>
              </a:spcBef>
              <a:spcAft>
                <a:spcPts val="0"/>
              </a:spcAft>
              <a:buNone/>
            </a:pPr>
            <a:r>
              <a:rPr lang="en-US" altLang="ja-JP" sz="1400" dirty="0">
                <a:solidFill>
                  <a:schemeClr val="dk1"/>
                </a:solidFill>
                <a:cs typeface="MS Gothic"/>
                <a:sym typeface="MS Gothic"/>
              </a:rPr>
              <a:t>    public static void main(String[] </a:t>
            </a:r>
            <a:r>
              <a:rPr lang="en-US" altLang="ja-JP" sz="1400" dirty="0" err="1">
                <a:solidFill>
                  <a:schemeClr val="dk1"/>
                </a:solidFill>
                <a:cs typeface="MS Gothic"/>
                <a:sym typeface="MS Gothic"/>
              </a:rPr>
              <a:t>args</a:t>
            </a:r>
            <a:r>
              <a:rPr lang="en-US" altLang="ja-JP" sz="1400" dirty="0">
                <a:solidFill>
                  <a:schemeClr val="dk1"/>
                </a:solidFill>
                <a:cs typeface="MS Gothic"/>
                <a:sym typeface="MS Gothic"/>
              </a:rPr>
              <a:t>) {</a:t>
            </a:r>
          </a:p>
          <a:p>
            <a:pPr marL="0" marR="0" lvl="0" indent="0" algn="l" rtl="0">
              <a:spcBef>
                <a:spcPts val="0"/>
              </a:spcBef>
              <a:spcAft>
                <a:spcPts val="0"/>
              </a:spcAft>
              <a:buNone/>
            </a:pPr>
            <a:r>
              <a:rPr lang="en-US" altLang="ja-JP" sz="1400" dirty="0">
                <a:solidFill>
                  <a:schemeClr val="dk1"/>
                </a:solidFill>
                <a:cs typeface="MS Gothic"/>
                <a:sym typeface="MS Gothic"/>
              </a:rPr>
              <a:t>        // </a:t>
            </a:r>
            <a:r>
              <a:rPr lang="ja-JP" altLang="en-US" sz="1400" dirty="0">
                <a:solidFill>
                  <a:schemeClr val="dk1"/>
                </a:solidFill>
                <a:cs typeface="MS Gothic"/>
                <a:sym typeface="MS Gothic"/>
              </a:rPr>
              <a:t>インスタンス作成</a:t>
            </a:r>
          </a:p>
          <a:p>
            <a:pPr marL="0" marR="0" lvl="0" indent="0" algn="l" rtl="0">
              <a:spcBef>
                <a:spcPts val="0"/>
              </a:spcBef>
              <a:spcAft>
                <a:spcPts val="0"/>
              </a:spcAft>
              <a:buNone/>
            </a:pPr>
            <a:r>
              <a:rPr lang="en-US" altLang="ja-JP" sz="1400" dirty="0">
                <a:solidFill>
                  <a:schemeClr val="dk1"/>
                </a:solidFill>
                <a:cs typeface="MS Gothic"/>
                <a:sym typeface="MS Gothic"/>
              </a:rPr>
              <a:t>        Student</a:t>
            </a:r>
            <a:r>
              <a:rPr lang="ja-JP" altLang="en-US" sz="1400" dirty="0">
                <a:solidFill>
                  <a:schemeClr val="dk1"/>
                </a:solidFill>
                <a:cs typeface="MS Gothic"/>
                <a:sym typeface="MS Gothic"/>
              </a:rPr>
              <a:t> </a:t>
            </a:r>
            <a:r>
              <a:rPr lang="en-US" altLang="ja-JP" sz="1400" dirty="0">
                <a:solidFill>
                  <a:schemeClr val="dk1"/>
                </a:solidFill>
                <a:cs typeface="MS Gothic"/>
                <a:sym typeface="MS Gothic"/>
              </a:rPr>
              <a:t>student = new Student();</a:t>
            </a:r>
          </a:p>
          <a:p>
            <a:pPr marL="0" marR="0" lvl="0" indent="0" algn="l" rtl="0">
              <a:spcBef>
                <a:spcPts val="0"/>
              </a:spcBef>
              <a:spcAft>
                <a:spcPts val="0"/>
              </a:spcAft>
              <a:buNone/>
            </a:pPr>
            <a:endParaRPr lang="en-US" altLang="ja-JP" sz="1400" dirty="0">
              <a:solidFill>
                <a:schemeClr val="dk1"/>
              </a:solidFill>
              <a:cs typeface="MS Gothic"/>
              <a:sym typeface="MS Gothic"/>
            </a:endParaRPr>
          </a:p>
          <a:p>
            <a:pPr marL="0" marR="0" lvl="0" indent="0" algn="l" rtl="0">
              <a:spcBef>
                <a:spcPts val="0"/>
              </a:spcBef>
              <a:spcAft>
                <a:spcPts val="0"/>
              </a:spcAft>
              <a:buNone/>
            </a:pPr>
            <a:r>
              <a:rPr lang="en-US" altLang="ja-JP" sz="1400" dirty="0">
                <a:solidFill>
                  <a:schemeClr val="dk1"/>
                </a:solidFill>
                <a:cs typeface="MS Gothic"/>
                <a:sym typeface="MS Gothic"/>
              </a:rPr>
              <a:t>        // </a:t>
            </a:r>
            <a:r>
              <a:rPr lang="ja-JP" altLang="en-US" sz="1400" dirty="0">
                <a:solidFill>
                  <a:schemeClr val="dk1"/>
                </a:solidFill>
                <a:cs typeface="MS Gothic"/>
                <a:sym typeface="MS Gothic"/>
              </a:rPr>
              <a:t>メソッド呼び出し</a:t>
            </a:r>
          </a:p>
          <a:p>
            <a:pPr marL="0" marR="0" lvl="0" indent="0" algn="l" rtl="0">
              <a:spcBef>
                <a:spcPts val="0"/>
              </a:spcBef>
              <a:spcAft>
                <a:spcPts val="0"/>
              </a:spcAft>
              <a:buNone/>
            </a:pPr>
            <a:r>
              <a:rPr lang="en-US" altLang="ja-JP" sz="1400" dirty="0">
                <a:solidFill>
                  <a:schemeClr val="dk1"/>
                </a:solidFill>
                <a:cs typeface="MS Gothic"/>
                <a:sym typeface="MS Gothic"/>
              </a:rPr>
              <a:t>        </a:t>
            </a:r>
            <a:r>
              <a:rPr lang="en-US" altLang="ja-JP" sz="1400" dirty="0" err="1">
                <a:solidFill>
                  <a:schemeClr val="dk1"/>
                </a:solidFill>
                <a:cs typeface="MS Gothic"/>
                <a:sym typeface="MS Gothic"/>
              </a:rPr>
              <a:t>student.introduce</a:t>
            </a:r>
            <a:r>
              <a:rPr lang="en-US" altLang="ja-JP" sz="1400" dirty="0">
                <a:solidFill>
                  <a:schemeClr val="dk1"/>
                </a:solidFill>
                <a:cs typeface="MS Gothic"/>
                <a:sym typeface="MS Gothic"/>
              </a:rPr>
              <a:t>();</a:t>
            </a:r>
          </a:p>
          <a:p>
            <a:pPr marL="0" marR="0" lvl="0" indent="0" algn="l" rtl="0">
              <a:spcBef>
                <a:spcPts val="0"/>
              </a:spcBef>
              <a:spcAft>
                <a:spcPts val="0"/>
              </a:spcAft>
              <a:buNone/>
            </a:pPr>
            <a:r>
              <a:rPr lang="en-US" altLang="ja-JP" sz="1400" dirty="0">
                <a:solidFill>
                  <a:schemeClr val="dk1"/>
                </a:solidFill>
                <a:cs typeface="MS Gothic"/>
                <a:sym typeface="MS Gothic"/>
              </a:rPr>
              <a:t>    }</a:t>
            </a:r>
          </a:p>
          <a:p>
            <a:pPr marL="0" marR="0" lvl="0" indent="0" algn="l" rtl="0">
              <a:spcBef>
                <a:spcPts val="0"/>
              </a:spcBef>
              <a:spcAft>
                <a:spcPts val="0"/>
              </a:spcAft>
              <a:buNone/>
            </a:pPr>
            <a:r>
              <a:rPr lang="en-US" altLang="ja-JP" sz="1400" dirty="0">
                <a:solidFill>
                  <a:schemeClr val="dk1"/>
                </a:solidFill>
                <a:cs typeface="MS Gothic"/>
                <a:sym typeface="MS Gothic"/>
              </a:rPr>
              <a:t>}</a:t>
            </a:r>
          </a:p>
          <a:p>
            <a:pPr marL="0" marR="0" lvl="0" indent="0" algn="l" rtl="0">
              <a:spcBef>
                <a:spcPts val="0"/>
              </a:spcBef>
              <a:spcAft>
                <a:spcPts val="0"/>
              </a:spcAft>
              <a:buNone/>
            </a:pPr>
            <a:endParaRPr lang="en-US" altLang="ja-JP" sz="1400" dirty="0">
              <a:solidFill>
                <a:schemeClr val="dk1"/>
              </a:solidFill>
              <a:cs typeface="MS Gothic"/>
              <a:sym typeface="MS Gothic"/>
            </a:endParaRPr>
          </a:p>
        </p:txBody>
      </p:sp>
      <p:sp>
        <p:nvSpPr>
          <p:cNvPr id="9" name="吹き出し: 角を丸めた四角形 8">
            <a:extLst>
              <a:ext uri="{FF2B5EF4-FFF2-40B4-BE49-F238E27FC236}">
                <a16:creationId xmlns:a16="http://schemas.microsoft.com/office/drawing/2014/main" id="{39280047-894A-472B-87EE-4A2AF75A7E05}"/>
              </a:ext>
            </a:extLst>
          </p:cNvPr>
          <p:cNvSpPr/>
          <p:nvPr/>
        </p:nvSpPr>
        <p:spPr>
          <a:xfrm>
            <a:off x="5346058" y="1174881"/>
            <a:ext cx="3086100" cy="2083885"/>
          </a:xfrm>
          <a:prstGeom prst="wedgeRoundRectCallout">
            <a:avLst>
              <a:gd name="adj1" fmla="val -121787"/>
              <a:gd name="adj2" fmla="val 24862"/>
              <a:gd name="adj3" fmla="val 16667"/>
            </a:avLst>
          </a:prstGeom>
          <a:solidFill>
            <a:schemeClr val="bg1"/>
          </a:solid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1400" dirty="0">
                <a:solidFill>
                  <a:schemeClr val="tx1"/>
                </a:solidFill>
              </a:rPr>
              <a:t>私は</a:t>
            </a:r>
            <a:r>
              <a:rPr kumimoji="1" lang="en-US" altLang="ja-JP" sz="1400" dirty="0">
                <a:solidFill>
                  <a:schemeClr val="tx1"/>
                </a:solidFill>
              </a:rPr>
              <a:t>null</a:t>
            </a:r>
            <a:r>
              <a:rPr kumimoji="1" lang="ja-JP" altLang="en-US" sz="1400" dirty="0">
                <a:solidFill>
                  <a:schemeClr val="tx1"/>
                </a:solidFill>
              </a:rPr>
              <a:t>と申します</a:t>
            </a:r>
          </a:p>
          <a:p>
            <a:r>
              <a:rPr kumimoji="1" lang="en-US" altLang="ja-JP" sz="1400" dirty="0">
                <a:solidFill>
                  <a:schemeClr val="tx1"/>
                </a:solidFill>
              </a:rPr>
              <a:t>0</a:t>
            </a:r>
            <a:r>
              <a:rPr kumimoji="1" lang="ja-JP" altLang="en-US" sz="1400" dirty="0">
                <a:solidFill>
                  <a:schemeClr val="tx1"/>
                </a:solidFill>
              </a:rPr>
              <a:t>歳です</a:t>
            </a:r>
            <a:endParaRPr kumimoji="1" lang="en-US" altLang="ja-JP" sz="1400" dirty="0">
              <a:solidFill>
                <a:schemeClr val="tx1"/>
              </a:solidFill>
            </a:endParaRPr>
          </a:p>
          <a:p>
            <a:endParaRPr kumimoji="1" lang="en-US" altLang="ja-JP" sz="1400" dirty="0">
              <a:solidFill>
                <a:schemeClr val="tx1"/>
              </a:solidFill>
            </a:endParaRPr>
          </a:p>
          <a:p>
            <a:r>
              <a:rPr kumimoji="1" lang="ja-JP" altLang="en-US" sz="1400" dirty="0">
                <a:solidFill>
                  <a:schemeClr val="tx1"/>
                </a:solidFill>
              </a:rPr>
              <a:t>と表示されます</a:t>
            </a:r>
          </a:p>
        </p:txBody>
      </p:sp>
      <p:sp>
        <p:nvSpPr>
          <p:cNvPr id="10" name="テキスト プレースホルダー 7">
            <a:extLst>
              <a:ext uri="{FF2B5EF4-FFF2-40B4-BE49-F238E27FC236}">
                <a16:creationId xmlns:a16="http://schemas.microsoft.com/office/drawing/2014/main" id="{AC2A4924-93A7-42BB-A461-6814D9650116}"/>
              </a:ext>
            </a:extLst>
          </p:cNvPr>
          <p:cNvSpPr txBox="1">
            <a:spLocks/>
          </p:cNvSpPr>
          <p:nvPr/>
        </p:nvSpPr>
        <p:spPr>
          <a:xfrm>
            <a:off x="462875" y="3416460"/>
            <a:ext cx="8216900" cy="1445615"/>
          </a:xfrm>
          <a:prstGeom prst="rect">
            <a:avLst/>
          </a:prstGeom>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ja-JP" altLang="en-US" dirty="0"/>
              <a:t>このようにフィールドは代入前に参照される可能性があるため、宣言と同時に初期値が設定されます。設定される初期値は以下の通りです。</a:t>
            </a:r>
          </a:p>
          <a:p>
            <a:pPr marL="96838" indent="0">
              <a:buFont typeface="Arial" panose="020B0604020202020204" pitchFamily="34" charset="0"/>
              <a:buNone/>
            </a:pPr>
            <a:r>
              <a:rPr lang="ja-JP" altLang="en-US" dirty="0"/>
              <a:t>　　整数型</a:t>
            </a:r>
            <a:r>
              <a:rPr lang="en-US" altLang="ja-JP" dirty="0"/>
              <a:t>(long</a:t>
            </a:r>
            <a:r>
              <a:rPr lang="ja-JP" altLang="en-US" dirty="0"/>
              <a:t>、</a:t>
            </a:r>
            <a:r>
              <a:rPr lang="en-US" altLang="ja-JP" dirty="0"/>
              <a:t>int</a:t>
            </a:r>
            <a:r>
              <a:rPr lang="ja-JP" altLang="en-US" dirty="0"/>
              <a:t>、</a:t>
            </a:r>
            <a:r>
              <a:rPr lang="en-US" altLang="ja-JP" dirty="0"/>
              <a:t>short</a:t>
            </a:r>
            <a:r>
              <a:rPr lang="ja-JP" altLang="en-US" dirty="0"/>
              <a:t>、</a:t>
            </a:r>
            <a:r>
              <a:rPr lang="en-US" altLang="ja-JP" dirty="0"/>
              <a:t>byte)</a:t>
            </a:r>
            <a:r>
              <a:rPr lang="ja-JP" altLang="en-US" dirty="0"/>
              <a:t>→</a:t>
            </a:r>
            <a:r>
              <a:rPr lang="en-US" altLang="ja-JP" dirty="0"/>
              <a:t>0</a:t>
            </a:r>
            <a:br>
              <a:rPr lang="en-US" altLang="ja-JP" dirty="0"/>
            </a:br>
            <a:r>
              <a:rPr lang="ja-JP" altLang="en-US" dirty="0"/>
              <a:t>　　小数型</a:t>
            </a:r>
            <a:r>
              <a:rPr lang="en-US" altLang="ja-JP" dirty="0"/>
              <a:t>(double</a:t>
            </a:r>
            <a:r>
              <a:rPr lang="ja-JP" altLang="en-US" dirty="0"/>
              <a:t>、</a:t>
            </a:r>
            <a:r>
              <a:rPr lang="en-US" altLang="ja-JP" dirty="0"/>
              <a:t>float)</a:t>
            </a:r>
            <a:r>
              <a:rPr lang="ja-JP" altLang="en-US"/>
              <a:t>　　　　 →</a:t>
            </a:r>
            <a:r>
              <a:rPr lang="en-US" altLang="ja-JP" dirty="0"/>
              <a:t>0.0</a:t>
            </a:r>
            <a:br>
              <a:rPr lang="en-US" altLang="ja-JP" dirty="0"/>
            </a:br>
            <a:r>
              <a:rPr lang="ja-JP" altLang="en-US" dirty="0"/>
              <a:t>　　真偽値型</a:t>
            </a:r>
            <a:r>
              <a:rPr lang="en-US" altLang="ja-JP" dirty="0"/>
              <a:t>(</a:t>
            </a:r>
            <a:r>
              <a:rPr lang="en-US" altLang="ja-JP" dirty="0" err="1"/>
              <a:t>boolean</a:t>
            </a:r>
            <a:r>
              <a:rPr lang="en-US" altLang="ja-JP" dirty="0"/>
              <a:t>)</a:t>
            </a:r>
            <a:r>
              <a:rPr lang="ja-JP" altLang="en-US" dirty="0"/>
              <a:t>　　　　　　 →</a:t>
            </a:r>
            <a:r>
              <a:rPr lang="en-US" altLang="ja-JP" dirty="0"/>
              <a:t>false</a:t>
            </a:r>
            <a:br>
              <a:rPr lang="en-US" altLang="ja-JP" dirty="0"/>
            </a:br>
            <a:r>
              <a:rPr lang="ja-JP" altLang="en-US" dirty="0"/>
              <a:t>　　参照型</a:t>
            </a:r>
            <a:r>
              <a:rPr lang="en-US" altLang="ja-JP" dirty="0"/>
              <a:t>(String</a:t>
            </a:r>
            <a:r>
              <a:rPr lang="ja-JP" altLang="en-US" dirty="0"/>
              <a:t>、</a:t>
            </a:r>
            <a:r>
              <a:rPr lang="en-US" altLang="ja-JP" dirty="0"/>
              <a:t>Student</a:t>
            </a:r>
            <a:r>
              <a:rPr lang="ja-JP" altLang="en-US" dirty="0"/>
              <a:t>など</a:t>
            </a:r>
            <a:r>
              <a:rPr lang="en-US" altLang="ja-JP" dirty="0"/>
              <a:t>)</a:t>
            </a:r>
            <a:r>
              <a:rPr lang="ja-JP" altLang="en-US" dirty="0"/>
              <a:t>　 →</a:t>
            </a:r>
            <a:r>
              <a:rPr lang="en-US" altLang="ja-JP" dirty="0"/>
              <a:t>null</a:t>
            </a:r>
            <a:endParaRPr lang="ja-JP" altLang="en-US" dirty="0"/>
          </a:p>
        </p:txBody>
      </p:sp>
    </p:spTree>
    <p:extLst>
      <p:ext uri="{BB962C8B-B14F-4D97-AF65-F5344CB8AC3E}">
        <p14:creationId xmlns:p14="http://schemas.microsoft.com/office/powerpoint/2010/main" val="194363781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DE764CD8-0B12-484E-890C-8A5A26296D13}"/>
              </a:ext>
            </a:extLst>
          </p:cNvPr>
          <p:cNvSpPr>
            <a:spLocks noGrp="1"/>
          </p:cNvSpPr>
          <p:nvPr>
            <p:ph type="ftr" sz="quarter" idx="11"/>
          </p:nvPr>
        </p:nvSpPr>
        <p:spPr/>
        <p:txBody>
          <a:bodyPr/>
          <a:lstStyle/>
          <a:p>
            <a:r>
              <a:rPr kumimoji="1" lang="en-US" altLang="ja-JP"/>
              <a:t>copyright ©ITCollege All Rights Reserved</a:t>
            </a:r>
            <a:endParaRPr kumimoji="1" lang="ja-JP" altLang="en-US" dirty="0">
              <a:latin typeface="+mn-ea"/>
            </a:endParaRPr>
          </a:p>
        </p:txBody>
      </p:sp>
      <p:sp>
        <p:nvSpPr>
          <p:cNvPr id="7" name="タイトル 6">
            <a:extLst>
              <a:ext uri="{FF2B5EF4-FFF2-40B4-BE49-F238E27FC236}">
                <a16:creationId xmlns:a16="http://schemas.microsoft.com/office/drawing/2014/main" id="{9630AD22-E64D-4A96-B059-2AF9F6580C25}"/>
              </a:ext>
            </a:extLst>
          </p:cNvPr>
          <p:cNvSpPr>
            <a:spLocks noGrp="1"/>
          </p:cNvSpPr>
          <p:nvPr>
            <p:ph type="ctrTitle"/>
          </p:nvPr>
        </p:nvSpPr>
        <p:spPr/>
        <p:txBody>
          <a:bodyPr/>
          <a:lstStyle/>
          <a:p>
            <a:r>
              <a:rPr lang="ja-JP" altLang="en-US" dirty="0"/>
              <a:t>フィールドの初期値</a:t>
            </a:r>
          </a:p>
        </p:txBody>
      </p:sp>
      <p:sp>
        <p:nvSpPr>
          <p:cNvPr id="5" name="スライド番号プレースホルダー 4">
            <a:extLst>
              <a:ext uri="{FF2B5EF4-FFF2-40B4-BE49-F238E27FC236}">
                <a16:creationId xmlns:a16="http://schemas.microsoft.com/office/drawing/2014/main" id="{433B62C4-B6B9-4622-B802-69C25D6F2A49}"/>
              </a:ext>
            </a:extLst>
          </p:cNvPr>
          <p:cNvSpPr>
            <a:spLocks noGrp="1"/>
          </p:cNvSpPr>
          <p:nvPr>
            <p:ph type="sldNum" sz="quarter" idx="4"/>
          </p:nvPr>
        </p:nvSpPr>
        <p:spPr/>
        <p:txBody>
          <a:bodyPr/>
          <a:lstStyle/>
          <a:p>
            <a:fld id="{00000000-1234-1234-1234-123412341234}" type="slidenum">
              <a:rPr lang="en" smtClean="0"/>
              <a:pPr/>
              <a:t>20</a:t>
            </a:fld>
            <a:endParaRPr lang="en" dirty="0">
              <a:latin typeface="+mn-ea"/>
            </a:endParaRPr>
          </a:p>
        </p:txBody>
      </p:sp>
      <p:sp>
        <p:nvSpPr>
          <p:cNvPr id="8" name="テキスト プレースホルダー 7">
            <a:extLst>
              <a:ext uri="{FF2B5EF4-FFF2-40B4-BE49-F238E27FC236}">
                <a16:creationId xmlns:a16="http://schemas.microsoft.com/office/drawing/2014/main" id="{787CF02A-01AB-4517-BA3E-25572FA82648}"/>
              </a:ext>
            </a:extLst>
          </p:cNvPr>
          <p:cNvSpPr>
            <a:spLocks noGrp="1"/>
          </p:cNvSpPr>
          <p:nvPr>
            <p:ph type="body" sz="quarter" idx="14"/>
          </p:nvPr>
        </p:nvSpPr>
        <p:spPr>
          <a:xfrm>
            <a:off x="462875" y="859491"/>
            <a:ext cx="8216900" cy="3926518"/>
          </a:xfrm>
        </p:spPr>
        <p:txBody>
          <a:bodyPr/>
          <a:lstStyle/>
          <a:p>
            <a:pPr marL="96838" indent="0">
              <a:buNone/>
            </a:pPr>
            <a:r>
              <a:rPr lang="ja-JP" altLang="en-US" dirty="0"/>
              <a:t>初期値のうち、</a:t>
            </a:r>
            <a:r>
              <a:rPr lang="en-US" altLang="ja-JP" dirty="0"/>
              <a:t>0</a:t>
            </a:r>
            <a:r>
              <a:rPr lang="ja-JP" altLang="en-US" dirty="0"/>
              <a:t>や</a:t>
            </a:r>
            <a:r>
              <a:rPr lang="en-US" altLang="ja-JP" dirty="0"/>
              <a:t>0.0</a:t>
            </a:r>
            <a:r>
              <a:rPr lang="ja-JP" altLang="en-US" dirty="0"/>
              <a:t>はわかりやすいと思いますが、</a:t>
            </a:r>
            <a:r>
              <a:rPr lang="en-US" altLang="ja-JP" dirty="0"/>
              <a:t>null</a:t>
            </a:r>
            <a:r>
              <a:rPr lang="ja-JP" altLang="en-US" dirty="0"/>
              <a:t>とは何か改めて考えてみましょう。</a:t>
            </a:r>
          </a:p>
          <a:p>
            <a:pPr marL="96838" indent="0">
              <a:buNone/>
            </a:pPr>
            <a:r>
              <a:rPr lang="ja-JP" altLang="en-US" b="1" dirty="0">
                <a:solidFill>
                  <a:srgbClr val="C00000"/>
                </a:solidFill>
              </a:rPr>
              <a:t>参照型</a:t>
            </a:r>
            <a:r>
              <a:rPr lang="ja-JP" altLang="en-US" dirty="0"/>
              <a:t>の変数</a:t>
            </a:r>
            <a:r>
              <a:rPr lang="en-US" altLang="ja-JP" dirty="0"/>
              <a:t>(</a:t>
            </a:r>
            <a:r>
              <a:rPr lang="ja-JP" altLang="en-US" dirty="0"/>
              <a:t>またはフィールド</a:t>
            </a:r>
            <a:r>
              <a:rPr lang="en-US" altLang="ja-JP" dirty="0"/>
              <a:t>)</a:t>
            </a:r>
            <a:r>
              <a:rPr lang="ja-JP" altLang="en-US" dirty="0"/>
              <a:t>は「</a:t>
            </a:r>
            <a:r>
              <a:rPr lang="ja-JP" altLang="en-US" b="1" dirty="0">
                <a:solidFill>
                  <a:srgbClr val="C00000"/>
                </a:solidFill>
              </a:rPr>
              <a:t>データの入っている場所</a:t>
            </a:r>
            <a:r>
              <a:rPr lang="ja-JP" altLang="en-US" dirty="0"/>
              <a:t>」を入れる箱でした。その箱の中に</a:t>
            </a:r>
            <a:r>
              <a:rPr lang="en-US" altLang="ja-JP" dirty="0"/>
              <a:t>null</a:t>
            </a:r>
            <a:r>
              <a:rPr lang="ja-JP" altLang="en-US" dirty="0"/>
              <a:t>が入っているということは「データの入っている</a:t>
            </a:r>
            <a:r>
              <a:rPr lang="ja-JP" altLang="en-US" b="1" dirty="0">
                <a:solidFill>
                  <a:srgbClr val="C00000"/>
                </a:solidFill>
              </a:rPr>
              <a:t>場所がない</a:t>
            </a:r>
            <a:r>
              <a:rPr lang="ja-JP" altLang="en-US" dirty="0"/>
              <a:t>」 「データの入っている</a:t>
            </a:r>
            <a:r>
              <a:rPr lang="ja-JP" altLang="en-US" b="1" dirty="0">
                <a:solidFill>
                  <a:srgbClr val="C00000"/>
                </a:solidFill>
              </a:rPr>
              <a:t>場所がわからない</a:t>
            </a:r>
            <a:r>
              <a:rPr lang="ja-JP" altLang="en-US" dirty="0"/>
              <a:t>」ということを表しています。</a:t>
            </a:r>
          </a:p>
          <a:p>
            <a:pPr marL="96838" indent="0">
              <a:buNone/>
            </a:pPr>
            <a:r>
              <a:rPr lang="ja-JP" altLang="en-US" dirty="0"/>
              <a:t>参照型変数</a:t>
            </a:r>
            <a:r>
              <a:rPr lang="en-US" altLang="ja-JP" dirty="0"/>
              <a:t>(</a:t>
            </a:r>
            <a:r>
              <a:rPr lang="ja-JP" altLang="en-US" dirty="0"/>
              <a:t>またはフィールド</a:t>
            </a:r>
            <a:r>
              <a:rPr lang="en-US" altLang="ja-JP" dirty="0"/>
              <a:t>)</a:t>
            </a:r>
            <a:r>
              <a:rPr lang="ja-JP" altLang="en-US" dirty="0"/>
              <a:t>に一旦インスタンスを入れた</a:t>
            </a:r>
            <a:r>
              <a:rPr lang="en-US" altLang="ja-JP" dirty="0"/>
              <a:t>(</a:t>
            </a:r>
            <a:r>
              <a:rPr lang="ja-JP" altLang="en-US" dirty="0"/>
              <a:t>即ちデータの入っている場所を入れた</a:t>
            </a:r>
            <a:r>
              <a:rPr lang="en-US" altLang="ja-JP" dirty="0"/>
              <a:t>)</a:t>
            </a:r>
            <a:r>
              <a:rPr lang="ja-JP" altLang="en-US" dirty="0"/>
              <a:t>あとに敢えて「データの入っている場所がない状態」にしたい場合があります。そのような場合は</a:t>
            </a:r>
            <a:r>
              <a:rPr lang="en-US" altLang="ja-JP" dirty="0"/>
              <a:t>null</a:t>
            </a:r>
            <a:r>
              <a:rPr lang="ja-JP" altLang="en-US" dirty="0"/>
              <a:t>を代入します。</a:t>
            </a:r>
            <a:endParaRPr lang="en-US" altLang="ja-JP" dirty="0"/>
          </a:p>
          <a:p>
            <a:pPr marL="96838" indent="0">
              <a:buNone/>
            </a:pPr>
            <a:r>
              <a:rPr lang="en-US" altLang="ja-JP" b="1" dirty="0">
                <a:solidFill>
                  <a:srgbClr val="C00000"/>
                </a:solidFill>
              </a:rPr>
              <a:t>null</a:t>
            </a:r>
            <a:r>
              <a:rPr lang="ja-JP" altLang="en-US" b="1" dirty="0">
                <a:solidFill>
                  <a:srgbClr val="C00000"/>
                </a:solidFill>
              </a:rPr>
              <a:t>が入っている参照型変数を使ってフィールドを参照したりメソッドを呼び出したりすることはできません</a:t>
            </a:r>
            <a:r>
              <a:rPr lang="ja-JP" altLang="en-US" dirty="0"/>
              <a:t>。</a:t>
            </a:r>
          </a:p>
        </p:txBody>
      </p:sp>
      <p:sp>
        <p:nvSpPr>
          <p:cNvPr id="6" name="Google Shape;172;p19">
            <a:extLst>
              <a:ext uri="{FF2B5EF4-FFF2-40B4-BE49-F238E27FC236}">
                <a16:creationId xmlns:a16="http://schemas.microsoft.com/office/drawing/2014/main" id="{9C54F323-FDC1-45E7-A0E9-B148BBEE71E5}"/>
              </a:ext>
            </a:extLst>
          </p:cNvPr>
          <p:cNvSpPr/>
          <p:nvPr/>
        </p:nvSpPr>
        <p:spPr>
          <a:xfrm>
            <a:off x="848574" y="2863118"/>
            <a:ext cx="7439392" cy="1802827"/>
          </a:xfrm>
          <a:prstGeom prst="rect">
            <a:avLst/>
          </a:prstGeom>
          <a:solidFill>
            <a:schemeClr val="bg1"/>
          </a:solidFill>
          <a:ln w="12700" cap="flat" cmpd="sng">
            <a:no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r>
              <a:rPr lang="en-US" altLang="ja-JP" sz="1400" dirty="0">
                <a:solidFill>
                  <a:schemeClr val="dk1"/>
                </a:solidFill>
                <a:cs typeface="MS Gothic"/>
                <a:sym typeface="MS Gothic"/>
              </a:rPr>
              <a:t>// </a:t>
            </a:r>
            <a:r>
              <a:rPr lang="ja-JP" altLang="en-US" sz="1400" dirty="0">
                <a:solidFill>
                  <a:schemeClr val="dk1"/>
                </a:solidFill>
                <a:cs typeface="MS Gothic"/>
                <a:sym typeface="MS Gothic"/>
              </a:rPr>
              <a:t>インスタンス作成</a:t>
            </a:r>
          </a:p>
          <a:p>
            <a:pPr marL="0" marR="0" lvl="0" indent="0" algn="l" rtl="0">
              <a:spcBef>
                <a:spcPts val="0"/>
              </a:spcBef>
              <a:spcAft>
                <a:spcPts val="0"/>
              </a:spcAft>
              <a:buNone/>
            </a:pPr>
            <a:r>
              <a:rPr lang="en-US" altLang="ja-JP" sz="1400" dirty="0">
                <a:solidFill>
                  <a:schemeClr val="dk1"/>
                </a:solidFill>
                <a:cs typeface="MS Gothic"/>
                <a:sym typeface="MS Gothic"/>
              </a:rPr>
              <a:t>Student</a:t>
            </a:r>
            <a:r>
              <a:rPr lang="ja-JP" altLang="en-US" sz="1400" dirty="0">
                <a:solidFill>
                  <a:schemeClr val="dk1"/>
                </a:solidFill>
                <a:cs typeface="MS Gothic"/>
                <a:sym typeface="MS Gothic"/>
              </a:rPr>
              <a:t> </a:t>
            </a:r>
            <a:r>
              <a:rPr lang="en-US" altLang="ja-JP" sz="1400" dirty="0">
                <a:solidFill>
                  <a:schemeClr val="dk1"/>
                </a:solidFill>
                <a:cs typeface="MS Gothic"/>
                <a:sym typeface="MS Gothic"/>
              </a:rPr>
              <a:t>student = new Student();</a:t>
            </a:r>
          </a:p>
          <a:p>
            <a:pPr marL="0" marR="0" lvl="0" indent="0" algn="l" rtl="0">
              <a:spcBef>
                <a:spcPts val="0"/>
              </a:spcBef>
              <a:spcAft>
                <a:spcPts val="0"/>
              </a:spcAft>
              <a:buNone/>
            </a:pPr>
            <a:r>
              <a:rPr lang="en-US" altLang="ja-JP" sz="1400" dirty="0">
                <a:solidFill>
                  <a:schemeClr val="dk1"/>
                </a:solidFill>
                <a:cs typeface="MS Gothic"/>
                <a:sym typeface="MS Gothic"/>
              </a:rPr>
              <a:t>// </a:t>
            </a:r>
            <a:r>
              <a:rPr lang="ja-JP" altLang="en-US" sz="1400" dirty="0">
                <a:solidFill>
                  <a:schemeClr val="dk1"/>
                </a:solidFill>
                <a:cs typeface="MS Gothic"/>
                <a:sym typeface="MS Gothic"/>
              </a:rPr>
              <a:t>メソッド呼び出し</a:t>
            </a:r>
          </a:p>
          <a:p>
            <a:pPr marL="0" marR="0" lvl="0" indent="0" algn="l" rtl="0">
              <a:spcBef>
                <a:spcPts val="0"/>
              </a:spcBef>
              <a:spcAft>
                <a:spcPts val="0"/>
              </a:spcAft>
              <a:buNone/>
            </a:pPr>
            <a:r>
              <a:rPr lang="en-US" altLang="ja-JP" sz="1400" dirty="0" err="1">
                <a:solidFill>
                  <a:schemeClr val="dk1"/>
                </a:solidFill>
                <a:cs typeface="MS Gothic"/>
                <a:sym typeface="MS Gothic"/>
              </a:rPr>
              <a:t>student.introduce</a:t>
            </a:r>
            <a:r>
              <a:rPr lang="en-US" altLang="ja-JP" sz="1400" dirty="0">
                <a:solidFill>
                  <a:schemeClr val="dk1"/>
                </a:solidFill>
                <a:cs typeface="MS Gothic"/>
                <a:sym typeface="MS Gothic"/>
              </a:rPr>
              <a:t>();</a:t>
            </a:r>
          </a:p>
          <a:p>
            <a:pPr marL="0" marR="0" lvl="0" indent="0" algn="l" rtl="0">
              <a:spcBef>
                <a:spcPts val="0"/>
              </a:spcBef>
              <a:spcAft>
                <a:spcPts val="0"/>
              </a:spcAft>
              <a:buNone/>
            </a:pPr>
            <a:r>
              <a:rPr lang="en-US" altLang="ja-JP" sz="1400" dirty="0">
                <a:solidFill>
                  <a:schemeClr val="dk1"/>
                </a:solidFill>
                <a:cs typeface="MS Gothic"/>
                <a:sym typeface="MS Gothic"/>
              </a:rPr>
              <a:t>// null</a:t>
            </a:r>
            <a:r>
              <a:rPr lang="ja-JP" altLang="en-US" sz="1400" dirty="0">
                <a:solidFill>
                  <a:schemeClr val="dk1"/>
                </a:solidFill>
                <a:cs typeface="MS Gothic"/>
                <a:sym typeface="MS Gothic"/>
              </a:rPr>
              <a:t>を代入</a:t>
            </a:r>
          </a:p>
          <a:p>
            <a:pPr marL="0" marR="0" lvl="0" indent="0" algn="l" rtl="0">
              <a:spcBef>
                <a:spcPts val="0"/>
              </a:spcBef>
              <a:spcAft>
                <a:spcPts val="0"/>
              </a:spcAft>
              <a:buNone/>
            </a:pPr>
            <a:r>
              <a:rPr lang="en-US" altLang="ja-JP" sz="1400" dirty="0">
                <a:solidFill>
                  <a:schemeClr val="dk1"/>
                </a:solidFill>
                <a:cs typeface="MS Gothic"/>
                <a:sym typeface="MS Gothic"/>
              </a:rPr>
              <a:t>student = null;</a:t>
            </a:r>
          </a:p>
          <a:p>
            <a:pPr marL="0" marR="0" lvl="0" indent="0" algn="l" rtl="0">
              <a:spcBef>
                <a:spcPts val="0"/>
              </a:spcBef>
              <a:spcAft>
                <a:spcPts val="0"/>
              </a:spcAft>
              <a:buNone/>
            </a:pPr>
            <a:r>
              <a:rPr lang="en-US" altLang="ja-JP" sz="1400" dirty="0">
                <a:solidFill>
                  <a:schemeClr val="dk1"/>
                </a:solidFill>
                <a:cs typeface="MS Gothic"/>
                <a:sym typeface="MS Gothic"/>
              </a:rPr>
              <a:t>// null</a:t>
            </a:r>
            <a:r>
              <a:rPr lang="ja-JP" altLang="en-US" sz="1400" dirty="0">
                <a:solidFill>
                  <a:schemeClr val="dk1"/>
                </a:solidFill>
                <a:cs typeface="MS Gothic"/>
                <a:sym typeface="MS Gothic"/>
              </a:rPr>
              <a:t>の入っている変数を使ってフィールドに代入しようとすると実行時エラー</a:t>
            </a:r>
          </a:p>
          <a:p>
            <a:pPr marL="0" marR="0" lvl="0" indent="0" algn="l" rtl="0">
              <a:spcBef>
                <a:spcPts val="0"/>
              </a:spcBef>
              <a:spcAft>
                <a:spcPts val="0"/>
              </a:spcAft>
              <a:buNone/>
            </a:pPr>
            <a:r>
              <a:rPr lang="en-US" altLang="ja-JP" sz="1400" dirty="0">
                <a:solidFill>
                  <a:schemeClr val="dk1"/>
                </a:solidFill>
                <a:cs typeface="MS Gothic"/>
                <a:sym typeface="MS Gothic"/>
              </a:rPr>
              <a:t>student.name = "</a:t>
            </a:r>
            <a:r>
              <a:rPr lang="ja-JP" altLang="en-US" sz="1400" dirty="0">
                <a:solidFill>
                  <a:schemeClr val="dk1"/>
                </a:solidFill>
                <a:cs typeface="MS Gothic"/>
                <a:sym typeface="MS Gothic"/>
              </a:rPr>
              <a:t>山田</a:t>
            </a:r>
            <a:r>
              <a:rPr lang="en-US" altLang="ja-JP" sz="1400" dirty="0">
                <a:solidFill>
                  <a:schemeClr val="dk1"/>
                </a:solidFill>
                <a:cs typeface="MS Gothic"/>
                <a:sym typeface="MS Gothic"/>
              </a:rPr>
              <a:t>";</a:t>
            </a:r>
          </a:p>
          <a:p>
            <a:pPr marL="0" marR="0" lvl="0" indent="0" algn="l" rtl="0">
              <a:spcBef>
                <a:spcPts val="0"/>
              </a:spcBef>
              <a:spcAft>
                <a:spcPts val="0"/>
              </a:spcAft>
              <a:buNone/>
            </a:pPr>
            <a:endParaRPr lang="en-US" altLang="ja-JP" sz="1400" dirty="0">
              <a:solidFill>
                <a:schemeClr val="dk1"/>
              </a:solidFill>
              <a:cs typeface="MS Gothic"/>
              <a:sym typeface="MS Gothic"/>
            </a:endParaRPr>
          </a:p>
        </p:txBody>
      </p:sp>
    </p:spTree>
    <p:extLst>
      <p:ext uri="{BB962C8B-B14F-4D97-AF65-F5344CB8AC3E}">
        <p14:creationId xmlns:p14="http://schemas.microsoft.com/office/powerpoint/2010/main" val="274407344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52F43DD3-0418-42E8-9D03-3B480F205508}"/>
              </a:ext>
            </a:extLst>
          </p:cNvPr>
          <p:cNvSpPr>
            <a:spLocks noGrp="1"/>
          </p:cNvSpPr>
          <p:nvPr>
            <p:ph type="ftr" sz="quarter" idx="11"/>
          </p:nvPr>
        </p:nvSpPr>
        <p:spPr/>
        <p:txBody>
          <a:bodyPr/>
          <a:lstStyle/>
          <a:p>
            <a:r>
              <a:rPr kumimoji="1" lang="en-US" altLang="ja-JP"/>
              <a:t>copyright ©ITCollege All Rights Reserved</a:t>
            </a:r>
            <a:endParaRPr kumimoji="1" lang="ja-JP" altLang="en-US" dirty="0">
              <a:latin typeface="+mn-ea"/>
            </a:endParaRPr>
          </a:p>
        </p:txBody>
      </p:sp>
      <p:sp>
        <p:nvSpPr>
          <p:cNvPr id="3" name="タイトル 2">
            <a:extLst>
              <a:ext uri="{FF2B5EF4-FFF2-40B4-BE49-F238E27FC236}">
                <a16:creationId xmlns:a16="http://schemas.microsoft.com/office/drawing/2014/main" id="{1C79983C-D8FC-4693-8551-08AD543141F3}"/>
              </a:ext>
            </a:extLst>
          </p:cNvPr>
          <p:cNvSpPr>
            <a:spLocks noGrp="1"/>
          </p:cNvSpPr>
          <p:nvPr>
            <p:ph type="ctrTitle"/>
          </p:nvPr>
        </p:nvSpPr>
        <p:spPr/>
        <p:txBody>
          <a:bodyPr/>
          <a:lstStyle/>
          <a:p>
            <a:r>
              <a:rPr kumimoji="1" lang="ja-JP" altLang="en-US" dirty="0"/>
              <a:t>ガベージコレクション</a:t>
            </a:r>
          </a:p>
        </p:txBody>
      </p:sp>
      <p:sp>
        <p:nvSpPr>
          <p:cNvPr id="4" name="スライド番号プレースホルダー 3">
            <a:extLst>
              <a:ext uri="{FF2B5EF4-FFF2-40B4-BE49-F238E27FC236}">
                <a16:creationId xmlns:a16="http://schemas.microsoft.com/office/drawing/2014/main" id="{856AB935-007C-47FA-829A-800E0CA2AEA3}"/>
              </a:ext>
            </a:extLst>
          </p:cNvPr>
          <p:cNvSpPr>
            <a:spLocks noGrp="1"/>
          </p:cNvSpPr>
          <p:nvPr>
            <p:ph type="sldNum" sz="quarter" idx="4"/>
          </p:nvPr>
        </p:nvSpPr>
        <p:spPr/>
        <p:txBody>
          <a:bodyPr/>
          <a:lstStyle/>
          <a:p>
            <a:fld id="{00000000-1234-1234-1234-123412341234}" type="slidenum">
              <a:rPr lang="en" smtClean="0"/>
              <a:pPr/>
              <a:t>21</a:t>
            </a:fld>
            <a:endParaRPr lang="en" dirty="0">
              <a:latin typeface="+mn-ea"/>
            </a:endParaRPr>
          </a:p>
        </p:txBody>
      </p:sp>
      <p:grpSp>
        <p:nvGrpSpPr>
          <p:cNvPr id="5" name="グループ化 4">
            <a:extLst>
              <a:ext uri="{FF2B5EF4-FFF2-40B4-BE49-F238E27FC236}">
                <a16:creationId xmlns:a16="http://schemas.microsoft.com/office/drawing/2014/main" id="{A44B4048-971D-4173-B9D4-DC3B6BE6B579}"/>
              </a:ext>
            </a:extLst>
          </p:cNvPr>
          <p:cNvGrpSpPr/>
          <p:nvPr/>
        </p:nvGrpSpPr>
        <p:grpSpPr>
          <a:xfrm>
            <a:off x="268873" y="786891"/>
            <a:ext cx="8411576" cy="4075185"/>
            <a:chOff x="268873" y="786891"/>
            <a:chExt cx="8411576" cy="4132541"/>
          </a:xfrm>
        </p:grpSpPr>
        <p:sp>
          <p:nvSpPr>
            <p:cNvPr id="6" name="四角形: 角を丸くする 5">
              <a:extLst>
                <a:ext uri="{FF2B5EF4-FFF2-40B4-BE49-F238E27FC236}">
                  <a16:creationId xmlns:a16="http://schemas.microsoft.com/office/drawing/2014/main" id="{86A4B4B3-72EC-42DF-9192-2E6EA70F2129}"/>
                </a:ext>
              </a:extLst>
            </p:cNvPr>
            <p:cNvSpPr/>
            <p:nvPr/>
          </p:nvSpPr>
          <p:spPr>
            <a:xfrm>
              <a:off x="463549" y="1006821"/>
              <a:ext cx="8216900" cy="3912611"/>
            </a:xfrm>
            <a:prstGeom prst="roundRect">
              <a:avLst>
                <a:gd name="adj" fmla="val 3458"/>
              </a:avLst>
            </a:prstGeom>
            <a:noFill/>
            <a:ln w="38100">
              <a:solidFill>
                <a:schemeClr val="tx2"/>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tx1"/>
                </a:solidFill>
              </a:endParaRPr>
            </a:p>
          </p:txBody>
        </p:sp>
        <p:sp>
          <p:nvSpPr>
            <p:cNvPr id="7" name="テキスト ボックス 6">
              <a:extLst>
                <a:ext uri="{FF2B5EF4-FFF2-40B4-BE49-F238E27FC236}">
                  <a16:creationId xmlns:a16="http://schemas.microsoft.com/office/drawing/2014/main" id="{6E402657-7E23-45B6-8B4D-D3962EEEABC8}"/>
                </a:ext>
              </a:extLst>
            </p:cNvPr>
            <p:cNvSpPr txBox="1"/>
            <p:nvPr/>
          </p:nvSpPr>
          <p:spPr>
            <a:xfrm>
              <a:off x="615948" y="826258"/>
              <a:ext cx="2399472" cy="461733"/>
            </a:xfrm>
            <a:prstGeom prst="rect">
              <a:avLst/>
            </a:prstGeom>
            <a:solidFill>
              <a:schemeClr val="bg1">
                <a:lumMod val="95000"/>
              </a:schemeClr>
            </a:solidFill>
          </p:spPr>
          <p:txBody>
            <a:bodyPr wrap="square" rtlCol="0">
              <a:noAutofit/>
            </a:bodyPr>
            <a:lstStyle/>
            <a:p>
              <a:pPr algn="r"/>
              <a:r>
                <a:rPr kumimoji="1" lang="ja-JP" altLang="en-US" sz="1600" dirty="0">
                  <a:latin typeface="HGP創英角ﾎﾟｯﾌﾟ体" panose="040B0A00000000000000" pitchFamily="50" charset="-128"/>
                  <a:ea typeface="HGP創英角ﾎﾟｯﾌﾟ体" panose="040B0A00000000000000" pitchFamily="50" charset="-128"/>
                </a:rPr>
                <a:t>　　ワン！ </a:t>
              </a:r>
              <a:r>
                <a:rPr kumimoji="1" lang="ja-JP" altLang="en-US" sz="1600" baseline="0" dirty="0">
                  <a:solidFill>
                    <a:schemeClr val="tx1"/>
                  </a:solidFill>
                  <a:latin typeface="HGP創英角ﾎﾟｯﾌﾟ体" panose="040B0A00000000000000" pitchFamily="50" charset="-128"/>
                  <a:ea typeface="HGP創英角ﾎﾟｯﾌﾟ体" panose="040B0A00000000000000" pitchFamily="50" charset="-128"/>
                </a:rPr>
                <a:t>ポイントコラム</a:t>
              </a:r>
            </a:p>
          </p:txBody>
        </p:sp>
        <p:pic>
          <p:nvPicPr>
            <p:cNvPr id="8" name="図 7">
              <a:extLst>
                <a:ext uri="{FF2B5EF4-FFF2-40B4-BE49-F238E27FC236}">
                  <a16:creationId xmlns:a16="http://schemas.microsoft.com/office/drawing/2014/main" id="{28E59DE7-F016-4DD7-9C80-3CB25F8A7AC6}"/>
                </a:ext>
              </a:extLst>
            </p:cNvPr>
            <p:cNvPicPr>
              <a:picLocks noChangeAspect="1"/>
            </p:cNvPicPr>
            <p:nvPr/>
          </p:nvPicPr>
          <p:blipFill>
            <a:blip r:embed="rId3"/>
            <a:stretch>
              <a:fillRect/>
            </a:stretch>
          </p:blipFill>
          <p:spPr>
            <a:xfrm>
              <a:off x="268873" y="805343"/>
              <a:ext cx="728929" cy="728929"/>
            </a:xfrm>
            <a:prstGeom prst="rect">
              <a:avLst/>
            </a:prstGeom>
          </p:spPr>
        </p:pic>
        <p:sp>
          <p:nvSpPr>
            <p:cNvPr id="9" name="吹き出し: 円形 8">
              <a:extLst>
                <a:ext uri="{FF2B5EF4-FFF2-40B4-BE49-F238E27FC236}">
                  <a16:creationId xmlns:a16="http://schemas.microsoft.com/office/drawing/2014/main" id="{1A3B0D07-9639-402F-8EC7-806D5CDC95BD}"/>
                </a:ext>
              </a:extLst>
            </p:cNvPr>
            <p:cNvSpPr/>
            <p:nvPr/>
          </p:nvSpPr>
          <p:spPr>
            <a:xfrm>
              <a:off x="993914" y="786891"/>
              <a:ext cx="630239" cy="446764"/>
            </a:xfrm>
            <a:prstGeom prst="wedgeEllipseCallout">
              <a:avLst>
                <a:gd name="adj1" fmla="val -45409"/>
                <a:gd name="adj2" fmla="val 32837"/>
              </a:avLst>
            </a:prstGeom>
            <a:noFill/>
            <a:ln/>
          </p:spPr>
          <p:style>
            <a:lnRef idx="2">
              <a:schemeClr val="accent6"/>
            </a:lnRef>
            <a:fillRef idx="1">
              <a:schemeClr val="lt1"/>
            </a:fillRef>
            <a:effectRef idx="0">
              <a:schemeClr val="accent6"/>
            </a:effectRef>
            <a:fontRef idx="minor">
              <a:schemeClr val="dk1"/>
            </a:fontRef>
          </p:style>
          <p:txBody>
            <a:bodyPr rtlCol="0" anchor="ctr"/>
            <a:lstStyle/>
            <a:p>
              <a:endParaRPr kumimoji="1" lang="ja-JP" altLang="en-US" sz="1600" dirty="0">
                <a:solidFill>
                  <a:schemeClr val="tx1"/>
                </a:solidFill>
                <a:latin typeface="HGP創英角ﾎﾟｯﾌﾟ体" panose="040B0A00000000000000" pitchFamily="50" charset="-128"/>
                <a:ea typeface="HGP創英角ﾎﾟｯﾌﾟ体" panose="040B0A00000000000000" pitchFamily="50" charset="-128"/>
              </a:endParaRPr>
            </a:p>
          </p:txBody>
        </p:sp>
      </p:grpSp>
      <p:sp>
        <p:nvSpPr>
          <p:cNvPr id="12" name="テキスト プレースホルダー 7">
            <a:extLst>
              <a:ext uri="{FF2B5EF4-FFF2-40B4-BE49-F238E27FC236}">
                <a16:creationId xmlns:a16="http://schemas.microsoft.com/office/drawing/2014/main" id="{4E6A31DE-7FE5-4684-BE8A-68D488E83B54}"/>
              </a:ext>
            </a:extLst>
          </p:cNvPr>
          <p:cNvSpPr txBox="1">
            <a:spLocks/>
          </p:cNvSpPr>
          <p:nvPr/>
        </p:nvSpPr>
        <p:spPr>
          <a:xfrm>
            <a:off x="462875" y="1357461"/>
            <a:ext cx="8216900" cy="803279"/>
          </a:xfrm>
          <a:prstGeom prst="rect">
            <a:avLst/>
          </a:prstGeom>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ja-JP" altLang="en-US" dirty="0"/>
              <a:t>参照型変数に</a:t>
            </a:r>
            <a:r>
              <a:rPr lang="en-US" altLang="ja-JP" dirty="0"/>
              <a:t>null</a:t>
            </a:r>
            <a:r>
              <a:rPr lang="ja-JP" altLang="en-US" dirty="0"/>
              <a:t>や他のインスタンスを代入すると、</a:t>
            </a:r>
            <a:r>
              <a:rPr lang="ja-JP" altLang="en-US" b="1" dirty="0">
                <a:solidFill>
                  <a:srgbClr val="C00000"/>
                </a:solidFill>
              </a:rPr>
              <a:t>どこからも参照されないインスタンス</a:t>
            </a:r>
            <a:r>
              <a:rPr lang="ja-JP" altLang="en-US" dirty="0"/>
              <a:t>ができることがあります。こうなるとそのインスタンスには</a:t>
            </a:r>
            <a:r>
              <a:rPr lang="ja-JP" altLang="en-US" b="1" dirty="0">
                <a:solidFill>
                  <a:srgbClr val="C00000"/>
                </a:solidFill>
              </a:rPr>
              <a:t>どんな手段を使ってもアクセスできません</a:t>
            </a:r>
            <a:r>
              <a:rPr lang="ja-JP" altLang="en-US" dirty="0"/>
              <a:t>。無駄なインスタンスは</a:t>
            </a:r>
            <a:r>
              <a:rPr lang="ja-JP" altLang="en-US" b="1" dirty="0">
                <a:solidFill>
                  <a:srgbClr val="C00000"/>
                </a:solidFill>
              </a:rPr>
              <a:t>ガベージコレクション</a:t>
            </a:r>
            <a:r>
              <a:rPr lang="ja-JP" altLang="en-US" dirty="0"/>
              <a:t>という仕組みが自動的に削除してくれます。</a:t>
            </a:r>
          </a:p>
        </p:txBody>
      </p:sp>
      <p:sp>
        <p:nvSpPr>
          <p:cNvPr id="14" name="正方形/長方形 13">
            <a:extLst>
              <a:ext uri="{FF2B5EF4-FFF2-40B4-BE49-F238E27FC236}">
                <a16:creationId xmlns:a16="http://schemas.microsoft.com/office/drawing/2014/main" id="{1F84B7AB-A525-4704-86C0-8A00679F93BA}"/>
              </a:ext>
            </a:extLst>
          </p:cNvPr>
          <p:cNvSpPr/>
          <p:nvPr/>
        </p:nvSpPr>
        <p:spPr>
          <a:xfrm>
            <a:off x="6094872" y="2425724"/>
            <a:ext cx="1241192" cy="202151"/>
          </a:xfrm>
          <a:prstGeom prst="rect">
            <a:avLst/>
          </a:prstGeom>
          <a:solidFill>
            <a:schemeClr val="accent6">
              <a:lumMod val="7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solidFill>
                  <a:schemeClr val="bg1"/>
                </a:solidFill>
              </a:rPr>
              <a:t>黒板</a:t>
            </a:r>
          </a:p>
        </p:txBody>
      </p:sp>
      <p:sp>
        <p:nvSpPr>
          <p:cNvPr id="15" name="正方形/長方形 14">
            <a:extLst>
              <a:ext uri="{FF2B5EF4-FFF2-40B4-BE49-F238E27FC236}">
                <a16:creationId xmlns:a16="http://schemas.microsoft.com/office/drawing/2014/main" id="{B965E194-7AE9-43AE-8508-8F7FAE947D49}"/>
              </a:ext>
            </a:extLst>
          </p:cNvPr>
          <p:cNvSpPr/>
          <p:nvPr/>
        </p:nvSpPr>
        <p:spPr>
          <a:xfrm>
            <a:off x="5363675" y="2752998"/>
            <a:ext cx="713524" cy="522817"/>
          </a:xfrm>
          <a:prstGeom prst="rect">
            <a:avLst/>
          </a:prstGeom>
          <a:solidFill>
            <a:schemeClr val="accent4">
              <a:lumMod val="7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tx1"/>
              </a:solidFill>
            </a:endParaRPr>
          </a:p>
        </p:txBody>
      </p:sp>
      <p:pic>
        <p:nvPicPr>
          <p:cNvPr id="16" name="Picture 2" descr="ふたが開いた段ボール箱のフリーイラスト素材">
            <a:extLst>
              <a:ext uri="{FF2B5EF4-FFF2-40B4-BE49-F238E27FC236}">
                <a16:creationId xmlns:a16="http://schemas.microsoft.com/office/drawing/2014/main" id="{5F8053D4-2463-4B97-A367-02D052A10D1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9542" y="3168014"/>
            <a:ext cx="1689296" cy="1689296"/>
          </a:xfrm>
          <a:prstGeom prst="rect">
            <a:avLst/>
          </a:prstGeom>
          <a:noFill/>
          <a:extLst>
            <a:ext uri="{909E8E84-426E-40DD-AFC4-6F175D3DCCD1}">
              <a14:hiddenFill xmlns:a14="http://schemas.microsoft.com/office/drawing/2010/main">
                <a:solidFill>
                  <a:srgbClr val="FFFFFF"/>
                </a:solidFill>
              </a14:hiddenFill>
            </a:ext>
          </a:extLst>
        </p:spPr>
      </p:pic>
      <p:sp>
        <p:nvSpPr>
          <p:cNvPr id="17" name="テキスト プレースホルダー 4">
            <a:extLst>
              <a:ext uri="{FF2B5EF4-FFF2-40B4-BE49-F238E27FC236}">
                <a16:creationId xmlns:a16="http://schemas.microsoft.com/office/drawing/2014/main" id="{4B15150B-3992-4575-B92F-F9282CB79C6A}"/>
              </a:ext>
            </a:extLst>
          </p:cNvPr>
          <p:cNvSpPr txBox="1">
            <a:spLocks/>
          </p:cNvSpPr>
          <p:nvPr/>
        </p:nvSpPr>
        <p:spPr>
          <a:xfrm>
            <a:off x="872075" y="4583448"/>
            <a:ext cx="1196707" cy="273862"/>
          </a:xfrm>
          <a:prstGeom prst="rect">
            <a:avLst/>
          </a:prstGeom>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en-US" altLang="ja-JP" dirty="0" err="1"/>
              <a:t>studentY</a:t>
            </a:r>
            <a:endParaRPr lang="ja-JP" altLang="en-US" dirty="0"/>
          </a:p>
        </p:txBody>
      </p:sp>
      <p:sp>
        <p:nvSpPr>
          <p:cNvPr id="18" name="五角形 17">
            <a:extLst>
              <a:ext uri="{FF2B5EF4-FFF2-40B4-BE49-F238E27FC236}">
                <a16:creationId xmlns:a16="http://schemas.microsoft.com/office/drawing/2014/main" id="{1FD8EFCF-A875-42A5-A8D4-0A595A151192}"/>
              </a:ext>
            </a:extLst>
          </p:cNvPr>
          <p:cNvSpPr/>
          <p:nvPr/>
        </p:nvSpPr>
        <p:spPr>
          <a:xfrm>
            <a:off x="5036048" y="2160740"/>
            <a:ext cx="1110257" cy="976766"/>
          </a:xfrm>
          <a:prstGeom prst="pentagon">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tx1"/>
              </a:solidFill>
            </a:endParaRPr>
          </a:p>
        </p:txBody>
      </p:sp>
      <p:pic>
        <p:nvPicPr>
          <p:cNvPr id="19" name="Picture 2" descr="ふたが開いた段ボール箱のフリーイラスト素材">
            <a:extLst>
              <a:ext uri="{FF2B5EF4-FFF2-40B4-BE49-F238E27FC236}">
                <a16:creationId xmlns:a16="http://schemas.microsoft.com/office/drawing/2014/main" id="{A99733CD-3BD7-489D-BE33-CE89778911B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19091" y="2222434"/>
            <a:ext cx="476536" cy="476536"/>
          </a:xfrm>
          <a:prstGeom prst="rect">
            <a:avLst/>
          </a:prstGeom>
          <a:noFill/>
          <a:extLst>
            <a:ext uri="{909E8E84-426E-40DD-AFC4-6F175D3DCCD1}">
              <a14:hiddenFill xmlns:a14="http://schemas.microsoft.com/office/drawing/2010/main">
                <a:solidFill>
                  <a:srgbClr val="FFFFFF"/>
                </a:solidFill>
              </a14:hiddenFill>
            </a:ext>
          </a:extLst>
        </p:spPr>
      </p:pic>
      <p:sp>
        <p:nvSpPr>
          <p:cNvPr id="20" name="テキスト プレースホルダー 4">
            <a:extLst>
              <a:ext uri="{FF2B5EF4-FFF2-40B4-BE49-F238E27FC236}">
                <a16:creationId xmlns:a16="http://schemas.microsoft.com/office/drawing/2014/main" id="{13A3C19F-AA89-4C18-A201-30D86E68DF26}"/>
              </a:ext>
            </a:extLst>
          </p:cNvPr>
          <p:cNvSpPr txBox="1">
            <a:spLocks/>
          </p:cNvSpPr>
          <p:nvPr/>
        </p:nvSpPr>
        <p:spPr>
          <a:xfrm>
            <a:off x="5015658" y="2517449"/>
            <a:ext cx="813225" cy="254494"/>
          </a:xfrm>
          <a:prstGeom prst="rect">
            <a:avLst/>
          </a:prstGeom>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en-US" altLang="ja-JP" dirty="0"/>
              <a:t>name</a:t>
            </a:r>
            <a:endParaRPr lang="ja-JP" altLang="en-US" dirty="0"/>
          </a:p>
        </p:txBody>
      </p:sp>
      <p:pic>
        <p:nvPicPr>
          <p:cNvPr id="21" name="Picture 2" descr="ふたが開いた段ボール箱のフリーイラスト素材">
            <a:extLst>
              <a:ext uri="{FF2B5EF4-FFF2-40B4-BE49-F238E27FC236}">
                <a16:creationId xmlns:a16="http://schemas.microsoft.com/office/drawing/2014/main" id="{8AB18521-D5E4-46F2-BF56-D39DB6E751F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18336" y="2233805"/>
            <a:ext cx="476536" cy="476536"/>
          </a:xfrm>
          <a:prstGeom prst="rect">
            <a:avLst/>
          </a:prstGeom>
          <a:noFill/>
          <a:extLst>
            <a:ext uri="{909E8E84-426E-40DD-AFC4-6F175D3DCCD1}">
              <a14:hiddenFill xmlns:a14="http://schemas.microsoft.com/office/drawing/2010/main">
                <a:solidFill>
                  <a:srgbClr val="FFFFFF"/>
                </a:solidFill>
              </a14:hiddenFill>
            </a:ext>
          </a:extLst>
        </p:spPr>
      </p:pic>
      <p:sp>
        <p:nvSpPr>
          <p:cNvPr id="22" name="テキスト プレースホルダー 4">
            <a:extLst>
              <a:ext uri="{FF2B5EF4-FFF2-40B4-BE49-F238E27FC236}">
                <a16:creationId xmlns:a16="http://schemas.microsoft.com/office/drawing/2014/main" id="{909957AA-FE0C-45BE-80BA-99FE242A9BCD}"/>
              </a:ext>
            </a:extLst>
          </p:cNvPr>
          <p:cNvSpPr txBox="1">
            <a:spLocks/>
          </p:cNvSpPr>
          <p:nvPr/>
        </p:nvSpPr>
        <p:spPr>
          <a:xfrm>
            <a:off x="5544879" y="2498442"/>
            <a:ext cx="600466" cy="249815"/>
          </a:xfrm>
          <a:prstGeom prst="rect">
            <a:avLst/>
          </a:prstGeom>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en-US" altLang="ja-JP" dirty="0"/>
              <a:t>age</a:t>
            </a:r>
            <a:endParaRPr lang="ja-JP" altLang="en-US" dirty="0"/>
          </a:p>
        </p:txBody>
      </p:sp>
      <p:sp>
        <p:nvSpPr>
          <p:cNvPr id="23" name="雲 22">
            <a:extLst>
              <a:ext uri="{FF2B5EF4-FFF2-40B4-BE49-F238E27FC236}">
                <a16:creationId xmlns:a16="http://schemas.microsoft.com/office/drawing/2014/main" id="{3690D9AD-BC10-4420-9443-C1F11F5DC838}"/>
              </a:ext>
            </a:extLst>
          </p:cNvPr>
          <p:cNvSpPr/>
          <p:nvPr/>
        </p:nvSpPr>
        <p:spPr>
          <a:xfrm>
            <a:off x="5212527" y="2779982"/>
            <a:ext cx="745298" cy="353880"/>
          </a:xfrm>
          <a:prstGeom prst="cloud">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tx1"/>
              </a:solidFill>
            </a:endParaRPr>
          </a:p>
        </p:txBody>
      </p:sp>
      <p:sp>
        <p:nvSpPr>
          <p:cNvPr id="24" name="テキスト プレースホルダー 4">
            <a:extLst>
              <a:ext uri="{FF2B5EF4-FFF2-40B4-BE49-F238E27FC236}">
                <a16:creationId xmlns:a16="http://schemas.microsoft.com/office/drawing/2014/main" id="{8B9765D6-EE96-4E03-9EDC-2FEDD6668F33}"/>
              </a:ext>
            </a:extLst>
          </p:cNvPr>
          <p:cNvSpPr txBox="1">
            <a:spLocks/>
          </p:cNvSpPr>
          <p:nvPr/>
        </p:nvSpPr>
        <p:spPr>
          <a:xfrm>
            <a:off x="5020461" y="2809859"/>
            <a:ext cx="1124884" cy="153760"/>
          </a:xfrm>
          <a:prstGeom prst="rect">
            <a:avLst/>
          </a:prstGeom>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en-US" altLang="ja-JP" dirty="0"/>
              <a:t>introduce</a:t>
            </a:r>
            <a:endParaRPr lang="ja-JP" altLang="en-US" dirty="0"/>
          </a:p>
        </p:txBody>
      </p:sp>
      <p:pic>
        <p:nvPicPr>
          <p:cNvPr id="25" name="Picture 2" descr="ふたが開いた段ボール箱のフリーイラスト素材">
            <a:extLst>
              <a:ext uri="{FF2B5EF4-FFF2-40B4-BE49-F238E27FC236}">
                <a16:creationId xmlns:a16="http://schemas.microsoft.com/office/drawing/2014/main" id="{1B6AD967-5114-46C7-9AB8-66714B8FB4E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75463" y="3168014"/>
            <a:ext cx="1689296" cy="1689296"/>
          </a:xfrm>
          <a:prstGeom prst="rect">
            <a:avLst/>
          </a:prstGeom>
          <a:noFill/>
          <a:extLst>
            <a:ext uri="{909E8E84-426E-40DD-AFC4-6F175D3DCCD1}">
              <a14:hiddenFill xmlns:a14="http://schemas.microsoft.com/office/drawing/2010/main">
                <a:solidFill>
                  <a:srgbClr val="FFFFFF"/>
                </a:solidFill>
              </a14:hiddenFill>
            </a:ext>
          </a:extLst>
        </p:spPr>
      </p:pic>
      <p:sp>
        <p:nvSpPr>
          <p:cNvPr id="26" name="テキスト プレースホルダー 4">
            <a:extLst>
              <a:ext uri="{FF2B5EF4-FFF2-40B4-BE49-F238E27FC236}">
                <a16:creationId xmlns:a16="http://schemas.microsoft.com/office/drawing/2014/main" id="{B6591BC7-7E36-4286-A6C9-469FA93FFBE5}"/>
              </a:ext>
            </a:extLst>
          </p:cNvPr>
          <p:cNvSpPr txBox="1">
            <a:spLocks/>
          </p:cNvSpPr>
          <p:nvPr/>
        </p:nvSpPr>
        <p:spPr>
          <a:xfrm>
            <a:off x="2787996" y="4583448"/>
            <a:ext cx="1196707" cy="273862"/>
          </a:xfrm>
          <a:prstGeom prst="rect">
            <a:avLst/>
          </a:prstGeom>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en-US" altLang="ja-JP" dirty="0" err="1"/>
              <a:t>studentT</a:t>
            </a:r>
            <a:endParaRPr lang="ja-JP" altLang="en-US" dirty="0"/>
          </a:p>
        </p:txBody>
      </p:sp>
      <p:sp>
        <p:nvSpPr>
          <p:cNvPr id="27" name="正方形/長方形 26">
            <a:extLst>
              <a:ext uri="{FF2B5EF4-FFF2-40B4-BE49-F238E27FC236}">
                <a16:creationId xmlns:a16="http://schemas.microsoft.com/office/drawing/2014/main" id="{A6898BBD-9BB4-4A88-AA96-9608F93A1EE6}"/>
              </a:ext>
            </a:extLst>
          </p:cNvPr>
          <p:cNvSpPr/>
          <p:nvPr/>
        </p:nvSpPr>
        <p:spPr>
          <a:xfrm>
            <a:off x="5363675" y="3424487"/>
            <a:ext cx="713524" cy="522817"/>
          </a:xfrm>
          <a:prstGeom prst="rect">
            <a:avLst/>
          </a:prstGeom>
          <a:solidFill>
            <a:schemeClr val="accent4">
              <a:lumMod val="7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tx1"/>
              </a:solidFill>
            </a:endParaRPr>
          </a:p>
        </p:txBody>
      </p:sp>
      <p:sp>
        <p:nvSpPr>
          <p:cNvPr id="28" name="正方形/長方形 27">
            <a:extLst>
              <a:ext uri="{FF2B5EF4-FFF2-40B4-BE49-F238E27FC236}">
                <a16:creationId xmlns:a16="http://schemas.microsoft.com/office/drawing/2014/main" id="{5532D360-6F0E-4B01-A141-93A0A4EB48BF}"/>
              </a:ext>
            </a:extLst>
          </p:cNvPr>
          <p:cNvSpPr/>
          <p:nvPr/>
        </p:nvSpPr>
        <p:spPr>
          <a:xfrm>
            <a:off x="5363675" y="4095976"/>
            <a:ext cx="713524" cy="522817"/>
          </a:xfrm>
          <a:prstGeom prst="rect">
            <a:avLst/>
          </a:prstGeom>
          <a:solidFill>
            <a:schemeClr val="accent4">
              <a:lumMod val="7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tx1"/>
              </a:solidFill>
            </a:endParaRPr>
          </a:p>
        </p:txBody>
      </p:sp>
      <p:sp>
        <p:nvSpPr>
          <p:cNvPr id="29" name="正方形/長方形 28">
            <a:extLst>
              <a:ext uri="{FF2B5EF4-FFF2-40B4-BE49-F238E27FC236}">
                <a16:creationId xmlns:a16="http://schemas.microsoft.com/office/drawing/2014/main" id="{FA2E85DC-CD43-4190-95C3-F15AFA901BF7}"/>
              </a:ext>
            </a:extLst>
          </p:cNvPr>
          <p:cNvSpPr/>
          <p:nvPr/>
        </p:nvSpPr>
        <p:spPr>
          <a:xfrm>
            <a:off x="6292439" y="2752998"/>
            <a:ext cx="713524" cy="522817"/>
          </a:xfrm>
          <a:prstGeom prst="rect">
            <a:avLst/>
          </a:prstGeom>
          <a:solidFill>
            <a:schemeClr val="accent4">
              <a:lumMod val="7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tx1"/>
              </a:solidFill>
            </a:endParaRPr>
          </a:p>
        </p:txBody>
      </p:sp>
      <p:sp>
        <p:nvSpPr>
          <p:cNvPr id="30" name="正方形/長方形 29">
            <a:extLst>
              <a:ext uri="{FF2B5EF4-FFF2-40B4-BE49-F238E27FC236}">
                <a16:creationId xmlns:a16="http://schemas.microsoft.com/office/drawing/2014/main" id="{6EC5D593-C5DF-4B42-9F6E-E06A4DA51E20}"/>
              </a:ext>
            </a:extLst>
          </p:cNvPr>
          <p:cNvSpPr/>
          <p:nvPr/>
        </p:nvSpPr>
        <p:spPr>
          <a:xfrm>
            <a:off x="6292439" y="3424487"/>
            <a:ext cx="713524" cy="522817"/>
          </a:xfrm>
          <a:prstGeom prst="rect">
            <a:avLst/>
          </a:prstGeom>
          <a:solidFill>
            <a:schemeClr val="accent4">
              <a:lumMod val="7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tx1"/>
              </a:solidFill>
            </a:endParaRPr>
          </a:p>
        </p:txBody>
      </p:sp>
      <p:sp>
        <p:nvSpPr>
          <p:cNvPr id="31" name="正方形/長方形 30">
            <a:extLst>
              <a:ext uri="{FF2B5EF4-FFF2-40B4-BE49-F238E27FC236}">
                <a16:creationId xmlns:a16="http://schemas.microsoft.com/office/drawing/2014/main" id="{016743CA-B2DD-407E-AB2B-42A60A5E6861}"/>
              </a:ext>
            </a:extLst>
          </p:cNvPr>
          <p:cNvSpPr/>
          <p:nvPr/>
        </p:nvSpPr>
        <p:spPr>
          <a:xfrm>
            <a:off x="6292439" y="4095976"/>
            <a:ext cx="713524" cy="522817"/>
          </a:xfrm>
          <a:prstGeom prst="rect">
            <a:avLst/>
          </a:prstGeom>
          <a:solidFill>
            <a:schemeClr val="accent4">
              <a:lumMod val="7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tx1"/>
              </a:solidFill>
            </a:endParaRPr>
          </a:p>
        </p:txBody>
      </p:sp>
      <p:sp>
        <p:nvSpPr>
          <p:cNvPr id="32" name="正方形/長方形 31">
            <a:extLst>
              <a:ext uri="{FF2B5EF4-FFF2-40B4-BE49-F238E27FC236}">
                <a16:creationId xmlns:a16="http://schemas.microsoft.com/office/drawing/2014/main" id="{D2E05C8E-34D6-4815-8ED6-1197F605BD3C}"/>
              </a:ext>
            </a:extLst>
          </p:cNvPr>
          <p:cNvSpPr/>
          <p:nvPr/>
        </p:nvSpPr>
        <p:spPr>
          <a:xfrm>
            <a:off x="7204491" y="2752998"/>
            <a:ext cx="713524" cy="522817"/>
          </a:xfrm>
          <a:prstGeom prst="rect">
            <a:avLst/>
          </a:prstGeom>
          <a:solidFill>
            <a:schemeClr val="accent4">
              <a:lumMod val="7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tx1"/>
              </a:solidFill>
            </a:endParaRPr>
          </a:p>
        </p:txBody>
      </p:sp>
      <p:sp>
        <p:nvSpPr>
          <p:cNvPr id="33" name="正方形/長方形 32">
            <a:extLst>
              <a:ext uri="{FF2B5EF4-FFF2-40B4-BE49-F238E27FC236}">
                <a16:creationId xmlns:a16="http://schemas.microsoft.com/office/drawing/2014/main" id="{9B726778-507D-4D24-A429-51B3A0F989B5}"/>
              </a:ext>
            </a:extLst>
          </p:cNvPr>
          <p:cNvSpPr/>
          <p:nvPr/>
        </p:nvSpPr>
        <p:spPr>
          <a:xfrm>
            <a:off x="7204491" y="3424487"/>
            <a:ext cx="713524" cy="522817"/>
          </a:xfrm>
          <a:prstGeom prst="rect">
            <a:avLst/>
          </a:prstGeom>
          <a:solidFill>
            <a:schemeClr val="accent4">
              <a:lumMod val="7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tx1"/>
              </a:solidFill>
            </a:endParaRPr>
          </a:p>
        </p:txBody>
      </p:sp>
      <p:sp>
        <p:nvSpPr>
          <p:cNvPr id="34" name="正方形/長方形 33">
            <a:extLst>
              <a:ext uri="{FF2B5EF4-FFF2-40B4-BE49-F238E27FC236}">
                <a16:creationId xmlns:a16="http://schemas.microsoft.com/office/drawing/2014/main" id="{03B8DD5C-1890-4077-85D7-D5ED9A2A33C0}"/>
              </a:ext>
            </a:extLst>
          </p:cNvPr>
          <p:cNvSpPr/>
          <p:nvPr/>
        </p:nvSpPr>
        <p:spPr>
          <a:xfrm>
            <a:off x="7204491" y="4095976"/>
            <a:ext cx="713524" cy="522817"/>
          </a:xfrm>
          <a:prstGeom prst="rect">
            <a:avLst/>
          </a:prstGeom>
          <a:solidFill>
            <a:schemeClr val="accent4">
              <a:lumMod val="7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tx1"/>
              </a:solidFill>
            </a:endParaRPr>
          </a:p>
        </p:txBody>
      </p:sp>
      <p:sp>
        <p:nvSpPr>
          <p:cNvPr id="35" name="五角形 34">
            <a:extLst>
              <a:ext uri="{FF2B5EF4-FFF2-40B4-BE49-F238E27FC236}">
                <a16:creationId xmlns:a16="http://schemas.microsoft.com/office/drawing/2014/main" id="{9A5CFBC2-FB2E-47CA-B927-0BEA7E583DB9}"/>
              </a:ext>
            </a:extLst>
          </p:cNvPr>
          <p:cNvSpPr/>
          <p:nvPr/>
        </p:nvSpPr>
        <p:spPr>
          <a:xfrm>
            <a:off x="6949841" y="3605042"/>
            <a:ext cx="1110257" cy="976766"/>
          </a:xfrm>
          <a:prstGeom prst="pentagon">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tx1"/>
              </a:solidFill>
            </a:endParaRPr>
          </a:p>
        </p:txBody>
      </p:sp>
      <p:pic>
        <p:nvPicPr>
          <p:cNvPr id="36" name="Picture 2" descr="ふたが開いた段ボール箱のフリーイラスト素材">
            <a:extLst>
              <a:ext uri="{FF2B5EF4-FFF2-40B4-BE49-F238E27FC236}">
                <a16:creationId xmlns:a16="http://schemas.microsoft.com/office/drawing/2014/main" id="{DC88AFC1-0DCC-40CB-9DBE-5993C88304C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32884" y="3666736"/>
            <a:ext cx="476536" cy="476536"/>
          </a:xfrm>
          <a:prstGeom prst="rect">
            <a:avLst/>
          </a:prstGeom>
          <a:noFill/>
          <a:extLst>
            <a:ext uri="{909E8E84-426E-40DD-AFC4-6F175D3DCCD1}">
              <a14:hiddenFill xmlns:a14="http://schemas.microsoft.com/office/drawing/2010/main">
                <a:solidFill>
                  <a:srgbClr val="FFFFFF"/>
                </a:solidFill>
              </a14:hiddenFill>
            </a:ext>
          </a:extLst>
        </p:spPr>
      </p:pic>
      <p:sp>
        <p:nvSpPr>
          <p:cNvPr id="37" name="テキスト プレースホルダー 4">
            <a:extLst>
              <a:ext uri="{FF2B5EF4-FFF2-40B4-BE49-F238E27FC236}">
                <a16:creationId xmlns:a16="http://schemas.microsoft.com/office/drawing/2014/main" id="{F8A6DA2F-D2F6-457F-AF95-FA8C39AEB089}"/>
              </a:ext>
            </a:extLst>
          </p:cNvPr>
          <p:cNvSpPr txBox="1">
            <a:spLocks/>
          </p:cNvSpPr>
          <p:nvPr/>
        </p:nvSpPr>
        <p:spPr>
          <a:xfrm>
            <a:off x="6929451" y="3961751"/>
            <a:ext cx="813225" cy="254494"/>
          </a:xfrm>
          <a:prstGeom prst="rect">
            <a:avLst/>
          </a:prstGeom>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en-US" altLang="ja-JP" dirty="0"/>
              <a:t>name</a:t>
            </a:r>
            <a:endParaRPr lang="ja-JP" altLang="en-US" dirty="0"/>
          </a:p>
        </p:txBody>
      </p:sp>
      <p:pic>
        <p:nvPicPr>
          <p:cNvPr id="38" name="Picture 2" descr="ふたが開いた段ボール箱のフリーイラスト素材">
            <a:extLst>
              <a:ext uri="{FF2B5EF4-FFF2-40B4-BE49-F238E27FC236}">
                <a16:creationId xmlns:a16="http://schemas.microsoft.com/office/drawing/2014/main" id="{0DD7FA9D-2FF7-4403-B840-DC4A924FF6D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32129" y="3678107"/>
            <a:ext cx="476536" cy="476536"/>
          </a:xfrm>
          <a:prstGeom prst="rect">
            <a:avLst/>
          </a:prstGeom>
          <a:noFill/>
          <a:extLst>
            <a:ext uri="{909E8E84-426E-40DD-AFC4-6F175D3DCCD1}">
              <a14:hiddenFill xmlns:a14="http://schemas.microsoft.com/office/drawing/2010/main">
                <a:solidFill>
                  <a:srgbClr val="FFFFFF"/>
                </a:solidFill>
              </a14:hiddenFill>
            </a:ext>
          </a:extLst>
        </p:spPr>
      </p:pic>
      <p:sp>
        <p:nvSpPr>
          <p:cNvPr id="39" name="テキスト プレースホルダー 4">
            <a:extLst>
              <a:ext uri="{FF2B5EF4-FFF2-40B4-BE49-F238E27FC236}">
                <a16:creationId xmlns:a16="http://schemas.microsoft.com/office/drawing/2014/main" id="{4B60D9C7-FB8D-4B47-81E0-E5C97A4B9E80}"/>
              </a:ext>
            </a:extLst>
          </p:cNvPr>
          <p:cNvSpPr txBox="1">
            <a:spLocks/>
          </p:cNvSpPr>
          <p:nvPr/>
        </p:nvSpPr>
        <p:spPr>
          <a:xfrm>
            <a:off x="7458672" y="3942744"/>
            <a:ext cx="600466" cy="249815"/>
          </a:xfrm>
          <a:prstGeom prst="rect">
            <a:avLst/>
          </a:prstGeom>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en-US" altLang="ja-JP" dirty="0"/>
              <a:t>age</a:t>
            </a:r>
            <a:endParaRPr lang="ja-JP" altLang="en-US" dirty="0"/>
          </a:p>
        </p:txBody>
      </p:sp>
      <p:sp>
        <p:nvSpPr>
          <p:cNvPr id="40" name="雲 39">
            <a:extLst>
              <a:ext uri="{FF2B5EF4-FFF2-40B4-BE49-F238E27FC236}">
                <a16:creationId xmlns:a16="http://schemas.microsoft.com/office/drawing/2014/main" id="{D4FE12BB-3D7E-489D-B8D4-293CF37F3D0D}"/>
              </a:ext>
            </a:extLst>
          </p:cNvPr>
          <p:cNvSpPr/>
          <p:nvPr/>
        </p:nvSpPr>
        <p:spPr>
          <a:xfrm>
            <a:off x="7126320" y="4224284"/>
            <a:ext cx="745298" cy="353880"/>
          </a:xfrm>
          <a:prstGeom prst="cloud">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tx1"/>
              </a:solidFill>
            </a:endParaRPr>
          </a:p>
        </p:txBody>
      </p:sp>
      <p:sp>
        <p:nvSpPr>
          <p:cNvPr id="41" name="テキスト プレースホルダー 4">
            <a:extLst>
              <a:ext uri="{FF2B5EF4-FFF2-40B4-BE49-F238E27FC236}">
                <a16:creationId xmlns:a16="http://schemas.microsoft.com/office/drawing/2014/main" id="{3EAFAF52-95BF-43BE-815E-76927537C4E1}"/>
              </a:ext>
            </a:extLst>
          </p:cNvPr>
          <p:cNvSpPr txBox="1">
            <a:spLocks/>
          </p:cNvSpPr>
          <p:nvPr/>
        </p:nvSpPr>
        <p:spPr>
          <a:xfrm>
            <a:off x="6934254" y="4254161"/>
            <a:ext cx="1124884" cy="153760"/>
          </a:xfrm>
          <a:prstGeom prst="rect">
            <a:avLst/>
          </a:prstGeom>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en-US" altLang="ja-JP" dirty="0"/>
              <a:t>introduce</a:t>
            </a:r>
            <a:endParaRPr lang="ja-JP" altLang="en-US" dirty="0"/>
          </a:p>
        </p:txBody>
      </p:sp>
      <p:sp>
        <p:nvSpPr>
          <p:cNvPr id="42" name="テキスト プレースホルダー 4">
            <a:extLst>
              <a:ext uri="{FF2B5EF4-FFF2-40B4-BE49-F238E27FC236}">
                <a16:creationId xmlns:a16="http://schemas.microsoft.com/office/drawing/2014/main" id="{E3C33297-2464-4A09-9663-75F1272CF201}"/>
              </a:ext>
            </a:extLst>
          </p:cNvPr>
          <p:cNvSpPr txBox="1">
            <a:spLocks/>
          </p:cNvSpPr>
          <p:nvPr/>
        </p:nvSpPr>
        <p:spPr>
          <a:xfrm>
            <a:off x="5393164" y="4640218"/>
            <a:ext cx="630348" cy="254494"/>
          </a:xfrm>
          <a:prstGeom prst="rect">
            <a:avLst/>
          </a:prstGeom>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ja-JP" altLang="en-US" sz="1000" dirty="0"/>
              <a:t>窓側</a:t>
            </a:r>
          </a:p>
        </p:txBody>
      </p:sp>
      <p:sp>
        <p:nvSpPr>
          <p:cNvPr id="43" name="テキスト プレースホルダー 4">
            <a:extLst>
              <a:ext uri="{FF2B5EF4-FFF2-40B4-BE49-F238E27FC236}">
                <a16:creationId xmlns:a16="http://schemas.microsoft.com/office/drawing/2014/main" id="{6239E109-E58B-49AC-9FC5-117F8513F217}"/>
              </a:ext>
            </a:extLst>
          </p:cNvPr>
          <p:cNvSpPr txBox="1">
            <a:spLocks/>
          </p:cNvSpPr>
          <p:nvPr/>
        </p:nvSpPr>
        <p:spPr>
          <a:xfrm>
            <a:off x="6331394" y="4640218"/>
            <a:ext cx="695483" cy="254494"/>
          </a:xfrm>
          <a:prstGeom prst="rect">
            <a:avLst/>
          </a:prstGeom>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ja-JP" altLang="en-US" sz="1000" dirty="0"/>
              <a:t>真ん中</a:t>
            </a:r>
          </a:p>
        </p:txBody>
      </p:sp>
      <p:sp>
        <p:nvSpPr>
          <p:cNvPr id="44" name="テキスト プレースホルダー 4">
            <a:extLst>
              <a:ext uri="{FF2B5EF4-FFF2-40B4-BE49-F238E27FC236}">
                <a16:creationId xmlns:a16="http://schemas.microsoft.com/office/drawing/2014/main" id="{22840947-7E81-4F30-A2A9-0E2C84D42DB2}"/>
              </a:ext>
            </a:extLst>
          </p:cNvPr>
          <p:cNvSpPr txBox="1">
            <a:spLocks/>
          </p:cNvSpPr>
          <p:nvPr/>
        </p:nvSpPr>
        <p:spPr>
          <a:xfrm>
            <a:off x="7204491" y="4640218"/>
            <a:ext cx="695483" cy="254494"/>
          </a:xfrm>
          <a:prstGeom prst="rect">
            <a:avLst/>
          </a:prstGeom>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ja-JP" altLang="en-US" sz="1000" dirty="0"/>
              <a:t>廊下側</a:t>
            </a:r>
          </a:p>
        </p:txBody>
      </p:sp>
      <p:sp>
        <p:nvSpPr>
          <p:cNvPr id="47" name="テキスト プレースホルダー 4">
            <a:extLst>
              <a:ext uri="{FF2B5EF4-FFF2-40B4-BE49-F238E27FC236}">
                <a16:creationId xmlns:a16="http://schemas.microsoft.com/office/drawing/2014/main" id="{6859F400-645C-4D42-B5FA-D6C2E9ED8327}"/>
              </a:ext>
            </a:extLst>
          </p:cNvPr>
          <p:cNvSpPr txBox="1">
            <a:spLocks/>
          </p:cNvSpPr>
          <p:nvPr/>
        </p:nvSpPr>
        <p:spPr>
          <a:xfrm>
            <a:off x="1219336" y="3678107"/>
            <a:ext cx="740987" cy="264637"/>
          </a:xfrm>
          <a:prstGeom prst="rect">
            <a:avLst/>
          </a:prstGeom>
          <a:solidFill>
            <a:schemeClr val="bg1"/>
          </a:solidFill>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en-US" altLang="ja-JP" sz="1100" dirty="0"/>
              <a:t>null</a:t>
            </a:r>
            <a:endParaRPr lang="ja-JP" altLang="en-US" sz="1100" dirty="0"/>
          </a:p>
        </p:txBody>
      </p:sp>
      <p:sp>
        <p:nvSpPr>
          <p:cNvPr id="48" name="テキスト プレースホルダー 4">
            <a:extLst>
              <a:ext uri="{FF2B5EF4-FFF2-40B4-BE49-F238E27FC236}">
                <a16:creationId xmlns:a16="http://schemas.microsoft.com/office/drawing/2014/main" id="{3E5A344C-613A-4860-BCC8-FC349189F44C}"/>
              </a:ext>
            </a:extLst>
          </p:cNvPr>
          <p:cNvSpPr txBox="1">
            <a:spLocks/>
          </p:cNvSpPr>
          <p:nvPr/>
        </p:nvSpPr>
        <p:spPr>
          <a:xfrm>
            <a:off x="2874626" y="3891151"/>
            <a:ext cx="864295" cy="554176"/>
          </a:xfrm>
          <a:prstGeom prst="rect">
            <a:avLst/>
          </a:prstGeom>
          <a:solidFill>
            <a:schemeClr val="bg1"/>
          </a:solidFill>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ja-JP" altLang="en-US" sz="1100" dirty="0"/>
              <a:t>廊下側の</a:t>
            </a:r>
            <a:br>
              <a:rPr lang="ja-JP" altLang="en-US" sz="1100" dirty="0"/>
            </a:br>
            <a:r>
              <a:rPr lang="ja-JP" altLang="en-US" sz="1100" dirty="0"/>
              <a:t>前から</a:t>
            </a:r>
            <a:br>
              <a:rPr lang="ja-JP" altLang="en-US" sz="1100" dirty="0"/>
            </a:br>
            <a:r>
              <a:rPr lang="en-US" altLang="ja-JP" sz="1100" dirty="0"/>
              <a:t>3</a:t>
            </a:r>
            <a:r>
              <a:rPr lang="ja-JP" altLang="en-US" sz="1100" dirty="0"/>
              <a:t>列目</a:t>
            </a:r>
          </a:p>
        </p:txBody>
      </p:sp>
      <p:sp>
        <p:nvSpPr>
          <p:cNvPr id="49" name="テキスト プレースホルダー 4">
            <a:extLst>
              <a:ext uri="{FF2B5EF4-FFF2-40B4-BE49-F238E27FC236}">
                <a16:creationId xmlns:a16="http://schemas.microsoft.com/office/drawing/2014/main" id="{6D075777-5293-4A18-8EDD-7796FBA202D8}"/>
              </a:ext>
            </a:extLst>
          </p:cNvPr>
          <p:cNvSpPr txBox="1">
            <a:spLocks/>
          </p:cNvSpPr>
          <p:nvPr/>
        </p:nvSpPr>
        <p:spPr>
          <a:xfrm>
            <a:off x="5007738" y="2206032"/>
            <a:ext cx="575165" cy="254494"/>
          </a:xfrm>
          <a:prstGeom prst="rect">
            <a:avLst/>
          </a:prstGeom>
          <a:solidFill>
            <a:schemeClr val="bg1"/>
          </a:solidFill>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ja-JP" altLang="en-US" sz="1100" dirty="0"/>
              <a:t>山田</a:t>
            </a:r>
          </a:p>
        </p:txBody>
      </p:sp>
      <p:sp>
        <p:nvSpPr>
          <p:cNvPr id="50" name="テキスト プレースホルダー 4">
            <a:extLst>
              <a:ext uri="{FF2B5EF4-FFF2-40B4-BE49-F238E27FC236}">
                <a16:creationId xmlns:a16="http://schemas.microsoft.com/office/drawing/2014/main" id="{04BAC5D4-B14D-44B0-8416-7EC353739FC7}"/>
              </a:ext>
            </a:extLst>
          </p:cNvPr>
          <p:cNvSpPr txBox="1">
            <a:spLocks/>
          </p:cNvSpPr>
          <p:nvPr/>
        </p:nvSpPr>
        <p:spPr>
          <a:xfrm>
            <a:off x="6986088" y="3591614"/>
            <a:ext cx="575165" cy="254494"/>
          </a:xfrm>
          <a:prstGeom prst="rect">
            <a:avLst/>
          </a:prstGeom>
          <a:solidFill>
            <a:schemeClr val="bg1"/>
          </a:solidFill>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ja-JP" altLang="en-US" sz="1100" dirty="0"/>
              <a:t>高橋</a:t>
            </a:r>
          </a:p>
        </p:txBody>
      </p:sp>
      <p:sp>
        <p:nvSpPr>
          <p:cNvPr id="51" name="矢印: 左 50">
            <a:extLst>
              <a:ext uri="{FF2B5EF4-FFF2-40B4-BE49-F238E27FC236}">
                <a16:creationId xmlns:a16="http://schemas.microsoft.com/office/drawing/2014/main" id="{253170D6-1523-480D-A4DD-89822A4DEAF9}"/>
              </a:ext>
            </a:extLst>
          </p:cNvPr>
          <p:cNvSpPr/>
          <p:nvPr/>
        </p:nvSpPr>
        <p:spPr>
          <a:xfrm flipH="1">
            <a:off x="3865195" y="3985210"/>
            <a:ext cx="3115856" cy="417962"/>
          </a:xfrm>
          <a:prstGeom prst="leftArrow">
            <a:avLst/>
          </a:prstGeom>
          <a:solidFill>
            <a:srgbClr val="C00000"/>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tx1"/>
              </a:solidFill>
            </a:endParaRPr>
          </a:p>
        </p:txBody>
      </p:sp>
      <p:sp>
        <p:nvSpPr>
          <p:cNvPr id="53" name="テキスト プレースホルダー 4">
            <a:extLst>
              <a:ext uri="{FF2B5EF4-FFF2-40B4-BE49-F238E27FC236}">
                <a16:creationId xmlns:a16="http://schemas.microsoft.com/office/drawing/2014/main" id="{B7758F05-3FAA-4E0F-9054-9EB2EE7CB818}"/>
              </a:ext>
            </a:extLst>
          </p:cNvPr>
          <p:cNvSpPr txBox="1">
            <a:spLocks/>
          </p:cNvSpPr>
          <p:nvPr/>
        </p:nvSpPr>
        <p:spPr>
          <a:xfrm>
            <a:off x="706214" y="2966628"/>
            <a:ext cx="1915921" cy="254494"/>
          </a:xfrm>
          <a:prstGeom prst="rect">
            <a:avLst/>
          </a:prstGeom>
          <a:noFill/>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en-US" altLang="ja-JP" sz="1100" dirty="0" err="1"/>
              <a:t>studentY</a:t>
            </a:r>
            <a:r>
              <a:rPr lang="en-US" altLang="ja-JP" sz="1100" dirty="0"/>
              <a:t> = null;</a:t>
            </a:r>
            <a:r>
              <a:rPr lang="ja-JP" altLang="en-US" sz="1100" dirty="0"/>
              <a:t>を実行</a:t>
            </a:r>
          </a:p>
        </p:txBody>
      </p:sp>
      <p:sp>
        <p:nvSpPr>
          <p:cNvPr id="10" name="矢印: 下 9">
            <a:extLst>
              <a:ext uri="{FF2B5EF4-FFF2-40B4-BE49-F238E27FC236}">
                <a16:creationId xmlns:a16="http://schemas.microsoft.com/office/drawing/2014/main" id="{9D28AABB-6B22-4C19-B2D1-02BA91F2AD77}"/>
              </a:ext>
            </a:extLst>
          </p:cNvPr>
          <p:cNvSpPr/>
          <p:nvPr/>
        </p:nvSpPr>
        <p:spPr>
          <a:xfrm>
            <a:off x="1470428" y="3221122"/>
            <a:ext cx="320006" cy="383920"/>
          </a:xfrm>
          <a:prstGeom prst="downArrow">
            <a:avLst/>
          </a:prstGeom>
          <a:solidFill>
            <a:schemeClr val="accent6">
              <a:lumMod val="7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tx1"/>
              </a:solidFill>
            </a:endParaRPr>
          </a:p>
        </p:txBody>
      </p:sp>
      <p:sp>
        <p:nvSpPr>
          <p:cNvPr id="11" name="思考の吹き出し: 雲形 10">
            <a:extLst>
              <a:ext uri="{FF2B5EF4-FFF2-40B4-BE49-F238E27FC236}">
                <a16:creationId xmlns:a16="http://schemas.microsoft.com/office/drawing/2014/main" id="{9BD42257-0B52-41BE-B46A-56E11949934A}"/>
              </a:ext>
            </a:extLst>
          </p:cNvPr>
          <p:cNvSpPr/>
          <p:nvPr/>
        </p:nvSpPr>
        <p:spPr>
          <a:xfrm>
            <a:off x="6746098" y="2082196"/>
            <a:ext cx="1877080" cy="1053366"/>
          </a:xfrm>
          <a:prstGeom prst="cloudCallout">
            <a:avLst>
              <a:gd name="adj1" fmla="val -82791"/>
              <a:gd name="adj2" fmla="val -6711"/>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solidFill>
                  <a:schemeClr val="tx1"/>
                </a:solidFill>
              </a:rPr>
              <a:t>誰も私のこと</a:t>
            </a:r>
            <a:br>
              <a:rPr kumimoji="1" lang="ja-JP" altLang="en-US" sz="1100" dirty="0">
                <a:solidFill>
                  <a:schemeClr val="tx1"/>
                </a:solidFill>
              </a:rPr>
            </a:br>
            <a:r>
              <a:rPr kumimoji="1" lang="ja-JP" altLang="en-US" sz="1100" dirty="0">
                <a:solidFill>
                  <a:schemeClr val="tx1"/>
                </a:solidFill>
              </a:rPr>
              <a:t>覚えていない。。</a:t>
            </a:r>
          </a:p>
        </p:txBody>
      </p:sp>
      <p:pic>
        <p:nvPicPr>
          <p:cNvPr id="55" name="図 54" descr="時計 が含まれている画像&#10;&#10;自動的に生成された説明">
            <a:extLst>
              <a:ext uri="{FF2B5EF4-FFF2-40B4-BE49-F238E27FC236}">
                <a16:creationId xmlns:a16="http://schemas.microsoft.com/office/drawing/2014/main" id="{70D11BF0-07B1-4D85-8B43-8785A79DC3EC}"/>
              </a:ext>
            </a:extLst>
          </p:cNvPr>
          <p:cNvPicPr>
            <a:picLocks noChangeAspect="1"/>
          </p:cNvPicPr>
          <p:nvPr/>
        </p:nvPicPr>
        <p:blipFill>
          <a:blip r:embed="rId5"/>
          <a:stretch>
            <a:fillRect/>
          </a:stretch>
        </p:blipFill>
        <p:spPr>
          <a:xfrm flipH="1">
            <a:off x="4314582" y="2066759"/>
            <a:ext cx="753075" cy="803279"/>
          </a:xfrm>
          <a:prstGeom prst="rect">
            <a:avLst/>
          </a:prstGeom>
        </p:spPr>
      </p:pic>
      <p:sp>
        <p:nvSpPr>
          <p:cNvPr id="56" name="吹き出し: 円形 55">
            <a:extLst>
              <a:ext uri="{FF2B5EF4-FFF2-40B4-BE49-F238E27FC236}">
                <a16:creationId xmlns:a16="http://schemas.microsoft.com/office/drawing/2014/main" id="{83E4E66C-C1E5-499A-A6CF-12F32A4DE1A9}"/>
              </a:ext>
            </a:extLst>
          </p:cNvPr>
          <p:cNvSpPr/>
          <p:nvPr/>
        </p:nvSpPr>
        <p:spPr>
          <a:xfrm>
            <a:off x="2557762" y="2206032"/>
            <a:ext cx="1508504" cy="603827"/>
          </a:xfrm>
          <a:prstGeom prst="wedgeEllipseCallout">
            <a:avLst>
              <a:gd name="adj1" fmla="val 76238"/>
              <a:gd name="adj2" fmla="val -38103"/>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solidFill>
                  <a:schemeClr val="tx1"/>
                </a:solidFill>
              </a:rPr>
              <a:t>無駄なものは捨てまーす</a:t>
            </a:r>
          </a:p>
        </p:txBody>
      </p:sp>
      <p:sp>
        <p:nvSpPr>
          <p:cNvPr id="57" name="思考の吹き出し: 雲形 56">
            <a:extLst>
              <a:ext uri="{FF2B5EF4-FFF2-40B4-BE49-F238E27FC236}">
                <a16:creationId xmlns:a16="http://schemas.microsoft.com/office/drawing/2014/main" id="{EAE8BA7F-33DF-4B1E-881F-9AC3014D9ACC}"/>
              </a:ext>
            </a:extLst>
          </p:cNvPr>
          <p:cNvSpPr/>
          <p:nvPr/>
        </p:nvSpPr>
        <p:spPr>
          <a:xfrm>
            <a:off x="4790547" y="3199108"/>
            <a:ext cx="1877080" cy="1053366"/>
          </a:xfrm>
          <a:prstGeom prst="cloudCallout">
            <a:avLst>
              <a:gd name="adj1" fmla="val 66417"/>
              <a:gd name="adj2" fmla="val 23641"/>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solidFill>
                  <a:schemeClr val="tx1"/>
                </a:solidFill>
              </a:rPr>
              <a:t>私は覚えていて</a:t>
            </a:r>
            <a:br>
              <a:rPr kumimoji="1" lang="ja-JP" altLang="en-US" sz="1100" dirty="0">
                <a:solidFill>
                  <a:schemeClr val="tx1"/>
                </a:solidFill>
              </a:rPr>
            </a:br>
            <a:r>
              <a:rPr kumimoji="1" lang="ja-JP" altLang="en-US" sz="1100" dirty="0">
                <a:solidFill>
                  <a:schemeClr val="tx1"/>
                </a:solidFill>
              </a:rPr>
              <a:t>くれている</a:t>
            </a:r>
          </a:p>
        </p:txBody>
      </p:sp>
    </p:spTree>
    <p:extLst>
      <p:ext uri="{BB962C8B-B14F-4D97-AF65-F5344CB8AC3E}">
        <p14:creationId xmlns:p14="http://schemas.microsoft.com/office/powerpoint/2010/main" val="23795550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BFC7A35D-1013-4B1B-8268-48793F136D4C}"/>
              </a:ext>
            </a:extLst>
          </p:cNvPr>
          <p:cNvSpPr>
            <a:spLocks noGrp="1"/>
          </p:cNvSpPr>
          <p:nvPr>
            <p:ph type="ftr" sz="quarter" idx="11"/>
          </p:nvPr>
        </p:nvSpPr>
        <p:spPr/>
        <p:txBody>
          <a:bodyPr/>
          <a:lstStyle/>
          <a:p>
            <a:r>
              <a:rPr kumimoji="1" lang="en-US" altLang="ja-JP"/>
              <a:t>copyright ©ITCollege All Rights Reserved</a:t>
            </a:r>
            <a:endParaRPr kumimoji="1" lang="ja-JP" altLang="en-US" sz="1000"/>
          </a:p>
        </p:txBody>
      </p:sp>
      <p:sp>
        <p:nvSpPr>
          <p:cNvPr id="6" name="タイトル 5">
            <a:extLst>
              <a:ext uri="{FF2B5EF4-FFF2-40B4-BE49-F238E27FC236}">
                <a16:creationId xmlns:a16="http://schemas.microsoft.com/office/drawing/2014/main" id="{0F81E6C4-7841-4153-9948-3830F64F1715}"/>
              </a:ext>
            </a:extLst>
          </p:cNvPr>
          <p:cNvSpPr>
            <a:spLocks noGrp="1"/>
          </p:cNvSpPr>
          <p:nvPr>
            <p:ph type="ctrTitle"/>
          </p:nvPr>
        </p:nvSpPr>
        <p:spPr/>
        <p:txBody>
          <a:bodyPr/>
          <a:lstStyle/>
          <a:p>
            <a:r>
              <a:rPr lang="ja-JP" altLang="en-US" dirty="0"/>
              <a:t>コンストラクタ</a:t>
            </a:r>
          </a:p>
        </p:txBody>
      </p:sp>
      <p:sp>
        <p:nvSpPr>
          <p:cNvPr id="3" name="スライド番号プレースホルダー 2">
            <a:extLst>
              <a:ext uri="{FF2B5EF4-FFF2-40B4-BE49-F238E27FC236}">
                <a16:creationId xmlns:a16="http://schemas.microsoft.com/office/drawing/2014/main" id="{F54F27B3-DDBF-476A-AD49-46F9A05EE6D4}"/>
              </a:ext>
            </a:extLst>
          </p:cNvPr>
          <p:cNvSpPr>
            <a:spLocks noGrp="1"/>
          </p:cNvSpPr>
          <p:nvPr>
            <p:ph type="sldNum" sz="quarter" idx="4"/>
          </p:nvPr>
        </p:nvSpPr>
        <p:spPr/>
        <p:txBody>
          <a:bodyPr/>
          <a:lstStyle/>
          <a:p>
            <a:fld id="{6EC4605C-D4BC-457C-A820-CB9DC8935472}" type="slidenum">
              <a:rPr kumimoji="1" lang="ja-JP" altLang="en-US" smtClean="0"/>
              <a:pPr/>
              <a:t>22</a:t>
            </a:fld>
            <a:endParaRPr kumimoji="1" lang="ja-JP" altLang="en-US" sz="1200"/>
          </a:p>
        </p:txBody>
      </p:sp>
      <p:sp>
        <p:nvSpPr>
          <p:cNvPr id="8" name="テキスト プレースホルダー 7">
            <a:extLst>
              <a:ext uri="{FF2B5EF4-FFF2-40B4-BE49-F238E27FC236}">
                <a16:creationId xmlns:a16="http://schemas.microsoft.com/office/drawing/2014/main" id="{DC47DB6E-DE5F-461B-8DA6-D7E7BFB3D9CA}"/>
              </a:ext>
            </a:extLst>
          </p:cNvPr>
          <p:cNvSpPr>
            <a:spLocks noGrp="1"/>
          </p:cNvSpPr>
          <p:nvPr>
            <p:ph type="body" sz="quarter" idx="15"/>
          </p:nvPr>
        </p:nvSpPr>
        <p:spPr>
          <a:xfrm>
            <a:off x="463549" y="921111"/>
            <a:ext cx="7177471" cy="767654"/>
          </a:xfrm>
        </p:spPr>
        <p:txBody>
          <a:bodyPr/>
          <a:lstStyle/>
          <a:p>
            <a:pPr marL="387350" indent="-285750">
              <a:buFont typeface="Arial" panose="020B0604020202020204" pitchFamily="34" charset="0"/>
              <a:buChar char="•"/>
            </a:pPr>
            <a:r>
              <a:rPr lang="ja-JP" altLang="en-US" sz="1200" b="1" dirty="0"/>
              <a:t>コンストラクタはインスタンス作成直後に必ず動く処理</a:t>
            </a:r>
          </a:p>
          <a:p>
            <a:pPr marL="387350" indent="-285750">
              <a:buFont typeface="Arial" panose="020B0604020202020204" pitchFamily="34" charset="0"/>
              <a:buChar char="•"/>
            </a:pPr>
            <a:r>
              <a:rPr lang="ja-JP" altLang="en-US" sz="1200" b="1" dirty="0"/>
              <a:t>書き方はメソッドに似ているが違う点もあるため注意</a:t>
            </a:r>
            <a:endParaRPr lang="en-US" altLang="ja-JP" sz="1200" b="1" dirty="0"/>
          </a:p>
        </p:txBody>
      </p:sp>
      <p:sp>
        <p:nvSpPr>
          <p:cNvPr id="9" name="テキスト プレースホルダー 8">
            <a:extLst>
              <a:ext uri="{FF2B5EF4-FFF2-40B4-BE49-F238E27FC236}">
                <a16:creationId xmlns:a16="http://schemas.microsoft.com/office/drawing/2014/main" id="{3B4B4B26-E1BE-4F2F-85DB-B4EB50CCB2D1}"/>
              </a:ext>
            </a:extLst>
          </p:cNvPr>
          <p:cNvSpPr>
            <a:spLocks noGrp="1"/>
          </p:cNvSpPr>
          <p:nvPr>
            <p:ph type="body" sz="quarter" idx="16"/>
          </p:nvPr>
        </p:nvSpPr>
        <p:spPr>
          <a:xfrm>
            <a:off x="848575" y="796067"/>
            <a:ext cx="1095840" cy="265721"/>
          </a:xfrm>
        </p:spPr>
        <p:txBody>
          <a:bodyPr/>
          <a:lstStyle/>
          <a:p>
            <a:endParaRPr lang="ja-JP" altLang="en-US" dirty="0"/>
          </a:p>
        </p:txBody>
      </p:sp>
      <p:sp>
        <p:nvSpPr>
          <p:cNvPr id="10" name="テキスト プレースホルダー 7">
            <a:extLst>
              <a:ext uri="{FF2B5EF4-FFF2-40B4-BE49-F238E27FC236}">
                <a16:creationId xmlns:a16="http://schemas.microsoft.com/office/drawing/2014/main" id="{BA37F9C0-C7D5-4C11-8CD2-CE108D156F05}"/>
              </a:ext>
            </a:extLst>
          </p:cNvPr>
          <p:cNvSpPr>
            <a:spLocks noGrp="1"/>
          </p:cNvSpPr>
          <p:nvPr>
            <p:ph type="body" sz="quarter" idx="14"/>
          </p:nvPr>
        </p:nvSpPr>
        <p:spPr>
          <a:xfrm>
            <a:off x="462875" y="1654629"/>
            <a:ext cx="8216900" cy="470545"/>
          </a:xfrm>
        </p:spPr>
        <p:txBody>
          <a:bodyPr/>
          <a:lstStyle/>
          <a:p>
            <a:pPr marL="96838" indent="0">
              <a:buNone/>
            </a:pPr>
            <a:r>
              <a:rPr lang="ja-JP" altLang="en-US" dirty="0"/>
              <a:t>現実には名前のない受講生はいません。でも、インスタンス作成後に名前の代入を忘れると名前のないインスタンスができてしまいます。</a:t>
            </a:r>
          </a:p>
        </p:txBody>
      </p:sp>
      <p:sp>
        <p:nvSpPr>
          <p:cNvPr id="11" name="Google Shape;172;p19">
            <a:extLst>
              <a:ext uri="{FF2B5EF4-FFF2-40B4-BE49-F238E27FC236}">
                <a16:creationId xmlns:a16="http://schemas.microsoft.com/office/drawing/2014/main" id="{7A5463E4-CB5A-403F-B299-0562856FC085}"/>
              </a:ext>
            </a:extLst>
          </p:cNvPr>
          <p:cNvSpPr/>
          <p:nvPr/>
        </p:nvSpPr>
        <p:spPr>
          <a:xfrm>
            <a:off x="462875" y="2069080"/>
            <a:ext cx="4109126" cy="1774414"/>
          </a:xfrm>
          <a:prstGeom prst="rect">
            <a:avLst/>
          </a:prstGeom>
          <a:solidFill>
            <a:schemeClr val="bg1"/>
          </a:solidFill>
          <a:ln w="12700" cap="flat" cmpd="sng">
            <a:no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r>
              <a:rPr lang="en-US" altLang="ja-JP" sz="1400" dirty="0">
                <a:solidFill>
                  <a:schemeClr val="dk1"/>
                </a:solidFill>
                <a:cs typeface="MS Gothic"/>
                <a:sym typeface="MS Gothic"/>
              </a:rPr>
              <a:t>public class </a:t>
            </a:r>
            <a:r>
              <a:rPr lang="en-US" altLang="ja-JP" sz="1400" dirty="0" err="1">
                <a:solidFill>
                  <a:schemeClr val="dk1"/>
                </a:solidFill>
                <a:cs typeface="MS Gothic"/>
                <a:sym typeface="MS Gothic"/>
              </a:rPr>
              <a:t>NoSetSample</a:t>
            </a:r>
            <a:r>
              <a:rPr lang="en-US" altLang="ja-JP" sz="1400" dirty="0">
                <a:solidFill>
                  <a:schemeClr val="dk1"/>
                </a:solidFill>
                <a:cs typeface="MS Gothic"/>
                <a:sym typeface="MS Gothic"/>
              </a:rPr>
              <a:t> {</a:t>
            </a:r>
          </a:p>
          <a:p>
            <a:pPr marL="0" marR="0" lvl="0" indent="0" algn="l" rtl="0">
              <a:spcBef>
                <a:spcPts val="0"/>
              </a:spcBef>
              <a:spcAft>
                <a:spcPts val="0"/>
              </a:spcAft>
              <a:buNone/>
            </a:pPr>
            <a:r>
              <a:rPr lang="en-US" altLang="ja-JP" sz="1400" dirty="0">
                <a:solidFill>
                  <a:schemeClr val="dk1"/>
                </a:solidFill>
                <a:cs typeface="MS Gothic"/>
                <a:sym typeface="MS Gothic"/>
              </a:rPr>
              <a:t>    public static void main(String[] </a:t>
            </a:r>
            <a:r>
              <a:rPr lang="en-US" altLang="ja-JP" sz="1400" dirty="0" err="1">
                <a:solidFill>
                  <a:schemeClr val="dk1"/>
                </a:solidFill>
                <a:cs typeface="MS Gothic"/>
                <a:sym typeface="MS Gothic"/>
              </a:rPr>
              <a:t>args</a:t>
            </a:r>
            <a:r>
              <a:rPr lang="en-US" altLang="ja-JP" sz="1400" dirty="0">
                <a:solidFill>
                  <a:schemeClr val="dk1"/>
                </a:solidFill>
                <a:cs typeface="MS Gothic"/>
                <a:sym typeface="MS Gothic"/>
              </a:rPr>
              <a:t>) {</a:t>
            </a:r>
          </a:p>
          <a:p>
            <a:pPr marL="0" marR="0" lvl="0" indent="0" algn="l" rtl="0">
              <a:spcBef>
                <a:spcPts val="0"/>
              </a:spcBef>
              <a:spcAft>
                <a:spcPts val="0"/>
              </a:spcAft>
              <a:buNone/>
            </a:pPr>
            <a:r>
              <a:rPr lang="en-US" altLang="ja-JP" sz="1400" dirty="0">
                <a:solidFill>
                  <a:schemeClr val="dk1"/>
                </a:solidFill>
                <a:cs typeface="MS Gothic"/>
                <a:sym typeface="MS Gothic"/>
              </a:rPr>
              <a:t>        // </a:t>
            </a:r>
            <a:r>
              <a:rPr lang="ja-JP" altLang="en-US" sz="1400" dirty="0">
                <a:solidFill>
                  <a:schemeClr val="dk1"/>
                </a:solidFill>
                <a:cs typeface="MS Gothic"/>
                <a:sym typeface="MS Gothic"/>
              </a:rPr>
              <a:t>インスタンス作成</a:t>
            </a:r>
          </a:p>
          <a:p>
            <a:pPr marL="0" marR="0" lvl="0" indent="0" algn="l" rtl="0">
              <a:spcBef>
                <a:spcPts val="0"/>
              </a:spcBef>
              <a:spcAft>
                <a:spcPts val="0"/>
              </a:spcAft>
              <a:buNone/>
            </a:pPr>
            <a:r>
              <a:rPr lang="en-US" altLang="ja-JP" sz="1400" dirty="0">
                <a:solidFill>
                  <a:schemeClr val="dk1"/>
                </a:solidFill>
                <a:cs typeface="MS Gothic"/>
                <a:sym typeface="MS Gothic"/>
              </a:rPr>
              <a:t>        Student</a:t>
            </a:r>
            <a:r>
              <a:rPr lang="ja-JP" altLang="en-US" sz="1400" dirty="0">
                <a:solidFill>
                  <a:schemeClr val="dk1"/>
                </a:solidFill>
                <a:cs typeface="MS Gothic"/>
                <a:sym typeface="MS Gothic"/>
              </a:rPr>
              <a:t> </a:t>
            </a:r>
            <a:r>
              <a:rPr lang="en-US" altLang="ja-JP" sz="1400" dirty="0">
                <a:solidFill>
                  <a:schemeClr val="dk1"/>
                </a:solidFill>
                <a:cs typeface="MS Gothic"/>
                <a:sym typeface="MS Gothic"/>
              </a:rPr>
              <a:t>student = new Student();</a:t>
            </a:r>
          </a:p>
          <a:p>
            <a:pPr marL="0" marR="0" lvl="0" indent="0" algn="l" rtl="0">
              <a:spcBef>
                <a:spcPts val="0"/>
              </a:spcBef>
              <a:spcAft>
                <a:spcPts val="0"/>
              </a:spcAft>
              <a:buNone/>
            </a:pPr>
            <a:r>
              <a:rPr lang="en-US" altLang="ja-JP" sz="1400" dirty="0">
                <a:solidFill>
                  <a:schemeClr val="dk1"/>
                </a:solidFill>
                <a:cs typeface="MS Gothic"/>
                <a:sym typeface="MS Gothic"/>
              </a:rPr>
              <a:t>        // </a:t>
            </a:r>
            <a:r>
              <a:rPr lang="ja-JP" altLang="en-US" sz="1400" dirty="0">
                <a:solidFill>
                  <a:schemeClr val="dk1"/>
                </a:solidFill>
                <a:cs typeface="MS Gothic"/>
                <a:sym typeface="MS Gothic"/>
              </a:rPr>
              <a:t>メソッド呼び出し</a:t>
            </a:r>
          </a:p>
          <a:p>
            <a:pPr marL="0" marR="0" lvl="0" indent="0" algn="l" rtl="0">
              <a:spcBef>
                <a:spcPts val="0"/>
              </a:spcBef>
              <a:spcAft>
                <a:spcPts val="0"/>
              </a:spcAft>
              <a:buNone/>
            </a:pPr>
            <a:r>
              <a:rPr lang="en-US" altLang="ja-JP" sz="1400" dirty="0">
                <a:solidFill>
                  <a:schemeClr val="dk1"/>
                </a:solidFill>
                <a:cs typeface="MS Gothic"/>
                <a:sym typeface="MS Gothic"/>
              </a:rPr>
              <a:t>        </a:t>
            </a:r>
            <a:r>
              <a:rPr lang="en-US" altLang="ja-JP" sz="1400" dirty="0" err="1">
                <a:solidFill>
                  <a:schemeClr val="dk1"/>
                </a:solidFill>
                <a:cs typeface="MS Gothic"/>
                <a:sym typeface="MS Gothic"/>
              </a:rPr>
              <a:t>student.introduce</a:t>
            </a:r>
            <a:r>
              <a:rPr lang="en-US" altLang="ja-JP" sz="1400" dirty="0">
                <a:solidFill>
                  <a:schemeClr val="dk1"/>
                </a:solidFill>
                <a:cs typeface="MS Gothic"/>
                <a:sym typeface="MS Gothic"/>
              </a:rPr>
              <a:t>();</a:t>
            </a:r>
          </a:p>
          <a:p>
            <a:pPr marL="0" marR="0" lvl="0" indent="0" algn="l" rtl="0">
              <a:spcBef>
                <a:spcPts val="0"/>
              </a:spcBef>
              <a:spcAft>
                <a:spcPts val="0"/>
              </a:spcAft>
              <a:buNone/>
            </a:pPr>
            <a:r>
              <a:rPr lang="en-US" altLang="ja-JP" sz="1400" dirty="0">
                <a:solidFill>
                  <a:schemeClr val="dk1"/>
                </a:solidFill>
                <a:cs typeface="MS Gothic"/>
                <a:sym typeface="MS Gothic"/>
              </a:rPr>
              <a:t>    }</a:t>
            </a:r>
          </a:p>
          <a:p>
            <a:pPr marL="0" marR="0" lvl="0" indent="0" algn="l" rtl="0">
              <a:spcBef>
                <a:spcPts val="0"/>
              </a:spcBef>
              <a:spcAft>
                <a:spcPts val="0"/>
              </a:spcAft>
              <a:buNone/>
            </a:pPr>
            <a:r>
              <a:rPr lang="en-US" altLang="ja-JP" sz="1400" dirty="0">
                <a:solidFill>
                  <a:schemeClr val="dk1"/>
                </a:solidFill>
                <a:cs typeface="MS Gothic"/>
                <a:sym typeface="MS Gothic"/>
              </a:rPr>
              <a:t>}</a:t>
            </a:r>
          </a:p>
          <a:p>
            <a:pPr marL="0" marR="0" lvl="0" indent="0" algn="l" rtl="0">
              <a:spcBef>
                <a:spcPts val="0"/>
              </a:spcBef>
              <a:spcAft>
                <a:spcPts val="0"/>
              </a:spcAft>
              <a:buNone/>
            </a:pPr>
            <a:endParaRPr lang="en-US" altLang="ja-JP" sz="1400" dirty="0">
              <a:solidFill>
                <a:schemeClr val="dk1"/>
              </a:solidFill>
              <a:cs typeface="MS Gothic"/>
              <a:sym typeface="MS Gothic"/>
            </a:endParaRPr>
          </a:p>
        </p:txBody>
      </p:sp>
      <p:sp>
        <p:nvSpPr>
          <p:cNvPr id="12" name="吹き出し: 角を丸めた四角形 11">
            <a:extLst>
              <a:ext uri="{FF2B5EF4-FFF2-40B4-BE49-F238E27FC236}">
                <a16:creationId xmlns:a16="http://schemas.microsoft.com/office/drawing/2014/main" id="{38E7FB32-BAEE-4DF6-A10C-8CBAEC55EE22}"/>
              </a:ext>
            </a:extLst>
          </p:cNvPr>
          <p:cNvSpPr/>
          <p:nvPr/>
        </p:nvSpPr>
        <p:spPr>
          <a:xfrm>
            <a:off x="5346058" y="2282663"/>
            <a:ext cx="3086100" cy="1560831"/>
          </a:xfrm>
          <a:prstGeom prst="wedgeRoundRectCallout">
            <a:avLst>
              <a:gd name="adj1" fmla="val -121354"/>
              <a:gd name="adj2" fmla="val 15882"/>
              <a:gd name="adj3" fmla="val 16667"/>
            </a:avLst>
          </a:prstGeom>
          <a:solidFill>
            <a:schemeClr val="bg1"/>
          </a:solid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1400" dirty="0">
                <a:solidFill>
                  <a:schemeClr val="tx1"/>
                </a:solidFill>
              </a:rPr>
              <a:t>私は</a:t>
            </a:r>
            <a:r>
              <a:rPr kumimoji="1" lang="en-US" altLang="ja-JP" sz="1400" dirty="0">
                <a:solidFill>
                  <a:schemeClr val="tx1"/>
                </a:solidFill>
              </a:rPr>
              <a:t>null</a:t>
            </a:r>
            <a:r>
              <a:rPr kumimoji="1" lang="ja-JP" altLang="en-US" sz="1400" dirty="0">
                <a:solidFill>
                  <a:schemeClr val="tx1"/>
                </a:solidFill>
              </a:rPr>
              <a:t>と申します</a:t>
            </a:r>
          </a:p>
          <a:p>
            <a:r>
              <a:rPr kumimoji="1" lang="en-US" altLang="ja-JP" sz="1400" dirty="0">
                <a:solidFill>
                  <a:schemeClr val="tx1"/>
                </a:solidFill>
              </a:rPr>
              <a:t>0</a:t>
            </a:r>
            <a:r>
              <a:rPr kumimoji="1" lang="ja-JP" altLang="en-US" sz="1400" dirty="0">
                <a:solidFill>
                  <a:schemeClr val="tx1"/>
                </a:solidFill>
              </a:rPr>
              <a:t>歳です</a:t>
            </a:r>
            <a:endParaRPr kumimoji="1" lang="en-US" altLang="ja-JP" sz="1400" dirty="0">
              <a:solidFill>
                <a:schemeClr val="tx1"/>
              </a:solidFill>
            </a:endParaRPr>
          </a:p>
          <a:p>
            <a:endParaRPr kumimoji="1" lang="en-US" altLang="ja-JP" sz="1400" dirty="0">
              <a:solidFill>
                <a:schemeClr val="tx1"/>
              </a:solidFill>
            </a:endParaRPr>
          </a:p>
          <a:p>
            <a:r>
              <a:rPr kumimoji="1" lang="ja-JP" altLang="en-US" sz="1400" dirty="0">
                <a:solidFill>
                  <a:schemeClr val="tx1"/>
                </a:solidFill>
              </a:rPr>
              <a:t>と表示されます</a:t>
            </a:r>
          </a:p>
        </p:txBody>
      </p:sp>
      <p:sp>
        <p:nvSpPr>
          <p:cNvPr id="13" name="テキスト プレースホルダー 7">
            <a:extLst>
              <a:ext uri="{FF2B5EF4-FFF2-40B4-BE49-F238E27FC236}">
                <a16:creationId xmlns:a16="http://schemas.microsoft.com/office/drawing/2014/main" id="{BC010719-A588-4929-8E4F-89E0646781E7}"/>
              </a:ext>
            </a:extLst>
          </p:cNvPr>
          <p:cNvSpPr txBox="1">
            <a:spLocks/>
          </p:cNvSpPr>
          <p:nvPr/>
        </p:nvSpPr>
        <p:spPr>
          <a:xfrm>
            <a:off x="462875" y="3813465"/>
            <a:ext cx="8216900" cy="931183"/>
          </a:xfrm>
          <a:prstGeom prst="rect">
            <a:avLst/>
          </a:prstGeom>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ja-JP" altLang="en-US" dirty="0"/>
              <a:t>「インスタンス作成直後に必ず動く処理」というものがあれば名前の代入漏れを防ぐことができますよね。このような</a:t>
            </a:r>
            <a:r>
              <a:rPr lang="ja-JP" altLang="en-US" b="1" dirty="0">
                <a:solidFill>
                  <a:srgbClr val="C00000"/>
                </a:solidFill>
              </a:rPr>
              <a:t>インスタンス作成直後に必ず動く処理</a:t>
            </a:r>
            <a:r>
              <a:rPr lang="ja-JP" altLang="en-US" dirty="0"/>
              <a:t>のことを</a:t>
            </a:r>
            <a:r>
              <a:rPr lang="ja-JP" altLang="en-US" b="1" dirty="0">
                <a:solidFill>
                  <a:srgbClr val="C00000"/>
                </a:solidFill>
              </a:rPr>
              <a:t>コンストラクタ</a:t>
            </a:r>
            <a:r>
              <a:rPr lang="ja-JP" altLang="en-US" dirty="0"/>
              <a:t>と言います。</a:t>
            </a:r>
          </a:p>
          <a:p>
            <a:pPr marL="96838" indent="0">
              <a:buFont typeface="Arial" panose="020B0604020202020204" pitchFamily="34" charset="0"/>
              <a:buNone/>
            </a:pPr>
            <a:r>
              <a:rPr lang="ja-JP" altLang="en-US" dirty="0"/>
              <a:t>コンストラクタはフィールドやメソッドと同じ、「クラスを構成する要素」です。そのため、</a:t>
            </a:r>
            <a:r>
              <a:rPr lang="ja-JP" altLang="en-US" b="1" dirty="0">
                <a:solidFill>
                  <a:srgbClr val="C00000"/>
                </a:solidFill>
              </a:rPr>
              <a:t>メソッドの中に書くのではなく、クラスに直接書きます。</a:t>
            </a:r>
          </a:p>
        </p:txBody>
      </p:sp>
    </p:spTree>
    <p:extLst>
      <p:ext uri="{BB962C8B-B14F-4D97-AF65-F5344CB8AC3E}">
        <p14:creationId xmlns:p14="http://schemas.microsoft.com/office/powerpoint/2010/main" val="139618676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DE764CD8-0B12-484E-890C-8A5A26296D13}"/>
              </a:ext>
            </a:extLst>
          </p:cNvPr>
          <p:cNvSpPr>
            <a:spLocks noGrp="1"/>
          </p:cNvSpPr>
          <p:nvPr>
            <p:ph type="ftr" sz="quarter" idx="11"/>
          </p:nvPr>
        </p:nvSpPr>
        <p:spPr/>
        <p:txBody>
          <a:bodyPr/>
          <a:lstStyle/>
          <a:p>
            <a:r>
              <a:rPr kumimoji="1" lang="en-US" altLang="ja-JP"/>
              <a:t>copyright ©ITCollege All Rights Reserved</a:t>
            </a:r>
            <a:endParaRPr kumimoji="1" lang="ja-JP" altLang="en-US" dirty="0">
              <a:latin typeface="+mn-ea"/>
            </a:endParaRPr>
          </a:p>
        </p:txBody>
      </p:sp>
      <p:sp>
        <p:nvSpPr>
          <p:cNvPr id="7" name="タイトル 6">
            <a:extLst>
              <a:ext uri="{FF2B5EF4-FFF2-40B4-BE49-F238E27FC236}">
                <a16:creationId xmlns:a16="http://schemas.microsoft.com/office/drawing/2014/main" id="{9630AD22-E64D-4A96-B059-2AF9F6580C25}"/>
              </a:ext>
            </a:extLst>
          </p:cNvPr>
          <p:cNvSpPr>
            <a:spLocks noGrp="1"/>
          </p:cNvSpPr>
          <p:nvPr>
            <p:ph type="ctrTitle"/>
          </p:nvPr>
        </p:nvSpPr>
        <p:spPr/>
        <p:txBody>
          <a:bodyPr/>
          <a:lstStyle/>
          <a:p>
            <a:r>
              <a:rPr lang="ja-JP" altLang="en-US" dirty="0"/>
              <a:t>コンストラクタ</a:t>
            </a:r>
          </a:p>
        </p:txBody>
      </p:sp>
      <p:sp>
        <p:nvSpPr>
          <p:cNvPr id="5" name="スライド番号プレースホルダー 4">
            <a:extLst>
              <a:ext uri="{FF2B5EF4-FFF2-40B4-BE49-F238E27FC236}">
                <a16:creationId xmlns:a16="http://schemas.microsoft.com/office/drawing/2014/main" id="{433B62C4-B6B9-4622-B802-69C25D6F2A49}"/>
              </a:ext>
            </a:extLst>
          </p:cNvPr>
          <p:cNvSpPr>
            <a:spLocks noGrp="1"/>
          </p:cNvSpPr>
          <p:nvPr>
            <p:ph type="sldNum" sz="quarter" idx="4"/>
          </p:nvPr>
        </p:nvSpPr>
        <p:spPr/>
        <p:txBody>
          <a:bodyPr/>
          <a:lstStyle/>
          <a:p>
            <a:fld id="{00000000-1234-1234-1234-123412341234}" type="slidenum">
              <a:rPr lang="en" smtClean="0"/>
              <a:pPr/>
              <a:t>23</a:t>
            </a:fld>
            <a:endParaRPr lang="en" dirty="0">
              <a:latin typeface="+mn-ea"/>
            </a:endParaRPr>
          </a:p>
        </p:txBody>
      </p:sp>
      <p:sp>
        <p:nvSpPr>
          <p:cNvPr id="8" name="テキスト プレースホルダー 7">
            <a:extLst>
              <a:ext uri="{FF2B5EF4-FFF2-40B4-BE49-F238E27FC236}">
                <a16:creationId xmlns:a16="http://schemas.microsoft.com/office/drawing/2014/main" id="{787CF02A-01AB-4517-BA3E-25572FA82648}"/>
              </a:ext>
            </a:extLst>
          </p:cNvPr>
          <p:cNvSpPr>
            <a:spLocks noGrp="1"/>
          </p:cNvSpPr>
          <p:nvPr>
            <p:ph type="body" sz="quarter" idx="14"/>
          </p:nvPr>
        </p:nvSpPr>
        <p:spPr>
          <a:xfrm>
            <a:off x="462875" y="859491"/>
            <a:ext cx="8216900" cy="303305"/>
          </a:xfrm>
        </p:spPr>
        <p:txBody>
          <a:bodyPr/>
          <a:lstStyle/>
          <a:p>
            <a:pPr marL="96838" indent="0">
              <a:buNone/>
            </a:pPr>
            <a:r>
              <a:rPr lang="ja-JP" altLang="en-US" dirty="0"/>
              <a:t>コンストラクタはメソッドと書き方が似ていますので比較して覚えましょう。</a:t>
            </a:r>
          </a:p>
        </p:txBody>
      </p:sp>
      <p:sp>
        <p:nvSpPr>
          <p:cNvPr id="10" name="Google Shape;172;p19">
            <a:extLst>
              <a:ext uri="{FF2B5EF4-FFF2-40B4-BE49-F238E27FC236}">
                <a16:creationId xmlns:a16="http://schemas.microsoft.com/office/drawing/2014/main" id="{03E5262E-27F9-4F15-AA97-48369C097390}"/>
              </a:ext>
            </a:extLst>
          </p:cNvPr>
          <p:cNvSpPr/>
          <p:nvPr/>
        </p:nvSpPr>
        <p:spPr>
          <a:xfrm>
            <a:off x="759542" y="1162796"/>
            <a:ext cx="7990860" cy="3562670"/>
          </a:xfrm>
          <a:prstGeom prst="rect">
            <a:avLst/>
          </a:prstGeom>
          <a:solidFill>
            <a:schemeClr val="bg1"/>
          </a:solidFill>
          <a:ln w="12700" cap="flat" cmpd="sng">
            <a:no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r>
              <a:rPr lang="ja-JP" sz="1400" dirty="0">
                <a:solidFill>
                  <a:schemeClr val="dk1"/>
                </a:solidFill>
                <a:cs typeface="MS Gothic"/>
                <a:sym typeface="MS Gothic"/>
              </a:rPr>
              <a:t>public class </a:t>
            </a:r>
            <a:r>
              <a:rPr lang="en-US" altLang="ja-JP" sz="1400" dirty="0">
                <a:solidFill>
                  <a:schemeClr val="dk1"/>
                </a:solidFill>
                <a:cs typeface="MS Gothic"/>
                <a:sym typeface="MS Gothic"/>
              </a:rPr>
              <a:t>Student</a:t>
            </a:r>
            <a:r>
              <a:rPr lang="ja-JP" sz="1400" dirty="0">
                <a:solidFill>
                  <a:schemeClr val="dk1"/>
                </a:solidFill>
                <a:cs typeface="MS Gothic"/>
                <a:sym typeface="MS Gothic"/>
              </a:rPr>
              <a:t> {</a:t>
            </a:r>
            <a:endParaRPr lang="en-US" altLang="ja-JP" sz="1400" dirty="0">
              <a:solidFill>
                <a:schemeClr val="dk1"/>
              </a:solidFill>
              <a:cs typeface="MS Gothic"/>
              <a:sym typeface="MS Gothic"/>
            </a:endParaRPr>
          </a:p>
          <a:p>
            <a:r>
              <a:rPr lang="ja-JP" altLang="en-US" sz="1400" dirty="0">
                <a:solidFill>
                  <a:schemeClr val="dk1"/>
                </a:solidFill>
                <a:cs typeface="MS Gothic"/>
                <a:sym typeface="MS Gothic"/>
              </a:rPr>
              <a:t>    </a:t>
            </a:r>
            <a:r>
              <a:rPr lang="en-US" altLang="ja-JP" sz="1400" dirty="0">
                <a:solidFill>
                  <a:schemeClr val="dk1"/>
                </a:solidFill>
                <a:cs typeface="MS Gothic"/>
                <a:sym typeface="MS Gothic"/>
              </a:rPr>
              <a:t>String</a:t>
            </a:r>
            <a:r>
              <a:rPr lang="ja-JP" altLang="en-US" sz="1400" dirty="0">
                <a:solidFill>
                  <a:schemeClr val="dk1"/>
                </a:solidFill>
                <a:cs typeface="MS Gothic"/>
                <a:sym typeface="MS Gothic"/>
              </a:rPr>
              <a:t> </a:t>
            </a:r>
            <a:r>
              <a:rPr lang="en-US" altLang="ja-JP" sz="1400" dirty="0">
                <a:solidFill>
                  <a:schemeClr val="dk1"/>
                </a:solidFill>
                <a:cs typeface="MS Gothic"/>
                <a:sym typeface="MS Gothic"/>
              </a:rPr>
              <a:t>name;</a:t>
            </a:r>
            <a:r>
              <a:rPr lang="ja-JP" altLang="en-US" sz="1400" dirty="0">
                <a:solidFill>
                  <a:schemeClr val="dk1"/>
                </a:solidFill>
                <a:cs typeface="MS Gothic"/>
                <a:sym typeface="MS Gothic"/>
              </a:rPr>
              <a:t>   </a:t>
            </a:r>
            <a:r>
              <a:rPr lang="en-US" altLang="ja-JP" sz="1400" dirty="0">
                <a:solidFill>
                  <a:schemeClr val="dk1"/>
                </a:solidFill>
                <a:cs typeface="MS Gothic"/>
                <a:sym typeface="MS Gothic"/>
              </a:rPr>
              <a:t>//</a:t>
            </a:r>
            <a:r>
              <a:rPr lang="ja-JP" altLang="en-US" sz="1400" dirty="0">
                <a:solidFill>
                  <a:schemeClr val="dk1"/>
                </a:solidFill>
                <a:cs typeface="MS Gothic"/>
                <a:sym typeface="MS Gothic"/>
              </a:rPr>
              <a:t> 氏名</a:t>
            </a:r>
            <a:endParaRPr lang="en-US" altLang="ja-JP" sz="1400" dirty="0">
              <a:solidFill>
                <a:schemeClr val="dk1"/>
              </a:solidFill>
              <a:cs typeface="MS Gothic"/>
              <a:sym typeface="MS Gothic"/>
            </a:endParaRPr>
          </a:p>
          <a:p>
            <a:r>
              <a:rPr lang="ja-JP" altLang="en-US" sz="1400" dirty="0">
                <a:solidFill>
                  <a:schemeClr val="dk1"/>
                </a:solidFill>
                <a:cs typeface="MS Gothic"/>
                <a:sym typeface="MS Gothic"/>
              </a:rPr>
              <a:t>    </a:t>
            </a:r>
            <a:r>
              <a:rPr lang="en-US" altLang="ja-JP" sz="1400" dirty="0">
                <a:solidFill>
                  <a:schemeClr val="dk1"/>
                </a:solidFill>
                <a:cs typeface="MS Gothic"/>
                <a:sym typeface="MS Gothic"/>
              </a:rPr>
              <a:t>int</a:t>
            </a:r>
            <a:r>
              <a:rPr lang="ja-JP" altLang="en-US" sz="1400" dirty="0">
                <a:solidFill>
                  <a:schemeClr val="dk1"/>
                </a:solidFill>
                <a:cs typeface="MS Gothic"/>
                <a:sym typeface="MS Gothic"/>
              </a:rPr>
              <a:t> </a:t>
            </a:r>
            <a:r>
              <a:rPr lang="en-US" altLang="ja-JP" sz="1400" dirty="0">
                <a:solidFill>
                  <a:schemeClr val="dk1"/>
                </a:solidFill>
                <a:cs typeface="MS Gothic"/>
                <a:sym typeface="MS Gothic"/>
              </a:rPr>
              <a:t>age;</a:t>
            </a:r>
            <a:r>
              <a:rPr lang="ja-JP" altLang="en-US" sz="1400" dirty="0">
                <a:solidFill>
                  <a:schemeClr val="dk1"/>
                </a:solidFill>
                <a:cs typeface="MS Gothic"/>
                <a:sym typeface="MS Gothic"/>
              </a:rPr>
              <a:t>       </a:t>
            </a:r>
            <a:r>
              <a:rPr lang="en-US" altLang="ja-JP" sz="1400" dirty="0">
                <a:solidFill>
                  <a:schemeClr val="dk1"/>
                </a:solidFill>
                <a:cs typeface="MS Gothic"/>
                <a:sym typeface="MS Gothic"/>
              </a:rPr>
              <a:t>//</a:t>
            </a:r>
            <a:r>
              <a:rPr lang="ja-JP" altLang="en-US" sz="1400" dirty="0">
                <a:solidFill>
                  <a:schemeClr val="dk1"/>
                </a:solidFill>
                <a:cs typeface="MS Gothic"/>
                <a:sym typeface="MS Gothic"/>
              </a:rPr>
              <a:t> 年齢</a:t>
            </a:r>
            <a:endParaRPr lang="en-US" altLang="ja-JP" sz="1400" dirty="0">
              <a:solidFill>
                <a:schemeClr val="dk1"/>
              </a:solidFill>
              <a:cs typeface="MS Gothic"/>
              <a:sym typeface="MS Gothic"/>
            </a:endParaRPr>
          </a:p>
          <a:p>
            <a:r>
              <a:rPr lang="en-US" altLang="ja-JP" sz="1400" dirty="0">
                <a:solidFill>
                  <a:schemeClr val="dk1"/>
                </a:solidFill>
                <a:cs typeface="MS Gothic"/>
                <a:sym typeface="MS Gothic"/>
              </a:rPr>
              <a:t>    // </a:t>
            </a:r>
            <a:r>
              <a:rPr lang="ja-JP" altLang="en-US" sz="1400" dirty="0">
                <a:solidFill>
                  <a:schemeClr val="dk1"/>
                </a:solidFill>
                <a:cs typeface="MS Gothic"/>
                <a:sym typeface="MS Gothic"/>
              </a:rPr>
              <a:t>自己紹介するメソッド</a:t>
            </a:r>
            <a:endParaRPr lang="en-US" altLang="ja-JP" sz="1400" dirty="0">
              <a:solidFill>
                <a:schemeClr val="dk1"/>
              </a:solidFill>
              <a:cs typeface="MS Gothic"/>
              <a:sym typeface="MS Gothic"/>
            </a:endParaRPr>
          </a:p>
          <a:p>
            <a:r>
              <a:rPr lang="en-US" altLang="ja-JP" sz="1400" dirty="0">
                <a:solidFill>
                  <a:schemeClr val="dk1"/>
                </a:solidFill>
                <a:cs typeface="MS Gothic"/>
                <a:sym typeface="MS Gothic"/>
              </a:rPr>
              <a:t>         </a:t>
            </a:r>
            <a:r>
              <a:rPr lang="ja-JP" altLang="en-US" sz="1400" dirty="0">
                <a:solidFill>
                  <a:schemeClr val="dk1"/>
                </a:solidFill>
                <a:cs typeface="MS Gothic"/>
                <a:sym typeface="MS Gothic"/>
              </a:rPr>
              <a:t>～スペースの都合で省略～</a:t>
            </a:r>
            <a:endParaRPr lang="en-US" altLang="ja-JP" sz="1400" dirty="0">
              <a:solidFill>
                <a:schemeClr val="dk1"/>
              </a:solidFill>
              <a:cs typeface="MS Gothic"/>
              <a:sym typeface="MS Gothic"/>
            </a:endParaRPr>
          </a:p>
          <a:p>
            <a:r>
              <a:rPr lang="en-US" altLang="ja-JP" sz="1400" dirty="0">
                <a:solidFill>
                  <a:schemeClr val="dk1"/>
                </a:solidFill>
                <a:cs typeface="MS Gothic"/>
                <a:sym typeface="MS Gothic"/>
              </a:rPr>
              <a:t>    // </a:t>
            </a:r>
            <a:r>
              <a:rPr lang="ja-JP" altLang="en-US" sz="1400" b="1" dirty="0">
                <a:solidFill>
                  <a:srgbClr val="C00000"/>
                </a:solidFill>
                <a:cs typeface="MS Gothic"/>
                <a:sym typeface="MS Gothic"/>
              </a:rPr>
              <a:t>メソッド</a:t>
            </a:r>
            <a:r>
              <a:rPr lang="ja-JP" altLang="en-US" sz="1400" dirty="0">
                <a:solidFill>
                  <a:schemeClr val="dk1"/>
                </a:solidFill>
                <a:cs typeface="MS Gothic"/>
                <a:sym typeface="MS Gothic"/>
              </a:rPr>
              <a:t>のサンプル</a:t>
            </a:r>
          </a:p>
          <a:p>
            <a:r>
              <a:rPr lang="ja-JP" altLang="en-US" sz="1400" dirty="0">
                <a:solidFill>
                  <a:schemeClr val="dk1"/>
                </a:solidFill>
                <a:cs typeface="MS Gothic"/>
                <a:sym typeface="MS Gothic"/>
              </a:rPr>
              <a:t>    </a:t>
            </a:r>
            <a:r>
              <a:rPr lang="en-US" altLang="ja-JP" sz="1400" b="1" dirty="0">
                <a:solidFill>
                  <a:srgbClr val="C00000"/>
                </a:solidFill>
                <a:cs typeface="MS Gothic"/>
                <a:sym typeface="MS Gothic"/>
              </a:rPr>
              <a:t>String</a:t>
            </a:r>
            <a:r>
              <a:rPr lang="ja-JP" altLang="en-US" sz="1400" dirty="0">
                <a:solidFill>
                  <a:schemeClr val="dk1"/>
                </a:solidFill>
                <a:cs typeface="MS Gothic"/>
                <a:sym typeface="MS Gothic"/>
              </a:rPr>
              <a:t> </a:t>
            </a:r>
            <a:r>
              <a:rPr lang="en-US" altLang="ja-JP" sz="1400" dirty="0">
                <a:solidFill>
                  <a:schemeClr val="dk1"/>
                </a:solidFill>
                <a:cs typeface="MS Gothic"/>
                <a:sym typeface="MS Gothic"/>
              </a:rPr>
              <a:t>greet(String someone)</a:t>
            </a:r>
            <a:r>
              <a:rPr lang="ja-JP" altLang="en-US" sz="1400" dirty="0">
                <a:solidFill>
                  <a:schemeClr val="dk1"/>
                </a:solidFill>
                <a:cs typeface="MS Gothic"/>
                <a:sym typeface="MS Gothic"/>
              </a:rPr>
              <a:t> </a:t>
            </a:r>
            <a:r>
              <a:rPr lang="en-US" altLang="ja-JP" sz="1400" dirty="0">
                <a:solidFill>
                  <a:schemeClr val="dk1"/>
                </a:solidFill>
                <a:cs typeface="MS Gothic"/>
                <a:sym typeface="MS Gothic"/>
              </a:rPr>
              <a:t>{</a:t>
            </a:r>
          </a:p>
          <a:p>
            <a:r>
              <a:rPr lang="en-US" altLang="ja-JP" sz="1400" b="1" dirty="0">
                <a:solidFill>
                  <a:srgbClr val="C00000"/>
                </a:solidFill>
                <a:cs typeface="MS Gothic"/>
                <a:sym typeface="MS Gothic"/>
              </a:rPr>
              <a:t>        return</a:t>
            </a:r>
            <a:r>
              <a:rPr lang="en-US" altLang="ja-JP" sz="1400" dirty="0">
                <a:solidFill>
                  <a:schemeClr val="dk1"/>
                </a:solidFill>
                <a:cs typeface="MS Gothic"/>
                <a:sym typeface="MS Gothic"/>
              </a:rPr>
              <a:t> "</a:t>
            </a:r>
            <a:r>
              <a:rPr lang="ja-JP" altLang="en-US" sz="1400" dirty="0">
                <a:solidFill>
                  <a:schemeClr val="dk1"/>
                </a:solidFill>
                <a:cs typeface="MS Gothic"/>
                <a:sym typeface="MS Gothic"/>
              </a:rPr>
              <a:t>こんにちは</a:t>
            </a:r>
            <a:r>
              <a:rPr lang="en-US" altLang="ja-JP" sz="1400" dirty="0">
                <a:solidFill>
                  <a:schemeClr val="dk1"/>
                </a:solidFill>
                <a:cs typeface="MS Gothic"/>
                <a:sym typeface="MS Gothic"/>
              </a:rPr>
              <a:t>" + someone+ "</a:t>
            </a:r>
            <a:r>
              <a:rPr lang="ja-JP" altLang="en-US" sz="1400" dirty="0">
                <a:solidFill>
                  <a:schemeClr val="dk1"/>
                </a:solidFill>
                <a:cs typeface="MS Gothic"/>
                <a:sym typeface="MS Gothic"/>
              </a:rPr>
              <a:t>さん</a:t>
            </a:r>
            <a:r>
              <a:rPr lang="en-US" altLang="ja-JP" sz="1400" dirty="0">
                <a:solidFill>
                  <a:schemeClr val="dk1"/>
                </a:solidFill>
                <a:cs typeface="MS Gothic"/>
                <a:sym typeface="MS Gothic"/>
              </a:rPr>
              <a:t>";</a:t>
            </a:r>
            <a:endParaRPr lang="ja-JP" altLang="en-US" sz="1400" dirty="0">
              <a:solidFill>
                <a:schemeClr val="dk1"/>
              </a:solidFill>
              <a:cs typeface="MS Gothic"/>
              <a:sym typeface="MS Gothic"/>
            </a:endParaRPr>
          </a:p>
          <a:p>
            <a:r>
              <a:rPr lang="en-US" altLang="ja-JP" sz="1400" dirty="0">
                <a:solidFill>
                  <a:schemeClr val="dk1"/>
                </a:solidFill>
                <a:cs typeface="MS Gothic"/>
                <a:sym typeface="MS Gothic"/>
              </a:rPr>
              <a:t>    }</a:t>
            </a:r>
          </a:p>
          <a:p>
            <a:r>
              <a:rPr lang="en-US" altLang="ja-JP" sz="1400" dirty="0">
                <a:solidFill>
                  <a:schemeClr val="dk1"/>
                </a:solidFill>
                <a:cs typeface="MS Gothic"/>
                <a:sym typeface="MS Gothic"/>
              </a:rPr>
              <a:t>    // </a:t>
            </a:r>
            <a:r>
              <a:rPr lang="ja-JP" altLang="en-US" sz="1400" b="1" dirty="0">
                <a:solidFill>
                  <a:srgbClr val="C00000"/>
                </a:solidFill>
                <a:cs typeface="MS Gothic"/>
                <a:sym typeface="MS Gothic"/>
              </a:rPr>
              <a:t>コンストラクタ</a:t>
            </a:r>
            <a:r>
              <a:rPr lang="ja-JP" altLang="en-US" sz="1400" dirty="0">
                <a:solidFill>
                  <a:schemeClr val="dk1"/>
                </a:solidFill>
                <a:cs typeface="MS Gothic"/>
                <a:sym typeface="MS Gothic"/>
              </a:rPr>
              <a:t>のサンプル</a:t>
            </a:r>
          </a:p>
          <a:p>
            <a:r>
              <a:rPr lang="en-US" altLang="ja-JP" sz="1400" dirty="0">
                <a:solidFill>
                  <a:schemeClr val="dk1"/>
                </a:solidFill>
                <a:cs typeface="MS Gothic"/>
                <a:sym typeface="MS Gothic"/>
              </a:rPr>
              <a:t>    </a:t>
            </a:r>
            <a:r>
              <a:rPr lang="en-US" altLang="ja-JP" sz="1400" b="1" dirty="0">
                <a:solidFill>
                  <a:srgbClr val="C00000"/>
                </a:solidFill>
                <a:cs typeface="MS Gothic"/>
                <a:sym typeface="MS Gothic"/>
              </a:rPr>
              <a:t>Student</a:t>
            </a:r>
            <a:r>
              <a:rPr lang="en-US" altLang="ja-JP" sz="1400" dirty="0">
                <a:solidFill>
                  <a:schemeClr val="dk1"/>
                </a:solidFill>
                <a:cs typeface="MS Gothic"/>
                <a:sym typeface="MS Gothic"/>
              </a:rPr>
              <a:t>(String name)</a:t>
            </a:r>
            <a:r>
              <a:rPr lang="ja-JP" altLang="en-US" sz="1400" dirty="0">
                <a:solidFill>
                  <a:schemeClr val="dk1"/>
                </a:solidFill>
                <a:cs typeface="MS Gothic"/>
                <a:sym typeface="MS Gothic"/>
              </a:rPr>
              <a:t> </a:t>
            </a:r>
            <a:r>
              <a:rPr lang="en-US" altLang="ja-JP" sz="1400" dirty="0">
                <a:solidFill>
                  <a:schemeClr val="dk1"/>
                </a:solidFill>
                <a:cs typeface="MS Gothic"/>
                <a:sym typeface="MS Gothic"/>
              </a:rPr>
              <a:t>{</a:t>
            </a:r>
          </a:p>
          <a:p>
            <a:r>
              <a:rPr lang="en-US" altLang="ja-JP" sz="1400" dirty="0">
                <a:solidFill>
                  <a:schemeClr val="dk1"/>
                </a:solidFill>
                <a:cs typeface="MS Gothic"/>
                <a:sym typeface="MS Gothic"/>
              </a:rPr>
              <a:t>        this.name = name;</a:t>
            </a:r>
          </a:p>
          <a:p>
            <a:r>
              <a:rPr lang="en-US" altLang="ja-JP" sz="1400" dirty="0">
                <a:solidFill>
                  <a:schemeClr val="dk1"/>
                </a:solidFill>
                <a:cs typeface="MS Gothic"/>
                <a:sym typeface="MS Gothic"/>
              </a:rPr>
              <a:t>    }</a:t>
            </a:r>
          </a:p>
          <a:p>
            <a:r>
              <a:rPr lang="ja-JP" sz="1400" dirty="0">
                <a:solidFill>
                  <a:schemeClr val="dk1"/>
                </a:solidFill>
                <a:cs typeface="MS Gothic"/>
                <a:sym typeface="MS Gothic"/>
              </a:rPr>
              <a:t>}</a:t>
            </a:r>
            <a:endParaRPr sz="1400" dirty="0">
              <a:solidFill>
                <a:schemeClr val="dk1"/>
              </a:solidFill>
              <a:cs typeface="MS Gothic"/>
              <a:sym typeface="MS Gothic"/>
            </a:endParaRPr>
          </a:p>
        </p:txBody>
      </p:sp>
      <p:sp>
        <p:nvSpPr>
          <p:cNvPr id="11" name="吹き出し: 角を丸めた四角形 10">
            <a:extLst>
              <a:ext uri="{FF2B5EF4-FFF2-40B4-BE49-F238E27FC236}">
                <a16:creationId xmlns:a16="http://schemas.microsoft.com/office/drawing/2014/main" id="{FC40A8AC-33C4-454E-8696-8D3FF9E3FA6C}"/>
              </a:ext>
            </a:extLst>
          </p:cNvPr>
          <p:cNvSpPr/>
          <p:nvPr/>
        </p:nvSpPr>
        <p:spPr>
          <a:xfrm>
            <a:off x="3996503" y="1447465"/>
            <a:ext cx="3241964" cy="863244"/>
          </a:xfrm>
          <a:prstGeom prst="wedgeRoundRectCallout">
            <a:avLst>
              <a:gd name="adj1" fmla="val -120072"/>
              <a:gd name="adj2" fmla="val 84122"/>
              <a:gd name="adj3" fmla="val 16667"/>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1400" dirty="0">
                <a:solidFill>
                  <a:schemeClr val="tx1"/>
                </a:solidFill>
              </a:rPr>
              <a:t>メソッドは戻り値の型を書きますが</a:t>
            </a:r>
            <a:r>
              <a:rPr kumimoji="1" lang="ja-JP" altLang="en-US" sz="1400" b="1" dirty="0">
                <a:solidFill>
                  <a:srgbClr val="C00000"/>
                </a:solidFill>
              </a:rPr>
              <a:t>コンストラクタは書きません</a:t>
            </a:r>
          </a:p>
        </p:txBody>
      </p:sp>
      <p:sp>
        <p:nvSpPr>
          <p:cNvPr id="12" name="吹き出し: 角を丸めた四角形 11">
            <a:extLst>
              <a:ext uri="{FF2B5EF4-FFF2-40B4-BE49-F238E27FC236}">
                <a16:creationId xmlns:a16="http://schemas.microsoft.com/office/drawing/2014/main" id="{2CCB40AF-9BDE-49B3-BC4E-F051186B99C6}"/>
              </a:ext>
            </a:extLst>
          </p:cNvPr>
          <p:cNvSpPr/>
          <p:nvPr/>
        </p:nvSpPr>
        <p:spPr>
          <a:xfrm>
            <a:off x="1163782" y="4028476"/>
            <a:ext cx="1732884" cy="696990"/>
          </a:xfrm>
          <a:prstGeom prst="wedgeRoundRectCallout">
            <a:avLst>
              <a:gd name="adj1" fmla="val -38393"/>
              <a:gd name="adj2" fmla="val -115430"/>
              <a:gd name="adj3" fmla="val 16667"/>
            </a:avLst>
          </a:prstGeom>
          <a:solidFill>
            <a:schemeClr val="bg1"/>
          </a:solid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1400" dirty="0">
                <a:solidFill>
                  <a:schemeClr val="tx1"/>
                </a:solidFill>
              </a:rPr>
              <a:t>名前は</a:t>
            </a:r>
            <a:r>
              <a:rPr kumimoji="1" lang="ja-JP" altLang="en-US" sz="1400" b="1" dirty="0">
                <a:solidFill>
                  <a:srgbClr val="C00000"/>
                </a:solidFill>
              </a:rPr>
              <a:t>クラス名と同じにしないといけません</a:t>
            </a:r>
          </a:p>
        </p:txBody>
      </p:sp>
      <p:sp>
        <p:nvSpPr>
          <p:cNvPr id="13" name="吹き出し: 角を丸めた四角形 12">
            <a:extLst>
              <a:ext uri="{FF2B5EF4-FFF2-40B4-BE49-F238E27FC236}">
                <a16:creationId xmlns:a16="http://schemas.microsoft.com/office/drawing/2014/main" id="{F3BE647A-AD09-4129-A547-B0586566B0F7}"/>
              </a:ext>
            </a:extLst>
          </p:cNvPr>
          <p:cNvSpPr/>
          <p:nvPr/>
        </p:nvSpPr>
        <p:spPr>
          <a:xfrm>
            <a:off x="3174150" y="3859025"/>
            <a:ext cx="1966952" cy="696990"/>
          </a:xfrm>
          <a:prstGeom prst="wedgeRoundRectCallout">
            <a:avLst>
              <a:gd name="adj1" fmla="val -63116"/>
              <a:gd name="adj2" fmla="val -102586"/>
              <a:gd name="adj3" fmla="val 16667"/>
            </a:avLst>
          </a:prstGeom>
          <a:solidFill>
            <a:schemeClr val="bg1"/>
          </a:solid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1400" b="1" dirty="0">
                <a:solidFill>
                  <a:srgbClr val="C00000"/>
                </a:solidFill>
              </a:rPr>
              <a:t>引数はメソッド同様使うことができます</a:t>
            </a:r>
          </a:p>
        </p:txBody>
      </p:sp>
      <p:sp>
        <p:nvSpPr>
          <p:cNvPr id="14" name="吹き出し: 角を丸めた四角形 13">
            <a:extLst>
              <a:ext uri="{FF2B5EF4-FFF2-40B4-BE49-F238E27FC236}">
                <a16:creationId xmlns:a16="http://schemas.microsoft.com/office/drawing/2014/main" id="{F33247DC-DE67-4194-94CC-E8E850B5397E}"/>
              </a:ext>
            </a:extLst>
          </p:cNvPr>
          <p:cNvSpPr/>
          <p:nvPr/>
        </p:nvSpPr>
        <p:spPr>
          <a:xfrm>
            <a:off x="5524766" y="2379049"/>
            <a:ext cx="2583339" cy="863244"/>
          </a:xfrm>
          <a:prstGeom prst="wedgeRoundRectCallout">
            <a:avLst>
              <a:gd name="adj1" fmla="val -71143"/>
              <a:gd name="adj2" fmla="val 7116"/>
              <a:gd name="adj3" fmla="val 16667"/>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1400" dirty="0">
                <a:solidFill>
                  <a:schemeClr val="tx1"/>
                </a:solidFill>
              </a:rPr>
              <a:t>メソッドは</a:t>
            </a:r>
            <a:r>
              <a:rPr kumimoji="1" lang="en-US" altLang="ja-JP" sz="1400" dirty="0">
                <a:solidFill>
                  <a:schemeClr val="tx1"/>
                </a:solidFill>
              </a:rPr>
              <a:t>return</a:t>
            </a:r>
            <a:r>
              <a:rPr kumimoji="1" lang="ja-JP" altLang="en-US" sz="1400" dirty="0">
                <a:solidFill>
                  <a:schemeClr val="tx1"/>
                </a:solidFill>
              </a:rPr>
              <a:t>で戻り値を返せますが</a:t>
            </a:r>
            <a:r>
              <a:rPr kumimoji="1" lang="ja-JP" altLang="en-US" sz="1400" b="1" dirty="0">
                <a:solidFill>
                  <a:srgbClr val="C00000"/>
                </a:solidFill>
              </a:rPr>
              <a:t>コンストラクタは戻り値を返せません</a:t>
            </a:r>
            <a:r>
              <a:rPr kumimoji="1" lang="ja-JP" altLang="en-US" sz="1400" dirty="0">
                <a:solidFill>
                  <a:schemeClr val="tx1"/>
                </a:solidFill>
              </a:rPr>
              <a:t>。</a:t>
            </a:r>
          </a:p>
        </p:txBody>
      </p:sp>
      <p:sp>
        <p:nvSpPr>
          <p:cNvPr id="2" name="四角形: 角を丸くする 1">
            <a:extLst>
              <a:ext uri="{FF2B5EF4-FFF2-40B4-BE49-F238E27FC236}">
                <a16:creationId xmlns:a16="http://schemas.microsoft.com/office/drawing/2014/main" id="{0909C8BB-93CB-4D6B-975C-4FF4E2AA629E}"/>
              </a:ext>
            </a:extLst>
          </p:cNvPr>
          <p:cNvSpPr/>
          <p:nvPr/>
        </p:nvSpPr>
        <p:spPr>
          <a:xfrm>
            <a:off x="5448034" y="3519251"/>
            <a:ext cx="3086100" cy="1342825"/>
          </a:xfrm>
          <a:prstGeom prst="roundRect">
            <a:avLst/>
          </a:prstGeom>
          <a:solidFill>
            <a:schemeClr val="bg1"/>
          </a:solidFill>
          <a:ln w="28575">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400" dirty="0">
                <a:solidFill>
                  <a:schemeClr val="tx1"/>
                </a:solidFill>
              </a:rPr>
              <a:t>this.name</a:t>
            </a:r>
            <a:r>
              <a:rPr kumimoji="1" lang="ja-JP" altLang="en-US" sz="1400" dirty="0">
                <a:solidFill>
                  <a:schemeClr val="tx1"/>
                </a:solidFill>
              </a:rPr>
              <a:t>はフィールドの</a:t>
            </a:r>
            <a:r>
              <a:rPr kumimoji="1" lang="en-US" altLang="ja-JP" sz="1400" dirty="0">
                <a:solidFill>
                  <a:schemeClr val="tx1"/>
                </a:solidFill>
              </a:rPr>
              <a:t>name</a:t>
            </a:r>
          </a:p>
          <a:p>
            <a:r>
              <a:rPr kumimoji="1" lang="ja-JP" altLang="en-US" sz="1400" dirty="0">
                <a:solidFill>
                  <a:schemeClr val="tx1"/>
                </a:solidFill>
              </a:rPr>
              <a:t>何もつかない</a:t>
            </a:r>
            <a:r>
              <a:rPr kumimoji="1" lang="en-US" altLang="ja-JP" sz="1400" dirty="0">
                <a:solidFill>
                  <a:schemeClr val="tx1"/>
                </a:solidFill>
              </a:rPr>
              <a:t>name</a:t>
            </a:r>
            <a:r>
              <a:rPr kumimoji="1" lang="ja-JP" altLang="en-US" sz="1400" dirty="0">
                <a:solidFill>
                  <a:schemeClr val="tx1"/>
                </a:solidFill>
              </a:rPr>
              <a:t>は仮引数の</a:t>
            </a:r>
            <a:r>
              <a:rPr kumimoji="1" lang="en-US" altLang="ja-JP" sz="1400" dirty="0">
                <a:solidFill>
                  <a:schemeClr val="tx1"/>
                </a:solidFill>
              </a:rPr>
              <a:t>name</a:t>
            </a:r>
          </a:p>
          <a:p>
            <a:r>
              <a:rPr kumimoji="1" lang="ja-JP" altLang="en-US" sz="1400" dirty="0">
                <a:solidFill>
                  <a:schemeClr val="tx1"/>
                </a:solidFill>
              </a:rPr>
              <a:t>です。</a:t>
            </a:r>
            <a:endParaRPr kumimoji="1" lang="en-US" altLang="ja-JP" sz="1400" dirty="0">
              <a:solidFill>
                <a:schemeClr val="tx1"/>
              </a:solidFill>
            </a:endParaRPr>
          </a:p>
          <a:p>
            <a:r>
              <a:rPr kumimoji="1" lang="ja-JP" altLang="en-US" sz="1400" dirty="0">
                <a:solidFill>
                  <a:schemeClr val="tx1"/>
                </a:solidFill>
              </a:rPr>
              <a:t>インスタンス作成後、仮引数の名前をフィールドにセットします。</a:t>
            </a:r>
          </a:p>
        </p:txBody>
      </p:sp>
    </p:spTree>
    <p:extLst>
      <p:ext uri="{BB962C8B-B14F-4D97-AF65-F5344CB8AC3E}">
        <p14:creationId xmlns:p14="http://schemas.microsoft.com/office/powerpoint/2010/main" val="262324909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DE764CD8-0B12-484E-890C-8A5A26296D13}"/>
              </a:ext>
            </a:extLst>
          </p:cNvPr>
          <p:cNvSpPr>
            <a:spLocks noGrp="1"/>
          </p:cNvSpPr>
          <p:nvPr>
            <p:ph type="ftr" sz="quarter" idx="11"/>
          </p:nvPr>
        </p:nvSpPr>
        <p:spPr/>
        <p:txBody>
          <a:bodyPr/>
          <a:lstStyle/>
          <a:p>
            <a:r>
              <a:rPr kumimoji="1" lang="en-US" altLang="ja-JP"/>
              <a:t>copyright ©ITCollege All Rights Reserved</a:t>
            </a:r>
            <a:endParaRPr kumimoji="1" lang="ja-JP" altLang="en-US" dirty="0">
              <a:latin typeface="+mn-ea"/>
            </a:endParaRPr>
          </a:p>
        </p:txBody>
      </p:sp>
      <p:sp>
        <p:nvSpPr>
          <p:cNvPr id="7" name="タイトル 6">
            <a:extLst>
              <a:ext uri="{FF2B5EF4-FFF2-40B4-BE49-F238E27FC236}">
                <a16:creationId xmlns:a16="http://schemas.microsoft.com/office/drawing/2014/main" id="{9630AD22-E64D-4A96-B059-2AF9F6580C25}"/>
              </a:ext>
            </a:extLst>
          </p:cNvPr>
          <p:cNvSpPr>
            <a:spLocks noGrp="1"/>
          </p:cNvSpPr>
          <p:nvPr>
            <p:ph type="ctrTitle"/>
          </p:nvPr>
        </p:nvSpPr>
        <p:spPr/>
        <p:txBody>
          <a:bodyPr/>
          <a:lstStyle/>
          <a:p>
            <a:r>
              <a:rPr lang="ja-JP" altLang="en-US" dirty="0"/>
              <a:t>コンストラクタ</a:t>
            </a:r>
          </a:p>
        </p:txBody>
      </p:sp>
      <p:sp>
        <p:nvSpPr>
          <p:cNvPr id="5" name="スライド番号プレースホルダー 4">
            <a:extLst>
              <a:ext uri="{FF2B5EF4-FFF2-40B4-BE49-F238E27FC236}">
                <a16:creationId xmlns:a16="http://schemas.microsoft.com/office/drawing/2014/main" id="{433B62C4-B6B9-4622-B802-69C25D6F2A49}"/>
              </a:ext>
            </a:extLst>
          </p:cNvPr>
          <p:cNvSpPr>
            <a:spLocks noGrp="1"/>
          </p:cNvSpPr>
          <p:nvPr>
            <p:ph type="sldNum" sz="quarter" idx="4"/>
          </p:nvPr>
        </p:nvSpPr>
        <p:spPr/>
        <p:txBody>
          <a:bodyPr/>
          <a:lstStyle/>
          <a:p>
            <a:fld id="{00000000-1234-1234-1234-123412341234}" type="slidenum">
              <a:rPr lang="en" smtClean="0"/>
              <a:pPr/>
              <a:t>24</a:t>
            </a:fld>
            <a:endParaRPr lang="en" dirty="0">
              <a:latin typeface="+mn-ea"/>
            </a:endParaRPr>
          </a:p>
        </p:txBody>
      </p:sp>
      <p:sp>
        <p:nvSpPr>
          <p:cNvPr id="8" name="テキスト プレースホルダー 7">
            <a:extLst>
              <a:ext uri="{FF2B5EF4-FFF2-40B4-BE49-F238E27FC236}">
                <a16:creationId xmlns:a16="http://schemas.microsoft.com/office/drawing/2014/main" id="{787CF02A-01AB-4517-BA3E-25572FA82648}"/>
              </a:ext>
            </a:extLst>
          </p:cNvPr>
          <p:cNvSpPr>
            <a:spLocks noGrp="1"/>
          </p:cNvSpPr>
          <p:nvPr>
            <p:ph type="body" sz="quarter" idx="14"/>
          </p:nvPr>
        </p:nvSpPr>
        <p:spPr>
          <a:xfrm>
            <a:off x="462875" y="859491"/>
            <a:ext cx="8216900" cy="603090"/>
          </a:xfrm>
        </p:spPr>
        <p:txBody>
          <a:bodyPr/>
          <a:lstStyle/>
          <a:p>
            <a:pPr marL="96838" indent="0">
              <a:buNone/>
            </a:pPr>
            <a:r>
              <a:rPr lang="ja-JP" altLang="en-US" dirty="0"/>
              <a:t>前のページの</a:t>
            </a:r>
            <a:r>
              <a:rPr lang="en-US" altLang="ja-JP" dirty="0"/>
              <a:t>Student</a:t>
            </a:r>
            <a:r>
              <a:rPr lang="ja-JP" altLang="en-US" dirty="0"/>
              <a:t>クラスを使ってインスタンスを作ってみましょう。</a:t>
            </a:r>
          </a:p>
          <a:p>
            <a:pPr marL="96838" indent="0">
              <a:buNone/>
            </a:pPr>
            <a:r>
              <a:rPr lang="ja-JP" altLang="en-US" b="1" dirty="0">
                <a:solidFill>
                  <a:srgbClr val="C00000"/>
                </a:solidFill>
              </a:rPr>
              <a:t>コンストラクタに引数があるため、インスタンス作成時も引数を指定します</a:t>
            </a:r>
            <a:r>
              <a:rPr lang="ja-JP" altLang="en-US" dirty="0"/>
              <a:t>。</a:t>
            </a:r>
          </a:p>
        </p:txBody>
      </p:sp>
      <p:sp>
        <p:nvSpPr>
          <p:cNvPr id="6" name="Google Shape;172;p19">
            <a:extLst>
              <a:ext uri="{FF2B5EF4-FFF2-40B4-BE49-F238E27FC236}">
                <a16:creationId xmlns:a16="http://schemas.microsoft.com/office/drawing/2014/main" id="{8882E97D-2932-4311-B803-D9ECDF5728D1}"/>
              </a:ext>
            </a:extLst>
          </p:cNvPr>
          <p:cNvSpPr/>
          <p:nvPr/>
        </p:nvSpPr>
        <p:spPr>
          <a:xfrm>
            <a:off x="462874" y="1547508"/>
            <a:ext cx="4460817" cy="1998958"/>
          </a:xfrm>
          <a:prstGeom prst="rect">
            <a:avLst/>
          </a:prstGeom>
          <a:solidFill>
            <a:schemeClr val="bg1"/>
          </a:solidFill>
          <a:ln w="12700" cap="flat" cmpd="sng">
            <a:no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r>
              <a:rPr lang="en-US" altLang="ja-JP" sz="1400" dirty="0">
                <a:solidFill>
                  <a:schemeClr val="dk1"/>
                </a:solidFill>
                <a:cs typeface="MS Gothic"/>
                <a:sym typeface="MS Gothic"/>
              </a:rPr>
              <a:t>public class </a:t>
            </a:r>
            <a:r>
              <a:rPr lang="en-US" altLang="ja-JP" sz="1400" dirty="0" err="1">
                <a:solidFill>
                  <a:schemeClr val="dk1"/>
                </a:solidFill>
                <a:cs typeface="MS Gothic"/>
                <a:sym typeface="MS Gothic"/>
              </a:rPr>
              <a:t>NoSetSample</a:t>
            </a:r>
            <a:r>
              <a:rPr lang="en-US" altLang="ja-JP" sz="1400" dirty="0">
                <a:solidFill>
                  <a:schemeClr val="dk1"/>
                </a:solidFill>
                <a:cs typeface="MS Gothic"/>
                <a:sym typeface="MS Gothic"/>
              </a:rPr>
              <a:t> {</a:t>
            </a:r>
          </a:p>
          <a:p>
            <a:pPr marL="0" marR="0" lvl="0" indent="0" algn="l" rtl="0">
              <a:spcBef>
                <a:spcPts val="0"/>
              </a:spcBef>
              <a:spcAft>
                <a:spcPts val="0"/>
              </a:spcAft>
              <a:buNone/>
            </a:pPr>
            <a:r>
              <a:rPr lang="en-US" altLang="ja-JP" sz="1400" dirty="0">
                <a:solidFill>
                  <a:schemeClr val="dk1"/>
                </a:solidFill>
                <a:cs typeface="MS Gothic"/>
                <a:sym typeface="MS Gothic"/>
              </a:rPr>
              <a:t>    public static void main(String[] </a:t>
            </a:r>
            <a:r>
              <a:rPr lang="en-US" altLang="ja-JP" sz="1400" dirty="0" err="1">
                <a:solidFill>
                  <a:schemeClr val="dk1"/>
                </a:solidFill>
                <a:cs typeface="MS Gothic"/>
                <a:sym typeface="MS Gothic"/>
              </a:rPr>
              <a:t>args</a:t>
            </a:r>
            <a:r>
              <a:rPr lang="en-US" altLang="ja-JP" sz="1400" dirty="0">
                <a:solidFill>
                  <a:schemeClr val="dk1"/>
                </a:solidFill>
                <a:cs typeface="MS Gothic"/>
                <a:sym typeface="MS Gothic"/>
              </a:rPr>
              <a:t>) {</a:t>
            </a:r>
          </a:p>
          <a:p>
            <a:pPr marL="0" marR="0" lvl="0" indent="0" algn="l" rtl="0">
              <a:spcBef>
                <a:spcPts val="0"/>
              </a:spcBef>
              <a:spcAft>
                <a:spcPts val="0"/>
              </a:spcAft>
              <a:buNone/>
            </a:pPr>
            <a:r>
              <a:rPr lang="en-US" altLang="ja-JP" sz="1400" dirty="0">
                <a:solidFill>
                  <a:schemeClr val="dk1"/>
                </a:solidFill>
                <a:cs typeface="MS Gothic"/>
                <a:sym typeface="MS Gothic"/>
              </a:rPr>
              <a:t>        // </a:t>
            </a:r>
            <a:r>
              <a:rPr lang="ja-JP" altLang="en-US" sz="1400" dirty="0">
                <a:solidFill>
                  <a:schemeClr val="dk1"/>
                </a:solidFill>
                <a:cs typeface="MS Gothic"/>
                <a:sym typeface="MS Gothic"/>
              </a:rPr>
              <a:t>インスタンス作成</a:t>
            </a:r>
          </a:p>
          <a:p>
            <a:pPr marL="0" marR="0" lvl="0" indent="0" algn="l" rtl="0">
              <a:spcBef>
                <a:spcPts val="0"/>
              </a:spcBef>
              <a:spcAft>
                <a:spcPts val="0"/>
              </a:spcAft>
              <a:buNone/>
            </a:pPr>
            <a:r>
              <a:rPr lang="en-US" altLang="ja-JP" sz="1400" dirty="0">
                <a:solidFill>
                  <a:schemeClr val="dk1"/>
                </a:solidFill>
                <a:cs typeface="MS Gothic"/>
                <a:sym typeface="MS Gothic"/>
              </a:rPr>
              <a:t>        Student</a:t>
            </a:r>
            <a:r>
              <a:rPr lang="ja-JP" altLang="en-US" sz="1400" dirty="0">
                <a:solidFill>
                  <a:schemeClr val="dk1"/>
                </a:solidFill>
                <a:cs typeface="MS Gothic"/>
                <a:sym typeface="MS Gothic"/>
              </a:rPr>
              <a:t> </a:t>
            </a:r>
            <a:r>
              <a:rPr lang="en-US" altLang="ja-JP" sz="1400" dirty="0">
                <a:solidFill>
                  <a:schemeClr val="dk1"/>
                </a:solidFill>
                <a:cs typeface="MS Gothic"/>
                <a:sym typeface="MS Gothic"/>
              </a:rPr>
              <a:t>student = new Student(</a:t>
            </a:r>
            <a:r>
              <a:rPr lang="en-US" altLang="ja-JP" sz="1400" b="1" dirty="0">
                <a:solidFill>
                  <a:srgbClr val="C00000"/>
                </a:solidFill>
                <a:cs typeface="MS Gothic"/>
                <a:sym typeface="MS Gothic"/>
              </a:rPr>
              <a:t>"</a:t>
            </a:r>
            <a:r>
              <a:rPr lang="ja-JP" altLang="en-US" sz="1400" b="1" dirty="0">
                <a:solidFill>
                  <a:srgbClr val="C00000"/>
                </a:solidFill>
                <a:cs typeface="MS Gothic"/>
                <a:sym typeface="MS Gothic"/>
              </a:rPr>
              <a:t>山田</a:t>
            </a:r>
            <a:r>
              <a:rPr lang="en-US" altLang="ja-JP" sz="1400" b="1" dirty="0">
                <a:solidFill>
                  <a:srgbClr val="C00000"/>
                </a:solidFill>
                <a:cs typeface="MS Gothic"/>
                <a:sym typeface="MS Gothic"/>
              </a:rPr>
              <a:t>"</a:t>
            </a:r>
            <a:r>
              <a:rPr lang="en-US" altLang="ja-JP" sz="1400" dirty="0">
                <a:solidFill>
                  <a:schemeClr val="dk1"/>
                </a:solidFill>
                <a:cs typeface="MS Gothic"/>
                <a:sym typeface="MS Gothic"/>
              </a:rPr>
              <a:t>);</a:t>
            </a:r>
          </a:p>
          <a:p>
            <a:pPr marL="0" marR="0" lvl="0" indent="0" algn="l" rtl="0">
              <a:spcBef>
                <a:spcPts val="0"/>
              </a:spcBef>
              <a:spcAft>
                <a:spcPts val="0"/>
              </a:spcAft>
              <a:buNone/>
            </a:pPr>
            <a:endParaRPr lang="en-US" altLang="ja-JP" sz="1400" dirty="0">
              <a:solidFill>
                <a:schemeClr val="dk1"/>
              </a:solidFill>
              <a:cs typeface="MS Gothic"/>
              <a:sym typeface="MS Gothic"/>
            </a:endParaRPr>
          </a:p>
          <a:p>
            <a:pPr marL="0" marR="0" lvl="0" indent="0" algn="l" rtl="0">
              <a:spcBef>
                <a:spcPts val="0"/>
              </a:spcBef>
              <a:spcAft>
                <a:spcPts val="0"/>
              </a:spcAft>
              <a:buNone/>
            </a:pPr>
            <a:r>
              <a:rPr lang="en-US" altLang="ja-JP" sz="1400" dirty="0">
                <a:solidFill>
                  <a:schemeClr val="dk1"/>
                </a:solidFill>
                <a:cs typeface="MS Gothic"/>
                <a:sym typeface="MS Gothic"/>
              </a:rPr>
              <a:t>        // </a:t>
            </a:r>
            <a:r>
              <a:rPr lang="ja-JP" altLang="en-US" sz="1400" dirty="0">
                <a:solidFill>
                  <a:schemeClr val="dk1"/>
                </a:solidFill>
                <a:cs typeface="MS Gothic"/>
                <a:sym typeface="MS Gothic"/>
              </a:rPr>
              <a:t>メソッド呼び出し</a:t>
            </a:r>
          </a:p>
          <a:p>
            <a:pPr marL="0" marR="0" lvl="0" indent="0" algn="l" rtl="0">
              <a:spcBef>
                <a:spcPts val="0"/>
              </a:spcBef>
              <a:spcAft>
                <a:spcPts val="0"/>
              </a:spcAft>
              <a:buNone/>
            </a:pPr>
            <a:r>
              <a:rPr lang="en-US" altLang="ja-JP" sz="1400" dirty="0">
                <a:solidFill>
                  <a:schemeClr val="dk1"/>
                </a:solidFill>
                <a:cs typeface="MS Gothic"/>
                <a:sym typeface="MS Gothic"/>
              </a:rPr>
              <a:t>        </a:t>
            </a:r>
            <a:r>
              <a:rPr lang="en-US" altLang="ja-JP" sz="1400" dirty="0" err="1">
                <a:solidFill>
                  <a:schemeClr val="dk1"/>
                </a:solidFill>
                <a:cs typeface="MS Gothic"/>
                <a:sym typeface="MS Gothic"/>
              </a:rPr>
              <a:t>student.introduce</a:t>
            </a:r>
            <a:r>
              <a:rPr lang="en-US" altLang="ja-JP" sz="1400" dirty="0">
                <a:solidFill>
                  <a:schemeClr val="dk1"/>
                </a:solidFill>
                <a:cs typeface="MS Gothic"/>
                <a:sym typeface="MS Gothic"/>
              </a:rPr>
              <a:t>();</a:t>
            </a:r>
          </a:p>
          <a:p>
            <a:pPr marL="0" marR="0" lvl="0" indent="0" algn="l" rtl="0">
              <a:spcBef>
                <a:spcPts val="0"/>
              </a:spcBef>
              <a:spcAft>
                <a:spcPts val="0"/>
              </a:spcAft>
              <a:buNone/>
            </a:pPr>
            <a:r>
              <a:rPr lang="en-US" altLang="ja-JP" sz="1400" dirty="0">
                <a:solidFill>
                  <a:schemeClr val="dk1"/>
                </a:solidFill>
                <a:cs typeface="MS Gothic"/>
                <a:sym typeface="MS Gothic"/>
              </a:rPr>
              <a:t>    }</a:t>
            </a:r>
          </a:p>
          <a:p>
            <a:pPr marL="0" marR="0" lvl="0" indent="0" algn="l" rtl="0">
              <a:spcBef>
                <a:spcPts val="0"/>
              </a:spcBef>
              <a:spcAft>
                <a:spcPts val="0"/>
              </a:spcAft>
              <a:buNone/>
            </a:pPr>
            <a:r>
              <a:rPr lang="en-US" altLang="ja-JP" sz="1400" dirty="0">
                <a:solidFill>
                  <a:schemeClr val="dk1"/>
                </a:solidFill>
                <a:cs typeface="MS Gothic"/>
                <a:sym typeface="MS Gothic"/>
              </a:rPr>
              <a:t>}</a:t>
            </a:r>
          </a:p>
          <a:p>
            <a:pPr marL="0" marR="0" lvl="0" indent="0" algn="l" rtl="0">
              <a:spcBef>
                <a:spcPts val="0"/>
              </a:spcBef>
              <a:spcAft>
                <a:spcPts val="0"/>
              </a:spcAft>
              <a:buNone/>
            </a:pPr>
            <a:endParaRPr lang="en-US" altLang="ja-JP" sz="1400" dirty="0">
              <a:solidFill>
                <a:schemeClr val="dk1"/>
              </a:solidFill>
              <a:cs typeface="MS Gothic"/>
              <a:sym typeface="MS Gothic"/>
            </a:endParaRPr>
          </a:p>
        </p:txBody>
      </p:sp>
      <p:sp>
        <p:nvSpPr>
          <p:cNvPr id="9" name="吹き出し: 角を丸めた四角形 8">
            <a:extLst>
              <a:ext uri="{FF2B5EF4-FFF2-40B4-BE49-F238E27FC236}">
                <a16:creationId xmlns:a16="http://schemas.microsoft.com/office/drawing/2014/main" id="{39280047-894A-472B-87EE-4A2AF75A7E05}"/>
              </a:ext>
            </a:extLst>
          </p:cNvPr>
          <p:cNvSpPr/>
          <p:nvPr/>
        </p:nvSpPr>
        <p:spPr>
          <a:xfrm>
            <a:off x="5346058" y="1462581"/>
            <a:ext cx="3086100" cy="2083885"/>
          </a:xfrm>
          <a:prstGeom prst="wedgeRoundRectCallout">
            <a:avLst>
              <a:gd name="adj1" fmla="val -121787"/>
              <a:gd name="adj2" fmla="val 24862"/>
              <a:gd name="adj3" fmla="val 16667"/>
            </a:avLst>
          </a:prstGeom>
          <a:solidFill>
            <a:schemeClr val="bg1"/>
          </a:solid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1400" dirty="0">
                <a:solidFill>
                  <a:schemeClr val="tx1"/>
                </a:solidFill>
              </a:rPr>
              <a:t>私は山田と申します</a:t>
            </a:r>
          </a:p>
          <a:p>
            <a:r>
              <a:rPr kumimoji="1" lang="en-US" altLang="ja-JP" sz="1400" dirty="0">
                <a:solidFill>
                  <a:schemeClr val="tx1"/>
                </a:solidFill>
              </a:rPr>
              <a:t>0</a:t>
            </a:r>
            <a:r>
              <a:rPr kumimoji="1" lang="ja-JP" altLang="en-US" sz="1400" dirty="0">
                <a:solidFill>
                  <a:schemeClr val="tx1"/>
                </a:solidFill>
              </a:rPr>
              <a:t>歳です</a:t>
            </a:r>
            <a:endParaRPr kumimoji="1" lang="en-US" altLang="ja-JP" sz="1400" dirty="0">
              <a:solidFill>
                <a:schemeClr val="tx1"/>
              </a:solidFill>
            </a:endParaRPr>
          </a:p>
          <a:p>
            <a:endParaRPr kumimoji="1" lang="en-US" altLang="ja-JP" sz="1400" dirty="0">
              <a:solidFill>
                <a:schemeClr val="tx1"/>
              </a:solidFill>
            </a:endParaRPr>
          </a:p>
          <a:p>
            <a:r>
              <a:rPr kumimoji="1" lang="ja-JP" altLang="en-US" sz="1400" dirty="0">
                <a:solidFill>
                  <a:schemeClr val="tx1"/>
                </a:solidFill>
              </a:rPr>
              <a:t>と表示されます</a:t>
            </a:r>
          </a:p>
        </p:txBody>
      </p:sp>
      <p:sp>
        <p:nvSpPr>
          <p:cNvPr id="11" name="テキスト プレースホルダー 7">
            <a:extLst>
              <a:ext uri="{FF2B5EF4-FFF2-40B4-BE49-F238E27FC236}">
                <a16:creationId xmlns:a16="http://schemas.microsoft.com/office/drawing/2014/main" id="{1082D1E0-BB2A-4A84-9E29-1B4C3A76B239}"/>
              </a:ext>
            </a:extLst>
          </p:cNvPr>
          <p:cNvSpPr txBox="1">
            <a:spLocks/>
          </p:cNvSpPr>
          <p:nvPr/>
        </p:nvSpPr>
        <p:spPr>
          <a:xfrm>
            <a:off x="462875" y="3758875"/>
            <a:ext cx="8216900" cy="913241"/>
          </a:xfrm>
          <a:prstGeom prst="rect">
            <a:avLst/>
          </a:prstGeom>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ja-JP" altLang="en-US" dirty="0"/>
              <a:t>年齢は</a:t>
            </a:r>
            <a:r>
              <a:rPr lang="en-US" altLang="ja-JP" dirty="0"/>
              <a:t>0</a:t>
            </a:r>
            <a:r>
              <a:rPr lang="ja-JP" altLang="en-US" dirty="0"/>
              <a:t>歳のままですが、名前はインスタンス作成と同時に設定されていることがわかります。</a:t>
            </a:r>
            <a:endParaRPr lang="en-US" altLang="ja-JP" dirty="0"/>
          </a:p>
          <a:p>
            <a:pPr marL="96838" indent="0">
              <a:buFont typeface="Arial" panose="020B0604020202020204" pitchFamily="34" charset="0"/>
              <a:buNone/>
            </a:pPr>
            <a:r>
              <a:rPr lang="ja-JP" altLang="en-US" dirty="0"/>
              <a:t>このようにコンストラクタの中の処理は</a:t>
            </a:r>
            <a:r>
              <a:rPr lang="ja-JP" altLang="en-US" b="1" dirty="0">
                <a:solidFill>
                  <a:srgbClr val="C00000"/>
                </a:solidFill>
              </a:rPr>
              <a:t>フィールドを初期化することが多い</a:t>
            </a:r>
            <a:r>
              <a:rPr lang="ja-JP" altLang="en-US" dirty="0"/>
              <a:t>です。しかし、フィールドの初期化以外の処理をしてもかまいません。</a:t>
            </a:r>
          </a:p>
        </p:txBody>
      </p:sp>
    </p:spTree>
    <p:extLst>
      <p:ext uri="{BB962C8B-B14F-4D97-AF65-F5344CB8AC3E}">
        <p14:creationId xmlns:p14="http://schemas.microsoft.com/office/powerpoint/2010/main" val="117908290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DE764CD8-0B12-484E-890C-8A5A26296D13}"/>
              </a:ext>
            </a:extLst>
          </p:cNvPr>
          <p:cNvSpPr>
            <a:spLocks noGrp="1"/>
          </p:cNvSpPr>
          <p:nvPr>
            <p:ph type="ftr" sz="quarter" idx="11"/>
          </p:nvPr>
        </p:nvSpPr>
        <p:spPr/>
        <p:txBody>
          <a:bodyPr/>
          <a:lstStyle/>
          <a:p>
            <a:r>
              <a:rPr kumimoji="1" lang="en-US" altLang="ja-JP"/>
              <a:t>copyright ©ITCollege All Rights Reserved</a:t>
            </a:r>
            <a:endParaRPr kumimoji="1" lang="ja-JP" altLang="en-US" dirty="0">
              <a:latin typeface="+mn-ea"/>
            </a:endParaRPr>
          </a:p>
        </p:txBody>
      </p:sp>
      <p:sp>
        <p:nvSpPr>
          <p:cNvPr id="7" name="タイトル 6">
            <a:extLst>
              <a:ext uri="{FF2B5EF4-FFF2-40B4-BE49-F238E27FC236}">
                <a16:creationId xmlns:a16="http://schemas.microsoft.com/office/drawing/2014/main" id="{9630AD22-E64D-4A96-B059-2AF9F6580C25}"/>
              </a:ext>
            </a:extLst>
          </p:cNvPr>
          <p:cNvSpPr>
            <a:spLocks noGrp="1"/>
          </p:cNvSpPr>
          <p:nvPr>
            <p:ph type="ctrTitle"/>
          </p:nvPr>
        </p:nvSpPr>
        <p:spPr/>
        <p:txBody>
          <a:bodyPr/>
          <a:lstStyle/>
          <a:p>
            <a:r>
              <a:rPr lang="ja-JP" altLang="en-US" dirty="0"/>
              <a:t>コンストラクタ</a:t>
            </a:r>
          </a:p>
        </p:txBody>
      </p:sp>
      <p:sp>
        <p:nvSpPr>
          <p:cNvPr id="5" name="スライド番号プレースホルダー 4">
            <a:extLst>
              <a:ext uri="{FF2B5EF4-FFF2-40B4-BE49-F238E27FC236}">
                <a16:creationId xmlns:a16="http://schemas.microsoft.com/office/drawing/2014/main" id="{433B62C4-B6B9-4622-B802-69C25D6F2A49}"/>
              </a:ext>
            </a:extLst>
          </p:cNvPr>
          <p:cNvSpPr>
            <a:spLocks noGrp="1"/>
          </p:cNvSpPr>
          <p:nvPr>
            <p:ph type="sldNum" sz="quarter" idx="4"/>
          </p:nvPr>
        </p:nvSpPr>
        <p:spPr/>
        <p:txBody>
          <a:bodyPr/>
          <a:lstStyle/>
          <a:p>
            <a:fld id="{00000000-1234-1234-1234-123412341234}" type="slidenum">
              <a:rPr lang="en" smtClean="0"/>
              <a:pPr/>
              <a:t>25</a:t>
            </a:fld>
            <a:endParaRPr lang="en" dirty="0">
              <a:latin typeface="+mn-ea"/>
            </a:endParaRPr>
          </a:p>
        </p:txBody>
      </p:sp>
      <p:sp>
        <p:nvSpPr>
          <p:cNvPr id="8" name="テキスト プレースホルダー 7">
            <a:extLst>
              <a:ext uri="{FF2B5EF4-FFF2-40B4-BE49-F238E27FC236}">
                <a16:creationId xmlns:a16="http://schemas.microsoft.com/office/drawing/2014/main" id="{787CF02A-01AB-4517-BA3E-25572FA82648}"/>
              </a:ext>
            </a:extLst>
          </p:cNvPr>
          <p:cNvSpPr>
            <a:spLocks noGrp="1"/>
          </p:cNvSpPr>
          <p:nvPr>
            <p:ph type="body" sz="quarter" idx="14"/>
          </p:nvPr>
        </p:nvSpPr>
        <p:spPr>
          <a:xfrm>
            <a:off x="462875" y="859491"/>
            <a:ext cx="8216900" cy="303305"/>
          </a:xfrm>
        </p:spPr>
        <p:txBody>
          <a:bodyPr/>
          <a:lstStyle/>
          <a:p>
            <a:pPr marL="96838" indent="0">
              <a:buNone/>
            </a:pPr>
            <a:r>
              <a:rPr lang="ja-JP" altLang="en-US" dirty="0"/>
              <a:t>メソッドがオーバーロードできたのと同様、</a:t>
            </a:r>
            <a:r>
              <a:rPr lang="ja-JP" altLang="en-US" b="1" dirty="0">
                <a:solidFill>
                  <a:srgbClr val="C00000"/>
                </a:solidFill>
              </a:rPr>
              <a:t>コンストラクタもオーバーロードできます</a:t>
            </a:r>
            <a:r>
              <a:rPr lang="ja-JP" altLang="en-US" dirty="0"/>
              <a:t>。</a:t>
            </a:r>
          </a:p>
          <a:p>
            <a:pPr marL="96838" indent="0">
              <a:buNone/>
            </a:pPr>
            <a:r>
              <a:rPr lang="ja-JP" altLang="en-US" dirty="0"/>
              <a:t>年齢も初期設定するコンストラクタを追加してみましょう。</a:t>
            </a:r>
          </a:p>
        </p:txBody>
      </p:sp>
      <p:sp>
        <p:nvSpPr>
          <p:cNvPr id="10" name="Google Shape;172;p19">
            <a:extLst>
              <a:ext uri="{FF2B5EF4-FFF2-40B4-BE49-F238E27FC236}">
                <a16:creationId xmlns:a16="http://schemas.microsoft.com/office/drawing/2014/main" id="{03E5262E-27F9-4F15-AA97-48369C097390}"/>
              </a:ext>
            </a:extLst>
          </p:cNvPr>
          <p:cNvSpPr/>
          <p:nvPr/>
        </p:nvSpPr>
        <p:spPr>
          <a:xfrm>
            <a:off x="759542" y="1432346"/>
            <a:ext cx="7990860" cy="3293119"/>
          </a:xfrm>
          <a:prstGeom prst="rect">
            <a:avLst/>
          </a:prstGeom>
          <a:solidFill>
            <a:schemeClr val="bg1"/>
          </a:solidFill>
          <a:ln w="12700" cap="flat" cmpd="sng">
            <a:no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r>
              <a:rPr lang="ja-JP" sz="1400" dirty="0">
                <a:solidFill>
                  <a:schemeClr val="dk1"/>
                </a:solidFill>
                <a:cs typeface="MS Gothic"/>
                <a:sym typeface="MS Gothic"/>
              </a:rPr>
              <a:t>public class </a:t>
            </a:r>
            <a:r>
              <a:rPr lang="en-US" altLang="ja-JP" sz="1400" dirty="0">
                <a:solidFill>
                  <a:schemeClr val="dk1"/>
                </a:solidFill>
                <a:cs typeface="MS Gothic"/>
                <a:sym typeface="MS Gothic"/>
              </a:rPr>
              <a:t>Student</a:t>
            </a:r>
            <a:r>
              <a:rPr lang="ja-JP" sz="1400" dirty="0">
                <a:solidFill>
                  <a:schemeClr val="dk1"/>
                </a:solidFill>
                <a:cs typeface="MS Gothic"/>
                <a:sym typeface="MS Gothic"/>
              </a:rPr>
              <a:t> {</a:t>
            </a:r>
            <a:endParaRPr lang="en-US" altLang="ja-JP" sz="1400" dirty="0">
              <a:solidFill>
                <a:schemeClr val="dk1"/>
              </a:solidFill>
              <a:cs typeface="MS Gothic"/>
              <a:sym typeface="MS Gothic"/>
            </a:endParaRPr>
          </a:p>
          <a:p>
            <a:r>
              <a:rPr lang="ja-JP" altLang="en-US" sz="1400" dirty="0">
                <a:solidFill>
                  <a:schemeClr val="dk1"/>
                </a:solidFill>
                <a:cs typeface="MS Gothic"/>
                <a:sym typeface="MS Gothic"/>
              </a:rPr>
              <a:t>    </a:t>
            </a:r>
            <a:r>
              <a:rPr lang="en-US" altLang="ja-JP" sz="1400" dirty="0">
                <a:solidFill>
                  <a:schemeClr val="dk1"/>
                </a:solidFill>
                <a:cs typeface="MS Gothic"/>
                <a:sym typeface="MS Gothic"/>
              </a:rPr>
              <a:t>String</a:t>
            </a:r>
            <a:r>
              <a:rPr lang="ja-JP" altLang="en-US" sz="1400" dirty="0">
                <a:solidFill>
                  <a:schemeClr val="dk1"/>
                </a:solidFill>
                <a:cs typeface="MS Gothic"/>
                <a:sym typeface="MS Gothic"/>
              </a:rPr>
              <a:t> </a:t>
            </a:r>
            <a:r>
              <a:rPr lang="en-US" altLang="ja-JP" sz="1400" dirty="0">
                <a:solidFill>
                  <a:schemeClr val="dk1"/>
                </a:solidFill>
                <a:cs typeface="MS Gothic"/>
                <a:sym typeface="MS Gothic"/>
              </a:rPr>
              <a:t>name;</a:t>
            </a:r>
            <a:r>
              <a:rPr lang="ja-JP" altLang="en-US" sz="1400" dirty="0">
                <a:solidFill>
                  <a:schemeClr val="dk1"/>
                </a:solidFill>
                <a:cs typeface="MS Gothic"/>
                <a:sym typeface="MS Gothic"/>
              </a:rPr>
              <a:t>   </a:t>
            </a:r>
            <a:r>
              <a:rPr lang="en-US" altLang="ja-JP" sz="1400" dirty="0">
                <a:solidFill>
                  <a:schemeClr val="dk1"/>
                </a:solidFill>
                <a:cs typeface="MS Gothic"/>
                <a:sym typeface="MS Gothic"/>
              </a:rPr>
              <a:t>//</a:t>
            </a:r>
            <a:r>
              <a:rPr lang="ja-JP" altLang="en-US" sz="1400" dirty="0">
                <a:solidFill>
                  <a:schemeClr val="dk1"/>
                </a:solidFill>
                <a:cs typeface="MS Gothic"/>
                <a:sym typeface="MS Gothic"/>
              </a:rPr>
              <a:t> 氏名</a:t>
            </a:r>
            <a:endParaRPr lang="en-US" altLang="ja-JP" sz="1400" dirty="0">
              <a:solidFill>
                <a:schemeClr val="dk1"/>
              </a:solidFill>
              <a:cs typeface="MS Gothic"/>
              <a:sym typeface="MS Gothic"/>
            </a:endParaRPr>
          </a:p>
          <a:p>
            <a:r>
              <a:rPr lang="ja-JP" altLang="en-US" sz="1400" dirty="0">
                <a:solidFill>
                  <a:schemeClr val="dk1"/>
                </a:solidFill>
                <a:cs typeface="MS Gothic"/>
                <a:sym typeface="MS Gothic"/>
              </a:rPr>
              <a:t>    </a:t>
            </a:r>
            <a:r>
              <a:rPr lang="en-US" altLang="ja-JP" sz="1400" dirty="0">
                <a:solidFill>
                  <a:schemeClr val="dk1"/>
                </a:solidFill>
                <a:cs typeface="MS Gothic"/>
                <a:sym typeface="MS Gothic"/>
              </a:rPr>
              <a:t>int</a:t>
            </a:r>
            <a:r>
              <a:rPr lang="ja-JP" altLang="en-US" sz="1400" dirty="0">
                <a:solidFill>
                  <a:schemeClr val="dk1"/>
                </a:solidFill>
                <a:cs typeface="MS Gothic"/>
                <a:sym typeface="MS Gothic"/>
              </a:rPr>
              <a:t> </a:t>
            </a:r>
            <a:r>
              <a:rPr lang="en-US" altLang="ja-JP" sz="1400" dirty="0">
                <a:solidFill>
                  <a:schemeClr val="dk1"/>
                </a:solidFill>
                <a:cs typeface="MS Gothic"/>
                <a:sym typeface="MS Gothic"/>
              </a:rPr>
              <a:t>age;</a:t>
            </a:r>
            <a:r>
              <a:rPr lang="ja-JP" altLang="en-US" sz="1400" dirty="0">
                <a:solidFill>
                  <a:schemeClr val="dk1"/>
                </a:solidFill>
                <a:cs typeface="MS Gothic"/>
                <a:sym typeface="MS Gothic"/>
              </a:rPr>
              <a:t>       </a:t>
            </a:r>
            <a:r>
              <a:rPr lang="en-US" altLang="ja-JP" sz="1400" dirty="0">
                <a:solidFill>
                  <a:schemeClr val="dk1"/>
                </a:solidFill>
                <a:cs typeface="MS Gothic"/>
                <a:sym typeface="MS Gothic"/>
              </a:rPr>
              <a:t>//</a:t>
            </a:r>
            <a:r>
              <a:rPr lang="ja-JP" altLang="en-US" sz="1400" dirty="0">
                <a:solidFill>
                  <a:schemeClr val="dk1"/>
                </a:solidFill>
                <a:cs typeface="MS Gothic"/>
                <a:sym typeface="MS Gothic"/>
              </a:rPr>
              <a:t> 年齢</a:t>
            </a:r>
            <a:endParaRPr lang="en-US" altLang="ja-JP" sz="1400" dirty="0">
              <a:solidFill>
                <a:schemeClr val="dk1"/>
              </a:solidFill>
              <a:cs typeface="MS Gothic"/>
              <a:sym typeface="MS Gothic"/>
            </a:endParaRPr>
          </a:p>
          <a:p>
            <a:r>
              <a:rPr lang="en-US" altLang="ja-JP" sz="1400" dirty="0">
                <a:solidFill>
                  <a:schemeClr val="dk1"/>
                </a:solidFill>
                <a:cs typeface="MS Gothic"/>
                <a:sym typeface="MS Gothic"/>
              </a:rPr>
              <a:t>    // </a:t>
            </a:r>
            <a:r>
              <a:rPr lang="ja-JP" altLang="en-US" sz="1400" dirty="0">
                <a:solidFill>
                  <a:schemeClr val="dk1"/>
                </a:solidFill>
                <a:cs typeface="MS Gothic"/>
                <a:sym typeface="MS Gothic"/>
              </a:rPr>
              <a:t>自己紹介するメソッド</a:t>
            </a:r>
            <a:endParaRPr lang="en-US" altLang="ja-JP" sz="1400" dirty="0">
              <a:solidFill>
                <a:schemeClr val="dk1"/>
              </a:solidFill>
              <a:cs typeface="MS Gothic"/>
              <a:sym typeface="MS Gothic"/>
            </a:endParaRPr>
          </a:p>
          <a:p>
            <a:r>
              <a:rPr lang="en-US" altLang="ja-JP" sz="1400" dirty="0">
                <a:solidFill>
                  <a:schemeClr val="dk1"/>
                </a:solidFill>
                <a:cs typeface="MS Gothic"/>
                <a:sym typeface="MS Gothic"/>
              </a:rPr>
              <a:t>         </a:t>
            </a:r>
            <a:r>
              <a:rPr lang="ja-JP" altLang="en-US" sz="1400" dirty="0">
                <a:solidFill>
                  <a:schemeClr val="dk1"/>
                </a:solidFill>
                <a:cs typeface="MS Gothic"/>
                <a:sym typeface="MS Gothic"/>
              </a:rPr>
              <a:t>～スペースの都合で省略～</a:t>
            </a:r>
            <a:endParaRPr lang="en-US" altLang="ja-JP" sz="1400" dirty="0">
              <a:solidFill>
                <a:schemeClr val="dk1"/>
              </a:solidFill>
              <a:cs typeface="MS Gothic"/>
              <a:sym typeface="MS Gothic"/>
            </a:endParaRPr>
          </a:p>
          <a:p>
            <a:r>
              <a:rPr lang="en-US" altLang="ja-JP" sz="1400" dirty="0">
                <a:solidFill>
                  <a:schemeClr val="dk1"/>
                </a:solidFill>
                <a:cs typeface="MS Gothic"/>
                <a:sym typeface="MS Gothic"/>
              </a:rPr>
              <a:t>    // </a:t>
            </a:r>
            <a:r>
              <a:rPr lang="ja-JP" altLang="en-US" sz="1400" dirty="0">
                <a:solidFill>
                  <a:schemeClr val="dk1"/>
                </a:solidFill>
                <a:cs typeface="MS Gothic"/>
                <a:sym typeface="MS Gothic"/>
              </a:rPr>
              <a:t>名前のみ初期設定するコンストラクタ</a:t>
            </a:r>
          </a:p>
          <a:p>
            <a:r>
              <a:rPr lang="en-US" altLang="ja-JP" sz="1400" dirty="0">
                <a:solidFill>
                  <a:schemeClr val="dk1"/>
                </a:solidFill>
                <a:cs typeface="MS Gothic"/>
                <a:sym typeface="MS Gothic"/>
              </a:rPr>
              <a:t>    </a:t>
            </a:r>
            <a:r>
              <a:rPr lang="en-US" altLang="ja-JP" sz="1400" dirty="0">
                <a:cs typeface="MS Gothic"/>
                <a:sym typeface="MS Gothic"/>
              </a:rPr>
              <a:t>Student</a:t>
            </a:r>
            <a:r>
              <a:rPr lang="en-US" altLang="ja-JP" sz="1400" dirty="0">
                <a:solidFill>
                  <a:schemeClr val="dk1"/>
                </a:solidFill>
                <a:cs typeface="MS Gothic"/>
                <a:sym typeface="MS Gothic"/>
              </a:rPr>
              <a:t>(String name)</a:t>
            </a:r>
            <a:r>
              <a:rPr lang="ja-JP" altLang="en-US" sz="1400" dirty="0">
                <a:solidFill>
                  <a:schemeClr val="dk1"/>
                </a:solidFill>
                <a:cs typeface="MS Gothic"/>
                <a:sym typeface="MS Gothic"/>
              </a:rPr>
              <a:t> </a:t>
            </a:r>
            <a:r>
              <a:rPr lang="en-US" altLang="ja-JP" sz="1400" dirty="0">
                <a:solidFill>
                  <a:schemeClr val="dk1"/>
                </a:solidFill>
                <a:cs typeface="MS Gothic"/>
                <a:sym typeface="MS Gothic"/>
              </a:rPr>
              <a:t>{</a:t>
            </a:r>
          </a:p>
          <a:p>
            <a:r>
              <a:rPr lang="en-US" altLang="ja-JP" sz="1400" dirty="0">
                <a:solidFill>
                  <a:schemeClr val="dk1"/>
                </a:solidFill>
                <a:cs typeface="MS Gothic"/>
                <a:sym typeface="MS Gothic"/>
              </a:rPr>
              <a:t>        this.name = name;</a:t>
            </a:r>
          </a:p>
          <a:p>
            <a:r>
              <a:rPr lang="en-US" altLang="ja-JP" sz="1400" dirty="0">
                <a:solidFill>
                  <a:schemeClr val="dk1"/>
                </a:solidFill>
                <a:cs typeface="MS Gothic"/>
                <a:sym typeface="MS Gothic"/>
              </a:rPr>
              <a:t>    }</a:t>
            </a:r>
          </a:p>
          <a:p>
            <a:r>
              <a:rPr lang="en-US" altLang="ja-JP" sz="1400" dirty="0">
                <a:solidFill>
                  <a:schemeClr val="dk1"/>
                </a:solidFill>
                <a:cs typeface="MS Gothic"/>
                <a:sym typeface="MS Gothic"/>
              </a:rPr>
              <a:t>    // </a:t>
            </a:r>
            <a:r>
              <a:rPr lang="ja-JP" altLang="en-US" sz="1400" dirty="0">
                <a:solidFill>
                  <a:schemeClr val="dk1"/>
                </a:solidFill>
                <a:cs typeface="MS Gothic"/>
                <a:sym typeface="MS Gothic"/>
              </a:rPr>
              <a:t>名前と年齢を初期設定するコンストラクタ</a:t>
            </a:r>
          </a:p>
          <a:p>
            <a:r>
              <a:rPr lang="en-US" altLang="ja-JP" sz="1400" dirty="0">
                <a:solidFill>
                  <a:schemeClr val="dk1"/>
                </a:solidFill>
                <a:cs typeface="MS Gothic"/>
                <a:sym typeface="MS Gothic"/>
              </a:rPr>
              <a:t>    </a:t>
            </a:r>
            <a:r>
              <a:rPr lang="en-US" altLang="ja-JP" sz="1400" dirty="0">
                <a:cs typeface="MS Gothic"/>
                <a:sym typeface="MS Gothic"/>
              </a:rPr>
              <a:t>Student</a:t>
            </a:r>
            <a:r>
              <a:rPr lang="en-US" altLang="ja-JP" sz="1400" dirty="0">
                <a:solidFill>
                  <a:schemeClr val="dk1"/>
                </a:solidFill>
                <a:cs typeface="MS Gothic"/>
                <a:sym typeface="MS Gothic"/>
              </a:rPr>
              <a:t>(String name, int age)</a:t>
            </a:r>
            <a:r>
              <a:rPr lang="ja-JP" altLang="en-US" sz="1400" dirty="0">
                <a:solidFill>
                  <a:schemeClr val="dk1"/>
                </a:solidFill>
                <a:cs typeface="MS Gothic"/>
                <a:sym typeface="MS Gothic"/>
              </a:rPr>
              <a:t> </a:t>
            </a:r>
            <a:r>
              <a:rPr lang="en-US" altLang="ja-JP" sz="1400" dirty="0">
                <a:solidFill>
                  <a:schemeClr val="dk1"/>
                </a:solidFill>
                <a:cs typeface="MS Gothic"/>
                <a:sym typeface="MS Gothic"/>
              </a:rPr>
              <a:t>{</a:t>
            </a:r>
          </a:p>
          <a:p>
            <a:r>
              <a:rPr lang="en-US" altLang="ja-JP" sz="1400" dirty="0">
                <a:solidFill>
                  <a:schemeClr val="dk1"/>
                </a:solidFill>
                <a:cs typeface="MS Gothic"/>
                <a:sym typeface="MS Gothic"/>
              </a:rPr>
              <a:t>        this.name = name;</a:t>
            </a:r>
          </a:p>
          <a:p>
            <a:r>
              <a:rPr lang="en-US" altLang="ja-JP" sz="1400" dirty="0">
                <a:solidFill>
                  <a:schemeClr val="dk1"/>
                </a:solidFill>
                <a:cs typeface="MS Gothic"/>
                <a:sym typeface="MS Gothic"/>
              </a:rPr>
              <a:t>        </a:t>
            </a:r>
            <a:r>
              <a:rPr lang="en-US" altLang="ja-JP" sz="1400" dirty="0" err="1">
                <a:solidFill>
                  <a:schemeClr val="dk1"/>
                </a:solidFill>
                <a:cs typeface="MS Gothic"/>
                <a:sym typeface="MS Gothic"/>
              </a:rPr>
              <a:t>this.age</a:t>
            </a:r>
            <a:r>
              <a:rPr lang="en-US" altLang="ja-JP" sz="1400" dirty="0">
                <a:solidFill>
                  <a:schemeClr val="dk1"/>
                </a:solidFill>
                <a:cs typeface="MS Gothic"/>
                <a:sym typeface="MS Gothic"/>
              </a:rPr>
              <a:t> = age;</a:t>
            </a:r>
          </a:p>
          <a:p>
            <a:r>
              <a:rPr lang="en-US" altLang="ja-JP" sz="1400" dirty="0">
                <a:solidFill>
                  <a:schemeClr val="dk1"/>
                </a:solidFill>
                <a:cs typeface="MS Gothic"/>
                <a:sym typeface="MS Gothic"/>
              </a:rPr>
              <a:t>    }</a:t>
            </a:r>
          </a:p>
          <a:p>
            <a:r>
              <a:rPr lang="ja-JP" sz="1400" dirty="0">
                <a:solidFill>
                  <a:schemeClr val="dk1"/>
                </a:solidFill>
                <a:cs typeface="MS Gothic"/>
                <a:sym typeface="MS Gothic"/>
              </a:rPr>
              <a:t>}</a:t>
            </a:r>
            <a:endParaRPr sz="1400" dirty="0">
              <a:solidFill>
                <a:schemeClr val="dk1"/>
              </a:solidFill>
              <a:cs typeface="MS Gothic"/>
              <a:sym typeface="MS Gothic"/>
            </a:endParaRPr>
          </a:p>
        </p:txBody>
      </p:sp>
      <p:sp>
        <p:nvSpPr>
          <p:cNvPr id="15" name="吹き出し: 角を丸めた四角形 14">
            <a:extLst>
              <a:ext uri="{FF2B5EF4-FFF2-40B4-BE49-F238E27FC236}">
                <a16:creationId xmlns:a16="http://schemas.microsoft.com/office/drawing/2014/main" id="{B2F82402-F1CD-4224-B817-03457242E912}"/>
              </a:ext>
            </a:extLst>
          </p:cNvPr>
          <p:cNvSpPr/>
          <p:nvPr/>
        </p:nvSpPr>
        <p:spPr>
          <a:xfrm>
            <a:off x="4344326" y="4028475"/>
            <a:ext cx="1966952" cy="696990"/>
          </a:xfrm>
          <a:prstGeom prst="wedgeRoundRectCallout">
            <a:avLst>
              <a:gd name="adj1" fmla="val -82296"/>
              <a:gd name="adj2" fmla="val -83320"/>
              <a:gd name="adj3" fmla="val 16667"/>
            </a:avLst>
          </a:prstGeom>
          <a:solidFill>
            <a:schemeClr val="bg1"/>
          </a:solid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1400" dirty="0">
                <a:solidFill>
                  <a:schemeClr val="tx1"/>
                </a:solidFill>
              </a:rPr>
              <a:t>引数の数が違うのでオーバーロードになります</a:t>
            </a:r>
            <a:endParaRPr kumimoji="1" lang="en-US" altLang="ja-JP" sz="1400" dirty="0">
              <a:solidFill>
                <a:schemeClr val="tx1"/>
              </a:solidFill>
            </a:endParaRPr>
          </a:p>
        </p:txBody>
      </p:sp>
      <p:sp>
        <p:nvSpPr>
          <p:cNvPr id="16" name="四角形: 角を丸くする 15">
            <a:extLst>
              <a:ext uri="{FF2B5EF4-FFF2-40B4-BE49-F238E27FC236}">
                <a16:creationId xmlns:a16="http://schemas.microsoft.com/office/drawing/2014/main" id="{51C8D001-7D56-43EA-9087-C683D866EB8E}"/>
              </a:ext>
            </a:extLst>
          </p:cNvPr>
          <p:cNvSpPr/>
          <p:nvPr/>
        </p:nvSpPr>
        <p:spPr>
          <a:xfrm>
            <a:off x="4680706" y="1669610"/>
            <a:ext cx="4069696" cy="1342825"/>
          </a:xfrm>
          <a:prstGeom prst="roundRect">
            <a:avLst/>
          </a:prstGeom>
          <a:solidFill>
            <a:schemeClr val="bg1"/>
          </a:solidFill>
          <a:ln w="28575">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1400" dirty="0">
                <a:solidFill>
                  <a:schemeClr val="tx1"/>
                </a:solidFill>
              </a:rPr>
              <a:t>追加したコンストラクタを使うには</a:t>
            </a:r>
          </a:p>
          <a:p>
            <a:r>
              <a:rPr kumimoji="1" lang="en-US" altLang="ja-JP" sz="1400" dirty="0">
                <a:solidFill>
                  <a:schemeClr val="tx1"/>
                </a:solidFill>
              </a:rPr>
              <a:t>Student</a:t>
            </a:r>
            <a:r>
              <a:rPr kumimoji="1" lang="ja-JP" altLang="en-US" sz="1400" dirty="0">
                <a:solidFill>
                  <a:schemeClr val="tx1"/>
                </a:solidFill>
              </a:rPr>
              <a:t> </a:t>
            </a:r>
            <a:r>
              <a:rPr kumimoji="1" lang="en-US" altLang="ja-JP" sz="1400" dirty="0">
                <a:solidFill>
                  <a:schemeClr val="tx1"/>
                </a:solidFill>
              </a:rPr>
              <a:t>student</a:t>
            </a:r>
            <a:r>
              <a:rPr kumimoji="1" lang="ja-JP" altLang="en-US" sz="1400" dirty="0">
                <a:solidFill>
                  <a:schemeClr val="tx1"/>
                </a:solidFill>
              </a:rPr>
              <a:t> </a:t>
            </a:r>
            <a:r>
              <a:rPr kumimoji="1" lang="en-US" altLang="ja-JP" sz="1400" dirty="0">
                <a:solidFill>
                  <a:schemeClr val="tx1"/>
                </a:solidFill>
              </a:rPr>
              <a:t>=</a:t>
            </a:r>
            <a:r>
              <a:rPr kumimoji="1" lang="ja-JP" altLang="en-US" sz="1400" dirty="0">
                <a:solidFill>
                  <a:schemeClr val="tx1"/>
                </a:solidFill>
              </a:rPr>
              <a:t> </a:t>
            </a:r>
            <a:r>
              <a:rPr kumimoji="1" lang="en-US" altLang="ja-JP" sz="1400" dirty="0">
                <a:solidFill>
                  <a:schemeClr val="tx1"/>
                </a:solidFill>
              </a:rPr>
              <a:t>new</a:t>
            </a:r>
            <a:r>
              <a:rPr kumimoji="1" lang="ja-JP" altLang="en-US" sz="1400" dirty="0">
                <a:solidFill>
                  <a:schemeClr val="tx1"/>
                </a:solidFill>
              </a:rPr>
              <a:t> </a:t>
            </a:r>
            <a:r>
              <a:rPr kumimoji="1" lang="en-US" altLang="ja-JP" sz="1400" dirty="0">
                <a:solidFill>
                  <a:schemeClr val="tx1"/>
                </a:solidFill>
              </a:rPr>
              <a:t>Student("</a:t>
            </a:r>
            <a:r>
              <a:rPr kumimoji="1" lang="ja-JP" altLang="en-US" sz="1400" dirty="0">
                <a:solidFill>
                  <a:schemeClr val="tx1"/>
                </a:solidFill>
              </a:rPr>
              <a:t>山田</a:t>
            </a:r>
            <a:r>
              <a:rPr kumimoji="1" lang="en-US" altLang="ja-JP" sz="1400" dirty="0">
                <a:solidFill>
                  <a:schemeClr val="tx1"/>
                </a:solidFill>
              </a:rPr>
              <a:t>", 21);</a:t>
            </a:r>
          </a:p>
          <a:p>
            <a:r>
              <a:rPr kumimoji="1" lang="ja-JP" altLang="en-US" sz="1400" dirty="0">
                <a:solidFill>
                  <a:schemeClr val="tx1"/>
                </a:solidFill>
              </a:rPr>
              <a:t>のように書きます。</a:t>
            </a:r>
          </a:p>
        </p:txBody>
      </p:sp>
    </p:spTree>
    <p:extLst>
      <p:ext uri="{BB962C8B-B14F-4D97-AF65-F5344CB8AC3E}">
        <p14:creationId xmlns:p14="http://schemas.microsoft.com/office/powerpoint/2010/main" val="105240134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DE764CD8-0B12-484E-890C-8A5A26296D13}"/>
              </a:ext>
            </a:extLst>
          </p:cNvPr>
          <p:cNvSpPr>
            <a:spLocks noGrp="1"/>
          </p:cNvSpPr>
          <p:nvPr>
            <p:ph type="ftr" sz="quarter" idx="11"/>
          </p:nvPr>
        </p:nvSpPr>
        <p:spPr/>
        <p:txBody>
          <a:bodyPr/>
          <a:lstStyle/>
          <a:p>
            <a:r>
              <a:rPr kumimoji="1" lang="en-US" altLang="ja-JP"/>
              <a:t>copyright ©ITCollege All Rights Reserved</a:t>
            </a:r>
            <a:endParaRPr kumimoji="1" lang="ja-JP" altLang="en-US" dirty="0">
              <a:latin typeface="+mn-ea"/>
            </a:endParaRPr>
          </a:p>
        </p:txBody>
      </p:sp>
      <p:sp>
        <p:nvSpPr>
          <p:cNvPr id="7" name="タイトル 6">
            <a:extLst>
              <a:ext uri="{FF2B5EF4-FFF2-40B4-BE49-F238E27FC236}">
                <a16:creationId xmlns:a16="http://schemas.microsoft.com/office/drawing/2014/main" id="{9630AD22-E64D-4A96-B059-2AF9F6580C25}"/>
              </a:ext>
            </a:extLst>
          </p:cNvPr>
          <p:cNvSpPr>
            <a:spLocks noGrp="1"/>
          </p:cNvSpPr>
          <p:nvPr>
            <p:ph type="ctrTitle"/>
          </p:nvPr>
        </p:nvSpPr>
        <p:spPr/>
        <p:txBody>
          <a:bodyPr/>
          <a:lstStyle/>
          <a:p>
            <a:r>
              <a:rPr lang="ja-JP" altLang="en-US" dirty="0"/>
              <a:t>コンストラクタ</a:t>
            </a:r>
          </a:p>
        </p:txBody>
      </p:sp>
      <p:sp>
        <p:nvSpPr>
          <p:cNvPr id="5" name="スライド番号プレースホルダー 4">
            <a:extLst>
              <a:ext uri="{FF2B5EF4-FFF2-40B4-BE49-F238E27FC236}">
                <a16:creationId xmlns:a16="http://schemas.microsoft.com/office/drawing/2014/main" id="{433B62C4-B6B9-4622-B802-69C25D6F2A49}"/>
              </a:ext>
            </a:extLst>
          </p:cNvPr>
          <p:cNvSpPr>
            <a:spLocks noGrp="1"/>
          </p:cNvSpPr>
          <p:nvPr>
            <p:ph type="sldNum" sz="quarter" idx="4"/>
          </p:nvPr>
        </p:nvSpPr>
        <p:spPr/>
        <p:txBody>
          <a:bodyPr/>
          <a:lstStyle/>
          <a:p>
            <a:fld id="{00000000-1234-1234-1234-123412341234}" type="slidenum">
              <a:rPr lang="en" smtClean="0"/>
              <a:pPr/>
              <a:t>26</a:t>
            </a:fld>
            <a:endParaRPr lang="en" dirty="0">
              <a:latin typeface="+mn-ea"/>
            </a:endParaRPr>
          </a:p>
        </p:txBody>
      </p:sp>
      <p:sp>
        <p:nvSpPr>
          <p:cNvPr id="8" name="テキスト プレースホルダー 7">
            <a:extLst>
              <a:ext uri="{FF2B5EF4-FFF2-40B4-BE49-F238E27FC236}">
                <a16:creationId xmlns:a16="http://schemas.microsoft.com/office/drawing/2014/main" id="{787CF02A-01AB-4517-BA3E-25572FA82648}"/>
              </a:ext>
            </a:extLst>
          </p:cNvPr>
          <p:cNvSpPr>
            <a:spLocks noGrp="1"/>
          </p:cNvSpPr>
          <p:nvPr>
            <p:ph type="body" sz="quarter" idx="14"/>
          </p:nvPr>
        </p:nvSpPr>
        <p:spPr>
          <a:xfrm>
            <a:off x="462875" y="859491"/>
            <a:ext cx="8216900" cy="3926518"/>
          </a:xfrm>
        </p:spPr>
        <p:txBody>
          <a:bodyPr/>
          <a:lstStyle/>
          <a:p>
            <a:pPr marL="96838" indent="0">
              <a:buNone/>
            </a:pPr>
            <a:r>
              <a:rPr lang="ja-JP" altLang="en-US" dirty="0"/>
              <a:t>前のページの</a:t>
            </a:r>
            <a:r>
              <a:rPr lang="en-US" altLang="ja-JP" dirty="0"/>
              <a:t>2</a:t>
            </a:r>
            <a:r>
              <a:rPr lang="ja-JP" altLang="en-US" dirty="0"/>
              <a:t>つのコンストラクタには</a:t>
            </a:r>
          </a:p>
          <a:p>
            <a:pPr marL="96838" indent="0">
              <a:buNone/>
            </a:pPr>
            <a:r>
              <a:rPr lang="en-US" altLang="ja-JP" dirty="0"/>
              <a:t>this.name</a:t>
            </a:r>
            <a:r>
              <a:rPr lang="ja-JP" altLang="en-US" dirty="0"/>
              <a:t> </a:t>
            </a:r>
            <a:r>
              <a:rPr lang="en-US" altLang="ja-JP" dirty="0"/>
              <a:t>=</a:t>
            </a:r>
            <a:r>
              <a:rPr lang="ja-JP" altLang="en-US" dirty="0"/>
              <a:t> </a:t>
            </a:r>
            <a:r>
              <a:rPr lang="en-US" altLang="ja-JP" dirty="0"/>
              <a:t>name;</a:t>
            </a:r>
          </a:p>
          <a:p>
            <a:pPr marL="96838" indent="0">
              <a:buNone/>
            </a:pPr>
            <a:r>
              <a:rPr lang="ja-JP" altLang="en-US" dirty="0"/>
              <a:t>という処理は全く同じです。今回は同じ処理が</a:t>
            </a:r>
            <a:r>
              <a:rPr lang="en-US" altLang="ja-JP" dirty="0"/>
              <a:t>1</a:t>
            </a:r>
            <a:r>
              <a:rPr lang="ja-JP" altLang="en-US" dirty="0"/>
              <a:t>行なので同じ処理を</a:t>
            </a:r>
            <a:r>
              <a:rPr lang="en-US" altLang="ja-JP" dirty="0"/>
              <a:t>2</a:t>
            </a:r>
            <a:r>
              <a:rPr lang="ja-JP" altLang="en-US" dirty="0"/>
              <a:t>ヵ所に書いてもあまり面倒ではありませんが、たくさんの処理を何ヵ所にも書くのは間違える可能性が高くなりますし、両方直さないといけないときにうっかり</a:t>
            </a:r>
            <a:r>
              <a:rPr lang="ja-JP" altLang="en-US" b="1" dirty="0">
                <a:solidFill>
                  <a:srgbClr val="C00000"/>
                </a:solidFill>
              </a:rPr>
              <a:t>一方を直し漏らす可能性もあります</a:t>
            </a:r>
            <a:r>
              <a:rPr lang="ja-JP" altLang="en-US" dirty="0"/>
              <a:t>。</a:t>
            </a:r>
          </a:p>
          <a:p>
            <a:pPr marL="96838" indent="0">
              <a:buNone/>
            </a:pPr>
            <a:r>
              <a:rPr lang="ja-JP" altLang="en-US" dirty="0"/>
              <a:t>このようにプログラムを作成するときは同じ処理を何度も書くべきではないということになります。</a:t>
            </a:r>
          </a:p>
          <a:p>
            <a:pPr marL="96838" indent="0">
              <a:buNone/>
            </a:pPr>
            <a:r>
              <a:rPr lang="ja-JP" altLang="en-US" dirty="0"/>
              <a:t>共通の処理をメソッドにしてコンストラクタから呼び出すことも可能ですが、今回の場合、もっと良い方法があります。それは</a:t>
            </a:r>
            <a:r>
              <a:rPr lang="ja-JP" altLang="en-US" b="1" dirty="0">
                <a:solidFill>
                  <a:srgbClr val="C00000"/>
                </a:solidFill>
              </a:rPr>
              <a:t>コンストラクタから別のコンストラクタを呼び出す</a:t>
            </a:r>
            <a:r>
              <a:rPr lang="ja-JP" altLang="en-US" dirty="0"/>
              <a:t>ということです。</a:t>
            </a:r>
          </a:p>
        </p:txBody>
      </p:sp>
      <p:sp>
        <p:nvSpPr>
          <p:cNvPr id="6" name="Google Shape;172;p19">
            <a:extLst>
              <a:ext uri="{FF2B5EF4-FFF2-40B4-BE49-F238E27FC236}">
                <a16:creationId xmlns:a16="http://schemas.microsoft.com/office/drawing/2014/main" id="{1C77F8E2-BB61-46AB-9A8E-7FF8CC511CB5}"/>
              </a:ext>
            </a:extLst>
          </p:cNvPr>
          <p:cNvSpPr/>
          <p:nvPr/>
        </p:nvSpPr>
        <p:spPr>
          <a:xfrm>
            <a:off x="740359" y="2799058"/>
            <a:ext cx="7990860" cy="2022960"/>
          </a:xfrm>
          <a:prstGeom prst="rect">
            <a:avLst/>
          </a:prstGeom>
          <a:solidFill>
            <a:schemeClr val="bg1"/>
          </a:solidFill>
          <a:ln w="12700" cap="flat" cmpd="sng">
            <a:no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r>
              <a:rPr lang="en-US" altLang="ja-JP" sz="1400" dirty="0">
                <a:solidFill>
                  <a:schemeClr val="dk1"/>
                </a:solidFill>
                <a:cs typeface="MS Gothic"/>
                <a:sym typeface="MS Gothic"/>
              </a:rPr>
              <a:t>    // </a:t>
            </a:r>
            <a:r>
              <a:rPr lang="ja-JP" altLang="en-US" sz="1400" dirty="0">
                <a:solidFill>
                  <a:schemeClr val="dk1"/>
                </a:solidFill>
                <a:cs typeface="MS Gothic"/>
                <a:sym typeface="MS Gothic"/>
              </a:rPr>
              <a:t>名前のみ初期設定するコンストラクタ</a:t>
            </a:r>
          </a:p>
          <a:p>
            <a:r>
              <a:rPr lang="en-US" altLang="ja-JP" sz="1400" dirty="0">
                <a:solidFill>
                  <a:schemeClr val="dk1"/>
                </a:solidFill>
                <a:cs typeface="MS Gothic"/>
                <a:sym typeface="MS Gothic"/>
              </a:rPr>
              <a:t>    </a:t>
            </a:r>
            <a:r>
              <a:rPr lang="en-US" altLang="ja-JP" sz="1400" dirty="0">
                <a:cs typeface="MS Gothic"/>
                <a:sym typeface="MS Gothic"/>
              </a:rPr>
              <a:t>Student</a:t>
            </a:r>
            <a:r>
              <a:rPr lang="en-US" altLang="ja-JP" sz="1400" dirty="0">
                <a:solidFill>
                  <a:schemeClr val="dk1"/>
                </a:solidFill>
                <a:cs typeface="MS Gothic"/>
                <a:sym typeface="MS Gothic"/>
              </a:rPr>
              <a:t>(String name)</a:t>
            </a:r>
            <a:r>
              <a:rPr lang="ja-JP" altLang="en-US" sz="1400" dirty="0">
                <a:solidFill>
                  <a:schemeClr val="dk1"/>
                </a:solidFill>
                <a:cs typeface="MS Gothic"/>
                <a:sym typeface="MS Gothic"/>
              </a:rPr>
              <a:t> </a:t>
            </a:r>
            <a:r>
              <a:rPr lang="en-US" altLang="ja-JP" sz="1400" dirty="0">
                <a:solidFill>
                  <a:schemeClr val="dk1"/>
                </a:solidFill>
                <a:cs typeface="MS Gothic"/>
                <a:sym typeface="MS Gothic"/>
              </a:rPr>
              <a:t>{</a:t>
            </a:r>
          </a:p>
          <a:p>
            <a:r>
              <a:rPr lang="en-US" altLang="ja-JP" sz="1400" dirty="0">
                <a:solidFill>
                  <a:schemeClr val="dk1"/>
                </a:solidFill>
                <a:cs typeface="MS Gothic"/>
                <a:sym typeface="MS Gothic"/>
              </a:rPr>
              <a:t>        this.name = name;</a:t>
            </a:r>
          </a:p>
          <a:p>
            <a:r>
              <a:rPr lang="en-US" altLang="ja-JP" sz="1400" dirty="0">
                <a:solidFill>
                  <a:schemeClr val="dk1"/>
                </a:solidFill>
                <a:cs typeface="MS Gothic"/>
                <a:sym typeface="MS Gothic"/>
              </a:rPr>
              <a:t>    }</a:t>
            </a:r>
          </a:p>
          <a:p>
            <a:r>
              <a:rPr lang="en-US" altLang="ja-JP" sz="1400" dirty="0">
                <a:solidFill>
                  <a:schemeClr val="dk1"/>
                </a:solidFill>
                <a:cs typeface="MS Gothic"/>
                <a:sym typeface="MS Gothic"/>
              </a:rPr>
              <a:t>    // </a:t>
            </a:r>
            <a:r>
              <a:rPr lang="ja-JP" altLang="en-US" sz="1400" dirty="0">
                <a:solidFill>
                  <a:schemeClr val="dk1"/>
                </a:solidFill>
                <a:cs typeface="MS Gothic"/>
                <a:sym typeface="MS Gothic"/>
              </a:rPr>
              <a:t>名前と年齢を初期設定するコンストラクタ</a:t>
            </a:r>
          </a:p>
          <a:p>
            <a:r>
              <a:rPr lang="en-US" altLang="ja-JP" sz="1400" dirty="0">
                <a:solidFill>
                  <a:schemeClr val="dk1"/>
                </a:solidFill>
                <a:cs typeface="MS Gothic"/>
                <a:sym typeface="MS Gothic"/>
              </a:rPr>
              <a:t>    </a:t>
            </a:r>
            <a:r>
              <a:rPr lang="en-US" altLang="ja-JP" sz="1400" dirty="0">
                <a:cs typeface="MS Gothic"/>
                <a:sym typeface="MS Gothic"/>
              </a:rPr>
              <a:t>Student</a:t>
            </a:r>
            <a:r>
              <a:rPr lang="en-US" altLang="ja-JP" sz="1400" dirty="0">
                <a:solidFill>
                  <a:schemeClr val="dk1"/>
                </a:solidFill>
                <a:cs typeface="MS Gothic"/>
                <a:sym typeface="MS Gothic"/>
              </a:rPr>
              <a:t>(String name, int age)</a:t>
            </a:r>
            <a:r>
              <a:rPr lang="ja-JP" altLang="en-US" sz="1400" dirty="0">
                <a:solidFill>
                  <a:schemeClr val="dk1"/>
                </a:solidFill>
                <a:cs typeface="MS Gothic"/>
                <a:sym typeface="MS Gothic"/>
              </a:rPr>
              <a:t> </a:t>
            </a:r>
            <a:r>
              <a:rPr lang="en-US" altLang="ja-JP" sz="1400" dirty="0">
                <a:solidFill>
                  <a:schemeClr val="dk1"/>
                </a:solidFill>
                <a:cs typeface="MS Gothic"/>
                <a:sym typeface="MS Gothic"/>
              </a:rPr>
              <a:t>{</a:t>
            </a:r>
          </a:p>
          <a:p>
            <a:r>
              <a:rPr lang="en-US" altLang="ja-JP" sz="1400" dirty="0">
                <a:solidFill>
                  <a:schemeClr val="dk1"/>
                </a:solidFill>
                <a:cs typeface="MS Gothic"/>
                <a:sym typeface="MS Gothic"/>
              </a:rPr>
              <a:t>        </a:t>
            </a:r>
            <a:r>
              <a:rPr lang="en-US" altLang="ja-JP" sz="1400" b="1" dirty="0">
                <a:solidFill>
                  <a:srgbClr val="C00000"/>
                </a:solidFill>
                <a:cs typeface="MS Gothic"/>
                <a:sym typeface="MS Gothic"/>
              </a:rPr>
              <a:t>this(name);</a:t>
            </a:r>
          </a:p>
          <a:p>
            <a:r>
              <a:rPr lang="en-US" altLang="ja-JP" sz="1400" dirty="0">
                <a:solidFill>
                  <a:schemeClr val="dk1"/>
                </a:solidFill>
                <a:cs typeface="MS Gothic"/>
                <a:sym typeface="MS Gothic"/>
              </a:rPr>
              <a:t>        </a:t>
            </a:r>
            <a:r>
              <a:rPr lang="en-US" altLang="ja-JP" sz="1400" dirty="0" err="1">
                <a:solidFill>
                  <a:schemeClr val="dk1"/>
                </a:solidFill>
                <a:cs typeface="MS Gothic"/>
                <a:sym typeface="MS Gothic"/>
              </a:rPr>
              <a:t>this.age</a:t>
            </a:r>
            <a:r>
              <a:rPr lang="en-US" altLang="ja-JP" sz="1400" dirty="0">
                <a:solidFill>
                  <a:schemeClr val="dk1"/>
                </a:solidFill>
                <a:cs typeface="MS Gothic"/>
                <a:sym typeface="MS Gothic"/>
              </a:rPr>
              <a:t> = age;</a:t>
            </a:r>
          </a:p>
          <a:p>
            <a:r>
              <a:rPr lang="en-US" altLang="ja-JP" sz="1400" dirty="0">
                <a:solidFill>
                  <a:schemeClr val="dk1"/>
                </a:solidFill>
                <a:cs typeface="MS Gothic"/>
                <a:sym typeface="MS Gothic"/>
              </a:rPr>
              <a:t>    }</a:t>
            </a:r>
          </a:p>
        </p:txBody>
      </p:sp>
      <p:sp>
        <p:nvSpPr>
          <p:cNvPr id="9" name="吹き出し: 角を丸めた四角形 8">
            <a:extLst>
              <a:ext uri="{FF2B5EF4-FFF2-40B4-BE49-F238E27FC236}">
                <a16:creationId xmlns:a16="http://schemas.microsoft.com/office/drawing/2014/main" id="{6D53F941-74B9-4149-B5A7-E8270C2BA0C6}"/>
              </a:ext>
            </a:extLst>
          </p:cNvPr>
          <p:cNvSpPr/>
          <p:nvPr/>
        </p:nvSpPr>
        <p:spPr>
          <a:xfrm>
            <a:off x="3267541" y="4165086"/>
            <a:ext cx="5352118" cy="696990"/>
          </a:xfrm>
          <a:prstGeom prst="wedgeRoundRectCallout">
            <a:avLst>
              <a:gd name="adj1" fmla="val -64351"/>
              <a:gd name="adj2" fmla="val -34657"/>
              <a:gd name="adj3" fmla="val 16667"/>
            </a:avLst>
          </a:prstGeom>
          <a:solidFill>
            <a:schemeClr val="bg1"/>
          </a:solid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1400" dirty="0">
                <a:solidFill>
                  <a:schemeClr val="tx1"/>
                </a:solidFill>
              </a:rPr>
              <a:t>同じクラス内の別のコンストラクタを呼び出す場合、</a:t>
            </a:r>
            <a:r>
              <a:rPr kumimoji="1" lang="en-US" altLang="ja-JP" sz="1400" b="1" dirty="0">
                <a:solidFill>
                  <a:srgbClr val="C00000"/>
                </a:solidFill>
              </a:rPr>
              <a:t>this();</a:t>
            </a:r>
            <a:r>
              <a:rPr kumimoji="1" lang="ja-JP" altLang="en-US" sz="1400" dirty="0">
                <a:solidFill>
                  <a:schemeClr val="tx1"/>
                </a:solidFill>
              </a:rPr>
              <a:t>を使います。ここでは引数が</a:t>
            </a:r>
            <a:r>
              <a:rPr kumimoji="1" lang="en-US" altLang="ja-JP" sz="1400" dirty="0">
                <a:solidFill>
                  <a:schemeClr val="tx1"/>
                </a:solidFill>
              </a:rPr>
              <a:t>String</a:t>
            </a:r>
            <a:r>
              <a:rPr kumimoji="1" lang="ja-JP" altLang="en-US" sz="1400" dirty="0">
                <a:solidFill>
                  <a:schemeClr val="tx1"/>
                </a:solidFill>
              </a:rPr>
              <a:t>型</a:t>
            </a:r>
            <a:r>
              <a:rPr kumimoji="1" lang="en-US" altLang="ja-JP" sz="1400" dirty="0">
                <a:solidFill>
                  <a:schemeClr val="tx1"/>
                </a:solidFill>
              </a:rPr>
              <a:t>1</a:t>
            </a:r>
            <a:r>
              <a:rPr kumimoji="1" lang="ja-JP" altLang="en-US" sz="1400" dirty="0">
                <a:solidFill>
                  <a:schemeClr val="tx1"/>
                </a:solidFill>
              </a:rPr>
              <a:t>つのコンストラクタを呼び出しています。</a:t>
            </a:r>
            <a:endParaRPr kumimoji="1" lang="en-US" altLang="ja-JP" sz="1400" dirty="0">
              <a:solidFill>
                <a:schemeClr val="tx1"/>
              </a:solidFill>
            </a:endParaRPr>
          </a:p>
        </p:txBody>
      </p:sp>
    </p:spTree>
    <p:extLst>
      <p:ext uri="{BB962C8B-B14F-4D97-AF65-F5344CB8AC3E}">
        <p14:creationId xmlns:p14="http://schemas.microsoft.com/office/powerpoint/2010/main" val="194688348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52F43DD3-0418-42E8-9D03-3B480F205508}"/>
              </a:ext>
            </a:extLst>
          </p:cNvPr>
          <p:cNvSpPr>
            <a:spLocks noGrp="1"/>
          </p:cNvSpPr>
          <p:nvPr>
            <p:ph type="ftr" sz="quarter" idx="11"/>
          </p:nvPr>
        </p:nvSpPr>
        <p:spPr/>
        <p:txBody>
          <a:bodyPr/>
          <a:lstStyle/>
          <a:p>
            <a:r>
              <a:rPr kumimoji="1" lang="en-US" altLang="ja-JP"/>
              <a:t>copyright ©ITCollege All Rights Reserved</a:t>
            </a:r>
            <a:endParaRPr kumimoji="1" lang="ja-JP" altLang="en-US" dirty="0">
              <a:latin typeface="+mn-ea"/>
            </a:endParaRPr>
          </a:p>
        </p:txBody>
      </p:sp>
      <p:sp>
        <p:nvSpPr>
          <p:cNvPr id="3" name="タイトル 2">
            <a:extLst>
              <a:ext uri="{FF2B5EF4-FFF2-40B4-BE49-F238E27FC236}">
                <a16:creationId xmlns:a16="http://schemas.microsoft.com/office/drawing/2014/main" id="{1C79983C-D8FC-4693-8551-08AD543141F3}"/>
              </a:ext>
            </a:extLst>
          </p:cNvPr>
          <p:cNvSpPr>
            <a:spLocks noGrp="1"/>
          </p:cNvSpPr>
          <p:nvPr>
            <p:ph type="ctrTitle"/>
          </p:nvPr>
        </p:nvSpPr>
        <p:spPr/>
        <p:txBody>
          <a:bodyPr/>
          <a:lstStyle/>
          <a:p>
            <a:r>
              <a:rPr kumimoji="1" lang="en-US" altLang="ja-JP" dirty="0"/>
              <a:t>this()</a:t>
            </a:r>
            <a:r>
              <a:rPr kumimoji="1" lang="ja-JP" altLang="en-US"/>
              <a:t>の注意点</a:t>
            </a:r>
            <a:endParaRPr kumimoji="1" lang="ja-JP" altLang="en-US" dirty="0"/>
          </a:p>
        </p:txBody>
      </p:sp>
      <p:sp>
        <p:nvSpPr>
          <p:cNvPr id="4" name="スライド番号プレースホルダー 3">
            <a:extLst>
              <a:ext uri="{FF2B5EF4-FFF2-40B4-BE49-F238E27FC236}">
                <a16:creationId xmlns:a16="http://schemas.microsoft.com/office/drawing/2014/main" id="{856AB935-007C-47FA-829A-800E0CA2AEA3}"/>
              </a:ext>
            </a:extLst>
          </p:cNvPr>
          <p:cNvSpPr>
            <a:spLocks noGrp="1"/>
          </p:cNvSpPr>
          <p:nvPr>
            <p:ph type="sldNum" sz="quarter" idx="4"/>
          </p:nvPr>
        </p:nvSpPr>
        <p:spPr/>
        <p:txBody>
          <a:bodyPr/>
          <a:lstStyle/>
          <a:p>
            <a:fld id="{00000000-1234-1234-1234-123412341234}" type="slidenum">
              <a:rPr lang="en" smtClean="0"/>
              <a:pPr/>
              <a:t>27</a:t>
            </a:fld>
            <a:endParaRPr lang="en" dirty="0">
              <a:latin typeface="+mn-ea"/>
            </a:endParaRPr>
          </a:p>
        </p:txBody>
      </p:sp>
      <p:grpSp>
        <p:nvGrpSpPr>
          <p:cNvPr id="5" name="グループ化 4">
            <a:extLst>
              <a:ext uri="{FF2B5EF4-FFF2-40B4-BE49-F238E27FC236}">
                <a16:creationId xmlns:a16="http://schemas.microsoft.com/office/drawing/2014/main" id="{A44B4048-971D-4173-B9D4-DC3B6BE6B579}"/>
              </a:ext>
            </a:extLst>
          </p:cNvPr>
          <p:cNvGrpSpPr/>
          <p:nvPr/>
        </p:nvGrpSpPr>
        <p:grpSpPr>
          <a:xfrm>
            <a:off x="268873" y="786891"/>
            <a:ext cx="8411576" cy="4075185"/>
            <a:chOff x="268873" y="786891"/>
            <a:chExt cx="8411576" cy="4132541"/>
          </a:xfrm>
        </p:grpSpPr>
        <p:sp>
          <p:nvSpPr>
            <p:cNvPr id="6" name="四角形: 角を丸くする 5">
              <a:extLst>
                <a:ext uri="{FF2B5EF4-FFF2-40B4-BE49-F238E27FC236}">
                  <a16:creationId xmlns:a16="http://schemas.microsoft.com/office/drawing/2014/main" id="{86A4B4B3-72EC-42DF-9192-2E6EA70F2129}"/>
                </a:ext>
              </a:extLst>
            </p:cNvPr>
            <p:cNvSpPr/>
            <p:nvPr/>
          </p:nvSpPr>
          <p:spPr>
            <a:xfrm>
              <a:off x="463549" y="1006821"/>
              <a:ext cx="8216900" cy="3912611"/>
            </a:xfrm>
            <a:prstGeom prst="roundRect">
              <a:avLst>
                <a:gd name="adj" fmla="val 3458"/>
              </a:avLst>
            </a:prstGeom>
            <a:noFill/>
            <a:ln w="38100">
              <a:solidFill>
                <a:schemeClr val="tx2"/>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tx1"/>
                </a:solidFill>
              </a:endParaRPr>
            </a:p>
          </p:txBody>
        </p:sp>
        <p:sp>
          <p:nvSpPr>
            <p:cNvPr id="7" name="テキスト ボックス 6">
              <a:extLst>
                <a:ext uri="{FF2B5EF4-FFF2-40B4-BE49-F238E27FC236}">
                  <a16:creationId xmlns:a16="http://schemas.microsoft.com/office/drawing/2014/main" id="{6E402657-7E23-45B6-8B4D-D3962EEEABC8}"/>
                </a:ext>
              </a:extLst>
            </p:cNvPr>
            <p:cNvSpPr txBox="1"/>
            <p:nvPr/>
          </p:nvSpPr>
          <p:spPr>
            <a:xfrm>
              <a:off x="615948" y="826258"/>
              <a:ext cx="2399472" cy="461733"/>
            </a:xfrm>
            <a:prstGeom prst="rect">
              <a:avLst/>
            </a:prstGeom>
            <a:solidFill>
              <a:schemeClr val="bg1">
                <a:lumMod val="95000"/>
              </a:schemeClr>
            </a:solidFill>
          </p:spPr>
          <p:txBody>
            <a:bodyPr wrap="square" rtlCol="0">
              <a:noAutofit/>
            </a:bodyPr>
            <a:lstStyle/>
            <a:p>
              <a:pPr algn="r"/>
              <a:r>
                <a:rPr kumimoji="1" lang="ja-JP" altLang="en-US" sz="1600" dirty="0">
                  <a:latin typeface="HGP創英角ﾎﾟｯﾌﾟ体" panose="040B0A00000000000000" pitchFamily="50" charset="-128"/>
                  <a:ea typeface="HGP創英角ﾎﾟｯﾌﾟ体" panose="040B0A00000000000000" pitchFamily="50" charset="-128"/>
                </a:rPr>
                <a:t>　　ワン！ </a:t>
              </a:r>
              <a:r>
                <a:rPr kumimoji="1" lang="ja-JP" altLang="en-US" sz="1600" baseline="0" dirty="0">
                  <a:solidFill>
                    <a:schemeClr val="tx1"/>
                  </a:solidFill>
                  <a:latin typeface="HGP創英角ﾎﾟｯﾌﾟ体" panose="040B0A00000000000000" pitchFamily="50" charset="-128"/>
                  <a:ea typeface="HGP創英角ﾎﾟｯﾌﾟ体" panose="040B0A00000000000000" pitchFamily="50" charset="-128"/>
                </a:rPr>
                <a:t>ポイントコラム</a:t>
              </a:r>
            </a:p>
          </p:txBody>
        </p:sp>
        <p:pic>
          <p:nvPicPr>
            <p:cNvPr id="8" name="図 7">
              <a:extLst>
                <a:ext uri="{FF2B5EF4-FFF2-40B4-BE49-F238E27FC236}">
                  <a16:creationId xmlns:a16="http://schemas.microsoft.com/office/drawing/2014/main" id="{28E59DE7-F016-4DD7-9C80-3CB25F8A7AC6}"/>
                </a:ext>
              </a:extLst>
            </p:cNvPr>
            <p:cNvPicPr>
              <a:picLocks noChangeAspect="1"/>
            </p:cNvPicPr>
            <p:nvPr/>
          </p:nvPicPr>
          <p:blipFill>
            <a:blip r:embed="rId3"/>
            <a:stretch>
              <a:fillRect/>
            </a:stretch>
          </p:blipFill>
          <p:spPr>
            <a:xfrm>
              <a:off x="268873" y="805343"/>
              <a:ext cx="728929" cy="728929"/>
            </a:xfrm>
            <a:prstGeom prst="rect">
              <a:avLst/>
            </a:prstGeom>
          </p:spPr>
        </p:pic>
        <p:sp>
          <p:nvSpPr>
            <p:cNvPr id="9" name="吹き出し: 円形 8">
              <a:extLst>
                <a:ext uri="{FF2B5EF4-FFF2-40B4-BE49-F238E27FC236}">
                  <a16:creationId xmlns:a16="http://schemas.microsoft.com/office/drawing/2014/main" id="{1A3B0D07-9639-402F-8EC7-806D5CDC95BD}"/>
                </a:ext>
              </a:extLst>
            </p:cNvPr>
            <p:cNvSpPr/>
            <p:nvPr/>
          </p:nvSpPr>
          <p:spPr>
            <a:xfrm>
              <a:off x="993914" y="786891"/>
              <a:ext cx="630239" cy="446764"/>
            </a:xfrm>
            <a:prstGeom prst="wedgeEllipseCallout">
              <a:avLst>
                <a:gd name="adj1" fmla="val -45409"/>
                <a:gd name="adj2" fmla="val 32837"/>
              </a:avLst>
            </a:prstGeom>
            <a:noFill/>
            <a:ln/>
          </p:spPr>
          <p:style>
            <a:lnRef idx="2">
              <a:schemeClr val="accent6"/>
            </a:lnRef>
            <a:fillRef idx="1">
              <a:schemeClr val="lt1"/>
            </a:fillRef>
            <a:effectRef idx="0">
              <a:schemeClr val="accent6"/>
            </a:effectRef>
            <a:fontRef idx="minor">
              <a:schemeClr val="dk1"/>
            </a:fontRef>
          </p:style>
          <p:txBody>
            <a:bodyPr rtlCol="0" anchor="ctr"/>
            <a:lstStyle/>
            <a:p>
              <a:endParaRPr kumimoji="1" lang="ja-JP" altLang="en-US" sz="1600" dirty="0">
                <a:solidFill>
                  <a:schemeClr val="tx1"/>
                </a:solidFill>
                <a:latin typeface="HGP創英角ﾎﾟｯﾌﾟ体" panose="040B0A00000000000000" pitchFamily="50" charset="-128"/>
                <a:ea typeface="HGP創英角ﾎﾟｯﾌﾟ体" panose="040B0A00000000000000" pitchFamily="50" charset="-128"/>
              </a:endParaRPr>
            </a:p>
          </p:txBody>
        </p:sp>
      </p:grpSp>
      <p:sp>
        <p:nvSpPr>
          <p:cNvPr id="12" name="テキスト プレースホルダー 7">
            <a:extLst>
              <a:ext uri="{FF2B5EF4-FFF2-40B4-BE49-F238E27FC236}">
                <a16:creationId xmlns:a16="http://schemas.microsoft.com/office/drawing/2014/main" id="{4E6A31DE-7FE5-4684-BE8A-68D488E83B54}"/>
              </a:ext>
            </a:extLst>
          </p:cNvPr>
          <p:cNvSpPr txBox="1">
            <a:spLocks/>
          </p:cNvSpPr>
          <p:nvPr/>
        </p:nvSpPr>
        <p:spPr>
          <a:xfrm>
            <a:off x="462875" y="1357461"/>
            <a:ext cx="8216900" cy="427559"/>
          </a:xfrm>
          <a:prstGeom prst="rect">
            <a:avLst/>
          </a:prstGeom>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None/>
            </a:pPr>
            <a:r>
              <a:rPr lang="ja-JP" altLang="en-US" dirty="0"/>
              <a:t>どうせなら年齢のみのコンストラクタも作ったらきれいになる、と思う方もいるかもしれませんが、下記のように書いてもうまくいきません。</a:t>
            </a:r>
          </a:p>
        </p:txBody>
      </p:sp>
      <p:sp>
        <p:nvSpPr>
          <p:cNvPr id="54" name="Google Shape;172;p19">
            <a:extLst>
              <a:ext uri="{FF2B5EF4-FFF2-40B4-BE49-F238E27FC236}">
                <a16:creationId xmlns:a16="http://schemas.microsoft.com/office/drawing/2014/main" id="{8D325AC2-E976-46B8-869F-F3917BC0A8CB}"/>
              </a:ext>
            </a:extLst>
          </p:cNvPr>
          <p:cNvSpPr/>
          <p:nvPr/>
        </p:nvSpPr>
        <p:spPr>
          <a:xfrm>
            <a:off x="740359" y="1779828"/>
            <a:ext cx="7732228" cy="3042190"/>
          </a:xfrm>
          <a:prstGeom prst="rect">
            <a:avLst/>
          </a:prstGeom>
          <a:solidFill>
            <a:schemeClr val="bg1"/>
          </a:solidFill>
          <a:ln w="12700" cap="flat" cmpd="sng">
            <a:no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r>
              <a:rPr lang="en-US" altLang="ja-JP" sz="1400" dirty="0">
                <a:solidFill>
                  <a:schemeClr val="dk1"/>
                </a:solidFill>
                <a:cs typeface="MS Gothic"/>
                <a:sym typeface="MS Gothic"/>
              </a:rPr>
              <a:t>    // </a:t>
            </a:r>
            <a:r>
              <a:rPr lang="ja-JP" altLang="en-US" sz="1400" dirty="0">
                <a:solidFill>
                  <a:schemeClr val="dk1"/>
                </a:solidFill>
                <a:cs typeface="MS Gothic"/>
                <a:sym typeface="MS Gothic"/>
              </a:rPr>
              <a:t>名前のみ初期設定するコンストラクタ</a:t>
            </a:r>
          </a:p>
          <a:p>
            <a:r>
              <a:rPr lang="en-US" altLang="ja-JP" sz="1400" dirty="0">
                <a:solidFill>
                  <a:schemeClr val="dk1"/>
                </a:solidFill>
                <a:cs typeface="MS Gothic"/>
                <a:sym typeface="MS Gothic"/>
              </a:rPr>
              <a:t>    </a:t>
            </a:r>
            <a:r>
              <a:rPr lang="en-US" altLang="ja-JP" sz="1400" dirty="0">
                <a:cs typeface="MS Gothic"/>
                <a:sym typeface="MS Gothic"/>
              </a:rPr>
              <a:t>Student</a:t>
            </a:r>
            <a:r>
              <a:rPr lang="en-US" altLang="ja-JP" sz="1400" dirty="0">
                <a:solidFill>
                  <a:schemeClr val="dk1"/>
                </a:solidFill>
                <a:cs typeface="MS Gothic"/>
                <a:sym typeface="MS Gothic"/>
              </a:rPr>
              <a:t>(String name)</a:t>
            </a:r>
            <a:r>
              <a:rPr lang="ja-JP" altLang="en-US" sz="1400" dirty="0">
                <a:solidFill>
                  <a:schemeClr val="dk1"/>
                </a:solidFill>
                <a:cs typeface="MS Gothic"/>
                <a:sym typeface="MS Gothic"/>
              </a:rPr>
              <a:t> </a:t>
            </a:r>
            <a:r>
              <a:rPr lang="en-US" altLang="ja-JP" sz="1400" dirty="0">
                <a:solidFill>
                  <a:schemeClr val="dk1"/>
                </a:solidFill>
                <a:cs typeface="MS Gothic"/>
                <a:sym typeface="MS Gothic"/>
              </a:rPr>
              <a:t>{</a:t>
            </a:r>
          </a:p>
          <a:p>
            <a:r>
              <a:rPr lang="en-US" altLang="ja-JP" sz="1400" dirty="0">
                <a:solidFill>
                  <a:schemeClr val="dk1"/>
                </a:solidFill>
                <a:cs typeface="MS Gothic"/>
                <a:sym typeface="MS Gothic"/>
              </a:rPr>
              <a:t>        this.name = name;</a:t>
            </a:r>
          </a:p>
          <a:p>
            <a:r>
              <a:rPr lang="en-US" altLang="ja-JP" sz="1400" dirty="0">
                <a:solidFill>
                  <a:schemeClr val="dk1"/>
                </a:solidFill>
                <a:cs typeface="MS Gothic"/>
                <a:sym typeface="MS Gothic"/>
              </a:rPr>
              <a:t>    }</a:t>
            </a:r>
          </a:p>
          <a:p>
            <a:pPr marL="0" marR="0" lvl="0" indent="0" algn="l" rtl="0">
              <a:spcBef>
                <a:spcPts val="0"/>
              </a:spcBef>
              <a:spcAft>
                <a:spcPts val="0"/>
              </a:spcAft>
              <a:buNone/>
            </a:pPr>
            <a:r>
              <a:rPr lang="en-US" altLang="ja-JP" sz="1400" dirty="0">
                <a:solidFill>
                  <a:schemeClr val="dk1"/>
                </a:solidFill>
                <a:cs typeface="MS Gothic"/>
                <a:sym typeface="MS Gothic"/>
              </a:rPr>
              <a:t>    // </a:t>
            </a:r>
            <a:r>
              <a:rPr lang="ja-JP" altLang="en-US" sz="1400" dirty="0">
                <a:solidFill>
                  <a:schemeClr val="dk1"/>
                </a:solidFill>
                <a:cs typeface="MS Gothic"/>
                <a:sym typeface="MS Gothic"/>
              </a:rPr>
              <a:t>年齢のみ初期設定するコンストラクタ</a:t>
            </a:r>
          </a:p>
          <a:p>
            <a:r>
              <a:rPr lang="en-US" altLang="ja-JP" sz="1400" dirty="0">
                <a:solidFill>
                  <a:schemeClr val="dk1"/>
                </a:solidFill>
                <a:cs typeface="MS Gothic"/>
                <a:sym typeface="MS Gothic"/>
              </a:rPr>
              <a:t>    </a:t>
            </a:r>
            <a:r>
              <a:rPr lang="en-US" altLang="ja-JP" sz="1400" dirty="0">
                <a:cs typeface="MS Gothic"/>
                <a:sym typeface="MS Gothic"/>
              </a:rPr>
              <a:t>Student</a:t>
            </a:r>
            <a:r>
              <a:rPr lang="en-US" altLang="ja-JP" sz="1400" dirty="0">
                <a:solidFill>
                  <a:schemeClr val="dk1"/>
                </a:solidFill>
                <a:cs typeface="MS Gothic"/>
                <a:sym typeface="MS Gothic"/>
              </a:rPr>
              <a:t>(int age)</a:t>
            </a:r>
            <a:r>
              <a:rPr lang="ja-JP" altLang="en-US" sz="1400" dirty="0">
                <a:solidFill>
                  <a:schemeClr val="dk1"/>
                </a:solidFill>
                <a:cs typeface="MS Gothic"/>
                <a:sym typeface="MS Gothic"/>
              </a:rPr>
              <a:t> </a:t>
            </a:r>
            <a:r>
              <a:rPr lang="en-US" altLang="ja-JP" sz="1400" dirty="0">
                <a:solidFill>
                  <a:schemeClr val="dk1"/>
                </a:solidFill>
                <a:cs typeface="MS Gothic"/>
                <a:sym typeface="MS Gothic"/>
              </a:rPr>
              <a:t>{</a:t>
            </a:r>
          </a:p>
          <a:p>
            <a:r>
              <a:rPr lang="en-US" altLang="ja-JP" sz="1400" dirty="0">
                <a:solidFill>
                  <a:schemeClr val="dk1"/>
                </a:solidFill>
                <a:cs typeface="MS Gothic"/>
                <a:sym typeface="MS Gothic"/>
              </a:rPr>
              <a:t>        </a:t>
            </a:r>
            <a:r>
              <a:rPr lang="en-US" altLang="ja-JP" sz="1400" dirty="0" err="1">
                <a:solidFill>
                  <a:schemeClr val="dk1"/>
                </a:solidFill>
                <a:cs typeface="MS Gothic"/>
                <a:sym typeface="MS Gothic"/>
              </a:rPr>
              <a:t>this.age</a:t>
            </a:r>
            <a:r>
              <a:rPr lang="en-US" altLang="ja-JP" sz="1400" dirty="0">
                <a:solidFill>
                  <a:schemeClr val="dk1"/>
                </a:solidFill>
                <a:cs typeface="MS Gothic"/>
                <a:sym typeface="MS Gothic"/>
              </a:rPr>
              <a:t> = age;</a:t>
            </a:r>
          </a:p>
          <a:p>
            <a:r>
              <a:rPr lang="en-US" altLang="ja-JP" sz="1400" dirty="0">
                <a:solidFill>
                  <a:schemeClr val="dk1"/>
                </a:solidFill>
                <a:cs typeface="MS Gothic"/>
                <a:sym typeface="MS Gothic"/>
              </a:rPr>
              <a:t>    }</a:t>
            </a:r>
          </a:p>
          <a:p>
            <a:r>
              <a:rPr lang="en-US" altLang="ja-JP" sz="1400" dirty="0">
                <a:solidFill>
                  <a:schemeClr val="dk1"/>
                </a:solidFill>
                <a:cs typeface="MS Gothic"/>
                <a:sym typeface="MS Gothic"/>
              </a:rPr>
              <a:t>    // </a:t>
            </a:r>
            <a:r>
              <a:rPr lang="ja-JP" altLang="en-US" sz="1400" dirty="0">
                <a:solidFill>
                  <a:schemeClr val="dk1"/>
                </a:solidFill>
                <a:cs typeface="MS Gothic"/>
                <a:sym typeface="MS Gothic"/>
              </a:rPr>
              <a:t>名前と年齢を初期設定するコンストラクタ</a:t>
            </a:r>
          </a:p>
          <a:p>
            <a:r>
              <a:rPr lang="en-US" altLang="ja-JP" sz="1400" dirty="0">
                <a:solidFill>
                  <a:schemeClr val="dk1"/>
                </a:solidFill>
                <a:cs typeface="MS Gothic"/>
                <a:sym typeface="MS Gothic"/>
              </a:rPr>
              <a:t>    </a:t>
            </a:r>
            <a:r>
              <a:rPr lang="en-US" altLang="ja-JP" sz="1400" dirty="0">
                <a:cs typeface="MS Gothic"/>
                <a:sym typeface="MS Gothic"/>
              </a:rPr>
              <a:t>Student</a:t>
            </a:r>
            <a:r>
              <a:rPr lang="en-US" altLang="ja-JP" sz="1400" dirty="0">
                <a:solidFill>
                  <a:schemeClr val="dk1"/>
                </a:solidFill>
                <a:cs typeface="MS Gothic"/>
                <a:sym typeface="MS Gothic"/>
              </a:rPr>
              <a:t>(String name, int age)</a:t>
            </a:r>
            <a:r>
              <a:rPr lang="ja-JP" altLang="en-US" sz="1400" dirty="0">
                <a:solidFill>
                  <a:schemeClr val="dk1"/>
                </a:solidFill>
                <a:cs typeface="MS Gothic"/>
                <a:sym typeface="MS Gothic"/>
              </a:rPr>
              <a:t> </a:t>
            </a:r>
            <a:r>
              <a:rPr lang="en-US" altLang="ja-JP" sz="1400" dirty="0">
                <a:solidFill>
                  <a:schemeClr val="dk1"/>
                </a:solidFill>
                <a:cs typeface="MS Gothic"/>
                <a:sym typeface="MS Gothic"/>
              </a:rPr>
              <a:t>{</a:t>
            </a:r>
          </a:p>
          <a:p>
            <a:r>
              <a:rPr lang="en-US" altLang="ja-JP" sz="1400" dirty="0">
                <a:solidFill>
                  <a:schemeClr val="dk1"/>
                </a:solidFill>
                <a:cs typeface="MS Gothic"/>
                <a:sym typeface="MS Gothic"/>
              </a:rPr>
              <a:t>        </a:t>
            </a:r>
            <a:r>
              <a:rPr lang="en-US" altLang="ja-JP" sz="1400" dirty="0">
                <a:cs typeface="MS Gothic"/>
                <a:sym typeface="MS Gothic"/>
              </a:rPr>
              <a:t>this(name)</a:t>
            </a:r>
            <a:r>
              <a:rPr lang="en-US" altLang="ja-JP" sz="1400" dirty="0">
                <a:solidFill>
                  <a:schemeClr val="dk1"/>
                </a:solidFill>
                <a:cs typeface="MS Gothic"/>
                <a:sym typeface="MS Gothic"/>
              </a:rPr>
              <a:t>;</a:t>
            </a:r>
          </a:p>
          <a:p>
            <a:r>
              <a:rPr lang="en-US" altLang="ja-JP" sz="1400" dirty="0">
                <a:solidFill>
                  <a:schemeClr val="dk1"/>
                </a:solidFill>
                <a:cs typeface="MS Gothic"/>
                <a:sym typeface="MS Gothic"/>
              </a:rPr>
              <a:t>        </a:t>
            </a:r>
            <a:r>
              <a:rPr lang="en-US" altLang="ja-JP" sz="1400" b="1" dirty="0">
                <a:solidFill>
                  <a:srgbClr val="C00000"/>
                </a:solidFill>
                <a:cs typeface="MS Gothic"/>
                <a:sym typeface="MS Gothic"/>
              </a:rPr>
              <a:t>this(age)</a:t>
            </a:r>
            <a:r>
              <a:rPr lang="en-US" altLang="ja-JP" sz="1400" dirty="0">
                <a:solidFill>
                  <a:schemeClr val="dk1"/>
                </a:solidFill>
                <a:cs typeface="MS Gothic"/>
                <a:sym typeface="MS Gothic"/>
              </a:rPr>
              <a:t>;</a:t>
            </a:r>
          </a:p>
          <a:p>
            <a:r>
              <a:rPr lang="en-US" altLang="ja-JP" sz="1400" dirty="0">
                <a:solidFill>
                  <a:schemeClr val="dk1"/>
                </a:solidFill>
                <a:cs typeface="MS Gothic"/>
                <a:sym typeface="MS Gothic"/>
              </a:rPr>
              <a:t>    }</a:t>
            </a:r>
          </a:p>
        </p:txBody>
      </p:sp>
      <p:sp>
        <p:nvSpPr>
          <p:cNvPr id="58" name="吹き出し: 角を丸めた四角形 57">
            <a:extLst>
              <a:ext uri="{FF2B5EF4-FFF2-40B4-BE49-F238E27FC236}">
                <a16:creationId xmlns:a16="http://schemas.microsoft.com/office/drawing/2014/main" id="{3EE40289-3B86-4926-8C62-167A9A1A7C16}"/>
              </a:ext>
            </a:extLst>
          </p:cNvPr>
          <p:cNvSpPr/>
          <p:nvPr/>
        </p:nvSpPr>
        <p:spPr>
          <a:xfrm>
            <a:off x="3224063" y="4035910"/>
            <a:ext cx="5352118" cy="696990"/>
          </a:xfrm>
          <a:prstGeom prst="wedgeRoundRectCallout">
            <a:avLst>
              <a:gd name="adj1" fmla="val -64589"/>
              <a:gd name="adj2" fmla="val -8969"/>
              <a:gd name="adj3" fmla="val 16667"/>
            </a:avLst>
          </a:prstGeom>
          <a:solidFill>
            <a:schemeClr val="bg1"/>
          </a:solid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1400" dirty="0">
                <a:solidFill>
                  <a:schemeClr val="tx1"/>
                </a:solidFill>
              </a:rPr>
              <a:t>この行でコンパイルエラーになります。</a:t>
            </a:r>
            <a:r>
              <a:rPr kumimoji="1" lang="en-US" altLang="ja-JP" sz="1400" dirty="0">
                <a:solidFill>
                  <a:schemeClr val="tx1"/>
                </a:solidFill>
              </a:rPr>
              <a:t>this();</a:t>
            </a:r>
            <a:r>
              <a:rPr kumimoji="1" lang="ja-JP" altLang="en-US" sz="1400" dirty="0">
                <a:solidFill>
                  <a:schemeClr val="tx1"/>
                </a:solidFill>
              </a:rPr>
              <a:t>はコンストラクタの</a:t>
            </a:r>
            <a:r>
              <a:rPr kumimoji="1" lang="en-US" altLang="ja-JP" sz="1400" dirty="0">
                <a:solidFill>
                  <a:schemeClr val="tx1"/>
                </a:solidFill>
              </a:rPr>
              <a:t>1</a:t>
            </a:r>
            <a:r>
              <a:rPr kumimoji="1" lang="ja-JP" altLang="en-US" sz="1400" dirty="0">
                <a:solidFill>
                  <a:schemeClr val="tx1"/>
                </a:solidFill>
              </a:rPr>
              <a:t>行目にしか書けないというルールになっているためです。</a:t>
            </a:r>
            <a:endParaRPr kumimoji="1" lang="en-US" altLang="ja-JP" sz="1400" dirty="0">
              <a:solidFill>
                <a:schemeClr val="tx1"/>
              </a:solidFill>
            </a:endParaRPr>
          </a:p>
        </p:txBody>
      </p:sp>
      <p:sp>
        <p:nvSpPr>
          <p:cNvPr id="59" name="四角形: 角を丸くする 58">
            <a:extLst>
              <a:ext uri="{FF2B5EF4-FFF2-40B4-BE49-F238E27FC236}">
                <a16:creationId xmlns:a16="http://schemas.microsoft.com/office/drawing/2014/main" id="{29A8E844-6419-4722-8B83-06B62EF621BC}"/>
              </a:ext>
            </a:extLst>
          </p:cNvPr>
          <p:cNvSpPr/>
          <p:nvPr/>
        </p:nvSpPr>
        <p:spPr>
          <a:xfrm>
            <a:off x="4547746" y="2015656"/>
            <a:ext cx="4069696" cy="1342825"/>
          </a:xfrm>
          <a:prstGeom prst="roundRect">
            <a:avLst/>
          </a:prstGeom>
          <a:solidFill>
            <a:schemeClr val="bg1"/>
          </a:solidFill>
          <a:ln w="28575">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1400" dirty="0">
                <a:solidFill>
                  <a:schemeClr val="tx1"/>
                </a:solidFill>
              </a:rPr>
              <a:t>実はコンストラクタの</a:t>
            </a:r>
            <a:r>
              <a:rPr kumimoji="1" lang="en-US" altLang="ja-JP" sz="1400" dirty="0">
                <a:solidFill>
                  <a:schemeClr val="tx1"/>
                </a:solidFill>
              </a:rPr>
              <a:t>1</a:t>
            </a:r>
            <a:r>
              <a:rPr kumimoji="1" lang="ja-JP" altLang="en-US" sz="1400" dirty="0">
                <a:solidFill>
                  <a:schemeClr val="tx1"/>
                </a:solidFill>
              </a:rPr>
              <a:t>行目は</a:t>
            </a:r>
            <a:r>
              <a:rPr kumimoji="1" lang="en-US" altLang="ja-JP" sz="1400" dirty="0">
                <a:solidFill>
                  <a:schemeClr val="tx1"/>
                </a:solidFill>
              </a:rPr>
              <a:t>this();</a:t>
            </a:r>
            <a:r>
              <a:rPr kumimoji="1" lang="ja-JP" altLang="en-US" sz="1400" dirty="0">
                <a:solidFill>
                  <a:schemeClr val="tx1"/>
                </a:solidFill>
              </a:rPr>
              <a:t>か</a:t>
            </a:r>
            <a:r>
              <a:rPr kumimoji="1" lang="en-US" altLang="ja-JP" sz="1400" dirty="0">
                <a:solidFill>
                  <a:schemeClr val="tx1"/>
                </a:solidFill>
              </a:rPr>
              <a:t>super();</a:t>
            </a:r>
            <a:r>
              <a:rPr kumimoji="1" lang="ja-JP" altLang="en-US" sz="1400" dirty="0">
                <a:solidFill>
                  <a:schemeClr val="tx1"/>
                </a:solidFill>
              </a:rPr>
              <a:t>のいずれかでないといけないと決まっています。どちらも書かない場合はコンパイラが自動的に</a:t>
            </a:r>
            <a:r>
              <a:rPr kumimoji="1" lang="en-US" altLang="ja-JP" sz="1400" dirty="0">
                <a:solidFill>
                  <a:schemeClr val="tx1"/>
                </a:solidFill>
              </a:rPr>
              <a:t>1</a:t>
            </a:r>
            <a:r>
              <a:rPr kumimoji="1" lang="ja-JP" altLang="en-US" sz="1400" dirty="0">
                <a:solidFill>
                  <a:schemeClr val="tx1"/>
                </a:solidFill>
              </a:rPr>
              <a:t>行目に</a:t>
            </a:r>
            <a:r>
              <a:rPr kumimoji="1" lang="en-US" altLang="ja-JP" sz="1400" dirty="0">
                <a:solidFill>
                  <a:schemeClr val="tx1"/>
                </a:solidFill>
              </a:rPr>
              <a:t>super();</a:t>
            </a:r>
            <a:r>
              <a:rPr kumimoji="1" lang="ja-JP" altLang="en-US" sz="1400" dirty="0">
                <a:solidFill>
                  <a:schemeClr val="tx1"/>
                </a:solidFill>
              </a:rPr>
              <a:t>を追加します。</a:t>
            </a:r>
          </a:p>
          <a:p>
            <a:r>
              <a:rPr kumimoji="1" lang="en-US" altLang="ja-JP" sz="1400" dirty="0">
                <a:solidFill>
                  <a:schemeClr val="tx1"/>
                </a:solidFill>
              </a:rPr>
              <a:t>super();</a:t>
            </a:r>
            <a:r>
              <a:rPr kumimoji="1" lang="ja-JP" altLang="en-US" sz="1400" dirty="0">
                <a:solidFill>
                  <a:schemeClr val="tx1"/>
                </a:solidFill>
              </a:rPr>
              <a:t>が何を表すかは継承の単元で学びます。</a:t>
            </a:r>
          </a:p>
        </p:txBody>
      </p:sp>
    </p:spTree>
    <p:extLst>
      <p:ext uri="{BB962C8B-B14F-4D97-AF65-F5344CB8AC3E}">
        <p14:creationId xmlns:p14="http://schemas.microsoft.com/office/powerpoint/2010/main" val="300162096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DE764CD8-0B12-484E-890C-8A5A26296D13}"/>
              </a:ext>
            </a:extLst>
          </p:cNvPr>
          <p:cNvSpPr>
            <a:spLocks noGrp="1"/>
          </p:cNvSpPr>
          <p:nvPr>
            <p:ph type="ftr" sz="quarter" idx="11"/>
          </p:nvPr>
        </p:nvSpPr>
        <p:spPr/>
        <p:txBody>
          <a:bodyPr/>
          <a:lstStyle/>
          <a:p>
            <a:r>
              <a:rPr kumimoji="1" lang="en-US" altLang="ja-JP"/>
              <a:t>copyright ©ITCollege All Rights Reserved</a:t>
            </a:r>
            <a:endParaRPr kumimoji="1" lang="ja-JP" altLang="en-US" dirty="0">
              <a:latin typeface="+mn-ea"/>
            </a:endParaRPr>
          </a:p>
        </p:txBody>
      </p:sp>
      <p:sp>
        <p:nvSpPr>
          <p:cNvPr id="7" name="タイトル 6">
            <a:extLst>
              <a:ext uri="{FF2B5EF4-FFF2-40B4-BE49-F238E27FC236}">
                <a16:creationId xmlns:a16="http://schemas.microsoft.com/office/drawing/2014/main" id="{9630AD22-E64D-4A96-B059-2AF9F6580C25}"/>
              </a:ext>
            </a:extLst>
          </p:cNvPr>
          <p:cNvSpPr>
            <a:spLocks noGrp="1"/>
          </p:cNvSpPr>
          <p:nvPr>
            <p:ph type="ctrTitle"/>
          </p:nvPr>
        </p:nvSpPr>
        <p:spPr/>
        <p:txBody>
          <a:bodyPr/>
          <a:lstStyle/>
          <a:p>
            <a:r>
              <a:rPr lang="ja-JP" altLang="en-US" dirty="0"/>
              <a:t>デフォルトコンストラクタ</a:t>
            </a:r>
          </a:p>
        </p:txBody>
      </p:sp>
      <p:sp>
        <p:nvSpPr>
          <p:cNvPr id="5" name="スライド番号プレースホルダー 4">
            <a:extLst>
              <a:ext uri="{FF2B5EF4-FFF2-40B4-BE49-F238E27FC236}">
                <a16:creationId xmlns:a16="http://schemas.microsoft.com/office/drawing/2014/main" id="{433B62C4-B6B9-4622-B802-69C25D6F2A49}"/>
              </a:ext>
            </a:extLst>
          </p:cNvPr>
          <p:cNvSpPr>
            <a:spLocks noGrp="1"/>
          </p:cNvSpPr>
          <p:nvPr>
            <p:ph type="sldNum" sz="quarter" idx="4"/>
          </p:nvPr>
        </p:nvSpPr>
        <p:spPr/>
        <p:txBody>
          <a:bodyPr/>
          <a:lstStyle/>
          <a:p>
            <a:fld id="{00000000-1234-1234-1234-123412341234}" type="slidenum">
              <a:rPr lang="en" smtClean="0"/>
              <a:pPr/>
              <a:t>28</a:t>
            </a:fld>
            <a:endParaRPr lang="en" dirty="0">
              <a:latin typeface="+mn-ea"/>
            </a:endParaRPr>
          </a:p>
        </p:txBody>
      </p:sp>
      <p:sp>
        <p:nvSpPr>
          <p:cNvPr id="8" name="テキスト プレースホルダー 7">
            <a:extLst>
              <a:ext uri="{FF2B5EF4-FFF2-40B4-BE49-F238E27FC236}">
                <a16:creationId xmlns:a16="http://schemas.microsoft.com/office/drawing/2014/main" id="{787CF02A-01AB-4517-BA3E-25572FA82648}"/>
              </a:ext>
            </a:extLst>
          </p:cNvPr>
          <p:cNvSpPr>
            <a:spLocks noGrp="1"/>
          </p:cNvSpPr>
          <p:nvPr>
            <p:ph type="body" sz="quarter" idx="14"/>
          </p:nvPr>
        </p:nvSpPr>
        <p:spPr>
          <a:xfrm>
            <a:off x="462875" y="859491"/>
            <a:ext cx="8216900" cy="3926518"/>
          </a:xfrm>
        </p:spPr>
        <p:txBody>
          <a:bodyPr/>
          <a:lstStyle/>
          <a:p>
            <a:pPr marL="96838" indent="0">
              <a:buNone/>
            </a:pPr>
            <a:r>
              <a:rPr lang="ja-JP" altLang="en-US" dirty="0"/>
              <a:t>インスタンスを作成した直後に必ず動く処理があるということを見てきました。</a:t>
            </a:r>
          </a:p>
          <a:p>
            <a:pPr marL="96838" indent="0">
              <a:buNone/>
            </a:pPr>
            <a:r>
              <a:rPr lang="ja-JP" altLang="en-US" dirty="0"/>
              <a:t>ところが最初のうち私たちは</a:t>
            </a:r>
            <a:r>
              <a:rPr lang="en-US" altLang="ja-JP" dirty="0"/>
              <a:t>Student</a:t>
            </a:r>
            <a:r>
              <a:rPr lang="ja-JP" altLang="en-US" dirty="0"/>
              <a:t>クラスにコンストラクタは書いていませんでした。また、インスタンスを作る際は</a:t>
            </a:r>
          </a:p>
          <a:p>
            <a:pPr marL="96838" indent="0">
              <a:buNone/>
            </a:pPr>
            <a:r>
              <a:rPr lang="en-US" altLang="ja-JP" dirty="0"/>
              <a:t>Student</a:t>
            </a:r>
            <a:r>
              <a:rPr lang="ja-JP" altLang="en-US" dirty="0"/>
              <a:t> </a:t>
            </a:r>
            <a:r>
              <a:rPr lang="en-US" altLang="ja-JP" dirty="0"/>
              <a:t>student</a:t>
            </a:r>
            <a:r>
              <a:rPr lang="ja-JP" altLang="en-US" dirty="0"/>
              <a:t> </a:t>
            </a:r>
            <a:r>
              <a:rPr lang="en-US" altLang="ja-JP" dirty="0"/>
              <a:t>=</a:t>
            </a:r>
            <a:r>
              <a:rPr lang="ja-JP" altLang="en-US" dirty="0"/>
              <a:t> </a:t>
            </a:r>
            <a:r>
              <a:rPr lang="en-US" altLang="ja-JP" dirty="0"/>
              <a:t>new</a:t>
            </a:r>
            <a:r>
              <a:rPr lang="ja-JP" altLang="en-US" dirty="0"/>
              <a:t> </a:t>
            </a:r>
            <a:r>
              <a:rPr lang="en-US" altLang="ja-JP" dirty="0"/>
              <a:t>Student();</a:t>
            </a:r>
          </a:p>
          <a:p>
            <a:pPr marL="96838" indent="0">
              <a:buNone/>
            </a:pPr>
            <a:r>
              <a:rPr lang="ja-JP" altLang="en-US" dirty="0"/>
              <a:t>のように引数なしで書いていました。では引数なしで書いた場合はコンストラクタは呼び出されないのでしょうか？　実は下のような</a:t>
            </a:r>
            <a:r>
              <a:rPr lang="en-US" altLang="ja-JP" dirty="0"/>
              <a:t>2</a:t>
            </a:r>
            <a:r>
              <a:rPr lang="ja-JP" altLang="en-US" dirty="0"/>
              <a:t>つのクラスを作って</a:t>
            </a:r>
            <a:r>
              <a:rPr lang="en-US" altLang="ja-JP" dirty="0" err="1"/>
              <a:t>DoNoParam</a:t>
            </a:r>
            <a:r>
              <a:rPr lang="ja-JP" altLang="en-US" dirty="0"/>
              <a:t>クラスを実行すると</a:t>
            </a:r>
          </a:p>
          <a:p>
            <a:pPr marL="96838" indent="0">
              <a:buNone/>
            </a:pPr>
            <a:r>
              <a:rPr lang="en-US" altLang="ja-JP" dirty="0"/>
              <a:t>OK</a:t>
            </a:r>
          </a:p>
          <a:p>
            <a:pPr marL="96838" indent="0">
              <a:buNone/>
            </a:pPr>
            <a:r>
              <a:rPr lang="ja-JP" altLang="en-US" dirty="0"/>
              <a:t>と表示されます。引数なしでインスタンスを作成してもコンストラクタは呼び出されるのです。では、上記の</a:t>
            </a:r>
            <a:r>
              <a:rPr lang="en-US" altLang="ja-JP" dirty="0"/>
              <a:t>new Student()</a:t>
            </a:r>
            <a:r>
              <a:rPr lang="ja-JP" altLang="en-US" dirty="0"/>
              <a:t>の書き方でもコンストラクタは呼び出されたのでしょうか？</a:t>
            </a:r>
            <a:endParaRPr lang="en-US" altLang="ja-JP" dirty="0"/>
          </a:p>
        </p:txBody>
      </p:sp>
      <p:sp>
        <p:nvSpPr>
          <p:cNvPr id="6" name="Google Shape;172;p19">
            <a:extLst>
              <a:ext uri="{FF2B5EF4-FFF2-40B4-BE49-F238E27FC236}">
                <a16:creationId xmlns:a16="http://schemas.microsoft.com/office/drawing/2014/main" id="{D015AD05-2057-4035-B424-3DE683C40042}"/>
              </a:ext>
            </a:extLst>
          </p:cNvPr>
          <p:cNvSpPr/>
          <p:nvPr/>
        </p:nvSpPr>
        <p:spPr>
          <a:xfrm>
            <a:off x="328593" y="3286724"/>
            <a:ext cx="4153886" cy="1534984"/>
          </a:xfrm>
          <a:prstGeom prst="rect">
            <a:avLst/>
          </a:prstGeom>
          <a:solidFill>
            <a:schemeClr val="bg1"/>
          </a:solidFill>
          <a:ln w="12700" cap="flat" cmpd="sng">
            <a:no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r>
              <a:rPr lang="en-US" altLang="ja-JP" sz="1400" dirty="0">
                <a:solidFill>
                  <a:schemeClr val="dk1"/>
                </a:solidFill>
                <a:cs typeface="MS Gothic"/>
                <a:sym typeface="MS Gothic"/>
              </a:rPr>
              <a:t>public class </a:t>
            </a:r>
            <a:r>
              <a:rPr lang="en-US" altLang="ja-JP" sz="1400" dirty="0" err="1">
                <a:solidFill>
                  <a:schemeClr val="dk1"/>
                </a:solidFill>
                <a:cs typeface="MS Gothic"/>
                <a:sym typeface="MS Gothic"/>
              </a:rPr>
              <a:t>DoNoParam</a:t>
            </a:r>
            <a:r>
              <a:rPr lang="en-US" altLang="ja-JP" sz="1400" dirty="0">
                <a:solidFill>
                  <a:schemeClr val="dk1"/>
                </a:solidFill>
                <a:cs typeface="MS Gothic"/>
                <a:sym typeface="MS Gothic"/>
              </a:rPr>
              <a:t> {</a:t>
            </a:r>
          </a:p>
          <a:p>
            <a:pPr marL="0" marR="0" lvl="0" indent="0" algn="l" rtl="0">
              <a:spcBef>
                <a:spcPts val="0"/>
              </a:spcBef>
              <a:spcAft>
                <a:spcPts val="0"/>
              </a:spcAft>
              <a:buNone/>
            </a:pPr>
            <a:r>
              <a:rPr lang="en-US" altLang="ja-JP" sz="1400" dirty="0">
                <a:solidFill>
                  <a:schemeClr val="dk1"/>
                </a:solidFill>
                <a:cs typeface="MS Gothic"/>
                <a:sym typeface="MS Gothic"/>
              </a:rPr>
              <a:t>    public static void main(String[] </a:t>
            </a:r>
            <a:r>
              <a:rPr lang="en-US" altLang="ja-JP" sz="1400" dirty="0" err="1">
                <a:solidFill>
                  <a:schemeClr val="dk1"/>
                </a:solidFill>
                <a:cs typeface="MS Gothic"/>
                <a:sym typeface="MS Gothic"/>
              </a:rPr>
              <a:t>args</a:t>
            </a:r>
            <a:r>
              <a:rPr lang="en-US" altLang="ja-JP" sz="1400" dirty="0">
                <a:solidFill>
                  <a:schemeClr val="dk1"/>
                </a:solidFill>
                <a:cs typeface="MS Gothic"/>
                <a:sym typeface="MS Gothic"/>
              </a:rPr>
              <a:t>) {</a:t>
            </a:r>
          </a:p>
          <a:p>
            <a:pPr marL="0" marR="0" lvl="0" indent="0" algn="l" rtl="0">
              <a:spcBef>
                <a:spcPts val="0"/>
              </a:spcBef>
              <a:spcAft>
                <a:spcPts val="0"/>
              </a:spcAft>
              <a:buNone/>
            </a:pPr>
            <a:r>
              <a:rPr lang="en-US" altLang="ja-JP" sz="1400" dirty="0">
                <a:solidFill>
                  <a:schemeClr val="dk1"/>
                </a:solidFill>
                <a:cs typeface="MS Gothic"/>
                <a:sym typeface="MS Gothic"/>
              </a:rPr>
              <a:t>        // </a:t>
            </a:r>
            <a:r>
              <a:rPr lang="ja-JP" altLang="en-US" sz="1400" dirty="0">
                <a:solidFill>
                  <a:schemeClr val="dk1"/>
                </a:solidFill>
                <a:cs typeface="MS Gothic"/>
                <a:sym typeface="MS Gothic"/>
              </a:rPr>
              <a:t>インスタンス作成</a:t>
            </a:r>
          </a:p>
          <a:p>
            <a:pPr marL="0" marR="0" lvl="0" indent="0" algn="l" rtl="0">
              <a:spcBef>
                <a:spcPts val="0"/>
              </a:spcBef>
              <a:spcAft>
                <a:spcPts val="0"/>
              </a:spcAft>
              <a:buNone/>
            </a:pPr>
            <a:r>
              <a:rPr lang="en-US" altLang="ja-JP" sz="1400" dirty="0">
                <a:solidFill>
                  <a:schemeClr val="dk1"/>
                </a:solidFill>
                <a:cs typeface="MS Gothic"/>
                <a:sym typeface="MS Gothic"/>
              </a:rPr>
              <a:t>        </a:t>
            </a:r>
            <a:r>
              <a:rPr lang="en-US" altLang="ja-JP" sz="1400" dirty="0" err="1">
                <a:solidFill>
                  <a:schemeClr val="dk1"/>
                </a:solidFill>
                <a:cs typeface="MS Gothic"/>
                <a:sym typeface="MS Gothic"/>
              </a:rPr>
              <a:t>NoParam</a:t>
            </a:r>
            <a:r>
              <a:rPr lang="ja-JP" altLang="en-US" sz="1400" dirty="0">
                <a:solidFill>
                  <a:schemeClr val="dk1"/>
                </a:solidFill>
                <a:cs typeface="MS Gothic"/>
                <a:sym typeface="MS Gothic"/>
              </a:rPr>
              <a:t> </a:t>
            </a:r>
            <a:r>
              <a:rPr lang="en-US" altLang="ja-JP" sz="1400" dirty="0" err="1">
                <a:solidFill>
                  <a:schemeClr val="dk1"/>
                </a:solidFill>
                <a:cs typeface="MS Gothic"/>
                <a:sym typeface="MS Gothic"/>
              </a:rPr>
              <a:t>noParam</a:t>
            </a:r>
            <a:r>
              <a:rPr lang="en-US" altLang="ja-JP" sz="1400" dirty="0">
                <a:solidFill>
                  <a:schemeClr val="dk1"/>
                </a:solidFill>
                <a:cs typeface="MS Gothic"/>
                <a:sym typeface="MS Gothic"/>
              </a:rPr>
              <a:t> = new </a:t>
            </a:r>
            <a:r>
              <a:rPr lang="en-US" altLang="ja-JP" sz="1400" dirty="0" err="1">
                <a:solidFill>
                  <a:schemeClr val="dk1"/>
                </a:solidFill>
                <a:cs typeface="MS Gothic"/>
                <a:sym typeface="MS Gothic"/>
              </a:rPr>
              <a:t>NoParam</a:t>
            </a:r>
            <a:r>
              <a:rPr lang="en-US" altLang="ja-JP" sz="1400" dirty="0">
                <a:solidFill>
                  <a:schemeClr val="dk1"/>
                </a:solidFill>
                <a:cs typeface="MS Gothic"/>
                <a:sym typeface="MS Gothic"/>
              </a:rPr>
              <a:t>();</a:t>
            </a:r>
          </a:p>
          <a:p>
            <a:pPr marL="0" marR="0" lvl="0" indent="0" algn="l" rtl="0">
              <a:spcBef>
                <a:spcPts val="0"/>
              </a:spcBef>
              <a:spcAft>
                <a:spcPts val="0"/>
              </a:spcAft>
              <a:buNone/>
            </a:pPr>
            <a:r>
              <a:rPr lang="en-US" altLang="ja-JP" sz="1400" dirty="0">
                <a:solidFill>
                  <a:schemeClr val="dk1"/>
                </a:solidFill>
                <a:cs typeface="MS Gothic"/>
                <a:sym typeface="MS Gothic"/>
              </a:rPr>
              <a:t>    }</a:t>
            </a:r>
          </a:p>
          <a:p>
            <a:pPr marL="0" marR="0" lvl="0" indent="0" algn="l" rtl="0">
              <a:spcBef>
                <a:spcPts val="0"/>
              </a:spcBef>
              <a:spcAft>
                <a:spcPts val="0"/>
              </a:spcAft>
              <a:buNone/>
            </a:pPr>
            <a:r>
              <a:rPr lang="en-US" altLang="ja-JP" sz="1400" dirty="0">
                <a:solidFill>
                  <a:schemeClr val="dk1"/>
                </a:solidFill>
                <a:cs typeface="MS Gothic"/>
                <a:sym typeface="MS Gothic"/>
              </a:rPr>
              <a:t>}</a:t>
            </a:r>
          </a:p>
          <a:p>
            <a:pPr marL="0" marR="0" lvl="0" indent="0" algn="l" rtl="0">
              <a:spcBef>
                <a:spcPts val="0"/>
              </a:spcBef>
              <a:spcAft>
                <a:spcPts val="0"/>
              </a:spcAft>
              <a:buNone/>
            </a:pPr>
            <a:endParaRPr lang="en-US" altLang="ja-JP" sz="1400" dirty="0">
              <a:solidFill>
                <a:schemeClr val="dk1"/>
              </a:solidFill>
              <a:cs typeface="MS Gothic"/>
              <a:sym typeface="MS Gothic"/>
            </a:endParaRPr>
          </a:p>
        </p:txBody>
      </p:sp>
      <p:sp>
        <p:nvSpPr>
          <p:cNvPr id="9" name="Google Shape;172;p19">
            <a:extLst>
              <a:ext uri="{FF2B5EF4-FFF2-40B4-BE49-F238E27FC236}">
                <a16:creationId xmlns:a16="http://schemas.microsoft.com/office/drawing/2014/main" id="{52984E66-2589-4490-9890-A31EFD7120D0}"/>
              </a:ext>
            </a:extLst>
          </p:cNvPr>
          <p:cNvSpPr/>
          <p:nvPr/>
        </p:nvSpPr>
        <p:spPr>
          <a:xfrm>
            <a:off x="4616761" y="3286724"/>
            <a:ext cx="4153886" cy="1534984"/>
          </a:xfrm>
          <a:prstGeom prst="rect">
            <a:avLst/>
          </a:prstGeom>
          <a:solidFill>
            <a:schemeClr val="bg1"/>
          </a:solidFill>
          <a:ln w="12700" cap="flat" cmpd="sng">
            <a:no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r>
              <a:rPr lang="en-US" altLang="ja-JP" sz="1400" dirty="0">
                <a:solidFill>
                  <a:schemeClr val="dk1"/>
                </a:solidFill>
                <a:cs typeface="MS Gothic"/>
                <a:sym typeface="MS Gothic"/>
              </a:rPr>
              <a:t>public class </a:t>
            </a:r>
            <a:r>
              <a:rPr lang="en-US" altLang="ja-JP" sz="1400" dirty="0" err="1">
                <a:solidFill>
                  <a:schemeClr val="dk1"/>
                </a:solidFill>
                <a:cs typeface="MS Gothic"/>
                <a:sym typeface="MS Gothic"/>
              </a:rPr>
              <a:t>NoParam</a:t>
            </a:r>
            <a:r>
              <a:rPr lang="en-US" altLang="ja-JP" sz="1400" dirty="0">
                <a:solidFill>
                  <a:schemeClr val="dk1"/>
                </a:solidFill>
                <a:cs typeface="MS Gothic"/>
                <a:sym typeface="MS Gothic"/>
              </a:rPr>
              <a:t> {</a:t>
            </a:r>
          </a:p>
          <a:p>
            <a:pPr marL="0" marR="0" lvl="0" indent="0" algn="l" rtl="0">
              <a:spcBef>
                <a:spcPts val="0"/>
              </a:spcBef>
              <a:spcAft>
                <a:spcPts val="0"/>
              </a:spcAft>
              <a:buNone/>
            </a:pPr>
            <a:r>
              <a:rPr lang="en-US" altLang="ja-JP" sz="1400" dirty="0">
                <a:solidFill>
                  <a:schemeClr val="dk1"/>
                </a:solidFill>
                <a:cs typeface="MS Gothic"/>
                <a:sym typeface="MS Gothic"/>
              </a:rPr>
              <a:t>    // </a:t>
            </a:r>
            <a:r>
              <a:rPr lang="ja-JP" altLang="en-US" sz="1400" dirty="0">
                <a:solidFill>
                  <a:schemeClr val="dk1"/>
                </a:solidFill>
                <a:cs typeface="MS Gothic"/>
                <a:sym typeface="MS Gothic"/>
              </a:rPr>
              <a:t>引数なしのコンストラクタ</a:t>
            </a:r>
            <a:endParaRPr lang="en-US" altLang="ja-JP" sz="1400" dirty="0">
              <a:solidFill>
                <a:schemeClr val="dk1"/>
              </a:solidFill>
              <a:cs typeface="MS Gothic"/>
              <a:sym typeface="MS Gothic"/>
            </a:endParaRPr>
          </a:p>
          <a:p>
            <a:pPr marL="0" marR="0" lvl="0" indent="0" algn="l" rtl="0">
              <a:spcBef>
                <a:spcPts val="0"/>
              </a:spcBef>
              <a:spcAft>
                <a:spcPts val="0"/>
              </a:spcAft>
              <a:buNone/>
            </a:pPr>
            <a:r>
              <a:rPr lang="en-US" altLang="ja-JP" sz="1400" dirty="0">
                <a:solidFill>
                  <a:schemeClr val="dk1"/>
                </a:solidFill>
                <a:cs typeface="MS Gothic"/>
                <a:sym typeface="MS Gothic"/>
              </a:rPr>
              <a:t>    </a:t>
            </a:r>
            <a:r>
              <a:rPr lang="en-US" altLang="ja-JP" sz="1400" dirty="0" err="1">
                <a:solidFill>
                  <a:schemeClr val="dk1"/>
                </a:solidFill>
                <a:cs typeface="MS Gothic"/>
                <a:sym typeface="MS Gothic"/>
              </a:rPr>
              <a:t>NoParam</a:t>
            </a:r>
            <a:r>
              <a:rPr lang="en-US" altLang="ja-JP" sz="1400" dirty="0">
                <a:solidFill>
                  <a:schemeClr val="dk1"/>
                </a:solidFill>
                <a:cs typeface="MS Gothic"/>
                <a:sym typeface="MS Gothic"/>
              </a:rPr>
              <a:t>() {</a:t>
            </a:r>
          </a:p>
          <a:p>
            <a:pPr marL="0" marR="0" lvl="0" indent="0" algn="l" rtl="0">
              <a:spcBef>
                <a:spcPts val="0"/>
              </a:spcBef>
              <a:spcAft>
                <a:spcPts val="0"/>
              </a:spcAft>
              <a:buNone/>
            </a:pPr>
            <a:r>
              <a:rPr lang="en-US" altLang="ja-JP" sz="1400" dirty="0">
                <a:solidFill>
                  <a:schemeClr val="dk1"/>
                </a:solidFill>
                <a:cs typeface="MS Gothic"/>
                <a:sym typeface="MS Gothic"/>
              </a:rPr>
              <a:t>        </a:t>
            </a:r>
            <a:r>
              <a:rPr lang="en-US" altLang="ja-JP" sz="1400" dirty="0" err="1">
                <a:solidFill>
                  <a:schemeClr val="dk1"/>
                </a:solidFill>
                <a:cs typeface="MS Gothic"/>
                <a:sym typeface="MS Gothic"/>
              </a:rPr>
              <a:t>System.out.println</a:t>
            </a:r>
            <a:r>
              <a:rPr lang="en-US" altLang="ja-JP" sz="1400" dirty="0">
                <a:solidFill>
                  <a:schemeClr val="dk1"/>
                </a:solidFill>
                <a:cs typeface="MS Gothic"/>
                <a:sym typeface="MS Gothic"/>
              </a:rPr>
              <a:t>("OK");</a:t>
            </a:r>
          </a:p>
          <a:p>
            <a:pPr marL="0" marR="0" lvl="0" indent="0" algn="l" rtl="0">
              <a:spcBef>
                <a:spcPts val="0"/>
              </a:spcBef>
              <a:spcAft>
                <a:spcPts val="0"/>
              </a:spcAft>
              <a:buNone/>
            </a:pPr>
            <a:r>
              <a:rPr lang="en-US" altLang="ja-JP" sz="1400" dirty="0">
                <a:solidFill>
                  <a:schemeClr val="dk1"/>
                </a:solidFill>
                <a:cs typeface="MS Gothic"/>
                <a:sym typeface="MS Gothic"/>
              </a:rPr>
              <a:t>    }</a:t>
            </a:r>
          </a:p>
          <a:p>
            <a:pPr marL="0" marR="0" lvl="0" indent="0" algn="l" rtl="0">
              <a:spcBef>
                <a:spcPts val="0"/>
              </a:spcBef>
              <a:spcAft>
                <a:spcPts val="0"/>
              </a:spcAft>
              <a:buNone/>
            </a:pPr>
            <a:r>
              <a:rPr lang="en-US" altLang="ja-JP" sz="1400" dirty="0">
                <a:solidFill>
                  <a:schemeClr val="dk1"/>
                </a:solidFill>
                <a:cs typeface="MS Gothic"/>
                <a:sym typeface="MS Gothic"/>
              </a:rPr>
              <a:t>}</a:t>
            </a:r>
          </a:p>
          <a:p>
            <a:pPr marL="0" marR="0" lvl="0" indent="0" algn="l" rtl="0">
              <a:spcBef>
                <a:spcPts val="0"/>
              </a:spcBef>
              <a:spcAft>
                <a:spcPts val="0"/>
              </a:spcAft>
              <a:buNone/>
            </a:pPr>
            <a:endParaRPr lang="en-US" altLang="ja-JP" sz="1400" dirty="0">
              <a:solidFill>
                <a:schemeClr val="dk1"/>
              </a:solidFill>
              <a:cs typeface="MS Gothic"/>
              <a:sym typeface="MS Gothic"/>
            </a:endParaRPr>
          </a:p>
        </p:txBody>
      </p:sp>
    </p:spTree>
    <p:extLst>
      <p:ext uri="{BB962C8B-B14F-4D97-AF65-F5344CB8AC3E}">
        <p14:creationId xmlns:p14="http://schemas.microsoft.com/office/powerpoint/2010/main" val="265594323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DE764CD8-0B12-484E-890C-8A5A26296D13}"/>
              </a:ext>
            </a:extLst>
          </p:cNvPr>
          <p:cNvSpPr>
            <a:spLocks noGrp="1"/>
          </p:cNvSpPr>
          <p:nvPr>
            <p:ph type="ftr" sz="quarter" idx="11"/>
          </p:nvPr>
        </p:nvSpPr>
        <p:spPr/>
        <p:txBody>
          <a:bodyPr/>
          <a:lstStyle/>
          <a:p>
            <a:r>
              <a:rPr kumimoji="1" lang="en-US" altLang="ja-JP"/>
              <a:t>copyright ©ITCollege All Rights Reserved</a:t>
            </a:r>
            <a:endParaRPr kumimoji="1" lang="ja-JP" altLang="en-US" dirty="0">
              <a:latin typeface="+mn-ea"/>
            </a:endParaRPr>
          </a:p>
        </p:txBody>
      </p:sp>
      <p:sp>
        <p:nvSpPr>
          <p:cNvPr id="7" name="タイトル 6">
            <a:extLst>
              <a:ext uri="{FF2B5EF4-FFF2-40B4-BE49-F238E27FC236}">
                <a16:creationId xmlns:a16="http://schemas.microsoft.com/office/drawing/2014/main" id="{9630AD22-E64D-4A96-B059-2AF9F6580C25}"/>
              </a:ext>
            </a:extLst>
          </p:cNvPr>
          <p:cNvSpPr>
            <a:spLocks noGrp="1"/>
          </p:cNvSpPr>
          <p:nvPr>
            <p:ph type="ctrTitle"/>
          </p:nvPr>
        </p:nvSpPr>
        <p:spPr/>
        <p:txBody>
          <a:bodyPr/>
          <a:lstStyle/>
          <a:p>
            <a:r>
              <a:rPr lang="ja-JP" altLang="en-US" dirty="0"/>
              <a:t>デフォルトコンストラクタ</a:t>
            </a:r>
          </a:p>
        </p:txBody>
      </p:sp>
      <p:sp>
        <p:nvSpPr>
          <p:cNvPr id="5" name="スライド番号プレースホルダー 4">
            <a:extLst>
              <a:ext uri="{FF2B5EF4-FFF2-40B4-BE49-F238E27FC236}">
                <a16:creationId xmlns:a16="http://schemas.microsoft.com/office/drawing/2014/main" id="{433B62C4-B6B9-4622-B802-69C25D6F2A49}"/>
              </a:ext>
            </a:extLst>
          </p:cNvPr>
          <p:cNvSpPr>
            <a:spLocks noGrp="1"/>
          </p:cNvSpPr>
          <p:nvPr>
            <p:ph type="sldNum" sz="quarter" idx="4"/>
          </p:nvPr>
        </p:nvSpPr>
        <p:spPr/>
        <p:txBody>
          <a:bodyPr/>
          <a:lstStyle/>
          <a:p>
            <a:fld id="{00000000-1234-1234-1234-123412341234}" type="slidenum">
              <a:rPr lang="en" smtClean="0"/>
              <a:pPr/>
              <a:t>29</a:t>
            </a:fld>
            <a:endParaRPr lang="en" dirty="0">
              <a:latin typeface="+mn-ea"/>
            </a:endParaRPr>
          </a:p>
        </p:txBody>
      </p:sp>
      <p:sp>
        <p:nvSpPr>
          <p:cNvPr id="8" name="テキスト プレースホルダー 7">
            <a:extLst>
              <a:ext uri="{FF2B5EF4-FFF2-40B4-BE49-F238E27FC236}">
                <a16:creationId xmlns:a16="http://schemas.microsoft.com/office/drawing/2014/main" id="{787CF02A-01AB-4517-BA3E-25572FA82648}"/>
              </a:ext>
            </a:extLst>
          </p:cNvPr>
          <p:cNvSpPr>
            <a:spLocks noGrp="1"/>
          </p:cNvSpPr>
          <p:nvPr>
            <p:ph type="body" sz="quarter" idx="14"/>
          </p:nvPr>
        </p:nvSpPr>
        <p:spPr>
          <a:xfrm>
            <a:off x="462875" y="859491"/>
            <a:ext cx="8216900" cy="3926518"/>
          </a:xfrm>
        </p:spPr>
        <p:txBody>
          <a:bodyPr/>
          <a:lstStyle/>
          <a:p>
            <a:pPr marL="96838" indent="0">
              <a:buNone/>
            </a:pPr>
            <a:r>
              <a:rPr lang="en-US" altLang="ja-JP" dirty="0"/>
              <a:t>Java</a:t>
            </a:r>
            <a:r>
              <a:rPr lang="ja-JP" altLang="en-US" dirty="0"/>
              <a:t>ではどんなクラスもコンストラクタは最低</a:t>
            </a:r>
            <a:r>
              <a:rPr lang="en-US" altLang="ja-JP" dirty="0"/>
              <a:t>1</a:t>
            </a:r>
            <a:r>
              <a:rPr lang="ja-JP" altLang="en-US" dirty="0"/>
              <a:t>つは必要というルールがあります。</a:t>
            </a:r>
          </a:p>
          <a:p>
            <a:pPr marL="96838" indent="0">
              <a:buNone/>
            </a:pPr>
            <a:r>
              <a:rPr lang="ja-JP" altLang="en-US" dirty="0"/>
              <a:t>そのため、プログラマがクラスの中にコンストラクタを書かなかった場合、</a:t>
            </a:r>
            <a:r>
              <a:rPr lang="ja-JP" altLang="en-US" b="1" dirty="0">
                <a:solidFill>
                  <a:srgbClr val="C00000"/>
                </a:solidFill>
              </a:rPr>
              <a:t>コンパイラが自動的に下記のコンストラクタを追加</a:t>
            </a:r>
            <a:r>
              <a:rPr lang="ja-JP" altLang="en-US" dirty="0"/>
              <a:t>してからコンパイルするルールになっています。この、自動時に追加されるコンストラクタは</a:t>
            </a:r>
            <a:r>
              <a:rPr lang="ja-JP" altLang="en-US" b="1" dirty="0">
                <a:solidFill>
                  <a:srgbClr val="C00000"/>
                </a:solidFill>
              </a:rPr>
              <a:t>デフォルトコンストラクタ</a:t>
            </a:r>
            <a:r>
              <a:rPr lang="ja-JP" altLang="en-US" dirty="0"/>
              <a:t>と呼ばれます。いくつか注意点があります。</a:t>
            </a:r>
          </a:p>
          <a:p>
            <a:pPr marL="96838" indent="0">
              <a:buNone/>
            </a:pPr>
            <a:r>
              <a:rPr lang="en-US" altLang="ja-JP" b="1" dirty="0">
                <a:solidFill>
                  <a:srgbClr val="C00000"/>
                </a:solidFill>
              </a:rPr>
              <a:t>1.</a:t>
            </a:r>
            <a:r>
              <a:rPr lang="ja-JP" altLang="en-US" b="1" dirty="0">
                <a:solidFill>
                  <a:srgbClr val="C00000"/>
                </a:solidFill>
              </a:rPr>
              <a:t>プログラマが</a:t>
            </a:r>
            <a:r>
              <a:rPr lang="en-US" altLang="ja-JP" b="1" dirty="0">
                <a:solidFill>
                  <a:srgbClr val="C00000"/>
                </a:solidFill>
              </a:rPr>
              <a:t>1</a:t>
            </a:r>
            <a:r>
              <a:rPr lang="ja-JP" altLang="en-US" b="1" dirty="0">
                <a:solidFill>
                  <a:srgbClr val="C00000"/>
                </a:solidFill>
              </a:rPr>
              <a:t>つでもコンストラクタを書いた場合はデフォルトコンストラクタは作られません</a:t>
            </a:r>
          </a:p>
          <a:p>
            <a:pPr marL="96838" indent="0">
              <a:buNone/>
            </a:pPr>
            <a:r>
              <a:rPr lang="en-US" altLang="ja-JP" b="1" dirty="0">
                <a:solidFill>
                  <a:srgbClr val="C00000"/>
                </a:solidFill>
              </a:rPr>
              <a:t>2.</a:t>
            </a:r>
            <a:r>
              <a:rPr lang="ja-JP" altLang="en-US" b="1" dirty="0">
                <a:solidFill>
                  <a:srgbClr val="C00000"/>
                </a:solidFill>
              </a:rPr>
              <a:t>デフォルトコンストラクタは必ず引数なしです</a:t>
            </a:r>
          </a:p>
          <a:p>
            <a:pPr marL="96838" indent="0">
              <a:buNone/>
            </a:pPr>
            <a:r>
              <a:rPr lang="en-US" altLang="ja-JP" b="1" dirty="0">
                <a:solidFill>
                  <a:srgbClr val="C00000"/>
                </a:solidFill>
              </a:rPr>
              <a:t>3.</a:t>
            </a:r>
            <a:r>
              <a:rPr lang="ja-JP" altLang="en-US" b="1" dirty="0">
                <a:solidFill>
                  <a:srgbClr val="C00000"/>
                </a:solidFill>
              </a:rPr>
              <a:t>デフォルトコンストラクタは処理もなしです</a:t>
            </a:r>
            <a:br>
              <a:rPr lang="en-US" altLang="ja-JP" b="1" dirty="0">
                <a:solidFill>
                  <a:srgbClr val="C00000"/>
                </a:solidFill>
              </a:rPr>
            </a:br>
            <a:r>
              <a:rPr lang="ja-JP" altLang="en-US" dirty="0"/>
              <a:t>  </a:t>
            </a:r>
            <a:r>
              <a:rPr lang="en-US" altLang="ja-JP" dirty="0"/>
              <a:t>(</a:t>
            </a:r>
            <a:r>
              <a:rPr lang="ja-JP" altLang="en-US" dirty="0"/>
              <a:t>実際にはワンポイントコラムに書いた通り何も書かないと</a:t>
            </a:r>
            <a:r>
              <a:rPr lang="en-US" altLang="ja-JP" dirty="0"/>
              <a:t>1</a:t>
            </a:r>
            <a:r>
              <a:rPr lang="ja-JP" altLang="en-US" dirty="0"/>
              <a:t>行目に</a:t>
            </a:r>
            <a:r>
              <a:rPr lang="en-US" altLang="ja-JP" dirty="0"/>
              <a:t>super();</a:t>
            </a:r>
            <a:r>
              <a:rPr lang="ja-JP" altLang="en-US" dirty="0"/>
              <a:t>が追加されています</a:t>
            </a:r>
            <a:r>
              <a:rPr lang="en-US" altLang="ja-JP" dirty="0"/>
              <a:t>)</a:t>
            </a:r>
          </a:p>
        </p:txBody>
      </p:sp>
      <p:sp>
        <p:nvSpPr>
          <p:cNvPr id="6" name="Google Shape;172;p19">
            <a:extLst>
              <a:ext uri="{FF2B5EF4-FFF2-40B4-BE49-F238E27FC236}">
                <a16:creationId xmlns:a16="http://schemas.microsoft.com/office/drawing/2014/main" id="{24725C5E-EB36-4B33-8518-4C72524E85F2}"/>
              </a:ext>
            </a:extLst>
          </p:cNvPr>
          <p:cNvSpPr/>
          <p:nvPr/>
        </p:nvSpPr>
        <p:spPr>
          <a:xfrm>
            <a:off x="759542" y="2764712"/>
            <a:ext cx="7990860" cy="1969476"/>
          </a:xfrm>
          <a:prstGeom prst="rect">
            <a:avLst/>
          </a:prstGeom>
          <a:solidFill>
            <a:schemeClr val="bg1"/>
          </a:solidFill>
          <a:ln w="12700" cap="flat" cmpd="sng">
            <a:no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r>
              <a:rPr lang="ja-JP" sz="1400" dirty="0">
                <a:solidFill>
                  <a:schemeClr val="dk1"/>
                </a:solidFill>
                <a:cs typeface="MS Gothic"/>
                <a:sym typeface="MS Gothic"/>
              </a:rPr>
              <a:t>public class </a:t>
            </a:r>
            <a:r>
              <a:rPr lang="en-US" altLang="ja-JP" sz="1400" dirty="0">
                <a:solidFill>
                  <a:schemeClr val="dk1"/>
                </a:solidFill>
                <a:cs typeface="MS Gothic"/>
                <a:sym typeface="MS Gothic"/>
              </a:rPr>
              <a:t>Student</a:t>
            </a:r>
            <a:r>
              <a:rPr lang="ja-JP" sz="1400" dirty="0">
                <a:solidFill>
                  <a:schemeClr val="dk1"/>
                </a:solidFill>
                <a:cs typeface="MS Gothic"/>
                <a:sym typeface="MS Gothic"/>
              </a:rPr>
              <a:t> {</a:t>
            </a:r>
            <a:endParaRPr lang="en-US" altLang="ja-JP" sz="1400" dirty="0">
              <a:solidFill>
                <a:schemeClr val="dk1"/>
              </a:solidFill>
              <a:cs typeface="MS Gothic"/>
              <a:sym typeface="MS Gothic"/>
            </a:endParaRPr>
          </a:p>
          <a:p>
            <a:r>
              <a:rPr lang="ja-JP" altLang="en-US" sz="1400" dirty="0">
                <a:solidFill>
                  <a:schemeClr val="dk1"/>
                </a:solidFill>
                <a:cs typeface="MS Gothic"/>
                <a:sym typeface="MS Gothic"/>
              </a:rPr>
              <a:t>    </a:t>
            </a:r>
            <a:r>
              <a:rPr lang="en-US" altLang="ja-JP" sz="1400" dirty="0">
                <a:solidFill>
                  <a:schemeClr val="dk1"/>
                </a:solidFill>
                <a:cs typeface="MS Gothic"/>
                <a:sym typeface="MS Gothic"/>
              </a:rPr>
              <a:t>String</a:t>
            </a:r>
            <a:r>
              <a:rPr lang="ja-JP" altLang="en-US" sz="1400" dirty="0">
                <a:solidFill>
                  <a:schemeClr val="dk1"/>
                </a:solidFill>
                <a:cs typeface="MS Gothic"/>
                <a:sym typeface="MS Gothic"/>
              </a:rPr>
              <a:t> </a:t>
            </a:r>
            <a:r>
              <a:rPr lang="en-US" altLang="ja-JP" sz="1400" dirty="0">
                <a:solidFill>
                  <a:schemeClr val="dk1"/>
                </a:solidFill>
                <a:cs typeface="MS Gothic"/>
                <a:sym typeface="MS Gothic"/>
              </a:rPr>
              <a:t>name;</a:t>
            </a:r>
            <a:r>
              <a:rPr lang="ja-JP" altLang="en-US" sz="1400" dirty="0">
                <a:solidFill>
                  <a:schemeClr val="dk1"/>
                </a:solidFill>
                <a:cs typeface="MS Gothic"/>
                <a:sym typeface="MS Gothic"/>
              </a:rPr>
              <a:t>   </a:t>
            </a:r>
            <a:r>
              <a:rPr lang="en-US" altLang="ja-JP" sz="1400" dirty="0">
                <a:solidFill>
                  <a:schemeClr val="dk1"/>
                </a:solidFill>
                <a:cs typeface="MS Gothic"/>
                <a:sym typeface="MS Gothic"/>
              </a:rPr>
              <a:t>//</a:t>
            </a:r>
            <a:r>
              <a:rPr lang="ja-JP" altLang="en-US" sz="1400" dirty="0">
                <a:solidFill>
                  <a:schemeClr val="dk1"/>
                </a:solidFill>
                <a:cs typeface="MS Gothic"/>
                <a:sym typeface="MS Gothic"/>
              </a:rPr>
              <a:t> 氏名</a:t>
            </a:r>
            <a:endParaRPr lang="en-US" altLang="ja-JP" sz="1400" dirty="0">
              <a:solidFill>
                <a:schemeClr val="dk1"/>
              </a:solidFill>
              <a:cs typeface="MS Gothic"/>
              <a:sym typeface="MS Gothic"/>
            </a:endParaRPr>
          </a:p>
          <a:p>
            <a:r>
              <a:rPr lang="ja-JP" altLang="en-US" sz="1400" dirty="0">
                <a:solidFill>
                  <a:schemeClr val="dk1"/>
                </a:solidFill>
                <a:cs typeface="MS Gothic"/>
                <a:sym typeface="MS Gothic"/>
              </a:rPr>
              <a:t>    </a:t>
            </a:r>
            <a:r>
              <a:rPr lang="en-US" altLang="ja-JP" sz="1400" dirty="0">
                <a:solidFill>
                  <a:schemeClr val="dk1"/>
                </a:solidFill>
                <a:cs typeface="MS Gothic"/>
                <a:sym typeface="MS Gothic"/>
              </a:rPr>
              <a:t>int</a:t>
            </a:r>
            <a:r>
              <a:rPr lang="ja-JP" altLang="en-US" sz="1400" dirty="0">
                <a:solidFill>
                  <a:schemeClr val="dk1"/>
                </a:solidFill>
                <a:cs typeface="MS Gothic"/>
                <a:sym typeface="MS Gothic"/>
              </a:rPr>
              <a:t> </a:t>
            </a:r>
            <a:r>
              <a:rPr lang="en-US" altLang="ja-JP" sz="1400" dirty="0">
                <a:solidFill>
                  <a:schemeClr val="dk1"/>
                </a:solidFill>
                <a:cs typeface="MS Gothic"/>
                <a:sym typeface="MS Gothic"/>
              </a:rPr>
              <a:t>age;</a:t>
            </a:r>
            <a:r>
              <a:rPr lang="ja-JP" altLang="en-US" sz="1400" dirty="0">
                <a:solidFill>
                  <a:schemeClr val="dk1"/>
                </a:solidFill>
                <a:cs typeface="MS Gothic"/>
                <a:sym typeface="MS Gothic"/>
              </a:rPr>
              <a:t>       </a:t>
            </a:r>
            <a:r>
              <a:rPr lang="en-US" altLang="ja-JP" sz="1400" dirty="0">
                <a:solidFill>
                  <a:schemeClr val="dk1"/>
                </a:solidFill>
                <a:cs typeface="MS Gothic"/>
                <a:sym typeface="MS Gothic"/>
              </a:rPr>
              <a:t>//</a:t>
            </a:r>
            <a:r>
              <a:rPr lang="ja-JP" altLang="en-US" sz="1400" dirty="0">
                <a:solidFill>
                  <a:schemeClr val="dk1"/>
                </a:solidFill>
                <a:cs typeface="MS Gothic"/>
                <a:sym typeface="MS Gothic"/>
              </a:rPr>
              <a:t> 年齢</a:t>
            </a:r>
            <a:endParaRPr lang="en-US" altLang="ja-JP" sz="1400" dirty="0">
              <a:solidFill>
                <a:schemeClr val="dk1"/>
              </a:solidFill>
              <a:cs typeface="MS Gothic"/>
              <a:sym typeface="MS Gothic"/>
            </a:endParaRPr>
          </a:p>
          <a:p>
            <a:r>
              <a:rPr lang="en-US" altLang="ja-JP" sz="1400" dirty="0">
                <a:solidFill>
                  <a:schemeClr val="dk1"/>
                </a:solidFill>
                <a:cs typeface="MS Gothic"/>
                <a:sym typeface="MS Gothic"/>
              </a:rPr>
              <a:t>    // </a:t>
            </a:r>
            <a:r>
              <a:rPr lang="ja-JP" altLang="en-US" sz="1400" dirty="0">
                <a:solidFill>
                  <a:schemeClr val="dk1"/>
                </a:solidFill>
                <a:cs typeface="MS Gothic"/>
                <a:sym typeface="MS Gothic"/>
              </a:rPr>
              <a:t>自己紹介するメソッド</a:t>
            </a:r>
            <a:endParaRPr lang="en-US" altLang="ja-JP" sz="1400" dirty="0">
              <a:solidFill>
                <a:schemeClr val="dk1"/>
              </a:solidFill>
              <a:cs typeface="MS Gothic"/>
              <a:sym typeface="MS Gothic"/>
            </a:endParaRPr>
          </a:p>
          <a:p>
            <a:r>
              <a:rPr lang="en-US" altLang="ja-JP" sz="1400" dirty="0">
                <a:solidFill>
                  <a:schemeClr val="dk1"/>
                </a:solidFill>
                <a:cs typeface="MS Gothic"/>
                <a:sym typeface="MS Gothic"/>
              </a:rPr>
              <a:t>         </a:t>
            </a:r>
            <a:r>
              <a:rPr lang="ja-JP" altLang="en-US" sz="1400" dirty="0">
                <a:solidFill>
                  <a:schemeClr val="dk1"/>
                </a:solidFill>
                <a:cs typeface="MS Gothic"/>
                <a:sym typeface="MS Gothic"/>
              </a:rPr>
              <a:t>～スペースの都合で省略～</a:t>
            </a:r>
            <a:endParaRPr lang="en-US" altLang="ja-JP" sz="1400" dirty="0">
              <a:solidFill>
                <a:schemeClr val="dk1"/>
              </a:solidFill>
              <a:cs typeface="MS Gothic"/>
              <a:sym typeface="MS Gothic"/>
            </a:endParaRPr>
          </a:p>
          <a:p>
            <a:r>
              <a:rPr lang="en-US" altLang="ja-JP" sz="1400" b="1" dirty="0">
                <a:solidFill>
                  <a:srgbClr val="C00000"/>
                </a:solidFill>
                <a:cs typeface="MS Gothic"/>
                <a:sym typeface="MS Gothic"/>
              </a:rPr>
              <a:t>    // </a:t>
            </a:r>
            <a:r>
              <a:rPr lang="ja-JP" altLang="en-US" sz="1400" b="1" dirty="0">
                <a:solidFill>
                  <a:srgbClr val="C00000"/>
                </a:solidFill>
                <a:cs typeface="MS Gothic"/>
                <a:sym typeface="MS Gothic"/>
              </a:rPr>
              <a:t>デフォルトコンストラクタ</a:t>
            </a:r>
          </a:p>
          <a:p>
            <a:r>
              <a:rPr lang="en-US" altLang="ja-JP" sz="1400" b="1" dirty="0">
                <a:solidFill>
                  <a:srgbClr val="C00000"/>
                </a:solidFill>
                <a:cs typeface="MS Gothic"/>
                <a:sym typeface="MS Gothic"/>
              </a:rPr>
              <a:t>    Student()</a:t>
            </a:r>
            <a:r>
              <a:rPr lang="ja-JP" altLang="en-US" sz="1400" b="1" dirty="0">
                <a:solidFill>
                  <a:srgbClr val="C00000"/>
                </a:solidFill>
                <a:cs typeface="MS Gothic"/>
                <a:sym typeface="MS Gothic"/>
              </a:rPr>
              <a:t> </a:t>
            </a:r>
            <a:r>
              <a:rPr lang="en-US" altLang="ja-JP" sz="1400" b="1" dirty="0">
                <a:solidFill>
                  <a:srgbClr val="C00000"/>
                </a:solidFill>
                <a:cs typeface="MS Gothic"/>
                <a:sym typeface="MS Gothic"/>
              </a:rPr>
              <a:t>{</a:t>
            </a:r>
          </a:p>
          <a:p>
            <a:r>
              <a:rPr lang="ja-JP" altLang="en-US" sz="1400" b="1" dirty="0">
                <a:solidFill>
                  <a:srgbClr val="C00000"/>
                </a:solidFill>
                <a:cs typeface="MS Gothic"/>
                <a:sym typeface="MS Gothic"/>
              </a:rPr>
              <a:t>    </a:t>
            </a:r>
            <a:r>
              <a:rPr lang="en-US" altLang="ja-JP" sz="1400" b="1" dirty="0">
                <a:solidFill>
                  <a:srgbClr val="C00000"/>
                </a:solidFill>
                <a:cs typeface="MS Gothic"/>
                <a:sym typeface="MS Gothic"/>
              </a:rPr>
              <a:t>}</a:t>
            </a:r>
          </a:p>
          <a:p>
            <a:r>
              <a:rPr lang="ja-JP" sz="1400" dirty="0">
                <a:solidFill>
                  <a:schemeClr val="dk1"/>
                </a:solidFill>
                <a:cs typeface="MS Gothic"/>
                <a:sym typeface="MS Gothic"/>
              </a:rPr>
              <a:t>}</a:t>
            </a:r>
            <a:endParaRPr sz="1400" dirty="0">
              <a:solidFill>
                <a:schemeClr val="dk1"/>
              </a:solidFill>
              <a:cs typeface="MS Gothic"/>
              <a:sym typeface="MS Gothic"/>
            </a:endParaRPr>
          </a:p>
        </p:txBody>
      </p:sp>
      <p:sp>
        <p:nvSpPr>
          <p:cNvPr id="9" name="吹き出し: 角を丸めた四角形 8">
            <a:extLst>
              <a:ext uri="{FF2B5EF4-FFF2-40B4-BE49-F238E27FC236}">
                <a16:creationId xmlns:a16="http://schemas.microsoft.com/office/drawing/2014/main" id="{6DF17CB8-5A23-442B-98EA-84BD70181D83}"/>
              </a:ext>
            </a:extLst>
          </p:cNvPr>
          <p:cNvSpPr/>
          <p:nvPr/>
        </p:nvSpPr>
        <p:spPr>
          <a:xfrm>
            <a:off x="3124993" y="4089019"/>
            <a:ext cx="5123790" cy="696990"/>
          </a:xfrm>
          <a:prstGeom prst="wedgeRoundRectCallout">
            <a:avLst>
              <a:gd name="adj1" fmla="val -67568"/>
              <a:gd name="adj2" fmla="val -27357"/>
              <a:gd name="adj3" fmla="val 16667"/>
            </a:avLst>
          </a:prstGeom>
          <a:solidFill>
            <a:schemeClr val="bg1"/>
          </a:solid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1400" dirty="0">
                <a:solidFill>
                  <a:schemeClr val="tx1"/>
                </a:solidFill>
              </a:rPr>
              <a:t>コンパイラが自動的にこのコンストラクタを追加します</a:t>
            </a:r>
            <a:br>
              <a:rPr kumimoji="1" lang="en-US" altLang="ja-JP" sz="1400" dirty="0">
                <a:solidFill>
                  <a:schemeClr val="tx1"/>
                </a:solidFill>
              </a:rPr>
            </a:br>
            <a:r>
              <a:rPr kumimoji="1" lang="en-US" altLang="ja-JP" sz="1400" dirty="0">
                <a:solidFill>
                  <a:schemeClr val="tx1"/>
                </a:solidFill>
              </a:rPr>
              <a:t>new Student()</a:t>
            </a:r>
            <a:r>
              <a:rPr kumimoji="1" lang="ja-JP" altLang="en-US" sz="1400" dirty="0">
                <a:solidFill>
                  <a:schemeClr val="tx1"/>
                </a:solidFill>
              </a:rPr>
              <a:t>と書くとこのコンストラクタが実行されます</a:t>
            </a:r>
            <a:endParaRPr kumimoji="1" lang="en-US" altLang="ja-JP" sz="1400" dirty="0">
              <a:solidFill>
                <a:schemeClr val="tx1"/>
              </a:solidFill>
            </a:endParaRPr>
          </a:p>
        </p:txBody>
      </p:sp>
    </p:spTree>
    <p:extLst>
      <p:ext uri="{BB962C8B-B14F-4D97-AF65-F5344CB8AC3E}">
        <p14:creationId xmlns:p14="http://schemas.microsoft.com/office/powerpoint/2010/main" val="282210191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52F43DD3-0418-42E8-9D03-3B480F205508}"/>
              </a:ext>
            </a:extLst>
          </p:cNvPr>
          <p:cNvSpPr>
            <a:spLocks noGrp="1"/>
          </p:cNvSpPr>
          <p:nvPr>
            <p:ph type="ftr" sz="quarter" idx="11"/>
          </p:nvPr>
        </p:nvSpPr>
        <p:spPr/>
        <p:txBody>
          <a:bodyPr/>
          <a:lstStyle/>
          <a:p>
            <a:r>
              <a:rPr kumimoji="1" lang="en-US" altLang="ja-JP"/>
              <a:t>copyright ©ITCollege All Rights Reserved</a:t>
            </a:r>
            <a:endParaRPr kumimoji="1" lang="ja-JP" altLang="en-US" dirty="0">
              <a:latin typeface="+mn-ea"/>
            </a:endParaRPr>
          </a:p>
        </p:txBody>
      </p:sp>
      <p:sp>
        <p:nvSpPr>
          <p:cNvPr id="3" name="タイトル 2">
            <a:extLst>
              <a:ext uri="{FF2B5EF4-FFF2-40B4-BE49-F238E27FC236}">
                <a16:creationId xmlns:a16="http://schemas.microsoft.com/office/drawing/2014/main" id="{1C79983C-D8FC-4693-8551-08AD543141F3}"/>
              </a:ext>
            </a:extLst>
          </p:cNvPr>
          <p:cNvSpPr>
            <a:spLocks noGrp="1"/>
          </p:cNvSpPr>
          <p:nvPr>
            <p:ph type="ctrTitle"/>
          </p:nvPr>
        </p:nvSpPr>
        <p:spPr/>
        <p:txBody>
          <a:bodyPr/>
          <a:lstStyle/>
          <a:p>
            <a:r>
              <a:rPr kumimoji="1" lang="ja-JP" altLang="en-US" dirty="0"/>
              <a:t>デフォルトコンストラクタ</a:t>
            </a:r>
          </a:p>
        </p:txBody>
      </p:sp>
      <p:sp>
        <p:nvSpPr>
          <p:cNvPr id="4" name="スライド番号プレースホルダー 3">
            <a:extLst>
              <a:ext uri="{FF2B5EF4-FFF2-40B4-BE49-F238E27FC236}">
                <a16:creationId xmlns:a16="http://schemas.microsoft.com/office/drawing/2014/main" id="{856AB935-007C-47FA-829A-800E0CA2AEA3}"/>
              </a:ext>
            </a:extLst>
          </p:cNvPr>
          <p:cNvSpPr>
            <a:spLocks noGrp="1"/>
          </p:cNvSpPr>
          <p:nvPr>
            <p:ph type="sldNum" sz="quarter" idx="4"/>
          </p:nvPr>
        </p:nvSpPr>
        <p:spPr/>
        <p:txBody>
          <a:bodyPr/>
          <a:lstStyle/>
          <a:p>
            <a:fld id="{00000000-1234-1234-1234-123412341234}" type="slidenum">
              <a:rPr lang="en" smtClean="0"/>
              <a:pPr/>
              <a:t>30</a:t>
            </a:fld>
            <a:endParaRPr lang="en" dirty="0">
              <a:latin typeface="+mn-ea"/>
            </a:endParaRPr>
          </a:p>
        </p:txBody>
      </p:sp>
      <p:grpSp>
        <p:nvGrpSpPr>
          <p:cNvPr id="5" name="グループ化 4">
            <a:extLst>
              <a:ext uri="{FF2B5EF4-FFF2-40B4-BE49-F238E27FC236}">
                <a16:creationId xmlns:a16="http://schemas.microsoft.com/office/drawing/2014/main" id="{A44B4048-971D-4173-B9D4-DC3B6BE6B579}"/>
              </a:ext>
            </a:extLst>
          </p:cNvPr>
          <p:cNvGrpSpPr/>
          <p:nvPr/>
        </p:nvGrpSpPr>
        <p:grpSpPr>
          <a:xfrm>
            <a:off x="268873" y="786891"/>
            <a:ext cx="8411576" cy="4075185"/>
            <a:chOff x="268873" y="786891"/>
            <a:chExt cx="8411576" cy="4132541"/>
          </a:xfrm>
        </p:grpSpPr>
        <p:sp>
          <p:nvSpPr>
            <p:cNvPr id="6" name="四角形: 角を丸くする 5">
              <a:extLst>
                <a:ext uri="{FF2B5EF4-FFF2-40B4-BE49-F238E27FC236}">
                  <a16:creationId xmlns:a16="http://schemas.microsoft.com/office/drawing/2014/main" id="{86A4B4B3-72EC-42DF-9192-2E6EA70F2129}"/>
                </a:ext>
              </a:extLst>
            </p:cNvPr>
            <p:cNvSpPr/>
            <p:nvPr/>
          </p:nvSpPr>
          <p:spPr>
            <a:xfrm>
              <a:off x="463549" y="1006821"/>
              <a:ext cx="8216900" cy="3912611"/>
            </a:xfrm>
            <a:prstGeom prst="roundRect">
              <a:avLst>
                <a:gd name="adj" fmla="val 3458"/>
              </a:avLst>
            </a:prstGeom>
            <a:noFill/>
            <a:ln w="38100">
              <a:solidFill>
                <a:schemeClr val="tx2"/>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tx1"/>
                </a:solidFill>
              </a:endParaRPr>
            </a:p>
          </p:txBody>
        </p:sp>
        <p:sp>
          <p:nvSpPr>
            <p:cNvPr id="7" name="テキスト ボックス 6">
              <a:extLst>
                <a:ext uri="{FF2B5EF4-FFF2-40B4-BE49-F238E27FC236}">
                  <a16:creationId xmlns:a16="http://schemas.microsoft.com/office/drawing/2014/main" id="{6E402657-7E23-45B6-8B4D-D3962EEEABC8}"/>
                </a:ext>
              </a:extLst>
            </p:cNvPr>
            <p:cNvSpPr txBox="1"/>
            <p:nvPr/>
          </p:nvSpPr>
          <p:spPr>
            <a:xfrm>
              <a:off x="615948" y="826258"/>
              <a:ext cx="2399472" cy="461733"/>
            </a:xfrm>
            <a:prstGeom prst="rect">
              <a:avLst/>
            </a:prstGeom>
            <a:solidFill>
              <a:schemeClr val="bg1">
                <a:lumMod val="95000"/>
              </a:schemeClr>
            </a:solidFill>
          </p:spPr>
          <p:txBody>
            <a:bodyPr wrap="square" rtlCol="0">
              <a:noAutofit/>
            </a:bodyPr>
            <a:lstStyle/>
            <a:p>
              <a:pPr algn="r"/>
              <a:r>
                <a:rPr kumimoji="1" lang="ja-JP" altLang="en-US" sz="1600" dirty="0">
                  <a:latin typeface="HGP創英角ﾎﾟｯﾌﾟ体" panose="040B0A00000000000000" pitchFamily="50" charset="-128"/>
                  <a:ea typeface="HGP創英角ﾎﾟｯﾌﾟ体" panose="040B0A00000000000000" pitchFamily="50" charset="-128"/>
                </a:rPr>
                <a:t>　　ワン！ </a:t>
              </a:r>
              <a:r>
                <a:rPr kumimoji="1" lang="ja-JP" altLang="en-US" sz="1600" baseline="0" dirty="0">
                  <a:solidFill>
                    <a:schemeClr val="tx1"/>
                  </a:solidFill>
                  <a:latin typeface="HGP創英角ﾎﾟｯﾌﾟ体" panose="040B0A00000000000000" pitchFamily="50" charset="-128"/>
                  <a:ea typeface="HGP創英角ﾎﾟｯﾌﾟ体" panose="040B0A00000000000000" pitchFamily="50" charset="-128"/>
                </a:rPr>
                <a:t>ポイントコラム</a:t>
              </a:r>
            </a:p>
          </p:txBody>
        </p:sp>
        <p:pic>
          <p:nvPicPr>
            <p:cNvPr id="8" name="図 7">
              <a:extLst>
                <a:ext uri="{FF2B5EF4-FFF2-40B4-BE49-F238E27FC236}">
                  <a16:creationId xmlns:a16="http://schemas.microsoft.com/office/drawing/2014/main" id="{28E59DE7-F016-4DD7-9C80-3CB25F8A7AC6}"/>
                </a:ext>
              </a:extLst>
            </p:cNvPr>
            <p:cNvPicPr>
              <a:picLocks noChangeAspect="1"/>
            </p:cNvPicPr>
            <p:nvPr/>
          </p:nvPicPr>
          <p:blipFill>
            <a:blip r:embed="rId3"/>
            <a:stretch>
              <a:fillRect/>
            </a:stretch>
          </p:blipFill>
          <p:spPr>
            <a:xfrm>
              <a:off x="268873" y="805343"/>
              <a:ext cx="728929" cy="728929"/>
            </a:xfrm>
            <a:prstGeom prst="rect">
              <a:avLst/>
            </a:prstGeom>
          </p:spPr>
        </p:pic>
        <p:sp>
          <p:nvSpPr>
            <p:cNvPr id="9" name="吹き出し: 円形 8">
              <a:extLst>
                <a:ext uri="{FF2B5EF4-FFF2-40B4-BE49-F238E27FC236}">
                  <a16:creationId xmlns:a16="http://schemas.microsoft.com/office/drawing/2014/main" id="{1A3B0D07-9639-402F-8EC7-806D5CDC95BD}"/>
                </a:ext>
              </a:extLst>
            </p:cNvPr>
            <p:cNvSpPr/>
            <p:nvPr/>
          </p:nvSpPr>
          <p:spPr>
            <a:xfrm>
              <a:off x="993914" y="786891"/>
              <a:ext cx="630239" cy="446764"/>
            </a:xfrm>
            <a:prstGeom prst="wedgeEllipseCallout">
              <a:avLst>
                <a:gd name="adj1" fmla="val -45409"/>
                <a:gd name="adj2" fmla="val 32837"/>
              </a:avLst>
            </a:prstGeom>
            <a:noFill/>
            <a:ln/>
          </p:spPr>
          <p:style>
            <a:lnRef idx="2">
              <a:schemeClr val="accent6"/>
            </a:lnRef>
            <a:fillRef idx="1">
              <a:schemeClr val="lt1"/>
            </a:fillRef>
            <a:effectRef idx="0">
              <a:schemeClr val="accent6"/>
            </a:effectRef>
            <a:fontRef idx="minor">
              <a:schemeClr val="dk1"/>
            </a:fontRef>
          </p:style>
          <p:txBody>
            <a:bodyPr rtlCol="0" anchor="ctr"/>
            <a:lstStyle/>
            <a:p>
              <a:endParaRPr kumimoji="1" lang="ja-JP" altLang="en-US" sz="1600" dirty="0">
                <a:solidFill>
                  <a:schemeClr val="tx1"/>
                </a:solidFill>
                <a:latin typeface="HGP創英角ﾎﾟｯﾌﾟ体" panose="040B0A00000000000000" pitchFamily="50" charset="-128"/>
                <a:ea typeface="HGP創英角ﾎﾟｯﾌﾟ体" panose="040B0A00000000000000" pitchFamily="50" charset="-128"/>
              </a:endParaRPr>
            </a:p>
          </p:txBody>
        </p:sp>
      </p:grpSp>
      <p:sp>
        <p:nvSpPr>
          <p:cNvPr id="12" name="テキスト プレースホルダー 7">
            <a:extLst>
              <a:ext uri="{FF2B5EF4-FFF2-40B4-BE49-F238E27FC236}">
                <a16:creationId xmlns:a16="http://schemas.microsoft.com/office/drawing/2014/main" id="{4E6A31DE-7FE5-4684-BE8A-68D488E83B54}"/>
              </a:ext>
            </a:extLst>
          </p:cNvPr>
          <p:cNvSpPr txBox="1">
            <a:spLocks/>
          </p:cNvSpPr>
          <p:nvPr/>
        </p:nvSpPr>
        <p:spPr>
          <a:xfrm>
            <a:off x="462875" y="1357462"/>
            <a:ext cx="8216900" cy="453946"/>
          </a:xfrm>
          <a:prstGeom prst="rect">
            <a:avLst/>
          </a:prstGeom>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ja-JP" altLang="en-US" dirty="0"/>
              <a:t>慣れてくるとデフォルトコンストラクタができるはず、と安心してしまうことがあります。例えば下の例では</a:t>
            </a:r>
            <a:r>
              <a:rPr lang="ja-JP" altLang="en-US" b="1" dirty="0">
                <a:solidFill>
                  <a:srgbClr val="C00000"/>
                </a:solidFill>
              </a:rPr>
              <a:t>コンパイルエラー</a:t>
            </a:r>
            <a:r>
              <a:rPr lang="ja-JP" altLang="en-US" dirty="0"/>
              <a:t>になりますので注意しましょう。</a:t>
            </a:r>
          </a:p>
        </p:txBody>
      </p:sp>
      <p:sp>
        <p:nvSpPr>
          <p:cNvPr id="54" name="Google Shape;172;p19">
            <a:extLst>
              <a:ext uri="{FF2B5EF4-FFF2-40B4-BE49-F238E27FC236}">
                <a16:creationId xmlns:a16="http://schemas.microsoft.com/office/drawing/2014/main" id="{D920E566-44FC-4C00-9285-578908C36EAA}"/>
              </a:ext>
            </a:extLst>
          </p:cNvPr>
          <p:cNvSpPr/>
          <p:nvPr/>
        </p:nvSpPr>
        <p:spPr>
          <a:xfrm>
            <a:off x="4571325" y="2165101"/>
            <a:ext cx="3670388" cy="2615313"/>
          </a:xfrm>
          <a:prstGeom prst="rect">
            <a:avLst/>
          </a:prstGeom>
          <a:solidFill>
            <a:schemeClr val="bg1"/>
          </a:solidFill>
          <a:ln w="12700" cap="flat" cmpd="sng">
            <a:no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r>
              <a:rPr lang="ja-JP" sz="1100" dirty="0">
                <a:solidFill>
                  <a:schemeClr val="dk1"/>
                </a:solidFill>
                <a:cs typeface="MS Gothic"/>
                <a:sym typeface="MS Gothic"/>
              </a:rPr>
              <a:t>public class </a:t>
            </a:r>
            <a:r>
              <a:rPr lang="en-US" altLang="ja-JP" sz="1100" dirty="0">
                <a:solidFill>
                  <a:schemeClr val="dk1"/>
                </a:solidFill>
                <a:cs typeface="MS Gothic"/>
                <a:sym typeface="MS Gothic"/>
              </a:rPr>
              <a:t>Student</a:t>
            </a:r>
            <a:r>
              <a:rPr lang="ja-JP" sz="1100" dirty="0">
                <a:solidFill>
                  <a:schemeClr val="dk1"/>
                </a:solidFill>
                <a:cs typeface="MS Gothic"/>
                <a:sym typeface="MS Gothic"/>
              </a:rPr>
              <a:t> {</a:t>
            </a:r>
            <a:endParaRPr lang="en-US" altLang="ja-JP" sz="1100" dirty="0">
              <a:solidFill>
                <a:schemeClr val="dk1"/>
              </a:solidFill>
              <a:cs typeface="MS Gothic"/>
              <a:sym typeface="MS Gothic"/>
            </a:endParaRPr>
          </a:p>
          <a:p>
            <a:r>
              <a:rPr lang="ja-JP" altLang="en-US" sz="1100" dirty="0">
                <a:solidFill>
                  <a:schemeClr val="dk1"/>
                </a:solidFill>
                <a:cs typeface="MS Gothic"/>
                <a:sym typeface="MS Gothic"/>
              </a:rPr>
              <a:t>    </a:t>
            </a:r>
            <a:r>
              <a:rPr lang="en-US" altLang="ja-JP" sz="1100" dirty="0">
                <a:solidFill>
                  <a:schemeClr val="dk1"/>
                </a:solidFill>
                <a:cs typeface="MS Gothic"/>
                <a:sym typeface="MS Gothic"/>
              </a:rPr>
              <a:t>String</a:t>
            </a:r>
            <a:r>
              <a:rPr lang="ja-JP" altLang="en-US" sz="1100" dirty="0">
                <a:solidFill>
                  <a:schemeClr val="dk1"/>
                </a:solidFill>
                <a:cs typeface="MS Gothic"/>
                <a:sym typeface="MS Gothic"/>
              </a:rPr>
              <a:t> </a:t>
            </a:r>
            <a:r>
              <a:rPr lang="en-US" altLang="ja-JP" sz="1100" dirty="0">
                <a:solidFill>
                  <a:schemeClr val="dk1"/>
                </a:solidFill>
                <a:cs typeface="MS Gothic"/>
                <a:sym typeface="MS Gothic"/>
              </a:rPr>
              <a:t>name;</a:t>
            </a:r>
            <a:r>
              <a:rPr lang="ja-JP" altLang="en-US" sz="1100" dirty="0">
                <a:solidFill>
                  <a:schemeClr val="dk1"/>
                </a:solidFill>
                <a:cs typeface="MS Gothic"/>
                <a:sym typeface="MS Gothic"/>
              </a:rPr>
              <a:t>   </a:t>
            </a:r>
            <a:r>
              <a:rPr lang="en-US" altLang="ja-JP" sz="1100" dirty="0">
                <a:solidFill>
                  <a:schemeClr val="dk1"/>
                </a:solidFill>
                <a:cs typeface="MS Gothic"/>
                <a:sym typeface="MS Gothic"/>
              </a:rPr>
              <a:t>//</a:t>
            </a:r>
            <a:r>
              <a:rPr lang="ja-JP" altLang="en-US" sz="1100" dirty="0">
                <a:solidFill>
                  <a:schemeClr val="dk1"/>
                </a:solidFill>
                <a:cs typeface="MS Gothic"/>
                <a:sym typeface="MS Gothic"/>
              </a:rPr>
              <a:t> 氏名</a:t>
            </a:r>
            <a:endParaRPr lang="en-US" altLang="ja-JP" sz="1100" dirty="0">
              <a:solidFill>
                <a:schemeClr val="dk1"/>
              </a:solidFill>
              <a:cs typeface="MS Gothic"/>
              <a:sym typeface="MS Gothic"/>
            </a:endParaRPr>
          </a:p>
          <a:p>
            <a:r>
              <a:rPr lang="ja-JP" altLang="en-US" sz="1100" dirty="0">
                <a:solidFill>
                  <a:schemeClr val="dk1"/>
                </a:solidFill>
                <a:cs typeface="MS Gothic"/>
                <a:sym typeface="MS Gothic"/>
              </a:rPr>
              <a:t>    </a:t>
            </a:r>
            <a:r>
              <a:rPr lang="en-US" altLang="ja-JP" sz="1100" dirty="0">
                <a:solidFill>
                  <a:schemeClr val="dk1"/>
                </a:solidFill>
                <a:cs typeface="MS Gothic"/>
                <a:sym typeface="MS Gothic"/>
              </a:rPr>
              <a:t>int</a:t>
            </a:r>
            <a:r>
              <a:rPr lang="ja-JP" altLang="en-US" sz="1100" dirty="0">
                <a:solidFill>
                  <a:schemeClr val="dk1"/>
                </a:solidFill>
                <a:cs typeface="MS Gothic"/>
                <a:sym typeface="MS Gothic"/>
              </a:rPr>
              <a:t> </a:t>
            </a:r>
            <a:r>
              <a:rPr lang="en-US" altLang="ja-JP" sz="1100" dirty="0">
                <a:solidFill>
                  <a:schemeClr val="dk1"/>
                </a:solidFill>
                <a:cs typeface="MS Gothic"/>
                <a:sym typeface="MS Gothic"/>
              </a:rPr>
              <a:t>age;</a:t>
            </a:r>
            <a:r>
              <a:rPr lang="ja-JP" altLang="en-US" sz="1100" dirty="0">
                <a:solidFill>
                  <a:schemeClr val="dk1"/>
                </a:solidFill>
                <a:cs typeface="MS Gothic"/>
                <a:sym typeface="MS Gothic"/>
              </a:rPr>
              <a:t>       </a:t>
            </a:r>
            <a:r>
              <a:rPr lang="en-US" altLang="ja-JP" sz="1100" dirty="0">
                <a:solidFill>
                  <a:schemeClr val="dk1"/>
                </a:solidFill>
                <a:cs typeface="MS Gothic"/>
                <a:sym typeface="MS Gothic"/>
              </a:rPr>
              <a:t>//</a:t>
            </a:r>
            <a:r>
              <a:rPr lang="ja-JP" altLang="en-US" sz="1100" dirty="0">
                <a:solidFill>
                  <a:schemeClr val="dk1"/>
                </a:solidFill>
                <a:cs typeface="MS Gothic"/>
                <a:sym typeface="MS Gothic"/>
              </a:rPr>
              <a:t> 年齢</a:t>
            </a:r>
            <a:endParaRPr lang="en-US" altLang="ja-JP" sz="1100" dirty="0">
              <a:solidFill>
                <a:schemeClr val="dk1"/>
              </a:solidFill>
              <a:cs typeface="MS Gothic"/>
              <a:sym typeface="MS Gothic"/>
            </a:endParaRPr>
          </a:p>
          <a:p>
            <a:r>
              <a:rPr lang="en-US" altLang="ja-JP" sz="1100" dirty="0">
                <a:solidFill>
                  <a:schemeClr val="dk1"/>
                </a:solidFill>
                <a:cs typeface="MS Gothic"/>
                <a:sym typeface="MS Gothic"/>
              </a:rPr>
              <a:t>    // </a:t>
            </a:r>
            <a:r>
              <a:rPr lang="ja-JP" altLang="en-US" sz="1100" dirty="0">
                <a:solidFill>
                  <a:schemeClr val="dk1"/>
                </a:solidFill>
                <a:cs typeface="MS Gothic"/>
                <a:sym typeface="MS Gothic"/>
              </a:rPr>
              <a:t>自己紹介するメソッド</a:t>
            </a:r>
            <a:endParaRPr lang="en-US" altLang="ja-JP" sz="1100" dirty="0">
              <a:solidFill>
                <a:schemeClr val="dk1"/>
              </a:solidFill>
              <a:cs typeface="MS Gothic"/>
              <a:sym typeface="MS Gothic"/>
            </a:endParaRPr>
          </a:p>
          <a:p>
            <a:r>
              <a:rPr lang="en-US" altLang="ja-JP" sz="1100" dirty="0">
                <a:solidFill>
                  <a:schemeClr val="dk1"/>
                </a:solidFill>
                <a:cs typeface="MS Gothic"/>
                <a:sym typeface="MS Gothic"/>
              </a:rPr>
              <a:t>         </a:t>
            </a:r>
            <a:r>
              <a:rPr lang="ja-JP" altLang="en-US" sz="1100" dirty="0">
                <a:solidFill>
                  <a:schemeClr val="dk1"/>
                </a:solidFill>
                <a:cs typeface="MS Gothic"/>
                <a:sym typeface="MS Gothic"/>
              </a:rPr>
              <a:t>～スペースの都合で省略～</a:t>
            </a:r>
            <a:endParaRPr lang="en-US" altLang="ja-JP" sz="1100" dirty="0">
              <a:solidFill>
                <a:schemeClr val="dk1"/>
              </a:solidFill>
              <a:cs typeface="MS Gothic"/>
              <a:sym typeface="MS Gothic"/>
            </a:endParaRPr>
          </a:p>
          <a:p>
            <a:r>
              <a:rPr lang="en-US" altLang="ja-JP" sz="1100" dirty="0">
                <a:solidFill>
                  <a:schemeClr val="dk1"/>
                </a:solidFill>
                <a:cs typeface="MS Gothic"/>
                <a:sym typeface="MS Gothic"/>
              </a:rPr>
              <a:t>    // </a:t>
            </a:r>
            <a:r>
              <a:rPr lang="ja-JP" altLang="en-US" sz="1100" dirty="0">
                <a:solidFill>
                  <a:schemeClr val="dk1"/>
                </a:solidFill>
                <a:cs typeface="MS Gothic"/>
                <a:sym typeface="MS Gothic"/>
              </a:rPr>
              <a:t>名前のみ初期設定するコンストラクタ</a:t>
            </a:r>
          </a:p>
          <a:p>
            <a:r>
              <a:rPr lang="en-US" altLang="ja-JP" sz="1100" dirty="0">
                <a:solidFill>
                  <a:schemeClr val="dk1"/>
                </a:solidFill>
                <a:cs typeface="MS Gothic"/>
                <a:sym typeface="MS Gothic"/>
              </a:rPr>
              <a:t>    </a:t>
            </a:r>
            <a:r>
              <a:rPr lang="en-US" altLang="ja-JP" sz="1100" dirty="0">
                <a:cs typeface="MS Gothic"/>
                <a:sym typeface="MS Gothic"/>
              </a:rPr>
              <a:t>Student</a:t>
            </a:r>
            <a:r>
              <a:rPr lang="en-US" altLang="ja-JP" sz="1100" dirty="0">
                <a:solidFill>
                  <a:schemeClr val="dk1"/>
                </a:solidFill>
                <a:cs typeface="MS Gothic"/>
                <a:sym typeface="MS Gothic"/>
              </a:rPr>
              <a:t>(String name)</a:t>
            </a:r>
            <a:r>
              <a:rPr lang="ja-JP" altLang="en-US" sz="1100" dirty="0">
                <a:solidFill>
                  <a:schemeClr val="dk1"/>
                </a:solidFill>
                <a:cs typeface="MS Gothic"/>
                <a:sym typeface="MS Gothic"/>
              </a:rPr>
              <a:t> </a:t>
            </a:r>
            <a:r>
              <a:rPr lang="en-US" altLang="ja-JP" sz="1100" dirty="0">
                <a:solidFill>
                  <a:schemeClr val="dk1"/>
                </a:solidFill>
                <a:cs typeface="MS Gothic"/>
                <a:sym typeface="MS Gothic"/>
              </a:rPr>
              <a:t>{</a:t>
            </a:r>
          </a:p>
          <a:p>
            <a:r>
              <a:rPr lang="en-US" altLang="ja-JP" sz="1100" dirty="0">
                <a:solidFill>
                  <a:schemeClr val="dk1"/>
                </a:solidFill>
                <a:cs typeface="MS Gothic"/>
                <a:sym typeface="MS Gothic"/>
              </a:rPr>
              <a:t>        this.name = name;</a:t>
            </a:r>
          </a:p>
          <a:p>
            <a:r>
              <a:rPr lang="en-US" altLang="ja-JP" sz="1100" dirty="0">
                <a:solidFill>
                  <a:schemeClr val="dk1"/>
                </a:solidFill>
                <a:cs typeface="MS Gothic"/>
                <a:sym typeface="MS Gothic"/>
              </a:rPr>
              <a:t>    }</a:t>
            </a:r>
          </a:p>
          <a:p>
            <a:r>
              <a:rPr lang="en-US" altLang="ja-JP" sz="1100" dirty="0">
                <a:solidFill>
                  <a:schemeClr val="dk1"/>
                </a:solidFill>
                <a:cs typeface="MS Gothic"/>
                <a:sym typeface="MS Gothic"/>
              </a:rPr>
              <a:t>    // </a:t>
            </a:r>
            <a:r>
              <a:rPr lang="ja-JP" altLang="en-US" sz="1100" dirty="0">
                <a:solidFill>
                  <a:schemeClr val="dk1"/>
                </a:solidFill>
                <a:cs typeface="MS Gothic"/>
                <a:sym typeface="MS Gothic"/>
              </a:rPr>
              <a:t>名前と年齢を初期設定するコンストラクタ</a:t>
            </a:r>
          </a:p>
          <a:p>
            <a:r>
              <a:rPr lang="en-US" altLang="ja-JP" sz="1100" dirty="0">
                <a:solidFill>
                  <a:schemeClr val="dk1"/>
                </a:solidFill>
                <a:cs typeface="MS Gothic"/>
                <a:sym typeface="MS Gothic"/>
              </a:rPr>
              <a:t>    </a:t>
            </a:r>
            <a:r>
              <a:rPr lang="en-US" altLang="ja-JP" sz="1100" dirty="0">
                <a:cs typeface="MS Gothic"/>
                <a:sym typeface="MS Gothic"/>
              </a:rPr>
              <a:t>Student</a:t>
            </a:r>
            <a:r>
              <a:rPr lang="en-US" altLang="ja-JP" sz="1100" dirty="0">
                <a:solidFill>
                  <a:schemeClr val="dk1"/>
                </a:solidFill>
                <a:cs typeface="MS Gothic"/>
                <a:sym typeface="MS Gothic"/>
              </a:rPr>
              <a:t>(String name, int age)</a:t>
            </a:r>
            <a:r>
              <a:rPr lang="ja-JP" altLang="en-US" sz="1100" dirty="0">
                <a:solidFill>
                  <a:schemeClr val="dk1"/>
                </a:solidFill>
                <a:cs typeface="MS Gothic"/>
                <a:sym typeface="MS Gothic"/>
              </a:rPr>
              <a:t> </a:t>
            </a:r>
            <a:r>
              <a:rPr lang="en-US" altLang="ja-JP" sz="1100" dirty="0">
                <a:solidFill>
                  <a:schemeClr val="dk1"/>
                </a:solidFill>
                <a:cs typeface="MS Gothic"/>
                <a:sym typeface="MS Gothic"/>
              </a:rPr>
              <a:t>{</a:t>
            </a:r>
          </a:p>
          <a:p>
            <a:r>
              <a:rPr lang="en-US" altLang="ja-JP" sz="1100" dirty="0">
                <a:solidFill>
                  <a:schemeClr val="dk1"/>
                </a:solidFill>
                <a:cs typeface="MS Gothic"/>
                <a:sym typeface="MS Gothic"/>
              </a:rPr>
              <a:t>        this.name = name;</a:t>
            </a:r>
          </a:p>
          <a:p>
            <a:r>
              <a:rPr lang="en-US" altLang="ja-JP" sz="1100" dirty="0">
                <a:solidFill>
                  <a:schemeClr val="dk1"/>
                </a:solidFill>
                <a:cs typeface="MS Gothic"/>
                <a:sym typeface="MS Gothic"/>
              </a:rPr>
              <a:t>        </a:t>
            </a:r>
            <a:r>
              <a:rPr lang="en-US" altLang="ja-JP" sz="1100" dirty="0" err="1">
                <a:solidFill>
                  <a:schemeClr val="dk1"/>
                </a:solidFill>
                <a:cs typeface="MS Gothic"/>
                <a:sym typeface="MS Gothic"/>
              </a:rPr>
              <a:t>this.age</a:t>
            </a:r>
            <a:r>
              <a:rPr lang="en-US" altLang="ja-JP" sz="1100" dirty="0">
                <a:solidFill>
                  <a:schemeClr val="dk1"/>
                </a:solidFill>
                <a:cs typeface="MS Gothic"/>
                <a:sym typeface="MS Gothic"/>
              </a:rPr>
              <a:t> = age;</a:t>
            </a:r>
          </a:p>
          <a:p>
            <a:r>
              <a:rPr lang="en-US" altLang="ja-JP" sz="1100" dirty="0">
                <a:solidFill>
                  <a:schemeClr val="dk1"/>
                </a:solidFill>
                <a:cs typeface="MS Gothic"/>
                <a:sym typeface="MS Gothic"/>
              </a:rPr>
              <a:t>    }</a:t>
            </a:r>
          </a:p>
          <a:p>
            <a:r>
              <a:rPr lang="ja-JP" sz="1100" dirty="0">
                <a:solidFill>
                  <a:schemeClr val="dk1"/>
                </a:solidFill>
                <a:cs typeface="MS Gothic"/>
                <a:sym typeface="MS Gothic"/>
              </a:rPr>
              <a:t>}</a:t>
            </a:r>
            <a:endParaRPr sz="1100" dirty="0">
              <a:solidFill>
                <a:schemeClr val="dk1"/>
              </a:solidFill>
              <a:cs typeface="MS Gothic"/>
              <a:sym typeface="MS Gothic"/>
            </a:endParaRPr>
          </a:p>
        </p:txBody>
      </p:sp>
      <p:sp>
        <p:nvSpPr>
          <p:cNvPr id="58" name="Google Shape;172;p19">
            <a:extLst>
              <a:ext uri="{FF2B5EF4-FFF2-40B4-BE49-F238E27FC236}">
                <a16:creationId xmlns:a16="http://schemas.microsoft.com/office/drawing/2014/main" id="{DF077D7B-BCE1-48C6-A00D-871F479F650E}"/>
              </a:ext>
            </a:extLst>
          </p:cNvPr>
          <p:cNvSpPr/>
          <p:nvPr/>
        </p:nvSpPr>
        <p:spPr>
          <a:xfrm>
            <a:off x="533400" y="2165101"/>
            <a:ext cx="3670388" cy="2615313"/>
          </a:xfrm>
          <a:prstGeom prst="rect">
            <a:avLst/>
          </a:prstGeom>
          <a:solidFill>
            <a:schemeClr val="bg1"/>
          </a:solidFill>
          <a:ln w="12700" cap="flat" cmpd="sng">
            <a:noFill/>
            <a:prstDash val="solid"/>
            <a:round/>
            <a:headEnd type="none" w="sm" len="sm"/>
            <a:tailEnd type="none" w="sm" len="sm"/>
          </a:ln>
        </p:spPr>
        <p:txBody>
          <a:bodyPr spcFirstLastPara="1" wrap="square" lIns="91425" tIns="45700" rIns="91425" bIns="45700" anchor="t" anchorCtr="0">
            <a:noAutofit/>
          </a:bodyPr>
          <a:lstStyle/>
          <a:p>
            <a:pPr marL="96838" indent="0">
              <a:buFont typeface="Arial" panose="020B0604020202020204" pitchFamily="34" charset="0"/>
              <a:buNone/>
            </a:pPr>
            <a:r>
              <a:rPr lang="en-US" altLang="ja-JP" sz="1100" dirty="0"/>
              <a:t>public class </a:t>
            </a:r>
            <a:r>
              <a:rPr lang="en-US" altLang="ja-JP" sz="1100" dirty="0" err="1"/>
              <a:t>LeaderSample</a:t>
            </a:r>
            <a:r>
              <a:rPr lang="en-US" altLang="ja-JP" sz="1100" dirty="0"/>
              <a:t> {</a:t>
            </a:r>
            <a:br>
              <a:rPr lang="en-US" altLang="ja-JP" sz="1100" dirty="0"/>
            </a:br>
            <a:r>
              <a:rPr lang="en-US" altLang="ja-JP" sz="1100" dirty="0"/>
              <a:t>    public static void main(String[] </a:t>
            </a:r>
            <a:r>
              <a:rPr lang="en-US" altLang="ja-JP" sz="1100" dirty="0" err="1"/>
              <a:t>args</a:t>
            </a:r>
            <a:r>
              <a:rPr lang="en-US" altLang="ja-JP" sz="1100" dirty="0"/>
              <a:t>) {</a:t>
            </a:r>
            <a:br>
              <a:rPr lang="en-US" altLang="ja-JP" sz="1100" dirty="0"/>
            </a:br>
            <a:r>
              <a:rPr lang="en-US" altLang="ja-JP" sz="1100" dirty="0"/>
              <a:t>        // </a:t>
            </a:r>
            <a:r>
              <a:rPr lang="ja-JP" altLang="en-US" sz="1100" dirty="0"/>
              <a:t>受講生インスタンスを</a:t>
            </a:r>
            <a:r>
              <a:rPr lang="en-US" altLang="ja-JP" sz="1100" dirty="0"/>
              <a:t>2</a:t>
            </a:r>
            <a:r>
              <a:rPr lang="ja-JP" altLang="en-US" sz="1100" dirty="0"/>
              <a:t>つ作成</a:t>
            </a:r>
            <a:br>
              <a:rPr lang="en-US" altLang="ja-JP" sz="1100" dirty="0"/>
            </a:br>
            <a:r>
              <a:rPr lang="en-US" altLang="ja-JP" sz="1100" dirty="0"/>
              <a:t>        Student </a:t>
            </a:r>
            <a:r>
              <a:rPr lang="en-US" altLang="ja-JP" sz="1100" dirty="0" err="1"/>
              <a:t>studentY</a:t>
            </a:r>
            <a:r>
              <a:rPr lang="en-US" altLang="ja-JP" sz="1100" dirty="0"/>
              <a:t> = </a:t>
            </a:r>
            <a:r>
              <a:rPr lang="en-US" altLang="ja-JP" sz="1100" b="1" dirty="0">
                <a:solidFill>
                  <a:srgbClr val="C00000"/>
                </a:solidFill>
              </a:rPr>
              <a:t>new Student()</a:t>
            </a:r>
            <a:r>
              <a:rPr lang="en-US" altLang="ja-JP" sz="1100" dirty="0"/>
              <a:t>;</a:t>
            </a:r>
            <a:br>
              <a:rPr lang="en-US" altLang="ja-JP" sz="1100" dirty="0"/>
            </a:br>
            <a:r>
              <a:rPr lang="ja-JP" altLang="en-US" sz="1100" dirty="0"/>
              <a:t>        </a:t>
            </a:r>
            <a:r>
              <a:rPr lang="en-US" altLang="ja-JP" sz="1100" dirty="0"/>
              <a:t>Student </a:t>
            </a:r>
            <a:r>
              <a:rPr lang="en-US" altLang="ja-JP" sz="1100" dirty="0" err="1"/>
              <a:t>studentT</a:t>
            </a:r>
            <a:r>
              <a:rPr lang="en-US" altLang="ja-JP" sz="1100" dirty="0"/>
              <a:t> = </a:t>
            </a:r>
            <a:r>
              <a:rPr lang="en-US" altLang="ja-JP" sz="1100" b="1" dirty="0">
                <a:solidFill>
                  <a:srgbClr val="C00000"/>
                </a:solidFill>
              </a:rPr>
              <a:t>new Student()</a:t>
            </a:r>
            <a:r>
              <a:rPr lang="en-US" altLang="ja-JP" sz="1100" dirty="0"/>
              <a:t>;</a:t>
            </a:r>
            <a:br>
              <a:rPr lang="en-US" altLang="ja-JP" sz="1100" dirty="0"/>
            </a:br>
            <a:r>
              <a:rPr lang="en-US" altLang="ja-JP" sz="1100" dirty="0"/>
              <a:t>        // </a:t>
            </a:r>
            <a:r>
              <a:rPr lang="ja-JP" altLang="en-US" sz="1100" dirty="0"/>
              <a:t>それぞれのフィールドに代入</a:t>
            </a:r>
            <a:br>
              <a:rPr lang="ja-JP" altLang="en-US" sz="1100" dirty="0"/>
            </a:br>
            <a:r>
              <a:rPr lang="ja-JP" altLang="en-US" sz="1100" dirty="0"/>
              <a:t>        </a:t>
            </a:r>
            <a:r>
              <a:rPr lang="en-US" altLang="ja-JP" sz="1100" dirty="0"/>
              <a:t>studentY.name = "</a:t>
            </a:r>
            <a:r>
              <a:rPr lang="ja-JP" altLang="en-US" sz="1100" dirty="0"/>
              <a:t>山田</a:t>
            </a:r>
            <a:r>
              <a:rPr lang="en-US" altLang="ja-JP" sz="1100" dirty="0"/>
              <a:t>";</a:t>
            </a:r>
            <a:r>
              <a:rPr lang="ja-JP" altLang="en-US" sz="1100" dirty="0"/>
              <a:t> </a:t>
            </a:r>
            <a:br>
              <a:rPr lang="ja-JP" altLang="en-US" sz="1100" dirty="0"/>
            </a:br>
            <a:r>
              <a:rPr lang="ja-JP" altLang="en-US" sz="1100" dirty="0"/>
              <a:t>        </a:t>
            </a:r>
            <a:r>
              <a:rPr lang="en-US" altLang="ja-JP" sz="1100" dirty="0" err="1"/>
              <a:t>studentY.age</a:t>
            </a:r>
            <a:r>
              <a:rPr lang="en-US" altLang="ja-JP" sz="1100" dirty="0"/>
              <a:t> = 21;</a:t>
            </a:r>
            <a:r>
              <a:rPr lang="ja-JP" altLang="en-US" sz="1100" dirty="0"/>
              <a:t> </a:t>
            </a:r>
            <a:br>
              <a:rPr lang="ja-JP" altLang="en-US" sz="1100" dirty="0"/>
            </a:br>
            <a:r>
              <a:rPr lang="ja-JP" altLang="en-US" sz="1100" dirty="0"/>
              <a:t>        </a:t>
            </a:r>
            <a:r>
              <a:rPr lang="en-US" altLang="ja-JP" sz="1100" dirty="0"/>
              <a:t>studentT.name = "</a:t>
            </a:r>
            <a:r>
              <a:rPr lang="ja-JP" altLang="en-US" sz="1100" dirty="0"/>
              <a:t>高橋</a:t>
            </a:r>
            <a:r>
              <a:rPr lang="en-US" altLang="ja-JP" sz="1100" dirty="0"/>
              <a:t>";</a:t>
            </a:r>
            <a:r>
              <a:rPr lang="ja-JP" altLang="en-US" sz="1100" dirty="0"/>
              <a:t> </a:t>
            </a:r>
            <a:br>
              <a:rPr lang="ja-JP" altLang="en-US" sz="1100" dirty="0"/>
            </a:br>
            <a:r>
              <a:rPr lang="ja-JP" altLang="en-US" sz="1100" dirty="0"/>
              <a:t>        </a:t>
            </a:r>
            <a:r>
              <a:rPr lang="en-US" altLang="ja-JP" sz="1100" dirty="0" err="1"/>
              <a:t>studentT.age</a:t>
            </a:r>
            <a:r>
              <a:rPr lang="en-US" altLang="ja-JP" sz="1100" dirty="0"/>
              <a:t> = 23; </a:t>
            </a:r>
            <a:br>
              <a:rPr lang="en-US" altLang="ja-JP" sz="1100" dirty="0"/>
            </a:br>
            <a:r>
              <a:rPr lang="en-US" altLang="ja-JP" sz="1100" dirty="0"/>
              <a:t>        // </a:t>
            </a:r>
            <a:r>
              <a:rPr lang="ja-JP" altLang="en-US" sz="1100" dirty="0"/>
              <a:t>それぞれのメソッドを呼び出し</a:t>
            </a:r>
            <a:br>
              <a:rPr lang="ja-JP" altLang="en-US" sz="1100" dirty="0"/>
            </a:br>
            <a:r>
              <a:rPr lang="ja-JP" altLang="en-US" sz="1100" dirty="0"/>
              <a:t>        </a:t>
            </a:r>
            <a:r>
              <a:rPr lang="en-US" altLang="ja-JP" sz="1100" dirty="0" err="1"/>
              <a:t>studentY.introduce</a:t>
            </a:r>
            <a:r>
              <a:rPr lang="en-US" altLang="ja-JP" sz="1100" dirty="0"/>
              <a:t>();</a:t>
            </a:r>
            <a:r>
              <a:rPr lang="ja-JP" altLang="en-US" sz="1100" dirty="0"/>
              <a:t> </a:t>
            </a:r>
            <a:br>
              <a:rPr lang="ja-JP" altLang="en-US" sz="1100" dirty="0"/>
            </a:br>
            <a:r>
              <a:rPr lang="ja-JP" altLang="en-US" sz="1100" dirty="0"/>
              <a:t>        </a:t>
            </a:r>
            <a:r>
              <a:rPr lang="en-US" altLang="ja-JP" sz="1100" dirty="0" err="1"/>
              <a:t>studentT.introduce</a:t>
            </a:r>
            <a:r>
              <a:rPr lang="en-US" altLang="ja-JP" sz="1100" dirty="0"/>
              <a:t>();</a:t>
            </a:r>
            <a:br>
              <a:rPr lang="en-US" altLang="ja-JP" sz="1100" dirty="0"/>
            </a:br>
            <a:r>
              <a:rPr lang="ja-JP" altLang="en-US" sz="1100" dirty="0"/>
              <a:t>    </a:t>
            </a:r>
            <a:r>
              <a:rPr lang="en-US" altLang="ja-JP" sz="1100" dirty="0"/>
              <a:t>}</a:t>
            </a:r>
            <a:br>
              <a:rPr lang="en-US" altLang="ja-JP" sz="1100" dirty="0"/>
            </a:br>
            <a:r>
              <a:rPr lang="en-US" altLang="ja-JP" sz="1100" dirty="0"/>
              <a:t>}</a:t>
            </a:r>
            <a:endParaRPr lang="ja-JP" altLang="en-US" sz="1100" dirty="0"/>
          </a:p>
        </p:txBody>
      </p:sp>
      <p:sp>
        <p:nvSpPr>
          <p:cNvPr id="59" name="吹き出し: 角を丸めた四角形 58">
            <a:extLst>
              <a:ext uri="{FF2B5EF4-FFF2-40B4-BE49-F238E27FC236}">
                <a16:creationId xmlns:a16="http://schemas.microsoft.com/office/drawing/2014/main" id="{8D74442A-0225-42F5-9531-95149E38E4FE}"/>
              </a:ext>
            </a:extLst>
          </p:cNvPr>
          <p:cNvSpPr/>
          <p:nvPr/>
        </p:nvSpPr>
        <p:spPr>
          <a:xfrm>
            <a:off x="6803648" y="1762101"/>
            <a:ext cx="1805602" cy="696990"/>
          </a:xfrm>
          <a:prstGeom prst="wedgeRoundRectCallout">
            <a:avLst>
              <a:gd name="adj1" fmla="val -38603"/>
              <a:gd name="adj2" fmla="val 133194"/>
              <a:gd name="adj3" fmla="val 16667"/>
            </a:avLst>
          </a:prstGeom>
          <a:solidFill>
            <a:schemeClr val="bg1"/>
          </a:solid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1100" dirty="0">
                <a:solidFill>
                  <a:schemeClr val="tx1"/>
                </a:solidFill>
              </a:rPr>
              <a:t>既にコンストラクタがあるので</a:t>
            </a:r>
            <a:r>
              <a:rPr kumimoji="1" lang="ja-JP" altLang="en-US" sz="1100" b="1" dirty="0">
                <a:solidFill>
                  <a:srgbClr val="C00000"/>
                </a:solidFill>
              </a:rPr>
              <a:t>デフォルトコンストラクタは作られません</a:t>
            </a:r>
            <a:r>
              <a:rPr kumimoji="1" lang="ja-JP" altLang="en-US" sz="1100" dirty="0">
                <a:solidFill>
                  <a:schemeClr val="tx1"/>
                </a:solidFill>
              </a:rPr>
              <a:t>。</a:t>
            </a:r>
            <a:endParaRPr kumimoji="1" lang="en-US" altLang="ja-JP" sz="1100" dirty="0">
              <a:solidFill>
                <a:schemeClr val="tx1"/>
              </a:solidFill>
            </a:endParaRPr>
          </a:p>
        </p:txBody>
      </p:sp>
      <p:sp>
        <p:nvSpPr>
          <p:cNvPr id="60" name="吹き出し: 角を丸めた四角形 59">
            <a:extLst>
              <a:ext uri="{FF2B5EF4-FFF2-40B4-BE49-F238E27FC236}">
                <a16:creationId xmlns:a16="http://schemas.microsoft.com/office/drawing/2014/main" id="{953112A8-9B68-4D22-87B2-98B535257442}"/>
              </a:ext>
            </a:extLst>
          </p:cNvPr>
          <p:cNvSpPr/>
          <p:nvPr/>
        </p:nvSpPr>
        <p:spPr>
          <a:xfrm>
            <a:off x="3028950" y="3207236"/>
            <a:ext cx="1805602" cy="696990"/>
          </a:xfrm>
          <a:prstGeom prst="wedgeRoundRectCallout">
            <a:avLst>
              <a:gd name="adj1" fmla="val -25500"/>
              <a:gd name="adj2" fmla="val -75063"/>
              <a:gd name="adj3" fmla="val 16667"/>
            </a:avLst>
          </a:prstGeom>
          <a:solidFill>
            <a:schemeClr val="bg1"/>
          </a:solid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100" dirty="0">
                <a:solidFill>
                  <a:schemeClr val="tx1"/>
                </a:solidFill>
              </a:rPr>
              <a:t>Student</a:t>
            </a:r>
            <a:r>
              <a:rPr kumimoji="1" lang="ja-JP" altLang="en-US" sz="1100" dirty="0">
                <a:solidFill>
                  <a:schemeClr val="tx1"/>
                </a:solidFill>
              </a:rPr>
              <a:t>クラスに</a:t>
            </a:r>
            <a:r>
              <a:rPr kumimoji="1" lang="ja-JP" altLang="en-US" sz="1100" b="1" dirty="0">
                <a:solidFill>
                  <a:srgbClr val="C00000"/>
                </a:solidFill>
              </a:rPr>
              <a:t>引数なしのコンストラクタが無い</a:t>
            </a:r>
            <a:r>
              <a:rPr kumimoji="1" lang="ja-JP" altLang="en-US" sz="1100" dirty="0">
                <a:solidFill>
                  <a:schemeClr val="tx1"/>
                </a:solidFill>
              </a:rPr>
              <a:t>のでコンパイルエラー</a:t>
            </a:r>
            <a:endParaRPr kumimoji="1" lang="en-US" altLang="ja-JP" sz="1100" dirty="0">
              <a:solidFill>
                <a:schemeClr val="tx1"/>
              </a:solidFill>
            </a:endParaRPr>
          </a:p>
        </p:txBody>
      </p:sp>
    </p:spTree>
    <p:extLst>
      <p:ext uri="{BB962C8B-B14F-4D97-AF65-F5344CB8AC3E}">
        <p14:creationId xmlns:p14="http://schemas.microsoft.com/office/powerpoint/2010/main" val="238447605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52F43DD3-0418-42E8-9D03-3B480F205508}"/>
              </a:ext>
            </a:extLst>
          </p:cNvPr>
          <p:cNvSpPr>
            <a:spLocks noGrp="1"/>
          </p:cNvSpPr>
          <p:nvPr>
            <p:ph type="ftr" sz="quarter" idx="11"/>
          </p:nvPr>
        </p:nvSpPr>
        <p:spPr/>
        <p:txBody>
          <a:bodyPr/>
          <a:lstStyle/>
          <a:p>
            <a:r>
              <a:rPr kumimoji="1" lang="en-US" altLang="ja-JP"/>
              <a:t>copyright ©ITCollege All Rights Reserved</a:t>
            </a:r>
            <a:endParaRPr kumimoji="1" lang="ja-JP" altLang="en-US" dirty="0">
              <a:latin typeface="+mn-ea"/>
            </a:endParaRPr>
          </a:p>
        </p:txBody>
      </p:sp>
      <p:sp>
        <p:nvSpPr>
          <p:cNvPr id="3" name="タイトル 2">
            <a:extLst>
              <a:ext uri="{FF2B5EF4-FFF2-40B4-BE49-F238E27FC236}">
                <a16:creationId xmlns:a16="http://schemas.microsoft.com/office/drawing/2014/main" id="{1C79983C-D8FC-4693-8551-08AD543141F3}"/>
              </a:ext>
            </a:extLst>
          </p:cNvPr>
          <p:cNvSpPr>
            <a:spLocks noGrp="1"/>
          </p:cNvSpPr>
          <p:nvPr>
            <p:ph type="ctrTitle"/>
          </p:nvPr>
        </p:nvSpPr>
        <p:spPr/>
        <p:txBody>
          <a:bodyPr/>
          <a:lstStyle/>
          <a:p>
            <a:r>
              <a:rPr kumimoji="1" lang="ja-JP" altLang="en-US" dirty="0"/>
              <a:t>クラスに書けるもの</a:t>
            </a:r>
          </a:p>
        </p:txBody>
      </p:sp>
      <p:sp>
        <p:nvSpPr>
          <p:cNvPr id="4" name="スライド番号プレースホルダー 3">
            <a:extLst>
              <a:ext uri="{FF2B5EF4-FFF2-40B4-BE49-F238E27FC236}">
                <a16:creationId xmlns:a16="http://schemas.microsoft.com/office/drawing/2014/main" id="{856AB935-007C-47FA-829A-800E0CA2AEA3}"/>
              </a:ext>
            </a:extLst>
          </p:cNvPr>
          <p:cNvSpPr>
            <a:spLocks noGrp="1"/>
          </p:cNvSpPr>
          <p:nvPr>
            <p:ph type="sldNum" sz="quarter" idx="4"/>
          </p:nvPr>
        </p:nvSpPr>
        <p:spPr/>
        <p:txBody>
          <a:bodyPr/>
          <a:lstStyle/>
          <a:p>
            <a:fld id="{00000000-1234-1234-1234-123412341234}" type="slidenum">
              <a:rPr lang="en" smtClean="0"/>
              <a:pPr/>
              <a:t>31</a:t>
            </a:fld>
            <a:endParaRPr lang="en" dirty="0">
              <a:latin typeface="+mn-ea"/>
            </a:endParaRPr>
          </a:p>
        </p:txBody>
      </p:sp>
      <p:grpSp>
        <p:nvGrpSpPr>
          <p:cNvPr id="5" name="グループ化 4">
            <a:extLst>
              <a:ext uri="{FF2B5EF4-FFF2-40B4-BE49-F238E27FC236}">
                <a16:creationId xmlns:a16="http://schemas.microsoft.com/office/drawing/2014/main" id="{A44B4048-971D-4173-B9D4-DC3B6BE6B579}"/>
              </a:ext>
            </a:extLst>
          </p:cNvPr>
          <p:cNvGrpSpPr/>
          <p:nvPr/>
        </p:nvGrpSpPr>
        <p:grpSpPr>
          <a:xfrm>
            <a:off x="268873" y="786891"/>
            <a:ext cx="8411576" cy="4075185"/>
            <a:chOff x="268873" y="786891"/>
            <a:chExt cx="8411576" cy="4132541"/>
          </a:xfrm>
        </p:grpSpPr>
        <p:sp>
          <p:nvSpPr>
            <p:cNvPr id="6" name="四角形: 角を丸くする 5">
              <a:extLst>
                <a:ext uri="{FF2B5EF4-FFF2-40B4-BE49-F238E27FC236}">
                  <a16:creationId xmlns:a16="http://schemas.microsoft.com/office/drawing/2014/main" id="{86A4B4B3-72EC-42DF-9192-2E6EA70F2129}"/>
                </a:ext>
              </a:extLst>
            </p:cNvPr>
            <p:cNvSpPr/>
            <p:nvPr/>
          </p:nvSpPr>
          <p:spPr>
            <a:xfrm>
              <a:off x="463549" y="1006821"/>
              <a:ext cx="8216900" cy="3912611"/>
            </a:xfrm>
            <a:prstGeom prst="roundRect">
              <a:avLst>
                <a:gd name="adj" fmla="val 3458"/>
              </a:avLst>
            </a:prstGeom>
            <a:noFill/>
            <a:ln w="38100">
              <a:solidFill>
                <a:schemeClr val="tx2"/>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tx1"/>
                </a:solidFill>
              </a:endParaRPr>
            </a:p>
          </p:txBody>
        </p:sp>
        <p:sp>
          <p:nvSpPr>
            <p:cNvPr id="7" name="テキスト ボックス 6">
              <a:extLst>
                <a:ext uri="{FF2B5EF4-FFF2-40B4-BE49-F238E27FC236}">
                  <a16:creationId xmlns:a16="http://schemas.microsoft.com/office/drawing/2014/main" id="{6E402657-7E23-45B6-8B4D-D3962EEEABC8}"/>
                </a:ext>
              </a:extLst>
            </p:cNvPr>
            <p:cNvSpPr txBox="1"/>
            <p:nvPr/>
          </p:nvSpPr>
          <p:spPr>
            <a:xfrm>
              <a:off x="615948" y="826258"/>
              <a:ext cx="2399472" cy="461733"/>
            </a:xfrm>
            <a:prstGeom prst="rect">
              <a:avLst/>
            </a:prstGeom>
            <a:solidFill>
              <a:schemeClr val="bg1">
                <a:lumMod val="95000"/>
              </a:schemeClr>
            </a:solidFill>
          </p:spPr>
          <p:txBody>
            <a:bodyPr wrap="square" rtlCol="0">
              <a:noAutofit/>
            </a:bodyPr>
            <a:lstStyle/>
            <a:p>
              <a:pPr algn="r"/>
              <a:r>
                <a:rPr kumimoji="1" lang="ja-JP" altLang="en-US" sz="1600" dirty="0">
                  <a:latin typeface="HGP創英角ﾎﾟｯﾌﾟ体" panose="040B0A00000000000000" pitchFamily="50" charset="-128"/>
                  <a:ea typeface="HGP創英角ﾎﾟｯﾌﾟ体" panose="040B0A00000000000000" pitchFamily="50" charset="-128"/>
                </a:rPr>
                <a:t>　　ワン！ </a:t>
              </a:r>
              <a:r>
                <a:rPr kumimoji="1" lang="ja-JP" altLang="en-US" sz="1600" baseline="0" dirty="0">
                  <a:solidFill>
                    <a:schemeClr val="tx1"/>
                  </a:solidFill>
                  <a:latin typeface="HGP創英角ﾎﾟｯﾌﾟ体" panose="040B0A00000000000000" pitchFamily="50" charset="-128"/>
                  <a:ea typeface="HGP創英角ﾎﾟｯﾌﾟ体" panose="040B0A00000000000000" pitchFamily="50" charset="-128"/>
                </a:rPr>
                <a:t>ポイントコラム</a:t>
              </a:r>
            </a:p>
          </p:txBody>
        </p:sp>
        <p:pic>
          <p:nvPicPr>
            <p:cNvPr id="8" name="図 7">
              <a:extLst>
                <a:ext uri="{FF2B5EF4-FFF2-40B4-BE49-F238E27FC236}">
                  <a16:creationId xmlns:a16="http://schemas.microsoft.com/office/drawing/2014/main" id="{28E59DE7-F016-4DD7-9C80-3CB25F8A7AC6}"/>
                </a:ext>
              </a:extLst>
            </p:cNvPr>
            <p:cNvPicPr>
              <a:picLocks noChangeAspect="1"/>
            </p:cNvPicPr>
            <p:nvPr/>
          </p:nvPicPr>
          <p:blipFill>
            <a:blip r:embed="rId3"/>
            <a:stretch>
              <a:fillRect/>
            </a:stretch>
          </p:blipFill>
          <p:spPr>
            <a:xfrm>
              <a:off x="268873" y="805343"/>
              <a:ext cx="728929" cy="728929"/>
            </a:xfrm>
            <a:prstGeom prst="rect">
              <a:avLst/>
            </a:prstGeom>
          </p:spPr>
        </p:pic>
        <p:sp>
          <p:nvSpPr>
            <p:cNvPr id="9" name="吹き出し: 円形 8">
              <a:extLst>
                <a:ext uri="{FF2B5EF4-FFF2-40B4-BE49-F238E27FC236}">
                  <a16:creationId xmlns:a16="http://schemas.microsoft.com/office/drawing/2014/main" id="{1A3B0D07-9639-402F-8EC7-806D5CDC95BD}"/>
                </a:ext>
              </a:extLst>
            </p:cNvPr>
            <p:cNvSpPr/>
            <p:nvPr/>
          </p:nvSpPr>
          <p:spPr>
            <a:xfrm>
              <a:off x="993914" y="786891"/>
              <a:ext cx="630239" cy="446764"/>
            </a:xfrm>
            <a:prstGeom prst="wedgeEllipseCallout">
              <a:avLst>
                <a:gd name="adj1" fmla="val -45409"/>
                <a:gd name="adj2" fmla="val 32837"/>
              </a:avLst>
            </a:prstGeom>
            <a:noFill/>
            <a:ln/>
          </p:spPr>
          <p:style>
            <a:lnRef idx="2">
              <a:schemeClr val="accent6"/>
            </a:lnRef>
            <a:fillRef idx="1">
              <a:schemeClr val="lt1"/>
            </a:fillRef>
            <a:effectRef idx="0">
              <a:schemeClr val="accent6"/>
            </a:effectRef>
            <a:fontRef idx="minor">
              <a:schemeClr val="dk1"/>
            </a:fontRef>
          </p:style>
          <p:txBody>
            <a:bodyPr rtlCol="0" anchor="ctr"/>
            <a:lstStyle/>
            <a:p>
              <a:endParaRPr kumimoji="1" lang="ja-JP" altLang="en-US" sz="1600" dirty="0">
                <a:solidFill>
                  <a:schemeClr val="tx1"/>
                </a:solidFill>
                <a:latin typeface="HGP創英角ﾎﾟｯﾌﾟ体" panose="040B0A00000000000000" pitchFamily="50" charset="-128"/>
                <a:ea typeface="HGP創英角ﾎﾟｯﾌﾟ体" panose="040B0A00000000000000" pitchFamily="50" charset="-128"/>
              </a:endParaRPr>
            </a:p>
          </p:txBody>
        </p:sp>
      </p:grpSp>
      <p:sp>
        <p:nvSpPr>
          <p:cNvPr id="12" name="テキスト プレースホルダー 7">
            <a:extLst>
              <a:ext uri="{FF2B5EF4-FFF2-40B4-BE49-F238E27FC236}">
                <a16:creationId xmlns:a16="http://schemas.microsoft.com/office/drawing/2014/main" id="{4E6A31DE-7FE5-4684-BE8A-68D488E83B54}"/>
              </a:ext>
            </a:extLst>
          </p:cNvPr>
          <p:cNvSpPr txBox="1">
            <a:spLocks/>
          </p:cNvSpPr>
          <p:nvPr/>
        </p:nvSpPr>
        <p:spPr>
          <a:xfrm>
            <a:off x="462875" y="1357462"/>
            <a:ext cx="8216900" cy="453946"/>
          </a:xfrm>
          <a:prstGeom prst="rect">
            <a:avLst/>
          </a:prstGeom>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ja-JP" altLang="en-US" dirty="0"/>
              <a:t>クラスに直接書けるものはフィールド</a:t>
            </a:r>
            <a:r>
              <a:rPr lang="en-US" altLang="ja-JP" dirty="0"/>
              <a:t>(</a:t>
            </a:r>
            <a:r>
              <a:rPr lang="ja-JP" altLang="en-US" dirty="0"/>
              <a:t>の宣言</a:t>
            </a:r>
            <a:r>
              <a:rPr lang="en-US" altLang="ja-JP" dirty="0"/>
              <a:t>)</a:t>
            </a:r>
            <a:r>
              <a:rPr lang="ja-JP" altLang="en-US" dirty="0"/>
              <a:t>とメソッド、と学習してきましたが、</a:t>
            </a:r>
            <a:br>
              <a:rPr lang="en-US" altLang="ja-JP" dirty="0"/>
            </a:br>
            <a:r>
              <a:rPr lang="ja-JP" altLang="en-US" dirty="0"/>
              <a:t>コンストラクタも書けることがわかりました。逆にこの</a:t>
            </a:r>
            <a:r>
              <a:rPr lang="en-US" altLang="ja-JP" dirty="0"/>
              <a:t>3</a:t>
            </a:r>
            <a:r>
              <a:rPr lang="ja-JP" altLang="en-US" dirty="0"/>
              <a:t>つ以外は書けない、と覚えておきましょう。</a:t>
            </a:r>
          </a:p>
        </p:txBody>
      </p:sp>
      <p:sp>
        <p:nvSpPr>
          <p:cNvPr id="58" name="Google Shape;172;p19">
            <a:extLst>
              <a:ext uri="{FF2B5EF4-FFF2-40B4-BE49-F238E27FC236}">
                <a16:creationId xmlns:a16="http://schemas.microsoft.com/office/drawing/2014/main" id="{DF077D7B-BCE1-48C6-A00D-871F479F650E}"/>
              </a:ext>
            </a:extLst>
          </p:cNvPr>
          <p:cNvSpPr/>
          <p:nvPr/>
        </p:nvSpPr>
        <p:spPr>
          <a:xfrm>
            <a:off x="533400" y="1811409"/>
            <a:ext cx="7478790" cy="2969006"/>
          </a:xfrm>
          <a:prstGeom prst="rect">
            <a:avLst/>
          </a:prstGeom>
          <a:solidFill>
            <a:schemeClr val="bg1"/>
          </a:solidFill>
          <a:ln w="12700" cap="flat" cmpd="sng">
            <a:noFill/>
            <a:prstDash val="solid"/>
            <a:round/>
            <a:headEnd type="none" w="sm" len="sm"/>
            <a:tailEnd type="none" w="sm" len="sm"/>
          </a:ln>
        </p:spPr>
        <p:txBody>
          <a:bodyPr spcFirstLastPara="1" wrap="square" lIns="91425" tIns="45700" rIns="91425" bIns="45700" anchor="t" anchorCtr="0">
            <a:noAutofit/>
          </a:bodyPr>
          <a:lstStyle/>
          <a:p>
            <a:pPr marL="96838" indent="0">
              <a:buFont typeface="Arial" panose="020B0604020202020204" pitchFamily="34" charset="0"/>
              <a:buNone/>
            </a:pPr>
            <a:r>
              <a:rPr lang="en-US" altLang="ja-JP" sz="1100" dirty="0"/>
              <a:t>public class </a:t>
            </a:r>
            <a:r>
              <a:rPr lang="en-US" altLang="ja-JP" sz="1100" dirty="0" err="1"/>
              <a:t>ClassSample</a:t>
            </a:r>
            <a:r>
              <a:rPr lang="en-US" altLang="ja-JP" sz="1100" dirty="0"/>
              <a:t> {</a:t>
            </a:r>
          </a:p>
          <a:p>
            <a:pPr marL="96838" indent="0">
              <a:buFont typeface="Arial" panose="020B0604020202020204" pitchFamily="34" charset="0"/>
              <a:buNone/>
            </a:pPr>
            <a:r>
              <a:rPr lang="en-US" altLang="ja-JP" sz="1100" dirty="0"/>
              <a:t>    String name;                           // </a:t>
            </a:r>
            <a:r>
              <a:rPr lang="ja-JP" altLang="en-US" sz="1100" dirty="0"/>
              <a:t>この行はフィールドの宣言なので</a:t>
            </a:r>
            <a:r>
              <a:rPr lang="en-US" altLang="ja-JP" sz="1100" dirty="0"/>
              <a:t>OK</a:t>
            </a:r>
            <a:r>
              <a:rPr lang="ja-JP" altLang="en-US" sz="1100" dirty="0"/>
              <a:t>です</a:t>
            </a:r>
            <a:endParaRPr lang="en-US" altLang="ja-JP" sz="1100" dirty="0"/>
          </a:p>
          <a:p>
            <a:pPr marL="96838" indent="0">
              <a:buFont typeface="Arial" panose="020B0604020202020204" pitchFamily="34" charset="0"/>
              <a:buNone/>
            </a:pPr>
            <a:r>
              <a:rPr lang="en-US" altLang="ja-JP" sz="1100" dirty="0"/>
              <a:t>    int age = </a:t>
            </a:r>
            <a:r>
              <a:rPr lang="en-US" altLang="ja-JP" sz="1100" dirty="0" err="1"/>
              <a:t>Integer.parseInt</a:t>
            </a:r>
            <a:r>
              <a:rPr lang="en-US" altLang="ja-JP" sz="1100" dirty="0"/>
              <a:t>("1234");    // </a:t>
            </a:r>
            <a:r>
              <a:rPr lang="ja-JP" altLang="en-US" sz="1100" dirty="0"/>
              <a:t>この行はフィールドの初期化</a:t>
            </a:r>
            <a:r>
              <a:rPr lang="en-US" altLang="ja-JP" sz="1100" dirty="0"/>
              <a:t>(</a:t>
            </a:r>
            <a:r>
              <a:rPr lang="ja-JP" altLang="en-US" sz="1100" dirty="0"/>
              <a:t>宣言</a:t>
            </a:r>
            <a:r>
              <a:rPr lang="en-US" altLang="ja-JP" sz="1100" dirty="0"/>
              <a:t>+</a:t>
            </a:r>
            <a:r>
              <a:rPr lang="ja-JP" altLang="en-US" sz="1100" dirty="0"/>
              <a:t>代入</a:t>
            </a:r>
            <a:r>
              <a:rPr lang="en-US" altLang="ja-JP" sz="1100" dirty="0"/>
              <a:t>)</a:t>
            </a:r>
            <a:r>
              <a:rPr lang="ja-JP" altLang="en-US" sz="1100" dirty="0"/>
              <a:t>なので</a:t>
            </a:r>
            <a:r>
              <a:rPr lang="en-US" altLang="ja-JP" sz="1100" dirty="0"/>
              <a:t>OK</a:t>
            </a:r>
            <a:r>
              <a:rPr lang="ja-JP" altLang="en-US" sz="1100" dirty="0"/>
              <a:t>です</a:t>
            </a:r>
            <a:endParaRPr lang="en-US" altLang="ja-JP" sz="1100" dirty="0"/>
          </a:p>
          <a:p>
            <a:pPr marL="96838" indent="0">
              <a:buFont typeface="Arial" panose="020B0604020202020204" pitchFamily="34" charset="0"/>
              <a:buNone/>
            </a:pPr>
            <a:r>
              <a:rPr lang="en-US" altLang="ja-JP" sz="1100" dirty="0"/>
              <a:t>    </a:t>
            </a:r>
            <a:r>
              <a:rPr lang="en-US" altLang="ja-JP" sz="1100" b="1" dirty="0">
                <a:solidFill>
                  <a:srgbClr val="C00000"/>
                </a:solidFill>
              </a:rPr>
              <a:t>name = "</a:t>
            </a:r>
            <a:r>
              <a:rPr lang="en-US" altLang="ja-JP" sz="1100" b="1" dirty="0" err="1">
                <a:solidFill>
                  <a:srgbClr val="C00000"/>
                </a:solidFill>
              </a:rPr>
              <a:t>abc</a:t>
            </a:r>
            <a:r>
              <a:rPr lang="en-US" altLang="ja-JP" sz="1100" b="1" dirty="0">
                <a:solidFill>
                  <a:srgbClr val="C00000"/>
                </a:solidFill>
              </a:rPr>
              <a:t>";</a:t>
            </a:r>
            <a:r>
              <a:rPr lang="ja-JP" altLang="en-US" sz="1100" dirty="0"/>
              <a:t>                          </a:t>
            </a:r>
            <a:r>
              <a:rPr lang="en-US" altLang="ja-JP" sz="1100" dirty="0"/>
              <a:t>// </a:t>
            </a:r>
            <a:r>
              <a:rPr lang="ja-JP" altLang="en-US" sz="1100" dirty="0"/>
              <a:t>この行はフィールドの宣言ではないので</a:t>
            </a:r>
            <a:r>
              <a:rPr lang="ja-JP" altLang="en-US" sz="1100" b="1" dirty="0">
                <a:solidFill>
                  <a:srgbClr val="C00000"/>
                </a:solidFill>
              </a:rPr>
              <a:t>コンパイルエラー</a:t>
            </a:r>
            <a:r>
              <a:rPr lang="ja-JP" altLang="en-US" sz="1100" dirty="0"/>
              <a:t>です</a:t>
            </a:r>
            <a:endParaRPr lang="en-US" altLang="ja-JP" sz="1100" dirty="0"/>
          </a:p>
          <a:p>
            <a:pPr marL="96838" indent="0">
              <a:buFont typeface="Arial" panose="020B0604020202020204" pitchFamily="34" charset="0"/>
              <a:buNone/>
            </a:pPr>
            <a:r>
              <a:rPr lang="en-US" altLang="ja-JP" sz="1100" dirty="0"/>
              <a:t>    </a:t>
            </a:r>
            <a:r>
              <a:rPr lang="en-US" altLang="ja-JP" sz="1100" b="1" dirty="0" err="1">
                <a:solidFill>
                  <a:srgbClr val="C00000"/>
                </a:solidFill>
              </a:rPr>
              <a:t>System.out.println</a:t>
            </a:r>
            <a:r>
              <a:rPr lang="en-US" altLang="ja-JP" sz="1100" b="1" dirty="0">
                <a:solidFill>
                  <a:srgbClr val="C00000"/>
                </a:solidFill>
              </a:rPr>
              <a:t>("</a:t>
            </a:r>
            <a:r>
              <a:rPr lang="ja-JP" altLang="en-US" sz="1100" b="1" dirty="0">
                <a:solidFill>
                  <a:srgbClr val="C00000"/>
                </a:solidFill>
              </a:rPr>
              <a:t>あいうえお</a:t>
            </a:r>
            <a:r>
              <a:rPr lang="en-US" altLang="ja-JP" sz="1100" b="1" dirty="0">
                <a:solidFill>
                  <a:srgbClr val="C00000"/>
                </a:solidFill>
              </a:rPr>
              <a:t>");</a:t>
            </a:r>
            <a:r>
              <a:rPr lang="en-US" altLang="ja-JP" sz="1100" dirty="0"/>
              <a:t>      // </a:t>
            </a:r>
            <a:r>
              <a:rPr lang="ja-JP" altLang="en-US" sz="1100" dirty="0"/>
              <a:t>この行もフィールドの宣言ではないので</a:t>
            </a:r>
            <a:r>
              <a:rPr lang="ja-JP" altLang="en-US" sz="1100" b="1" dirty="0">
                <a:solidFill>
                  <a:srgbClr val="C00000"/>
                </a:solidFill>
              </a:rPr>
              <a:t>コンパイルエラー</a:t>
            </a:r>
            <a:r>
              <a:rPr lang="ja-JP" altLang="en-US" sz="1100" dirty="0"/>
              <a:t>です</a:t>
            </a:r>
            <a:endParaRPr lang="en-US" altLang="ja-JP" sz="1100" dirty="0"/>
          </a:p>
          <a:p>
            <a:pPr marL="96838" indent="0">
              <a:buFont typeface="Arial" panose="020B0604020202020204" pitchFamily="34" charset="0"/>
              <a:buNone/>
            </a:pPr>
            <a:r>
              <a:rPr lang="en-US" altLang="ja-JP" sz="1100" dirty="0"/>
              <a:t>    void method1(int birth) {       // </a:t>
            </a:r>
            <a:r>
              <a:rPr lang="ja-JP" altLang="en-US" sz="1100" dirty="0"/>
              <a:t>もちろんメソッドは書けます</a:t>
            </a:r>
            <a:endParaRPr lang="en-US" altLang="ja-JP" sz="1100" dirty="0"/>
          </a:p>
          <a:p>
            <a:pPr marL="96838" indent="0">
              <a:buFont typeface="Arial" panose="020B0604020202020204" pitchFamily="34" charset="0"/>
              <a:buNone/>
            </a:pPr>
            <a:r>
              <a:rPr lang="en-US" altLang="ja-JP" sz="1100" dirty="0"/>
              <a:t>        </a:t>
            </a:r>
            <a:r>
              <a:rPr lang="en-US" altLang="ja-JP" sz="1100" dirty="0" err="1"/>
              <a:t>this.age</a:t>
            </a:r>
            <a:r>
              <a:rPr lang="en-US" altLang="ja-JP" sz="1100" dirty="0"/>
              <a:t> = 2030 - birth;    // </a:t>
            </a:r>
            <a:r>
              <a:rPr lang="ja-JP" altLang="en-US" sz="1100" b="1" dirty="0">
                <a:solidFill>
                  <a:srgbClr val="C00000"/>
                </a:solidFill>
              </a:rPr>
              <a:t>メソッドの中なら宣言以外の処理も書けます</a:t>
            </a:r>
            <a:endParaRPr lang="en-US" altLang="ja-JP" sz="1100" b="1" dirty="0">
              <a:solidFill>
                <a:srgbClr val="C00000"/>
              </a:solidFill>
            </a:endParaRPr>
          </a:p>
          <a:p>
            <a:pPr marL="96838" indent="0">
              <a:buFont typeface="Arial" panose="020B0604020202020204" pitchFamily="34" charset="0"/>
              <a:buNone/>
            </a:pPr>
            <a:r>
              <a:rPr lang="en-US" altLang="ja-JP" sz="1100" dirty="0"/>
              <a:t>    }</a:t>
            </a:r>
          </a:p>
          <a:p>
            <a:pPr marL="96838" indent="0">
              <a:buFont typeface="Arial" panose="020B0604020202020204" pitchFamily="34" charset="0"/>
              <a:buNone/>
            </a:pPr>
            <a:r>
              <a:rPr lang="en-US" altLang="ja-JP" sz="1100" dirty="0"/>
              <a:t>    </a:t>
            </a:r>
            <a:r>
              <a:rPr lang="en-US" altLang="ja-JP" sz="1100" dirty="0" err="1"/>
              <a:t>ClassSample</a:t>
            </a:r>
            <a:r>
              <a:rPr lang="en-US" altLang="ja-JP" sz="1100" dirty="0"/>
              <a:t>() {                 // </a:t>
            </a:r>
            <a:r>
              <a:rPr lang="ja-JP" altLang="en-US" sz="1100" dirty="0"/>
              <a:t>コンストラクタも書けます</a:t>
            </a:r>
            <a:endParaRPr lang="en-US" altLang="ja-JP" sz="1100" dirty="0"/>
          </a:p>
          <a:p>
            <a:pPr marL="96838" indent="0">
              <a:buFont typeface="Arial" panose="020B0604020202020204" pitchFamily="34" charset="0"/>
              <a:buNone/>
            </a:pPr>
            <a:r>
              <a:rPr lang="en-US" altLang="ja-JP" sz="1100" dirty="0"/>
              <a:t>        this.name = new </a:t>
            </a:r>
            <a:r>
              <a:rPr lang="en-US" altLang="ja-JP" sz="1100" dirty="0" err="1"/>
              <a:t>java.util.Scanner</a:t>
            </a:r>
            <a:r>
              <a:rPr lang="en-US" altLang="ja-JP" sz="1100" dirty="0"/>
              <a:t>(System.in).</a:t>
            </a:r>
            <a:r>
              <a:rPr lang="en-US" altLang="ja-JP" sz="1100" dirty="0" err="1"/>
              <a:t>nextLine</a:t>
            </a:r>
            <a:r>
              <a:rPr lang="en-US" altLang="ja-JP" sz="1100" dirty="0"/>
              <a:t>();</a:t>
            </a:r>
            <a:endParaRPr lang="ja-JP" altLang="en-US" sz="1100" dirty="0"/>
          </a:p>
          <a:p>
            <a:pPr marL="96838" indent="0">
              <a:buFont typeface="Arial" panose="020B0604020202020204" pitchFamily="34" charset="0"/>
              <a:buNone/>
            </a:pPr>
            <a:r>
              <a:rPr lang="ja-JP" altLang="en-US" sz="1100" dirty="0"/>
              <a:t>                                    </a:t>
            </a:r>
            <a:r>
              <a:rPr lang="en-US" altLang="ja-JP" sz="1100" dirty="0"/>
              <a:t>//</a:t>
            </a:r>
            <a:r>
              <a:rPr lang="ja-JP" altLang="en-US" sz="1100" dirty="0"/>
              <a:t> </a:t>
            </a:r>
            <a:r>
              <a:rPr lang="ja-JP" altLang="en-US" sz="1100" b="1" dirty="0">
                <a:solidFill>
                  <a:srgbClr val="C00000"/>
                </a:solidFill>
              </a:rPr>
              <a:t>コンストラクタの中でも処理を書けます</a:t>
            </a:r>
            <a:endParaRPr lang="en-US" altLang="ja-JP" sz="1100" b="1" dirty="0">
              <a:solidFill>
                <a:srgbClr val="C00000"/>
              </a:solidFill>
            </a:endParaRPr>
          </a:p>
          <a:p>
            <a:pPr marL="96838" indent="0">
              <a:buFont typeface="Arial" panose="020B0604020202020204" pitchFamily="34" charset="0"/>
              <a:buNone/>
            </a:pPr>
            <a:r>
              <a:rPr lang="en-US" altLang="ja-JP" sz="1100" dirty="0"/>
              <a:t>    }</a:t>
            </a:r>
            <a:br>
              <a:rPr lang="en-US" altLang="ja-JP" sz="1100" dirty="0"/>
            </a:br>
            <a:r>
              <a:rPr lang="en-US" altLang="ja-JP" sz="1100" dirty="0"/>
              <a:t>}</a:t>
            </a:r>
            <a:endParaRPr lang="ja-JP" altLang="en-US" sz="1100" dirty="0"/>
          </a:p>
        </p:txBody>
      </p:sp>
    </p:spTree>
    <p:extLst>
      <p:ext uri="{BB962C8B-B14F-4D97-AF65-F5344CB8AC3E}">
        <p14:creationId xmlns:p14="http://schemas.microsoft.com/office/powerpoint/2010/main" val="260398226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DE764CD8-0B12-484E-890C-8A5A26296D13}"/>
              </a:ext>
            </a:extLst>
          </p:cNvPr>
          <p:cNvSpPr>
            <a:spLocks noGrp="1"/>
          </p:cNvSpPr>
          <p:nvPr>
            <p:ph type="ftr" sz="quarter" idx="11"/>
          </p:nvPr>
        </p:nvSpPr>
        <p:spPr/>
        <p:txBody>
          <a:bodyPr/>
          <a:lstStyle/>
          <a:p>
            <a:r>
              <a:rPr kumimoji="1" lang="en-US" altLang="ja-JP"/>
              <a:t>copyright ©ITCollege All Rights Reserved</a:t>
            </a:r>
            <a:endParaRPr kumimoji="1" lang="ja-JP" altLang="en-US" dirty="0">
              <a:latin typeface="+mn-ea"/>
            </a:endParaRPr>
          </a:p>
        </p:txBody>
      </p:sp>
      <p:sp>
        <p:nvSpPr>
          <p:cNvPr id="7" name="タイトル 6">
            <a:extLst>
              <a:ext uri="{FF2B5EF4-FFF2-40B4-BE49-F238E27FC236}">
                <a16:creationId xmlns:a16="http://schemas.microsoft.com/office/drawing/2014/main" id="{9630AD22-E64D-4A96-B059-2AF9F6580C25}"/>
              </a:ext>
            </a:extLst>
          </p:cNvPr>
          <p:cNvSpPr>
            <a:spLocks noGrp="1"/>
          </p:cNvSpPr>
          <p:nvPr>
            <p:ph type="ctrTitle"/>
          </p:nvPr>
        </p:nvSpPr>
        <p:spPr/>
        <p:txBody>
          <a:bodyPr/>
          <a:lstStyle/>
          <a:p>
            <a:r>
              <a:rPr lang="ja-JP" altLang="en-US" dirty="0"/>
              <a:t>静的メンバ</a:t>
            </a:r>
          </a:p>
        </p:txBody>
      </p:sp>
      <p:sp>
        <p:nvSpPr>
          <p:cNvPr id="5" name="スライド番号プレースホルダー 4">
            <a:extLst>
              <a:ext uri="{FF2B5EF4-FFF2-40B4-BE49-F238E27FC236}">
                <a16:creationId xmlns:a16="http://schemas.microsoft.com/office/drawing/2014/main" id="{433B62C4-B6B9-4622-B802-69C25D6F2A49}"/>
              </a:ext>
            </a:extLst>
          </p:cNvPr>
          <p:cNvSpPr>
            <a:spLocks noGrp="1"/>
          </p:cNvSpPr>
          <p:nvPr>
            <p:ph type="sldNum" sz="quarter" idx="4"/>
          </p:nvPr>
        </p:nvSpPr>
        <p:spPr/>
        <p:txBody>
          <a:bodyPr/>
          <a:lstStyle/>
          <a:p>
            <a:fld id="{00000000-1234-1234-1234-123412341234}" type="slidenum">
              <a:rPr lang="en" smtClean="0"/>
              <a:pPr/>
              <a:t>32</a:t>
            </a:fld>
            <a:endParaRPr lang="en" dirty="0">
              <a:latin typeface="+mn-ea"/>
            </a:endParaRPr>
          </a:p>
        </p:txBody>
      </p:sp>
      <p:sp>
        <p:nvSpPr>
          <p:cNvPr id="8" name="テキスト プレースホルダー 7">
            <a:extLst>
              <a:ext uri="{FF2B5EF4-FFF2-40B4-BE49-F238E27FC236}">
                <a16:creationId xmlns:a16="http://schemas.microsoft.com/office/drawing/2014/main" id="{787CF02A-01AB-4517-BA3E-25572FA82648}"/>
              </a:ext>
            </a:extLst>
          </p:cNvPr>
          <p:cNvSpPr>
            <a:spLocks noGrp="1"/>
          </p:cNvSpPr>
          <p:nvPr>
            <p:ph type="body" sz="quarter" idx="14"/>
          </p:nvPr>
        </p:nvSpPr>
        <p:spPr>
          <a:xfrm>
            <a:off x="462875" y="859491"/>
            <a:ext cx="8216900" cy="3926518"/>
          </a:xfrm>
        </p:spPr>
        <p:txBody>
          <a:bodyPr/>
          <a:lstStyle/>
          <a:p>
            <a:pPr marL="96838" indent="0">
              <a:buNone/>
            </a:pPr>
            <a:r>
              <a:rPr lang="ja-JP" altLang="en-US" dirty="0"/>
              <a:t>今までの</a:t>
            </a:r>
            <a:r>
              <a:rPr lang="en-US" altLang="ja-JP" dirty="0"/>
              <a:t>Student</a:t>
            </a:r>
            <a:r>
              <a:rPr lang="ja-JP" altLang="en-US" dirty="0"/>
              <a:t>クラスを改造して</a:t>
            </a:r>
            <a:r>
              <a:rPr lang="en-US" altLang="ja-JP" dirty="0" err="1"/>
              <a:t>StudentTest</a:t>
            </a:r>
            <a:r>
              <a:rPr lang="ja-JP" altLang="en-US" dirty="0"/>
              <a:t>クラスを作ってみます。</a:t>
            </a:r>
            <a:endParaRPr lang="en-US" altLang="ja-JP" dirty="0"/>
          </a:p>
          <a:p>
            <a:pPr marL="96838" indent="0">
              <a:buNone/>
            </a:pPr>
            <a:r>
              <a:rPr lang="ja-JP" altLang="en-US" dirty="0"/>
              <a:t>その日に受けたテストの点数を報告するメソッドも作ります。</a:t>
            </a:r>
          </a:p>
        </p:txBody>
      </p:sp>
      <p:sp>
        <p:nvSpPr>
          <p:cNvPr id="6" name="Google Shape;172;p19">
            <a:extLst>
              <a:ext uri="{FF2B5EF4-FFF2-40B4-BE49-F238E27FC236}">
                <a16:creationId xmlns:a16="http://schemas.microsoft.com/office/drawing/2014/main" id="{4C4FB530-3A76-4ED1-BF05-26A6270E1BE9}"/>
              </a:ext>
            </a:extLst>
          </p:cNvPr>
          <p:cNvSpPr/>
          <p:nvPr/>
        </p:nvSpPr>
        <p:spPr>
          <a:xfrm>
            <a:off x="759542" y="1387586"/>
            <a:ext cx="7990860" cy="3474490"/>
          </a:xfrm>
          <a:prstGeom prst="rect">
            <a:avLst/>
          </a:prstGeom>
          <a:solidFill>
            <a:schemeClr val="bg1"/>
          </a:solidFill>
          <a:ln w="12700" cap="flat" cmpd="sng">
            <a:no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r>
              <a:rPr lang="ja-JP" sz="1400" dirty="0">
                <a:solidFill>
                  <a:schemeClr val="dk1"/>
                </a:solidFill>
                <a:cs typeface="MS Gothic"/>
                <a:sym typeface="MS Gothic"/>
              </a:rPr>
              <a:t>public class </a:t>
            </a:r>
            <a:r>
              <a:rPr lang="en-US" altLang="ja-JP" sz="1400" dirty="0" err="1">
                <a:solidFill>
                  <a:schemeClr val="dk1"/>
                </a:solidFill>
                <a:cs typeface="MS Gothic"/>
                <a:sym typeface="MS Gothic"/>
              </a:rPr>
              <a:t>StudentTest</a:t>
            </a:r>
            <a:r>
              <a:rPr lang="ja-JP" sz="1400" dirty="0">
                <a:solidFill>
                  <a:schemeClr val="dk1"/>
                </a:solidFill>
                <a:cs typeface="MS Gothic"/>
                <a:sym typeface="MS Gothic"/>
              </a:rPr>
              <a:t> {</a:t>
            </a:r>
            <a:endParaRPr lang="en-US" altLang="ja-JP" sz="1400" dirty="0">
              <a:solidFill>
                <a:schemeClr val="dk1"/>
              </a:solidFill>
              <a:cs typeface="MS Gothic"/>
              <a:sym typeface="MS Gothic"/>
            </a:endParaRPr>
          </a:p>
          <a:p>
            <a:pPr marL="0" marR="0" lvl="0" indent="0" algn="l" rtl="0">
              <a:spcBef>
                <a:spcPts val="0"/>
              </a:spcBef>
              <a:spcAft>
                <a:spcPts val="0"/>
              </a:spcAft>
              <a:buNone/>
            </a:pPr>
            <a:r>
              <a:rPr lang="ja-JP" altLang="en-US" sz="1400" dirty="0">
                <a:solidFill>
                  <a:schemeClr val="dk1"/>
                </a:solidFill>
                <a:cs typeface="MS Gothic"/>
                <a:sym typeface="MS Gothic"/>
              </a:rPr>
              <a:t>    </a:t>
            </a:r>
            <a:r>
              <a:rPr lang="en-US" altLang="ja-JP" sz="1400" dirty="0">
                <a:solidFill>
                  <a:schemeClr val="dk1"/>
                </a:solidFill>
                <a:cs typeface="MS Gothic"/>
                <a:sym typeface="MS Gothic"/>
              </a:rPr>
              <a:t>String</a:t>
            </a:r>
            <a:r>
              <a:rPr lang="ja-JP" altLang="en-US" sz="1400" dirty="0">
                <a:solidFill>
                  <a:schemeClr val="dk1"/>
                </a:solidFill>
                <a:cs typeface="MS Gothic"/>
                <a:sym typeface="MS Gothic"/>
              </a:rPr>
              <a:t> </a:t>
            </a:r>
            <a:r>
              <a:rPr lang="en-US" altLang="ja-JP" sz="1400" dirty="0">
                <a:solidFill>
                  <a:schemeClr val="dk1"/>
                </a:solidFill>
                <a:cs typeface="MS Gothic"/>
                <a:sym typeface="MS Gothic"/>
              </a:rPr>
              <a:t>name;</a:t>
            </a:r>
            <a:r>
              <a:rPr lang="ja-JP" altLang="en-US" sz="1400" dirty="0">
                <a:solidFill>
                  <a:schemeClr val="dk1"/>
                </a:solidFill>
                <a:cs typeface="MS Gothic"/>
                <a:sym typeface="MS Gothic"/>
              </a:rPr>
              <a:t>      </a:t>
            </a:r>
            <a:r>
              <a:rPr lang="en-US" altLang="ja-JP" sz="1400" dirty="0">
                <a:solidFill>
                  <a:schemeClr val="dk1"/>
                </a:solidFill>
                <a:cs typeface="MS Gothic"/>
                <a:sym typeface="MS Gothic"/>
              </a:rPr>
              <a:t>//</a:t>
            </a:r>
            <a:r>
              <a:rPr lang="ja-JP" altLang="en-US" sz="1400" dirty="0">
                <a:solidFill>
                  <a:schemeClr val="dk1"/>
                </a:solidFill>
                <a:cs typeface="MS Gothic"/>
                <a:sym typeface="MS Gothic"/>
              </a:rPr>
              <a:t> 氏名</a:t>
            </a:r>
            <a:endParaRPr lang="en-US" altLang="ja-JP" sz="1400" dirty="0">
              <a:solidFill>
                <a:schemeClr val="dk1"/>
              </a:solidFill>
              <a:cs typeface="MS Gothic"/>
              <a:sym typeface="MS Gothic"/>
            </a:endParaRPr>
          </a:p>
          <a:p>
            <a:r>
              <a:rPr lang="ja-JP" altLang="en-US" sz="1400" dirty="0">
                <a:solidFill>
                  <a:schemeClr val="dk1"/>
                </a:solidFill>
                <a:cs typeface="MS Gothic"/>
                <a:sym typeface="MS Gothic"/>
              </a:rPr>
              <a:t>    </a:t>
            </a:r>
            <a:r>
              <a:rPr lang="en-US" altLang="ja-JP" sz="1400" dirty="0">
                <a:solidFill>
                  <a:schemeClr val="dk1"/>
                </a:solidFill>
                <a:cs typeface="MS Gothic"/>
                <a:sym typeface="MS Gothic"/>
              </a:rPr>
              <a:t>String</a:t>
            </a:r>
            <a:r>
              <a:rPr lang="ja-JP" altLang="en-US" sz="1400" dirty="0">
                <a:solidFill>
                  <a:schemeClr val="dk1"/>
                </a:solidFill>
                <a:cs typeface="MS Gothic"/>
                <a:sym typeface="MS Gothic"/>
              </a:rPr>
              <a:t> </a:t>
            </a:r>
            <a:r>
              <a:rPr lang="en-US" altLang="ja-JP" sz="1400" dirty="0" err="1">
                <a:solidFill>
                  <a:schemeClr val="dk1"/>
                </a:solidFill>
                <a:cs typeface="MS Gothic"/>
                <a:sym typeface="MS Gothic"/>
              </a:rPr>
              <a:t>testName</a:t>
            </a:r>
            <a:r>
              <a:rPr lang="en-US" altLang="ja-JP" sz="1400" dirty="0">
                <a:solidFill>
                  <a:schemeClr val="dk1"/>
                </a:solidFill>
                <a:cs typeface="MS Gothic"/>
                <a:sym typeface="MS Gothic"/>
              </a:rPr>
              <a:t>;</a:t>
            </a:r>
            <a:r>
              <a:rPr lang="ja-JP" altLang="en-US" sz="1400" dirty="0">
                <a:solidFill>
                  <a:schemeClr val="dk1"/>
                </a:solidFill>
                <a:cs typeface="MS Gothic"/>
                <a:sym typeface="MS Gothic"/>
              </a:rPr>
              <a:t>  </a:t>
            </a:r>
            <a:r>
              <a:rPr lang="en-US" altLang="ja-JP" sz="1400" dirty="0">
                <a:solidFill>
                  <a:schemeClr val="dk1"/>
                </a:solidFill>
                <a:cs typeface="MS Gothic"/>
                <a:sym typeface="MS Gothic"/>
              </a:rPr>
              <a:t>//</a:t>
            </a:r>
            <a:r>
              <a:rPr lang="ja-JP" altLang="en-US" sz="1400" dirty="0">
                <a:solidFill>
                  <a:schemeClr val="dk1"/>
                </a:solidFill>
                <a:cs typeface="MS Gothic"/>
                <a:sym typeface="MS Gothic"/>
              </a:rPr>
              <a:t> テスト名</a:t>
            </a:r>
            <a:endParaRPr lang="en-US" altLang="ja-JP" sz="1400" dirty="0">
              <a:solidFill>
                <a:schemeClr val="dk1"/>
              </a:solidFill>
              <a:cs typeface="MS Gothic"/>
              <a:sym typeface="MS Gothic"/>
            </a:endParaRPr>
          </a:p>
          <a:p>
            <a:r>
              <a:rPr lang="ja-JP" altLang="en-US" sz="1400" dirty="0">
                <a:solidFill>
                  <a:schemeClr val="dk1"/>
                </a:solidFill>
                <a:cs typeface="MS Gothic"/>
                <a:sym typeface="MS Gothic"/>
              </a:rPr>
              <a:t>    </a:t>
            </a:r>
            <a:r>
              <a:rPr lang="en-US" altLang="ja-JP" sz="1400" dirty="0">
                <a:solidFill>
                  <a:schemeClr val="dk1"/>
                </a:solidFill>
                <a:cs typeface="MS Gothic"/>
                <a:sym typeface="MS Gothic"/>
              </a:rPr>
              <a:t>int</a:t>
            </a:r>
            <a:r>
              <a:rPr lang="ja-JP" altLang="en-US" sz="1400" dirty="0">
                <a:solidFill>
                  <a:schemeClr val="dk1"/>
                </a:solidFill>
                <a:cs typeface="MS Gothic"/>
                <a:sym typeface="MS Gothic"/>
              </a:rPr>
              <a:t> </a:t>
            </a:r>
            <a:r>
              <a:rPr lang="en-US" altLang="ja-JP" sz="1400" dirty="0">
                <a:solidFill>
                  <a:schemeClr val="dk1"/>
                </a:solidFill>
                <a:cs typeface="MS Gothic"/>
                <a:sym typeface="MS Gothic"/>
              </a:rPr>
              <a:t>score;</a:t>
            </a:r>
            <a:r>
              <a:rPr lang="ja-JP" altLang="en-US" sz="1400" dirty="0">
                <a:solidFill>
                  <a:schemeClr val="dk1"/>
                </a:solidFill>
                <a:cs typeface="MS Gothic"/>
                <a:sym typeface="MS Gothic"/>
              </a:rPr>
              <a:t>        </a:t>
            </a:r>
            <a:r>
              <a:rPr lang="en-US" altLang="ja-JP" sz="1400" dirty="0">
                <a:solidFill>
                  <a:schemeClr val="dk1"/>
                </a:solidFill>
                <a:cs typeface="MS Gothic"/>
                <a:sym typeface="MS Gothic"/>
              </a:rPr>
              <a:t>//</a:t>
            </a:r>
            <a:r>
              <a:rPr lang="ja-JP" altLang="en-US" sz="1400" dirty="0">
                <a:solidFill>
                  <a:schemeClr val="dk1"/>
                </a:solidFill>
                <a:cs typeface="MS Gothic"/>
                <a:sym typeface="MS Gothic"/>
              </a:rPr>
              <a:t> 得点</a:t>
            </a:r>
            <a:endParaRPr lang="en-US" altLang="ja-JP" sz="1400" dirty="0">
              <a:solidFill>
                <a:schemeClr val="dk1"/>
              </a:solidFill>
              <a:cs typeface="MS Gothic"/>
              <a:sym typeface="MS Gothic"/>
            </a:endParaRPr>
          </a:p>
          <a:p>
            <a:r>
              <a:rPr lang="en-US" altLang="ja-JP" sz="1400" dirty="0">
                <a:solidFill>
                  <a:schemeClr val="dk1"/>
                </a:solidFill>
                <a:cs typeface="MS Gothic"/>
                <a:sym typeface="MS Gothic"/>
              </a:rPr>
              <a:t>    // </a:t>
            </a:r>
            <a:r>
              <a:rPr lang="ja-JP" altLang="en-US" sz="1400" dirty="0">
                <a:solidFill>
                  <a:schemeClr val="dk1"/>
                </a:solidFill>
                <a:cs typeface="MS Gothic"/>
                <a:sym typeface="MS Gothic"/>
              </a:rPr>
              <a:t>テストの点を報告するメソッド</a:t>
            </a:r>
          </a:p>
          <a:p>
            <a:r>
              <a:rPr lang="ja-JP" altLang="en-US" sz="1400" dirty="0">
                <a:solidFill>
                  <a:schemeClr val="dk1"/>
                </a:solidFill>
                <a:cs typeface="MS Gothic"/>
                <a:sym typeface="MS Gothic"/>
              </a:rPr>
              <a:t>    </a:t>
            </a:r>
            <a:r>
              <a:rPr lang="en-US" altLang="ja-JP" sz="1400" dirty="0">
                <a:solidFill>
                  <a:schemeClr val="dk1"/>
                </a:solidFill>
                <a:cs typeface="MS Gothic"/>
                <a:sym typeface="MS Gothic"/>
              </a:rPr>
              <a:t>void</a:t>
            </a:r>
            <a:r>
              <a:rPr lang="ja-JP" altLang="en-US" sz="1400" dirty="0">
                <a:solidFill>
                  <a:schemeClr val="dk1"/>
                </a:solidFill>
                <a:cs typeface="MS Gothic"/>
                <a:sym typeface="MS Gothic"/>
              </a:rPr>
              <a:t> </a:t>
            </a:r>
            <a:r>
              <a:rPr lang="en-US" altLang="ja-JP" sz="1400" dirty="0">
                <a:solidFill>
                  <a:schemeClr val="dk1"/>
                </a:solidFill>
                <a:cs typeface="MS Gothic"/>
                <a:sym typeface="MS Gothic"/>
              </a:rPr>
              <a:t>report()</a:t>
            </a:r>
            <a:r>
              <a:rPr lang="ja-JP" altLang="en-US" sz="1400" dirty="0">
                <a:solidFill>
                  <a:schemeClr val="dk1"/>
                </a:solidFill>
                <a:cs typeface="MS Gothic"/>
                <a:sym typeface="MS Gothic"/>
              </a:rPr>
              <a:t> </a:t>
            </a:r>
            <a:r>
              <a:rPr lang="en-US" altLang="ja-JP" sz="1400" dirty="0">
                <a:solidFill>
                  <a:schemeClr val="dk1"/>
                </a:solidFill>
                <a:cs typeface="MS Gothic"/>
                <a:sym typeface="MS Gothic"/>
              </a:rPr>
              <a:t>{</a:t>
            </a:r>
          </a:p>
          <a:p>
            <a:r>
              <a:rPr lang="en-US" altLang="ja-JP" sz="1400" dirty="0">
                <a:solidFill>
                  <a:schemeClr val="dk1"/>
                </a:solidFill>
                <a:cs typeface="MS Gothic"/>
                <a:sym typeface="MS Gothic"/>
              </a:rPr>
              <a:t>        </a:t>
            </a:r>
            <a:r>
              <a:rPr lang="en-US" altLang="ja-JP" sz="1400" dirty="0" err="1">
                <a:solidFill>
                  <a:schemeClr val="dk1"/>
                </a:solidFill>
                <a:cs typeface="MS Gothic"/>
                <a:sym typeface="MS Gothic"/>
              </a:rPr>
              <a:t>System.out.print</a:t>
            </a:r>
            <a:r>
              <a:rPr lang="en-US" altLang="ja-JP" sz="1400" dirty="0">
                <a:solidFill>
                  <a:schemeClr val="dk1"/>
                </a:solidFill>
                <a:cs typeface="MS Gothic"/>
                <a:sym typeface="MS Gothic"/>
              </a:rPr>
              <a:t>(this.name + "</a:t>
            </a:r>
            <a:r>
              <a:rPr lang="ja-JP" altLang="en-US" sz="1400" dirty="0">
                <a:solidFill>
                  <a:schemeClr val="dk1"/>
                </a:solidFill>
                <a:cs typeface="MS Gothic"/>
                <a:sym typeface="MS Gothic"/>
              </a:rPr>
              <a:t>は今日の</a:t>
            </a:r>
            <a:r>
              <a:rPr lang="en-US" altLang="ja-JP" sz="1400" dirty="0">
                <a:solidFill>
                  <a:schemeClr val="dk1"/>
                </a:solidFill>
                <a:cs typeface="MS Gothic"/>
                <a:sym typeface="MS Gothic"/>
              </a:rPr>
              <a:t>" + </a:t>
            </a:r>
            <a:r>
              <a:rPr lang="en-US" altLang="ja-JP" sz="1400" dirty="0" err="1">
                <a:solidFill>
                  <a:schemeClr val="dk1"/>
                </a:solidFill>
                <a:cs typeface="MS Gothic"/>
                <a:sym typeface="MS Gothic"/>
              </a:rPr>
              <a:t>this.testName</a:t>
            </a:r>
            <a:r>
              <a:rPr lang="en-US" altLang="ja-JP" sz="1400" dirty="0">
                <a:solidFill>
                  <a:schemeClr val="dk1"/>
                </a:solidFill>
                <a:cs typeface="MS Gothic"/>
                <a:sym typeface="MS Gothic"/>
              </a:rPr>
              <a:t> + "</a:t>
            </a:r>
            <a:r>
              <a:rPr lang="ja-JP" altLang="en-US" sz="1400" dirty="0">
                <a:solidFill>
                  <a:schemeClr val="dk1"/>
                </a:solidFill>
                <a:cs typeface="MS Gothic"/>
                <a:sym typeface="MS Gothic"/>
              </a:rPr>
              <a:t>のテストで</a:t>
            </a:r>
            <a:r>
              <a:rPr lang="en-US" altLang="ja-JP" sz="1400" dirty="0">
                <a:solidFill>
                  <a:schemeClr val="dk1"/>
                </a:solidFill>
                <a:cs typeface="MS Gothic"/>
                <a:sym typeface="MS Gothic"/>
              </a:rPr>
              <a:t>");</a:t>
            </a:r>
          </a:p>
          <a:p>
            <a:r>
              <a:rPr lang="ja-JP" altLang="en-US" sz="1400" dirty="0">
                <a:solidFill>
                  <a:schemeClr val="dk1"/>
                </a:solidFill>
                <a:cs typeface="MS Gothic"/>
                <a:sym typeface="MS Gothic"/>
              </a:rPr>
              <a:t>      </a:t>
            </a:r>
            <a:r>
              <a:rPr lang="en-US" altLang="ja-JP" sz="1400" dirty="0">
                <a:solidFill>
                  <a:schemeClr val="dk1"/>
                </a:solidFill>
                <a:cs typeface="MS Gothic"/>
                <a:sym typeface="MS Gothic"/>
              </a:rPr>
              <a:t>  </a:t>
            </a:r>
            <a:r>
              <a:rPr lang="en-US" altLang="ja-JP" sz="1400" dirty="0" err="1">
                <a:solidFill>
                  <a:schemeClr val="dk1"/>
                </a:solidFill>
                <a:cs typeface="MS Gothic"/>
                <a:sym typeface="MS Gothic"/>
              </a:rPr>
              <a:t>System.out.println</a:t>
            </a:r>
            <a:r>
              <a:rPr lang="en-US" altLang="ja-JP" sz="1400" dirty="0">
                <a:solidFill>
                  <a:schemeClr val="dk1"/>
                </a:solidFill>
                <a:cs typeface="MS Gothic"/>
                <a:sym typeface="MS Gothic"/>
              </a:rPr>
              <a:t>(</a:t>
            </a:r>
            <a:r>
              <a:rPr lang="en-US" altLang="ja-JP" sz="1400" dirty="0" err="1">
                <a:solidFill>
                  <a:schemeClr val="dk1"/>
                </a:solidFill>
                <a:cs typeface="MS Gothic"/>
                <a:sym typeface="MS Gothic"/>
              </a:rPr>
              <a:t>this.score</a:t>
            </a:r>
            <a:r>
              <a:rPr lang="en-US" altLang="ja-JP" sz="1400" dirty="0">
                <a:solidFill>
                  <a:schemeClr val="dk1"/>
                </a:solidFill>
                <a:cs typeface="MS Gothic"/>
                <a:sym typeface="MS Gothic"/>
              </a:rPr>
              <a:t> + "</a:t>
            </a:r>
            <a:r>
              <a:rPr lang="ja-JP" altLang="en-US" sz="1400" dirty="0">
                <a:solidFill>
                  <a:schemeClr val="dk1"/>
                </a:solidFill>
                <a:cs typeface="MS Gothic"/>
                <a:sym typeface="MS Gothic"/>
              </a:rPr>
              <a:t>点を取りました</a:t>
            </a:r>
            <a:r>
              <a:rPr lang="en-US" altLang="ja-JP" sz="1400" dirty="0">
                <a:solidFill>
                  <a:schemeClr val="dk1"/>
                </a:solidFill>
                <a:cs typeface="MS Gothic"/>
                <a:sym typeface="MS Gothic"/>
              </a:rPr>
              <a:t>");</a:t>
            </a:r>
            <a:endParaRPr lang="ja-JP" altLang="en-US" sz="1400" dirty="0">
              <a:solidFill>
                <a:schemeClr val="dk1"/>
              </a:solidFill>
              <a:cs typeface="MS Gothic"/>
              <a:sym typeface="MS Gothic"/>
            </a:endParaRPr>
          </a:p>
          <a:p>
            <a:r>
              <a:rPr lang="en-US" altLang="ja-JP" sz="1400" dirty="0">
                <a:solidFill>
                  <a:schemeClr val="dk1"/>
                </a:solidFill>
                <a:cs typeface="MS Gothic"/>
                <a:sym typeface="MS Gothic"/>
              </a:rPr>
              <a:t>    }</a:t>
            </a:r>
          </a:p>
          <a:p>
            <a:r>
              <a:rPr lang="en-US" altLang="ja-JP" sz="1400" dirty="0">
                <a:solidFill>
                  <a:schemeClr val="dk1"/>
                </a:solidFill>
                <a:cs typeface="MS Gothic"/>
                <a:sym typeface="MS Gothic"/>
              </a:rPr>
              <a:t>    // </a:t>
            </a:r>
            <a:r>
              <a:rPr lang="ja-JP" altLang="en-US" sz="1400" dirty="0">
                <a:solidFill>
                  <a:schemeClr val="dk1"/>
                </a:solidFill>
                <a:cs typeface="MS Gothic"/>
                <a:sym typeface="MS Gothic"/>
              </a:rPr>
              <a:t>コンストラクタ</a:t>
            </a:r>
          </a:p>
          <a:p>
            <a:r>
              <a:rPr lang="ja-JP" altLang="en-US" sz="1400" dirty="0">
                <a:solidFill>
                  <a:schemeClr val="dk1"/>
                </a:solidFill>
                <a:cs typeface="MS Gothic"/>
                <a:sym typeface="MS Gothic"/>
              </a:rPr>
              <a:t>    </a:t>
            </a:r>
            <a:r>
              <a:rPr lang="en-US" altLang="ja-JP" sz="1400" dirty="0" err="1">
                <a:solidFill>
                  <a:schemeClr val="dk1"/>
                </a:solidFill>
                <a:cs typeface="MS Gothic"/>
                <a:sym typeface="MS Gothic"/>
              </a:rPr>
              <a:t>StudentTest</a:t>
            </a:r>
            <a:r>
              <a:rPr lang="en-US" altLang="ja-JP" sz="1400" dirty="0">
                <a:solidFill>
                  <a:schemeClr val="dk1"/>
                </a:solidFill>
                <a:cs typeface="MS Gothic"/>
                <a:sym typeface="MS Gothic"/>
              </a:rPr>
              <a:t>(String</a:t>
            </a:r>
            <a:r>
              <a:rPr lang="ja-JP" altLang="en-US" sz="1400" dirty="0">
                <a:solidFill>
                  <a:schemeClr val="dk1"/>
                </a:solidFill>
                <a:cs typeface="MS Gothic"/>
                <a:sym typeface="MS Gothic"/>
              </a:rPr>
              <a:t> </a:t>
            </a:r>
            <a:r>
              <a:rPr lang="en-US" altLang="ja-JP" sz="1400" dirty="0">
                <a:solidFill>
                  <a:schemeClr val="dk1"/>
                </a:solidFill>
                <a:cs typeface="MS Gothic"/>
                <a:sym typeface="MS Gothic"/>
              </a:rPr>
              <a:t>name, String</a:t>
            </a:r>
            <a:r>
              <a:rPr lang="ja-JP" altLang="en-US" sz="1400" dirty="0">
                <a:solidFill>
                  <a:schemeClr val="dk1"/>
                </a:solidFill>
                <a:cs typeface="MS Gothic"/>
                <a:sym typeface="MS Gothic"/>
              </a:rPr>
              <a:t> </a:t>
            </a:r>
            <a:r>
              <a:rPr lang="en-US" altLang="ja-JP" sz="1400" dirty="0" err="1">
                <a:solidFill>
                  <a:schemeClr val="dk1"/>
                </a:solidFill>
                <a:cs typeface="MS Gothic"/>
                <a:sym typeface="MS Gothic"/>
              </a:rPr>
              <a:t>testName</a:t>
            </a:r>
            <a:r>
              <a:rPr lang="en-US" altLang="ja-JP" sz="1400" dirty="0">
                <a:solidFill>
                  <a:schemeClr val="dk1"/>
                </a:solidFill>
                <a:cs typeface="MS Gothic"/>
                <a:sym typeface="MS Gothic"/>
              </a:rPr>
              <a:t>, int</a:t>
            </a:r>
            <a:r>
              <a:rPr lang="ja-JP" altLang="en-US" sz="1400" dirty="0">
                <a:solidFill>
                  <a:schemeClr val="dk1"/>
                </a:solidFill>
                <a:cs typeface="MS Gothic"/>
                <a:sym typeface="MS Gothic"/>
              </a:rPr>
              <a:t> </a:t>
            </a:r>
            <a:r>
              <a:rPr lang="en-US" altLang="ja-JP" sz="1400" dirty="0">
                <a:solidFill>
                  <a:schemeClr val="dk1"/>
                </a:solidFill>
                <a:cs typeface="MS Gothic"/>
                <a:sym typeface="MS Gothic"/>
              </a:rPr>
              <a:t>score)</a:t>
            </a:r>
            <a:r>
              <a:rPr lang="ja-JP" altLang="en-US" sz="1400" dirty="0">
                <a:solidFill>
                  <a:schemeClr val="dk1"/>
                </a:solidFill>
                <a:cs typeface="MS Gothic"/>
                <a:sym typeface="MS Gothic"/>
              </a:rPr>
              <a:t> </a:t>
            </a:r>
            <a:r>
              <a:rPr lang="en-US" altLang="ja-JP" sz="1400" dirty="0">
                <a:solidFill>
                  <a:schemeClr val="dk1"/>
                </a:solidFill>
                <a:cs typeface="MS Gothic"/>
                <a:sym typeface="MS Gothic"/>
              </a:rPr>
              <a:t>{</a:t>
            </a:r>
          </a:p>
          <a:p>
            <a:r>
              <a:rPr lang="en-US" altLang="ja-JP" sz="1400" dirty="0">
                <a:solidFill>
                  <a:schemeClr val="dk1"/>
                </a:solidFill>
                <a:cs typeface="MS Gothic"/>
                <a:sym typeface="MS Gothic"/>
              </a:rPr>
              <a:t>        this.name = name;</a:t>
            </a:r>
          </a:p>
          <a:p>
            <a:r>
              <a:rPr lang="en-US" altLang="ja-JP" sz="1400" dirty="0">
                <a:solidFill>
                  <a:schemeClr val="dk1"/>
                </a:solidFill>
                <a:cs typeface="MS Gothic"/>
                <a:sym typeface="MS Gothic"/>
              </a:rPr>
              <a:t>        </a:t>
            </a:r>
            <a:r>
              <a:rPr lang="en-US" altLang="ja-JP" sz="1400" dirty="0" err="1">
                <a:solidFill>
                  <a:schemeClr val="dk1"/>
                </a:solidFill>
                <a:cs typeface="MS Gothic"/>
                <a:sym typeface="MS Gothic"/>
              </a:rPr>
              <a:t>this.testName</a:t>
            </a:r>
            <a:r>
              <a:rPr lang="en-US" altLang="ja-JP" sz="1400" dirty="0">
                <a:solidFill>
                  <a:schemeClr val="dk1"/>
                </a:solidFill>
                <a:cs typeface="MS Gothic"/>
                <a:sym typeface="MS Gothic"/>
              </a:rPr>
              <a:t> = </a:t>
            </a:r>
            <a:r>
              <a:rPr lang="en-US" altLang="ja-JP" sz="1400" dirty="0" err="1">
                <a:solidFill>
                  <a:schemeClr val="dk1"/>
                </a:solidFill>
                <a:cs typeface="MS Gothic"/>
                <a:sym typeface="MS Gothic"/>
              </a:rPr>
              <a:t>testName</a:t>
            </a:r>
            <a:r>
              <a:rPr lang="en-US" altLang="ja-JP" sz="1400" dirty="0">
                <a:solidFill>
                  <a:schemeClr val="dk1"/>
                </a:solidFill>
                <a:cs typeface="MS Gothic"/>
                <a:sym typeface="MS Gothic"/>
              </a:rPr>
              <a:t>;</a:t>
            </a:r>
          </a:p>
          <a:p>
            <a:r>
              <a:rPr lang="en-US" altLang="ja-JP" sz="1400" dirty="0">
                <a:solidFill>
                  <a:schemeClr val="dk1"/>
                </a:solidFill>
                <a:cs typeface="MS Gothic"/>
                <a:sym typeface="MS Gothic"/>
              </a:rPr>
              <a:t>        </a:t>
            </a:r>
            <a:r>
              <a:rPr lang="en-US" altLang="ja-JP" sz="1400" dirty="0" err="1">
                <a:solidFill>
                  <a:schemeClr val="dk1"/>
                </a:solidFill>
                <a:cs typeface="MS Gothic"/>
                <a:sym typeface="MS Gothic"/>
              </a:rPr>
              <a:t>this.score</a:t>
            </a:r>
            <a:r>
              <a:rPr lang="en-US" altLang="ja-JP" sz="1400" dirty="0">
                <a:solidFill>
                  <a:schemeClr val="dk1"/>
                </a:solidFill>
                <a:cs typeface="MS Gothic"/>
                <a:sym typeface="MS Gothic"/>
              </a:rPr>
              <a:t> = score;</a:t>
            </a:r>
            <a:endParaRPr lang="ja-JP" altLang="en-US" sz="1400" dirty="0">
              <a:solidFill>
                <a:schemeClr val="dk1"/>
              </a:solidFill>
              <a:cs typeface="MS Gothic"/>
              <a:sym typeface="MS Gothic"/>
            </a:endParaRPr>
          </a:p>
          <a:p>
            <a:r>
              <a:rPr lang="en-US" altLang="ja-JP" sz="1400" dirty="0">
                <a:solidFill>
                  <a:schemeClr val="dk1"/>
                </a:solidFill>
                <a:cs typeface="MS Gothic"/>
                <a:sym typeface="MS Gothic"/>
              </a:rPr>
              <a:t>    }</a:t>
            </a:r>
            <a:endParaRPr lang="ja-JP" altLang="en-US" sz="1400" dirty="0">
              <a:solidFill>
                <a:schemeClr val="dk1"/>
              </a:solidFill>
              <a:cs typeface="MS Gothic"/>
              <a:sym typeface="MS Gothic"/>
            </a:endParaRPr>
          </a:p>
          <a:p>
            <a:r>
              <a:rPr lang="ja-JP" sz="1400" dirty="0">
                <a:solidFill>
                  <a:schemeClr val="dk1"/>
                </a:solidFill>
                <a:cs typeface="MS Gothic"/>
                <a:sym typeface="MS Gothic"/>
              </a:rPr>
              <a:t>}</a:t>
            </a:r>
            <a:endParaRPr sz="1400" dirty="0">
              <a:solidFill>
                <a:schemeClr val="dk1"/>
              </a:solidFill>
              <a:cs typeface="MS Gothic"/>
              <a:sym typeface="MS Gothic"/>
            </a:endParaRPr>
          </a:p>
        </p:txBody>
      </p:sp>
    </p:spTree>
    <p:extLst>
      <p:ext uri="{BB962C8B-B14F-4D97-AF65-F5344CB8AC3E}">
        <p14:creationId xmlns:p14="http://schemas.microsoft.com/office/powerpoint/2010/main" val="393502053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DE764CD8-0B12-484E-890C-8A5A26296D13}"/>
              </a:ext>
            </a:extLst>
          </p:cNvPr>
          <p:cNvSpPr>
            <a:spLocks noGrp="1"/>
          </p:cNvSpPr>
          <p:nvPr>
            <p:ph type="ftr" sz="quarter" idx="11"/>
          </p:nvPr>
        </p:nvSpPr>
        <p:spPr/>
        <p:txBody>
          <a:bodyPr/>
          <a:lstStyle/>
          <a:p>
            <a:r>
              <a:rPr kumimoji="1" lang="en-US" altLang="ja-JP"/>
              <a:t>copyright ©ITCollege All Rights Reserved</a:t>
            </a:r>
            <a:endParaRPr kumimoji="1" lang="ja-JP" altLang="en-US" dirty="0">
              <a:latin typeface="+mn-ea"/>
            </a:endParaRPr>
          </a:p>
        </p:txBody>
      </p:sp>
      <p:sp>
        <p:nvSpPr>
          <p:cNvPr id="7" name="タイトル 6">
            <a:extLst>
              <a:ext uri="{FF2B5EF4-FFF2-40B4-BE49-F238E27FC236}">
                <a16:creationId xmlns:a16="http://schemas.microsoft.com/office/drawing/2014/main" id="{9630AD22-E64D-4A96-B059-2AF9F6580C25}"/>
              </a:ext>
            </a:extLst>
          </p:cNvPr>
          <p:cNvSpPr>
            <a:spLocks noGrp="1"/>
          </p:cNvSpPr>
          <p:nvPr>
            <p:ph type="ctrTitle"/>
          </p:nvPr>
        </p:nvSpPr>
        <p:spPr/>
        <p:txBody>
          <a:bodyPr/>
          <a:lstStyle/>
          <a:p>
            <a:r>
              <a:rPr lang="ja-JP" altLang="en-US" dirty="0"/>
              <a:t>静的メンバ</a:t>
            </a:r>
          </a:p>
        </p:txBody>
      </p:sp>
      <p:sp>
        <p:nvSpPr>
          <p:cNvPr id="5" name="スライド番号プレースホルダー 4">
            <a:extLst>
              <a:ext uri="{FF2B5EF4-FFF2-40B4-BE49-F238E27FC236}">
                <a16:creationId xmlns:a16="http://schemas.microsoft.com/office/drawing/2014/main" id="{433B62C4-B6B9-4622-B802-69C25D6F2A49}"/>
              </a:ext>
            </a:extLst>
          </p:cNvPr>
          <p:cNvSpPr>
            <a:spLocks noGrp="1"/>
          </p:cNvSpPr>
          <p:nvPr>
            <p:ph type="sldNum" sz="quarter" idx="4"/>
          </p:nvPr>
        </p:nvSpPr>
        <p:spPr/>
        <p:txBody>
          <a:bodyPr/>
          <a:lstStyle/>
          <a:p>
            <a:fld id="{00000000-1234-1234-1234-123412341234}" type="slidenum">
              <a:rPr lang="en" smtClean="0"/>
              <a:pPr/>
              <a:t>33</a:t>
            </a:fld>
            <a:endParaRPr lang="en" dirty="0">
              <a:latin typeface="+mn-ea"/>
            </a:endParaRPr>
          </a:p>
        </p:txBody>
      </p:sp>
      <p:sp>
        <p:nvSpPr>
          <p:cNvPr id="8" name="テキスト プレースホルダー 7">
            <a:extLst>
              <a:ext uri="{FF2B5EF4-FFF2-40B4-BE49-F238E27FC236}">
                <a16:creationId xmlns:a16="http://schemas.microsoft.com/office/drawing/2014/main" id="{787CF02A-01AB-4517-BA3E-25572FA82648}"/>
              </a:ext>
            </a:extLst>
          </p:cNvPr>
          <p:cNvSpPr>
            <a:spLocks noGrp="1"/>
          </p:cNvSpPr>
          <p:nvPr>
            <p:ph type="body" sz="quarter" idx="14"/>
          </p:nvPr>
        </p:nvSpPr>
        <p:spPr>
          <a:xfrm>
            <a:off x="462875" y="859491"/>
            <a:ext cx="8216900" cy="254494"/>
          </a:xfrm>
        </p:spPr>
        <p:txBody>
          <a:bodyPr/>
          <a:lstStyle/>
          <a:p>
            <a:pPr marL="96838" indent="0">
              <a:buNone/>
            </a:pPr>
            <a:r>
              <a:rPr lang="en-US" altLang="ja-JP" dirty="0" err="1"/>
              <a:t>StudentTest</a:t>
            </a:r>
            <a:r>
              <a:rPr lang="ja-JP" altLang="en-US" dirty="0"/>
              <a:t>クラスのインスタンスを作るプログラムも作ってみます。</a:t>
            </a:r>
          </a:p>
        </p:txBody>
      </p:sp>
      <p:sp>
        <p:nvSpPr>
          <p:cNvPr id="6" name="Google Shape;172;p19">
            <a:extLst>
              <a:ext uri="{FF2B5EF4-FFF2-40B4-BE49-F238E27FC236}">
                <a16:creationId xmlns:a16="http://schemas.microsoft.com/office/drawing/2014/main" id="{77CAA73F-731D-4690-8FCD-6F6E69987E80}"/>
              </a:ext>
            </a:extLst>
          </p:cNvPr>
          <p:cNvSpPr/>
          <p:nvPr/>
        </p:nvSpPr>
        <p:spPr>
          <a:xfrm>
            <a:off x="759542" y="1119021"/>
            <a:ext cx="7990860" cy="2436269"/>
          </a:xfrm>
          <a:prstGeom prst="rect">
            <a:avLst/>
          </a:prstGeom>
          <a:solidFill>
            <a:schemeClr val="bg1"/>
          </a:solidFill>
          <a:ln w="12700" cap="flat" cmpd="sng">
            <a:no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r>
              <a:rPr lang="ja-JP" sz="1400" dirty="0">
                <a:solidFill>
                  <a:schemeClr val="dk1"/>
                </a:solidFill>
                <a:cs typeface="MS Gothic"/>
                <a:sym typeface="MS Gothic"/>
              </a:rPr>
              <a:t>public class </a:t>
            </a:r>
            <a:r>
              <a:rPr lang="en-US" altLang="ja-JP" sz="1400" dirty="0" err="1">
                <a:solidFill>
                  <a:schemeClr val="dk1"/>
                </a:solidFill>
                <a:cs typeface="MS Gothic"/>
                <a:sym typeface="MS Gothic"/>
              </a:rPr>
              <a:t>DoStudentTest</a:t>
            </a:r>
            <a:r>
              <a:rPr lang="ja-JP" sz="1400" dirty="0">
                <a:solidFill>
                  <a:schemeClr val="dk1"/>
                </a:solidFill>
                <a:cs typeface="MS Gothic"/>
                <a:sym typeface="MS Gothic"/>
              </a:rPr>
              <a:t> {</a:t>
            </a:r>
            <a:endParaRPr lang="en-US" altLang="ja-JP" sz="1400" dirty="0">
              <a:solidFill>
                <a:schemeClr val="dk1"/>
              </a:solidFill>
              <a:cs typeface="MS Gothic"/>
              <a:sym typeface="MS Gothic"/>
            </a:endParaRPr>
          </a:p>
          <a:p>
            <a:pPr marL="0" marR="0" lvl="0" indent="0" algn="l" rtl="0">
              <a:spcBef>
                <a:spcPts val="0"/>
              </a:spcBef>
              <a:spcAft>
                <a:spcPts val="0"/>
              </a:spcAft>
              <a:buNone/>
            </a:pPr>
            <a:r>
              <a:rPr lang="en-US" altLang="ja-JP" sz="1400" dirty="0">
                <a:solidFill>
                  <a:schemeClr val="dk1"/>
                </a:solidFill>
                <a:cs typeface="MS Gothic"/>
                <a:sym typeface="MS Gothic"/>
              </a:rPr>
              <a:t>    public static void</a:t>
            </a:r>
            <a:r>
              <a:rPr lang="ja-JP" altLang="en-US" sz="1400" dirty="0">
                <a:solidFill>
                  <a:schemeClr val="dk1"/>
                </a:solidFill>
                <a:cs typeface="MS Gothic"/>
                <a:sym typeface="MS Gothic"/>
              </a:rPr>
              <a:t> </a:t>
            </a:r>
            <a:r>
              <a:rPr lang="en-US" altLang="ja-JP" sz="1400" dirty="0">
                <a:solidFill>
                  <a:schemeClr val="dk1"/>
                </a:solidFill>
                <a:cs typeface="MS Gothic"/>
                <a:sym typeface="MS Gothic"/>
              </a:rPr>
              <a:t>main(String[] </a:t>
            </a:r>
            <a:r>
              <a:rPr lang="en-US" altLang="ja-JP" sz="1400" dirty="0" err="1">
                <a:solidFill>
                  <a:schemeClr val="dk1"/>
                </a:solidFill>
                <a:cs typeface="MS Gothic"/>
                <a:sym typeface="MS Gothic"/>
              </a:rPr>
              <a:t>args</a:t>
            </a:r>
            <a:r>
              <a:rPr lang="en-US" altLang="ja-JP" sz="1400" dirty="0">
                <a:solidFill>
                  <a:schemeClr val="dk1"/>
                </a:solidFill>
                <a:cs typeface="MS Gothic"/>
                <a:sym typeface="MS Gothic"/>
              </a:rPr>
              <a:t>)</a:t>
            </a:r>
            <a:r>
              <a:rPr lang="ja-JP" altLang="en-US" sz="1400" dirty="0">
                <a:solidFill>
                  <a:schemeClr val="dk1"/>
                </a:solidFill>
                <a:cs typeface="MS Gothic"/>
                <a:sym typeface="MS Gothic"/>
              </a:rPr>
              <a:t> </a:t>
            </a:r>
            <a:r>
              <a:rPr lang="en-US" altLang="ja-JP" sz="1400" dirty="0">
                <a:solidFill>
                  <a:schemeClr val="dk1"/>
                </a:solidFill>
                <a:cs typeface="MS Gothic"/>
                <a:sym typeface="MS Gothic"/>
              </a:rPr>
              <a:t>{</a:t>
            </a:r>
          </a:p>
          <a:p>
            <a:pPr marL="0" marR="0" lvl="0" indent="0" algn="l" rtl="0">
              <a:spcBef>
                <a:spcPts val="0"/>
              </a:spcBef>
              <a:spcAft>
                <a:spcPts val="0"/>
              </a:spcAft>
              <a:buNone/>
            </a:pPr>
            <a:r>
              <a:rPr lang="en-US" altLang="ja-JP" sz="1400" dirty="0">
                <a:solidFill>
                  <a:schemeClr val="dk1"/>
                </a:solidFill>
                <a:cs typeface="MS Gothic"/>
                <a:sym typeface="MS Gothic"/>
              </a:rPr>
              <a:t>        // </a:t>
            </a:r>
            <a:r>
              <a:rPr lang="ja-JP" altLang="en-US" sz="1400" dirty="0">
                <a:solidFill>
                  <a:schemeClr val="dk1"/>
                </a:solidFill>
                <a:cs typeface="MS Gothic"/>
                <a:sym typeface="MS Gothic"/>
              </a:rPr>
              <a:t>山田さんと高橋さんのインスタンスを作成</a:t>
            </a:r>
            <a:endParaRPr lang="en-US" altLang="ja-JP" sz="1400" dirty="0">
              <a:solidFill>
                <a:schemeClr val="dk1"/>
              </a:solidFill>
              <a:cs typeface="MS Gothic"/>
              <a:sym typeface="MS Gothic"/>
            </a:endParaRPr>
          </a:p>
          <a:p>
            <a:pPr marL="0" marR="0" lvl="0" indent="0" algn="l" rtl="0">
              <a:spcBef>
                <a:spcPts val="0"/>
              </a:spcBef>
              <a:spcAft>
                <a:spcPts val="0"/>
              </a:spcAft>
              <a:buNone/>
            </a:pPr>
            <a:r>
              <a:rPr lang="en-US" altLang="ja-JP" sz="1400" dirty="0">
                <a:solidFill>
                  <a:schemeClr val="dk1"/>
                </a:solidFill>
                <a:cs typeface="MS Gothic"/>
                <a:sym typeface="MS Gothic"/>
              </a:rPr>
              <a:t>        </a:t>
            </a:r>
            <a:r>
              <a:rPr lang="en-US" altLang="ja-JP" sz="1400" dirty="0" err="1">
                <a:solidFill>
                  <a:schemeClr val="dk1"/>
                </a:solidFill>
                <a:cs typeface="MS Gothic"/>
                <a:sym typeface="MS Gothic"/>
              </a:rPr>
              <a:t>StudentTest</a:t>
            </a:r>
            <a:r>
              <a:rPr lang="en-US" altLang="ja-JP" sz="1400" dirty="0">
                <a:solidFill>
                  <a:schemeClr val="dk1"/>
                </a:solidFill>
                <a:cs typeface="MS Gothic"/>
                <a:sym typeface="MS Gothic"/>
              </a:rPr>
              <a:t> </a:t>
            </a:r>
            <a:r>
              <a:rPr lang="en-US" altLang="ja-JP" sz="1400" dirty="0" err="1">
                <a:solidFill>
                  <a:schemeClr val="dk1"/>
                </a:solidFill>
                <a:cs typeface="MS Gothic"/>
                <a:sym typeface="MS Gothic"/>
              </a:rPr>
              <a:t>studentY</a:t>
            </a:r>
            <a:r>
              <a:rPr lang="en-US" altLang="ja-JP" sz="1400" dirty="0">
                <a:solidFill>
                  <a:schemeClr val="dk1"/>
                </a:solidFill>
                <a:cs typeface="MS Gothic"/>
                <a:sym typeface="MS Gothic"/>
              </a:rPr>
              <a:t> = new </a:t>
            </a:r>
            <a:r>
              <a:rPr lang="en-US" altLang="ja-JP" sz="1400" dirty="0" err="1">
                <a:solidFill>
                  <a:schemeClr val="dk1"/>
                </a:solidFill>
                <a:cs typeface="MS Gothic"/>
                <a:sym typeface="MS Gothic"/>
              </a:rPr>
              <a:t>StudentTest</a:t>
            </a:r>
            <a:r>
              <a:rPr lang="en-US" altLang="ja-JP" sz="1400" dirty="0">
                <a:solidFill>
                  <a:schemeClr val="dk1"/>
                </a:solidFill>
                <a:cs typeface="MS Gothic"/>
                <a:sym typeface="MS Gothic"/>
              </a:rPr>
              <a:t>("</a:t>
            </a:r>
            <a:r>
              <a:rPr lang="ja-JP" altLang="en-US" sz="1400" dirty="0">
                <a:solidFill>
                  <a:schemeClr val="dk1"/>
                </a:solidFill>
                <a:cs typeface="MS Gothic"/>
                <a:sym typeface="MS Gothic"/>
              </a:rPr>
              <a:t>山田</a:t>
            </a:r>
            <a:r>
              <a:rPr lang="en-US" altLang="ja-JP" sz="1400" dirty="0">
                <a:solidFill>
                  <a:schemeClr val="dk1"/>
                </a:solidFill>
                <a:cs typeface="MS Gothic"/>
                <a:sym typeface="MS Gothic"/>
              </a:rPr>
              <a:t>", "</a:t>
            </a:r>
            <a:r>
              <a:rPr lang="ja-JP" altLang="en-US" sz="1400" dirty="0">
                <a:solidFill>
                  <a:schemeClr val="dk1"/>
                </a:solidFill>
                <a:cs typeface="MS Gothic"/>
                <a:sym typeface="MS Gothic"/>
              </a:rPr>
              <a:t>配列</a:t>
            </a:r>
            <a:r>
              <a:rPr lang="en-US" altLang="ja-JP" sz="1400" dirty="0">
                <a:solidFill>
                  <a:schemeClr val="dk1"/>
                </a:solidFill>
                <a:cs typeface="MS Gothic"/>
                <a:sym typeface="MS Gothic"/>
              </a:rPr>
              <a:t>", 80);</a:t>
            </a:r>
          </a:p>
          <a:p>
            <a:pPr marL="0" marR="0" lvl="0" indent="0" algn="l" rtl="0">
              <a:spcBef>
                <a:spcPts val="0"/>
              </a:spcBef>
              <a:spcAft>
                <a:spcPts val="0"/>
              </a:spcAft>
              <a:buNone/>
            </a:pPr>
            <a:r>
              <a:rPr lang="en-US" altLang="ja-JP" sz="1400" dirty="0">
                <a:solidFill>
                  <a:schemeClr val="dk1"/>
                </a:solidFill>
                <a:cs typeface="MS Gothic"/>
                <a:sym typeface="MS Gothic"/>
              </a:rPr>
              <a:t>        </a:t>
            </a:r>
            <a:r>
              <a:rPr lang="en-US" altLang="ja-JP" sz="1400" dirty="0" err="1">
                <a:solidFill>
                  <a:schemeClr val="dk1"/>
                </a:solidFill>
                <a:cs typeface="MS Gothic"/>
                <a:sym typeface="MS Gothic"/>
              </a:rPr>
              <a:t>StudentTest</a:t>
            </a:r>
            <a:r>
              <a:rPr lang="en-US" altLang="ja-JP" sz="1400" dirty="0">
                <a:solidFill>
                  <a:schemeClr val="dk1"/>
                </a:solidFill>
                <a:cs typeface="MS Gothic"/>
                <a:sym typeface="MS Gothic"/>
              </a:rPr>
              <a:t> </a:t>
            </a:r>
            <a:r>
              <a:rPr lang="en-US" altLang="ja-JP" sz="1400" dirty="0" err="1">
                <a:solidFill>
                  <a:schemeClr val="dk1"/>
                </a:solidFill>
                <a:cs typeface="MS Gothic"/>
                <a:sym typeface="MS Gothic"/>
              </a:rPr>
              <a:t>studentT</a:t>
            </a:r>
            <a:r>
              <a:rPr lang="en-US" altLang="ja-JP" sz="1400" dirty="0">
                <a:solidFill>
                  <a:schemeClr val="dk1"/>
                </a:solidFill>
                <a:cs typeface="MS Gothic"/>
                <a:sym typeface="MS Gothic"/>
              </a:rPr>
              <a:t> = new </a:t>
            </a:r>
            <a:r>
              <a:rPr lang="en-US" altLang="ja-JP" sz="1400" dirty="0" err="1">
                <a:solidFill>
                  <a:schemeClr val="dk1"/>
                </a:solidFill>
                <a:cs typeface="MS Gothic"/>
                <a:sym typeface="MS Gothic"/>
              </a:rPr>
              <a:t>StudentTest</a:t>
            </a:r>
            <a:r>
              <a:rPr lang="en-US" altLang="ja-JP" sz="1400" dirty="0">
                <a:solidFill>
                  <a:schemeClr val="dk1"/>
                </a:solidFill>
                <a:cs typeface="MS Gothic"/>
                <a:sym typeface="MS Gothic"/>
              </a:rPr>
              <a:t>("</a:t>
            </a:r>
            <a:r>
              <a:rPr lang="ja-JP" altLang="en-US" sz="1400" dirty="0">
                <a:solidFill>
                  <a:schemeClr val="dk1"/>
                </a:solidFill>
                <a:cs typeface="MS Gothic"/>
                <a:sym typeface="MS Gothic"/>
              </a:rPr>
              <a:t>高橋</a:t>
            </a:r>
            <a:r>
              <a:rPr lang="en-US" altLang="ja-JP" sz="1400" dirty="0">
                <a:solidFill>
                  <a:schemeClr val="dk1"/>
                </a:solidFill>
                <a:cs typeface="MS Gothic"/>
                <a:sym typeface="MS Gothic"/>
              </a:rPr>
              <a:t>", "</a:t>
            </a:r>
            <a:r>
              <a:rPr lang="ja-JP" altLang="en-US" sz="1400" dirty="0">
                <a:solidFill>
                  <a:schemeClr val="dk1"/>
                </a:solidFill>
                <a:cs typeface="MS Gothic"/>
                <a:sym typeface="MS Gothic"/>
              </a:rPr>
              <a:t>メソッド</a:t>
            </a:r>
            <a:r>
              <a:rPr lang="en-US" altLang="ja-JP" sz="1400" dirty="0">
                <a:solidFill>
                  <a:schemeClr val="dk1"/>
                </a:solidFill>
                <a:cs typeface="MS Gothic"/>
                <a:sym typeface="MS Gothic"/>
              </a:rPr>
              <a:t>", 100);</a:t>
            </a:r>
            <a:endParaRPr lang="ja-JP" altLang="en-US" sz="1400" dirty="0">
              <a:solidFill>
                <a:schemeClr val="dk1"/>
              </a:solidFill>
              <a:cs typeface="MS Gothic"/>
              <a:sym typeface="MS Gothic"/>
            </a:endParaRPr>
          </a:p>
          <a:p>
            <a:pPr marL="0" marR="0" lvl="0" indent="0" algn="l" rtl="0">
              <a:spcBef>
                <a:spcPts val="0"/>
              </a:spcBef>
              <a:spcAft>
                <a:spcPts val="0"/>
              </a:spcAft>
              <a:buNone/>
            </a:pPr>
            <a:endParaRPr lang="en-US" altLang="ja-JP" sz="1400" dirty="0">
              <a:solidFill>
                <a:schemeClr val="dk1"/>
              </a:solidFill>
              <a:cs typeface="MS Gothic"/>
              <a:sym typeface="MS Gothic"/>
            </a:endParaRPr>
          </a:p>
          <a:p>
            <a:pPr marL="0" marR="0" lvl="0" indent="0" algn="l" rtl="0">
              <a:spcBef>
                <a:spcPts val="0"/>
              </a:spcBef>
              <a:spcAft>
                <a:spcPts val="0"/>
              </a:spcAft>
              <a:buNone/>
            </a:pPr>
            <a:r>
              <a:rPr lang="en-US" altLang="ja-JP" sz="1400" dirty="0">
                <a:solidFill>
                  <a:schemeClr val="dk1"/>
                </a:solidFill>
                <a:cs typeface="MS Gothic"/>
                <a:sym typeface="MS Gothic"/>
              </a:rPr>
              <a:t>        // </a:t>
            </a:r>
            <a:r>
              <a:rPr lang="ja-JP" altLang="en-US" sz="1400" dirty="0">
                <a:solidFill>
                  <a:schemeClr val="dk1"/>
                </a:solidFill>
                <a:cs typeface="MS Gothic"/>
                <a:sym typeface="MS Gothic"/>
              </a:rPr>
              <a:t>山田さんと高橋さんによるテスト結果の報告</a:t>
            </a:r>
            <a:endParaRPr lang="en-US" altLang="ja-JP" sz="1400" dirty="0">
              <a:solidFill>
                <a:schemeClr val="dk1"/>
              </a:solidFill>
              <a:cs typeface="MS Gothic"/>
              <a:sym typeface="MS Gothic"/>
            </a:endParaRPr>
          </a:p>
          <a:p>
            <a:r>
              <a:rPr lang="en-US" altLang="ja-JP" sz="1400" dirty="0">
                <a:solidFill>
                  <a:schemeClr val="dk1"/>
                </a:solidFill>
                <a:cs typeface="MS Gothic"/>
                <a:sym typeface="MS Gothic"/>
              </a:rPr>
              <a:t>        </a:t>
            </a:r>
            <a:r>
              <a:rPr lang="en-US" altLang="ja-JP" sz="1400" dirty="0" err="1">
                <a:solidFill>
                  <a:schemeClr val="dk1"/>
                </a:solidFill>
                <a:cs typeface="MS Gothic"/>
                <a:sym typeface="MS Gothic"/>
              </a:rPr>
              <a:t>studentY.report</a:t>
            </a:r>
            <a:r>
              <a:rPr lang="en-US" altLang="ja-JP" sz="1400" dirty="0">
                <a:solidFill>
                  <a:schemeClr val="dk1"/>
                </a:solidFill>
                <a:cs typeface="MS Gothic"/>
                <a:sym typeface="MS Gothic"/>
              </a:rPr>
              <a:t>();</a:t>
            </a:r>
          </a:p>
          <a:p>
            <a:r>
              <a:rPr lang="en-US" altLang="ja-JP" sz="1400" dirty="0">
                <a:solidFill>
                  <a:schemeClr val="dk1"/>
                </a:solidFill>
                <a:cs typeface="MS Gothic"/>
                <a:sym typeface="MS Gothic"/>
              </a:rPr>
              <a:t>        </a:t>
            </a:r>
            <a:r>
              <a:rPr lang="en-US" altLang="ja-JP" sz="1400" dirty="0" err="1">
                <a:solidFill>
                  <a:schemeClr val="dk1"/>
                </a:solidFill>
                <a:cs typeface="MS Gothic"/>
                <a:sym typeface="MS Gothic"/>
              </a:rPr>
              <a:t>studentT.report</a:t>
            </a:r>
            <a:r>
              <a:rPr lang="en-US" altLang="ja-JP" sz="1400" dirty="0">
                <a:solidFill>
                  <a:schemeClr val="dk1"/>
                </a:solidFill>
                <a:cs typeface="MS Gothic"/>
                <a:sym typeface="MS Gothic"/>
              </a:rPr>
              <a:t>();</a:t>
            </a:r>
            <a:endParaRPr lang="ja-JP" altLang="en-US" sz="1400" dirty="0">
              <a:solidFill>
                <a:schemeClr val="dk1"/>
              </a:solidFill>
              <a:cs typeface="MS Gothic"/>
              <a:sym typeface="MS Gothic"/>
            </a:endParaRPr>
          </a:p>
          <a:p>
            <a:r>
              <a:rPr lang="en-US" altLang="ja-JP" sz="1400" dirty="0">
                <a:solidFill>
                  <a:schemeClr val="dk1"/>
                </a:solidFill>
                <a:cs typeface="MS Gothic"/>
                <a:sym typeface="MS Gothic"/>
              </a:rPr>
              <a:t>    }</a:t>
            </a:r>
            <a:endParaRPr lang="ja-JP" altLang="en-US" sz="1400" dirty="0">
              <a:solidFill>
                <a:schemeClr val="dk1"/>
              </a:solidFill>
              <a:cs typeface="MS Gothic"/>
              <a:sym typeface="MS Gothic"/>
            </a:endParaRPr>
          </a:p>
          <a:p>
            <a:r>
              <a:rPr lang="ja-JP" sz="1400" dirty="0">
                <a:solidFill>
                  <a:schemeClr val="dk1"/>
                </a:solidFill>
                <a:cs typeface="MS Gothic"/>
                <a:sym typeface="MS Gothic"/>
              </a:rPr>
              <a:t>}</a:t>
            </a:r>
            <a:endParaRPr sz="1400" dirty="0">
              <a:solidFill>
                <a:schemeClr val="dk1"/>
              </a:solidFill>
              <a:cs typeface="MS Gothic"/>
              <a:sym typeface="MS Gothic"/>
            </a:endParaRPr>
          </a:p>
        </p:txBody>
      </p:sp>
      <p:sp>
        <p:nvSpPr>
          <p:cNvPr id="9" name="テキスト プレースホルダー 7">
            <a:extLst>
              <a:ext uri="{FF2B5EF4-FFF2-40B4-BE49-F238E27FC236}">
                <a16:creationId xmlns:a16="http://schemas.microsoft.com/office/drawing/2014/main" id="{9C41AABC-7DD2-446E-9884-874990CA410A}"/>
              </a:ext>
            </a:extLst>
          </p:cNvPr>
          <p:cNvSpPr txBox="1">
            <a:spLocks/>
          </p:cNvSpPr>
          <p:nvPr/>
        </p:nvSpPr>
        <p:spPr>
          <a:xfrm>
            <a:off x="462875" y="3615480"/>
            <a:ext cx="8216900" cy="254494"/>
          </a:xfrm>
          <a:prstGeom prst="rect">
            <a:avLst/>
          </a:prstGeom>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ja-JP" altLang="en-US" dirty="0"/>
              <a:t>このクラスを実行すると下のように表示されます。</a:t>
            </a:r>
          </a:p>
        </p:txBody>
      </p:sp>
      <p:sp>
        <p:nvSpPr>
          <p:cNvPr id="10" name="Google Shape;172;p19">
            <a:extLst>
              <a:ext uri="{FF2B5EF4-FFF2-40B4-BE49-F238E27FC236}">
                <a16:creationId xmlns:a16="http://schemas.microsoft.com/office/drawing/2014/main" id="{78F5A470-0C93-4F7B-9EF5-445214A98CA0}"/>
              </a:ext>
            </a:extLst>
          </p:cNvPr>
          <p:cNvSpPr/>
          <p:nvPr/>
        </p:nvSpPr>
        <p:spPr>
          <a:xfrm>
            <a:off x="759542" y="3930164"/>
            <a:ext cx="7990860" cy="873356"/>
          </a:xfrm>
          <a:prstGeom prst="rect">
            <a:avLst/>
          </a:prstGeom>
          <a:solidFill>
            <a:schemeClr val="bg1"/>
          </a:solidFill>
          <a:ln w="12700" cap="flat" cmpd="sng">
            <a:no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r>
              <a:rPr lang="ja-JP" altLang="en-US" sz="1400" dirty="0">
                <a:solidFill>
                  <a:schemeClr val="dk1"/>
                </a:solidFill>
                <a:cs typeface="MS Gothic"/>
                <a:sym typeface="MS Gothic"/>
              </a:rPr>
              <a:t>山田は今日の配列のテストで</a:t>
            </a:r>
            <a:r>
              <a:rPr lang="en-US" altLang="ja-JP" sz="1400" dirty="0">
                <a:solidFill>
                  <a:schemeClr val="dk1"/>
                </a:solidFill>
                <a:cs typeface="MS Gothic"/>
                <a:sym typeface="MS Gothic"/>
              </a:rPr>
              <a:t>80</a:t>
            </a:r>
            <a:r>
              <a:rPr lang="ja-JP" altLang="en-US" sz="1400" dirty="0">
                <a:solidFill>
                  <a:schemeClr val="dk1"/>
                </a:solidFill>
                <a:cs typeface="MS Gothic"/>
                <a:sym typeface="MS Gothic"/>
              </a:rPr>
              <a:t>点を取りました</a:t>
            </a:r>
          </a:p>
          <a:p>
            <a:pPr marL="0" marR="0" lvl="0" indent="0" algn="l" rtl="0">
              <a:spcBef>
                <a:spcPts val="0"/>
              </a:spcBef>
              <a:spcAft>
                <a:spcPts val="0"/>
              </a:spcAft>
              <a:buNone/>
            </a:pPr>
            <a:r>
              <a:rPr lang="ja-JP" altLang="en-US" sz="1400" dirty="0">
                <a:solidFill>
                  <a:schemeClr val="dk1"/>
                </a:solidFill>
                <a:cs typeface="MS Gothic"/>
                <a:sym typeface="MS Gothic"/>
              </a:rPr>
              <a:t>高橋は今日のメソッドのテストで</a:t>
            </a:r>
            <a:r>
              <a:rPr lang="en-US" altLang="ja-JP" sz="1400" dirty="0">
                <a:solidFill>
                  <a:schemeClr val="dk1"/>
                </a:solidFill>
                <a:cs typeface="MS Gothic"/>
                <a:sym typeface="MS Gothic"/>
              </a:rPr>
              <a:t>100</a:t>
            </a:r>
            <a:r>
              <a:rPr lang="ja-JP" altLang="en-US" sz="1400" dirty="0">
                <a:solidFill>
                  <a:schemeClr val="dk1"/>
                </a:solidFill>
                <a:cs typeface="MS Gothic"/>
                <a:sym typeface="MS Gothic"/>
              </a:rPr>
              <a:t>点を取りました</a:t>
            </a:r>
            <a:endParaRPr sz="1400" dirty="0">
              <a:solidFill>
                <a:schemeClr val="dk1"/>
              </a:solidFill>
              <a:cs typeface="MS Gothic"/>
              <a:sym typeface="MS Gothic"/>
            </a:endParaRPr>
          </a:p>
        </p:txBody>
      </p:sp>
    </p:spTree>
    <p:extLst>
      <p:ext uri="{BB962C8B-B14F-4D97-AF65-F5344CB8AC3E}">
        <p14:creationId xmlns:p14="http://schemas.microsoft.com/office/powerpoint/2010/main" val="63623476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DE764CD8-0B12-484E-890C-8A5A26296D13}"/>
              </a:ext>
            </a:extLst>
          </p:cNvPr>
          <p:cNvSpPr>
            <a:spLocks noGrp="1"/>
          </p:cNvSpPr>
          <p:nvPr>
            <p:ph type="ftr" sz="quarter" idx="11"/>
          </p:nvPr>
        </p:nvSpPr>
        <p:spPr/>
        <p:txBody>
          <a:bodyPr/>
          <a:lstStyle/>
          <a:p>
            <a:r>
              <a:rPr kumimoji="1" lang="en-US" altLang="ja-JP"/>
              <a:t>copyright ©ITCollege All Rights Reserved</a:t>
            </a:r>
            <a:endParaRPr kumimoji="1" lang="ja-JP" altLang="en-US" dirty="0">
              <a:latin typeface="+mn-ea"/>
            </a:endParaRPr>
          </a:p>
        </p:txBody>
      </p:sp>
      <p:sp>
        <p:nvSpPr>
          <p:cNvPr id="7" name="タイトル 6">
            <a:extLst>
              <a:ext uri="{FF2B5EF4-FFF2-40B4-BE49-F238E27FC236}">
                <a16:creationId xmlns:a16="http://schemas.microsoft.com/office/drawing/2014/main" id="{9630AD22-E64D-4A96-B059-2AF9F6580C25}"/>
              </a:ext>
            </a:extLst>
          </p:cNvPr>
          <p:cNvSpPr>
            <a:spLocks noGrp="1"/>
          </p:cNvSpPr>
          <p:nvPr>
            <p:ph type="ctrTitle"/>
          </p:nvPr>
        </p:nvSpPr>
        <p:spPr/>
        <p:txBody>
          <a:bodyPr/>
          <a:lstStyle/>
          <a:p>
            <a:r>
              <a:rPr lang="ja-JP" altLang="en-US" dirty="0"/>
              <a:t>静的メンバ</a:t>
            </a:r>
          </a:p>
        </p:txBody>
      </p:sp>
      <p:sp>
        <p:nvSpPr>
          <p:cNvPr id="5" name="スライド番号プレースホルダー 4">
            <a:extLst>
              <a:ext uri="{FF2B5EF4-FFF2-40B4-BE49-F238E27FC236}">
                <a16:creationId xmlns:a16="http://schemas.microsoft.com/office/drawing/2014/main" id="{433B62C4-B6B9-4622-B802-69C25D6F2A49}"/>
              </a:ext>
            </a:extLst>
          </p:cNvPr>
          <p:cNvSpPr>
            <a:spLocks noGrp="1"/>
          </p:cNvSpPr>
          <p:nvPr>
            <p:ph type="sldNum" sz="quarter" idx="4"/>
          </p:nvPr>
        </p:nvSpPr>
        <p:spPr/>
        <p:txBody>
          <a:bodyPr/>
          <a:lstStyle/>
          <a:p>
            <a:fld id="{00000000-1234-1234-1234-123412341234}" type="slidenum">
              <a:rPr lang="en" smtClean="0"/>
              <a:pPr/>
              <a:t>34</a:t>
            </a:fld>
            <a:endParaRPr lang="en" dirty="0">
              <a:latin typeface="+mn-ea"/>
            </a:endParaRPr>
          </a:p>
        </p:txBody>
      </p:sp>
      <p:sp>
        <p:nvSpPr>
          <p:cNvPr id="8" name="テキスト プレースホルダー 7">
            <a:extLst>
              <a:ext uri="{FF2B5EF4-FFF2-40B4-BE49-F238E27FC236}">
                <a16:creationId xmlns:a16="http://schemas.microsoft.com/office/drawing/2014/main" id="{787CF02A-01AB-4517-BA3E-25572FA82648}"/>
              </a:ext>
            </a:extLst>
          </p:cNvPr>
          <p:cNvSpPr>
            <a:spLocks noGrp="1"/>
          </p:cNvSpPr>
          <p:nvPr>
            <p:ph type="body" sz="quarter" idx="14"/>
          </p:nvPr>
        </p:nvSpPr>
        <p:spPr>
          <a:xfrm>
            <a:off x="462875" y="859491"/>
            <a:ext cx="8216900" cy="3926518"/>
          </a:xfrm>
        </p:spPr>
        <p:txBody>
          <a:bodyPr/>
          <a:lstStyle/>
          <a:p>
            <a:pPr marL="96838" indent="0">
              <a:buNone/>
            </a:pPr>
            <a:r>
              <a:rPr lang="ja-JP" altLang="en-US" dirty="0"/>
              <a:t>前のページの出力結果、特に問題ないように見えますが、山田さんと高橋さんが同じ教室で同じテストを受けていたとしたらテスト名が違うのはおかしいですよね。</a:t>
            </a:r>
            <a:endParaRPr lang="en-US" altLang="ja-JP" dirty="0"/>
          </a:p>
          <a:p>
            <a:pPr marL="96838" indent="0">
              <a:buNone/>
            </a:pPr>
            <a:r>
              <a:rPr lang="ja-JP" altLang="en-US" dirty="0"/>
              <a:t>どちらかのインスタンスを作成する際の引数が誤り、ということになりますが、どちらが正しいのかわからなくなってしまっています。</a:t>
            </a:r>
          </a:p>
        </p:txBody>
      </p:sp>
      <p:sp>
        <p:nvSpPr>
          <p:cNvPr id="10" name="五角形 9">
            <a:extLst>
              <a:ext uri="{FF2B5EF4-FFF2-40B4-BE49-F238E27FC236}">
                <a16:creationId xmlns:a16="http://schemas.microsoft.com/office/drawing/2014/main" id="{EC9D006B-12E6-46DA-A78A-9BDBFD63116A}"/>
              </a:ext>
            </a:extLst>
          </p:cNvPr>
          <p:cNvSpPr/>
          <p:nvPr/>
        </p:nvSpPr>
        <p:spPr>
          <a:xfrm>
            <a:off x="1233814" y="2603651"/>
            <a:ext cx="2216807" cy="2000110"/>
          </a:xfrm>
          <a:prstGeom prst="pentagon">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tx1"/>
              </a:solidFill>
            </a:endParaRPr>
          </a:p>
        </p:txBody>
      </p:sp>
      <p:pic>
        <p:nvPicPr>
          <p:cNvPr id="11" name="Picture 2" descr="ふたが開いた段ボール箱のフリーイラスト素材">
            <a:extLst>
              <a:ext uri="{FF2B5EF4-FFF2-40B4-BE49-F238E27FC236}">
                <a16:creationId xmlns:a16="http://schemas.microsoft.com/office/drawing/2014/main" id="{4787B72D-6F30-47E2-8B6F-0CE892C3B1B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51656" y="3262468"/>
            <a:ext cx="476536" cy="476536"/>
          </a:xfrm>
          <a:prstGeom prst="rect">
            <a:avLst/>
          </a:prstGeom>
          <a:noFill/>
          <a:extLst>
            <a:ext uri="{909E8E84-426E-40DD-AFC4-6F175D3DCCD1}">
              <a14:hiddenFill xmlns:a14="http://schemas.microsoft.com/office/drawing/2010/main">
                <a:solidFill>
                  <a:srgbClr val="FFFFFF"/>
                </a:solidFill>
              </a14:hiddenFill>
            </a:ext>
          </a:extLst>
        </p:spPr>
      </p:pic>
      <p:sp>
        <p:nvSpPr>
          <p:cNvPr id="12" name="テキスト プレースホルダー 4">
            <a:extLst>
              <a:ext uri="{FF2B5EF4-FFF2-40B4-BE49-F238E27FC236}">
                <a16:creationId xmlns:a16="http://schemas.microsoft.com/office/drawing/2014/main" id="{1BBAA198-9829-4B28-9359-FA581A1F07C3}"/>
              </a:ext>
            </a:extLst>
          </p:cNvPr>
          <p:cNvSpPr txBox="1">
            <a:spLocks/>
          </p:cNvSpPr>
          <p:nvPr/>
        </p:nvSpPr>
        <p:spPr>
          <a:xfrm>
            <a:off x="1548223" y="3557483"/>
            <a:ext cx="813225" cy="254494"/>
          </a:xfrm>
          <a:prstGeom prst="rect">
            <a:avLst/>
          </a:prstGeom>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en-US" altLang="ja-JP" dirty="0"/>
              <a:t>name</a:t>
            </a:r>
            <a:endParaRPr lang="ja-JP" altLang="en-US" dirty="0"/>
          </a:p>
        </p:txBody>
      </p:sp>
      <p:pic>
        <p:nvPicPr>
          <p:cNvPr id="13" name="Picture 2" descr="ふたが開いた段ボール箱のフリーイラスト素材">
            <a:extLst>
              <a:ext uri="{FF2B5EF4-FFF2-40B4-BE49-F238E27FC236}">
                <a16:creationId xmlns:a16="http://schemas.microsoft.com/office/drawing/2014/main" id="{B7B4F44D-D3FF-473E-B8B1-37C361879BA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62630" y="3290170"/>
            <a:ext cx="476536" cy="476536"/>
          </a:xfrm>
          <a:prstGeom prst="rect">
            <a:avLst/>
          </a:prstGeom>
          <a:noFill/>
          <a:extLst>
            <a:ext uri="{909E8E84-426E-40DD-AFC4-6F175D3DCCD1}">
              <a14:hiddenFill xmlns:a14="http://schemas.microsoft.com/office/drawing/2010/main">
                <a:solidFill>
                  <a:srgbClr val="FFFFFF"/>
                </a:solidFill>
              </a14:hiddenFill>
            </a:ext>
          </a:extLst>
        </p:spPr>
      </p:pic>
      <p:sp>
        <p:nvSpPr>
          <p:cNvPr id="14" name="テキスト プレースホルダー 4">
            <a:extLst>
              <a:ext uri="{FF2B5EF4-FFF2-40B4-BE49-F238E27FC236}">
                <a16:creationId xmlns:a16="http://schemas.microsoft.com/office/drawing/2014/main" id="{93603CB4-623A-44DF-83CB-F338F489CC20}"/>
              </a:ext>
            </a:extLst>
          </p:cNvPr>
          <p:cNvSpPr txBox="1">
            <a:spLocks/>
          </p:cNvSpPr>
          <p:nvPr/>
        </p:nvSpPr>
        <p:spPr>
          <a:xfrm>
            <a:off x="2275173" y="3554807"/>
            <a:ext cx="1028466" cy="249815"/>
          </a:xfrm>
          <a:prstGeom prst="rect">
            <a:avLst/>
          </a:prstGeom>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en-US" altLang="ja-JP" dirty="0" err="1"/>
              <a:t>testName</a:t>
            </a:r>
            <a:endParaRPr lang="ja-JP" altLang="en-US" dirty="0"/>
          </a:p>
        </p:txBody>
      </p:sp>
      <p:sp>
        <p:nvSpPr>
          <p:cNvPr id="17" name="テキスト プレースホルダー 4">
            <a:extLst>
              <a:ext uri="{FF2B5EF4-FFF2-40B4-BE49-F238E27FC236}">
                <a16:creationId xmlns:a16="http://schemas.microsoft.com/office/drawing/2014/main" id="{D28F0C76-D95C-433D-938E-C1A763F96DA4}"/>
              </a:ext>
            </a:extLst>
          </p:cNvPr>
          <p:cNvSpPr txBox="1">
            <a:spLocks/>
          </p:cNvSpPr>
          <p:nvPr/>
        </p:nvSpPr>
        <p:spPr>
          <a:xfrm>
            <a:off x="1545904" y="3222380"/>
            <a:ext cx="575165" cy="254494"/>
          </a:xfrm>
          <a:prstGeom prst="rect">
            <a:avLst/>
          </a:prstGeom>
          <a:solidFill>
            <a:schemeClr val="bg1"/>
          </a:solidFill>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ja-JP" altLang="en-US" sz="1100" dirty="0"/>
              <a:t>山田</a:t>
            </a:r>
          </a:p>
        </p:txBody>
      </p:sp>
      <p:pic>
        <p:nvPicPr>
          <p:cNvPr id="18" name="Picture 2" descr="ふたが開いた段ボール箱のフリーイラスト素材">
            <a:extLst>
              <a:ext uri="{FF2B5EF4-FFF2-40B4-BE49-F238E27FC236}">
                <a16:creationId xmlns:a16="http://schemas.microsoft.com/office/drawing/2014/main" id="{666E14C0-77CB-449F-91A9-1AF4DA22453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34672" y="3938773"/>
            <a:ext cx="476536" cy="476536"/>
          </a:xfrm>
          <a:prstGeom prst="rect">
            <a:avLst/>
          </a:prstGeom>
          <a:noFill/>
          <a:extLst>
            <a:ext uri="{909E8E84-426E-40DD-AFC4-6F175D3DCCD1}">
              <a14:hiddenFill xmlns:a14="http://schemas.microsoft.com/office/drawing/2010/main">
                <a:solidFill>
                  <a:srgbClr val="FFFFFF"/>
                </a:solidFill>
              </a14:hiddenFill>
            </a:ext>
          </a:extLst>
        </p:spPr>
      </p:pic>
      <p:sp>
        <p:nvSpPr>
          <p:cNvPr id="19" name="テキスト プレースホルダー 4">
            <a:extLst>
              <a:ext uri="{FF2B5EF4-FFF2-40B4-BE49-F238E27FC236}">
                <a16:creationId xmlns:a16="http://schemas.microsoft.com/office/drawing/2014/main" id="{4E09C331-60EE-4765-BB89-3DF6C53C7A47}"/>
              </a:ext>
            </a:extLst>
          </p:cNvPr>
          <p:cNvSpPr txBox="1">
            <a:spLocks/>
          </p:cNvSpPr>
          <p:nvPr/>
        </p:nvSpPr>
        <p:spPr>
          <a:xfrm>
            <a:off x="1910870" y="4203410"/>
            <a:ext cx="901156" cy="249815"/>
          </a:xfrm>
          <a:prstGeom prst="rect">
            <a:avLst/>
          </a:prstGeom>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en-US" altLang="ja-JP" dirty="0"/>
              <a:t>score</a:t>
            </a:r>
            <a:endParaRPr lang="ja-JP" altLang="en-US" dirty="0"/>
          </a:p>
        </p:txBody>
      </p:sp>
      <p:sp>
        <p:nvSpPr>
          <p:cNvPr id="20" name="テキスト プレースホルダー 4">
            <a:extLst>
              <a:ext uri="{FF2B5EF4-FFF2-40B4-BE49-F238E27FC236}">
                <a16:creationId xmlns:a16="http://schemas.microsoft.com/office/drawing/2014/main" id="{919A3978-8C43-48F9-B43D-8FAF7F103BDE}"/>
              </a:ext>
            </a:extLst>
          </p:cNvPr>
          <p:cNvSpPr txBox="1">
            <a:spLocks/>
          </p:cNvSpPr>
          <p:nvPr/>
        </p:nvSpPr>
        <p:spPr>
          <a:xfrm>
            <a:off x="2470444" y="3222380"/>
            <a:ext cx="575165" cy="254494"/>
          </a:xfrm>
          <a:prstGeom prst="rect">
            <a:avLst/>
          </a:prstGeom>
          <a:solidFill>
            <a:schemeClr val="bg1"/>
          </a:solidFill>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ja-JP" altLang="en-US" sz="1100" dirty="0"/>
              <a:t>配列</a:t>
            </a:r>
            <a:endParaRPr lang="en-US" altLang="ja-JP" sz="1100" dirty="0"/>
          </a:p>
        </p:txBody>
      </p:sp>
      <p:sp>
        <p:nvSpPr>
          <p:cNvPr id="21" name="テキスト プレースホルダー 4">
            <a:extLst>
              <a:ext uri="{FF2B5EF4-FFF2-40B4-BE49-F238E27FC236}">
                <a16:creationId xmlns:a16="http://schemas.microsoft.com/office/drawing/2014/main" id="{54DAA99C-350D-40A0-8704-C4481D04DA90}"/>
              </a:ext>
            </a:extLst>
          </p:cNvPr>
          <p:cNvSpPr txBox="1">
            <a:spLocks/>
          </p:cNvSpPr>
          <p:nvPr/>
        </p:nvSpPr>
        <p:spPr>
          <a:xfrm>
            <a:off x="2073865" y="3880898"/>
            <a:ext cx="575165" cy="254494"/>
          </a:xfrm>
          <a:prstGeom prst="rect">
            <a:avLst/>
          </a:prstGeom>
          <a:solidFill>
            <a:schemeClr val="bg1"/>
          </a:solidFill>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en-US" altLang="ja-JP" sz="1100" dirty="0"/>
              <a:t>80</a:t>
            </a:r>
            <a:endParaRPr lang="ja-JP" altLang="en-US" sz="1100" dirty="0"/>
          </a:p>
        </p:txBody>
      </p:sp>
      <p:sp>
        <p:nvSpPr>
          <p:cNvPr id="22" name="五角形 21">
            <a:extLst>
              <a:ext uri="{FF2B5EF4-FFF2-40B4-BE49-F238E27FC236}">
                <a16:creationId xmlns:a16="http://schemas.microsoft.com/office/drawing/2014/main" id="{73C4995B-3ABA-4A92-B6C0-61DB77D7735C}"/>
              </a:ext>
            </a:extLst>
          </p:cNvPr>
          <p:cNvSpPr/>
          <p:nvPr/>
        </p:nvSpPr>
        <p:spPr>
          <a:xfrm>
            <a:off x="5215470" y="2603651"/>
            <a:ext cx="2216807" cy="2000110"/>
          </a:xfrm>
          <a:prstGeom prst="pentagon">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tx1"/>
              </a:solidFill>
            </a:endParaRPr>
          </a:p>
        </p:txBody>
      </p:sp>
      <p:pic>
        <p:nvPicPr>
          <p:cNvPr id="23" name="Picture 2" descr="ふたが開いた段ボール箱のフリーイラスト素材">
            <a:extLst>
              <a:ext uri="{FF2B5EF4-FFF2-40B4-BE49-F238E27FC236}">
                <a16:creationId xmlns:a16="http://schemas.microsoft.com/office/drawing/2014/main" id="{9FD54120-7F35-4158-B876-3FFA61ACA7F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33312" y="3262468"/>
            <a:ext cx="476536" cy="476536"/>
          </a:xfrm>
          <a:prstGeom prst="rect">
            <a:avLst/>
          </a:prstGeom>
          <a:noFill/>
          <a:extLst>
            <a:ext uri="{909E8E84-426E-40DD-AFC4-6F175D3DCCD1}">
              <a14:hiddenFill xmlns:a14="http://schemas.microsoft.com/office/drawing/2010/main">
                <a:solidFill>
                  <a:srgbClr val="FFFFFF"/>
                </a:solidFill>
              </a14:hiddenFill>
            </a:ext>
          </a:extLst>
        </p:spPr>
      </p:pic>
      <p:sp>
        <p:nvSpPr>
          <p:cNvPr id="24" name="テキスト プレースホルダー 4">
            <a:extLst>
              <a:ext uri="{FF2B5EF4-FFF2-40B4-BE49-F238E27FC236}">
                <a16:creationId xmlns:a16="http://schemas.microsoft.com/office/drawing/2014/main" id="{3A1FAFDB-2A69-49A5-9A1F-397106F1A801}"/>
              </a:ext>
            </a:extLst>
          </p:cNvPr>
          <p:cNvSpPr txBox="1">
            <a:spLocks/>
          </p:cNvSpPr>
          <p:nvPr/>
        </p:nvSpPr>
        <p:spPr>
          <a:xfrm>
            <a:off x="5529879" y="3557483"/>
            <a:ext cx="813225" cy="254494"/>
          </a:xfrm>
          <a:prstGeom prst="rect">
            <a:avLst/>
          </a:prstGeom>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en-US" altLang="ja-JP" dirty="0"/>
              <a:t>name</a:t>
            </a:r>
            <a:endParaRPr lang="ja-JP" altLang="en-US" dirty="0"/>
          </a:p>
        </p:txBody>
      </p:sp>
      <p:pic>
        <p:nvPicPr>
          <p:cNvPr id="25" name="Picture 2" descr="ふたが開いた段ボール箱のフリーイラスト素材">
            <a:extLst>
              <a:ext uri="{FF2B5EF4-FFF2-40B4-BE49-F238E27FC236}">
                <a16:creationId xmlns:a16="http://schemas.microsoft.com/office/drawing/2014/main" id="{1B56BB44-56B2-42D1-9959-6661375EBB6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44286" y="3290170"/>
            <a:ext cx="476536" cy="476536"/>
          </a:xfrm>
          <a:prstGeom prst="rect">
            <a:avLst/>
          </a:prstGeom>
          <a:noFill/>
          <a:extLst>
            <a:ext uri="{909E8E84-426E-40DD-AFC4-6F175D3DCCD1}">
              <a14:hiddenFill xmlns:a14="http://schemas.microsoft.com/office/drawing/2010/main">
                <a:solidFill>
                  <a:srgbClr val="FFFFFF"/>
                </a:solidFill>
              </a14:hiddenFill>
            </a:ext>
          </a:extLst>
        </p:spPr>
      </p:pic>
      <p:sp>
        <p:nvSpPr>
          <p:cNvPr id="26" name="テキスト プレースホルダー 4">
            <a:extLst>
              <a:ext uri="{FF2B5EF4-FFF2-40B4-BE49-F238E27FC236}">
                <a16:creationId xmlns:a16="http://schemas.microsoft.com/office/drawing/2014/main" id="{BBF69F48-5663-48B0-8267-943715B98871}"/>
              </a:ext>
            </a:extLst>
          </p:cNvPr>
          <p:cNvSpPr txBox="1">
            <a:spLocks/>
          </p:cNvSpPr>
          <p:nvPr/>
        </p:nvSpPr>
        <p:spPr>
          <a:xfrm>
            <a:off x="6256829" y="3554807"/>
            <a:ext cx="1028466" cy="249815"/>
          </a:xfrm>
          <a:prstGeom prst="rect">
            <a:avLst/>
          </a:prstGeom>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en-US" altLang="ja-JP" dirty="0" err="1"/>
              <a:t>testName</a:t>
            </a:r>
            <a:endParaRPr lang="ja-JP" altLang="en-US" dirty="0"/>
          </a:p>
        </p:txBody>
      </p:sp>
      <p:sp>
        <p:nvSpPr>
          <p:cNvPr id="27" name="テキスト プレースホルダー 4">
            <a:extLst>
              <a:ext uri="{FF2B5EF4-FFF2-40B4-BE49-F238E27FC236}">
                <a16:creationId xmlns:a16="http://schemas.microsoft.com/office/drawing/2014/main" id="{C552EE4F-05B1-43CE-9560-21DFF201A17E}"/>
              </a:ext>
            </a:extLst>
          </p:cNvPr>
          <p:cNvSpPr txBox="1">
            <a:spLocks/>
          </p:cNvSpPr>
          <p:nvPr/>
        </p:nvSpPr>
        <p:spPr>
          <a:xfrm>
            <a:off x="5527560" y="3222380"/>
            <a:ext cx="575165" cy="254494"/>
          </a:xfrm>
          <a:prstGeom prst="rect">
            <a:avLst/>
          </a:prstGeom>
          <a:solidFill>
            <a:schemeClr val="bg1"/>
          </a:solidFill>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ja-JP" altLang="en-US" sz="1100" dirty="0"/>
              <a:t>高橋</a:t>
            </a:r>
          </a:p>
        </p:txBody>
      </p:sp>
      <p:pic>
        <p:nvPicPr>
          <p:cNvPr id="28" name="Picture 2" descr="ふたが開いた段ボール箱のフリーイラスト素材">
            <a:extLst>
              <a:ext uri="{FF2B5EF4-FFF2-40B4-BE49-F238E27FC236}">
                <a16:creationId xmlns:a16="http://schemas.microsoft.com/office/drawing/2014/main" id="{428D8607-19A4-4208-B0ED-7DE9E07B9EB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16328" y="3938773"/>
            <a:ext cx="476536" cy="476536"/>
          </a:xfrm>
          <a:prstGeom prst="rect">
            <a:avLst/>
          </a:prstGeom>
          <a:noFill/>
          <a:extLst>
            <a:ext uri="{909E8E84-426E-40DD-AFC4-6F175D3DCCD1}">
              <a14:hiddenFill xmlns:a14="http://schemas.microsoft.com/office/drawing/2010/main">
                <a:solidFill>
                  <a:srgbClr val="FFFFFF"/>
                </a:solidFill>
              </a14:hiddenFill>
            </a:ext>
          </a:extLst>
        </p:spPr>
      </p:pic>
      <p:sp>
        <p:nvSpPr>
          <p:cNvPr id="29" name="テキスト プレースホルダー 4">
            <a:extLst>
              <a:ext uri="{FF2B5EF4-FFF2-40B4-BE49-F238E27FC236}">
                <a16:creationId xmlns:a16="http://schemas.microsoft.com/office/drawing/2014/main" id="{F782D773-0197-4297-A236-77101FFD2CE4}"/>
              </a:ext>
            </a:extLst>
          </p:cNvPr>
          <p:cNvSpPr txBox="1">
            <a:spLocks/>
          </p:cNvSpPr>
          <p:nvPr/>
        </p:nvSpPr>
        <p:spPr>
          <a:xfrm>
            <a:off x="5892526" y="4203410"/>
            <a:ext cx="901156" cy="249815"/>
          </a:xfrm>
          <a:prstGeom prst="rect">
            <a:avLst/>
          </a:prstGeom>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en-US" altLang="ja-JP" dirty="0"/>
              <a:t>score</a:t>
            </a:r>
            <a:endParaRPr lang="ja-JP" altLang="en-US" dirty="0"/>
          </a:p>
        </p:txBody>
      </p:sp>
      <p:sp>
        <p:nvSpPr>
          <p:cNvPr id="30" name="テキスト プレースホルダー 4">
            <a:extLst>
              <a:ext uri="{FF2B5EF4-FFF2-40B4-BE49-F238E27FC236}">
                <a16:creationId xmlns:a16="http://schemas.microsoft.com/office/drawing/2014/main" id="{D649EFB6-5893-4419-AC67-310F6B195076}"/>
              </a:ext>
            </a:extLst>
          </p:cNvPr>
          <p:cNvSpPr txBox="1">
            <a:spLocks/>
          </p:cNvSpPr>
          <p:nvPr/>
        </p:nvSpPr>
        <p:spPr>
          <a:xfrm>
            <a:off x="6311649" y="3222380"/>
            <a:ext cx="856068" cy="254494"/>
          </a:xfrm>
          <a:prstGeom prst="rect">
            <a:avLst/>
          </a:prstGeom>
          <a:solidFill>
            <a:schemeClr val="bg1"/>
          </a:solidFill>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ja-JP" altLang="en-US" sz="1100" dirty="0"/>
              <a:t>メソッド</a:t>
            </a:r>
            <a:endParaRPr lang="en-US" altLang="ja-JP" sz="1100" dirty="0"/>
          </a:p>
        </p:txBody>
      </p:sp>
      <p:sp>
        <p:nvSpPr>
          <p:cNvPr id="31" name="テキスト プレースホルダー 4">
            <a:extLst>
              <a:ext uri="{FF2B5EF4-FFF2-40B4-BE49-F238E27FC236}">
                <a16:creationId xmlns:a16="http://schemas.microsoft.com/office/drawing/2014/main" id="{51BDE55A-3BAE-49CA-BB68-089F5AEFD95E}"/>
              </a:ext>
            </a:extLst>
          </p:cNvPr>
          <p:cNvSpPr txBox="1">
            <a:spLocks/>
          </p:cNvSpPr>
          <p:nvPr/>
        </p:nvSpPr>
        <p:spPr>
          <a:xfrm>
            <a:off x="6055521" y="3880898"/>
            <a:ext cx="575165" cy="254494"/>
          </a:xfrm>
          <a:prstGeom prst="rect">
            <a:avLst/>
          </a:prstGeom>
          <a:solidFill>
            <a:schemeClr val="bg1"/>
          </a:solidFill>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en-US" altLang="ja-JP" sz="1100" dirty="0"/>
              <a:t>100</a:t>
            </a:r>
            <a:endParaRPr lang="ja-JP" altLang="en-US" sz="1100" dirty="0"/>
          </a:p>
        </p:txBody>
      </p:sp>
      <p:sp>
        <p:nvSpPr>
          <p:cNvPr id="2" name="思考の吹き出し: 雲形 1">
            <a:extLst>
              <a:ext uri="{FF2B5EF4-FFF2-40B4-BE49-F238E27FC236}">
                <a16:creationId xmlns:a16="http://schemas.microsoft.com/office/drawing/2014/main" id="{7B1A4E84-FB9A-4EC6-9FC1-0211F6532B27}"/>
              </a:ext>
            </a:extLst>
          </p:cNvPr>
          <p:cNvSpPr/>
          <p:nvPr/>
        </p:nvSpPr>
        <p:spPr>
          <a:xfrm>
            <a:off x="3246791" y="1740311"/>
            <a:ext cx="2564074" cy="1748252"/>
          </a:xfrm>
          <a:prstGeom prst="cloudCallou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solidFill>
                  <a:schemeClr val="tx1"/>
                </a:solidFill>
              </a:rPr>
              <a:t>この日のテストは配列？</a:t>
            </a:r>
            <a:br>
              <a:rPr kumimoji="1" lang="en-US" altLang="ja-JP" sz="1400" dirty="0">
                <a:solidFill>
                  <a:schemeClr val="tx1"/>
                </a:solidFill>
              </a:rPr>
            </a:br>
            <a:r>
              <a:rPr kumimoji="1" lang="ja-JP" altLang="en-US" sz="1400" dirty="0">
                <a:solidFill>
                  <a:schemeClr val="tx1"/>
                </a:solidFill>
              </a:rPr>
              <a:t>メソッド？</a:t>
            </a:r>
          </a:p>
        </p:txBody>
      </p:sp>
    </p:spTree>
    <p:extLst>
      <p:ext uri="{BB962C8B-B14F-4D97-AF65-F5344CB8AC3E}">
        <p14:creationId xmlns:p14="http://schemas.microsoft.com/office/powerpoint/2010/main" val="330917042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DE764CD8-0B12-484E-890C-8A5A26296D13}"/>
              </a:ext>
            </a:extLst>
          </p:cNvPr>
          <p:cNvSpPr>
            <a:spLocks noGrp="1"/>
          </p:cNvSpPr>
          <p:nvPr>
            <p:ph type="ftr" sz="quarter" idx="11"/>
          </p:nvPr>
        </p:nvSpPr>
        <p:spPr/>
        <p:txBody>
          <a:bodyPr/>
          <a:lstStyle/>
          <a:p>
            <a:r>
              <a:rPr kumimoji="1" lang="en-US" altLang="ja-JP"/>
              <a:t>copyright ©ITCollege All Rights Reserved</a:t>
            </a:r>
            <a:endParaRPr kumimoji="1" lang="ja-JP" altLang="en-US" dirty="0">
              <a:latin typeface="+mn-ea"/>
            </a:endParaRPr>
          </a:p>
        </p:txBody>
      </p:sp>
      <p:sp>
        <p:nvSpPr>
          <p:cNvPr id="7" name="タイトル 6">
            <a:extLst>
              <a:ext uri="{FF2B5EF4-FFF2-40B4-BE49-F238E27FC236}">
                <a16:creationId xmlns:a16="http://schemas.microsoft.com/office/drawing/2014/main" id="{9630AD22-E64D-4A96-B059-2AF9F6580C25}"/>
              </a:ext>
            </a:extLst>
          </p:cNvPr>
          <p:cNvSpPr>
            <a:spLocks noGrp="1"/>
          </p:cNvSpPr>
          <p:nvPr>
            <p:ph type="ctrTitle"/>
          </p:nvPr>
        </p:nvSpPr>
        <p:spPr/>
        <p:txBody>
          <a:bodyPr/>
          <a:lstStyle/>
          <a:p>
            <a:r>
              <a:rPr lang="ja-JP" altLang="en-US" dirty="0"/>
              <a:t>静的メンバ</a:t>
            </a:r>
          </a:p>
        </p:txBody>
      </p:sp>
      <p:sp>
        <p:nvSpPr>
          <p:cNvPr id="5" name="スライド番号プレースホルダー 4">
            <a:extLst>
              <a:ext uri="{FF2B5EF4-FFF2-40B4-BE49-F238E27FC236}">
                <a16:creationId xmlns:a16="http://schemas.microsoft.com/office/drawing/2014/main" id="{433B62C4-B6B9-4622-B802-69C25D6F2A49}"/>
              </a:ext>
            </a:extLst>
          </p:cNvPr>
          <p:cNvSpPr>
            <a:spLocks noGrp="1"/>
          </p:cNvSpPr>
          <p:nvPr>
            <p:ph type="sldNum" sz="quarter" idx="4"/>
          </p:nvPr>
        </p:nvSpPr>
        <p:spPr/>
        <p:txBody>
          <a:bodyPr/>
          <a:lstStyle/>
          <a:p>
            <a:fld id="{00000000-1234-1234-1234-123412341234}" type="slidenum">
              <a:rPr lang="en" smtClean="0"/>
              <a:pPr/>
              <a:t>35</a:t>
            </a:fld>
            <a:endParaRPr lang="en" dirty="0">
              <a:latin typeface="+mn-ea"/>
            </a:endParaRPr>
          </a:p>
        </p:txBody>
      </p:sp>
      <p:sp>
        <p:nvSpPr>
          <p:cNvPr id="8" name="テキスト プレースホルダー 7">
            <a:extLst>
              <a:ext uri="{FF2B5EF4-FFF2-40B4-BE49-F238E27FC236}">
                <a16:creationId xmlns:a16="http://schemas.microsoft.com/office/drawing/2014/main" id="{787CF02A-01AB-4517-BA3E-25572FA82648}"/>
              </a:ext>
            </a:extLst>
          </p:cNvPr>
          <p:cNvSpPr>
            <a:spLocks noGrp="1"/>
          </p:cNvSpPr>
          <p:nvPr>
            <p:ph type="body" sz="quarter" idx="14"/>
          </p:nvPr>
        </p:nvSpPr>
        <p:spPr>
          <a:xfrm>
            <a:off x="462875" y="859491"/>
            <a:ext cx="4109125" cy="3926518"/>
          </a:xfrm>
        </p:spPr>
        <p:txBody>
          <a:bodyPr/>
          <a:lstStyle/>
          <a:p>
            <a:pPr marL="96838" indent="0">
              <a:buNone/>
            </a:pPr>
            <a:r>
              <a:rPr lang="ja-JP" altLang="en-US" dirty="0"/>
              <a:t>テストは</a:t>
            </a:r>
            <a:r>
              <a:rPr lang="en-US" altLang="ja-JP" dirty="0"/>
              <a:t>1</a:t>
            </a:r>
            <a:r>
              <a:rPr lang="ja-JP" altLang="en-US" dirty="0"/>
              <a:t>つなのにテスト名を入れる箱が複数あるからこのようなことになります。</a:t>
            </a:r>
            <a:endParaRPr lang="en-US" altLang="ja-JP" dirty="0"/>
          </a:p>
          <a:p>
            <a:pPr marL="96838" indent="0">
              <a:buNone/>
            </a:pPr>
            <a:r>
              <a:rPr lang="ja-JP" altLang="en-US" dirty="0"/>
              <a:t>そこで、インスタンスの数に関わりなく、</a:t>
            </a:r>
            <a:br>
              <a:rPr lang="ja-JP" altLang="en-US" dirty="0"/>
            </a:br>
            <a:r>
              <a:rPr lang="ja-JP" altLang="en-US" dirty="0"/>
              <a:t>「</a:t>
            </a:r>
            <a:r>
              <a:rPr lang="en-US" altLang="ja-JP" dirty="0"/>
              <a:t>1</a:t>
            </a:r>
            <a:r>
              <a:rPr lang="ja-JP" altLang="en-US" dirty="0"/>
              <a:t>個だけ存在する箱」を作れたら便利ですよね。</a:t>
            </a:r>
            <a:endParaRPr lang="en-US" altLang="ja-JP" dirty="0"/>
          </a:p>
          <a:p>
            <a:pPr marL="96838" indent="0">
              <a:buNone/>
            </a:pPr>
            <a:r>
              <a:rPr lang="ja-JP" altLang="en-US" dirty="0"/>
              <a:t>これを静的フィールドと呼びます。</a:t>
            </a:r>
          </a:p>
          <a:p>
            <a:pPr marL="96838" indent="0">
              <a:buNone/>
            </a:pPr>
            <a:r>
              <a:rPr lang="ja-JP" altLang="en-US" dirty="0"/>
              <a:t>静的フィールドはインスタンスの中に箱が出来るのではなく、クラスの中に箱ができるイメージを持つとよいでしょう。</a:t>
            </a:r>
          </a:p>
        </p:txBody>
      </p:sp>
      <p:sp>
        <p:nvSpPr>
          <p:cNvPr id="6" name="正方形/長方形 5">
            <a:extLst>
              <a:ext uri="{FF2B5EF4-FFF2-40B4-BE49-F238E27FC236}">
                <a16:creationId xmlns:a16="http://schemas.microsoft.com/office/drawing/2014/main" id="{8300B1B2-514F-4456-BA57-9FF0B9A68180}"/>
              </a:ext>
            </a:extLst>
          </p:cNvPr>
          <p:cNvSpPr/>
          <p:nvPr/>
        </p:nvSpPr>
        <p:spPr>
          <a:xfrm>
            <a:off x="6019363" y="859491"/>
            <a:ext cx="1528175" cy="1495009"/>
          </a:xfrm>
          <a:prstGeom prst="rect">
            <a:avLst/>
          </a:prstGeom>
          <a:solidFill>
            <a:schemeClr val="accent4">
              <a:lumMod val="7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tx1"/>
              </a:solidFill>
            </a:endParaRPr>
          </a:p>
        </p:txBody>
      </p:sp>
      <p:sp>
        <p:nvSpPr>
          <p:cNvPr id="9" name="五角形 8">
            <a:extLst>
              <a:ext uri="{FF2B5EF4-FFF2-40B4-BE49-F238E27FC236}">
                <a16:creationId xmlns:a16="http://schemas.microsoft.com/office/drawing/2014/main" id="{97BF492E-2842-489C-B5EF-D4A8AB8599DA}"/>
              </a:ext>
            </a:extLst>
          </p:cNvPr>
          <p:cNvSpPr/>
          <p:nvPr/>
        </p:nvSpPr>
        <p:spPr>
          <a:xfrm>
            <a:off x="6297284" y="1058056"/>
            <a:ext cx="1027134" cy="951978"/>
          </a:xfrm>
          <a:prstGeom prst="pentagon">
            <a:avLst/>
          </a:prstGeom>
          <a:solidFill>
            <a:schemeClr val="bg1"/>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tx1"/>
              </a:solidFill>
            </a:endParaRPr>
          </a:p>
        </p:txBody>
      </p:sp>
      <p:sp>
        <p:nvSpPr>
          <p:cNvPr id="10" name="五角形 9">
            <a:extLst>
              <a:ext uri="{FF2B5EF4-FFF2-40B4-BE49-F238E27FC236}">
                <a16:creationId xmlns:a16="http://schemas.microsoft.com/office/drawing/2014/main" id="{74039E8F-F4E4-454F-AF5C-719EA1C29887}"/>
              </a:ext>
            </a:extLst>
          </p:cNvPr>
          <p:cNvSpPr/>
          <p:nvPr/>
        </p:nvSpPr>
        <p:spPr>
          <a:xfrm>
            <a:off x="5524970" y="3714237"/>
            <a:ext cx="1027134" cy="951978"/>
          </a:xfrm>
          <a:prstGeom prst="pentagon">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tx1"/>
              </a:solidFill>
            </a:endParaRPr>
          </a:p>
        </p:txBody>
      </p:sp>
      <p:pic>
        <p:nvPicPr>
          <p:cNvPr id="12" name="Picture 2" descr="ふたが開いた段ボール箱のフリーイラスト素材">
            <a:extLst>
              <a:ext uri="{FF2B5EF4-FFF2-40B4-BE49-F238E27FC236}">
                <a16:creationId xmlns:a16="http://schemas.microsoft.com/office/drawing/2014/main" id="{A4905060-FDB8-4EE3-B611-7F78CD5BC5C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00550" y="3921863"/>
            <a:ext cx="476536" cy="476536"/>
          </a:xfrm>
          <a:prstGeom prst="rect">
            <a:avLst/>
          </a:prstGeom>
          <a:noFill/>
          <a:extLst>
            <a:ext uri="{909E8E84-426E-40DD-AFC4-6F175D3DCCD1}">
              <a14:hiddenFill xmlns:a14="http://schemas.microsoft.com/office/drawing/2010/main">
                <a:solidFill>
                  <a:srgbClr val="FFFFFF"/>
                </a:solidFill>
              </a14:hiddenFill>
            </a:ext>
          </a:extLst>
        </p:spPr>
      </p:pic>
      <p:sp>
        <p:nvSpPr>
          <p:cNvPr id="13" name="テキスト プレースホルダー 4">
            <a:extLst>
              <a:ext uri="{FF2B5EF4-FFF2-40B4-BE49-F238E27FC236}">
                <a16:creationId xmlns:a16="http://schemas.microsoft.com/office/drawing/2014/main" id="{DAD225FC-6E6B-480F-872C-77759B37BDF0}"/>
              </a:ext>
            </a:extLst>
          </p:cNvPr>
          <p:cNvSpPr txBox="1">
            <a:spLocks/>
          </p:cNvSpPr>
          <p:nvPr/>
        </p:nvSpPr>
        <p:spPr>
          <a:xfrm>
            <a:off x="5397117" y="4216878"/>
            <a:ext cx="813225" cy="254494"/>
          </a:xfrm>
          <a:prstGeom prst="rect">
            <a:avLst/>
          </a:prstGeom>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en-US" altLang="ja-JP" dirty="0"/>
              <a:t>name</a:t>
            </a:r>
            <a:endParaRPr lang="ja-JP" altLang="en-US" dirty="0"/>
          </a:p>
        </p:txBody>
      </p:sp>
      <p:pic>
        <p:nvPicPr>
          <p:cNvPr id="14" name="Picture 2" descr="ふたが開いた段ボール箱のフリーイラスト素材">
            <a:extLst>
              <a:ext uri="{FF2B5EF4-FFF2-40B4-BE49-F238E27FC236}">
                <a16:creationId xmlns:a16="http://schemas.microsoft.com/office/drawing/2014/main" id="{41619FA7-8D0A-4FC7-8FB7-30BF8BA9779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83409" y="1353284"/>
            <a:ext cx="476536" cy="476536"/>
          </a:xfrm>
          <a:prstGeom prst="rect">
            <a:avLst/>
          </a:prstGeom>
          <a:noFill/>
          <a:extLst>
            <a:ext uri="{909E8E84-426E-40DD-AFC4-6F175D3DCCD1}">
              <a14:hiddenFill xmlns:a14="http://schemas.microsoft.com/office/drawing/2010/main">
                <a:solidFill>
                  <a:srgbClr val="FFFFFF"/>
                </a:solidFill>
              </a14:hiddenFill>
            </a:ext>
          </a:extLst>
        </p:spPr>
      </p:pic>
      <p:sp>
        <p:nvSpPr>
          <p:cNvPr id="15" name="テキスト プレースホルダー 4">
            <a:extLst>
              <a:ext uri="{FF2B5EF4-FFF2-40B4-BE49-F238E27FC236}">
                <a16:creationId xmlns:a16="http://schemas.microsoft.com/office/drawing/2014/main" id="{4C1BF500-7522-44FD-B5D3-D42AEB947BD7}"/>
              </a:ext>
            </a:extLst>
          </p:cNvPr>
          <p:cNvSpPr txBox="1">
            <a:spLocks/>
          </p:cNvSpPr>
          <p:nvPr/>
        </p:nvSpPr>
        <p:spPr>
          <a:xfrm>
            <a:off x="6295952" y="1617921"/>
            <a:ext cx="1028466" cy="249815"/>
          </a:xfrm>
          <a:prstGeom prst="rect">
            <a:avLst/>
          </a:prstGeom>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en-US" altLang="ja-JP" dirty="0" err="1"/>
              <a:t>testName</a:t>
            </a:r>
            <a:endParaRPr lang="ja-JP" altLang="en-US" dirty="0"/>
          </a:p>
        </p:txBody>
      </p:sp>
      <p:sp>
        <p:nvSpPr>
          <p:cNvPr id="16" name="テキスト プレースホルダー 4">
            <a:extLst>
              <a:ext uri="{FF2B5EF4-FFF2-40B4-BE49-F238E27FC236}">
                <a16:creationId xmlns:a16="http://schemas.microsoft.com/office/drawing/2014/main" id="{F1B5616F-BA16-4802-BDBD-E3D4DBD8AB29}"/>
              </a:ext>
            </a:extLst>
          </p:cNvPr>
          <p:cNvSpPr txBox="1">
            <a:spLocks/>
          </p:cNvSpPr>
          <p:nvPr/>
        </p:nvSpPr>
        <p:spPr>
          <a:xfrm>
            <a:off x="5394798" y="3881775"/>
            <a:ext cx="575165" cy="254494"/>
          </a:xfrm>
          <a:prstGeom prst="rect">
            <a:avLst/>
          </a:prstGeom>
          <a:solidFill>
            <a:schemeClr val="bg1"/>
          </a:solidFill>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ja-JP" altLang="en-US" sz="1100" dirty="0"/>
              <a:t>山田</a:t>
            </a:r>
          </a:p>
        </p:txBody>
      </p:sp>
      <p:pic>
        <p:nvPicPr>
          <p:cNvPr id="17" name="Picture 2" descr="ふたが開いた段ボール箱のフリーイラスト素材">
            <a:extLst>
              <a:ext uri="{FF2B5EF4-FFF2-40B4-BE49-F238E27FC236}">
                <a16:creationId xmlns:a16="http://schemas.microsoft.com/office/drawing/2014/main" id="{5ACE1DCB-4254-40C8-BA33-E81DB922D72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80170" y="3938773"/>
            <a:ext cx="476536" cy="476536"/>
          </a:xfrm>
          <a:prstGeom prst="rect">
            <a:avLst/>
          </a:prstGeom>
          <a:noFill/>
          <a:extLst>
            <a:ext uri="{909E8E84-426E-40DD-AFC4-6F175D3DCCD1}">
              <a14:hiddenFill xmlns:a14="http://schemas.microsoft.com/office/drawing/2010/main">
                <a:solidFill>
                  <a:srgbClr val="FFFFFF"/>
                </a:solidFill>
              </a14:hiddenFill>
            </a:ext>
          </a:extLst>
        </p:spPr>
      </p:pic>
      <p:sp>
        <p:nvSpPr>
          <p:cNvPr id="18" name="テキスト プレースホルダー 4">
            <a:extLst>
              <a:ext uri="{FF2B5EF4-FFF2-40B4-BE49-F238E27FC236}">
                <a16:creationId xmlns:a16="http://schemas.microsoft.com/office/drawing/2014/main" id="{C1E82121-DC27-4095-A6CE-DEA6B9BAE2FE}"/>
              </a:ext>
            </a:extLst>
          </p:cNvPr>
          <p:cNvSpPr txBox="1">
            <a:spLocks/>
          </p:cNvSpPr>
          <p:nvPr/>
        </p:nvSpPr>
        <p:spPr>
          <a:xfrm>
            <a:off x="5856368" y="4203410"/>
            <a:ext cx="901156" cy="249815"/>
          </a:xfrm>
          <a:prstGeom prst="rect">
            <a:avLst/>
          </a:prstGeom>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en-US" altLang="ja-JP" dirty="0"/>
              <a:t>score</a:t>
            </a:r>
            <a:endParaRPr lang="ja-JP" altLang="en-US" dirty="0"/>
          </a:p>
        </p:txBody>
      </p:sp>
      <p:sp>
        <p:nvSpPr>
          <p:cNvPr id="19" name="テキスト プレースホルダー 4">
            <a:extLst>
              <a:ext uri="{FF2B5EF4-FFF2-40B4-BE49-F238E27FC236}">
                <a16:creationId xmlns:a16="http://schemas.microsoft.com/office/drawing/2014/main" id="{473E04CC-2278-4325-96EC-43B848B0CD39}"/>
              </a:ext>
            </a:extLst>
          </p:cNvPr>
          <p:cNvSpPr txBox="1">
            <a:spLocks/>
          </p:cNvSpPr>
          <p:nvPr/>
        </p:nvSpPr>
        <p:spPr>
          <a:xfrm>
            <a:off x="6491223" y="1285494"/>
            <a:ext cx="575165" cy="254494"/>
          </a:xfrm>
          <a:prstGeom prst="rect">
            <a:avLst/>
          </a:prstGeom>
          <a:solidFill>
            <a:schemeClr val="bg1"/>
          </a:solidFill>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ja-JP" altLang="en-US" sz="1100" dirty="0"/>
              <a:t>配列</a:t>
            </a:r>
            <a:endParaRPr lang="en-US" altLang="ja-JP" sz="1100" dirty="0"/>
          </a:p>
        </p:txBody>
      </p:sp>
      <p:sp>
        <p:nvSpPr>
          <p:cNvPr id="20" name="テキスト プレースホルダー 4">
            <a:extLst>
              <a:ext uri="{FF2B5EF4-FFF2-40B4-BE49-F238E27FC236}">
                <a16:creationId xmlns:a16="http://schemas.microsoft.com/office/drawing/2014/main" id="{5C996657-7965-45FE-8024-68568FD99BB0}"/>
              </a:ext>
            </a:extLst>
          </p:cNvPr>
          <p:cNvSpPr txBox="1">
            <a:spLocks/>
          </p:cNvSpPr>
          <p:nvPr/>
        </p:nvSpPr>
        <p:spPr>
          <a:xfrm>
            <a:off x="6019363" y="3880898"/>
            <a:ext cx="575165" cy="254494"/>
          </a:xfrm>
          <a:prstGeom prst="rect">
            <a:avLst/>
          </a:prstGeom>
          <a:solidFill>
            <a:schemeClr val="bg1"/>
          </a:solidFill>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en-US" altLang="ja-JP" sz="1100" dirty="0"/>
              <a:t>80</a:t>
            </a:r>
            <a:endParaRPr lang="ja-JP" altLang="en-US" sz="1100" dirty="0"/>
          </a:p>
        </p:txBody>
      </p:sp>
      <p:sp>
        <p:nvSpPr>
          <p:cNvPr id="21" name="五角形 20">
            <a:extLst>
              <a:ext uri="{FF2B5EF4-FFF2-40B4-BE49-F238E27FC236}">
                <a16:creationId xmlns:a16="http://schemas.microsoft.com/office/drawing/2014/main" id="{E835194F-2E56-4614-ABC6-E4F18B15016B}"/>
              </a:ext>
            </a:extLst>
          </p:cNvPr>
          <p:cNvSpPr/>
          <p:nvPr/>
        </p:nvSpPr>
        <p:spPr>
          <a:xfrm>
            <a:off x="7125687" y="3714237"/>
            <a:ext cx="1027134" cy="951978"/>
          </a:xfrm>
          <a:prstGeom prst="pentagon">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tx1"/>
              </a:solidFill>
            </a:endParaRPr>
          </a:p>
        </p:txBody>
      </p:sp>
      <p:pic>
        <p:nvPicPr>
          <p:cNvPr id="22" name="Picture 2" descr="ふたが開いた段ボール箱のフリーイラスト素材">
            <a:extLst>
              <a:ext uri="{FF2B5EF4-FFF2-40B4-BE49-F238E27FC236}">
                <a16:creationId xmlns:a16="http://schemas.microsoft.com/office/drawing/2014/main" id="{4B29FFEE-93E8-4874-8FCE-5DB4240EB9C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01267" y="3921863"/>
            <a:ext cx="476536" cy="476536"/>
          </a:xfrm>
          <a:prstGeom prst="rect">
            <a:avLst/>
          </a:prstGeom>
          <a:noFill/>
          <a:extLst>
            <a:ext uri="{909E8E84-426E-40DD-AFC4-6F175D3DCCD1}">
              <a14:hiddenFill xmlns:a14="http://schemas.microsoft.com/office/drawing/2010/main">
                <a:solidFill>
                  <a:srgbClr val="FFFFFF"/>
                </a:solidFill>
              </a14:hiddenFill>
            </a:ext>
          </a:extLst>
        </p:spPr>
      </p:pic>
      <p:sp>
        <p:nvSpPr>
          <p:cNvPr id="23" name="テキスト プレースホルダー 4">
            <a:extLst>
              <a:ext uri="{FF2B5EF4-FFF2-40B4-BE49-F238E27FC236}">
                <a16:creationId xmlns:a16="http://schemas.microsoft.com/office/drawing/2014/main" id="{9D3389C7-FF49-4C67-BA8A-5D0A55F98CAD}"/>
              </a:ext>
            </a:extLst>
          </p:cNvPr>
          <p:cNvSpPr txBox="1">
            <a:spLocks/>
          </p:cNvSpPr>
          <p:nvPr/>
        </p:nvSpPr>
        <p:spPr>
          <a:xfrm>
            <a:off x="6997834" y="4216878"/>
            <a:ext cx="813225" cy="254494"/>
          </a:xfrm>
          <a:prstGeom prst="rect">
            <a:avLst/>
          </a:prstGeom>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en-US" altLang="ja-JP" dirty="0"/>
              <a:t>name</a:t>
            </a:r>
            <a:endParaRPr lang="ja-JP" altLang="en-US" dirty="0"/>
          </a:p>
        </p:txBody>
      </p:sp>
      <p:sp>
        <p:nvSpPr>
          <p:cNvPr id="24" name="テキスト プレースホルダー 4">
            <a:extLst>
              <a:ext uri="{FF2B5EF4-FFF2-40B4-BE49-F238E27FC236}">
                <a16:creationId xmlns:a16="http://schemas.microsoft.com/office/drawing/2014/main" id="{D3CBCD8A-31D6-4BFD-B08F-83B2E4DF943F}"/>
              </a:ext>
            </a:extLst>
          </p:cNvPr>
          <p:cNvSpPr txBox="1">
            <a:spLocks/>
          </p:cNvSpPr>
          <p:nvPr/>
        </p:nvSpPr>
        <p:spPr>
          <a:xfrm>
            <a:off x="6995515" y="3881775"/>
            <a:ext cx="575165" cy="254494"/>
          </a:xfrm>
          <a:prstGeom prst="rect">
            <a:avLst/>
          </a:prstGeom>
          <a:solidFill>
            <a:schemeClr val="bg1"/>
          </a:solidFill>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ja-JP" altLang="en-US" sz="1100" dirty="0"/>
              <a:t>高橋</a:t>
            </a:r>
          </a:p>
        </p:txBody>
      </p:sp>
      <p:pic>
        <p:nvPicPr>
          <p:cNvPr id="25" name="Picture 2" descr="ふたが開いた段ボール箱のフリーイラスト素材">
            <a:extLst>
              <a:ext uri="{FF2B5EF4-FFF2-40B4-BE49-F238E27FC236}">
                <a16:creationId xmlns:a16="http://schemas.microsoft.com/office/drawing/2014/main" id="{0D5C27C4-B9D2-429E-B743-4AFAD738FE9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80887" y="3938773"/>
            <a:ext cx="476536" cy="476536"/>
          </a:xfrm>
          <a:prstGeom prst="rect">
            <a:avLst/>
          </a:prstGeom>
          <a:noFill/>
          <a:extLst>
            <a:ext uri="{909E8E84-426E-40DD-AFC4-6F175D3DCCD1}">
              <a14:hiddenFill xmlns:a14="http://schemas.microsoft.com/office/drawing/2010/main">
                <a:solidFill>
                  <a:srgbClr val="FFFFFF"/>
                </a:solidFill>
              </a14:hiddenFill>
            </a:ext>
          </a:extLst>
        </p:spPr>
      </p:pic>
      <p:sp>
        <p:nvSpPr>
          <p:cNvPr id="26" name="テキスト プレースホルダー 4">
            <a:extLst>
              <a:ext uri="{FF2B5EF4-FFF2-40B4-BE49-F238E27FC236}">
                <a16:creationId xmlns:a16="http://schemas.microsoft.com/office/drawing/2014/main" id="{646310D8-0A83-47DC-874C-BE57AFAA767F}"/>
              </a:ext>
            </a:extLst>
          </p:cNvPr>
          <p:cNvSpPr txBox="1">
            <a:spLocks/>
          </p:cNvSpPr>
          <p:nvPr/>
        </p:nvSpPr>
        <p:spPr>
          <a:xfrm>
            <a:off x="7457085" y="4203410"/>
            <a:ext cx="901156" cy="249815"/>
          </a:xfrm>
          <a:prstGeom prst="rect">
            <a:avLst/>
          </a:prstGeom>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en-US" altLang="ja-JP" dirty="0"/>
              <a:t>score</a:t>
            </a:r>
            <a:endParaRPr lang="ja-JP" altLang="en-US" dirty="0"/>
          </a:p>
        </p:txBody>
      </p:sp>
      <p:sp>
        <p:nvSpPr>
          <p:cNvPr id="27" name="テキスト プレースホルダー 4">
            <a:extLst>
              <a:ext uri="{FF2B5EF4-FFF2-40B4-BE49-F238E27FC236}">
                <a16:creationId xmlns:a16="http://schemas.microsoft.com/office/drawing/2014/main" id="{B8F6CA7C-A3DA-46B7-B0B3-8021C16A822A}"/>
              </a:ext>
            </a:extLst>
          </p:cNvPr>
          <p:cNvSpPr txBox="1">
            <a:spLocks/>
          </p:cNvSpPr>
          <p:nvPr/>
        </p:nvSpPr>
        <p:spPr>
          <a:xfrm>
            <a:off x="7620080" y="3880898"/>
            <a:ext cx="575165" cy="254494"/>
          </a:xfrm>
          <a:prstGeom prst="rect">
            <a:avLst/>
          </a:prstGeom>
          <a:solidFill>
            <a:schemeClr val="bg1"/>
          </a:solidFill>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en-US" altLang="ja-JP" sz="1100" dirty="0"/>
              <a:t>100</a:t>
            </a:r>
            <a:endParaRPr lang="ja-JP" altLang="en-US" sz="1100" dirty="0"/>
          </a:p>
        </p:txBody>
      </p:sp>
      <p:sp>
        <p:nvSpPr>
          <p:cNvPr id="28" name="テキスト プレースホルダー 7">
            <a:extLst>
              <a:ext uri="{FF2B5EF4-FFF2-40B4-BE49-F238E27FC236}">
                <a16:creationId xmlns:a16="http://schemas.microsoft.com/office/drawing/2014/main" id="{98746381-E93F-4302-A382-FDBD3A8A3A49}"/>
              </a:ext>
            </a:extLst>
          </p:cNvPr>
          <p:cNvSpPr txBox="1">
            <a:spLocks/>
          </p:cNvSpPr>
          <p:nvPr/>
        </p:nvSpPr>
        <p:spPr>
          <a:xfrm>
            <a:off x="5093912" y="1496175"/>
            <a:ext cx="1028466" cy="249816"/>
          </a:xfrm>
          <a:prstGeom prst="rect">
            <a:avLst/>
          </a:prstGeom>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ja-JP" altLang="en-US" dirty="0"/>
              <a:t>クラス</a:t>
            </a:r>
          </a:p>
        </p:txBody>
      </p:sp>
      <p:sp>
        <p:nvSpPr>
          <p:cNvPr id="29" name="テキスト プレースホルダー 7">
            <a:extLst>
              <a:ext uri="{FF2B5EF4-FFF2-40B4-BE49-F238E27FC236}">
                <a16:creationId xmlns:a16="http://schemas.microsoft.com/office/drawing/2014/main" id="{E6ED975A-A59D-4375-AC62-DA7C127A2200}"/>
              </a:ext>
            </a:extLst>
          </p:cNvPr>
          <p:cNvSpPr txBox="1">
            <a:spLocks/>
          </p:cNvSpPr>
          <p:nvPr/>
        </p:nvSpPr>
        <p:spPr>
          <a:xfrm>
            <a:off x="4596419" y="3559491"/>
            <a:ext cx="1422943" cy="249816"/>
          </a:xfrm>
          <a:prstGeom prst="rect">
            <a:avLst/>
          </a:prstGeom>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ja-JP" altLang="en-US" dirty="0"/>
              <a:t>インスタンス</a:t>
            </a:r>
          </a:p>
        </p:txBody>
      </p:sp>
      <p:sp>
        <p:nvSpPr>
          <p:cNvPr id="30" name="テキスト プレースホルダー 7">
            <a:extLst>
              <a:ext uri="{FF2B5EF4-FFF2-40B4-BE49-F238E27FC236}">
                <a16:creationId xmlns:a16="http://schemas.microsoft.com/office/drawing/2014/main" id="{BC4B37C3-34B2-4CA0-8686-2099595423A1}"/>
              </a:ext>
            </a:extLst>
          </p:cNvPr>
          <p:cNvSpPr txBox="1">
            <a:spLocks/>
          </p:cNvSpPr>
          <p:nvPr/>
        </p:nvSpPr>
        <p:spPr>
          <a:xfrm>
            <a:off x="6208795" y="3559491"/>
            <a:ext cx="1422943" cy="249816"/>
          </a:xfrm>
          <a:prstGeom prst="rect">
            <a:avLst/>
          </a:prstGeom>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ja-JP" altLang="en-US" dirty="0"/>
              <a:t>インスタンス</a:t>
            </a:r>
          </a:p>
        </p:txBody>
      </p:sp>
    </p:spTree>
    <p:extLst>
      <p:ext uri="{BB962C8B-B14F-4D97-AF65-F5344CB8AC3E}">
        <p14:creationId xmlns:p14="http://schemas.microsoft.com/office/powerpoint/2010/main" val="121993703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DE764CD8-0B12-484E-890C-8A5A26296D13}"/>
              </a:ext>
            </a:extLst>
          </p:cNvPr>
          <p:cNvSpPr>
            <a:spLocks noGrp="1"/>
          </p:cNvSpPr>
          <p:nvPr>
            <p:ph type="ftr" sz="quarter" idx="11"/>
          </p:nvPr>
        </p:nvSpPr>
        <p:spPr/>
        <p:txBody>
          <a:bodyPr/>
          <a:lstStyle/>
          <a:p>
            <a:r>
              <a:rPr kumimoji="1" lang="en-US" altLang="ja-JP"/>
              <a:t>copyright ©ITCollege All Rights Reserved</a:t>
            </a:r>
            <a:endParaRPr kumimoji="1" lang="ja-JP" altLang="en-US" dirty="0">
              <a:latin typeface="+mn-ea"/>
            </a:endParaRPr>
          </a:p>
        </p:txBody>
      </p:sp>
      <p:sp>
        <p:nvSpPr>
          <p:cNvPr id="7" name="タイトル 6">
            <a:extLst>
              <a:ext uri="{FF2B5EF4-FFF2-40B4-BE49-F238E27FC236}">
                <a16:creationId xmlns:a16="http://schemas.microsoft.com/office/drawing/2014/main" id="{9630AD22-E64D-4A96-B059-2AF9F6580C25}"/>
              </a:ext>
            </a:extLst>
          </p:cNvPr>
          <p:cNvSpPr>
            <a:spLocks noGrp="1"/>
          </p:cNvSpPr>
          <p:nvPr>
            <p:ph type="ctrTitle"/>
          </p:nvPr>
        </p:nvSpPr>
        <p:spPr/>
        <p:txBody>
          <a:bodyPr/>
          <a:lstStyle/>
          <a:p>
            <a:r>
              <a:rPr lang="ja-JP" altLang="en-US" dirty="0"/>
              <a:t>静的メンバ</a:t>
            </a:r>
          </a:p>
        </p:txBody>
      </p:sp>
      <p:sp>
        <p:nvSpPr>
          <p:cNvPr id="5" name="スライド番号プレースホルダー 4">
            <a:extLst>
              <a:ext uri="{FF2B5EF4-FFF2-40B4-BE49-F238E27FC236}">
                <a16:creationId xmlns:a16="http://schemas.microsoft.com/office/drawing/2014/main" id="{433B62C4-B6B9-4622-B802-69C25D6F2A49}"/>
              </a:ext>
            </a:extLst>
          </p:cNvPr>
          <p:cNvSpPr>
            <a:spLocks noGrp="1"/>
          </p:cNvSpPr>
          <p:nvPr>
            <p:ph type="sldNum" sz="quarter" idx="4"/>
          </p:nvPr>
        </p:nvSpPr>
        <p:spPr/>
        <p:txBody>
          <a:bodyPr/>
          <a:lstStyle/>
          <a:p>
            <a:fld id="{00000000-1234-1234-1234-123412341234}" type="slidenum">
              <a:rPr lang="en" smtClean="0"/>
              <a:pPr/>
              <a:t>36</a:t>
            </a:fld>
            <a:endParaRPr lang="en" dirty="0">
              <a:latin typeface="+mn-ea"/>
            </a:endParaRPr>
          </a:p>
        </p:txBody>
      </p:sp>
      <p:sp>
        <p:nvSpPr>
          <p:cNvPr id="8" name="テキスト プレースホルダー 7">
            <a:extLst>
              <a:ext uri="{FF2B5EF4-FFF2-40B4-BE49-F238E27FC236}">
                <a16:creationId xmlns:a16="http://schemas.microsoft.com/office/drawing/2014/main" id="{787CF02A-01AB-4517-BA3E-25572FA82648}"/>
              </a:ext>
            </a:extLst>
          </p:cNvPr>
          <p:cNvSpPr>
            <a:spLocks noGrp="1"/>
          </p:cNvSpPr>
          <p:nvPr>
            <p:ph type="body" sz="quarter" idx="14"/>
          </p:nvPr>
        </p:nvSpPr>
        <p:spPr>
          <a:xfrm>
            <a:off x="462875" y="859491"/>
            <a:ext cx="8216900" cy="3926518"/>
          </a:xfrm>
        </p:spPr>
        <p:txBody>
          <a:bodyPr/>
          <a:lstStyle/>
          <a:p>
            <a:pPr marL="96838" indent="0">
              <a:buNone/>
            </a:pPr>
            <a:r>
              <a:rPr lang="ja-JP" altLang="en-US" dirty="0"/>
              <a:t>さっそくテスト名を静的フィールドに変更してみましょう。静的フィールドにするには宣言時、データ型の前に</a:t>
            </a:r>
            <a:r>
              <a:rPr lang="en-US" altLang="ja-JP" b="1" dirty="0">
                <a:solidFill>
                  <a:srgbClr val="C00000"/>
                </a:solidFill>
              </a:rPr>
              <a:t>static</a:t>
            </a:r>
            <a:r>
              <a:rPr lang="ja-JP" altLang="en-US" dirty="0"/>
              <a:t>という修飾子をつけます。</a:t>
            </a:r>
          </a:p>
        </p:txBody>
      </p:sp>
      <p:sp>
        <p:nvSpPr>
          <p:cNvPr id="6" name="Google Shape;172;p19">
            <a:extLst>
              <a:ext uri="{FF2B5EF4-FFF2-40B4-BE49-F238E27FC236}">
                <a16:creationId xmlns:a16="http://schemas.microsoft.com/office/drawing/2014/main" id="{4C4FB530-3A76-4ED1-BF05-26A6270E1BE9}"/>
              </a:ext>
            </a:extLst>
          </p:cNvPr>
          <p:cNvSpPr/>
          <p:nvPr/>
        </p:nvSpPr>
        <p:spPr>
          <a:xfrm>
            <a:off x="759542" y="1387586"/>
            <a:ext cx="7990860" cy="3474490"/>
          </a:xfrm>
          <a:prstGeom prst="rect">
            <a:avLst/>
          </a:prstGeom>
          <a:solidFill>
            <a:schemeClr val="bg1"/>
          </a:solidFill>
          <a:ln w="12700" cap="flat" cmpd="sng">
            <a:no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r>
              <a:rPr lang="ja-JP" sz="1400" dirty="0">
                <a:solidFill>
                  <a:schemeClr val="dk1"/>
                </a:solidFill>
                <a:cs typeface="MS Gothic"/>
                <a:sym typeface="MS Gothic"/>
              </a:rPr>
              <a:t>public class </a:t>
            </a:r>
            <a:r>
              <a:rPr lang="en-US" altLang="ja-JP" sz="1400" dirty="0" err="1">
                <a:solidFill>
                  <a:schemeClr val="dk1"/>
                </a:solidFill>
                <a:cs typeface="MS Gothic"/>
                <a:sym typeface="MS Gothic"/>
              </a:rPr>
              <a:t>StudentTest</a:t>
            </a:r>
            <a:r>
              <a:rPr lang="ja-JP" sz="1400" dirty="0">
                <a:solidFill>
                  <a:schemeClr val="dk1"/>
                </a:solidFill>
                <a:cs typeface="MS Gothic"/>
                <a:sym typeface="MS Gothic"/>
              </a:rPr>
              <a:t> {</a:t>
            </a:r>
            <a:endParaRPr lang="en-US" altLang="ja-JP" sz="1400" dirty="0">
              <a:solidFill>
                <a:schemeClr val="dk1"/>
              </a:solidFill>
              <a:cs typeface="MS Gothic"/>
              <a:sym typeface="MS Gothic"/>
            </a:endParaRPr>
          </a:p>
          <a:p>
            <a:pPr marL="0" marR="0" lvl="0" indent="0" algn="l" rtl="0">
              <a:spcBef>
                <a:spcPts val="0"/>
              </a:spcBef>
              <a:spcAft>
                <a:spcPts val="0"/>
              </a:spcAft>
              <a:buNone/>
            </a:pPr>
            <a:r>
              <a:rPr lang="ja-JP" altLang="en-US" sz="1400" dirty="0">
                <a:solidFill>
                  <a:schemeClr val="dk1"/>
                </a:solidFill>
                <a:cs typeface="MS Gothic"/>
                <a:sym typeface="MS Gothic"/>
              </a:rPr>
              <a:t>    </a:t>
            </a:r>
            <a:r>
              <a:rPr lang="en-US" altLang="ja-JP" sz="1400" dirty="0">
                <a:solidFill>
                  <a:schemeClr val="dk1"/>
                </a:solidFill>
                <a:cs typeface="MS Gothic"/>
                <a:sym typeface="MS Gothic"/>
              </a:rPr>
              <a:t>String</a:t>
            </a:r>
            <a:r>
              <a:rPr lang="ja-JP" altLang="en-US" sz="1400" dirty="0">
                <a:solidFill>
                  <a:schemeClr val="dk1"/>
                </a:solidFill>
                <a:cs typeface="MS Gothic"/>
                <a:sym typeface="MS Gothic"/>
              </a:rPr>
              <a:t> </a:t>
            </a:r>
            <a:r>
              <a:rPr lang="en-US" altLang="ja-JP" sz="1400" dirty="0">
                <a:solidFill>
                  <a:schemeClr val="dk1"/>
                </a:solidFill>
                <a:cs typeface="MS Gothic"/>
                <a:sym typeface="MS Gothic"/>
              </a:rPr>
              <a:t>name;</a:t>
            </a:r>
            <a:r>
              <a:rPr lang="ja-JP" altLang="en-US" sz="1400" dirty="0">
                <a:solidFill>
                  <a:schemeClr val="dk1"/>
                </a:solidFill>
                <a:cs typeface="MS Gothic"/>
                <a:sym typeface="MS Gothic"/>
              </a:rPr>
              <a:t>             </a:t>
            </a:r>
            <a:r>
              <a:rPr lang="en-US" altLang="ja-JP" sz="1400" dirty="0">
                <a:solidFill>
                  <a:schemeClr val="dk1"/>
                </a:solidFill>
                <a:cs typeface="MS Gothic"/>
                <a:sym typeface="MS Gothic"/>
              </a:rPr>
              <a:t>//</a:t>
            </a:r>
            <a:r>
              <a:rPr lang="ja-JP" altLang="en-US" sz="1400" dirty="0">
                <a:solidFill>
                  <a:schemeClr val="dk1"/>
                </a:solidFill>
                <a:cs typeface="MS Gothic"/>
                <a:sym typeface="MS Gothic"/>
              </a:rPr>
              <a:t> 氏名</a:t>
            </a:r>
            <a:endParaRPr lang="en-US" altLang="ja-JP" sz="1400" dirty="0">
              <a:solidFill>
                <a:schemeClr val="dk1"/>
              </a:solidFill>
              <a:cs typeface="MS Gothic"/>
              <a:sym typeface="MS Gothic"/>
            </a:endParaRPr>
          </a:p>
          <a:p>
            <a:r>
              <a:rPr lang="ja-JP" altLang="en-US" sz="1400" dirty="0">
                <a:solidFill>
                  <a:schemeClr val="dk1"/>
                </a:solidFill>
                <a:cs typeface="MS Gothic"/>
                <a:sym typeface="MS Gothic"/>
              </a:rPr>
              <a:t>    </a:t>
            </a:r>
            <a:r>
              <a:rPr lang="en-US" altLang="ja-JP" sz="1400" b="1" dirty="0">
                <a:solidFill>
                  <a:srgbClr val="C00000"/>
                </a:solidFill>
                <a:cs typeface="MS Gothic"/>
                <a:sym typeface="MS Gothic"/>
              </a:rPr>
              <a:t>static</a:t>
            </a:r>
            <a:r>
              <a:rPr lang="en-US" altLang="ja-JP" sz="1400" dirty="0">
                <a:solidFill>
                  <a:schemeClr val="dk1"/>
                </a:solidFill>
                <a:cs typeface="MS Gothic"/>
                <a:sym typeface="MS Gothic"/>
              </a:rPr>
              <a:t> String</a:t>
            </a:r>
            <a:r>
              <a:rPr lang="ja-JP" altLang="en-US" sz="1400" dirty="0">
                <a:solidFill>
                  <a:schemeClr val="dk1"/>
                </a:solidFill>
                <a:cs typeface="MS Gothic"/>
                <a:sym typeface="MS Gothic"/>
              </a:rPr>
              <a:t> </a:t>
            </a:r>
            <a:r>
              <a:rPr lang="en-US" altLang="ja-JP" sz="1400" dirty="0" err="1">
                <a:solidFill>
                  <a:schemeClr val="dk1"/>
                </a:solidFill>
                <a:cs typeface="MS Gothic"/>
                <a:sym typeface="MS Gothic"/>
              </a:rPr>
              <a:t>testName</a:t>
            </a:r>
            <a:r>
              <a:rPr lang="en-US" altLang="ja-JP" sz="1400" dirty="0">
                <a:solidFill>
                  <a:schemeClr val="dk1"/>
                </a:solidFill>
                <a:cs typeface="MS Gothic"/>
                <a:sym typeface="MS Gothic"/>
              </a:rPr>
              <a:t>;</a:t>
            </a:r>
            <a:r>
              <a:rPr lang="ja-JP" altLang="en-US" sz="1400" dirty="0">
                <a:solidFill>
                  <a:schemeClr val="dk1"/>
                </a:solidFill>
                <a:cs typeface="MS Gothic"/>
                <a:sym typeface="MS Gothic"/>
              </a:rPr>
              <a:t>  </a:t>
            </a:r>
            <a:r>
              <a:rPr lang="en-US" altLang="ja-JP" sz="1400" dirty="0">
                <a:solidFill>
                  <a:schemeClr val="dk1"/>
                </a:solidFill>
                <a:cs typeface="MS Gothic"/>
                <a:sym typeface="MS Gothic"/>
              </a:rPr>
              <a:t>//</a:t>
            </a:r>
            <a:r>
              <a:rPr lang="ja-JP" altLang="en-US" sz="1400" dirty="0">
                <a:solidFill>
                  <a:schemeClr val="dk1"/>
                </a:solidFill>
                <a:cs typeface="MS Gothic"/>
                <a:sym typeface="MS Gothic"/>
              </a:rPr>
              <a:t> テスト名</a:t>
            </a:r>
            <a:endParaRPr lang="en-US" altLang="ja-JP" sz="1400" dirty="0">
              <a:solidFill>
                <a:schemeClr val="dk1"/>
              </a:solidFill>
              <a:cs typeface="MS Gothic"/>
              <a:sym typeface="MS Gothic"/>
            </a:endParaRPr>
          </a:p>
          <a:p>
            <a:r>
              <a:rPr lang="ja-JP" altLang="en-US" sz="1400" dirty="0">
                <a:solidFill>
                  <a:schemeClr val="dk1"/>
                </a:solidFill>
                <a:cs typeface="MS Gothic"/>
                <a:sym typeface="MS Gothic"/>
              </a:rPr>
              <a:t>    </a:t>
            </a:r>
            <a:r>
              <a:rPr lang="en-US" altLang="ja-JP" sz="1400" dirty="0">
                <a:solidFill>
                  <a:schemeClr val="dk1"/>
                </a:solidFill>
                <a:cs typeface="MS Gothic"/>
                <a:sym typeface="MS Gothic"/>
              </a:rPr>
              <a:t>int</a:t>
            </a:r>
            <a:r>
              <a:rPr lang="ja-JP" altLang="en-US" sz="1400" dirty="0">
                <a:solidFill>
                  <a:schemeClr val="dk1"/>
                </a:solidFill>
                <a:cs typeface="MS Gothic"/>
                <a:sym typeface="MS Gothic"/>
              </a:rPr>
              <a:t> </a:t>
            </a:r>
            <a:r>
              <a:rPr lang="en-US" altLang="ja-JP" sz="1400" dirty="0">
                <a:solidFill>
                  <a:schemeClr val="dk1"/>
                </a:solidFill>
                <a:cs typeface="MS Gothic"/>
                <a:sym typeface="MS Gothic"/>
              </a:rPr>
              <a:t>score;</a:t>
            </a:r>
            <a:r>
              <a:rPr lang="ja-JP" altLang="en-US" sz="1400" dirty="0">
                <a:solidFill>
                  <a:schemeClr val="dk1"/>
                </a:solidFill>
                <a:cs typeface="MS Gothic"/>
                <a:sym typeface="MS Gothic"/>
              </a:rPr>
              <a:t>               </a:t>
            </a:r>
            <a:r>
              <a:rPr lang="en-US" altLang="ja-JP" sz="1400" dirty="0">
                <a:solidFill>
                  <a:schemeClr val="dk1"/>
                </a:solidFill>
                <a:cs typeface="MS Gothic"/>
                <a:sym typeface="MS Gothic"/>
              </a:rPr>
              <a:t>//</a:t>
            </a:r>
            <a:r>
              <a:rPr lang="ja-JP" altLang="en-US" sz="1400" dirty="0">
                <a:solidFill>
                  <a:schemeClr val="dk1"/>
                </a:solidFill>
                <a:cs typeface="MS Gothic"/>
                <a:sym typeface="MS Gothic"/>
              </a:rPr>
              <a:t> 得点</a:t>
            </a:r>
            <a:endParaRPr lang="en-US" altLang="ja-JP" sz="1400" dirty="0">
              <a:solidFill>
                <a:schemeClr val="dk1"/>
              </a:solidFill>
              <a:cs typeface="MS Gothic"/>
              <a:sym typeface="MS Gothic"/>
            </a:endParaRPr>
          </a:p>
          <a:p>
            <a:r>
              <a:rPr lang="en-US" altLang="ja-JP" sz="1400" dirty="0">
                <a:solidFill>
                  <a:schemeClr val="dk1"/>
                </a:solidFill>
                <a:cs typeface="MS Gothic"/>
                <a:sym typeface="MS Gothic"/>
              </a:rPr>
              <a:t>    // </a:t>
            </a:r>
            <a:r>
              <a:rPr lang="ja-JP" altLang="en-US" sz="1400" dirty="0">
                <a:solidFill>
                  <a:schemeClr val="dk1"/>
                </a:solidFill>
                <a:cs typeface="MS Gothic"/>
                <a:sym typeface="MS Gothic"/>
              </a:rPr>
              <a:t>テストの点を報告するメソッド</a:t>
            </a:r>
          </a:p>
          <a:p>
            <a:r>
              <a:rPr lang="ja-JP" altLang="en-US" sz="1400" dirty="0">
                <a:solidFill>
                  <a:schemeClr val="dk1"/>
                </a:solidFill>
                <a:cs typeface="MS Gothic"/>
                <a:sym typeface="MS Gothic"/>
              </a:rPr>
              <a:t>    </a:t>
            </a:r>
            <a:r>
              <a:rPr lang="en-US" altLang="ja-JP" sz="1400" dirty="0">
                <a:solidFill>
                  <a:schemeClr val="dk1"/>
                </a:solidFill>
                <a:cs typeface="MS Gothic"/>
                <a:sym typeface="MS Gothic"/>
              </a:rPr>
              <a:t>void</a:t>
            </a:r>
            <a:r>
              <a:rPr lang="ja-JP" altLang="en-US" sz="1400" dirty="0">
                <a:solidFill>
                  <a:schemeClr val="dk1"/>
                </a:solidFill>
                <a:cs typeface="MS Gothic"/>
                <a:sym typeface="MS Gothic"/>
              </a:rPr>
              <a:t> </a:t>
            </a:r>
            <a:r>
              <a:rPr lang="en-US" altLang="ja-JP" sz="1400" dirty="0">
                <a:solidFill>
                  <a:schemeClr val="dk1"/>
                </a:solidFill>
                <a:cs typeface="MS Gothic"/>
                <a:sym typeface="MS Gothic"/>
              </a:rPr>
              <a:t>report()</a:t>
            </a:r>
            <a:r>
              <a:rPr lang="ja-JP" altLang="en-US" sz="1400" dirty="0">
                <a:solidFill>
                  <a:schemeClr val="dk1"/>
                </a:solidFill>
                <a:cs typeface="MS Gothic"/>
                <a:sym typeface="MS Gothic"/>
              </a:rPr>
              <a:t> </a:t>
            </a:r>
            <a:r>
              <a:rPr lang="en-US" altLang="ja-JP" sz="1400" dirty="0">
                <a:solidFill>
                  <a:schemeClr val="dk1"/>
                </a:solidFill>
                <a:cs typeface="MS Gothic"/>
                <a:sym typeface="MS Gothic"/>
              </a:rPr>
              <a:t>{</a:t>
            </a:r>
          </a:p>
          <a:p>
            <a:r>
              <a:rPr lang="en-US" altLang="ja-JP" sz="1400" dirty="0">
                <a:solidFill>
                  <a:schemeClr val="dk1"/>
                </a:solidFill>
                <a:cs typeface="MS Gothic"/>
                <a:sym typeface="MS Gothic"/>
              </a:rPr>
              <a:t>        </a:t>
            </a:r>
            <a:r>
              <a:rPr lang="en-US" altLang="ja-JP" sz="1400" dirty="0" err="1">
                <a:solidFill>
                  <a:schemeClr val="dk1"/>
                </a:solidFill>
                <a:cs typeface="MS Gothic"/>
                <a:sym typeface="MS Gothic"/>
              </a:rPr>
              <a:t>System.out.print</a:t>
            </a:r>
            <a:r>
              <a:rPr lang="en-US" altLang="ja-JP" sz="1400" dirty="0">
                <a:solidFill>
                  <a:schemeClr val="dk1"/>
                </a:solidFill>
                <a:cs typeface="MS Gothic"/>
                <a:sym typeface="MS Gothic"/>
              </a:rPr>
              <a:t>(this.name + "</a:t>
            </a:r>
            <a:r>
              <a:rPr lang="ja-JP" altLang="en-US" sz="1400" dirty="0">
                <a:solidFill>
                  <a:schemeClr val="dk1"/>
                </a:solidFill>
                <a:cs typeface="MS Gothic"/>
                <a:sym typeface="MS Gothic"/>
              </a:rPr>
              <a:t>は今日の</a:t>
            </a:r>
            <a:r>
              <a:rPr lang="en-US" altLang="ja-JP" sz="1400" dirty="0">
                <a:solidFill>
                  <a:schemeClr val="dk1"/>
                </a:solidFill>
                <a:cs typeface="MS Gothic"/>
                <a:sym typeface="MS Gothic"/>
              </a:rPr>
              <a:t>" + </a:t>
            </a:r>
            <a:r>
              <a:rPr lang="en-US" altLang="ja-JP" sz="1400" dirty="0" err="1">
                <a:solidFill>
                  <a:schemeClr val="dk1"/>
                </a:solidFill>
                <a:cs typeface="MS Gothic"/>
                <a:sym typeface="MS Gothic"/>
              </a:rPr>
              <a:t>this.testName</a:t>
            </a:r>
            <a:r>
              <a:rPr lang="en-US" altLang="ja-JP" sz="1400" dirty="0">
                <a:solidFill>
                  <a:schemeClr val="dk1"/>
                </a:solidFill>
                <a:cs typeface="MS Gothic"/>
                <a:sym typeface="MS Gothic"/>
              </a:rPr>
              <a:t> + "</a:t>
            </a:r>
            <a:r>
              <a:rPr lang="ja-JP" altLang="en-US" sz="1400" dirty="0">
                <a:solidFill>
                  <a:schemeClr val="dk1"/>
                </a:solidFill>
                <a:cs typeface="MS Gothic"/>
                <a:sym typeface="MS Gothic"/>
              </a:rPr>
              <a:t>のテストで</a:t>
            </a:r>
            <a:r>
              <a:rPr lang="en-US" altLang="ja-JP" sz="1400" dirty="0">
                <a:solidFill>
                  <a:schemeClr val="dk1"/>
                </a:solidFill>
                <a:cs typeface="MS Gothic"/>
                <a:sym typeface="MS Gothic"/>
              </a:rPr>
              <a:t>");</a:t>
            </a:r>
          </a:p>
          <a:p>
            <a:r>
              <a:rPr lang="ja-JP" altLang="en-US" sz="1400" dirty="0">
                <a:solidFill>
                  <a:schemeClr val="dk1"/>
                </a:solidFill>
                <a:cs typeface="MS Gothic"/>
                <a:sym typeface="MS Gothic"/>
              </a:rPr>
              <a:t>      </a:t>
            </a:r>
            <a:r>
              <a:rPr lang="en-US" altLang="ja-JP" sz="1400" dirty="0">
                <a:solidFill>
                  <a:schemeClr val="dk1"/>
                </a:solidFill>
                <a:cs typeface="MS Gothic"/>
                <a:sym typeface="MS Gothic"/>
              </a:rPr>
              <a:t>  </a:t>
            </a:r>
            <a:r>
              <a:rPr lang="en-US" altLang="ja-JP" sz="1400" dirty="0" err="1">
                <a:solidFill>
                  <a:schemeClr val="dk1"/>
                </a:solidFill>
                <a:cs typeface="MS Gothic"/>
                <a:sym typeface="MS Gothic"/>
              </a:rPr>
              <a:t>System.out.println</a:t>
            </a:r>
            <a:r>
              <a:rPr lang="en-US" altLang="ja-JP" sz="1400" dirty="0">
                <a:solidFill>
                  <a:schemeClr val="dk1"/>
                </a:solidFill>
                <a:cs typeface="MS Gothic"/>
                <a:sym typeface="MS Gothic"/>
              </a:rPr>
              <a:t>(</a:t>
            </a:r>
            <a:r>
              <a:rPr lang="en-US" altLang="ja-JP" sz="1400" dirty="0" err="1">
                <a:solidFill>
                  <a:schemeClr val="dk1"/>
                </a:solidFill>
                <a:cs typeface="MS Gothic"/>
                <a:sym typeface="MS Gothic"/>
              </a:rPr>
              <a:t>this.score</a:t>
            </a:r>
            <a:r>
              <a:rPr lang="en-US" altLang="ja-JP" sz="1400" dirty="0">
                <a:solidFill>
                  <a:schemeClr val="dk1"/>
                </a:solidFill>
                <a:cs typeface="MS Gothic"/>
                <a:sym typeface="MS Gothic"/>
              </a:rPr>
              <a:t> + "</a:t>
            </a:r>
            <a:r>
              <a:rPr lang="ja-JP" altLang="en-US" sz="1400" dirty="0">
                <a:solidFill>
                  <a:schemeClr val="dk1"/>
                </a:solidFill>
                <a:cs typeface="MS Gothic"/>
                <a:sym typeface="MS Gothic"/>
              </a:rPr>
              <a:t>点を取りました</a:t>
            </a:r>
            <a:r>
              <a:rPr lang="en-US" altLang="ja-JP" sz="1400" dirty="0">
                <a:solidFill>
                  <a:schemeClr val="dk1"/>
                </a:solidFill>
                <a:cs typeface="MS Gothic"/>
                <a:sym typeface="MS Gothic"/>
              </a:rPr>
              <a:t>");</a:t>
            </a:r>
            <a:endParaRPr lang="ja-JP" altLang="en-US" sz="1400" dirty="0">
              <a:solidFill>
                <a:schemeClr val="dk1"/>
              </a:solidFill>
              <a:cs typeface="MS Gothic"/>
              <a:sym typeface="MS Gothic"/>
            </a:endParaRPr>
          </a:p>
          <a:p>
            <a:r>
              <a:rPr lang="en-US" altLang="ja-JP" sz="1400" dirty="0">
                <a:solidFill>
                  <a:schemeClr val="dk1"/>
                </a:solidFill>
                <a:cs typeface="MS Gothic"/>
                <a:sym typeface="MS Gothic"/>
              </a:rPr>
              <a:t>    }</a:t>
            </a:r>
          </a:p>
          <a:p>
            <a:r>
              <a:rPr lang="en-US" altLang="ja-JP" sz="1400" dirty="0">
                <a:solidFill>
                  <a:schemeClr val="dk1"/>
                </a:solidFill>
                <a:cs typeface="MS Gothic"/>
                <a:sym typeface="MS Gothic"/>
              </a:rPr>
              <a:t>    // </a:t>
            </a:r>
            <a:r>
              <a:rPr lang="ja-JP" altLang="en-US" sz="1400" dirty="0">
                <a:solidFill>
                  <a:schemeClr val="dk1"/>
                </a:solidFill>
                <a:cs typeface="MS Gothic"/>
                <a:sym typeface="MS Gothic"/>
              </a:rPr>
              <a:t>コンストラクタ</a:t>
            </a:r>
          </a:p>
          <a:p>
            <a:r>
              <a:rPr lang="ja-JP" altLang="en-US" sz="1400" dirty="0">
                <a:solidFill>
                  <a:schemeClr val="dk1"/>
                </a:solidFill>
                <a:cs typeface="MS Gothic"/>
                <a:sym typeface="MS Gothic"/>
              </a:rPr>
              <a:t>    </a:t>
            </a:r>
            <a:r>
              <a:rPr lang="en-US" altLang="ja-JP" sz="1400" dirty="0" err="1">
                <a:solidFill>
                  <a:schemeClr val="dk1"/>
                </a:solidFill>
                <a:cs typeface="MS Gothic"/>
                <a:sym typeface="MS Gothic"/>
              </a:rPr>
              <a:t>StudentTest</a:t>
            </a:r>
            <a:r>
              <a:rPr lang="en-US" altLang="ja-JP" sz="1400" dirty="0">
                <a:solidFill>
                  <a:schemeClr val="dk1"/>
                </a:solidFill>
                <a:cs typeface="MS Gothic"/>
                <a:sym typeface="MS Gothic"/>
              </a:rPr>
              <a:t>(String</a:t>
            </a:r>
            <a:r>
              <a:rPr lang="ja-JP" altLang="en-US" sz="1400" dirty="0">
                <a:solidFill>
                  <a:schemeClr val="dk1"/>
                </a:solidFill>
                <a:cs typeface="MS Gothic"/>
                <a:sym typeface="MS Gothic"/>
              </a:rPr>
              <a:t> </a:t>
            </a:r>
            <a:r>
              <a:rPr lang="en-US" altLang="ja-JP" sz="1400" dirty="0">
                <a:solidFill>
                  <a:schemeClr val="dk1"/>
                </a:solidFill>
                <a:cs typeface="MS Gothic"/>
                <a:sym typeface="MS Gothic"/>
              </a:rPr>
              <a:t>name, String</a:t>
            </a:r>
            <a:r>
              <a:rPr lang="ja-JP" altLang="en-US" sz="1400" dirty="0">
                <a:solidFill>
                  <a:schemeClr val="dk1"/>
                </a:solidFill>
                <a:cs typeface="MS Gothic"/>
                <a:sym typeface="MS Gothic"/>
              </a:rPr>
              <a:t> </a:t>
            </a:r>
            <a:r>
              <a:rPr lang="en-US" altLang="ja-JP" sz="1400" dirty="0" err="1">
                <a:solidFill>
                  <a:schemeClr val="dk1"/>
                </a:solidFill>
                <a:cs typeface="MS Gothic"/>
                <a:sym typeface="MS Gothic"/>
              </a:rPr>
              <a:t>testName</a:t>
            </a:r>
            <a:r>
              <a:rPr lang="en-US" altLang="ja-JP" sz="1400" dirty="0">
                <a:solidFill>
                  <a:schemeClr val="dk1"/>
                </a:solidFill>
                <a:cs typeface="MS Gothic"/>
                <a:sym typeface="MS Gothic"/>
              </a:rPr>
              <a:t>, int</a:t>
            </a:r>
            <a:r>
              <a:rPr lang="ja-JP" altLang="en-US" sz="1400" dirty="0">
                <a:solidFill>
                  <a:schemeClr val="dk1"/>
                </a:solidFill>
                <a:cs typeface="MS Gothic"/>
                <a:sym typeface="MS Gothic"/>
              </a:rPr>
              <a:t> </a:t>
            </a:r>
            <a:r>
              <a:rPr lang="en-US" altLang="ja-JP" sz="1400" dirty="0">
                <a:solidFill>
                  <a:schemeClr val="dk1"/>
                </a:solidFill>
                <a:cs typeface="MS Gothic"/>
                <a:sym typeface="MS Gothic"/>
              </a:rPr>
              <a:t>score)</a:t>
            </a:r>
            <a:r>
              <a:rPr lang="ja-JP" altLang="en-US" sz="1400" dirty="0">
                <a:solidFill>
                  <a:schemeClr val="dk1"/>
                </a:solidFill>
                <a:cs typeface="MS Gothic"/>
                <a:sym typeface="MS Gothic"/>
              </a:rPr>
              <a:t> </a:t>
            </a:r>
            <a:r>
              <a:rPr lang="en-US" altLang="ja-JP" sz="1400" dirty="0">
                <a:solidFill>
                  <a:schemeClr val="dk1"/>
                </a:solidFill>
                <a:cs typeface="MS Gothic"/>
                <a:sym typeface="MS Gothic"/>
              </a:rPr>
              <a:t>{</a:t>
            </a:r>
          </a:p>
          <a:p>
            <a:r>
              <a:rPr lang="en-US" altLang="ja-JP" sz="1400" dirty="0">
                <a:solidFill>
                  <a:schemeClr val="dk1"/>
                </a:solidFill>
                <a:cs typeface="MS Gothic"/>
                <a:sym typeface="MS Gothic"/>
              </a:rPr>
              <a:t>        this.name = name;</a:t>
            </a:r>
          </a:p>
          <a:p>
            <a:r>
              <a:rPr lang="en-US" altLang="ja-JP" sz="1400" dirty="0">
                <a:solidFill>
                  <a:schemeClr val="dk1"/>
                </a:solidFill>
                <a:cs typeface="MS Gothic"/>
                <a:sym typeface="MS Gothic"/>
              </a:rPr>
              <a:t>        </a:t>
            </a:r>
            <a:r>
              <a:rPr lang="en-US" altLang="ja-JP" sz="1400" dirty="0" err="1">
                <a:solidFill>
                  <a:schemeClr val="dk1"/>
                </a:solidFill>
                <a:cs typeface="MS Gothic"/>
                <a:sym typeface="MS Gothic"/>
              </a:rPr>
              <a:t>this.testName</a:t>
            </a:r>
            <a:r>
              <a:rPr lang="en-US" altLang="ja-JP" sz="1400" dirty="0">
                <a:solidFill>
                  <a:schemeClr val="dk1"/>
                </a:solidFill>
                <a:cs typeface="MS Gothic"/>
                <a:sym typeface="MS Gothic"/>
              </a:rPr>
              <a:t> = </a:t>
            </a:r>
            <a:r>
              <a:rPr lang="en-US" altLang="ja-JP" sz="1400" dirty="0" err="1">
                <a:solidFill>
                  <a:schemeClr val="dk1"/>
                </a:solidFill>
                <a:cs typeface="MS Gothic"/>
                <a:sym typeface="MS Gothic"/>
              </a:rPr>
              <a:t>testName</a:t>
            </a:r>
            <a:r>
              <a:rPr lang="en-US" altLang="ja-JP" sz="1400" dirty="0">
                <a:solidFill>
                  <a:schemeClr val="dk1"/>
                </a:solidFill>
                <a:cs typeface="MS Gothic"/>
                <a:sym typeface="MS Gothic"/>
              </a:rPr>
              <a:t>;</a:t>
            </a:r>
          </a:p>
          <a:p>
            <a:r>
              <a:rPr lang="en-US" altLang="ja-JP" sz="1400" dirty="0">
                <a:solidFill>
                  <a:schemeClr val="dk1"/>
                </a:solidFill>
                <a:cs typeface="MS Gothic"/>
                <a:sym typeface="MS Gothic"/>
              </a:rPr>
              <a:t>        </a:t>
            </a:r>
            <a:r>
              <a:rPr lang="en-US" altLang="ja-JP" sz="1400" dirty="0" err="1">
                <a:solidFill>
                  <a:schemeClr val="dk1"/>
                </a:solidFill>
                <a:cs typeface="MS Gothic"/>
                <a:sym typeface="MS Gothic"/>
              </a:rPr>
              <a:t>this.score</a:t>
            </a:r>
            <a:r>
              <a:rPr lang="en-US" altLang="ja-JP" sz="1400" dirty="0">
                <a:solidFill>
                  <a:schemeClr val="dk1"/>
                </a:solidFill>
                <a:cs typeface="MS Gothic"/>
                <a:sym typeface="MS Gothic"/>
              </a:rPr>
              <a:t> = score;</a:t>
            </a:r>
            <a:endParaRPr lang="ja-JP" altLang="en-US" sz="1400" dirty="0">
              <a:solidFill>
                <a:schemeClr val="dk1"/>
              </a:solidFill>
              <a:cs typeface="MS Gothic"/>
              <a:sym typeface="MS Gothic"/>
            </a:endParaRPr>
          </a:p>
          <a:p>
            <a:r>
              <a:rPr lang="en-US" altLang="ja-JP" sz="1400" dirty="0">
                <a:solidFill>
                  <a:schemeClr val="dk1"/>
                </a:solidFill>
                <a:cs typeface="MS Gothic"/>
                <a:sym typeface="MS Gothic"/>
              </a:rPr>
              <a:t>    }</a:t>
            </a:r>
            <a:endParaRPr lang="ja-JP" altLang="en-US" sz="1400" dirty="0">
              <a:solidFill>
                <a:schemeClr val="dk1"/>
              </a:solidFill>
              <a:cs typeface="MS Gothic"/>
              <a:sym typeface="MS Gothic"/>
            </a:endParaRPr>
          </a:p>
          <a:p>
            <a:r>
              <a:rPr lang="ja-JP" sz="1400" dirty="0">
                <a:solidFill>
                  <a:schemeClr val="dk1"/>
                </a:solidFill>
                <a:cs typeface="MS Gothic"/>
                <a:sym typeface="MS Gothic"/>
              </a:rPr>
              <a:t>}</a:t>
            </a:r>
            <a:endParaRPr sz="1400" dirty="0">
              <a:solidFill>
                <a:schemeClr val="dk1"/>
              </a:solidFill>
              <a:cs typeface="MS Gothic"/>
              <a:sym typeface="MS Gothic"/>
            </a:endParaRPr>
          </a:p>
        </p:txBody>
      </p:sp>
      <p:sp>
        <p:nvSpPr>
          <p:cNvPr id="9" name="吹き出し: 角を丸めた四角形 8">
            <a:extLst>
              <a:ext uri="{FF2B5EF4-FFF2-40B4-BE49-F238E27FC236}">
                <a16:creationId xmlns:a16="http://schemas.microsoft.com/office/drawing/2014/main" id="{9B4DADAF-0592-4C84-BF32-FABD52417229}"/>
              </a:ext>
            </a:extLst>
          </p:cNvPr>
          <p:cNvSpPr/>
          <p:nvPr/>
        </p:nvSpPr>
        <p:spPr>
          <a:xfrm>
            <a:off x="5147497" y="1483502"/>
            <a:ext cx="3472162" cy="730784"/>
          </a:xfrm>
          <a:prstGeom prst="wedgeRoundRectCallout">
            <a:avLst>
              <a:gd name="adj1" fmla="val -38035"/>
              <a:gd name="adj2" fmla="val 121392"/>
              <a:gd name="adj3" fmla="val 16667"/>
            </a:avLst>
          </a:prstGeom>
          <a:solidFill>
            <a:schemeClr val="bg1"/>
          </a:solid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100" dirty="0" err="1">
                <a:solidFill>
                  <a:schemeClr val="tx1"/>
                </a:solidFill>
              </a:rPr>
              <a:t>testName</a:t>
            </a:r>
            <a:r>
              <a:rPr kumimoji="1" lang="ja-JP" altLang="en-US" sz="1100" dirty="0">
                <a:solidFill>
                  <a:schemeClr val="tx1"/>
                </a:solidFill>
              </a:rPr>
              <a:t>を静的フィールドにするとコンパイル時に</a:t>
            </a:r>
            <a:r>
              <a:rPr kumimoji="1" lang="en-US" altLang="ja-JP" sz="1100" dirty="0" err="1">
                <a:solidFill>
                  <a:schemeClr val="tx1"/>
                </a:solidFill>
              </a:rPr>
              <a:t>this.testName</a:t>
            </a:r>
            <a:r>
              <a:rPr kumimoji="1" lang="ja-JP" altLang="en-US" sz="1100" dirty="0">
                <a:solidFill>
                  <a:schemeClr val="tx1"/>
                </a:solidFill>
              </a:rPr>
              <a:t>の部分で警告が出ますが今は気にしないことにします。</a:t>
            </a:r>
            <a:endParaRPr kumimoji="1" lang="en-US" altLang="ja-JP" sz="1100" dirty="0">
              <a:solidFill>
                <a:schemeClr val="tx1"/>
              </a:solidFill>
            </a:endParaRPr>
          </a:p>
        </p:txBody>
      </p:sp>
    </p:spTree>
    <p:extLst>
      <p:ext uri="{BB962C8B-B14F-4D97-AF65-F5344CB8AC3E}">
        <p14:creationId xmlns:p14="http://schemas.microsoft.com/office/powerpoint/2010/main" val="52511281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DE764CD8-0B12-484E-890C-8A5A26296D13}"/>
              </a:ext>
            </a:extLst>
          </p:cNvPr>
          <p:cNvSpPr>
            <a:spLocks noGrp="1"/>
          </p:cNvSpPr>
          <p:nvPr>
            <p:ph type="ftr" sz="quarter" idx="11"/>
          </p:nvPr>
        </p:nvSpPr>
        <p:spPr/>
        <p:txBody>
          <a:bodyPr/>
          <a:lstStyle/>
          <a:p>
            <a:r>
              <a:rPr kumimoji="1" lang="en-US" altLang="ja-JP"/>
              <a:t>copyright ©ITCollege All Rights Reserved</a:t>
            </a:r>
            <a:endParaRPr kumimoji="1" lang="ja-JP" altLang="en-US" dirty="0">
              <a:latin typeface="+mn-ea"/>
            </a:endParaRPr>
          </a:p>
        </p:txBody>
      </p:sp>
      <p:sp>
        <p:nvSpPr>
          <p:cNvPr id="7" name="タイトル 6">
            <a:extLst>
              <a:ext uri="{FF2B5EF4-FFF2-40B4-BE49-F238E27FC236}">
                <a16:creationId xmlns:a16="http://schemas.microsoft.com/office/drawing/2014/main" id="{9630AD22-E64D-4A96-B059-2AF9F6580C25}"/>
              </a:ext>
            </a:extLst>
          </p:cNvPr>
          <p:cNvSpPr>
            <a:spLocks noGrp="1"/>
          </p:cNvSpPr>
          <p:nvPr>
            <p:ph type="ctrTitle"/>
          </p:nvPr>
        </p:nvSpPr>
        <p:spPr/>
        <p:txBody>
          <a:bodyPr/>
          <a:lstStyle/>
          <a:p>
            <a:r>
              <a:rPr lang="ja-JP" altLang="en-US" dirty="0"/>
              <a:t>静的メンバ</a:t>
            </a:r>
          </a:p>
        </p:txBody>
      </p:sp>
      <p:sp>
        <p:nvSpPr>
          <p:cNvPr id="5" name="スライド番号プレースホルダー 4">
            <a:extLst>
              <a:ext uri="{FF2B5EF4-FFF2-40B4-BE49-F238E27FC236}">
                <a16:creationId xmlns:a16="http://schemas.microsoft.com/office/drawing/2014/main" id="{433B62C4-B6B9-4622-B802-69C25D6F2A49}"/>
              </a:ext>
            </a:extLst>
          </p:cNvPr>
          <p:cNvSpPr>
            <a:spLocks noGrp="1"/>
          </p:cNvSpPr>
          <p:nvPr>
            <p:ph type="sldNum" sz="quarter" idx="4"/>
          </p:nvPr>
        </p:nvSpPr>
        <p:spPr/>
        <p:txBody>
          <a:bodyPr/>
          <a:lstStyle/>
          <a:p>
            <a:fld id="{00000000-1234-1234-1234-123412341234}" type="slidenum">
              <a:rPr lang="en" smtClean="0"/>
              <a:pPr/>
              <a:t>37</a:t>
            </a:fld>
            <a:endParaRPr lang="en" dirty="0">
              <a:latin typeface="+mn-ea"/>
            </a:endParaRPr>
          </a:p>
        </p:txBody>
      </p:sp>
      <p:sp>
        <p:nvSpPr>
          <p:cNvPr id="8" name="テキスト プレースホルダー 7">
            <a:extLst>
              <a:ext uri="{FF2B5EF4-FFF2-40B4-BE49-F238E27FC236}">
                <a16:creationId xmlns:a16="http://schemas.microsoft.com/office/drawing/2014/main" id="{787CF02A-01AB-4517-BA3E-25572FA82648}"/>
              </a:ext>
            </a:extLst>
          </p:cNvPr>
          <p:cNvSpPr>
            <a:spLocks noGrp="1"/>
          </p:cNvSpPr>
          <p:nvPr>
            <p:ph type="body" sz="quarter" idx="14"/>
          </p:nvPr>
        </p:nvSpPr>
        <p:spPr>
          <a:xfrm>
            <a:off x="462875" y="859491"/>
            <a:ext cx="8216900" cy="393812"/>
          </a:xfrm>
        </p:spPr>
        <p:txBody>
          <a:bodyPr/>
          <a:lstStyle/>
          <a:p>
            <a:pPr marL="96838" indent="0">
              <a:buNone/>
            </a:pPr>
            <a:r>
              <a:rPr lang="en-US" altLang="ja-JP" dirty="0" err="1"/>
              <a:t>StudentTest</a:t>
            </a:r>
            <a:r>
              <a:rPr lang="ja-JP" altLang="en-US" dirty="0"/>
              <a:t>クラスを保存・コンパイルし直してから</a:t>
            </a:r>
            <a:r>
              <a:rPr lang="en-US" altLang="ja-JP" sz="1400" dirty="0" err="1">
                <a:solidFill>
                  <a:schemeClr val="dk1"/>
                </a:solidFill>
                <a:cs typeface="MS Gothic"/>
                <a:sym typeface="MS Gothic"/>
              </a:rPr>
              <a:t>DoStudentTest</a:t>
            </a:r>
            <a:r>
              <a:rPr lang="ja-JP" altLang="en-US" sz="1400" dirty="0">
                <a:solidFill>
                  <a:schemeClr val="dk1"/>
                </a:solidFill>
                <a:cs typeface="MS Gothic"/>
                <a:sym typeface="MS Gothic"/>
              </a:rPr>
              <a:t>クラスを実行するとこのように表示されます。</a:t>
            </a:r>
            <a:endParaRPr lang="ja-JP" altLang="en-US" dirty="0"/>
          </a:p>
        </p:txBody>
      </p:sp>
      <p:sp>
        <p:nvSpPr>
          <p:cNvPr id="6" name="Google Shape;172;p19">
            <a:extLst>
              <a:ext uri="{FF2B5EF4-FFF2-40B4-BE49-F238E27FC236}">
                <a16:creationId xmlns:a16="http://schemas.microsoft.com/office/drawing/2014/main" id="{BFAAD6CA-B4F9-4148-85CC-35A9F0ABB5DC}"/>
              </a:ext>
            </a:extLst>
          </p:cNvPr>
          <p:cNvSpPr/>
          <p:nvPr/>
        </p:nvSpPr>
        <p:spPr>
          <a:xfrm>
            <a:off x="759542" y="1321246"/>
            <a:ext cx="7990860" cy="541192"/>
          </a:xfrm>
          <a:prstGeom prst="rect">
            <a:avLst/>
          </a:prstGeom>
          <a:solidFill>
            <a:schemeClr val="bg1"/>
          </a:solidFill>
          <a:ln w="12700" cap="flat" cmpd="sng">
            <a:no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r>
              <a:rPr lang="ja-JP" altLang="en-US" sz="1400" dirty="0">
                <a:solidFill>
                  <a:schemeClr val="dk1"/>
                </a:solidFill>
                <a:cs typeface="MS Gothic"/>
                <a:sym typeface="MS Gothic"/>
              </a:rPr>
              <a:t>山田は今日のメソッドのテストで</a:t>
            </a:r>
            <a:r>
              <a:rPr lang="en-US" altLang="ja-JP" sz="1400" dirty="0">
                <a:solidFill>
                  <a:schemeClr val="dk1"/>
                </a:solidFill>
                <a:cs typeface="MS Gothic"/>
                <a:sym typeface="MS Gothic"/>
              </a:rPr>
              <a:t>80</a:t>
            </a:r>
            <a:r>
              <a:rPr lang="ja-JP" altLang="en-US" sz="1400" dirty="0">
                <a:solidFill>
                  <a:schemeClr val="dk1"/>
                </a:solidFill>
                <a:cs typeface="MS Gothic"/>
                <a:sym typeface="MS Gothic"/>
              </a:rPr>
              <a:t>点を取りました</a:t>
            </a:r>
          </a:p>
          <a:p>
            <a:pPr marL="0" marR="0" lvl="0" indent="0" algn="l" rtl="0">
              <a:spcBef>
                <a:spcPts val="0"/>
              </a:spcBef>
              <a:spcAft>
                <a:spcPts val="0"/>
              </a:spcAft>
              <a:buNone/>
            </a:pPr>
            <a:r>
              <a:rPr lang="ja-JP" altLang="en-US" sz="1400" dirty="0">
                <a:solidFill>
                  <a:schemeClr val="dk1"/>
                </a:solidFill>
                <a:cs typeface="MS Gothic"/>
                <a:sym typeface="MS Gothic"/>
              </a:rPr>
              <a:t>高橋は今日のメソッドのテストで</a:t>
            </a:r>
            <a:r>
              <a:rPr lang="en-US" altLang="ja-JP" sz="1400" dirty="0">
                <a:solidFill>
                  <a:schemeClr val="dk1"/>
                </a:solidFill>
                <a:cs typeface="MS Gothic"/>
                <a:sym typeface="MS Gothic"/>
              </a:rPr>
              <a:t>100</a:t>
            </a:r>
            <a:r>
              <a:rPr lang="ja-JP" altLang="en-US" sz="1400" dirty="0">
                <a:solidFill>
                  <a:schemeClr val="dk1"/>
                </a:solidFill>
                <a:cs typeface="MS Gothic"/>
                <a:sym typeface="MS Gothic"/>
              </a:rPr>
              <a:t>点を取りました</a:t>
            </a:r>
            <a:endParaRPr sz="1400" dirty="0">
              <a:solidFill>
                <a:schemeClr val="dk1"/>
              </a:solidFill>
              <a:cs typeface="MS Gothic"/>
              <a:sym typeface="MS Gothic"/>
            </a:endParaRPr>
          </a:p>
        </p:txBody>
      </p:sp>
      <p:sp>
        <p:nvSpPr>
          <p:cNvPr id="9" name="テキスト プレースホルダー 7">
            <a:extLst>
              <a:ext uri="{FF2B5EF4-FFF2-40B4-BE49-F238E27FC236}">
                <a16:creationId xmlns:a16="http://schemas.microsoft.com/office/drawing/2014/main" id="{38E3DB85-CFC8-4AE0-970A-4DB86DB5B8B1}"/>
              </a:ext>
            </a:extLst>
          </p:cNvPr>
          <p:cNvSpPr txBox="1">
            <a:spLocks/>
          </p:cNvSpPr>
          <p:nvPr/>
        </p:nvSpPr>
        <p:spPr>
          <a:xfrm>
            <a:off x="462875" y="1913622"/>
            <a:ext cx="8216900" cy="477885"/>
          </a:xfrm>
          <a:prstGeom prst="rect">
            <a:avLst/>
          </a:prstGeom>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ja-JP" altLang="en-US" dirty="0"/>
              <a:t>インスタンス作成時に違うテスト名を指定したのにどちらもメソッドと表示されるようになりました。また、静的フィールドを使うと</a:t>
            </a:r>
            <a:r>
              <a:rPr lang="ja-JP" altLang="en-US" b="1" dirty="0">
                <a:solidFill>
                  <a:srgbClr val="C00000"/>
                </a:solidFill>
              </a:rPr>
              <a:t>一見奇妙に見える</a:t>
            </a:r>
            <a:r>
              <a:rPr lang="ja-JP" altLang="en-US" dirty="0"/>
              <a:t>下の事象も納得いただけると思います。</a:t>
            </a:r>
          </a:p>
        </p:txBody>
      </p:sp>
      <p:sp>
        <p:nvSpPr>
          <p:cNvPr id="11" name="Google Shape;172;p19">
            <a:extLst>
              <a:ext uri="{FF2B5EF4-FFF2-40B4-BE49-F238E27FC236}">
                <a16:creationId xmlns:a16="http://schemas.microsoft.com/office/drawing/2014/main" id="{A4E65BFF-C2E3-4BAE-8DF4-05DB945F9FAD}"/>
              </a:ext>
            </a:extLst>
          </p:cNvPr>
          <p:cNvSpPr/>
          <p:nvPr/>
        </p:nvSpPr>
        <p:spPr>
          <a:xfrm>
            <a:off x="759542" y="2391508"/>
            <a:ext cx="7990860" cy="739988"/>
          </a:xfrm>
          <a:prstGeom prst="rect">
            <a:avLst/>
          </a:prstGeom>
          <a:solidFill>
            <a:schemeClr val="bg1"/>
          </a:solidFill>
          <a:ln w="12700" cap="flat" cmpd="sng">
            <a:no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r>
              <a:rPr lang="en-US" sz="1400" b="1" dirty="0" err="1">
                <a:solidFill>
                  <a:srgbClr val="C00000"/>
                </a:solidFill>
                <a:cs typeface="MS Gothic"/>
                <a:sym typeface="MS Gothic"/>
              </a:rPr>
              <a:t>studentY</a:t>
            </a:r>
            <a:r>
              <a:rPr lang="en-US" sz="1400" dirty="0" err="1">
                <a:solidFill>
                  <a:schemeClr val="dk1"/>
                </a:solidFill>
                <a:cs typeface="MS Gothic"/>
                <a:sym typeface="MS Gothic"/>
              </a:rPr>
              <a:t>.testName</a:t>
            </a:r>
            <a:r>
              <a:rPr lang="en-US" sz="1400" dirty="0">
                <a:solidFill>
                  <a:schemeClr val="dk1"/>
                </a:solidFill>
                <a:cs typeface="MS Gothic"/>
                <a:sym typeface="MS Gothic"/>
              </a:rPr>
              <a:t> = "</a:t>
            </a:r>
            <a:r>
              <a:rPr lang="ja-JP" altLang="en-US" sz="1400" dirty="0">
                <a:solidFill>
                  <a:schemeClr val="dk1"/>
                </a:solidFill>
                <a:cs typeface="MS Gothic"/>
                <a:sym typeface="MS Gothic"/>
              </a:rPr>
              <a:t>変数</a:t>
            </a:r>
            <a:r>
              <a:rPr lang="en-US" sz="1400" dirty="0">
                <a:solidFill>
                  <a:schemeClr val="dk1"/>
                </a:solidFill>
                <a:cs typeface="MS Gothic"/>
                <a:sym typeface="MS Gothic"/>
              </a:rPr>
              <a:t>";</a:t>
            </a:r>
            <a:br>
              <a:rPr lang="ja-JP" altLang="en-US" sz="1400" dirty="0">
                <a:solidFill>
                  <a:schemeClr val="dk1"/>
                </a:solidFill>
                <a:cs typeface="MS Gothic"/>
                <a:sym typeface="MS Gothic"/>
              </a:rPr>
            </a:br>
            <a:r>
              <a:rPr lang="en-US" altLang="ja-JP" sz="1400" b="1" dirty="0" err="1">
                <a:solidFill>
                  <a:schemeClr val="accent6">
                    <a:lumMod val="75000"/>
                  </a:schemeClr>
                </a:solidFill>
                <a:cs typeface="MS Gothic"/>
                <a:sym typeface="MS Gothic"/>
              </a:rPr>
              <a:t>studentT</a:t>
            </a:r>
            <a:r>
              <a:rPr lang="en-US" altLang="ja-JP" sz="1400" dirty="0" err="1">
                <a:solidFill>
                  <a:schemeClr val="dk1"/>
                </a:solidFill>
                <a:cs typeface="MS Gothic"/>
                <a:sym typeface="MS Gothic"/>
              </a:rPr>
              <a:t>.testName</a:t>
            </a:r>
            <a:r>
              <a:rPr lang="en-US" altLang="ja-JP" sz="1400" dirty="0">
                <a:solidFill>
                  <a:schemeClr val="dk1"/>
                </a:solidFill>
                <a:cs typeface="MS Gothic"/>
                <a:sym typeface="MS Gothic"/>
              </a:rPr>
              <a:t> = "</a:t>
            </a:r>
            <a:r>
              <a:rPr lang="ja-JP" altLang="en-US" sz="1400" dirty="0">
                <a:solidFill>
                  <a:schemeClr val="dk1"/>
                </a:solidFill>
                <a:cs typeface="MS Gothic"/>
                <a:sym typeface="MS Gothic"/>
              </a:rPr>
              <a:t>演算子</a:t>
            </a:r>
            <a:r>
              <a:rPr lang="en-US" altLang="ja-JP" sz="1400" dirty="0">
                <a:solidFill>
                  <a:schemeClr val="dk1"/>
                </a:solidFill>
                <a:cs typeface="MS Gothic"/>
                <a:sym typeface="MS Gothic"/>
              </a:rPr>
              <a:t>";</a:t>
            </a:r>
            <a:endParaRPr lang="ja-JP" altLang="en-US" sz="1400" dirty="0">
              <a:solidFill>
                <a:schemeClr val="dk1"/>
              </a:solidFill>
              <a:cs typeface="MS Gothic"/>
              <a:sym typeface="MS Gothic"/>
            </a:endParaRPr>
          </a:p>
          <a:p>
            <a:pPr marL="0" marR="0" lvl="0" indent="0" algn="l" rtl="0">
              <a:spcBef>
                <a:spcPts val="0"/>
              </a:spcBef>
              <a:spcAft>
                <a:spcPts val="0"/>
              </a:spcAft>
              <a:buNone/>
            </a:pPr>
            <a:r>
              <a:rPr lang="en-US" sz="1400" dirty="0" err="1">
                <a:solidFill>
                  <a:schemeClr val="dk1"/>
                </a:solidFill>
                <a:cs typeface="MS Gothic"/>
                <a:sym typeface="MS Gothic"/>
              </a:rPr>
              <a:t>System.out.println</a:t>
            </a:r>
            <a:r>
              <a:rPr lang="en-US" sz="1400" dirty="0">
                <a:solidFill>
                  <a:schemeClr val="dk1"/>
                </a:solidFill>
                <a:cs typeface="MS Gothic"/>
                <a:sym typeface="MS Gothic"/>
              </a:rPr>
              <a:t>("</a:t>
            </a:r>
            <a:r>
              <a:rPr lang="en-US" altLang="ja-JP" sz="1400" dirty="0" err="1">
                <a:solidFill>
                  <a:schemeClr val="dk1"/>
                </a:solidFill>
                <a:cs typeface="MS Gothic"/>
                <a:sym typeface="MS Gothic"/>
              </a:rPr>
              <a:t>studentY.testName</a:t>
            </a:r>
            <a:r>
              <a:rPr lang="ja-JP" altLang="en-US" sz="1400" dirty="0">
                <a:solidFill>
                  <a:schemeClr val="dk1"/>
                </a:solidFill>
                <a:cs typeface="MS Gothic"/>
                <a:sym typeface="MS Gothic"/>
              </a:rPr>
              <a:t>は</a:t>
            </a:r>
            <a:r>
              <a:rPr lang="en-US" altLang="ja-JP" sz="1400" dirty="0">
                <a:solidFill>
                  <a:schemeClr val="dk1"/>
                </a:solidFill>
                <a:cs typeface="MS Gothic"/>
                <a:sym typeface="MS Gothic"/>
              </a:rPr>
              <a:t>" + </a:t>
            </a:r>
            <a:r>
              <a:rPr lang="en-US" altLang="ja-JP" sz="1400" b="1" dirty="0" err="1">
                <a:solidFill>
                  <a:srgbClr val="C00000"/>
                </a:solidFill>
                <a:cs typeface="MS Gothic"/>
                <a:sym typeface="MS Gothic"/>
              </a:rPr>
              <a:t>studentY</a:t>
            </a:r>
            <a:r>
              <a:rPr lang="en-US" altLang="ja-JP" sz="1400" dirty="0" err="1">
                <a:solidFill>
                  <a:schemeClr val="dk1"/>
                </a:solidFill>
                <a:cs typeface="MS Gothic"/>
                <a:sym typeface="MS Gothic"/>
              </a:rPr>
              <a:t>.testName</a:t>
            </a:r>
            <a:r>
              <a:rPr lang="en-US" altLang="ja-JP" sz="1400" dirty="0">
                <a:solidFill>
                  <a:schemeClr val="dk1"/>
                </a:solidFill>
                <a:cs typeface="MS Gothic"/>
                <a:sym typeface="MS Gothic"/>
              </a:rPr>
              <a:t>);</a:t>
            </a:r>
            <a:endParaRPr sz="1400" dirty="0">
              <a:solidFill>
                <a:schemeClr val="dk1"/>
              </a:solidFill>
              <a:cs typeface="MS Gothic"/>
              <a:sym typeface="MS Gothic"/>
            </a:endParaRPr>
          </a:p>
        </p:txBody>
      </p:sp>
      <p:sp>
        <p:nvSpPr>
          <p:cNvPr id="12" name="吹き出し: 角を丸めた四角形 11">
            <a:extLst>
              <a:ext uri="{FF2B5EF4-FFF2-40B4-BE49-F238E27FC236}">
                <a16:creationId xmlns:a16="http://schemas.microsoft.com/office/drawing/2014/main" id="{84F7BCF3-CBA2-47D0-BE75-5A196B45B6D1}"/>
              </a:ext>
            </a:extLst>
          </p:cNvPr>
          <p:cNvSpPr/>
          <p:nvPr/>
        </p:nvSpPr>
        <p:spPr>
          <a:xfrm>
            <a:off x="6618209" y="2391507"/>
            <a:ext cx="2096879" cy="456832"/>
          </a:xfrm>
          <a:prstGeom prst="wedgeRoundRectCallout">
            <a:avLst>
              <a:gd name="adj1" fmla="val -59686"/>
              <a:gd name="adj2" fmla="val 84999"/>
              <a:gd name="adj3" fmla="val 16667"/>
            </a:avLst>
          </a:prstGeom>
          <a:solidFill>
            <a:schemeClr val="bg1"/>
          </a:solid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sz="1100" dirty="0" err="1">
                <a:solidFill>
                  <a:schemeClr val="dk1"/>
                </a:solidFill>
                <a:cs typeface="MS Gothic"/>
                <a:sym typeface="MS Gothic"/>
              </a:rPr>
              <a:t>studentY.testName</a:t>
            </a:r>
            <a:r>
              <a:rPr lang="ja-JP" altLang="en-US" sz="1100" dirty="0">
                <a:solidFill>
                  <a:schemeClr val="dk1"/>
                </a:solidFill>
                <a:cs typeface="MS Gothic"/>
                <a:sym typeface="MS Gothic"/>
              </a:rPr>
              <a:t>は演算子</a:t>
            </a:r>
          </a:p>
          <a:p>
            <a:r>
              <a:rPr kumimoji="1" lang="ja-JP" altLang="en-US" sz="1100" dirty="0">
                <a:solidFill>
                  <a:schemeClr val="dk1"/>
                </a:solidFill>
                <a:sym typeface="MS Gothic"/>
              </a:rPr>
              <a:t>と表示されます。</a:t>
            </a:r>
            <a:endParaRPr kumimoji="1" lang="en-US" altLang="ja-JP" sz="1100" dirty="0">
              <a:solidFill>
                <a:schemeClr val="tx1"/>
              </a:solidFill>
            </a:endParaRPr>
          </a:p>
        </p:txBody>
      </p:sp>
      <p:sp>
        <p:nvSpPr>
          <p:cNvPr id="14" name="テキスト プレースホルダー 7">
            <a:extLst>
              <a:ext uri="{FF2B5EF4-FFF2-40B4-BE49-F238E27FC236}">
                <a16:creationId xmlns:a16="http://schemas.microsoft.com/office/drawing/2014/main" id="{F9E59D8A-A161-45B7-8C56-137DF21E8E4D}"/>
              </a:ext>
            </a:extLst>
          </p:cNvPr>
          <p:cNvSpPr txBox="1">
            <a:spLocks/>
          </p:cNvSpPr>
          <p:nvPr/>
        </p:nvSpPr>
        <p:spPr>
          <a:xfrm>
            <a:off x="462875" y="3182681"/>
            <a:ext cx="8216900" cy="1632306"/>
          </a:xfrm>
          <a:prstGeom prst="rect">
            <a:avLst/>
          </a:prstGeom>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ja-JP" altLang="en-US" dirty="0"/>
              <a:t>これはとてもわかりにくいですよね。そのため、</a:t>
            </a:r>
          </a:p>
          <a:p>
            <a:pPr marL="96838" indent="0">
              <a:buFont typeface="Arial" panose="020B0604020202020204" pitchFamily="34" charset="0"/>
              <a:buNone/>
            </a:pPr>
            <a:r>
              <a:rPr lang="ja-JP" altLang="en-US" dirty="0"/>
              <a:t>　　　変数名</a:t>
            </a:r>
            <a:r>
              <a:rPr lang="en-US" altLang="ja-JP" dirty="0"/>
              <a:t>.</a:t>
            </a:r>
            <a:r>
              <a:rPr lang="ja-JP" altLang="en-US" dirty="0"/>
              <a:t>フィールド名</a:t>
            </a:r>
          </a:p>
          <a:p>
            <a:pPr marL="96838" indent="0">
              <a:buFont typeface="Arial" panose="020B0604020202020204" pitchFamily="34" charset="0"/>
              <a:buNone/>
            </a:pPr>
            <a:r>
              <a:rPr lang="ja-JP" altLang="en-US" dirty="0"/>
              <a:t>と書いても使えますが、静的フィールドはクラスの中に箱があるイメージでしたので</a:t>
            </a:r>
          </a:p>
          <a:p>
            <a:pPr marL="96838" indent="0">
              <a:buFont typeface="Arial" panose="020B0604020202020204" pitchFamily="34" charset="0"/>
              <a:buNone/>
            </a:pPr>
            <a:r>
              <a:rPr lang="ja-JP" altLang="en-US" dirty="0"/>
              <a:t>　　　</a:t>
            </a:r>
            <a:r>
              <a:rPr lang="ja-JP" altLang="en-US" b="1" dirty="0">
                <a:solidFill>
                  <a:srgbClr val="C00000"/>
                </a:solidFill>
              </a:rPr>
              <a:t>クラス名</a:t>
            </a:r>
            <a:r>
              <a:rPr lang="en-US" altLang="ja-JP" dirty="0"/>
              <a:t>.</a:t>
            </a:r>
            <a:r>
              <a:rPr lang="ja-JP" altLang="en-US" dirty="0"/>
              <a:t>フィールド名</a:t>
            </a:r>
          </a:p>
          <a:p>
            <a:pPr marL="96838" indent="0">
              <a:buFont typeface="Arial" panose="020B0604020202020204" pitchFamily="34" charset="0"/>
              <a:buNone/>
            </a:pPr>
            <a:r>
              <a:rPr lang="ja-JP" altLang="en-US" dirty="0"/>
              <a:t>と書くこともできます。</a:t>
            </a:r>
            <a:r>
              <a:rPr lang="ja-JP" altLang="en-US" b="1" dirty="0">
                <a:solidFill>
                  <a:srgbClr val="C00000"/>
                </a:solidFill>
              </a:rPr>
              <a:t>クラス名の書き方が推奨されています</a:t>
            </a:r>
            <a:r>
              <a:rPr lang="ja-JP" altLang="en-US" dirty="0"/>
              <a:t>のでこちらを使うようにしましょう。</a:t>
            </a:r>
            <a:br>
              <a:rPr lang="en-US" altLang="ja-JP" dirty="0"/>
            </a:br>
            <a:r>
              <a:rPr lang="ja-JP" altLang="en-US" dirty="0"/>
              <a:t>そのため、静的フィールドは</a:t>
            </a:r>
            <a:r>
              <a:rPr lang="ja-JP" altLang="en-US" b="1" dirty="0">
                <a:solidFill>
                  <a:srgbClr val="C00000"/>
                </a:solidFill>
              </a:rPr>
              <a:t>クラスフィールド</a:t>
            </a:r>
            <a:r>
              <a:rPr lang="ja-JP" altLang="en-US" dirty="0"/>
              <a:t>とも呼ばれます。</a:t>
            </a:r>
          </a:p>
        </p:txBody>
      </p:sp>
    </p:spTree>
    <p:extLst>
      <p:ext uri="{BB962C8B-B14F-4D97-AF65-F5344CB8AC3E}">
        <p14:creationId xmlns:p14="http://schemas.microsoft.com/office/powerpoint/2010/main" val="171003835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DE764CD8-0B12-484E-890C-8A5A26296D13}"/>
              </a:ext>
            </a:extLst>
          </p:cNvPr>
          <p:cNvSpPr>
            <a:spLocks noGrp="1"/>
          </p:cNvSpPr>
          <p:nvPr>
            <p:ph type="ftr" sz="quarter" idx="11"/>
          </p:nvPr>
        </p:nvSpPr>
        <p:spPr/>
        <p:txBody>
          <a:bodyPr/>
          <a:lstStyle/>
          <a:p>
            <a:r>
              <a:rPr kumimoji="1" lang="en-US" altLang="ja-JP"/>
              <a:t>copyright ©ITCollege All Rights Reserved</a:t>
            </a:r>
            <a:endParaRPr kumimoji="1" lang="ja-JP" altLang="en-US" dirty="0">
              <a:latin typeface="+mn-ea"/>
            </a:endParaRPr>
          </a:p>
        </p:txBody>
      </p:sp>
      <p:sp>
        <p:nvSpPr>
          <p:cNvPr id="7" name="タイトル 6">
            <a:extLst>
              <a:ext uri="{FF2B5EF4-FFF2-40B4-BE49-F238E27FC236}">
                <a16:creationId xmlns:a16="http://schemas.microsoft.com/office/drawing/2014/main" id="{9630AD22-E64D-4A96-B059-2AF9F6580C25}"/>
              </a:ext>
            </a:extLst>
          </p:cNvPr>
          <p:cNvSpPr>
            <a:spLocks noGrp="1"/>
          </p:cNvSpPr>
          <p:nvPr>
            <p:ph type="ctrTitle"/>
          </p:nvPr>
        </p:nvSpPr>
        <p:spPr/>
        <p:txBody>
          <a:bodyPr/>
          <a:lstStyle/>
          <a:p>
            <a:r>
              <a:rPr lang="ja-JP" altLang="en-US" dirty="0"/>
              <a:t>静的メンバ</a:t>
            </a:r>
          </a:p>
        </p:txBody>
      </p:sp>
      <p:sp>
        <p:nvSpPr>
          <p:cNvPr id="5" name="スライド番号プレースホルダー 4">
            <a:extLst>
              <a:ext uri="{FF2B5EF4-FFF2-40B4-BE49-F238E27FC236}">
                <a16:creationId xmlns:a16="http://schemas.microsoft.com/office/drawing/2014/main" id="{433B62C4-B6B9-4622-B802-69C25D6F2A49}"/>
              </a:ext>
            </a:extLst>
          </p:cNvPr>
          <p:cNvSpPr>
            <a:spLocks noGrp="1"/>
          </p:cNvSpPr>
          <p:nvPr>
            <p:ph type="sldNum" sz="quarter" idx="4"/>
          </p:nvPr>
        </p:nvSpPr>
        <p:spPr/>
        <p:txBody>
          <a:bodyPr/>
          <a:lstStyle/>
          <a:p>
            <a:fld id="{00000000-1234-1234-1234-123412341234}" type="slidenum">
              <a:rPr lang="en" smtClean="0"/>
              <a:pPr/>
              <a:t>38</a:t>
            </a:fld>
            <a:endParaRPr lang="en" dirty="0">
              <a:latin typeface="+mn-ea"/>
            </a:endParaRPr>
          </a:p>
        </p:txBody>
      </p:sp>
      <p:sp>
        <p:nvSpPr>
          <p:cNvPr id="8" name="テキスト プレースホルダー 7">
            <a:extLst>
              <a:ext uri="{FF2B5EF4-FFF2-40B4-BE49-F238E27FC236}">
                <a16:creationId xmlns:a16="http://schemas.microsoft.com/office/drawing/2014/main" id="{787CF02A-01AB-4517-BA3E-25572FA82648}"/>
              </a:ext>
            </a:extLst>
          </p:cNvPr>
          <p:cNvSpPr>
            <a:spLocks noGrp="1"/>
          </p:cNvSpPr>
          <p:nvPr>
            <p:ph type="body" sz="quarter" idx="14"/>
          </p:nvPr>
        </p:nvSpPr>
        <p:spPr>
          <a:xfrm>
            <a:off x="462875" y="859491"/>
            <a:ext cx="8216900" cy="3923524"/>
          </a:xfrm>
        </p:spPr>
        <p:txBody>
          <a:bodyPr/>
          <a:lstStyle/>
          <a:p>
            <a:pPr marL="96838" indent="0">
              <a:buNone/>
            </a:pPr>
            <a:r>
              <a:rPr lang="ja-JP" altLang="en-US" dirty="0"/>
              <a:t>静的フィールドはインスタンスの数に関わりなく</a:t>
            </a:r>
            <a:r>
              <a:rPr lang="en-US" altLang="ja-JP" dirty="0"/>
              <a:t>1</a:t>
            </a:r>
            <a:r>
              <a:rPr lang="ja-JP" altLang="en-US" dirty="0"/>
              <a:t>個だけ存在する箱でした。そのため、クラス名を使えば</a:t>
            </a:r>
            <a:r>
              <a:rPr lang="ja-JP" altLang="en-US" b="1" dirty="0">
                <a:solidFill>
                  <a:srgbClr val="C00000"/>
                </a:solidFill>
              </a:rPr>
              <a:t>インスタンスを作成しなくても</a:t>
            </a:r>
            <a:r>
              <a:rPr lang="en-US" altLang="ja-JP" dirty="0"/>
              <a:t>(</a:t>
            </a:r>
            <a:r>
              <a:rPr lang="ja-JP" altLang="en-US" dirty="0"/>
              <a:t>インスタンスの数がゼロでも</a:t>
            </a:r>
            <a:r>
              <a:rPr lang="en-US" altLang="ja-JP" dirty="0"/>
              <a:t>)</a:t>
            </a:r>
            <a:r>
              <a:rPr lang="ja-JP" altLang="en-US" b="1" dirty="0">
                <a:solidFill>
                  <a:srgbClr val="C00000"/>
                </a:solidFill>
              </a:rPr>
              <a:t>使うことができます</a:t>
            </a:r>
            <a:r>
              <a:rPr lang="ja-JP" altLang="en-US" dirty="0"/>
              <a:t>。</a:t>
            </a:r>
          </a:p>
        </p:txBody>
      </p:sp>
      <p:sp>
        <p:nvSpPr>
          <p:cNvPr id="6" name="Google Shape;172;p19">
            <a:extLst>
              <a:ext uri="{FF2B5EF4-FFF2-40B4-BE49-F238E27FC236}">
                <a16:creationId xmlns:a16="http://schemas.microsoft.com/office/drawing/2014/main" id="{C822FD6D-CCC4-4B7E-A4B8-0C5E06A35BD6}"/>
              </a:ext>
            </a:extLst>
          </p:cNvPr>
          <p:cNvSpPr/>
          <p:nvPr/>
        </p:nvSpPr>
        <p:spPr>
          <a:xfrm>
            <a:off x="733966" y="1353615"/>
            <a:ext cx="7990860" cy="1984265"/>
          </a:xfrm>
          <a:prstGeom prst="rect">
            <a:avLst/>
          </a:prstGeom>
          <a:solidFill>
            <a:schemeClr val="bg1"/>
          </a:solidFill>
          <a:ln w="12700" cap="flat" cmpd="sng">
            <a:no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r>
              <a:rPr lang="ja-JP" sz="1400" dirty="0">
                <a:solidFill>
                  <a:schemeClr val="dk1"/>
                </a:solidFill>
                <a:cs typeface="MS Gothic"/>
                <a:sym typeface="MS Gothic"/>
              </a:rPr>
              <a:t>public class </a:t>
            </a:r>
            <a:r>
              <a:rPr lang="en-US" altLang="ja-JP" sz="1400" dirty="0" err="1">
                <a:solidFill>
                  <a:schemeClr val="dk1"/>
                </a:solidFill>
                <a:cs typeface="MS Gothic"/>
                <a:sym typeface="MS Gothic"/>
              </a:rPr>
              <a:t>StaticSample</a:t>
            </a:r>
            <a:r>
              <a:rPr lang="ja-JP" sz="1400" dirty="0">
                <a:solidFill>
                  <a:schemeClr val="dk1"/>
                </a:solidFill>
                <a:cs typeface="MS Gothic"/>
                <a:sym typeface="MS Gothic"/>
              </a:rPr>
              <a:t>{</a:t>
            </a:r>
            <a:endParaRPr lang="en-US" altLang="ja-JP" sz="1400" dirty="0">
              <a:solidFill>
                <a:schemeClr val="dk1"/>
              </a:solidFill>
              <a:cs typeface="MS Gothic"/>
              <a:sym typeface="MS Gothic"/>
            </a:endParaRPr>
          </a:p>
          <a:p>
            <a:pPr marL="0" marR="0" lvl="0" indent="0" algn="l" rtl="0">
              <a:spcBef>
                <a:spcPts val="0"/>
              </a:spcBef>
              <a:spcAft>
                <a:spcPts val="0"/>
              </a:spcAft>
              <a:buNone/>
            </a:pPr>
            <a:r>
              <a:rPr lang="en-US" altLang="ja-JP" sz="1400" dirty="0">
                <a:solidFill>
                  <a:schemeClr val="dk1"/>
                </a:solidFill>
                <a:cs typeface="MS Gothic"/>
                <a:sym typeface="MS Gothic"/>
              </a:rPr>
              <a:t>    public static void</a:t>
            </a:r>
            <a:r>
              <a:rPr lang="ja-JP" altLang="en-US" sz="1400" dirty="0">
                <a:solidFill>
                  <a:schemeClr val="dk1"/>
                </a:solidFill>
                <a:cs typeface="MS Gothic"/>
                <a:sym typeface="MS Gothic"/>
              </a:rPr>
              <a:t> </a:t>
            </a:r>
            <a:r>
              <a:rPr lang="en-US" altLang="ja-JP" sz="1400" dirty="0">
                <a:solidFill>
                  <a:schemeClr val="dk1"/>
                </a:solidFill>
                <a:cs typeface="MS Gothic"/>
                <a:sym typeface="MS Gothic"/>
              </a:rPr>
              <a:t>main(String[] </a:t>
            </a:r>
            <a:r>
              <a:rPr lang="en-US" altLang="ja-JP" sz="1400" dirty="0" err="1">
                <a:solidFill>
                  <a:schemeClr val="dk1"/>
                </a:solidFill>
                <a:cs typeface="MS Gothic"/>
                <a:sym typeface="MS Gothic"/>
              </a:rPr>
              <a:t>args</a:t>
            </a:r>
            <a:r>
              <a:rPr lang="en-US" altLang="ja-JP" sz="1400" dirty="0">
                <a:solidFill>
                  <a:schemeClr val="dk1"/>
                </a:solidFill>
                <a:cs typeface="MS Gothic"/>
                <a:sym typeface="MS Gothic"/>
              </a:rPr>
              <a:t>)</a:t>
            </a:r>
            <a:r>
              <a:rPr lang="ja-JP" altLang="en-US" sz="1400" dirty="0">
                <a:solidFill>
                  <a:schemeClr val="dk1"/>
                </a:solidFill>
                <a:cs typeface="MS Gothic"/>
                <a:sym typeface="MS Gothic"/>
              </a:rPr>
              <a:t> </a:t>
            </a:r>
            <a:r>
              <a:rPr lang="en-US" altLang="ja-JP" sz="1400" dirty="0">
                <a:solidFill>
                  <a:schemeClr val="dk1"/>
                </a:solidFill>
                <a:cs typeface="MS Gothic"/>
                <a:sym typeface="MS Gothic"/>
              </a:rPr>
              <a:t>{</a:t>
            </a:r>
          </a:p>
          <a:p>
            <a:pPr marL="0" marR="0" lvl="0" indent="0" algn="l" rtl="0">
              <a:spcBef>
                <a:spcPts val="0"/>
              </a:spcBef>
              <a:spcAft>
                <a:spcPts val="0"/>
              </a:spcAft>
              <a:buNone/>
            </a:pPr>
            <a:r>
              <a:rPr lang="en-US" altLang="ja-JP" sz="1400" dirty="0">
                <a:solidFill>
                  <a:schemeClr val="dk1"/>
                </a:solidFill>
                <a:cs typeface="MS Gothic"/>
                <a:sym typeface="MS Gothic"/>
              </a:rPr>
              <a:t>        // </a:t>
            </a:r>
            <a:r>
              <a:rPr lang="ja-JP" altLang="en-US" sz="1400" dirty="0">
                <a:solidFill>
                  <a:schemeClr val="dk1"/>
                </a:solidFill>
                <a:cs typeface="MS Gothic"/>
                <a:sym typeface="MS Gothic"/>
              </a:rPr>
              <a:t>インスタンスを作成せずに代入</a:t>
            </a:r>
            <a:endParaRPr lang="en-US" altLang="ja-JP" sz="1400" dirty="0">
              <a:solidFill>
                <a:schemeClr val="dk1"/>
              </a:solidFill>
              <a:cs typeface="MS Gothic"/>
              <a:sym typeface="MS Gothic"/>
            </a:endParaRPr>
          </a:p>
          <a:p>
            <a:pPr marL="0" marR="0" lvl="0" indent="0" algn="l" rtl="0">
              <a:spcBef>
                <a:spcPts val="0"/>
              </a:spcBef>
              <a:spcAft>
                <a:spcPts val="0"/>
              </a:spcAft>
              <a:buNone/>
            </a:pPr>
            <a:r>
              <a:rPr lang="en-US" altLang="ja-JP" sz="1400" dirty="0">
                <a:solidFill>
                  <a:schemeClr val="dk1"/>
                </a:solidFill>
                <a:cs typeface="MS Gothic"/>
                <a:sym typeface="MS Gothic"/>
              </a:rPr>
              <a:t>        </a:t>
            </a:r>
            <a:r>
              <a:rPr lang="en-US" altLang="ja-JP" sz="1400" b="1" dirty="0" err="1">
                <a:solidFill>
                  <a:srgbClr val="C00000"/>
                </a:solidFill>
                <a:cs typeface="MS Gothic"/>
                <a:sym typeface="MS Gothic"/>
              </a:rPr>
              <a:t>StudentTest</a:t>
            </a:r>
            <a:r>
              <a:rPr lang="en-US" altLang="ja-JP" sz="1400" dirty="0" err="1">
                <a:solidFill>
                  <a:schemeClr val="dk1"/>
                </a:solidFill>
                <a:cs typeface="MS Gothic"/>
                <a:sym typeface="MS Gothic"/>
              </a:rPr>
              <a:t>.testName</a:t>
            </a:r>
            <a:r>
              <a:rPr lang="en-US" altLang="ja-JP" sz="1400" dirty="0">
                <a:solidFill>
                  <a:schemeClr val="dk1"/>
                </a:solidFill>
                <a:cs typeface="MS Gothic"/>
                <a:sym typeface="MS Gothic"/>
              </a:rPr>
              <a:t> = "if</a:t>
            </a:r>
            <a:r>
              <a:rPr lang="ja-JP" altLang="en-US" sz="1400" dirty="0">
                <a:solidFill>
                  <a:schemeClr val="dk1"/>
                </a:solidFill>
                <a:cs typeface="MS Gothic"/>
                <a:sym typeface="MS Gothic"/>
              </a:rPr>
              <a:t>文</a:t>
            </a:r>
            <a:r>
              <a:rPr lang="en-US" altLang="ja-JP" sz="1400" dirty="0">
                <a:solidFill>
                  <a:schemeClr val="dk1"/>
                </a:solidFill>
                <a:cs typeface="MS Gothic"/>
                <a:sym typeface="MS Gothic"/>
              </a:rPr>
              <a:t>";</a:t>
            </a:r>
          </a:p>
          <a:p>
            <a:pPr marL="0" marR="0" lvl="0" indent="0" algn="l" rtl="0">
              <a:spcBef>
                <a:spcPts val="0"/>
              </a:spcBef>
              <a:spcAft>
                <a:spcPts val="0"/>
              </a:spcAft>
              <a:buNone/>
            </a:pPr>
            <a:endParaRPr lang="en-US" altLang="ja-JP" sz="1400" dirty="0">
              <a:solidFill>
                <a:schemeClr val="dk1"/>
              </a:solidFill>
              <a:cs typeface="MS Gothic"/>
              <a:sym typeface="MS Gothic"/>
            </a:endParaRPr>
          </a:p>
          <a:p>
            <a:pPr marL="0" marR="0" lvl="0" indent="0" algn="l" rtl="0">
              <a:spcBef>
                <a:spcPts val="0"/>
              </a:spcBef>
              <a:spcAft>
                <a:spcPts val="0"/>
              </a:spcAft>
              <a:buNone/>
            </a:pPr>
            <a:r>
              <a:rPr lang="en-US" altLang="ja-JP" sz="1400" dirty="0">
                <a:solidFill>
                  <a:schemeClr val="dk1"/>
                </a:solidFill>
                <a:cs typeface="MS Gothic"/>
                <a:sym typeface="MS Gothic"/>
              </a:rPr>
              <a:t>        // </a:t>
            </a:r>
            <a:r>
              <a:rPr lang="ja-JP" altLang="en-US" sz="1400" dirty="0">
                <a:solidFill>
                  <a:schemeClr val="dk1"/>
                </a:solidFill>
                <a:cs typeface="MS Gothic"/>
                <a:sym typeface="MS Gothic"/>
              </a:rPr>
              <a:t>代入できているか確認</a:t>
            </a:r>
            <a:endParaRPr lang="en-US" altLang="ja-JP" sz="1400" dirty="0">
              <a:solidFill>
                <a:schemeClr val="dk1"/>
              </a:solidFill>
              <a:cs typeface="MS Gothic"/>
              <a:sym typeface="MS Gothic"/>
            </a:endParaRPr>
          </a:p>
          <a:p>
            <a:r>
              <a:rPr lang="en-US" altLang="ja-JP" sz="1400" dirty="0">
                <a:solidFill>
                  <a:schemeClr val="dk1"/>
                </a:solidFill>
                <a:cs typeface="MS Gothic"/>
                <a:sym typeface="MS Gothic"/>
              </a:rPr>
              <a:t>        </a:t>
            </a:r>
            <a:r>
              <a:rPr lang="en-US" altLang="ja-JP" sz="1400" dirty="0" err="1">
                <a:solidFill>
                  <a:schemeClr val="dk1"/>
                </a:solidFill>
                <a:cs typeface="MS Gothic"/>
                <a:sym typeface="MS Gothic"/>
              </a:rPr>
              <a:t>System.out.prinln</a:t>
            </a:r>
            <a:r>
              <a:rPr lang="en-US" altLang="ja-JP" sz="1400" dirty="0">
                <a:solidFill>
                  <a:schemeClr val="dk1"/>
                </a:solidFill>
                <a:cs typeface="MS Gothic"/>
                <a:sym typeface="MS Gothic"/>
              </a:rPr>
              <a:t>(</a:t>
            </a:r>
            <a:r>
              <a:rPr lang="en-US" altLang="ja-JP" sz="1400" b="1" dirty="0" err="1">
                <a:solidFill>
                  <a:srgbClr val="C00000"/>
                </a:solidFill>
                <a:cs typeface="MS Gothic"/>
                <a:sym typeface="MS Gothic"/>
              </a:rPr>
              <a:t>StudentTest</a:t>
            </a:r>
            <a:r>
              <a:rPr lang="en-US" altLang="ja-JP" sz="1400" dirty="0" err="1">
                <a:solidFill>
                  <a:schemeClr val="dk1"/>
                </a:solidFill>
                <a:cs typeface="MS Gothic"/>
                <a:sym typeface="MS Gothic"/>
              </a:rPr>
              <a:t>.testName</a:t>
            </a:r>
            <a:r>
              <a:rPr lang="en-US" altLang="ja-JP" sz="1400" dirty="0">
                <a:solidFill>
                  <a:schemeClr val="dk1"/>
                </a:solidFill>
                <a:cs typeface="MS Gothic"/>
                <a:sym typeface="MS Gothic"/>
              </a:rPr>
              <a:t>);</a:t>
            </a:r>
          </a:p>
          <a:p>
            <a:r>
              <a:rPr lang="en-US" altLang="ja-JP" sz="1400" dirty="0">
                <a:solidFill>
                  <a:schemeClr val="dk1"/>
                </a:solidFill>
                <a:cs typeface="MS Gothic"/>
                <a:sym typeface="MS Gothic"/>
              </a:rPr>
              <a:t>    }</a:t>
            </a:r>
            <a:endParaRPr lang="ja-JP" altLang="en-US" sz="1400" dirty="0">
              <a:solidFill>
                <a:schemeClr val="dk1"/>
              </a:solidFill>
              <a:cs typeface="MS Gothic"/>
              <a:sym typeface="MS Gothic"/>
            </a:endParaRPr>
          </a:p>
          <a:p>
            <a:r>
              <a:rPr lang="ja-JP" sz="1400" dirty="0">
                <a:solidFill>
                  <a:schemeClr val="dk1"/>
                </a:solidFill>
                <a:cs typeface="MS Gothic"/>
                <a:sym typeface="MS Gothic"/>
              </a:rPr>
              <a:t>}</a:t>
            </a:r>
            <a:endParaRPr sz="1400" dirty="0">
              <a:solidFill>
                <a:schemeClr val="dk1"/>
              </a:solidFill>
              <a:cs typeface="MS Gothic"/>
              <a:sym typeface="MS Gothic"/>
            </a:endParaRPr>
          </a:p>
        </p:txBody>
      </p:sp>
      <p:sp>
        <p:nvSpPr>
          <p:cNvPr id="9" name="吹き出し: 角を丸めた四角形 8">
            <a:extLst>
              <a:ext uri="{FF2B5EF4-FFF2-40B4-BE49-F238E27FC236}">
                <a16:creationId xmlns:a16="http://schemas.microsoft.com/office/drawing/2014/main" id="{B98347DC-E069-44E5-A3F3-791D6F0657FB}"/>
              </a:ext>
            </a:extLst>
          </p:cNvPr>
          <p:cNvSpPr/>
          <p:nvPr/>
        </p:nvSpPr>
        <p:spPr>
          <a:xfrm>
            <a:off x="5237017" y="2058998"/>
            <a:ext cx="2096879" cy="456832"/>
          </a:xfrm>
          <a:prstGeom prst="wedgeRoundRectCallout">
            <a:avLst>
              <a:gd name="adj1" fmla="val -59686"/>
              <a:gd name="adj2" fmla="val 84999"/>
              <a:gd name="adj3" fmla="val 16667"/>
            </a:avLst>
          </a:prstGeom>
          <a:solidFill>
            <a:schemeClr val="bg1"/>
          </a:solid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sz="1100" dirty="0">
                <a:solidFill>
                  <a:schemeClr val="dk1"/>
                </a:solidFill>
                <a:cs typeface="MS Gothic"/>
                <a:sym typeface="MS Gothic"/>
              </a:rPr>
              <a:t>if</a:t>
            </a:r>
            <a:r>
              <a:rPr lang="ja-JP" altLang="en-US" sz="1100" dirty="0">
                <a:solidFill>
                  <a:schemeClr val="dk1"/>
                </a:solidFill>
                <a:cs typeface="MS Gothic"/>
                <a:sym typeface="MS Gothic"/>
              </a:rPr>
              <a:t>文</a:t>
            </a:r>
          </a:p>
          <a:p>
            <a:r>
              <a:rPr kumimoji="1" lang="ja-JP" altLang="en-US" sz="1100" dirty="0">
                <a:solidFill>
                  <a:schemeClr val="dk1"/>
                </a:solidFill>
                <a:sym typeface="MS Gothic"/>
              </a:rPr>
              <a:t>と表示されます。</a:t>
            </a:r>
            <a:endParaRPr kumimoji="1" lang="en-US" altLang="ja-JP" sz="1100" dirty="0">
              <a:solidFill>
                <a:schemeClr val="tx1"/>
              </a:solidFill>
            </a:endParaRPr>
          </a:p>
        </p:txBody>
      </p:sp>
    </p:spTree>
    <p:extLst>
      <p:ext uri="{BB962C8B-B14F-4D97-AF65-F5344CB8AC3E}">
        <p14:creationId xmlns:p14="http://schemas.microsoft.com/office/powerpoint/2010/main" val="111131765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DE764CD8-0B12-484E-890C-8A5A26296D13}"/>
              </a:ext>
            </a:extLst>
          </p:cNvPr>
          <p:cNvSpPr>
            <a:spLocks noGrp="1"/>
          </p:cNvSpPr>
          <p:nvPr>
            <p:ph type="ftr" sz="quarter" idx="11"/>
          </p:nvPr>
        </p:nvSpPr>
        <p:spPr/>
        <p:txBody>
          <a:bodyPr/>
          <a:lstStyle/>
          <a:p>
            <a:r>
              <a:rPr kumimoji="1" lang="en-US" altLang="ja-JP"/>
              <a:t>copyright ©ITCollege All Rights Reserved</a:t>
            </a:r>
            <a:endParaRPr kumimoji="1" lang="ja-JP" altLang="en-US" dirty="0">
              <a:latin typeface="+mn-ea"/>
            </a:endParaRPr>
          </a:p>
        </p:txBody>
      </p:sp>
      <p:sp>
        <p:nvSpPr>
          <p:cNvPr id="7" name="タイトル 6">
            <a:extLst>
              <a:ext uri="{FF2B5EF4-FFF2-40B4-BE49-F238E27FC236}">
                <a16:creationId xmlns:a16="http://schemas.microsoft.com/office/drawing/2014/main" id="{9630AD22-E64D-4A96-B059-2AF9F6580C25}"/>
              </a:ext>
            </a:extLst>
          </p:cNvPr>
          <p:cNvSpPr>
            <a:spLocks noGrp="1"/>
          </p:cNvSpPr>
          <p:nvPr>
            <p:ph type="ctrTitle"/>
          </p:nvPr>
        </p:nvSpPr>
        <p:spPr/>
        <p:txBody>
          <a:bodyPr/>
          <a:lstStyle/>
          <a:p>
            <a:r>
              <a:rPr lang="ja-JP" altLang="en-US" dirty="0"/>
              <a:t>静的メンバ</a:t>
            </a:r>
          </a:p>
        </p:txBody>
      </p:sp>
      <p:sp>
        <p:nvSpPr>
          <p:cNvPr id="5" name="スライド番号プレースホルダー 4">
            <a:extLst>
              <a:ext uri="{FF2B5EF4-FFF2-40B4-BE49-F238E27FC236}">
                <a16:creationId xmlns:a16="http://schemas.microsoft.com/office/drawing/2014/main" id="{433B62C4-B6B9-4622-B802-69C25D6F2A49}"/>
              </a:ext>
            </a:extLst>
          </p:cNvPr>
          <p:cNvSpPr>
            <a:spLocks noGrp="1"/>
          </p:cNvSpPr>
          <p:nvPr>
            <p:ph type="sldNum" sz="quarter" idx="4"/>
          </p:nvPr>
        </p:nvSpPr>
        <p:spPr/>
        <p:txBody>
          <a:bodyPr/>
          <a:lstStyle/>
          <a:p>
            <a:fld id="{00000000-1234-1234-1234-123412341234}" type="slidenum">
              <a:rPr lang="en" smtClean="0"/>
              <a:pPr/>
              <a:t>39</a:t>
            </a:fld>
            <a:endParaRPr lang="en" dirty="0">
              <a:latin typeface="+mn-ea"/>
            </a:endParaRPr>
          </a:p>
        </p:txBody>
      </p:sp>
      <p:sp>
        <p:nvSpPr>
          <p:cNvPr id="8" name="テキスト プレースホルダー 7">
            <a:extLst>
              <a:ext uri="{FF2B5EF4-FFF2-40B4-BE49-F238E27FC236}">
                <a16:creationId xmlns:a16="http://schemas.microsoft.com/office/drawing/2014/main" id="{787CF02A-01AB-4517-BA3E-25572FA82648}"/>
              </a:ext>
            </a:extLst>
          </p:cNvPr>
          <p:cNvSpPr>
            <a:spLocks noGrp="1"/>
          </p:cNvSpPr>
          <p:nvPr>
            <p:ph type="body" sz="quarter" idx="14"/>
          </p:nvPr>
        </p:nvSpPr>
        <p:spPr>
          <a:xfrm>
            <a:off x="462875" y="859491"/>
            <a:ext cx="4643081" cy="3923524"/>
          </a:xfrm>
        </p:spPr>
        <p:txBody>
          <a:bodyPr/>
          <a:lstStyle/>
          <a:p>
            <a:pPr marL="96838" indent="0">
              <a:buNone/>
            </a:pPr>
            <a:r>
              <a:rPr lang="ja-JP" altLang="en-US" dirty="0"/>
              <a:t>クラスに書けるものはフィールド、メソッド、コンストラクタでした。</a:t>
            </a:r>
          </a:p>
          <a:p>
            <a:pPr marL="96838" indent="0">
              <a:buNone/>
            </a:pPr>
            <a:r>
              <a:rPr lang="ja-JP" altLang="en-US" dirty="0"/>
              <a:t>フィールドに</a:t>
            </a:r>
            <a:r>
              <a:rPr lang="en-US" altLang="ja-JP" dirty="0"/>
              <a:t>static</a:t>
            </a:r>
            <a:r>
              <a:rPr lang="ja-JP" altLang="en-US" dirty="0"/>
              <a:t>を付けることができることは学習してきましたが、メソッドやコンストラクタはどうでしょうか？</a:t>
            </a:r>
            <a:endParaRPr lang="en-US" altLang="ja-JP" dirty="0"/>
          </a:p>
          <a:p>
            <a:pPr marL="96838" indent="0">
              <a:buNone/>
            </a:pPr>
            <a:r>
              <a:rPr lang="ja-JP" altLang="en-US" dirty="0"/>
              <a:t>実はメソッドにも</a:t>
            </a:r>
            <a:r>
              <a:rPr lang="en-US" altLang="ja-JP" dirty="0"/>
              <a:t>static</a:t>
            </a:r>
            <a:r>
              <a:rPr lang="ja-JP" altLang="en-US" dirty="0"/>
              <a:t>を付けることができます。</a:t>
            </a:r>
            <a:br>
              <a:rPr lang="ja-JP" altLang="en-US" dirty="0"/>
            </a:br>
            <a:r>
              <a:rPr lang="ja-JP" altLang="en-US" dirty="0"/>
              <a:t>これを静的メソッド</a:t>
            </a:r>
            <a:r>
              <a:rPr lang="en-US" altLang="ja-JP" dirty="0"/>
              <a:t>(</a:t>
            </a:r>
            <a:r>
              <a:rPr lang="ja-JP" altLang="en-US" dirty="0"/>
              <a:t>クラスメソッド</a:t>
            </a:r>
            <a:r>
              <a:rPr lang="en-US" altLang="ja-JP" dirty="0"/>
              <a:t>)</a:t>
            </a:r>
            <a:r>
              <a:rPr lang="ja-JP" altLang="en-US" dirty="0"/>
              <a:t>と呼びます。</a:t>
            </a:r>
            <a:br>
              <a:rPr lang="ja-JP" altLang="en-US" dirty="0"/>
            </a:br>
            <a:r>
              <a:rPr lang="ja-JP" altLang="en-US" dirty="0"/>
              <a:t>この場合、クラス名</a:t>
            </a:r>
            <a:r>
              <a:rPr lang="en-US" altLang="ja-JP" dirty="0"/>
              <a:t>.</a:t>
            </a:r>
            <a:r>
              <a:rPr lang="ja-JP" altLang="en-US" dirty="0"/>
              <a:t>メソッド名</a:t>
            </a:r>
            <a:r>
              <a:rPr lang="en-US" altLang="ja-JP" dirty="0"/>
              <a:t>(</a:t>
            </a:r>
            <a:r>
              <a:rPr lang="ja-JP" altLang="en-US" dirty="0"/>
              <a:t>引数</a:t>
            </a:r>
            <a:r>
              <a:rPr lang="en-US" altLang="ja-JP" dirty="0"/>
              <a:t>)</a:t>
            </a:r>
            <a:r>
              <a:rPr lang="ja-JP" altLang="en-US" dirty="0"/>
              <a:t>と書けば呼び出すことができます。クラスフィールドと同様、インスタンスを作らなくても使うことができます。</a:t>
            </a:r>
          </a:p>
          <a:p>
            <a:pPr marL="96838" indent="0">
              <a:buNone/>
            </a:pPr>
            <a:r>
              <a:rPr lang="ja-JP" altLang="en-US" dirty="0"/>
              <a:t>一方、コンストラクタはインスタンスが作られたときにインスタンスに対して処理するものなので</a:t>
            </a:r>
            <a:r>
              <a:rPr lang="en-US" altLang="ja-JP" dirty="0"/>
              <a:t>static</a:t>
            </a:r>
            <a:r>
              <a:rPr lang="ja-JP" altLang="en-US" dirty="0"/>
              <a:t>を付けることはできません。</a:t>
            </a:r>
          </a:p>
        </p:txBody>
      </p:sp>
      <p:sp>
        <p:nvSpPr>
          <p:cNvPr id="11" name="正方形/長方形 10">
            <a:extLst>
              <a:ext uri="{FF2B5EF4-FFF2-40B4-BE49-F238E27FC236}">
                <a16:creationId xmlns:a16="http://schemas.microsoft.com/office/drawing/2014/main" id="{4C6E592D-6C20-49B1-AD96-417C8606759B}"/>
              </a:ext>
            </a:extLst>
          </p:cNvPr>
          <p:cNvSpPr/>
          <p:nvPr/>
        </p:nvSpPr>
        <p:spPr>
          <a:xfrm>
            <a:off x="6019363" y="859491"/>
            <a:ext cx="1528175" cy="1495009"/>
          </a:xfrm>
          <a:prstGeom prst="rect">
            <a:avLst/>
          </a:prstGeom>
          <a:solidFill>
            <a:schemeClr val="accent4">
              <a:lumMod val="7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tx1"/>
              </a:solidFill>
            </a:endParaRPr>
          </a:p>
        </p:txBody>
      </p:sp>
      <p:sp>
        <p:nvSpPr>
          <p:cNvPr id="12" name="五角形 11">
            <a:extLst>
              <a:ext uri="{FF2B5EF4-FFF2-40B4-BE49-F238E27FC236}">
                <a16:creationId xmlns:a16="http://schemas.microsoft.com/office/drawing/2014/main" id="{C6790F19-498E-4344-BB00-859C7F27B69B}"/>
              </a:ext>
            </a:extLst>
          </p:cNvPr>
          <p:cNvSpPr/>
          <p:nvPr/>
        </p:nvSpPr>
        <p:spPr>
          <a:xfrm>
            <a:off x="6297284" y="1058056"/>
            <a:ext cx="1027134" cy="951978"/>
          </a:xfrm>
          <a:prstGeom prst="pentagon">
            <a:avLst/>
          </a:prstGeom>
          <a:solidFill>
            <a:schemeClr val="bg1"/>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tx1"/>
              </a:solidFill>
            </a:endParaRPr>
          </a:p>
        </p:txBody>
      </p:sp>
      <p:pic>
        <p:nvPicPr>
          <p:cNvPr id="13" name="Picture 2" descr="ふたが開いた段ボール箱のフリーイラスト素材">
            <a:extLst>
              <a:ext uri="{FF2B5EF4-FFF2-40B4-BE49-F238E27FC236}">
                <a16:creationId xmlns:a16="http://schemas.microsoft.com/office/drawing/2014/main" id="{EE47D288-8D72-4B74-ADE5-D2432EEFF4A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83409" y="1058056"/>
            <a:ext cx="476536" cy="476536"/>
          </a:xfrm>
          <a:prstGeom prst="rect">
            <a:avLst/>
          </a:prstGeom>
          <a:noFill/>
          <a:extLst>
            <a:ext uri="{909E8E84-426E-40DD-AFC4-6F175D3DCCD1}">
              <a14:hiddenFill xmlns:a14="http://schemas.microsoft.com/office/drawing/2010/main">
                <a:solidFill>
                  <a:srgbClr val="FFFFFF"/>
                </a:solidFill>
              </a14:hiddenFill>
            </a:ext>
          </a:extLst>
        </p:spPr>
      </p:pic>
      <p:sp>
        <p:nvSpPr>
          <p:cNvPr id="14" name="テキスト プレースホルダー 4">
            <a:extLst>
              <a:ext uri="{FF2B5EF4-FFF2-40B4-BE49-F238E27FC236}">
                <a16:creationId xmlns:a16="http://schemas.microsoft.com/office/drawing/2014/main" id="{B9C5FEF3-3D2E-4883-9543-65A9B2796E87}"/>
              </a:ext>
            </a:extLst>
          </p:cNvPr>
          <p:cNvSpPr txBox="1">
            <a:spLocks/>
          </p:cNvSpPr>
          <p:nvPr/>
        </p:nvSpPr>
        <p:spPr>
          <a:xfrm>
            <a:off x="6854102" y="1166059"/>
            <a:ext cx="1528175" cy="254494"/>
          </a:xfrm>
          <a:prstGeom prst="rect">
            <a:avLst/>
          </a:prstGeom>
          <a:noFill/>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ja-JP" altLang="en-US" sz="1100" dirty="0"/>
              <a:t>クラスフィールド</a:t>
            </a:r>
            <a:endParaRPr lang="en-US" altLang="ja-JP" sz="1100" dirty="0"/>
          </a:p>
        </p:txBody>
      </p:sp>
      <p:sp>
        <p:nvSpPr>
          <p:cNvPr id="15" name="雲 14">
            <a:extLst>
              <a:ext uri="{FF2B5EF4-FFF2-40B4-BE49-F238E27FC236}">
                <a16:creationId xmlns:a16="http://schemas.microsoft.com/office/drawing/2014/main" id="{34F9259D-29CC-446A-B840-C514A3E868E3}"/>
              </a:ext>
            </a:extLst>
          </p:cNvPr>
          <p:cNvSpPr/>
          <p:nvPr/>
        </p:nvSpPr>
        <p:spPr>
          <a:xfrm>
            <a:off x="6410801" y="1635215"/>
            <a:ext cx="745298" cy="353880"/>
          </a:xfrm>
          <a:prstGeom prst="cloud">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tx1"/>
              </a:solidFill>
            </a:endParaRPr>
          </a:p>
        </p:txBody>
      </p:sp>
      <p:sp>
        <p:nvSpPr>
          <p:cNvPr id="16" name="テキスト プレースホルダー 4">
            <a:extLst>
              <a:ext uri="{FF2B5EF4-FFF2-40B4-BE49-F238E27FC236}">
                <a16:creationId xmlns:a16="http://schemas.microsoft.com/office/drawing/2014/main" id="{516150AA-FE2F-4EA6-9448-E54EF6C5E1C3}"/>
              </a:ext>
            </a:extLst>
          </p:cNvPr>
          <p:cNvSpPr txBox="1">
            <a:spLocks/>
          </p:cNvSpPr>
          <p:nvPr/>
        </p:nvSpPr>
        <p:spPr>
          <a:xfrm>
            <a:off x="6958704" y="1668823"/>
            <a:ext cx="1528175" cy="254494"/>
          </a:xfrm>
          <a:prstGeom prst="rect">
            <a:avLst/>
          </a:prstGeom>
          <a:noFill/>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ja-JP" altLang="en-US" sz="1100" dirty="0"/>
              <a:t>クラスメソッド</a:t>
            </a:r>
            <a:endParaRPr lang="en-US" altLang="ja-JP" sz="1100" dirty="0"/>
          </a:p>
        </p:txBody>
      </p:sp>
      <p:sp>
        <p:nvSpPr>
          <p:cNvPr id="17" name="五角形 16">
            <a:extLst>
              <a:ext uri="{FF2B5EF4-FFF2-40B4-BE49-F238E27FC236}">
                <a16:creationId xmlns:a16="http://schemas.microsoft.com/office/drawing/2014/main" id="{9564DD14-4C37-4F75-BD50-D0BE9B6C7CCC}"/>
              </a:ext>
            </a:extLst>
          </p:cNvPr>
          <p:cNvSpPr/>
          <p:nvPr/>
        </p:nvSpPr>
        <p:spPr>
          <a:xfrm>
            <a:off x="6583409" y="3048773"/>
            <a:ext cx="1252192" cy="1156131"/>
          </a:xfrm>
          <a:prstGeom prst="pentagon">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tx1"/>
              </a:solidFill>
            </a:endParaRPr>
          </a:p>
        </p:txBody>
      </p:sp>
      <p:pic>
        <p:nvPicPr>
          <p:cNvPr id="18" name="Picture 2" descr="ふたが開いた段ボール箱のフリーイラスト素材">
            <a:extLst>
              <a:ext uri="{FF2B5EF4-FFF2-40B4-BE49-F238E27FC236}">
                <a16:creationId xmlns:a16="http://schemas.microsoft.com/office/drawing/2014/main" id="{030EE3FF-5548-4033-891F-6490CB5BEAF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80400" y="3090809"/>
            <a:ext cx="476536" cy="476536"/>
          </a:xfrm>
          <a:prstGeom prst="rect">
            <a:avLst/>
          </a:prstGeom>
          <a:noFill/>
          <a:extLst>
            <a:ext uri="{909E8E84-426E-40DD-AFC4-6F175D3DCCD1}">
              <a14:hiddenFill xmlns:a14="http://schemas.microsoft.com/office/drawing/2010/main">
                <a:solidFill>
                  <a:srgbClr val="FFFFFF"/>
                </a:solidFill>
              </a14:hiddenFill>
            </a:ext>
          </a:extLst>
        </p:spPr>
      </p:pic>
      <p:sp>
        <p:nvSpPr>
          <p:cNvPr id="19" name="テキスト プレースホルダー 4">
            <a:extLst>
              <a:ext uri="{FF2B5EF4-FFF2-40B4-BE49-F238E27FC236}">
                <a16:creationId xmlns:a16="http://schemas.microsoft.com/office/drawing/2014/main" id="{ACEBC24C-9427-489F-8A4D-7DB8FACCBA73}"/>
              </a:ext>
            </a:extLst>
          </p:cNvPr>
          <p:cNvSpPr txBox="1">
            <a:spLocks/>
          </p:cNvSpPr>
          <p:nvPr/>
        </p:nvSpPr>
        <p:spPr>
          <a:xfrm>
            <a:off x="7433811" y="3083597"/>
            <a:ext cx="1129512" cy="403471"/>
          </a:xfrm>
          <a:prstGeom prst="rect">
            <a:avLst/>
          </a:prstGeom>
          <a:noFill/>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ja-JP" altLang="en-US" sz="1100" dirty="0"/>
              <a:t>インスタンス</a:t>
            </a:r>
            <a:br>
              <a:rPr lang="ja-JP" altLang="en-US" sz="1100" dirty="0"/>
            </a:br>
            <a:r>
              <a:rPr lang="ja-JP" altLang="en-US" sz="1100" dirty="0"/>
              <a:t>フィールド</a:t>
            </a:r>
            <a:endParaRPr lang="en-US" altLang="ja-JP" sz="1100" dirty="0"/>
          </a:p>
        </p:txBody>
      </p:sp>
      <p:sp>
        <p:nvSpPr>
          <p:cNvPr id="20" name="雲 19">
            <a:extLst>
              <a:ext uri="{FF2B5EF4-FFF2-40B4-BE49-F238E27FC236}">
                <a16:creationId xmlns:a16="http://schemas.microsoft.com/office/drawing/2014/main" id="{E0A4110E-4355-4311-84EA-40AA597F4459}"/>
              </a:ext>
            </a:extLst>
          </p:cNvPr>
          <p:cNvSpPr/>
          <p:nvPr/>
        </p:nvSpPr>
        <p:spPr>
          <a:xfrm>
            <a:off x="6854102" y="3498076"/>
            <a:ext cx="745298" cy="353880"/>
          </a:xfrm>
          <a:prstGeom prst="cloud">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tx1"/>
              </a:solidFill>
            </a:endParaRPr>
          </a:p>
        </p:txBody>
      </p:sp>
      <p:sp>
        <p:nvSpPr>
          <p:cNvPr id="22" name="テキスト プレースホルダー 4">
            <a:extLst>
              <a:ext uri="{FF2B5EF4-FFF2-40B4-BE49-F238E27FC236}">
                <a16:creationId xmlns:a16="http://schemas.microsoft.com/office/drawing/2014/main" id="{64455734-2B5D-47C6-AC0B-0B542D0D8DC0}"/>
              </a:ext>
            </a:extLst>
          </p:cNvPr>
          <p:cNvSpPr txBox="1">
            <a:spLocks/>
          </p:cNvSpPr>
          <p:nvPr/>
        </p:nvSpPr>
        <p:spPr>
          <a:xfrm>
            <a:off x="7488055" y="3442514"/>
            <a:ext cx="1129512" cy="403471"/>
          </a:xfrm>
          <a:prstGeom prst="rect">
            <a:avLst/>
          </a:prstGeom>
          <a:noFill/>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ja-JP" altLang="en-US" sz="1100" dirty="0"/>
              <a:t>インスタンス</a:t>
            </a:r>
            <a:br>
              <a:rPr lang="ja-JP" altLang="en-US" sz="1100" dirty="0"/>
            </a:br>
            <a:r>
              <a:rPr lang="ja-JP" altLang="en-US" sz="1100" dirty="0"/>
              <a:t>メソッド</a:t>
            </a:r>
            <a:endParaRPr lang="en-US" altLang="ja-JP" sz="1100" dirty="0"/>
          </a:p>
        </p:txBody>
      </p:sp>
      <p:sp>
        <p:nvSpPr>
          <p:cNvPr id="26" name="雲 25">
            <a:extLst>
              <a:ext uri="{FF2B5EF4-FFF2-40B4-BE49-F238E27FC236}">
                <a16:creationId xmlns:a16="http://schemas.microsoft.com/office/drawing/2014/main" id="{13334A30-2068-474D-B81A-A6DEEFFA0014}"/>
              </a:ext>
            </a:extLst>
          </p:cNvPr>
          <p:cNvSpPr/>
          <p:nvPr/>
        </p:nvSpPr>
        <p:spPr>
          <a:xfrm>
            <a:off x="6907585" y="3856995"/>
            <a:ext cx="745298" cy="353880"/>
          </a:xfrm>
          <a:prstGeom prst="cloud">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tx1"/>
              </a:solidFill>
            </a:endParaRPr>
          </a:p>
        </p:txBody>
      </p:sp>
      <p:sp>
        <p:nvSpPr>
          <p:cNvPr id="27" name="テキスト プレースホルダー 4">
            <a:extLst>
              <a:ext uri="{FF2B5EF4-FFF2-40B4-BE49-F238E27FC236}">
                <a16:creationId xmlns:a16="http://schemas.microsoft.com/office/drawing/2014/main" id="{00E92151-F826-4433-8936-B23E4D8B89AC}"/>
              </a:ext>
            </a:extLst>
          </p:cNvPr>
          <p:cNvSpPr txBox="1">
            <a:spLocks/>
          </p:cNvSpPr>
          <p:nvPr/>
        </p:nvSpPr>
        <p:spPr>
          <a:xfrm>
            <a:off x="7481979" y="3886636"/>
            <a:ext cx="1355595" cy="268533"/>
          </a:xfrm>
          <a:prstGeom prst="rect">
            <a:avLst/>
          </a:prstGeom>
          <a:noFill/>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ja-JP" altLang="en-US" sz="1100" dirty="0"/>
              <a:t>コンストラクタ</a:t>
            </a:r>
            <a:endParaRPr lang="en-US" altLang="ja-JP" sz="1100" dirty="0"/>
          </a:p>
        </p:txBody>
      </p:sp>
      <p:sp>
        <p:nvSpPr>
          <p:cNvPr id="28" name="五角形 27">
            <a:extLst>
              <a:ext uri="{FF2B5EF4-FFF2-40B4-BE49-F238E27FC236}">
                <a16:creationId xmlns:a16="http://schemas.microsoft.com/office/drawing/2014/main" id="{E2AAC1D4-93ED-4434-87D2-1BA3FABDB096}"/>
              </a:ext>
            </a:extLst>
          </p:cNvPr>
          <p:cNvSpPr/>
          <p:nvPr/>
        </p:nvSpPr>
        <p:spPr>
          <a:xfrm>
            <a:off x="5245042" y="3048773"/>
            <a:ext cx="1252192" cy="1156131"/>
          </a:xfrm>
          <a:prstGeom prst="pentagon">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tx1"/>
              </a:solidFill>
            </a:endParaRPr>
          </a:p>
        </p:txBody>
      </p:sp>
      <p:pic>
        <p:nvPicPr>
          <p:cNvPr id="29" name="Picture 2" descr="ふたが開いた段ボール箱のフリーイラスト素材">
            <a:extLst>
              <a:ext uri="{FF2B5EF4-FFF2-40B4-BE49-F238E27FC236}">
                <a16:creationId xmlns:a16="http://schemas.microsoft.com/office/drawing/2014/main" id="{BE46D3DA-2D36-4925-A535-2CD44AD8984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42033" y="3090809"/>
            <a:ext cx="476536" cy="476536"/>
          </a:xfrm>
          <a:prstGeom prst="rect">
            <a:avLst/>
          </a:prstGeom>
          <a:noFill/>
          <a:extLst>
            <a:ext uri="{909E8E84-426E-40DD-AFC4-6F175D3DCCD1}">
              <a14:hiddenFill xmlns:a14="http://schemas.microsoft.com/office/drawing/2010/main">
                <a:solidFill>
                  <a:srgbClr val="FFFFFF"/>
                </a:solidFill>
              </a14:hiddenFill>
            </a:ext>
          </a:extLst>
        </p:spPr>
      </p:pic>
      <p:sp>
        <p:nvSpPr>
          <p:cNvPr id="30" name="雲 29">
            <a:extLst>
              <a:ext uri="{FF2B5EF4-FFF2-40B4-BE49-F238E27FC236}">
                <a16:creationId xmlns:a16="http://schemas.microsoft.com/office/drawing/2014/main" id="{1D0E58AA-BEE5-453E-B2FF-E2C1E5FA237D}"/>
              </a:ext>
            </a:extLst>
          </p:cNvPr>
          <p:cNvSpPr/>
          <p:nvPr/>
        </p:nvSpPr>
        <p:spPr>
          <a:xfrm>
            <a:off x="5515735" y="3498076"/>
            <a:ext cx="745298" cy="353880"/>
          </a:xfrm>
          <a:prstGeom prst="cloud">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tx1"/>
              </a:solidFill>
            </a:endParaRPr>
          </a:p>
        </p:txBody>
      </p:sp>
      <p:sp>
        <p:nvSpPr>
          <p:cNvPr id="31" name="雲 30">
            <a:extLst>
              <a:ext uri="{FF2B5EF4-FFF2-40B4-BE49-F238E27FC236}">
                <a16:creationId xmlns:a16="http://schemas.microsoft.com/office/drawing/2014/main" id="{8F1EE3AE-3AEE-45E0-8932-786277E289D5}"/>
              </a:ext>
            </a:extLst>
          </p:cNvPr>
          <p:cNvSpPr/>
          <p:nvPr/>
        </p:nvSpPr>
        <p:spPr>
          <a:xfrm>
            <a:off x="5569218" y="3856995"/>
            <a:ext cx="745298" cy="353880"/>
          </a:xfrm>
          <a:prstGeom prst="cloud">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tx1"/>
              </a:solidFill>
            </a:endParaRPr>
          </a:p>
        </p:txBody>
      </p:sp>
    </p:spTree>
    <p:extLst>
      <p:ext uri="{BB962C8B-B14F-4D97-AF65-F5344CB8AC3E}">
        <p14:creationId xmlns:p14="http://schemas.microsoft.com/office/powerpoint/2010/main" val="192933785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DE764CD8-0B12-484E-890C-8A5A26296D13}"/>
              </a:ext>
            </a:extLst>
          </p:cNvPr>
          <p:cNvSpPr>
            <a:spLocks noGrp="1"/>
          </p:cNvSpPr>
          <p:nvPr>
            <p:ph type="ftr" sz="quarter" idx="11"/>
          </p:nvPr>
        </p:nvSpPr>
        <p:spPr/>
        <p:txBody>
          <a:bodyPr/>
          <a:lstStyle/>
          <a:p>
            <a:r>
              <a:rPr kumimoji="1" lang="en-US" altLang="ja-JP"/>
              <a:t>copyright ©ITCollege All Rights Reserved</a:t>
            </a:r>
            <a:endParaRPr kumimoji="1" lang="ja-JP" altLang="en-US" dirty="0">
              <a:latin typeface="+mn-ea"/>
            </a:endParaRPr>
          </a:p>
        </p:txBody>
      </p:sp>
      <p:sp>
        <p:nvSpPr>
          <p:cNvPr id="7" name="タイトル 6">
            <a:extLst>
              <a:ext uri="{FF2B5EF4-FFF2-40B4-BE49-F238E27FC236}">
                <a16:creationId xmlns:a16="http://schemas.microsoft.com/office/drawing/2014/main" id="{9630AD22-E64D-4A96-B059-2AF9F6580C25}"/>
              </a:ext>
            </a:extLst>
          </p:cNvPr>
          <p:cNvSpPr>
            <a:spLocks noGrp="1"/>
          </p:cNvSpPr>
          <p:nvPr>
            <p:ph type="ctrTitle"/>
          </p:nvPr>
        </p:nvSpPr>
        <p:spPr/>
        <p:txBody>
          <a:bodyPr/>
          <a:lstStyle/>
          <a:p>
            <a:r>
              <a:rPr lang="ja-JP" altLang="en-US" dirty="0"/>
              <a:t>静的メンバ</a:t>
            </a:r>
          </a:p>
        </p:txBody>
      </p:sp>
      <p:sp>
        <p:nvSpPr>
          <p:cNvPr id="5" name="スライド番号プレースホルダー 4">
            <a:extLst>
              <a:ext uri="{FF2B5EF4-FFF2-40B4-BE49-F238E27FC236}">
                <a16:creationId xmlns:a16="http://schemas.microsoft.com/office/drawing/2014/main" id="{433B62C4-B6B9-4622-B802-69C25D6F2A49}"/>
              </a:ext>
            </a:extLst>
          </p:cNvPr>
          <p:cNvSpPr>
            <a:spLocks noGrp="1"/>
          </p:cNvSpPr>
          <p:nvPr>
            <p:ph type="sldNum" sz="quarter" idx="4"/>
          </p:nvPr>
        </p:nvSpPr>
        <p:spPr/>
        <p:txBody>
          <a:bodyPr/>
          <a:lstStyle/>
          <a:p>
            <a:fld id="{00000000-1234-1234-1234-123412341234}" type="slidenum">
              <a:rPr lang="en" smtClean="0"/>
              <a:pPr/>
              <a:t>40</a:t>
            </a:fld>
            <a:endParaRPr lang="en" dirty="0">
              <a:latin typeface="+mn-ea"/>
            </a:endParaRPr>
          </a:p>
        </p:txBody>
      </p:sp>
      <p:sp>
        <p:nvSpPr>
          <p:cNvPr id="8" name="テキスト プレースホルダー 7">
            <a:extLst>
              <a:ext uri="{FF2B5EF4-FFF2-40B4-BE49-F238E27FC236}">
                <a16:creationId xmlns:a16="http://schemas.microsoft.com/office/drawing/2014/main" id="{787CF02A-01AB-4517-BA3E-25572FA82648}"/>
              </a:ext>
            </a:extLst>
          </p:cNvPr>
          <p:cNvSpPr>
            <a:spLocks noGrp="1"/>
          </p:cNvSpPr>
          <p:nvPr>
            <p:ph type="body" sz="quarter" idx="14"/>
          </p:nvPr>
        </p:nvSpPr>
        <p:spPr>
          <a:xfrm>
            <a:off x="462875" y="859491"/>
            <a:ext cx="8216900" cy="273868"/>
          </a:xfrm>
        </p:spPr>
        <p:txBody>
          <a:bodyPr/>
          <a:lstStyle/>
          <a:p>
            <a:pPr marL="96838" indent="0">
              <a:buNone/>
            </a:pPr>
            <a:r>
              <a:rPr lang="ja-JP" altLang="en-US" dirty="0"/>
              <a:t>私たちが最初に作った</a:t>
            </a:r>
            <a:r>
              <a:rPr lang="en-US" altLang="ja-JP" dirty="0"/>
              <a:t>Hello.java</a:t>
            </a:r>
            <a:r>
              <a:rPr lang="ja-JP" altLang="en-US" dirty="0"/>
              <a:t>はこのように書きました。</a:t>
            </a:r>
          </a:p>
          <a:p>
            <a:pPr marL="96838" indent="0">
              <a:buNone/>
            </a:pPr>
            <a:endParaRPr lang="ja-JP" altLang="en-US" dirty="0"/>
          </a:p>
        </p:txBody>
      </p:sp>
      <p:sp>
        <p:nvSpPr>
          <p:cNvPr id="10" name="Google Shape;172;p19">
            <a:extLst>
              <a:ext uri="{FF2B5EF4-FFF2-40B4-BE49-F238E27FC236}">
                <a16:creationId xmlns:a16="http://schemas.microsoft.com/office/drawing/2014/main" id="{595D7F78-A75B-4BA2-A4C1-79D18599BC88}"/>
              </a:ext>
            </a:extLst>
          </p:cNvPr>
          <p:cNvSpPr/>
          <p:nvPr/>
        </p:nvSpPr>
        <p:spPr>
          <a:xfrm>
            <a:off x="733966" y="1133359"/>
            <a:ext cx="7990860" cy="1162654"/>
          </a:xfrm>
          <a:prstGeom prst="rect">
            <a:avLst/>
          </a:prstGeom>
          <a:solidFill>
            <a:schemeClr val="bg1"/>
          </a:solidFill>
          <a:ln w="12700" cap="flat" cmpd="sng">
            <a:no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r>
              <a:rPr lang="ja-JP" sz="1400" dirty="0">
                <a:solidFill>
                  <a:schemeClr val="dk1"/>
                </a:solidFill>
                <a:cs typeface="MS Gothic"/>
                <a:sym typeface="MS Gothic"/>
              </a:rPr>
              <a:t>public class </a:t>
            </a:r>
            <a:r>
              <a:rPr lang="en-US" altLang="ja-JP" sz="1400" dirty="0">
                <a:solidFill>
                  <a:schemeClr val="dk1"/>
                </a:solidFill>
                <a:cs typeface="MS Gothic"/>
                <a:sym typeface="MS Gothic"/>
              </a:rPr>
              <a:t>Hello </a:t>
            </a:r>
            <a:r>
              <a:rPr lang="ja-JP" sz="1400" dirty="0">
                <a:solidFill>
                  <a:schemeClr val="dk1"/>
                </a:solidFill>
                <a:cs typeface="MS Gothic"/>
                <a:sym typeface="MS Gothic"/>
              </a:rPr>
              <a:t>{</a:t>
            </a:r>
            <a:endParaRPr lang="en-US" altLang="ja-JP" sz="1400" dirty="0">
              <a:solidFill>
                <a:schemeClr val="dk1"/>
              </a:solidFill>
              <a:cs typeface="MS Gothic"/>
              <a:sym typeface="MS Gothic"/>
            </a:endParaRPr>
          </a:p>
          <a:p>
            <a:pPr marL="0" marR="0" lvl="0" indent="0" algn="l" rtl="0">
              <a:spcBef>
                <a:spcPts val="0"/>
              </a:spcBef>
              <a:spcAft>
                <a:spcPts val="0"/>
              </a:spcAft>
              <a:buNone/>
            </a:pPr>
            <a:r>
              <a:rPr lang="en-US" altLang="ja-JP" sz="1400" dirty="0">
                <a:solidFill>
                  <a:schemeClr val="dk1"/>
                </a:solidFill>
                <a:cs typeface="MS Gothic"/>
                <a:sym typeface="MS Gothic"/>
              </a:rPr>
              <a:t>    public </a:t>
            </a:r>
            <a:r>
              <a:rPr lang="en-US" altLang="ja-JP" sz="1400" b="1" dirty="0">
                <a:solidFill>
                  <a:srgbClr val="C00000"/>
                </a:solidFill>
                <a:cs typeface="MS Gothic"/>
                <a:sym typeface="MS Gothic"/>
              </a:rPr>
              <a:t>static</a:t>
            </a:r>
            <a:r>
              <a:rPr lang="en-US" altLang="ja-JP" sz="1400" dirty="0">
                <a:solidFill>
                  <a:schemeClr val="dk1"/>
                </a:solidFill>
                <a:cs typeface="MS Gothic"/>
                <a:sym typeface="MS Gothic"/>
              </a:rPr>
              <a:t> void</a:t>
            </a:r>
            <a:r>
              <a:rPr lang="ja-JP" altLang="en-US" sz="1400" dirty="0">
                <a:solidFill>
                  <a:schemeClr val="dk1"/>
                </a:solidFill>
                <a:cs typeface="MS Gothic"/>
                <a:sym typeface="MS Gothic"/>
              </a:rPr>
              <a:t> </a:t>
            </a:r>
            <a:r>
              <a:rPr lang="en-US" altLang="ja-JP" sz="1400" dirty="0">
                <a:solidFill>
                  <a:schemeClr val="dk1"/>
                </a:solidFill>
                <a:cs typeface="MS Gothic"/>
                <a:sym typeface="MS Gothic"/>
              </a:rPr>
              <a:t>main(String[] </a:t>
            </a:r>
            <a:r>
              <a:rPr lang="en-US" altLang="ja-JP" sz="1400" dirty="0" err="1">
                <a:solidFill>
                  <a:schemeClr val="dk1"/>
                </a:solidFill>
                <a:cs typeface="MS Gothic"/>
                <a:sym typeface="MS Gothic"/>
              </a:rPr>
              <a:t>args</a:t>
            </a:r>
            <a:r>
              <a:rPr lang="en-US" altLang="ja-JP" sz="1400" dirty="0">
                <a:solidFill>
                  <a:schemeClr val="dk1"/>
                </a:solidFill>
                <a:cs typeface="MS Gothic"/>
                <a:sym typeface="MS Gothic"/>
              </a:rPr>
              <a:t>)</a:t>
            </a:r>
            <a:r>
              <a:rPr lang="ja-JP" altLang="en-US" sz="1400" dirty="0">
                <a:solidFill>
                  <a:schemeClr val="dk1"/>
                </a:solidFill>
                <a:cs typeface="MS Gothic"/>
                <a:sym typeface="MS Gothic"/>
              </a:rPr>
              <a:t> </a:t>
            </a:r>
            <a:r>
              <a:rPr lang="en-US" altLang="ja-JP" sz="1400" dirty="0">
                <a:solidFill>
                  <a:schemeClr val="dk1"/>
                </a:solidFill>
                <a:cs typeface="MS Gothic"/>
                <a:sym typeface="MS Gothic"/>
              </a:rPr>
              <a:t>{</a:t>
            </a:r>
          </a:p>
          <a:p>
            <a:pPr marL="0" marR="0" lvl="0" indent="0" algn="l" rtl="0">
              <a:spcBef>
                <a:spcPts val="0"/>
              </a:spcBef>
              <a:spcAft>
                <a:spcPts val="0"/>
              </a:spcAft>
              <a:buNone/>
            </a:pPr>
            <a:r>
              <a:rPr lang="en-US" altLang="ja-JP" sz="1400" dirty="0">
                <a:solidFill>
                  <a:schemeClr val="dk1"/>
                </a:solidFill>
                <a:cs typeface="MS Gothic"/>
                <a:sym typeface="MS Gothic"/>
              </a:rPr>
              <a:t>        </a:t>
            </a:r>
            <a:r>
              <a:rPr lang="en-US" altLang="ja-JP" sz="1400" dirty="0" err="1">
                <a:solidFill>
                  <a:schemeClr val="dk1"/>
                </a:solidFill>
                <a:cs typeface="MS Gothic"/>
                <a:sym typeface="MS Gothic"/>
              </a:rPr>
              <a:t>System.out.prinln</a:t>
            </a:r>
            <a:r>
              <a:rPr lang="en-US" altLang="ja-JP" sz="1400" dirty="0">
                <a:solidFill>
                  <a:schemeClr val="dk1"/>
                </a:solidFill>
                <a:cs typeface="MS Gothic"/>
                <a:sym typeface="MS Gothic"/>
              </a:rPr>
              <a:t>(</a:t>
            </a:r>
            <a:r>
              <a:rPr lang="en-US" altLang="ja-JP" sz="1400" dirty="0">
                <a:cs typeface="MS Gothic"/>
                <a:sym typeface="MS Gothic"/>
              </a:rPr>
              <a:t>"Hello"</a:t>
            </a:r>
            <a:r>
              <a:rPr lang="en-US" altLang="ja-JP" sz="1400" dirty="0">
                <a:solidFill>
                  <a:schemeClr val="dk1"/>
                </a:solidFill>
                <a:cs typeface="MS Gothic"/>
                <a:sym typeface="MS Gothic"/>
              </a:rPr>
              <a:t>);</a:t>
            </a:r>
          </a:p>
          <a:p>
            <a:r>
              <a:rPr lang="en-US" altLang="ja-JP" sz="1400" dirty="0">
                <a:solidFill>
                  <a:schemeClr val="dk1"/>
                </a:solidFill>
                <a:cs typeface="MS Gothic"/>
                <a:sym typeface="MS Gothic"/>
              </a:rPr>
              <a:t>    }</a:t>
            </a:r>
            <a:endParaRPr lang="ja-JP" altLang="en-US" sz="1400" dirty="0">
              <a:solidFill>
                <a:schemeClr val="dk1"/>
              </a:solidFill>
              <a:cs typeface="MS Gothic"/>
              <a:sym typeface="MS Gothic"/>
            </a:endParaRPr>
          </a:p>
          <a:p>
            <a:r>
              <a:rPr lang="ja-JP" sz="1400" dirty="0">
                <a:solidFill>
                  <a:schemeClr val="dk1"/>
                </a:solidFill>
                <a:cs typeface="MS Gothic"/>
                <a:sym typeface="MS Gothic"/>
              </a:rPr>
              <a:t>}</a:t>
            </a:r>
            <a:endParaRPr sz="1400" dirty="0">
              <a:solidFill>
                <a:schemeClr val="dk1"/>
              </a:solidFill>
              <a:cs typeface="MS Gothic"/>
              <a:sym typeface="MS Gothic"/>
            </a:endParaRPr>
          </a:p>
        </p:txBody>
      </p:sp>
      <p:sp>
        <p:nvSpPr>
          <p:cNvPr id="11" name="テキスト プレースホルダー 7">
            <a:extLst>
              <a:ext uri="{FF2B5EF4-FFF2-40B4-BE49-F238E27FC236}">
                <a16:creationId xmlns:a16="http://schemas.microsoft.com/office/drawing/2014/main" id="{0B4CAB3C-A21C-4C4D-A5DA-11249B851CF6}"/>
              </a:ext>
            </a:extLst>
          </p:cNvPr>
          <p:cNvSpPr txBox="1">
            <a:spLocks/>
          </p:cNvSpPr>
          <p:nvPr/>
        </p:nvSpPr>
        <p:spPr>
          <a:xfrm>
            <a:off x="462875" y="2349400"/>
            <a:ext cx="8216900" cy="2462879"/>
          </a:xfrm>
          <a:prstGeom prst="rect">
            <a:avLst/>
          </a:prstGeom>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en-US" altLang="ja-JP" dirty="0"/>
              <a:t>Hello</a:t>
            </a:r>
            <a:r>
              <a:rPr lang="ja-JP" altLang="en-US" dirty="0"/>
              <a:t>クラスは</a:t>
            </a:r>
            <a:r>
              <a:rPr lang="en-US" altLang="ja-JP" dirty="0"/>
              <a:t>JVM</a:t>
            </a:r>
            <a:r>
              <a:rPr lang="ja-JP" altLang="en-US" dirty="0"/>
              <a:t>から呼び出されますが、</a:t>
            </a:r>
            <a:r>
              <a:rPr lang="en-US" altLang="ja-JP" dirty="0"/>
              <a:t>main</a:t>
            </a:r>
            <a:r>
              <a:rPr lang="ja-JP" altLang="en-US" dirty="0"/>
              <a:t>メソッドに</a:t>
            </a:r>
            <a:r>
              <a:rPr lang="en-US" altLang="ja-JP" b="1" dirty="0">
                <a:solidFill>
                  <a:srgbClr val="C00000"/>
                </a:solidFill>
              </a:rPr>
              <a:t>static</a:t>
            </a:r>
            <a:r>
              <a:rPr lang="ja-JP" altLang="en-US" dirty="0"/>
              <a:t>が付いているおかげで</a:t>
            </a:r>
            <a:r>
              <a:rPr lang="en-US" altLang="ja-JP" dirty="0"/>
              <a:t>Hello</a:t>
            </a:r>
            <a:r>
              <a:rPr lang="ja-JP" altLang="en-US" dirty="0"/>
              <a:t>クラスの</a:t>
            </a:r>
            <a:r>
              <a:rPr lang="ja-JP" altLang="en-US" b="1" dirty="0">
                <a:solidFill>
                  <a:srgbClr val="C00000"/>
                </a:solidFill>
              </a:rPr>
              <a:t>インスタンスを作ることなく</a:t>
            </a:r>
            <a:r>
              <a:rPr lang="ja-JP" altLang="en-US" dirty="0"/>
              <a:t>呼び出すことができているのです。</a:t>
            </a:r>
          </a:p>
          <a:p>
            <a:pPr marL="96838" indent="0">
              <a:buFont typeface="Arial" panose="020B0604020202020204" pitchFamily="34" charset="0"/>
              <a:buNone/>
            </a:pPr>
            <a:r>
              <a:rPr lang="ja-JP" altLang="en-US" dirty="0"/>
              <a:t>また、</a:t>
            </a:r>
            <a:r>
              <a:rPr lang="en-US" altLang="ja-JP" dirty="0"/>
              <a:t>Integer</a:t>
            </a:r>
            <a:r>
              <a:rPr lang="ja-JP" altLang="en-US" dirty="0"/>
              <a:t>クラスの</a:t>
            </a:r>
            <a:r>
              <a:rPr lang="en-US" altLang="ja-JP" b="1" dirty="0" err="1">
                <a:solidFill>
                  <a:srgbClr val="C00000"/>
                </a:solidFill>
              </a:rPr>
              <a:t>parseInt</a:t>
            </a:r>
            <a:r>
              <a:rPr lang="en-US" altLang="ja-JP" b="1" dirty="0">
                <a:solidFill>
                  <a:srgbClr val="C00000"/>
                </a:solidFill>
              </a:rPr>
              <a:t>()</a:t>
            </a:r>
            <a:r>
              <a:rPr lang="ja-JP" altLang="en-US" b="1" dirty="0">
                <a:solidFill>
                  <a:srgbClr val="C00000"/>
                </a:solidFill>
              </a:rPr>
              <a:t>メソッド</a:t>
            </a:r>
            <a:r>
              <a:rPr lang="ja-JP" altLang="en-US" dirty="0"/>
              <a:t>はクラス名</a:t>
            </a:r>
            <a:r>
              <a:rPr lang="en-US" altLang="ja-JP" dirty="0"/>
              <a:t>.</a:t>
            </a:r>
            <a:r>
              <a:rPr lang="ja-JP" altLang="en-US" dirty="0"/>
              <a:t>メソッド名</a:t>
            </a:r>
            <a:r>
              <a:rPr lang="en-US" altLang="ja-JP" dirty="0"/>
              <a:t>()</a:t>
            </a:r>
            <a:r>
              <a:rPr lang="ja-JP" altLang="en-US" dirty="0"/>
              <a:t>で呼び出せているので</a:t>
            </a:r>
            <a:r>
              <a:rPr lang="ja-JP" altLang="en-US" b="1" dirty="0">
                <a:solidFill>
                  <a:srgbClr val="C00000"/>
                </a:solidFill>
              </a:rPr>
              <a:t>静的メソッド</a:t>
            </a:r>
            <a:r>
              <a:rPr lang="ja-JP" altLang="en-US" dirty="0"/>
              <a:t>です。静的メソッドなので</a:t>
            </a:r>
            <a:r>
              <a:rPr lang="en-US" altLang="ja-JP" dirty="0"/>
              <a:t>Integer</a:t>
            </a:r>
            <a:r>
              <a:rPr lang="ja-JP" altLang="en-US" dirty="0"/>
              <a:t>クラスのインスタンスを作らなくてもメソッドの呼び出しができています。</a:t>
            </a:r>
          </a:p>
        </p:txBody>
      </p:sp>
    </p:spTree>
    <p:extLst>
      <p:ext uri="{BB962C8B-B14F-4D97-AF65-F5344CB8AC3E}">
        <p14:creationId xmlns:p14="http://schemas.microsoft.com/office/powerpoint/2010/main" val="58056055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DE764CD8-0B12-484E-890C-8A5A26296D13}"/>
              </a:ext>
            </a:extLst>
          </p:cNvPr>
          <p:cNvSpPr>
            <a:spLocks noGrp="1"/>
          </p:cNvSpPr>
          <p:nvPr>
            <p:ph type="ftr" sz="quarter" idx="11"/>
          </p:nvPr>
        </p:nvSpPr>
        <p:spPr/>
        <p:txBody>
          <a:bodyPr/>
          <a:lstStyle/>
          <a:p>
            <a:r>
              <a:rPr kumimoji="1" lang="en-US" altLang="ja-JP"/>
              <a:t>copyright ©ITCollege All Rights Reserved</a:t>
            </a:r>
            <a:endParaRPr kumimoji="1" lang="ja-JP" altLang="en-US" dirty="0">
              <a:latin typeface="+mn-ea"/>
            </a:endParaRPr>
          </a:p>
        </p:txBody>
      </p:sp>
      <p:sp>
        <p:nvSpPr>
          <p:cNvPr id="7" name="タイトル 6">
            <a:extLst>
              <a:ext uri="{FF2B5EF4-FFF2-40B4-BE49-F238E27FC236}">
                <a16:creationId xmlns:a16="http://schemas.microsoft.com/office/drawing/2014/main" id="{9630AD22-E64D-4A96-B059-2AF9F6580C25}"/>
              </a:ext>
            </a:extLst>
          </p:cNvPr>
          <p:cNvSpPr>
            <a:spLocks noGrp="1"/>
          </p:cNvSpPr>
          <p:nvPr>
            <p:ph type="ctrTitle"/>
          </p:nvPr>
        </p:nvSpPr>
        <p:spPr/>
        <p:txBody>
          <a:bodyPr/>
          <a:lstStyle/>
          <a:p>
            <a:r>
              <a:rPr lang="ja-JP" altLang="en-US" dirty="0"/>
              <a:t>静的メンバ</a:t>
            </a:r>
          </a:p>
        </p:txBody>
      </p:sp>
      <p:sp>
        <p:nvSpPr>
          <p:cNvPr id="5" name="スライド番号プレースホルダー 4">
            <a:extLst>
              <a:ext uri="{FF2B5EF4-FFF2-40B4-BE49-F238E27FC236}">
                <a16:creationId xmlns:a16="http://schemas.microsoft.com/office/drawing/2014/main" id="{433B62C4-B6B9-4622-B802-69C25D6F2A49}"/>
              </a:ext>
            </a:extLst>
          </p:cNvPr>
          <p:cNvSpPr>
            <a:spLocks noGrp="1"/>
          </p:cNvSpPr>
          <p:nvPr>
            <p:ph type="sldNum" sz="quarter" idx="4"/>
          </p:nvPr>
        </p:nvSpPr>
        <p:spPr/>
        <p:txBody>
          <a:bodyPr/>
          <a:lstStyle/>
          <a:p>
            <a:fld id="{00000000-1234-1234-1234-123412341234}" type="slidenum">
              <a:rPr lang="en" smtClean="0"/>
              <a:pPr/>
              <a:t>41</a:t>
            </a:fld>
            <a:endParaRPr lang="en" dirty="0">
              <a:latin typeface="+mn-ea"/>
            </a:endParaRPr>
          </a:p>
        </p:txBody>
      </p:sp>
      <p:sp>
        <p:nvSpPr>
          <p:cNvPr id="8" name="テキスト プレースホルダー 7">
            <a:extLst>
              <a:ext uri="{FF2B5EF4-FFF2-40B4-BE49-F238E27FC236}">
                <a16:creationId xmlns:a16="http://schemas.microsoft.com/office/drawing/2014/main" id="{787CF02A-01AB-4517-BA3E-25572FA82648}"/>
              </a:ext>
            </a:extLst>
          </p:cNvPr>
          <p:cNvSpPr>
            <a:spLocks noGrp="1"/>
          </p:cNvSpPr>
          <p:nvPr>
            <p:ph type="body" sz="quarter" idx="14"/>
          </p:nvPr>
        </p:nvSpPr>
        <p:spPr>
          <a:xfrm>
            <a:off x="462875" y="859491"/>
            <a:ext cx="8216900" cy="3923524"/>
          </a:xfrm>
        </p:spPr>
        <p:txBody>
          <a:bodyPr/>
          <a:lstStyle/>
          <a:p>
            <a:pPr marL="96838" indent="0">
              <a:buNone/>
            </a:pPr>
            <a:r>
              <a:rPr lang="ja-JP" altLang="en-US" dirty="0"/>
              <a:t>まとめてみましょう。</a:t>
            </a:r>
            <a:endParaRPr lang="en-US" altLang="ja-JP" dirty="0"/>
          </a:p>
          <a:p>
            <a:pPr marL="96838" indent="0">
              <a:buNone/>
            </a:pPr>
            <a:endParaRPr lang="ja-JP" altLang="en-US" dirty="0"/>
          </a:p>
        </p:txBody>
      </p:sp>
      <p:graphicFrame>
        <p:nvGraphicFramePr>
          <p:cNvPr id="2" name="表 2">
            <a:extLst>
              <a:ext uri="{FF2B5EF4-FFF2-40B4-BE49-F238E27FC236}">
                <a16:creationId xmlns:a16="http://schemas.microsoft.com/office/drawing/2014/main" id="{D873A3E2-3E92-41F2-ACF5-C2097848D7B4}"/>
              </a:ext>
            </a:extLst>
          </p:cNvPr>
          <p:cNvGraphicFramePr>
            <a:graphicFrameLocks noGrp="1"/>
          </p:cNvGraphicFramePr>
          <p:nvPr/>
        </p:nvGraphicFramePr>
        <p:xfrm>
          <a:off x="783135" y="1233893"/>
          <a:ext cx="7606652" cy="3392324"/>
        </p:xfrm>
        <a:graphic>
          <a:graphicData uri="http://schemas.openxmlformats.org/drawingml/2006/table">
            <a:tbl>
              <a:tblPr firstRow="1" bandRow="1">
                <a:tableStyleId>{CDAC1B92-06B8-4DD9-B31C-A81573C5778B}</a:tableStyleId>
              </a:tblPr>
              <a:tblGrid>
                <a:gridCol w="1682315">
                  <a:extLst>
                    <a:ext uri="{9D8B030D-6E8A-4147-A177-3AD203B41FA5}">
                      <a16:colId xmlns:a16="http://schemas.microsoft.com/office/drawing/2014/main" val="2375689984"/>
                    </a:ext>
                  </a:extLst>
                </a:gridCol>
                <a:gridCol w="2857349">
                  <a:extLst>
                    <a:ext uri="{9D8B030D-6E8A-4147-A177-3AD203B41FA5}">
                      <a16:colId xmlns:a16="http://schemas.microsoft.com/office/drawing/2014/main" val="650623024"/>
                    </a:ext>
                  </a:extLst>
                </a:gridCol>
                <a:gridCol w="3066988">
                  <a:extLst>
                    <a:ext uri="{9D8B030D-6E8A-4147-A177-3AD203B41FA5}">
                      <a16:colId xmlns:a16="http://schemas.microsoft.com/office/drawing/2014/main" val="3685467942"/>
                    </a:ext>
                  </a:extLst>
                </a:gridCol>
              </a:tblGrid>
              <a:tr h="339802">
                <a:tc>
                  <a:txBody>
                    <a:bodyPr/>
                    <a:lstStyle/>
                    <a:p>
                      <a:r>
                        <a:rPr kumimoji="1" lang="en-US" altLang="ja-JP" sz="1400" dirty="0">
                          <a:latin typeface="+mn-lt"/>
                        </a:rPr>
                        <a:t>static</a:t>
                      </a:r>
                      <a:endParaRPr kumimoji="1" lang="ja-JP" altLang="en-US" sz="1400" dirty="0">
                        <a:latin typeface="+mn-lt"/>
                      </a:endParaRPr>
                    </a:p>
                  </a:txBody>
                  <a:tcPr/>
                </a:tc>
                <a:tc>
                  <a:txBody>
                    <a:bodyPr/>
                    <a:lstStyle/>
                    <a:p>
                      <a:pPr algn="ctr"/>
                      <a:r>
                        <a:rPr kumimoji="1" lang="ja-JP" altLang="en-US" sz="1400" dirty="0">
                          <a:latin typeface="+mn-lt"/>
                        </a:rPr>
                        <a:t>あり</a:t>
                      </a:r>
                    </a:p>
                  </a:txBody>
                  <a:tcPr/>
                </a:tc>
                <a:tc>
                  <a:txBody>
                    <a:bodyPr/>
                    <a:lstStyle/>
                    <a:p>
                      <a:pPr algn="ctr"/>
                      <a:r>
                        <a:rPr kumimoji="1" lang="ja-JP" altLang="en-US" sz="1400" dirty="0">
                          <a:latin typeface="+mn-lt"/>
                        </a:rPr>
                        <a:t>なし</a:t>
                      </a:r>
                    </a:p>
                  </a:txBody>
                  <a:tcPr/>
                </a:tc>
                <a:extLst>
                  <a:ext uri="{0D108BD9-81ED-4DB2-BD59-A6C34878D82A}">
                    <a16:rowId xmlns:a16="http://schemas.microsoft.com/office/drawing/2014/main" val="2934346686"/>
                  </a:ext>
                </a:extLst>
              </a:tr>
              <a:tr h="491448">
                <a:tc>
                  <a:txBody>
                    <a:bodyPr/>
                    <a:lstStyle/>
                    <a:p>
                      <a:r>
                        <a:rPr kumimoji="1" lang="ja-JP" altLang="en-US" sz="1400" dirty="0">
                          <a:latin typeface="+mn-lt"/>
                        </a:rPr>
                        <a:t>名称</a:t>
                      </a:r>
                    </a:p>
                  </a:txBody>
                  <a:tcPr/>
                </a:tc>
                <a:tc>
                  <a:txBody>
                    <a:bodyPr/>
                    <a:lstStyle/>
                    <a:p>
                      <a:r>
                        <a:rPr kumimoji="1" lang="ja-JP" altLang="en-US" sz="1400" dirty="0">
                          <a:latin typeface="+mn-lt"/>
                        </a:rPr>
                        <a:t>クラスフィールド</a:t>
                      </a:r>
                      <a:br>
                        <a:rPr kumimoji="1" lang="ja-JP" altLang="en-US" sz="1400" dirty="0">
                          <a:latin typeface="+mn-lt"/>
                        </a:rPr>
                      </a:br>
                      <a:r>
                        <a:rPr kumimoji="1" lang="ja-JP" altLang="en-US" sz="1400" dirty="0">
                          <a:latin typeface="+mn-lt"/>
                        </a:rPr>
                        <a:t>クラスメソッド</a:t>
                      </a:r>
                    </a:p>
                  </a:txBody>
                  <a:tcPr/>
                </a:tc>
                <a:tc>
                  <a:txBody>
                    <a:bodyPr/>
                    <a:lstStyle/>
                    <a:p>
                      <a:r>
                        <a:rPr kumimoji="1" lang="ja-JP" altLang="en-US" sz="1400" dirty="0">
                          <a:latin typeface="+mn-lt"/>
                        </a:rPr>
                        <a:t>インスタンスフィールド</a:t>
                      </a:r>
                      <a:br>
                        <a:rPr kumimoji="1" lang="en-US" altLang="ja-JP" sz="1400" dirty="0">
                          <a:latin typeface="+mn-lt"/>
                        </a:rPr>
                      </a:br>
                      <a:r>
                        <a:rPr kumimoji="1" lang="ja-JP" altLang="en-US" sz="1400" dirty="0">
                          <a:latin typeface="+mn-lt"/>
                        </a:rPr>
                        <a:t>インスタンスメソッド</a:t>
                      </a:r>
                    </a:p>
                  </a:txBody>
                  <a:tcPr/>
                </a:tc>
                <a:extLst>
                  <a:ext uri="{0D108BD9-81ED-4DB2-BD59-A6C34878D82A}">
                    <a16:rowId xmlns:a16="http://schemas.microsoft.com/office/drawing/2014/main" val="572425674"/>
                  </a:ext>
                </a:extLst>
              </a:tr>
              <a:tr h="339802">
                <a:tc>
                  <a:txBody>
                    <a:bodyPr/>
                    <a:lstStyle/>
                    <a:p>
                      <a:r>
                        <a:rPr kumimoji="1" lang="ja-JP" altLang="en-US" sz="1400" dirty="0">
                          <a:latin typeface="+mn-lt"/>
                        </a:rPr>
                        <a:t>特徴</a:t>
                      </a:r>
                    </a:p>
                  </a:txBody>
                  <a:tcPr/>
                </a:tc>
                <a:tc>
                  <a:txBody>
                    <a:bodyPr/>
                    <a:lstStyle/>
                    <a:p>
                      <a:r>
                        <a:rPr kumimoji="1" lang="ja-JP" altLang="en-US" sz="1400" dirty="0">
                          <a:latin typeface="+mn-lt"/>
                        </a:rPr>
                        <a:t>クラスに</a:t>
                      </a:r>
                      <a:r>
                        <a:rPr kumimoji="1" lang="en-US" altLang="ja-JP" sz="1400" dirty="0">
                          <a:latin typeface="+mn-lt"/>
                        </a:rPr>
                        <a:t>1</a:t>
                      </a:r>
                      <a:r>
                        <a:rPr kumimoji="1" lang="ja-JP" altLang="en-US" sz="1400" dirty="0">
                          <a:latin typeface="+mn-lt"/>
                        </a:rPr>
                        <a:t>つだけできる</a:t>
                      </a:r>
                    </a:p>
                  </a:txBody>
                  <a:tcPr/>
                </a:tc>
                <a:tc>
                  <a:txBody>
                    <a:bodyPr/>
                    <a:lstStyle/>
                    <a:p>
                      <a:r>
                        <a:rPr kumimoji="1" lang="ja-JP" altLang="en-US" sz="1400" dirty="0">
                          <a:latin typeface="+mn-lt"/>
                        </a:rPr>
                        <a:t>それぞれのインスタンスにできる</a:t>
                      </a:r>
                    </a:p>
                  </a:txBody>
                  <a:tcPr/>
                </a:tc>
                <a:extLst>
                  <a:ext uri="{0D108BD9-81ED-4DB2-BD59-A6C34878D82A}">
                    <a16:rowId xmlns:a16="http://schemas.microsoft.com/office/drawing/2014/main" val="2229983519"/>
                  </a:ext>
                </a:extLst>
              </a:tr>
              <a:tr h="491448">
                <a:tc>
                  <a:txBody>
                    <a:bodyPr/>
                    <a:lstStyle/>
                    <a:p>
                      <a:r>
                        <a:rPr kumimoji="1" lang="ja-JP" altLang="en-US" sz="1400" dirty="0">
                          <a:latin typeface="+mn-lt"/>
                        </a:rPr>
                        <a:t>使い方</a:t>
                      </a:r>
                    </a:p>
                  </a:txBody>
                  <a:tcPr/>
                </a:tc>
                <a:tc>
                  <a:txBody>
                    <a:bodyPr/>
                    <a:lstStyle/>
                    <a:p>
                      <a:r>
                        <a:rPr kumimoji="1" lang="ja-JP" altLang="en-US" sz="1400" dirty="0">
                          <a:latin typeface="+mn-lt"/>
                        </a:rPr>
                        <a:t>クラス名</a:t>
                      </a:r>
                      <a:r>
                        <a:rPr kumimoji="1" lang="en-US" altLang="ja-JP" sz="1400" dirty="0">
                          <a:latin typeface="+mn-lt"/>
                        </a:rPr>
                        <a:t>.</a:t>
                      </a:r>
                      <a:r>
                        <a:rPr kumimoji="1" lang="ja-JP" altLang="en-US" sz="1400" dirty="0">
                          <a:latin typeface="+mn-lt"/>
                        </a:rPr>
                        <a:t>フィールド名</a:t>
                      </a:r>
                      <a:br>
                        <a:rPr kumimoji="1" lang="ja-JP" altLang="en-US" sz="1400" dirty="0">
                          <a:latin typeface="+mn-lt"/>
                        </a:rPr>
                      </a:br>
                      <a:r>
                        <a:rPr kumimoji="1" lang="ja-JP" altLang="en-US" sz="1400" dirty="0">
                          <a:latin typeface="+mn-lt"/>
                        </a:rPr>
                        <a:t>クラス名</a:t>
                      </a:r>
                      <a:r>
                        <a:rPr kumimoji="1" lang="en-US" altLang="ja-JP" sz="1400" dirty="0">
                          <a:latin typeface="+mn-lt"/>
                        </a:rPr>
                        <a:t>.</a:t>
                      </a:r>
                      <a:r>
                        <a:rPr kumimoji="1" lang="ja-JP" altLang="en-US" sz="1400" dirty="0">
                          <a:latin typeface="+mn-lt"/>
                        </a:rPr>
                        <a:t>メソッド名</a:t>
                      </a:r>
                      <a:r>
                        <a:rPr kumimoji="1" lang="en-US" altLang="ja-JP" sz="1400" dirty="0">
                          <a:latin typeface="+mn-lt"/>
                        </a:rPr>
                        <a:t>()</a:t>
                      </a:r>
                      <a:endParaRPr kumimoji="1" lang="ja-JP" altLang="en-US" sz="1400" dirty="0">
                        <a:latin typeface="+mn-lt"/>
                      </a:endParaRP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1" lang="ja-JP" altLang="en-US" sz="1400" kern="1200" dirty="0">
                          <a:solidFill>
                            <a:srgbClr val="000000"/>
                          </a:solidFill>
                          <a:latin typeface="+mn-lt"/>
                          <a:ea typeface="Arial"/>
                          <a:cs typeface="Arial"/>
                        </a:rPr>
                        <a:t>変数名</a:t>
                      </a:r>
                      <a:r>
                        <a:rPr kumimoji="1" lang="en-US" altLang="ja-JP" sz="1400" kern="1200" dirty="0">
                          <a:solidFill>
                            <a:srgbClr val="000000"/>
                          </a:solidFill>
                          <a:latin typeface="+mn-lt"/>
                          <a:ea typeface="Arial"/>
                          <a:cs typeface="Arial"/>
                        </a:rPr>
                        <a:t>.</a:t>
                      </a:r>
                      <a:r>
                        <a:rPr kumimoji="1" lang="ja-JP" altLang="en-US" sz="1400" kern="1200" dirty="0">
                          <a:solidFill>
                            <a:srgbClr val="000000"/>
                          </a:solidFill>
                          <a:latin typeface="+mn-lt"/>
                          <a:ea typeface="Arial"/>
                          <a:cs typeface="Arial"/>
                        </a:rPr>
                        <a:t>フィールド名</a:t>
                      </a:r>
                      <a:br>
                        <a:rPr kumimoji="1" lang="ja-JP" altLang="en-US" sz="1400" kern="1200" dirty="0">
                          <a:solidFill>
                            <a:srgbClr val="000000"/>
                          </a:solidFill>
                          <a:latin typeface="+mn-lt"/>
                          <a:ea typeface="Arial"/>
                          <a:cs typeface="Arial"/>
                        </a:rPr>
                      </a:br>
                      <a:r>
                        <a:rPr kumimoji="1" lang="ja-JP" altLang="en-US" sz="1400" kern="1200" dirty="0">
                          <a:solidFill>
                            <a:srgbClr val="000000"/>
                          </a:solidFill>
                          <a:latin typeface="+mn-lt"/>
                          <a:ea typeface="Arial"/>
                          <a:cs typeface="Arial"/>
                        </a:rPr>
                        <a:t>変数名</a:t>
                      </a:r>
                      <a:r>
                        <a:rPr kumimoji="1" lang="en-US" altLang="ja-JP" sz="1400" kern="1200" dirty="0">
                          <a:solidFill>
                            <a:srgbClr val="000000"/>
                          </a:solidFill>
                          <a:latin typeface="+mn-lt"/>
                          <a:ea typeface="Arial"/>
                          <a:cs typeface="Arial"/>
                        </a:rPr>
                        <a:t>.</a:t>
                      </a:r>
                      <a:r>
                        <a:rPr kumimoji="1" lang="ja-JP" altLang="en-US" sz="1400" kern="1200" dirty="0">
                          <a:solidFill>
                            <a:srgbClr val="000000"/>
                          </a:solidFill>
                          <a:latin typeface="+mn-lt"/>
                          <a:ea typeface="Arial"/>
                          <a:cs typeface="Arial"/>
                        </a:rPr>
                        <a:t>メソッド名</a:t>
                      </a:r>
                      <a:r>
                        <a:rPr kumimoji="1" lang="en-US" altLang="ja-JP" sz="1400" kern="1200" dirty="0">
                          <a:solidFill>
                            <a:srgbClr val="000000"/>
                          </a:solidFill>
                          <a:latin typeface="+mn-lt"/>
                          <a:ea typeface="Arial"/>
                          <a:cs typeface="Arial"/>
                        </a:rPr>
                        <a:t>()</a:t>
                      </a:r>
                      <a:endParaRPr kumimoji="1" lang="ja-JP" altLang="en-US" sz="1400" kern="1200" dirty="0">
                        <a:solidFill>
                          <a:srgbClr val="000000"/>
                        </a:solidFill>
                        <a:latin typeface="+mn-lt"/>
                        <a:ea typeface="Arial"/>
                        <a:cs typeface="Arial"/>
                      </a:endParaRPr>
                    </a:p>
                  </a:txBody>
                  <a:tcPr/>
                </a:tc>
                <a:extLst>
                  <a:ext uri="{0D108BD9-81ED-4DB2-BD59-A6C34878D82A}">
                    <a16:rowId xmlns:a16="http://schemas.microsoft.com/office/drawing/2014/main" val="2066683350"/>
                  </a:ext>
                </a:extLst>
              </a:tr>
              <a:tr h="491448">
                <a:tc>
                  <a:txBody>
                    <a:bodyPr/>
                    <a:lstStyle/>
                    <a:p>
                      <a:r>
                        <a:rPr kumimoji="1" lang="ja-JP" altLang="en-US" sz="1400" dirty="0">
                          <a:latin typeface="+mn-lt"/>
                        </a:rPr>
                        <a:t>インスタンス</a:t>
                      </a:r>
                    </a:p>
                  </a:txBody>
                  <a:tcPr/>
                </a:tc>
                <a:tc>
                  <a:txBody>
                    <a:bodyPr/>
                    <a:lstStyle/>
                    <a:p>
                      <a:r>
                        <a:rPr kumimoji="1" lang="ja-JP" altLang="en-US" sz="1400" dirty="0">
                          <a:latin typeface="+mn-lt"/>
                        </a:rPr>
                        <a:t>作成不要</a:t>
                      </a:r>
                    </a:p>
                  </a:txBody>
                  <a:tcPr/>
                </a:tc>
                <a:tc>
                  <a:txBody>
                    <a:bodyPr/>
                    <a:lstStyle/>
                    <a:p>
                      <a:r>
                        <a:rPr kumimoji="1" lang="ja-JP" altLang="en-US" sz="1400" dirty="0">
                          <a:latin typeface="+mn-lt"/>
                        </a:rPr>
                        <a:t>上記変数の中にはインスタンスが</a:t>
                      </a:r>
                      <a:br>
                        <a:rPr kumimoji="1" lang="en-US" altLang="ja-JP" sz="1400" dirty="0">
                          <a:latin typeface="+mn-lt"/>
                        </a:rPr>
                      </a:br>
                      <a:r>
                        <a:rPr kumimoji="1" lang="ja-JP" altLang="en-US" sz="1400" dirty="0">
                          <a:latin typeface="+mn-lt"/>
                        </a:rPr>
                        <a:t>代入されていること</a:t>
                      </a:r>
                    </a:p>
                  </a:txBody>
                  <a:tcPr/>
                </a:tc>
                <a:extLst>
                  <a:ext uri="{0D108BD9-81ED-4DB2-BD59-A6C34878D82A}">
                    <a16:rowId xmlns:a16="http://schemas.microsoft.com/office/drawing/2014/main" val="161807365"/>
                  </a:ext>
                </a:extLst>
              </a:tr>
              <a:tr h="896169">
                <a:tc>
                  <a:txBody>
                    <a:bodyPr/>
                    <a:lstStyle/>
                    <a:p>
                      <a:r>
                        <a:rPr kumimoji="1" lang="ja-JP" altLang="en-US" sz="1400" dirty="0">
                          <a:latin typeface="+mn-lt"/>
                        </a:rPr>
                        <a:t>注意</a:t>
                      </a:r>
                    </a:p>
                  </a:txBody>
                  <a:tcPr/>
                </a:tc>
                <a:tc>
                  <a:txBody>
                    <a:bodyPr/>
                    <a:lstStyle/>
                    <a:p>
                      <a:r>
                        <a:rPr kumimoji="1" lang="ja-JP" altLang="en-US" sz="1400" dirty="0">
                          <a:latin typeface="+mn-lt"/>
                        </a:rPr>
                        <a:t>クラスメソッドの中で</a:t>
                      </a:r>
                      <a:br>
                        <a:rPr kumimoji="1" lang="en-US" altLang="ja-JP" sz="1400" dirty="0">
                          <a:latin typeface="+mn-lt"/>
                        </a:rPr>
                      </a:br>
                      <a:r>
                        <a:rPr kumimoji="1" lang="ja-JP" altLang="en-US" sz="1400" dirty="0">
                          <a:latin typeface="+mn-lt"/>
                        </a:rPr>
                        <a:t>インスタンスフィールドやインスタンスメソッドは使えない</a:t>
                      </a:r>
                      <a:br>
                        <a:rPr kumimoji="1" lang="en-US" altLang="ja-JP" sz="1400" dirty="0">
                          <a:latin typeface="+mn-lt"/>
                        </a:rPr>
                      </a:br>
                      <a:r>
                        <a:rPr kumimoji="1" lang="en-US" altLang="ja-JP" sz="1400" dirty="0">
                          <a:latin typeface="+mn-lt"/>
                        </a:rPr>
                        <a:t>(</a:t>
                      </a:r>
                      <a:r>
                        <a:rPr kumimoji="1" lang="ja-JP" altLang="en-US" sz="1400" dirty="0">
                          <a:latin typeface="+mn-lt"/>
                        </a:rPr>
                        <a:t>使う場合はインスタンスが代入された変数が必要</a:t>
                      </a:r>
                      <a:r>
                        <a:rPr kumimoji="1" lang="en-US" altLang="ja-JP" sz="1400" dirty="0">
                          <a:latin typeface="+mn-lt"/>
                        </a:rPr>
                        <a:t>)</a:t>
                      </a:r>
                      <a:endParaRPr kumimoji="1" lang="ja-JP" altLang="en-US" sz="1400" dirty="0">
                        <a:latin typeface="+mn-lt"/>
                      </a:endParaRP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1" lang="ja-JP" altLang="en-US" sz="1400" kern="1200" dirty="0">
                          <a:solidFill>
                            <a:srgbClr val="000000"/>
                          </a:solidFill>
                          <a:latin typeface="+mn-lt"/>
                          <a:ea typeface="Arial"/>
                          <a:cs typeface="Arial"/>
                        </a:rPr>
                        <a:t>インスタンスメソッドの中で</a:t>
                      </a:r>
                      <a:br>
                        <a:rPr kumimoji="1" lang="en-US" altLang="ja-JP" sz="1400" kern="1200" dirty="0">
                          <a:solidFill>
                            <a:srgbClr val="000000"/>
                          </a:solidFill>
                          <a:latin typeface="+mn-lt"/>
                          <a:ea typeface="Arial"/>
                          <a:cs typeface="Arial"/>
                        </a:rPr>
                      </a:br>
                      <a:r>
                        <a:rPr kumimoji="1" lang="ja-JP" altLang="en-US" sz="1400" kern="1200" dirty="0">
                          <a:solidFill>
                            <a:srgbClr val="000000"/>
                          </a:solidFill>
                          <a:latin typeface="+mn-lt"/>
                          <a:ea typeface="Arial"/>
                          <a:cs typeface="Arial"/>
                        </a:rPr>
                        <a:t>クラスフィールドやクラスメソッドは使える</a:t>
                      </a:r>
                    </a:p>
                    <a:p>
                      <a:endParaRPr kumimoji="1" lang="ja-JP" altLang="en-US" sz="1400" dirty="0">
                        <a:latin typeface="+mn-lt"/>
                      </a:endParaRPr>
                    </a:p>
                  </a:txBody>
                  <a:tcPr/>
                </a:tc>
                <a:extLst>
                  <a:ext uri="{0D108BD9-81ED-4DB2-BD59-A6C34878D82A}">
                    <a16:rowId xmlns:a16="http://schemas.microsoft.com/office/drawing/2014/main" val="16683570"/>
                  </a:ext>
                </a:extLst>
              </a:tr>
            </a:tbl>
          </a:graphicData>
        </a:graphic>
      </p:graphicFrame>
    </p:spTree>
    <p:extLst>
      <p:ext uri="{BB962C8B-B14F-4D97-AF65-F5344CB8AC3E}">
        <p14:creationId xmlns:p14="http://schemas.microsoft.com/office/powerpoint/2010/main" val="264361934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F962035A-0E7F-4C66-8652-8C3DB9AB4B74}"/>
              </a:ext>
            </a:extLst>
          </p:cNvPr>
          <p:cNvSpPr>
            <a:spLocks noGrp="1"/>
          </p:cNvSpPr>
          <p:nvPr>
            <p:ph type="ftr" sz="quarter" idx="11"/>
          </p:nvPr>
        </p:nvSpPr>
        <p:spPr/>
        <p:txBody>
          <a:bodyPr/>
          <a:lstStyle/>
          <a:p>
            <a:r>
              <a:rPr kumimoji="1" lang="en-US" altLang="ja-JP"/>
              <a:t>copyright ©ITCollege All Rights Reserved</a:t>
            </a:r>
            <a:endParaRPr kumimoji="1" lang="ja-JP" altLang="en-US" sz="1000" dirty="0"/>
          </a:p>
        </p:txBody>
      </p:sp>
      <p:sp>
        <p:nvSpPr>
          <p:cNvPr id="3" name="タイトル 2">
            <a:extLst>
              <a:ext uri="{FF2B5EF4-FFF2-40B4-BE49-F238E27FC236}">
                <a16:creationId xmlns:a16="http://schemas.microsoft.com/office/drawing/2014/main" id="{CC2600F4-4C41-40A4-B127-4C95273C2234}"/>
              </a:ext>
            </a:extLst>
          </p:cNvPr>
          <p:cNvSpPr>
            <a:spLocks noGrp="1"/>
          </p:cNvSpPr>
          <p:nvPr>
            <p:ph type="ctrTitle"/>
          </p:nvPr>
        </p:nvSpPr>
        <p:spPr/>
        <p:txBody>
          <a:bodyPr/>
          <a:lstStyle/>
          <a:p>
            <a:r>
              <a:rPr lang="ja-JP" altLang="en-US" dirty="0"/>
              <a:t>さまざまなクラス機構</a:t>
            </a:r>
            <a:r>
              <a:rPr kumimoji="1" lang="ja-JP" altLang="en-US" dirty="0"/>
              <a:t>のまとめ</a:t>
            </a:r>
          </a:p>
        </p:txBody>
      </p:sp>
      <p:sp>
        <p:nvSpPr>
          <p:cNvPr id="4" name="スライド番号プレースホルダー 3">
            <a:extLst>
              <a:ext uri="{FF2B5EF4-FFF2-40B4-BE49-F238E27FC236}">
                <a16:creationId xmlns:a16="http://schemas.microsoft.com/office/drawing/2014/main" id="{92AD4B0F-7A36-4228-8DE5-B91FBCD3E5D1}"/>
              </a:ext>
            </a:extLst>
          </p:cNvPr>
          <p:cNvSpPr>
            <a:spLocks noGrp="1"/>
          </p:cNvSpPr>
          <p:nvPr>
            <p:ph type="sldNum" sz="quarter" idx="4"/>
          </p:nvPr>
        </p:nvSpPr>
        <p:spPr/>
        <p:txBody>
          <a:bodyPr/>
          <a:lstStyle/>
          <a:p>
            <a:fld id="{00000000-1234-1234-1234-123412341234}" type="slidenum">
              <a:rPr lang="en" smtClean="0"/>
              <a:pPr/>
              <a:t>42</a:t>
            </a:fld>
            <a:endParaRPr lang="en" dirty="0"/>
          </a:p>
        </p:txBody>
      </p:sp>
      <p:sp>
        <p:nvSpPr>
          <p:cNvPr id="5" name="テキスト プレースホルダー 4">
            <a:extLst>
              <a:ext uri="{FF2B5EF4-FFF2-40B4-BE49-F238E27FC236}">
                <a16:creationId xmlns:a16="http://schemas.microsoft.com/office/drawing/2014/main" id="{B8045AC5-6FD9-48E8-8FFD-CD130F3B1311}"/>
              </a:ext>
            </a:extLst>
          </p:cNvPr>
          <p:cNvSpPr>
            <a:spLocks noGrp="1"/>
          </p:cNvSpPr>
          <p:nvPr>
            <p:ph type="body" sz="quarter" idx="14"/>
          </p:nvPr>
        </p:nvSpPr>
        <p:spPr/>
        <p:txBody>
          <a:bodyPr/>
          <a:lstStyle/>
          <a:p>
            <a:r>
              <a:rPr kumimoji="1" lang="ja-JP" altLang="en-US" dirty="0"/>
              <a:t>インスタンスを入れる変数には本当は何が入っていますか？</a:t>
            </a:r>
            <a:endParaRPr kumimoji="1" lang="en-US" altLang="ja-JP" dirty="0"/>
          </a:p>
          <a:p>
            <a:endParaRPr kumimoji="1" lang="en-US" altLang="ja-JP" dirty="0"/>
          </a:p>
          <a:p>
            <a:r>
              <a:rPr lang="ja-JP" altLang="en-US" dirty="0"/>
              <a:t>フィールドの初期値は何になるか、データ型ごとに言うことができますか？</a:t>
            </a:r>
            <a:endParaRPr lang="en-US" altLang="ja-JP" dirty="0"/>
          </a:p>
          <a:p>
            <a:endParaRPr lang="en-US" altLang="ja-JP" dirty="0"/>
          </a:p>
          <a:p>
            <a:r>
              <a:rPr lang="ja-JP" altLang="en-US" dirty="0"/>
              <a:t>コンストラクタとは何ですか？</a:t>
            </a:r>
            <a:endParaRPr lang="en-US" altLang="ja-JP" dirty="0"/>
          </a:p>
          <a:p>
            <a:endParaRPr lang="en-US" altLang="ja-JP" dirty="0"/>
          </a:p>
          <a:p>
            <a:r>
              <a:rPr lang="ja-JP" altLang="en-US" dirty="0"/>
              <a:t>コンストラクタを書くときメソッドと違う点は何ですか？</a:t>
            </a:r>
            <a:endParaRPr lang="en-US" altLang="ja-JP" dirty="0"/>
          </a:p>
          <a:p>
            <a:endParaRPr lang="en-US" altLang="ja-JP" dirty="0"/>
          </a:p>
          <a:p>
            <a:r>
              <a:rPr lang="ja-JP" altLang="en-US" dirty="0"/>
              <a:t>デフォルトコンストラクタが作られる条件は何ですか？</a:t>
            </a:r>
          </a:p>
          <a:p>
            <a:endParaRPr lang="en-US" altLang="ja-JP" dirty="0"/>
          </a:p>
          <a:p>
            <a:r>
              <a:rPr lang="ja-JP" altLang="en-US" dirty="0"/>
              <a:t>静的フィールドはどこに箱ができますか？</a:t>
            </a:r>
            <a:endParaRPr lang="en-US" altLang="ja-JP" dirty="0"/>
          </a:p>
          <a:p>
            <a:endParaRPr lang="en-US" altLang="ja-JP" dirty="0"/>
          </a:p>
          <a:p>
            <a:r>
              <a:rPr lang="ja-JP" altLang="en-US" dirty="0"/>
              <a:t>静的フィールド、静的メソッドを使うときはどう書くのが推奨されますか？</a:t>
            </a:r>
          </a:p>
          <a:p>
            <a:endParaRPr lang="en-US" altLang="ja-JP" dirty="0"/>
          </a:p>
        </p:txBody>
      </p:sp>
    </p:spTree>
    <p:extLst>
      <p:ext uri="{BB962C8B-B14F-4D97-AF65-F5344CB8AC3E}">
        <p14:creationId xmlns:p14="http://schemas.microsoft.com/office/powerpoint/2010/main" val="1398339670"/>
      </p:ext>
    </p:extLst>
  </p:cSld>
  <p:clrMapOvr>
    <a:masterClrMapping/>
  </p:clrMapOvr>
</p:sld>
</file>

<file path=ppt/theme/theme1.xml><?xml version="1.0" encoding="utf-8"?>
<a:theme xmlns:a="http://schemas.openxmlformats.org/drawingml/2006/main" name="template">
  <a:themeElements>
    <a:clrScheme name="ユーザー定義 2">
      <a:dk1>
        <a:sysClr val="windowText" lastClr="000000"/>
      </a:dk1>
      <a:lt1>
        <a:sysClr val="window" lastClr="FFFFFF"/>
      </a:lt1>
      <a:dk2>
        <a:srgbClr val="E10000"/>
      </a:dk2>
      <a:lt2>
        <a:srgbClr val="E7E6E6"/>
      </a:lt2>
      <a:accent1>
        <a:srgbClr val="4472C4"/>
      </a:accent1>
      <a:accent2>
        <a:srgbClr val="ED7D31"/>
      </a:accent2>
      <a:accent3>
        <a:srgbClr val="A5A5A5"/>
      </a:accent3>
      <a:accent4>
        <a:srgbClr val="FFC000"/>
      </a:accent4>
      <a:accent5>
        <a:srgbClr val="5B9BD5"/>
      </a:accent5>
      <a:accent6>
        <a:srgbClr val="70AD47"/>
      </a:accent6>
      <a:hlink>
        <a:srgbClr val="000000"/>
      </a:hlink>
      <a:folHlink>
        <a:srgbClr val="954F72"/>
      </a:folHlink>
    </a:clrScheme>
    <a:fontScheme name="ユーザー定義 4">
      <a:majorFont>
        <a:latin typeface="MyricaM M"/>
        <a:ea typeface="BIZ UDゴシック"/>
        <a:cs typeface=""/>
      </a:majorFont>
      <a:minorFont>
        <a:latin typeface="MyricaM M"/>
        <a:ea typeface="BIZ UDゴシック"/>
        <a:cs typeface=""/>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solidFill>
        <a:ln w="3175">
          <a:solidFill>
            <a:schemeClr val="tx1"/>
          </a:solidFill>
        </a:ln>
      </a:spPr>
      <a:bodyPr rtlCol="0" anchor="ctr"/>
      <a:lstStyle>
        <a:defPPr algn="ctr">
          <a:defRPr kumimoji="1" sz="1400" dirty="0"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txDef>
      <a:spPr>
        <a:solidFill>
          <a:schemeClr val="bg1"/>
        </a:solidFill>
      </a:spPr>
      <a:bodyPr wrap="square" rtlCol="0">
        <a:noAutofit/>
      </a:bodyPr>
      <a:lstStyle>
        <a:defPPr algn="l">
          <a:defRPr kumimoji="1" sz="1400" baseline="0" dirty="0">
            <a:solidFill>
              <a:schemeClr val="tx1"/>
            </a:solidFill>
          </a:defRPr>
        </a:defPPr>
      </a:lstStyle>
    </a:txDef>
  </a:objectDefaults>
  <a:extraClrSchemeLst/>
  <a:extLst>
    <a:ext uri="{05A4C25C-085E-4340-85A3-A5531E510DB2}">
      <thm15:themeFamily xmlns:thm15="http://schemas.microsoft.com/office/thememl/2012/main" name="プレゼンテーション1" id="{F0295CA2-4D04-418E-9880-A080A4FA0EA6}" vid="{795711FB-1E41-4FEF-B680-294A3F6A0EB4}"/>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template</Template>
  <TotalTime>1553</TotalTime>
  <Words>6816</Words>
  <Application>Microsoft Office PowerPoint</Application>
  <PresentationFormat>画面に合わせる (16:9)</PresentationFormat>
  <Paragraphs>773</Paragraphs>
  <Slides>43</Slides>
  <Notes>33</Notes>
  <HiddenSlides>1</HiddenSlides>
  <MMClips>0</MMClips>
  <ScaleCrop>false</ScaleCrop>
  <HeadingPairs>
    <vt:vector size="6" baseType="variant">
      <vt:variant>
        <vt:lpstr>使用されているフォント</vt:lpstr>
      </vt:variant>
      <vt:variant>
        <vt:i4>8</vt:i4>
      </vt:variant>
      <vt:variant>
        <vt:lpstr>テーマ</vt:lpstr>
      </vt:variant>
      <vt:variant>
        <vt:i4>1</vt:i4>
      </vt:variant>
      <vt:variant>
        <vt:lpstr>スライド タイトル</vt:lpstr>
      </vt:variant>
      <vt:variant>
        <vt:i4>43</vt:i4>
      </vt:variant>
    </vt:vector>
  </HeadingPairs>
  <TitlesOfParts>
    <vt:vector size="52" baseType="lpstr">
      <vt:lpstr>MS Gothic</vt:lpstr>
      <vt:lpstr>Gill Sans Ultra Bold</vt:lpstr>
      <vt:lpstr>MyricaM M</vt:lpstr>
      <vt:lpstr>Arial</vt:lpstr>
      <vt:lpstr>HGP創英角ﾎﾟｯﾌﾟ体</vt:lpstr>
      <vt:lpstr>Montserrat</vt:lpstr>
      <vt:lpstr>BIZ UDゴシック</vt:lpstr>
      <vt:lpstr>游ゴシック</vt:lpstr>
      <vt:lpstr>template</vt:lpstr>
      <vt:lpstr>改訂履歴</vt:lpstr>
      <vt:lpstr>さまざまな クラス機構</vt:lpstr>
      <vt:lpstr>テキストの ゴール</vt:lpstr>
      <vt:lpstr>テキストの 流れ</vt:lpstr>
      <vt:lpstr>コンピュータの中のインスタンス</vt:lpstr>
      <vt:lpstr>コンピュータの中のインスタンス</vt:lpstr>
      <vt:lpstr>コンピュータの中のインスタンス</vt:lpstr>
      <vt:lpstr>コンピュータの中のインスタンス</vt:lpstr>
      <vt:lpstr>コンピュータの中のインスタンス</vt:lpstr>
      <vt:lpstr>コンピュータの中のインスタンス</vt:lpstr>
      <vt:lpstr>コンピュータの中のインスタンス</vt:lpstr>
      <vt:lpstr>コンピュータの中のインスタンス</vt:lpstr>
      <vt:lpstr>クラスを作ったときにできるデータ型</vt:lpstr>
      <vt:lpstr>クラスを作ったときにできるデータ型</vt:lpstr>
      <vt:lpstr>クラスを作ったときにできるデータ型</vt:lpstr>
      <vt:lpstr>クラスを作ったときにできるデータ型</vt:lpstr>
      <vt:lpstr>Stringクラス</vt:lpstr>
      <vt:lpstr>フィールドの初期値</vt:lpstr>
      <vt:lpstr>フィールドの初期値</vt:lpstr>
      <vt:lpstr>フィールドの初期値</vt:lpstr>
      <vt:lpstr>フィールドの初期値</vt:lpstr>
      <vt:lpstr>ガベージコレクション</vt:lpstr>
      <vt:lpstr>コンストラクタ</vt:lpstr>
      <vt:lpstr>コンストラクタ</vt:lpstr>
      <vt:lpstr>コンストラクタ</vt:lpstr>
      <vt:lpstr>コンストラクタ</vt:lpstr>
      <vt:lpstr>コンストラクタ</vt:lpstr>
      <vt:lpstr>this()の注意点</vt:lpstr>
      <vt:lpstr>デフォルトコンストラクタ</vt:lpstr>
      <vt:lpstr>デフォルトコンストラクタ</vt:lpstr>
      <vt:lpstr>デフォルトコンストラクタ</vt:lpstr>
      <vt:lpstr>クラスに書けるもの</vt:lpstr>
      <vt:lpstr>静的メンバ</vt:lpstr>
      <vt:lpstr>静的メンバ</vt:lpstr>
      <vt:lpstr>静的メンバ</vt:lpstr>
      <vt:lpstr>静的メンバ</vt:lpstr>
      <vt:lpstr>静的メンバ</vt:lpstr>
      <vt:lpstr>静的メンバ</vt:lpstr>
      <vt:lpstr>静的メンバ</vt:lpstr>
      <vt:lpstr>静的メンバ</vt:lpstr>
      <vt:lpstr>静的メンバ</vt:lpstr>
      <vt:lpstr>静的メンバ</vt:lpstr>
      <vt:lpstr>さまざまなクラス機構のまとめ</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営業サーバ</dc:creator>
  <cp:lastModifiedBy>a031-031</cp:lastModifiedBy>
  <cp:revision>29</cp:revision>
  <dcterms:created xsi:type="dcterms:W3CDTF">2020-11-26T07:05:51Z</dcterms:created>
  <dcterms:modified xsi:type="dcterms:W3CDTF">2025-03-19T07:54:26Z</dcterms:modified>
</cp:coreProperties>
</file>