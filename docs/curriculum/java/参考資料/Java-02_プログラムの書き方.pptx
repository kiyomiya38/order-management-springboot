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65" r:id="rId1"/>
  </p:sldMasterIdLst>
  <p:notesMasterIdLst>
    <p:notesMasterId r:id="rId27"/>
  </p:notesMasterIdLst>
  <p:handoutMasterIdLst>
    <p:handoutMasterId r:id="rId28"/>
  </p:handoutMasterIdLst>
  <p:sldIdLst>
    <p:sldId id="382" r:id="rId2"/>
    <p:sldId id="256" r:id="rId3"/>
    <p:sldId id="360" r:id="rId4"/>
    <p:sldId id="361" r:id="rId5"/>
    <p:sldId id="373" r:id="rId6"/>
    <p:sldId id="401" r:id="rId7"/>
    <p:sldId id="402" r:id="rId8"/>
    <p:sldId id="403" r:id="rId9"/>
    <p:sldId id="404" r:id="rId10"/>
    <p:sldId id="405" r:id="rId11"/>
    <p:sldId id="406" r:id="rId12"/>
    <p:sldId id="407" r:id="rId13"/>
    <p:sldId id="408" r:id="rId14"/>
    <p:sldId id="409" r:id="rId15"/>
    <p:sldId id="410" r:id="rId16"/>
    <p:sldId id="411" r:id="rId17"/>
    <p:sldId id="415" r:id="rId18"/>
    <p:sldId id="416" r:id="rId19"/>
    <p:sldId id="413" r:id="rId20"/>
    <p:sldId id="414" r:id="rId21"/>
    <p:sldId id="417" r:id="rId22"/>
    <p:sldId id="418" r:id="rId23"/>
    <p:sldId id="419" r:id="rId24"/>
    <p:sldId id="422" r:id="rId25"/>
    <p:sldId id="394" r:id="rId26"/>
  </p:sldIdLst>
  <p:sldSz cx="9144000" cy="5143500" type="screen16x9"/>
  <p:notesSz cx="6858000" cy="9144000"/>
  <p:embeddedFontLst>
    <p:embeddedFont>
      <p:font typeface="MyricaM M" panose="020B0600070205080204" charset="-128"/>
      <p:regular r:id="rId29"/>
    </p:embeddedFont>
    <p:embeddedFont>
      <p:font typeface="Meiryo" panose="020B0604030504040204" pitchFamily="50" charset="-128"/>
      <p:regular r:id="rId30"/>
      <p:bold r:id="rId31"/>
      <p:italic r:id="rId32"/>
      <p:boldItalic r:id="rId33"/>
    </p:embeddedFont>
    <p:embeddedFont>
      <p:font typeface="BIZ UDゴシック" panose="020B0400000000000000" pitchFamily="49" charset="-128"/>
      <p:regular r:id="rId34"/>
      <p:bold r:id="rId35"/>
    </p:embeddedFont>
    <p:embeddedFont>
      <p:font typeface="Gill Sans Ultra Bold" panose="020B0A02020104020203" pitchFamily="34" charset="0"/>
      <p:regular r:id="rId36"/>
    </p:embeddedFont>
    <p:embeddedFont>
      <p:font typeface="Montserrat" panose="00000500000000000000" pitchFamily="2" charset="0"/>
      <p:regular r:id="rId37"/>
      <p:bold r:id="rId38"/>
      <p:italic r:id="rId39"/>
      <p:boldItalic r:id="rId40"/>
    </p:embeddedFont>
    <p:embeddedFont>
      <p:font typeface="Noto Sans Symbols" panose="020B0600070205080204" charset="0"/>
      <p:regular r:id="rId41"/>
      <p:bold r:id="rId42"/>
    </p:embeddedFont>
    <p:embeddedFont>
      <p:font typeface="Quattrocento Sans" panose="020B0502050000020003" pitchFamily="34" charset="0"/>
      <p:regular r:id="rId43"/>
      <p:bold r:id="rId44"/>
      <p:italic r:id="rId45"/>
      <p:boldItalic r:id="rId46"/>
    </p:embeddedFont>
    <p:embeddedFont>
      <p:font typeface="游ゴシック" panose="020B0400000000000000" pitchFamily="50" charset="-128"/>
      <p:regular r:id="rId47"/>
      <p:bold r:id="rId4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0000"/>
    <a:srgbClr val="FF0000"/>
    <a:srgbClr val="FF9900"/>
    <a:srgbClr val="000000"/>
    <a:srgbClr val="7D7D7D"/>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A5A951-6A9D-4C9F-8AF0-F2BDB971078B}" v="8" dt="2022-04-21T07:16:26.415"/>
  </p1510:revLst>
</p1510:revInfo>
</file>

<file path=ppt/tableStyles.xml><?xml version="1.0" encoding="utf-8"?>
<a:tblStyleLst xmlns:a="http://schemas.openxmlformats.org/drawingml/2006/main" def="{CDAC1B92-06B8-4DD9-B31C-A81573C5778B}">
  <a:tblStyle styleId="{CDAC1B92-06B8-4DD9-B31C-A81573C5778B}"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55" autoAdjust="0"/>
    <p:restoredTop sz="84009" autoAdjust="0"/>
  </p:normalViewPr>
  <p:slideViewPr>
    <p:cSldViewPr snapToGrid="0">
      <p:cViewPr varScale="1">
        <p:scale>
          <a:sx n="92" d="100"/>
          <a:sy n="92" d="100"/>
        </p:scale>
        <p:origin x="618" y="78"/>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notesViewPr>
    <p:cSldViewPr snapToGrid="0">
      <p:cViewPr varScale="1">
        <p:scale>
          <a:sx n="52" d="100"/>
          <a:sy n="52"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font" Target="fonts/font19.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font" Target="fonts/font20.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36" Type="http://schemas.openxmlformats.org/officeDocument/2006/relationships/font" Target="fonts/font8.fntdata"/><Relationship Id="rId49"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営業サーバ" userId="c35045ed-c185-45de-8f58-be20a28877d8" providerId="ADAL" clId="{4700A901-7E05-4188-AAF0-76AA9DF31D92}"/>
    <pc:docChg chg="undo custSel addSld delSld modSld">
      <pc:chgData name="営業サーバ" userId="c35045ed-c185-45de-8f58-be20a28877d8" providerId="ADAL" clId="{4700A901-7E05-4188-AAF0-76AA9DF31D92}" dt="2021-03-30T07:51:16.875" v="19"/>
      <pc:docMkLst>
        <pc:docMk/>
      </pc:docMkLst>
      <pc:sldChg chg="modSp mod">
        <pc:chgData name="営業サーバ" userId="c35045ed-c185-45de-8f58-be20a28877d8" providerId="ADAL" clId="{4700A901-7E05-4188-AAF0-76AA9DF31D92}" dt="2021-03-30T07:40:24.550" v="15" actId="20577"/>
        <pc:sldMkLst>
          <pc:docMk/>
          <pc:sldMk cId="3069677134" sldId="363"/>
        </pc:sldMkLst>
        <pc:spChg chg="mod">
          <ac:chgData name="営業サーバ" userId="c35045ed-c185-45de-8f58-be20a28877d8" providerId="ADAL" clId="{4700A901-7E05-4188-AAF0-76AA9DF31D92}" dt="2021-03-30T07:40:24.550" v="15" actId="20577"/>
          <ac:spMkLst>
            <pc:docMk/>
            <pc:sldMk cId="3069677134" sldId="363"/>
            <ac:spMk id="10" creationId="{58889299-DE75-4976-B40D-11F3B12ED1C8}"/>
          </ac:spMkLst>
        </pc:spChg>
      </pc:sldChg>
      <pc:sldChg chg="modSp mod">
        <pc:chgData name="営業サーバ" userId="c35045ed-c185-45de-8f58-be20a28877d8" providerId="ADAL" clId="{4700A901-7E05-4188-AAF0-76AA9DF31D92}" dt="2021-03-30T07:49:49.589" v="16"/>
        <pc:sldMkLst>
          <pc:docMk/>
          <pc:sldMk cId="3586215112" sldId="374"/>
        </pc:sldMkLst>
        <pc:spChg chg="mod">
          <ac:chgData name="営業サーバ" userId="c35045ed-c185-45de-8f58-be20a28877d8" providerId="ADAL" clId="{4700A901-7E05-4188-AAF0-76AA9DF31D92}" dt="2021-03-30T07:49:49.589" v="16"/>
          <ac:spMkLst>
            <pc:docMk/>
            <pc:sldMk cId="3586215112" sldId="374"/>
            <ac:spMk id="10" creationId="{1A58A6C4-889B-450F-924F-C9F545EB2A3D}"/>
          </ac:spMkLst>
        </pc:spChg>
      </pc:sldChg>
      <pc:sldChg chg="modSp mod">
        <pc:chgData name="営業サーバ" userId="c35045ed-c185-45de-8f58-be20a28877d8" providerId="ADAL" clId="{4700A901-7E05-4188-AAF0-76AA9DF31D92}" dt="2021-03-30T07:38:09.697" v="10" actId="1076"/>
        <pc:sldMkLst>
          <pc:docMk/>
          <pc:sldMk cId="2580646882" sldId="378"/>
        </pc:sldMkLst>
        <pc:spChg chg="mod">
          <ac:chgData name="営業サーバ" userId="c35045ed-c185-45de-8f58-be20a28877d8" providerId="ADAL" clId="{4700A901-7E05-4188-AAF0-76AA9DF31D92}" dt="2021-03-30T07:37:59.360" v="9" actId="20577"/>
          <ac:spMkLst>
            <pc:docMk/>
            <pc:sldMk cId="2580646882" sldId="378"/>
            <ac:spMk id="5" creationId="{703B0AF1-C94F-4BE9-B427-FD46F93BDB88}"/>
          </ac:spMkLst>
        </pc:spChg>
        <pc:picChg chg="mod">
          <ac:chgData name="営業サーバ" userId="c35045ed-c185-45de-8f58-be20a28877d8" providerId="ADAL" clId="{4700A901-7E05-4188-AAF0-76AA9DF31D92}" dt="2021-03-30T07:38:09.697" v="10" actId="1076"/>
          <ac:picMkLst>
            <pc:docMk/>
            <pc:sldMk cId="2580646882" sldId="378"/>
            <ac:picMk id="6" creationId="{E253F3D9-75D1-411D-BECC-77F0F489DCB0}"/>
          </ac:picMkLst>
        </pc:picChg>
      </pc:sldChg>
      <pc:sldChg chg="del">
        <pc:chgData name="営業サーバ" userId="c35045ed-c185-45de-8f58-be20a28877d8" providerId="ADAL" clId="{4700A901-7E05-4188-AAF0-76AA9DF31D92}" dt="2021-03-30T07:36:31.179" v="0" actId="47"/>
        <pc:sldMkLst>
          <pc:docMk/>
          <pc:sldMk cId="3868544456" sldId="379"/>
        </pc:sldMkLst>
      </pc:sldChg>
      <pc:sldChg chg="del">
        <pc:chgData name="営業サーバ" userId="c35045ed-c185-45de-8f58-be20a28877d8" providerId="ADAL" clId="{4700A901-7E05-4188-AAF0-76AA9DF31D92}" dt="2021-03-30T07:36:32.484" v="1" actId="47"/>
        <pc:sldMkLst>
          <pc:docMk/>
          <pc:sldMk cId="1868720455" sldId="380"/>
        </pc:sldMkLst>
      </pc:sldChg>
      <pc:sldChg chg="add del">
        <pc:chgData name="営業サーバ" userId="c35045ed-c185-45de-8f58-be20a28877d8" providerId="ADAL" clId="{4700A901-7E05-4188-AAF0-76AA9DF31D92}" dt="2021-03-30T07:36:36.630" v="3" actId="47"/>
        <pc:sldMkLst>
          <pc:docMk/>
          <pc:sldMk cId="3747614513" sldId="381"/>
        </pc:sldMkLst>
      </pc:sldChg>
      <pc:sldChg chg="modSp mod">
        <pc:chgData name="営業サーバ" userId="c35045ed-c185-45de-8f58-be20a28877d8" providerId="ADAL" clId="{4700A901-7E05-4188-AAF0-76AA9DF31D92}" dt="2021-03-30T07:51:16.875" v="19"/>
        <pc:sldMkLst>
          <pc:docMk/>
          <pc:sldMk cId="882110079" sldId="382"/>
        </pc:sldMkLst>
        <pc:spChg chg="mod">
          <ac:chgData name="営業サーバ" userId="c35045ed-c185-45de-8f58-be20a28877d8" providerId="ADAL" clId="{4700A901-7E05-4188-AAF0-76AA9DF31D92}" dt="2021-03-30T07:51:16.875" v="19"/>
          <ac:spMkLst>
            <pc:docMk/>
            <pc:sldMk cId="882110079" sldId="382"/>
            <ac:spMk id="28" creationId="{BFE9E4B7-18B0-4F27-AA9B-DA0E3D3991A7}"/>
          </ac:spMkLst>
        </pc:spChg>
      </pc:sldChg>
    </pc:docChg>
  </pc:docChgLst>
  <pc:docChgLst>
    <pc:chgData name="吉田 雅之" userId="30033929-dfd8-4220-a5b4-c6b0a4bb5d3e" providerId="ADAL" clId="{1C409CFA-30FE-426B-B014-BDAA23C1C133}"/>
    <pc:docChg chg="modSld">
      <pc:chgData name="吉田 雅之" userId="30033929-dfd8-4220-a5b4-c6b0a4bb5d3e" providerId="ADAL" clId="{1C409CFA-30FE-426B-B014-BDAA23C1C133}" dt="2020-12-09T06:48:49.298" v="0" actId="20577"/>
      <pc:docMkLst>
        <pc:docMk/>
      </pc:docMkLst>
      <pc:sldChg chg="modSp mod">
        <pc:chgData name="吉田 雅之" userId="30033929-dfd8-4220-a5b4-c6b0a4bb5d3e" providerId="ADAL" clId="{1C409CFA-30FE-426B-B014-BDAA23C1C133}" dt="2020-12-09T06:48:49.298" v="0" actId="20577"/>
        <pc:sldMkLst>
          <pc:docMk/>
          <pc:sldMk cId="1431651866" sldId="368"/>
        </pc:sldMkLst>
        <pc:graphicFrameChg chg="modGraphic">
          <ac:chgData name="吉田 雅之" userId="30033929-dfd8-4220-a5b4-c6b0a4bb5d3e" providerId="ADAL" clId="{1C409CFA-30FE-426B-B014-BDAA23C1C133}" dt="2020-12-09T06:48:49.298" v="0" actId="20577"/>
          <ac:graphicFrameMkLst>
            <pc:docMk/>
            <pc:sldMk cId="1431651866" sldId="368"/>
            <ac:graphicFrameMk id="6" creationId="{A5C776C1-5736-6E41-AFE0-D7FC9EBFA87B}"/>
          </ac:graphicFrameMkLst>
        </pc:graphicFrameChg>
      </pc:sldChg>
    </pc:docChg>
  </pc:docChgLst>
  <pc:docChgLst>
    <pc:chgData name="鈴木 秀規" userId="S::h_suzuki@rhizome01.onmicrosoft.com::f68c5fd9-22d5-4c0a-9833-7fb0f5135313" providerId="AD" clId="Web-{15F4B5FC-CFF5-4BB4-8C11-86A17B095605}"/>
    <pc:docChg chg="modSld">
      <pc:chgData name="鈴木 秀規" userId="S::h_suzuki@rhizome01.onmicrosoft.com::f68c5fd9-22d5-4c0a-9833-7fb0f5135313" providerId="AD" clId="Web-{15F4B5FC-CFF5-4BB4-8C11-86A17B095605}" dt="2020-12-02T03:49:52.859" v="0" actId="1076"/>
      <pc:docMkLst>
        <pc:docMk/>
      </pc:docMkLst>
      <pc:sldChg chg="modSp">
        <pc:chgData name="鈴木 秀規" userId="S::h_suzuki@rhizome01.onmicrosoft.com::f68c5fd9-22d5-4c0a-9833-7fb0f5135313" providerId="AD" clId="Web-{15F4B5FC-CFF5-4BB4-8C11-86A17B095605}" dt="2020-12-02T03:49:52.859" v="0" actId="1076"/>
        <pc:sldMkLst>
          <pc:docMk/>
          <pc:sldMk cId="510692425" sldId="259"/>
        </pc:sldMkLst>
        <pc:spChg chg="mod">
          <ac:chgData name="鈴木 秀規" userId="S::h_suzuki@rhizome01.onmicrosoft.com::f68c5fd9-22d5-4c0a-9833-7fb0f5135313" providerId="AD" clId="Web-{15F4B5FC-CFF5-4BB4-8C11-86A17B095605}" dt="2020-12-02T03:49:52.859" v="0" actId="1076"/>
          <ac:spMkLst>
            <pc:docMk/>
            <pc:sldMk cId="510692425" sldId="259"/>
            <ac:spMk id="15" creationId="{ED5AD4F3-B985-664A-86AC-B10F1F90B886}"/>
          </ac:spMkLst>
        </pc:spChg>
      </pc:sldChg>
    </pc:docChg>
  </pc:docChgLst>
  <pc:docChgLst>
    <pc:chgData name="営業サーバ" userId="c35045ed-c185-45de-8f58-be20a28877d8" providerId="ADAL" clId="{0FC3A6E2-F395-4B6D-99FD-86F57DB42901}"/>
    <pc:docChg chg="undo custSel addSld delSld modSld">
      <pc:chgData name="営業サーバ" userId="c35045ed-c185-45de-8f58-be20a28877d8" providerId="ADAL" clId="{0FC3A6E2-F395-4B6D-99FD-86F57DB42901}" dt="2020-11-26T07:07:48.066" v="10" actId="47"/>
      <pc:docMkLst>
        <pc:docMk/>
      </pc:docMkLst>
      <pc:sldChg chg="add del">
        <pc:chgData name="営業サーバ" userId="c35045ed-c185-45de-8f58-be20a28877d8" providerId="ADAL" clId="{0FC3A6E2-F395-4B6D-99FD-86F57DB42901}" dt="2020-11-26T07:06:56.254" v="3" actId="47"/>
        <pc:sldMkLst>
          <pc:docMk/>
          <pc:sldMk cId="4126943593" sldId="257"/>
        </pc:sldMkLst>
      </pc:sldChg>
      <pc:sldChg chg="add del">
        <pc:chgData name="営業サーバ" userId="c35045ed-c185-45de-8f58-be20a28877d8" providerId="ADAL" clId="{0FC3A6E2-F395-4B6D-99FD-86F57DB42901}" dt="2020-11-26T07:07:48.066" v="10" actId="47"/>
        <pc:sldMkLst>
          <pc:docMk/>
          <pc:sldMk cId="1511176286" sldId="261"/>
        </pc:sldMkLst>
      </pc:sldChg>
      <pc:sldChg chg="addSp delSp modSp mod">
        <pc:chgData name="営業サーバ" userId="c35045ed-c185-45de-8f58-be20a28877d8" providerId="ADAL" clId="{0FC3A6E2-F395-4B6D-99FD-86F57DB42901}" dt="2020-11-26T07:07:14.137" v="6"/>
        <pc:sldMkLst>
          <pc:docMk/>
          <pc:sldMk cId="1668843990" sldId="360"/>
        </pc:sldMkLst>
        <pc:spChg chg="add del">
          <ac:chgData name="営業サーバ" userId="c35045ed-c185-45de-8f58-be20a28877d8" providerId="ADAL" clId="{0FC3A6E2-F395-4B6D-99FD-86F57DB42901}" dt="2020-11-26T07:07:09.144" v="5" actId="22"/>
          <ac:spMkLst>
            <pc:docMk/>
            <pc:sldMk cId="1668843990" sldId="360"/>
            <ac:spMk id="8" creationId="{5414D97A-0555-4817-87C8-0DCE217B7E2F}"/>
          </ac:spMkLst>
        </pc:spChg>
        <pc:spChg chg="mod">
          <ac:chgData name="営業サーバ" userId="c35045ed-c185-45de-8f58-be20a28877d8" providerId="ADAL" clId="{0FC3A6E2-F395-4B6D-99FD-86F57DB42901}" dt="2020-11-26T07:07:14.137" v="6"/>
          <ac:spMkLst>
            <pc:docMk/>
            <pc:sldMk cId="1668843990" sldId="360"/>
            <ac:spMk id="9" creationId="{A4832727-EA7F-44D6-A9F2-E4AE0246960A}"/>
          </ac:spMkLst>
        </pc:spChg>
      </pc:sldChg>
      <pc:sldChg chg="modSp mod">
        <pc:chgData name="営業サーバ" userId="c35045ed-c185-45de-8f58-be20a28877d8" providerId="ADAL" clId="{0FC3A6E2-F395-4B6D-99FD-86F57DB42901}" dt="2020-11-26T07:07:24.362" v="7"/>
        <pc:sldMkLst>
          <pc:docMk/>
          <pc:sldMk cId="267129399" sldId="361"/>
        </pc:sldMkLst>
        <pc:spChg chg="mod">
          <ac:chgData name="営業サーバ" userId="c35045ed-c185-45de-8f58-be20a28877d8" providerId="ADAL" clId="{0FC3A6E2-F395-4B6D-99FD-86F57DB42901}" dt="2020-11-26T07:07:24.362" v="7"/>
          <ac:spMkLst>
            <pc:docMk/>
            <pc:sldMk cId="267129399" sldId="361"/>
            <ac:spMk id="6" creationId="{D0F3BEAC-A5EA-4EE4-95C7-0AEC1107FD29}"/>
          </ac:spMkLst>
        </pc:spChg>
      </pc:sldChg>
      <pc:sldChg chg="del">
        <pc:chgData name="営業サーバ" userId="c35045ed-c185-45de-8f58-be20a28877d8" providerId="ADAL" clId="{0FC3A6E2-F395-4B6D-99FD-86F57DB42901}" dt="2020-11-26T07:07:33.923" v="8" actId="47"/>
        <pc:sldMkLst>
          <pc:docMk/>
          <pc:sldMk cId="1833190690" sldId="362"/>
        </pc:sldMkLst>
      </pc:sldChg>
      <pc:sldMasterChg chg="delSldLayout">
        <pc:chgData name="営業サーバ" userId="c35045ed-c185-45de-8f58-be20a28877d8" providerId="ADAL" clId="{0FC3A6E2-F395-4B6D-99FD-86F57DB42901}" dt="2020-11-26T07:06:56.254" v="3" actId="47"/>
        <pc:sldMasterMkLst>
          <pc:docMk/>
          <pc:sldMasterMk cId="435389543" sldId="2147483658"/>
        </pc:sldMasterMkLst>
        <pc:sldLayoutChg chg="del">
          <pc:chgData name="営業サーバ" userId="c35045ed-c185-45de-8f58-be20a28877d8" providerId="ADAL" clId="{0FC3A6E2-F395-4B6D-99FD-86F57DB42901}" dt="2020-11-26T07:06:56.254" v="3" actId="47"/>
          <pc:sldLayoutMkLst>
            <pc:docMk/>
            <pc:sldMasterMk cId="435389543" sldId="2147483658"/>
            <pc:sldLayoutMk cId="686024632" sldId="2147483664"/>
          </pc:sldLayoutMkLst>
        </pc:sldLayoutChg>
        <pc:sldLayoutChg chg="del">
          <pc:chgData name="営業サーバ" userId="c35045ed-c185-45de-8f58-be20a28877d8" providerId="ADAL" clId="{0FC3A6E2-F395-4B6D-99FD-86F57DB42901}" dt="2020-11-26T07:06:44.742" v="1" actId="47"/>
          <pc:sldLayoutMkLst>
            <pc:docMk/>
            <pc:sldMasterMk cId="435389543" sldId="2147483658"/>
            <pc:sldLayoutMk cId="3103958700" sldId="2147483664"/>
          </pc:sldLayoutMkLst>
        </pc:sldLayoutChg>
      </pc:sldMasterChg>
    </pc:docChg>
  </pc:docChgLst>
  <pc:docChgLst>
    <pc:chgData name="綱本　晃" userId="953fbd37-e359-4401-b61d-7035dc8ee981" providerId="ADAL" clId="{58DC8687-9BA4-4BC8-8E2D-FEA2D34E9D70}"/>
    <pc:docChg chg="undo custSel addSld delSld modSld">
      <pc:chgData name="綱本　晃" userId="953fbd37-e359-4401-b61d-7035dc8ee981" providerId="ADAL" clId="{58DC8687-9BA4-4BC8-8E2D-FEA2D34E9D70}" dt="2022-01-24T10:37:46.666" v="4688" actId="113"/>
      <pc:docMkLst>
        <pc:docMk/>
      </pc:docMkLst>
      <pc:sldChg chg="modSp mod">
        <pc:chgData name="綱本　晃" userId="953fbd37-e359-4401-b61d-7035dc8ee981" providerId="ADAL" clId="{58DC8687-9BA4-4BC8-8E2D-FEA2D34E9D70}" dt="2022-01-24T10:21:00.266" v="4625" actId="6549"/>
        <pc:sldMkLst>
          <pc:docMk/>
          <pc:sldMk cId="1668843990" sldId="360"/>
        </pc:sldMkLst>
        <pc:spChg chg="mod">
          <ac:chgData name="綱本　晃" userId="953fbd37-e359-4401-b61d-7035dc8ee981" providerId="ADAL" clId="{58DC8687-9BA4-4BC8-8E2D-FEA2D34E9D70}" dt="2022-01-24T10:21:00.266" v="4625" actId="6549"/>
          <ac:spMkLst>
            <pc:docMk/>
            <pc:sldMk cId="1668843990" sldId="360"/>
            <ac:spMk id="9" creationId="{A4832727-EA7F-44D6-A9F2-E4AE0246960A}"/>
          </ac:spMkLst>
        </pc:spChg>
      </pc:sldChg>
      <pc:sldChg chg="modSp mod">
        <pc:chgData name="綱本　晃" userId="953fbd37-e359-4401-b61d-7035dc8ee981" providerId="ADAL" clId="{58DC8687-9BA4-4BC8-8E2D-FEA2D34E9D70}" dt="2022-01-24T10:21:06.409" v="4626" actId="6549"/>
        <pc:sldMkLst>
          <pc:docMk/>
          <pc:sldMk cId="267129399" sldId="361"/>
        </pc:sldMkLst>
        <pc:spChg chg="mod">
          <ac:chgData name="綱本　晃" userId="953fbd37-e359-4401-b61d-7035dc8ee981" providerId="ADAL" clId="{58DC8687-9BA4-4BC8-8E2D-FEA2D34E9D70}" dt="2022-01-24T10:21:06.409" v="4626" actId="6549"/>
          <ac:spMkLst>
            <pc:docMk/>
            <pc:sldMk cId="267129399" sldId="361"/>
            <ac:spMk id="6" creationId="{D0F3BEAC-A5EA-4EE4-95C7-0AEC1107FD29}"/>
          </ac:spMkLst>
        </pc:spChg>
      </pc:sldChg>
      <pc:sldChg chg="del">
        <pc:chgData name="綱本　晃" userId="953fbd37-e359-4401-b61d-7035dc8ee981" providerId="ADAL" clId="{58DC8687-9BA4-4BC8-8E2D-FEA2D34E9D70}" dt="2022-01-17T11:50:15.241" v="2512" actId="47"/>
        <pc:sldMkLst>
          <pc:docMk/>
          <pc:sldMk cId="1859091905" sldId="362"/>
        </pc:sldMkLst>
      </pc:sldChg>
      <pc:sldChg chg="del">
        <pc:chgData name="綱本　晃" userId="953fbd37-e359-4401-b61d-7035dc8ee981" providerId="ADAL" clId="{58DC8687-9BA4-4BC8-8E2D-FEA2D34E9D70}" dt="2022-01-17T11:50:15.241" v="2512" actId="47"/>
        <pc:sldMkLst>
          <pc:docMk/>
          <pc:sldMk cId="3069677134" sldId="363"/>
        </pc:sldMkLst>
      </pc:sldChg>
      <pc:sldChg chg="del">
        <pc:chgData name="綱本　晃" userId="953fbd37-e359-4401-b61d-7035dc8ee981" providerId="ADAL" clId="{58DC8687-9BA4-4BC8-8E2D-FEA2D34E9D70}" dt="2022-01-17T11:50:15.241" v="2512" actId="47"/>
        <pc:sldMkLst>
          <pc:docMk/>
          <pc:sldMk cId="2175104273" sldId="364"/>
        </pc:sldMkLst>
      </pc:sldChg>
      <pc:sldChg chg="del">
        <pc:chgData name="綱本　晃" userId="953fbd37-e359-4401-b61d-7035dc8ee981" providerId="ADAL" clId="{58DC8687-9BA4-4BC8-8E2D-FEA2D34E9D70}" dt="2022-01-17T11:50:15.241" v="2512" actId="47"/>
        <pc:sldMkLst>
          <pc:docMk/>
          <pc:sldMk cId="1672930496" sldId="365"/>
        </pc:sldMkLst>
      </pc:sldChg>
      <pc:sldChg chg="del">
        <pc:chgData name="綱本　晃" userId="953fbd37-e359-4401-b61d-7035dc8ee981" providerId="ADAL" clId="{58DC8687-9BA4-4BC8-8E2D-FEA2D34E9D70}" dt="2022-01-17T11:50:15.241" v="2512" actId="47"/>
        <pc:sldMkLst>
          <pc:docMk/>
          <pc:sldMk cId="3813337944" sldId="366"/>
        </pc:sldMkLst>
      </pc:sldChg>
      <pc:sldChg chg="del">
        <pc:chgData name="綱本　晃" userId="953fbd37-e359-4401-b61d-7035dc8ee981" providerId="ADAL" clId="{58DC8687-9BA4-4BC8-8E2D-FEA2D34E9D70}" dt="2022-01-17T11:50:31.314" v="2513" actId="47"/>
        <pc:sldMkLst>
          <pc:docMk/>
          <pc:sldMk cId="926421663" sldId="367"/>
        </pc:sldMkLst>
      </pc:sldChg>
      <pc:sldChg chg="del">
        <pc:chgData name="綱本　晃" userId="953fbd37-e359-4401-b61d-7035dc8ee981" providerId="ADAL" clId="{58DC8687-9BA4-4BC8-8E2D-FEA2D34E9D70}" dt="2022-01-17T11:50:31.314" v="2513" actId="47"/>
        <pc:sldMkLst>
          <pc:docMk/>
          <pc:sldMk cId="1591258520" sldId="368"/>
        </pc:sldMkLst>
      </pc:sldChg>
      <pc:sldChg chg="del">
        <pc:chgData name="綱本　晃" userId="953fbd37-e359-4401-b61d-7035dc8ee981" providerId="ADAL" clId="{58DC8687-9BA4-4BC8-8E2D-FEA2D34E9D70}" dt="2022-01-17T11:50:31.314" v="2513" actId="47"/>
        <pc:sldMkLst>
          <pc:docMk/>
          <pc:sldMk cId="4005864456" sldId="369"/>
        </pc:sldMkLst>
      </pc:sldChg>
      <pc:sldChg chg="del">
        <pc:chgData name="綱本　晃" userId="953fbd37-e359-4401-b61d-7035dc8ee981" providerId="ADAL" clId="{58DC8687-9BA4-4BC8-8E2D-FEA2D34E9D70}" dt="2022-01-17T11:50:31.314" v="2513" actId="47"/>
        <pc:sldMkLst>
          <pc:docMk/>
          <pc:sldMk cId="1111639589" sldId="370"/>
        </pc:sldMkLst>
      </pc:sldChg>
      <pc:sldChg chg="del">
        <pc:chgData name="綱本　晃" userId="953fbd37-e359-4401-b61d-7035dc8ee981" providerId="ADAL" clId="{58DC8687-9BA4-4BC8-8E2D-FEA2D34E9D70}" dt="2022-01-17T11:50:31.314" v="2513" actId="47"/>
        <pc:sldMkLst>
          <pc:docMk/>
          <pc:sldMk cId="1449548173" sldId="371"/>
        </pc:sldMkLst>
      </pc:sldChg>
      <pc:sldChg chg="addSp delSp modSp add mod">
        <pc:chgData name="綱本　晃" userId="953fbd37-e359-4401-b61d-7035dc8ee981" providerId="ADAL" clId="{58DC8687-9BA4-4BC8-8E2D-FEA2D34E9D70}" dt="2022-01-24T10:22:46.553" v="4653" actId="20577"/>
        <pc:sldMkLst>
          <pc:docMk/>
          <pc:sldMk cId="1008457363" sldId="373"/>
        </pc:sldMkLst>
        <pc:spChg chg="add del mod">
          <ac:chgData name="綱本　晃" userId="953fbd37-e359-4401-b61d-7035dc8ee981" providerId="ADAL" clId="{58DC8687-9BA4-4BC8-8E2D-FEA2D34E9D70}" dt="2022-01-17T09:41:06.970" v="108" actId="478"/>
          <ac:spMkLst>
            <pc:docMk/>
            <pc:sldMk cId="1008457363" sldId="373"/>
            <ac:spMk id="5" creationId="{942F18F1-DD02-42F6-8831-6F1B435F84EB}"/>
          </ac:spMkLst>
        </pc:spChg>
        <pc:spChg chg="mod">
          <ac:chgData name="綱本　晃" userId="953fbd37-e359-4401-b61d-7035dc8ee981" providerId="ADAL" clId="{58DC8687-9BA4-4BC8-8E2D-FEA2D34E9D70}" dt="2022-01-17T09:37:48.682" v="1"/>
          <ac:spMkLst>
            <pc:docMk/>
            <pc:sldMk cId="1008457363" sldId="373"/>
            <ac:spMk id="6" creationId="{0F81E6C4-7841-4153-9948-3830F64F1715}"/>
          </ac:spMkLst>
        </pc:spChg>
        <pc:spChg chg="del mod">
          <ac:chgData name="綱本　晃" userId="953fbd37-e359-4401-b61d-7035dc8ee981" providerId="ADAL" clId="{58DC8687-9BA4-4BC8-8E2D-FEA2D34E9D70}" dt="2022-01-17T09:41:04.195" v="107" actId="478"/>
          <ac:spMkLst>
            <pc:docMk/>
            <pc:sldMk cId="1008457363" sldId="373"/>
            <ac:spMk id="7" creationId="{159221FC-71BC-49E4-B207-1A3CE6BB9F63}"/>
          </ac:spMkLst>
        </pc:spChg>
        <pc:spChg chg="mod">
          <ac:chgData name="綱本　晃" userId="953fbd37-e359-4401-b61d-7035dc8ee981" providerId="ADAL" clId="{58DC8687-9BA4-4BC8-8E2D-FEA2D34E9D70}" dt="2022-01-17T09:40:17.956" v="106" actId="14100"/>
          <ac:spMkLst>
            <pc:docMk/>
            <pc:sldMk cId="1008457363" sldId="373"/>
            <ac:spMk id="8" creationId="{DC47DB6E-DE5F-461B-8DA6-D7E7BFB3D9CA}"/>
          </ac:spMkLst>
        </pc:spChg>
        <pc:spChg chg="add mod">
          <ac:chgData name="綱本　晃" userId="953fbd37-e359-4401-b61d-7035dc8ee981" providerId="ADAL" clId="{58DC8687-9BA4-4BC8-8E2D-FEA2D34E9D70}" dt="2022-01-17T10:02:12.662" v="627" actId="113"/>
          <ac:spMkLst>
            <pc:docMk/>
            <pc:sldMk cId="1008457363" sldId="373"/>
            <ac:spMk id="10" creationId="{406C004A-CC5D-4F97-859E-30E5EECF679D}"/>
          </ac:spMkLst>
        </pc:spChg>
        <pc:spChg chg="add mod">
          <ac:chgData name="綱本　晃" userId="953fbd37-e359-4401-b61d-7035dc8ee981" providerId="ADAL" clId="{58DC8687-9BA4-4BC8-8E2D-FEA2D34E9D70}" dt="2022-01-17T10:02:21.471" v="629" actId="113"/>
          <ac:spMkLst>
            <pc:docMk/>
            <pc:sldMk cId="1008457363" sldId="373"/>
            <ac:spMk id="11" creationId="{4611FC80-30ED-4EEA-B45E-08C852407BF8}"/>
          </ac:spMkLst>
        </pc:spChg>
        <pc:spChg chg="add mod">
          <ac:chgData name="綱本　晃" userId="953fbd37-e359-4401-b61d-7035dc8ee981" providerId="ADAL" clId="{58DC8687-9BA4-4BC8-8E2D-FEA2D34E9D70}" dt="2022-01-24T10:22:46.553" v="4653" actId="20577"/>
          <ac:spMkLst>
            <pc:docMk/>
            <pc:sldMk cId="1008457363" sldId="373"/>
            <ac:spMk id="12" creationId="{650C85D8-D122-4B51-897F-F27A2A5B71FC}"/>
          </ac:spMkLst>
        </pc:spChg>
        <pc:spChg chg="add mod">
          <ac:chgData name="綱本　晃" userId="953fbd37-e359-4401-b61d-7035dc8ee981" providerId="ADAL" clId="{58DC8687-9BA4-4BC8-8E2D-FEA2D34E9D70}" dt="2022-01-17T09:50:58.648" v="492" actId="2085"/>
          <ac:spMkLst>
            <pc:docMk/>
            <pc:sldMk cId="1008457363" sldId="373"/>
            <ac:spMk id="13" creationId="{D9EE3985-3EAC-49D8-83B0-005FA1B9AEBE}"/>
          </ac:spMkLst>
        </pc:spChg>
        <pc:spChg chg="add mod">
          <ac:chgData name="綱本　晃" userId="953fbd37-e359-4401-b61d-7035dc8ee981" providerId="ADAL" clId="{58DC8687-9BA4-4BC8-8E2D-FEA2D34E9D70}" dt="2022-01-17T09:51:04.046" v="493" actId="571"/>
          <ac:spMkLst>
            <pc:docMk/>
            <pc:sldMk cId="1008457363" sldId="373"/>
            <ac:spMk id="14" creationId="{2DF9FC2E-9F35-4B18-BEE1-D47292518C61}"/>
          </ac:spMkLst>
        </pc:spChg>
      </pc:sldChg>
      <pc:sldChg chg="del">
        <pc:chgData name="綱本　晃" userId="953fbd37-e359-4401-b61d-7035dc8ee981" providerId="ADAL" clId="{58DC8687-9BA4-4BC8-8E2D-FEA2D34E9D70}" dt="2022-01-24T10:20:36.713" v="4624" actId="47"/>
        <pc:sldMkLst>
          <pc:docMk/>
          <pc:sldMk cId="3586215112" sldId="374"/>
        </pc:sldMkLst>
      </pc:sldChg>
      <pc:sldChg chg="del">
        <pc:chgData name="綱本　晃" userId="953fbd37-e359-4401-b61d-7035dc8ee981" providerId="ADAL" clId="{58DC8687-9BA4-4BC8-8E2D-FEA2D34E9D70}" dt="2022-01-24T10:20:36.713" v="4624" actId="47"/>
        <pc:sldMkLst>
          <pc:docMk/>
          <pc:sldMk cId="3278431197" sldId="375"/>
        </pc:sldMkLst>
      </pc:sldChg>
      <pc:sldChg chg="del">
        <pc:chgData name="綱本　晃" userId="953fbd37-e359-4401-b61d-7035dc8ee981" providerId="ADAL" clId="{58DC8687-9BA4-4BC8-8E2D-FEA2D34E9D70}" dt="2022-01-24T10:20:36.713" v="4624" actId="47"/>
        <pc:sldMkLst>
          <pc:docMk/>
          <pc:sldMk cId="3335697102" sldId="376"/>
        </pc:sldMkLst>
      </pc:sldChg>
      <pc:sldChg chg="del">
        <pc:chgData name="綱本　晃" userId="953fbd37-e359-4401-b61d-7035dc8ee981" providerId="ADAL" clId="{58DC8687-9BA4-4BC8-8E2D-FEA2D34E9D70}" dt="2022-01-24T10:20:36.713" v="4624" actId="47"/>
        <pc:sldMkLst>
          <pc:docMk/>
          <pc:sldMk cId="1075370688" sldId="377"/>
        </pc:sldMkLst>
      </pc:sldChg>
      <pc:sldChg chg="del">
        <pc:chgData name="綱本　晃" userId="953fbd37-e359-4401-b61d-7035dc8ee981" providerId="ADAL" clId="{58DC8687-9BA4-4BC8-8E2D-FEA2D34E9D70}" dt="2022-01-24T10:20:36.713" v="4624" actId="47"/>
        <pc:sldMkLst>
          <pc:docMk/>
          <pc:sldMk cId="2580646882" sldId="378"/>
        </pc:sldMkLst>
      </pc:sldChg>
      <pc:sldChg chg="del">
        <pc:chgData name="綱本　晃" userId="953fbd37-e359-4401-b61d-7035dc8ee981" providerId="ADAL" clId="{58DC8687-9BA4-4BC8-8E2D-FEA2D34E9D70}" dt="2022-01-24T10:20:36.713" v="4624" actId="47"/>
        <pc:sldMkLst>
          <pc:docMk/>
          <pc:sldMk cId="882110079" sldId="382"/>
        </pc:sldMkLst>
      </pc:sldChg>
      <pc:sldChg chg="del">
        <pc:chgData name="綱本　晃" userId="953fbd37-e359-4401-b61d-7035dc8ee981" providerId="ADAL" clId="{58DC8687-9BA4-4BC8-8E2D-FEA2D34E9D70}" dt="2022-01-24T10:20:36.713" v="4624" actId="47"/>
        <pc:sldMkLst>
          <pc:docMk/>
          <pc:sldMk cId="2781782632" sldId="383"/>
        </pc:sldMkLst>
      </pc:sldChg>
      <pc:sldChg chg="del">
        <pc:chgData name="綱本　晃" userId="953fbd37-e359-4401-b61d-7035dc8ee981" providerId="ADAL" clId="{58DC8687-9BA4-4BC8-8E2D-FEA2D34E9D70}" dt="2022-01-17T11:50:15.241" v="2512" actId="47"/>
        <pc:sldMkLst>
          <pc:docMk/>
          <pc:sldMk cId="3173399434" sldId="396"/>
        </pc:sldMkLst>
      </pc:sldChg>
      <pc:sldChg chg="del">
        <pc:chgData name="綱本　晃" userId="953fbd37-e359-4401-b61d-7035dc8ee981" providerId="ADAL" clId="{58DC8687-9BA4-4BC8-8E2D-FEA2D34E9D70}" dt="2022-01-24T10:20:36.713" v="4624" actId="47"/>
        <pc:sldMkLst>
          <pc:docMk/>
          <pc:sldMk cId="2643277542" sldId="397"/>
        </pc:sldMkLst>
      </pc:sldChg>
      <pc:sldChg chg="del">
        <pc:chgData name="綱本　晃" userId="953fbd37-e359-4401-b61d-7035dc8ee981" providerId="ADAL" clId="{58DC8687-9BA4-4BC8-8E2D-FEA2D34E9D70}" dt="2022-01-24T10:20:36.713" v="4624" actId="47"/>
        <pc:sldMkLst>
          <pc:docMk/>
          <pc:sldMk cId="1559082455" sldId="399"/>
        </pc:sldMkLst>
      </pc:sldChg>
      <pc:sldChg chg="modSp add del mod">
        <pc:chgData name="綱本　晃" userId="953fbd37-e359-4401-b61d-7035dc8ee981" providerId="ADAL" clId="{58DC8687-9BA4-4BC8-8E2D-FEA2D34E9D70}" dt="2022-01-24T10:20:36.713" v="4624" actId="47"/>
        <pc:sldMkLst>
          <pc:docMk/>
          <pc:sldMk cId="2167348819" sldId="400"/>
        </pc:sldMkLst>
        <pc:spChg chg="mod">
          <ac:chgData name="綱本　晃" userId="953fbd37-e359-4401-b61d-7035dc8ee981" providerId="ADAL" clId="{58DC8687-9BA4-4BC8-8E2D-FEA2D34E9D70}" dt="2022-01-24T10:11:50.586" v="4557" actId="14100"/>
          <ac:spMkLst>
            <pc:docMk/>
            <pc:sldMk cId="2167348819" sldId="400"/>
            <ac:spMk id="6" creationId="{0244F65B-74AD-44A8-B27F-99B9A558393C}"/>
          </ac:spMkLst>
        </pc:spChg>
      </pc:sldChg>
      <pc:sldChg chg="addSp delSp modSp add mod">
        <pc:chgData name="綱本　晃" userId="953fbd37-e359-4401-b61d-7035dc8ee981" providerId="ADAL" clId="{58DC8687-9BA4-4BC8-8E2D-FEA2D34E9D70}" dt="2022-01-17T10:12:06.485" v="787" actId="1076"/>
        <pc:sldMkLst>
          <pc:docMk/>
          <pc:sldMk cId="3741968650" sldId="401"/>
        </pc:sldMkLst>
        <pc:spChg chg="del">
          <ac:chgData name="綱本　晃" userId="953fbd37-e359-4401-b61d-7035dc8ee981" providerId="ADAL" clId="{58DC8687-9BA4-4BC8-8E2D-FEA2D34E9D70}" dt="2022-01-17T09:58:21.926" v="501" actId="478"/>
          <ac:spMkLst>
            <pc:docMk/>
            <pc:sldMk cId="3741968650" sldId="401"/>
            <ac:spMk id="6" creationId="{38BD198A-45C5-4FAA-840E-91F5B04F0190}"/>
          </ac:spMkLst>
        </pc:spChg>
        <pc:spChg chg="mod">
          <ac:chgData name="綱本　晃" userId="953fbd37-e359-4401-b61d-7035dc8ee981" providerId="ADAL" clId="{58DC8687-9BA4-4BC8-8E2D-FEA2D34E9D70}" dt="2022-01-17T09:59:24.510" v="603" actId="14100"/>
          <ac:spMkLst>
            <pc:docMk/>
            <pc:sldMk cId="3741968650" sldId="401"/>
            <ac:spMk id="8" creationId="{C57C43D1-E1C5-418D-A114-931FDA96CE3D}"/>
          </ac:spMkLst>
        </pc:spChg>
        <pc:spChg chg="del">
          <ac:chgData name="綱本　晃" userId="953fbd37-e359-4401-b61d-7035dc8ee981" providerId="ADAL" clId="{58DC8687-9BA4-4BC8-8E2D-FEA2D34E9D70}" dt="2022-01-17T09:58:21.926" v="501" actId="478"/>
          <ac:spMkLst>
            <pc:docMk/>
            <pc:sldMk cId="3741968650" sldId="401"/>
            <ac:spMk id="9" creationId="{D2E307B1-7723-43FC-8836-0FD381C2C92D}"/>
          </ac:spMkLst>
        </pc:spChg>
        <pc:spChg chg="del">
          <ac:chgData name="綱本　晃" userId="953fbd37-e359-4401-b61d-7035dc8ee981" providerId="ADAL" clId="{58DC8687-9BA4-4BC8-8E2D-FEA2D34E9D70}" dt="2022-01-17T09:58:21.926" v="501" actId="478"/>
          <ac:spMkLst>
            <pc:docMk/>
            <pc:sldMk cId="3741968650" sldId="401"/>
            <ac:spMk id="13" creationId="{CC9A591B-F0AA-49CF-82A7-C15FC2982F5C}"/>
          </ac:spMkLst>
        </pc:spChg>
        <pc:spChg chg="del">
          <ac:chgData name="綱本　晃" userId="953fbd37-e359-4401-b61d-7035dc8ee981" providerId="ADAL" clId="{58DC8687-9BA4-4BC8-8E2D-FEA2D34E9D70}" dt="2022-01-17T09:58:21.926" v="501" actId="478"/>
          <ac:spMkLst>
            <pc:docMk/>
            <pc:sldMk cId="3741968650" sldId="401"/>
            <ac:spMk id="14" creationId="{30693ED5-8BD0-4764-BF66-1563C369FD82}"/>
          </ac:spMkLst>
        </pc:spChg>
        <pc:spChg chg="del">
          <ac:chgData name="綱本　晃" userId="953fbd37-e359-4401-b61d-7035dc8ee981" providerId="ADAL" clId="{58DC8687-9BA4-4BC8-8E2D-FEA2D34E9D70}" dt="2022-01-17T09:58:21.926" v="501" actId="478"/>
          <ac:spMkLst>
            <pc:docMk/>
            <pc:sldMk cId="3741968650" sldId="401"/>
            <ac:spMk id="15" creationId="{E8764635-AC6A-4789-B1B6-76C4A2E21CA0}"/>
          </ac:spMkLst>
        </pc:spChg>
        <pc:spChg chg="del">
          <ac:chgData name="綱本　晃" userId="953fbd37-e359-4401-b61d-7035dc8ee981" providerId="ADAL" clId="{58DC8687-9BA4-4BC8-8E2D-FEA2D34E9D70}" dt="2022-01-17T09:58:21.926" v="501" actId="478"/>
          <ac:spMkLst>
            <pc:docMk/>
            <pc:sldMk cId="3741968650" sldId="401"/>
            <ac:spMk id="16" creationId="{3428C0D5-6ABA-4E8C-86D6-3E0DA01FD8B3}"/>
          </ac:spMkLst>
        </pc:spChg>
        <pc:spChg chg="del">
          <ac:chgData name="綱本　晃" userId="953fbd37-e359-4401-b61d-7035dc8ee981" providerId="ADAL" clId="{58DC8687-9BA4-4BC8-8E2D-FEA2D34E9D70}" dt="2022-01-17T09:58:21.926" v="501" actId="478"/>
          <ac:spMkLst>
            <pc:docMk/>
            <pc:sldMk cId="3741968650" sldId="401"/>
            <ac:spMk id="17" creationId="{04420666-7F7C-4D8D-A79D-FA917CF5CA9C}"/>
          </ac:spMkLst>
        </pc:spChg>
        <pc:spChg chg="del">
          <ac:chgData name="綱本　晃" userId="953fbd37-e359-4401-b61d-7035dc8ee981" providerId="ADAL" clId="{58DC8687-9BA4-4BC8-8E2D-FEA2D34E9D70}" dt="2022-01-17T09:58:21.926" v="501" actId="478"/>
          <ac:spMkLst>
            <pc:docMk/>
            <pc:sldMk cId="3741968650" sldId="401"/>
            <ac:spMk id="18" creationId="{4D78CBCE-AC2A-4063-B0FB-4EB18C3B7078}"/>
          </ac:spMkLst>
        </pc:spChg>
        <pc:spChg chg="del">
          <ac:chgData name="綱本　晃" userId="953fbd37-e359-4401-b61d-7035dc8ee981" providerId="ADAL" clId="{58DC8687-9BA4-4BC8-8E2D-FEA2D34E9D70}" dt="2022-01-17T09:58:21.926" v="501" actId="478"/>
          <ac:spMkLst>
            <pc:docMk/>
            <pc:sldMk cId="3741968650" sldId="401"/>
            <ac:spMk id="19" creationId="{83B1D786-7A83-47F7-869E-20FB625672DD}"/>
          </ac:spMkLst>
        </pc:spChg>
        <pc:spChg chg="del">
          <ac:chgData name="綱本　晃" userId="953fbd37-e359-4401-b61d-7035dc8ee981" providerId="ADAL" clId="{58DC8687-9BA4-4BC8-8E2D-FEA2D34E9D70}" dt="2022-01-17T09:58:21.926" v="501" actId="478"/>
          <ac:spMkLst>
            <pc:docMk/>
            <pc:sldMk cId="3741968650" sldId="401"/>
            <ac:spMk id="20" creationId="{D8B38DF2-D9DD-4078-9912-0C892AE020A4}"/>
          </ac:spMkLst>
        </pc:spChg>
        <pc:spChg chg="del">
          <ac:chgData name="綱本　晃" userId="953fbd37-e359-4401-b61d-7035dc8ee981" providerId="ADAL" clId="{58DC8687-9BA4-4BC8-8E2D-FEA2D34E9D70}" dt="2022-01-17T09:58:21.926" v="501" actId="478"/>
          <ac:spMkLst>
            <pc:docMk/>
            <pc:sldMk cId="3741968650" sldId="401"/>
            <ac:spMk id="21" creationId="{EA4F305F-B6E2-40BE-AC86-52FFA99EFB3C}"/>
          </ac:spMkLst>
        </pc:spChg>
        <pc:spChg chg="del">
          <ac:chgData name="綱本　晃" userId="953fbd37-e359-4401-b61d-7035dc8ee981" providerId="ADAL" clId="{58DC8687-9BA4-4BC8-8E2D-FEA2D34E9D70}" dt="2022-01-17T09:58:21.926" v="501" actId="478"/>
          <ac:spMkLst>
            <pc:docMk/>
            <pc:sldMk cId="3741968650" sldId="401"/>
            <ac:spMk id="22" creationId="{0CD52328-B3FC-4632-85D5-EE521EC8DE29}"/>
          </ac:spMkLst>
        </pc:spChg>
        <pc:spChg chg="del">
          <ac:chgData name="綱本　晃" userId="953fbd37-e359-4401-b61d-7035dc8ee981" providerId="ADAL" clId="{58DC8687-9BA4-4BC8-8E2D-FEA2D34E9D70}" dt="2022-01-17T09:58:21.926" v="501" actId="478"/>
          <ac:spMkLst>
            <pc:docMk/>
            <pc:sldMk cId="3741968650" sldId="401"/>
            <ac:spMk id="23" creationId="{3303D6ED-CBB3-4BA1-9F51-AA71707D9F8F}"/>
          </ac:spMkLst>
        </pc:spChg>
        <pc:spChg chg="add del">
          <ac:chgData name="綱本　晃" userId="953fbd37-e359-4401-b61d-7035dc8ee981" providerId="ADAL" clId="{58DC8687-9BA4-4BC8-8E2D-FEA2D34E9D70}" dt="2022-01-17T10:00:55.380" v="609" actId="478"/>
          <ac:spMkLst>
            <pc:docMk/>
            <pc:sldMk cId="3741968650" sldId="401"/>
            <ac:spMk id="24" creationId="{4A0F7C20-8D89-4BA8-8B77-C903B84C0ACC}"/>
          </ac:spMkLst>
        </pc:spChg>
        <pc:spChg chg="add mod">
          <ac:chgData name="綱本　晃" userId="953fbd37-e359-4401-b61d-7035dc8ee981" providerId="ADAL" clId="{58DC8687-9BA4-4BC8-8E2D-FEA2D34E9D70}" dt="2022-01-17T10:01:26.804" v="622" actId="207"/>
          <ac:spMkLst>
            <pc:docMk/>
            <pc:sldMk cId="3741968650" sldId="401"/>
            <ac:spMk id="25" creationId="{E8D180A5-ACA5-4ACD-A090-72902AC96198}"/>
          </ac:spMkLst>
        </pc:spChg>
        <pc:spChg chg="add del mod">
          <ac:chgData name="綱本　晃" userId="953fbd37-e359-4401-b61d-7035dc8ee981" providerId="ADAL" clId="{58DC8687-9BA4-4BC8-8E2D-FEA2D34E9D70}" dt="2022-01-17T10:02:33.247" v="631" actId="478"/>
          <ac:spMkLst>
            <pc:docMk/>
            <pc:sldMk cId="3741968650" sldId="401"/>
            <ac:spMk id="26" creationId="{B0E5A9C7-F88C-4EAD-A721-4B937B606C5C}"/>
          </ac:spMkLst>
        </pc:spChg>
        <pc:spChg chg="add mod">
          <ac:chgData name="綱本　晃" userId="953fbd37-e359-4401-b61d-7035dc8ee981" providerId="ADAL" clId="{58DC8687-9BA4-4BC8-8E2D-FEA2D34E9D70}" dt="2022-01-17T10:03:54.942" v="651" actId="14100"/>
          <ac:spMkLst>
            <pc:docMk/>
            <pc:sldMk cId="3741968650" sldId="401"/>
            <ac:spMk id="27" creationId="{E8C3D8D1-9F9B-4D65-8875-F01ACE23F412}"/>
          </ac:spMkLst>
        </pc:spChg>
        <pc:spChg chg="add mod">
          <ac:chgData name="綱本　晃" userId="953fbd37-e359-4401-b61d-7035dc8ee981" providerId="ADAL" clId="{58DC8687-9BA4-4BC8-8E2D-FEA2D34E9D70}" dt="2022-01-17T10:06:18.625" v="700" actId="14100"/>
          <ac:spMkLst>
            <pc:docMk/>
            <pc:sldMk cId="3741968650" sldId="401"/>
            <ac:spMk id="28" creationId="{EBBDC89A-5EA2-4C3F-A82B-69DAFA80A57F}"/>
          </ac:spMkLst>
        </pc:spChg>
        <pc:spChg chg="add mod">
          <ac:chgData name="綱本　晃" userId="953fbd37-e359-4401-b61d-7035dc8ee981" providerId="ADAL" clId="{58DC8687-9BA4-4BC8-8E2D-FEA2D34E9D70}" dt="2022-01-17T10:04:25.247" v="655" actId="1076"/>
          <ac:spMkLst>
            <pc:docMk/>
            <pc:sldMk cId="3741968650" sldId="401"/>
            <ac:spMk id="29" creationId="{33242A8C-25AA-44C5-BCC9-850EF97BA528}"/>
          </ac:spMkLst>
        </pc:spChg>
        <pc:spChg chg="add del">
          <ac:chgData name="綱本　晃" userId="953fbd37-e359-4401-b61d-7035dc8ee981" providerId="ADAL" clId="{58DC8687-9BA4-4BC8-8E2D-FEA2D34E9D70}" dt="2022-01-17T10:04:50.476" v="657" actId="478"/>
          <ac:spMkLst>
            <pc:docMk/>
            <pc:sldMk cId="3741968650" sldId="401"/>
            <ac:spMk id="30" creationId="{7696A946-AD52-4C27-B8C5-3091E5EFC091}"/>
          </ac:spMkLst>
        </pc:spChg>
        <pc:spChg chg="add mod">
          <ac:chgData name="綱本　晃" userId="953fbd37-e359-4401-b61d-7035dc8ee981" providerId="ADAL" clId="{58DC8687-9BA4-4BC8-8E2D-FEA2D34E9D70}" dt="2022-01-17T10:05:32.961" v="667" actId="207"/>
          <ac:spMkLst>
            <pc:docMk/>
            <pc:sldMk cId="3741968650" sldId="401"/>
            <ac:spMk id="31" creationId="{595E1EA8-E051-4E84-9DCE-341C15BB0C62}"/>
          </ac:spMkLst>
        </pc:spChg>
        <pc:spChg chg="add mod">
          <ac:chgData name="綱本　晃" userId="953fbd37-e359-4401-b61d-7035dc8ee981" providerId="ADAL" clId="{58DC8687-9BA4-4BC8-8E2D-FEA2D34E9D70}" dt="2022-01-17T10:05:54.332" v="678" actId="20577"/>
          <ac:spMkLst>
            <pc:docMk/>
            <pc:sldMk cId="3741968650" sldId="401"/>
            <ac:spMk id="33" creationId="{0B761E6A-0AEA-4238-8615-70A0D04D4C4D}"/>
          </ac:spMkLst>
        </pc:spChg>
        <pc:spChg chg="add mod">
          <ac:chgData name="綱本　晃" userId="953fbd37-e359-4401-b61d-7035dc8ee981" providerId="ADAL" clId="{58DC8687-9BA4-4BC8-8E2D-FEA2D34E9D70}" dt="2022-01-17T10:06:09.322" v="699" actId="20577"/>
          <ac:spMkLst>
            <pc:docMk/>
            <pc:sldMk cId="3741968650" sldId="401"/>
            <ac:spMk id="34" creationId="{F65751FC-3931-43A0-8A9E-32805246B4E6}"/>
          </ac:spMkLst>
        </pc:spChg>
        <pc:spChg chg="add mod">
          <ac:chgData name="綱本　晃" userId="953fbd37-e359-4401-b61d-7035dc8ee981" providerId="ADAL" clId="{58DC8687-9BA4-4BC8-8E2D-FEA2D34E9D70}" dt="2022-01-17T10:06:47.089" v="705" actId="14100"/>
          <ac:spMkLst>
            <pc:docMk/>
            <pc:sldMk cId="3741968650" sldId="401"/>
            <ac:spMk id="35" creationId="{96B6D6DF-1C25-4870-9912-B59CF9876813}"/>
          </ac:spMkLst>
        </pc:spChg>
        <pc:spChg chg="add mod">
          <ac:chgData name="綱本　晃" userId="953fbd37-e359-4401-b61d-7035dc8ee981" providerId="ADAL" clId="{58DC8687-9BA4-4BC8-8E2D-FEA2D34E9D70}" dt="2022-01-17T10:06:58.154" v="707" actId="14100"/>
          <ac:spMkLst>
            <pc:docMk/>
            <pc:sldMk cId="3741968650" sldId="401"/>
            <ac:spMk id="36" creationId="{37FCA2B6-210B-4E0F-88CC-F9E39CA3D1E4}"/>
          </ac:spMkLst>
        </pc:spChg>
        <pc:spChg chg="add mod">
          <ac:chgData name="綱本　晃" userId="953fbd37-e359-4401-b61d-7035dc8ee981" providerId="ADAL" clId="{58DC8687-9BA4-4BC8-8E2D-FEA2D34E9D70}" dt="2022-01-17T10:07:21.231" v="725" actId="6549"/>
          <ac:spMkLst>
            <pc:docMk/>
            <pc:sldMk cId="3741968650" sldId="401"/>
            <ac:spMk id="37" creationId="{21315097-4751-403E-8939-88088DE12F79}"/>
          </ac:spMkLst>
        </pc:spChg>
        <pc:spChg chg="add mod">
          <ac:chgData name="綱本　晃" userId="953fbd37-e359-4401-b61d-7035dc8ee981" providerId="ADAL" clId="{58DC8687-9BA4-4BC8-8E2D-FEA2D34E9D70}" dt="2022-01-17T10:08:36.146" v="748" actId="14100"/>
          <ac:spMkLst>
            <pc:docMk/>
            <pc:sldMk cId="3741968650" sldId="401"/>
            <ac:spMk id="38" creationId="{6FDB713E-8C5F-43C6-B828-A518802BBFE8}"/>
          </ac:spMkLst>
        </pc:spChg>
        <pc:spChg chg="add mod">
          <ac:chgData name="綱本　晃" userId="953fbd37-e359-4401-b61d-7035dc8ee981" providerId="ADAL" clId="{58DC8687-9BA4-4BC8-8E2D-FEA2D34E9D70}" dt="2022-01-17T10:09:01.384" v="757" actId="20577"/>
          <ac:spMkLst>
            <pc:docMk/>
            <pc:sldMk cId="3741968650" sldId="401"/>
            <ac:spMk id="40" creationId="{97F8F756-8244-4DF8-BF77-78A6B9F34F4E}"/>
          </ac:spMkLst>
        </pc:spChg>
        <pc:spChg chg="add mod">
          <ac:chgData name="綱本　晃" userId="953fbd37-e359-4401-b61d-7035dc8ee981" providerId="ADAL" clId="{58DC8687-9BA4-4BC8-8E2D-FEA2D34E9D70}" dt="2022-01-17T10:09:13.681" v="768" actId="20577"/>
          <ac:spMkLst>
            <pc:docMk/>
            <pc:sldMk cId="3741968650" sldId="401"/>
            <ac:spMk id="41" creationId="{DE68F41C-030C-4ECF-81CB-3C74FA958AD2}"/>
          </ac:spMkLst>
        </pc:spChg>
        <pc:spChg chg="add mod">
          <ac:chgData name="綱本　晃" userId="953fbd37-e359-4401-b61d-7035dc8ee981" providerId="ADAL" clId="{58DC8687-9BA4-4BC8-8E2D-FEA2D34E9D70}" dt="2022-01-17T10:10:03.021" v="786" actId="20577"/>
          <ac:spMkLst>
            <pc:docMk/>
            <pc:sldMk cId="3741968650" sldId="401"/>
            <ac:spMk id="42" creationId="{D5F0B766-4757-4405-BDDA-1C43A06CA68A}"/>
          </ac:spMkLst>
        </pc:spChg>
        <pc:spChg chg="mod">
          <ac:chgData name="綱本　晃" userId="953fbd37-e359-4401-b61d-7035dc8ee981" providerId="ADAL" clId="{58DC8687-9BA4-4BC8-8E2D-FEA2D34E9D70}" dt="2022-01-17T10:09:33.200" v="769"/>
          <ac:spMkLst>
            <pc:docMk/>
            <pc:sldMk cId="3741968650" sldId="401"/>
            <ac:spMk id="45" creationId="{8074FF91-E328-4C0E-B3ED-3C5B8BEA7171}"/>
          </ac:spMkLst>
        </pc:spChg>
        <pc:spChg chg="add mod">
          <ac:chgData name="綱本　晃" userId="953fbd37-e359-4401-b61d-7035dc8ee981" providerId="ADAL" clId="{58DC8687-9BA4-4BC8-8E2D-FEA2D34E9D70}" dt="2022-01-17T10:12:06.485" v="787" actId="1076"/>
          <ac:spMkLst>
            <pc:docMk/>
            <pc:sldMk cId="3741968650" sldId="401"/>
            <ac:spMk id="46" creationId="{80D194DE-488A-4947-9A14-A239CA65290E}"/>
          </ac:spMkLst>
        </pc:spChg>
        <pc:spChg chg="add mod">
          <ac:chgData name="綱本　晃" userId="953fbd37-e359-4401-b61d-7035dc8ee981" providerId="ADAL" clId="{58DC8687-9BA4-4BC8-8E2D-FEA2D34E9D70}" dt="2022-01-17T10:09:53.664" v="772" actId="571"/>
          <ac:spMkLst>
            <pc:docMk/>
            <pc:sldMk cId="3741968650" sldId="401"/>
            <ac:spMk id="47" creationId="{74666F72-7E2C-4F4F-BD25-654DCDAFB6B8}"/>
          </ac:spMkLst>
        </pc:spChg>
        <pc:grpChg chg="del">
          <ac:chgData name="綱本　晃" userId="953fbd37-e359-4401-b61d-7035dc8ee981" providerId="ADAL" clId="{58DC8687-9BA4-4BC8-8E2D-FEA2D34E9D70}" dt="2022-01-17T09:58:21.926" v="501" actId="478"/>
          <ac:grpSpMkLst>
            <pc:docMk/>
            <pc:sldMk cId="3741968650" sldId="401"/>
            <ac:grpSpMk id="12" creationId="{045A9BF9-4DCC-4D05-ABAC-B81EA2A3B824}"/>
          </ac:grpSpMkLst>
        </pc:grpChg>
        <pc:grpChg chg="add mod">
          <ac:chgData name="綱本　晃" userId="953fbd37-e359-4401-b61d-7035dc8ee981" providerId="ADAL" clId="{58DC8687-9BA4-4BC8-8E2D-FEA2D34E9D70}" dt="2022-01-17T10:09:41.940" v="770" actId="1076"/>
          <ac:grpSpMkLst>
            <pc:docMk/>
            <pc:sldMk cId="3741968650" sldId="401"/>
            <ac:grpSpMk id="43" creationId="{B05E10B8-A1A4-436C-96B3-A93C27AE1ED9}"/>
          </ac:grpSpMkLst>
        </pc:grpChg>
        <pc:picChg chg="add mod">
          <ac:chgData name="綱本　晃" userId="953fbd37-e359-4401-b61d-7035dc8ee981" providerId="ADAL" clId="{58DC8687-9BA4-4BC8-8E2D-FEA2D34E9D70}" dt="2022-01-17T09:59:52.561" v="607" actId="1076"/>
          <ac:picMkLst>
            <pc:docMk/>
            <pc:sldMk cId="3741968650" sldId="401"/>
            <ac:picMk id="11" creationId="{5E2E7114-4005-4493-AFC7-F88AE0211223}"/>
          </ac:picMkLst>
        </pc:picChg>
        <pc:picChg chg="add mod">
          <ac:chgData name="綱本　晃" userId="953fbd37-e359-4401-b61d-7035dc8ee981" providerId="ADAL" clId="{58DC8687-9BA4-4BC8-8E2D-FEA2D34E9D70}" dt="2022-01-17T10:05:46.546" v="668" actId="571"/>
          <ac:picMkLst>
            <pc:docMk/>
            <pc:sldMk cId="3741968650" sldId="401"/>
            <ac:picMk id="32" creationId="{CCEF8E8F-6E93-4DBA-9C16-ECAF51504169}"/>
          </ac:picMkLst>
        </pc:picChg>
        <pc:picChg chg="add mod">
          <ac:chgData name="綱本　晃" userId="953fbd37-e359-4401-b61d-7035dc8ee981" providerId="ADAL" clId="{58DC8687-9BA4-4BC8-8E2D-FEA2D34E9D70}" dt="2022-01-17T10:08:53.933" v="749" actId="571"/>
          <ac:picMkLst>
            <pc:docMk/>
            <pc:sldMk cId="3741968650" sldId="401"/>
            <ac:picMk id="39" creationId="{95CF212E-1836-4DAD-83D6-A2E2C13C7CAF}"/>
          </ac:picMkLst>
        </pc:picChg>
        <pc:picChg chg="mod">
          <ac:chgData name="綱本　晃" userId="953fbd37-e359-4401-b61d-7035dc8ee981" providerId="ADAL" clId="{58DC8687-9BA4-4BC8-8E2D-FEA2D34E9D70}" dt="2022-01-17T10:09:33.200" v="769"/>
          <ac:picMkLst>
            <pc:docMk/>
            <pc:sldMk cId="3741968650" sldId="401"/>
            <ac:picMk id="44" creationId="{0AA563C6-0F72-4F8D-B02C-51811FDB176A}"/>
          </ac:picMkLst>
        </pc:picChg>
      </pc:sldChg>
      <pc:sldChg chg="addSp delSp modSp add mod">
        <pc:chgData name="綱本　晃" userId="953fbd37-e359-4401-b61d-7035dc8ee981" providerId="ADAL" clId="{58DC8687-9BA4-4BC8-8E2D-FEA2D34E9D70}" dt="2022-01-24T10:34:43.859" v="4678" actId="207"/>
        <pc:sldMkLst>
          <pc:docMk/>
          <pc:sldMk cId="2445657174" sldId="402"/>
        </pc:sldMkLst>
        <pc:spChg chg="mod">
          <ac:chgData name="綱本　晃" userId="953fbd37-e359-4401-b61d-7035dc8ee981" providerId="ADAL" clId="{58DC8687-9BA4-4BC8-8E2D-FEA2D34E9D70}" dt="2022-01-17T10:13:55.371" v="819" actId="20577"/>
          <ac:spMkLst>
            <pc:docMk/>
            <pc:sldMk cId="2445657174" sldId="402"/>
            <ac:spMk id="6" creationId="{0F81E6C4-7841-4153-9948-3830F64F1715}"/>
          </ac:spMkLst>
        </pc:spChg>
        <pc:spChg chg="mod">
          <ac:chgData name="綱本　晃" userId="953fbd37-e359-4401-b61d-7035dc8ee981" providerId="ADAL" clId="{58DC8687-9BA4-4BC8-8E2D-FEA2D34E9D70}" dt="2022-01-17T10:15:06.474" v="869" actId="14100"/>
          <ac:spMkLst>
            <pc:docMk/>
            <pc:sldMk cId="2445657174" sldId="402"/>
            <ac:spMk id="8" creationId="{DC47DB6E-DE5F-461B-8DA6-D7E7BFB3D9CA}"/>
          </ac:spMkLst>
        </pc:spChg>
        <pc:spChg chg="del">
          <ac:chgData name="綱本　晃" userId="953fbd37-e359-4401-b61d-7035dc8ee981" providerId="ADAL" clId="{58DC8687-9BA4-4BC8-8E2D-FEA2D34E9D70}" dt="2022-01-17T10:15:14.611" v="870" actId="478"/>
          <ac:spMkLst>
            <pc:docMk/>
            <pc:sldMk cId="2445657174" sldId="402"/>
            <ac:spMk id="10" creationId="{406C004A-CC5D-4F97-859E-30E5EECF679D}"/>
          </ac:spMkLst>
        </pc:spChg>
        <pc:spChg chg="del">
          <ac:chgData name="綱本　晃" userId="953fbd37-e359-4401-b61d-7035dc8ee981" providerId="ADAL" clId="{58DC8687-9BA4-4BC8-8E2D-FEA2D34E9D70}" dt="2022-01-17T10:15:14.611" v="870" actId="478"/>
          <ac:spMkLst>
            <pc:docMk/>
            <pc:sldMk cId="2445657174" sldId="402"/>
            <ac:spMk id="11" creationId="{4611FC80-30ED-4EEA-B45E-08C852407BF8}"/>
          </ac:spMkLst>
        </pc:spChg>
        <pc:spChg chg="del">
          <ac:chgData name="綱本　晃" userId="953fbd37-e359-4401-b61d-7035dc8ee981" providerId="ADAL" clId="{58DC8687-9BA4-4BC8-8E2D-FEA2D34E9D70}" dt="2022-01-17T10:15:14.611" v="870" actId="478"/>
          <ac:spMkLst>
            <pc:docMk/>
            <pc:sldMk cId="2445657174" sldId="402"/>
            <ac:spMk id="12" creationId="{650C85D8-D122-4B51-897F-F27A2A5B71FC}"/>
          </ac:spMkLst>
        </pc:spChg>
        <pc:spChg chg="del">
          <ac:chgData name="綱本　晃" userId="953fbd37-e359-4401-b61d-7035dc8ee981" providerId="ADAL" clId="{58DC8687-9BA4-4BC8-8E2D-FEA2D34E9D70}" dt="2022-01-17T10:15:14.611" v="870" actId="478"/>
          <ac:spMkLst>
            <pc:docMk/>
            <pc:sldMk cId="2445657174" sldId="402"/>
            <ac:spMk id="13" creationId="{D9EE3985-3EAC-49D8-83B0-005FA1B9AEBE}"/>
          </ac:spMkLst>
        </pc:spChg>
        <pc:spChg chg="del">
          <ac:chgData name="綱本　晃" userId="953fbd37-e359-4401-b61d-7035dc8ee981" providerId="ADAL" clId="{58DC8687-9BA4-4BC8-8E2D-FEA2D34E9D70}" dt="2022-01-17T10:15:14.611" v="870" actId="478"/>
          <ac:spMkLst>
            <pc:docMk/>
            <pc:sldMk cId="2445657174" sldId="402"/>
            <ac:spMk id="14" creationId="{2DF9FC2E-9F35-4B18-BEE1-D47292518C61}"/>
          </ac:spMkLst>
        </pc:spChg>
        <pc:spChg chg="add mod">
          <ac:chgData name="綱本　晃" userId="953fbd37-e359-4401-b61d-7035dc8ee981" providerId="ADAL" clId="{58DC8687-9BA4-4BC8-8E2D-FEA2D34E9D70}" dt="2022-01-24T10:34:43.859" v="4678" actId="207"/>
          <ac:spMkLst>
            <pc:docMk/>
            <pc:sldMk cId="2445657174" sldId="402"/>
            <ac:spMk id="15" creationId="{376EC21E-E0CC-4C0F-9EEB-359304C17F7E}"/>
          </ac:spMkLst>
        </pc:spChg>
      </pc:sldChg>
      <pc:sldChg chg="addSp modSp add mod">
        <pc:chgData name="綱本　晃" userId="953fbd37-e359-4401-b61d-7035dc8ee981" providerId="ADAL" clId="{58DC8687-9BA4-4BC8-8E2D-FEA2D34E9D70}" dt="2022-01-17T10:46:48.055" v="1587" actId="20577"/>
        <pc:sldMkLst>
          <pc:docMk/>
          <pc:sldMk cId="695860521" sldId="403"/>
        </pc:sldMkLst>
        <pc:spChg chg="add mod">
          <ac:chgData name="綱本　晃" userId="953fbd37-e359-4401-b61d-7035dc8ee981" providerId="ADAL" clId="{58DC8687-9BA4-4BC8-8E2D-FEA2D34E9D70}" dt="2022-01-17T10:44:57.739" v="1499" actId="207"/>
          <ac:spMkLst>
            <pc:docMk/>
            <pc:sldMk cId="695860521" sldId="403"/>
            <ac:spMk id="2" creationId="{E0F354C7-49F4-4921-B67E-55918C1BBB8D}"/>
          </ac:spMkLst>
        </pc:spChg>
        <pc:spChg chg="mod">
          <ac:chgData name="綱本　晃" userId="953fbd37-e359-4401-b61d-7035dc8ee981" providerId="ADAL" clId="{58DC8687-9BA4-4BC8-8E2D-FEA2D34E9D70}" dt="2022-01-17T10:38:48.107" v="1347" actId="20577"/>
          <ac:spMkLst>
            <pc:docMk/>
            <pc:sldMk cId="695860521" sldId="403"/>
            <ac:spMk id="6" creationId="{0F81E6C4-7841-4153-9948-3830F64F1715}"/>
          </ac:spMkLst>
        </pc:spChg>
        <pc:spChg chg="mod">
          <ac:chgData name="綱本　晃" userId="953fbd37-e359-4401-b61d-7035dc8ee981" providerId="ADAL" clId="{58DC8687-9BA4-4BC8-8E2D-FEA2D34E9D70}" dt="2022-01-17T10:46:48.055" v="1587" actId="20577"/>
          <ac:spMkLst>
            <pc:docMk/>
            <pc:sldMk cId="695860521" sldId="403"/>
            <ac:spMk id="8" creationId="{DC47DB6E-DE5F-461B-8DA6-D7E7BFB3D9CA}"/>
          </ac:spMkLst>
        </pc:spChg>
        <pc:spChg chg="add mod">
          <ac:chgData name="綱本　晃" userId="953fbd37-e359-4401-b61d-7035dc8ee981" providerId="ADAL" clId="{58DC8687-9BA4-4BC8-8E2D-FEA2D34E9D70}" dt="2022-01-17T10:45:13.580" v="1501" actId="14100"/>
          <ac:spMkLst>
            <pc:docMk/>
            <pc:sldMk cId="695860521" sldId="403"/>
            <ac:spMk id="11" creationId="{B763FD98-68A8-42D1-9486-3E7BDB3277EE}"/>
          </ac:spMkLst>
        </pc:spChg>
        <pc:spChg chg="mod">
          <ac:chgData name="綱本　晃" userId="953fbd37-e359-4401-b61d-7035dc8ee981" providerId="ADAL" clId="{58DC8687-9BA4-4BC8-8E2D-FEA2D34E9D70}" dt="2022-01-17T10:45:41.653" v="1502" actId="14100"/>
          <ac:spMkLst>
            <pc:docMk/>
            <pc:sldMk cId="695860521" sldId="403"/>
            <ac:spMk id="15" creationId="{376EC21E-E0CC-4C0F-9EEB-359304C17F7E}"/>
          </ac:spMkLst>
        </pc:spChg>
        <pc:picChg chg="add mod">
          <ac:chgData name="綱本　晃" userId="953fbd37-e359-4401-b61d-7035dc8ee981" providerId="ADAL" clId="{58DC8687-9BA4-4BC8-8E2D-FEA2D34E9D70}" dt="2022-01-17T10:42:02.158" v="1493" actId="1076"/>
          <ac:picMkLst>
            <pc:docMk/>
            <pc:sldMk cId="695860521" sldId="403"/>
            <ac:picMk id="10" creationId="{CFC56693-6D99-4FDF-8081-AC72CD6742D0}"/>
          </ac:picMkLst>
        </pc:picChg>
      </pc:sldChg>
      <pc:sldChg chg="add del">
        <pc:chgData name="綱本　晃" userId="953fbd37-e359-4401-b61d-7035dc8ee981" providerId="ADAL" clId="{58DC8687-9BA4-4BC8-8E2D-FEA2D34E9D70}" dt="2022-01-17T10:15:24.485" v="872" actId="2696"/>
        <pc:sldMkLst>
          <pc:docMk/>
          <pc:sldMk cId="3349444566" sldId="403"/>
        </pc:sldMkLst>
      </pc:sldChg>
      <pc:sldChg chg="modSp add mod">
        <pc:chgData name="綱本　晃" userId="953fbd37-e359-4401-b61d-7035dc8ee981" providerId="ADAL" clId="{58DC8687-9BA4-4BC8-8E2D-FEA2D34E9D70}" dt="2022-01-17T10:47:27.361" v="1596" actId="20577"/>
        <pc:sldMkLst>
          <pc:docMk/>
          <pc:sldMk cId="3461199223" sldId="404"/>
        </pc:sldMkLst>
        <pc:spChg chg="mod">
          <ac:chgData name="綱本　晃" userId="953fbd37-e359-4401-b61d-7035dc8ee981" providerId="ADAL" clId="{58DC8687-9BA4-4BC8-8E2D-FEA2D34E9D70}" dt="2022-01-17T10:47:27.361" v="1596" actId="20577"/>
          <ac:spMkLst>
            <pc:docMk/>
            <pc:sldMk cId="3461199223" sldId="404"/>
            <ac:spMk id="3" creationId="{6E45B32F-995B-4AB3-B186-3FFD8D07DCEE}"/>
          </ac:spMkLst>
        </pc:spChg>
      </pc:sldChg>
      <pc:sldChg chg="addSp delSp modSp add mod">
        <pc:chgData name="綱本　晃" userId="953fbd37-e359-4401-b61d-7035dc8ee981" providerId="ADAL" clId="{58DC8687-9BA4-4BC8-8E2D-FEA2D34E9D70}" dt="2022-01-24T10:35:47.186" v="4679" actId="207"/>
        <pc:sldMkLst>
          <pc:docMk/>
          <pc:sldMk cId="3052400055" sldId="405"/>
        </pc:sldMkLst>
        <pc:spChg chg="mod">
          <ac:chgData name="綱本　晃" userId="953fbd37-e359-4401-b61d-7035dc8ee981" providerId="ADAL" clId="{58DC8687-9BA4-4BC8-8E2D-FEA2D34E9D70}" dt="2022-01-24T10:35:47.186" v="4679" actId="207"/>
          <ac:spMkLst>
            <pc:docMk/>
            <pc:sldMk cId="3052400055" sldId="405"/>
            <ac:spMk id="5" creationId="{48BF89F5-B1F6-4732-A48D-5FDDE3A0E801}"/>
          </ac:spMkLst>
        </pc:spChg>
        <pc:spChg chg="mod">
          <ac:chgData name="綱本　晃" userId="953fbd37-e359-4401-b61d-7035dc8ee981" providerId="ADAL" clId="{58DC8687-9BA4-4BC8-8E2D-FEA2D34E9D70}" dt="2022-01-24T10:29:21.244" v="4668" actId="692"/>
          <ac:spMkLst>
            <pc:docMk/>
            <pc:sldMk cId="3052400055" sldId="405"/>
            <ac:spMk id="7" creationId="{5D20DD92-21EA-420F-8DAC-3DC8CF59A2C1}"/>
          </ac:spMkLst>
        </pc:spChg>
        <pc:spChg chg="mod">
          <ac:chgData name="綱本　晃" userId="953fbd37-e359-4401-b61d-7035dc8ee981" providerId="ADAL" clId="{58DC8687-9BA4-4BC8-8E2D-FEA2D34E9D70}" dt="2022-01-24T10:29:27.095" v="4669" actId="692"/>
          <ac:spMkLst>
            <pc:docMk/>
            <pc:sldMk cId="3052400055" sldId="405"/>
            <ac:spMk id="8" creationId="{855DD384-E575-4E59-8B92-CF01F5F2C561}"/>
          </ac:spMkLst>
        </pc:spChg>
        <pc:spChg chg="mod">
          <ac:chgData name="綱本　晃" userId="953fbd37-e359-4401-b61d-7035dc8ee981" providerId="ADAL" clId="{58DC8687-9BA4-4BC8-8E2D-FEA2D34E9D70}" dt="2022-01-24T10:29:32.381" v="4670" actId="692"/>
          <ac:spMkLst>
            <pc:docMk/>
            <pc:sldMk cId="3052400055" sldId="405"/>
            <ac:spMk id="9" creationId="{1EDBCA61-2D5E-4A4B-B9C3-159F9F0E76D9}"/>
          </ac:spMkLst>
        </pc:spChg>
        <pc:picChg chg="del">
          <ac:chgData name="綱本　晃" userId="953fbd37-e359-4401-b61d-7035dc8ee981" providerId="ADAL" clId="{58DC8687-9BA4-4BC8-8E2D-FEA2D34E9D70}" dt="2022-01-17T11:47:05.345" v="2497" actId="478"/>
          <ac:picMkLst>
            <pc:docMk/>
            <pc:sldMk cId="3052400055" sldId="405"/>
            <ac:picMk id="6" creationId="{846C54FA-5739-48C7-AB21-730876D36E88}"/>
          </ac:picMkLst>
        </pc:picChg>
        <pc:picChg chg="add del mod ord">
          <ac:chgData name="綱本　晃" userId="953fbd37-e359-4401-b61d-7035dc8ee981" providerId="ADAL" clId="{58DC8687-9BA4-4BC8-8E2D-FEA2D34E9D70}" dt="2022-01-17T11:48:33.127" v="2505" actId="478"/>
          <ac:picMkLst>
            <pc:docMk/>
            <pc:sldMk cId="3052400055" sldId="405"/>
            <ac:picMk id="12" creationId="{0976007F-1A64-413D-8DE2-3EB8F6296405}"/>
          </ac:picMkLst>
        </pc:picChg>
        <pc:picChg chg="add mod ord">
          <ac:chgData name="綱本　晃" userId="953fbd37-e359-4401-b61d-7035dc8ee981" providerId="ADAL" clId="{58DC8687-9BA4-4BC8-8E2D-FEA2D34E9D70}" dt="2022-01-17T11:48:45.057" v="2509" actId="14100"/>
          <ac:picMkLst>
            <pc:docMk/>
            <pc:sldMk cId="3052400055" sldId="405"/>
            <ac:picMk id="17" creationId="{5F656E4D-AA19-4184-8938-CB002E93AA1B}"/>
          </ac:picMkLst>
        </pc:picChg>
        <pc:cxnChg chg="mod">
          <ac:chgData name="綱本　晃" userId="953fbd37-e359-4401-b61d-7035dc8ee981" providerId="ADAL" clId="{58DC8687-9BA4-4BC8-8E2D-FEA2D34E9D70}" dt="2022-01-24T10:29:38.413" v="4671" actId="692"/>
          <ac:cxnSpMkLst>
            <pc:docMk/>
            <pc:sldMk cId="3052400055" sldId="405"/>
            <ac:cxnSpMk id="10" creationId="{91194AC1-584D-4C3A-B077-94C5154B4399}"/>
          </ac:cxnSpMkLst>
        </pc:cxnChg>
        <pc:cxnChg chg="mod">
          <ac:chgData name="綱本　晃" userId="953fbd37-e359-4401-b61d-7035dc8ee981" providerId="ADAL" clId="{58DC8687-9BA4-4BC8-8E2D-FEA2D34E9D70}" dt="2022-01-24T10:29:44.861" v="4672" actId="692"/>
          <ac:cxnSpMkLst>
            <pc:docMk/>
            <pc:sldMk cId="3052400055" sldId="405"/>
            <ac:cxnSpMk id="13" creationId="{40C146C6-A279-40A2-8FFC-CDF438AD8EC6}"/>
          </ac:cxnSpMkLst>
        </pc:cxnChg>
      </pc:sldChg>
      <pc:sldChg chg="modSp add mod">
        <pc:chgData name="綱本　晃" userId="953fbd37-e359-4401-b61d-7035dc8ee981" providerId="ADAL" clId="{58DC8687-9BA4-4BC8-8E2D-FEA2D34E9D70}" dt="2022-01-24T10:35:56.858" v="4680" actId="113"/>
        <pc:sldMkLst>
          <pc:docMk/>
          <pc:sldMk cId="862296318" sldId="406"/>
        </pc:sldMkLst>
        <pc:spChg chg="mod">
          <ac:chgData name="綱本　晃" userId="953fbd37-e359-4401-b61d-7035dc8ee981" providerId="ADAL" clId="{58DC8687-9BA4-4BC8-8E2D-FEA2D34E9D70}" dt="2022-01-17T10:50:21.560" v="1671" actId="113"/>
          <ac:spMkLst>
            <pc:docMk/>
            <pc:sldMk cId="862296318" sldId="406"/>
            <ac:spMk id="5" creationId="{D8171BAF-394E-4801-BF60-705D3F952BF7}"/>
          </ac:spMkLst>
        </pc:spChg>
        <pc:spChg chg="mod">
          <ac:chgData name="綱本　晃" userId="953fbd37-e359-4401-b61d-7035dc8ee981" providerId="ADAL" clId="{58DC8687-9BA4-4BC8-8E2D-FEA2D34E9D70}" dt="2022-01-24T10:35:56.858" v="4680" actId="113"/>
          <ac:spMkLst>
            <pc:docMk/>
            <pc:sldMk cId="862296318" sldId="406"/>
            <ac:spMk id="7" creationId="{127814C8-398F-4FB0-8BFD-8CA89A09E47F}"/>
          </ac:spMkLst>
        </pc:spChg>
      </pc:sldChg>
      <pc:sldChg chg="modSp add mod">
        <pc:chgData name="綱本　晃" userId="953fbd37-e359-4401-b61d-7035dc8ee981" providerId="ADAL" clId="{58DC8687-9BA4-4BC8-8E2D-FEA2D34E9D70}" dt="2022-01-24T10:36:30.991" v="4682" actId="20577"/>
        <pc:sldMkLst>
          <pc:docMk/>
          <pc:sldMk cId="711956846" sldId="407"/>
        </pc:sldMkLst>
        <pc:spChg chg="mod">
          <ac:chgData name="綱本　晃" userId="953fbd37-e359-4401-b61d-7035dc8ee981" providerId="ADAL" clId="{58DC8687-9BA4-4BC8-8E2D-FEA2D34E9D70}" dt="2022-01-17T10:52:02.115" v="1682"/>
          <ac:spMkLst>
            <pc:docMk/>
            <pc:sldMk cId="711956846" sldId="407"/>
            <ac:spMk id="5" creationId="{64D92467-3673-4ABC-81DF-B7F0E6026917}"/>
          </ac:spMkLst>
        </pc:spChg>
        <pc:spChg chg="mod">
          <ac:chgData name="綱本　晃" userId="953fbd37-e359-4401-b61d-7035dc8ee981" providerId="ADAL" clId="{58DC8687-9BA4-4BC8-8E2D-FEA2D34E9D70}" dt="2022-01-24T10:36:30.991" v="4682" actId="20577"/>
          <ac:spMkLst>
            <pc:docMk/>
            <pc:sldMk cId="711956846" sldId="407"/>
            <ac:spMk id="7" creationId="{F7D6E1F9-5D75-44E5-88A9-E91D05C29E75}"/>
          </ac:spMkLst>
        </pc:spChg>
      </pc:sldChg>
      <pc:sldChg chg="modSp add mod">
        <pc:chgData name="綱本　晃" userId="953fbd37-e359-4401-b61d-7035dc8ee981" providerId="ADAL" clId="{58DC8687-9BA4-4BC8-8E2D-FEA2D34E9D70}" dt="2022-01-24T10:36:54.390" v="4684" actId="207"/>
        <pc:sldMkLst>
          <pc:docMk/>
          <pc:sldMk cId="1557861613" sldId="408"/>
        </pc:sldMkLst>
        <pc:spChg chg="mod">
          <ac:chgData name="綱本　晃" userId="953fbd37-e359-4401-b61d-7035dc8ee981" providerId="ADAL" clId="{58DC8687-9BA4-4BC8-8E2D-FEA2D34E9D70}" dt="2022-01-24T10:36:54.390" v="4684" actId="207"/>
          <ac:spMkLst>
            <pc:docMk/>
            <pc:sldMk cId="1557861613" sldId="408"/>
            <ac:spMk id="9" creationId="{BFD16DC8-D589-4F05-9187-58E5D81AA0F3}"/>
          </ac:spMkLst>
        </pc:spChg>
      </pc:sldChg>
      <pc:sldChg chg="modSp add mod">
        <pc:chgData name="綱本　晃" userId="953fbd37-e359-4401-b61d-7035dc8ee981" providerId="ADAL" clId="{58DC8687-9BA4-4BC8-8E2D-FEA2D34E9D70}" dt="2022-01-24T10:37:12.466" v="4686" actId="207"/>
        <pc:sldMkLst>
          <pc:docMk/>
          <pc:sldMk cId="2106963750" sldId="409"/>
        </pc:sldMkLst>
        <pc:spChg chg="mod">
          <ac:chgData name="綱本　晃" userId="953fbd37-e359-4401-b61d-7035dc8ee981" providerId="ADAL" clId="{58DC8687-9BA4-4BC8-8E2D-FEA2D34E9D70}" dt="2022-01-24T10:37:12.466" v="4686" actId="207"/>
          <ac:spMkLst>
            <pc:docMk/>
            <pc:sldMk cId="2106963750" sldId="409"/>
            <ac:spMk id="12" creationId="{D827973A-B285-444D-B8E2-2C1ADF444989}"/>
          </ac:spMkLst>
        </pc:spChg>
      </pc:sldChg>
      <pc:sldChg chg="delSp modSp add mod">
        <pc:chgData name="綱本　晃" userId="953fbd37-e359-4401-b61d-7035dc8ee981" providerId="ADAL" clId="{58DC8687-9BA4-4BC8-8E2D-FEA2D34E9D70}" dt="2022-01-17T11:17:26.167" v="2169" actId="20577"/>
        <pc:sldMkLst>
          <pc:docMk/>
          <pc:sldMk cId="1403677543" sldId="410"/>
        </pc:sldMkLst>
        <pc:spChg chg="mod">
          <ac:chgData name="綱本　晃" userId="953fbd37-e359-4401-b61d-7035dc8ee981" providerId="ADAL" clId="{58DC8687-9BA4-4BC8-8E2D-FEA2D34E9D70}" dt="2022-01-17T11:17:26.167" v="2169" actId="20577"/>
          <ac:spMkLst>
            <pc:docMk/>
            <pc:sldMk cId="1403677543" sldId="410"/>
            <ac:spMk id="5" creationId="{A398E838-A2A7-414A-970E-EA11A895399A}"/>
          </ac:spMkLst>
        </pc:spChg>
        <pc:spChg chg="del">
          <ac:chgData name="綱本　晃" userId="953fbd37-e359-4401-b61d-7035dc8ee981" providerId="ADAL" clId="{58DC8687-9BA4-4BC8-8E2D-FEA2D34E9D70}" dt="2022-01-17T10:54:00.680" v="1704" actId="478"/>
          <ac:spMkLst>
            <pc:docMk/>
            <pc:sldMk cId="1403677543" sldId="410"/>
            <ac:spMk id="9" creationId="{B18C3434-8094-4D11-9DCE-11BC3134EB32}"/>
          </ac:spMkLst>
        </pc:spChg>
        <pc:spChg chg="del">
          <ac:chgData name="綱本　晃" userId="953fbd37-e359-4401-b61d-7035dc8ee981" providerId="ADAL" clId="{58DC8687-9BA4-4BC8-8E2D-FEA2D34E9D70}" dt="2022-01-17T10:54:00.680" v="1704" actId="478"/>
          <ac:spMkLst>
            <pc:docMk/>
            <pc:sldMk cId="1403677543" sldId="410"/>
            <ac:spMk id="10" creationId="{DF76AE1A-859A-4594-88B7-91BE98A8E033}"/>
          </ac:spMkLst>
        </pc:spChg>
        <pc:spChg chg="del">
          <ac:chgData name="綱本　晃" userId="953fbd37-e359-4401-b61d-7035dc8ee981" providerId="ADAL" clId="{58DC8687-9BA4-4BC8-8E2D-FEA2D34E9D70}" dt="2022-01-17T10:54:00.680" v="1704" actId="478"/>
          <ac:spMkLst>
            <pc:docMk/>
            <pc:sldMk cId="1403677543" sldId="410"/>
            <ac:spMk id="11" creationId="{DC219308-7BB1-4571-B6C2-AF593F39CA0D}"/>
          </ac:spMkLst>
        </pc:spChg>
        <pc:spChg chg="del">
          <ac:chgData name="綱本　晃" userId="953fbd37-e359-4401-b61d-7035dc8ee981" providerId="ADAL" clId="{58DC8687-9BA4-4BC8-8E2D-FEA2D34E9D70}" dt="2022-01-17T10:54:09.320" v="1705" actId="478"/>
          <ac:spMkLst>
            <pc:docMk/>
            <pc:sldMk cId="1403677543" sldId="410"/>
            <ac:spMk id="12" creationId="{D827973A-B285-444D-B8E2-2C1ADF444989}"/>
          </ac:spMkLst>
        </pc:spChg>
        <pc:spChg chg="del">
          <ac:chgData name="綱本　晃" userId="953fbd37-e359-4401-b61d-7035dc8ee981" providerId="ADAL" clId="{58DC8687-9BA4-4BC8-8E2D-FEA2D34E9D70}" dt="2022-01-17T10:54:00.680" v="1704" actId="478"/>
          <ac:spMkLst>
            <pc:docMk/>
            <pc:sldMk cId="1403677543" sldId="410"/>
            <ac:spMk id="13" creationId="{090E20F7-1963-4594-A854-A0007B5562F3}"/>
          </ac:spMkLst>
        </pc:spChg>
        <pc:spChg chg="del">
          <ac:chgData name="綱本　晃" userId="953fbd37-e359-4401-b61d-7035dc8ee981" providerId="ADAL" clId="{58DC8687-9BA4-4BC8-8E2D-FEA2D34E9D70}" dt="2022-01-17T10:54:00.680" v="1704" actId="478"/>
          <ac:spMkLst>
            <pc:docMk/>
            <pc:sldMk cId="1403677543" sldId="410"/>
            <ac:spMk id="15" creationId="{E753C64B-05EF-45FD-978D-013CE4F0EFBD}"/>
          </ac:spMkLst>
        </pc:spChg>
        <pc:spChg chg="del">
          <ac:chgData name="綱本　晃" userId="953fbd37-e359-4401-b61d-7035dc8ee981" providerId="ADAL" clId="{58DC8687-9BA4-4BC8-8E2D-FEA2D34E9D70}" dt="2022-01-17T10:54:00.680" v="1704" actId="478"/>
          <ac:spMkLst>
            <pc:docMk/>
            <pc:sldMk cId="1403677543" sldId="410"/>
            <ac:spMk id="16" creationId="{CCB14EDC-88EE-4401-B02E-6086E5CBABE6}"/>
          </ac:spMkLst>
        </pc:spChg>
        <pc:spChg chg="del">
          <ac:chgData name="綱本　晃" userId="953fbd37-e359-4401-b61d-7035dc8ee981" providerId="ADAL" clId="{58DC8687-9BA4-4BC8-8E2D-FEA2D34E9D70}" dt="2022-01-17T10:54:00.680" v="1704" actId="478"/>
          <ac:spMkLst>
            <pc:docMk/>
            <pc:sldMk cId="1403677543" sldId="410"/>
            <ac:spMk id="17" creationId="{F0C64602-7B94-47EE-80D2-378BDFD473FD}"/>
          </ac:spMkLst>
        </pc:spChg>
      </pc:sldChg>
      <pc:sldChg chg="addSp delSp modSp add mod">
        <pc:chgData name="綱本　晃" userId="953fbd37-e359-4401-b61d-7035dc8ee981" providerId="ADAL" clId="{58DC8687-9BA4-4BC8-8E2D-FEA2D34E9D70}" dt="2022-01-24T10:37:46.666" v="4688" actId="113"/>
        <pc:sldMkLst>
          <pc:docMk/>
          <pc:sldMk cId="2859560679" sldId="411"/>
        </pc:sldMkLst>
        <pc:spChg chg="mod">
          <ac:chgData name="綱本　晃" userId="953fbd37-e359-4401-b61d-7035dc8ee981" providerId="ADAL" clId="{58DC8687-9BA4-4BC8-8E2D-FEA2D34E9D70}" dt="2022-01-24T10:37:46.666" v="4688" actId="113"/>
          <ac:spMkLst>
            <pc:docMk/>
            <pc:sldMk cId="2859560679" sldId="411"/>
            <ac:spMk id="5" creationId="{A398E838-A2A7-414A-970E-EA11A895399A}"/>
          </ac:spMkLst>
        </pc:spChg>
        <pc:spChg chg="add mod">
          <ac:chgData name="綱本　晃" userId="953fbd37-e359-4401-b61d-7035dc8ee981" providerId="ADAL" clId="{58DC8687-9BA4-4BC8-8E2D-FEA2D34E9D70}" dt="2022-01-24T10:30:02.845" v="4675" actId="14100"/>
          <ac:spMkLst>
            <pc:docMk/>
            <pc:sldMk cId="2859560679" sldId="411"/>
            <ac:spMk id="8" creationId="{6FD2E70F-F782-43FB-BFF1-A9674DF4EAED}"/>
          </ac:spMkLst>
        </pc:spChg>
        <pc:spChg chg="add mod">
          <ac:chgData name="綱本　晃" userId="953fbd37-e359-4401-b61d-7035dc8ee981" providerId="ADAL" clId="{58DC8687-9BA4-4BC8-8E2D-FEA2D34E9D70}" dt="2022-01-17T11:45:43.342" v="2403" actId="1076"/>
          <ac:spMkLst>
            <pc:docMk/>
            <pc:sldMk cId="2859560679" sldId="411"/>
            <ac:spMk id="12" creationId="{E899859F-0BAB-47B3-A238-E6638A040C0E}"/>
          </ac:spMkLst>
        </pc:spChg>
        <pc:picChg chg="add del mod">
          <ac:chgData name="綱本　晃" userId="953fbd37-e359-4401-b61d-7035dc8ee981" providerId="ADAL" clId="{58DC8687-9BA4-4BC8-8E2D-FEA2D34E9D70}" dt="2022-01-17T11:40:14.143" v="2177" actId="478"/>
          <ac:picMkLst>
            <pc:docMk/>
            <pc:sldMk cId="2859560679" sldId="411"/>
            <ac:picMk id="7" creationId="{6170BC17-05EF-4964-BC2F-AABD08E6C43D}"/>
          </ac:picMkLst>
        </pc:picChg>
        <pc:picChg chg="add del mod">
          <ac:chgData name="綱本　晃" userId="953fbd37-e359-4401-b61d-7035dc8ee981" providerId="ADAL" clId="{58DC8687-9BA4-4BC8-8E2D-FEA2D34E9D70}" dt="2022-01-17T11:41:32.880" v="2203" actId="478"/>
          <ac:picMkLst>
            <pc:docMk/>
            <pc:sldMk cId="2859560679" sldId="411"/>
            <ac:picMk id="9" creationId="{B49F14D0-1761-4C4C-9D62-9F8ABF879D53}"/>
          </ac:picMkLst>
        </pc:picChg>
        <pc:picChg chg="add mod">
          <ac:chgData name="綱本　晃" userId="953fbd37-e359-4401-b61d-7035dc8ee981" providerId="ADAL" clId="{58DC8687-9BA4-4BC8-8E2D-FEA2D34E9D70}" dt="2022-01-17T11:45:43.342" v="2403" actId="1076"/>
          <ac:picMkLst>
            <pc:docMk/>
            <pc:sldMk cId="2859560679" sldId="411"/>
            <ac:picMk id="11" creationId="{75E4A678-6D43-4545-8BC9-117A815C2118}"/>
          </ac:picMkLst>
        </pc:picChg>
      </pc:sldChg>
      <pc:sldChg chg="add del">
        <pc:chgData name="綱本　晃" userId="953fbd37-e359-4401-b61d-7035dc8ee981" providerId="ADAL" clId="{58DC8687-9BA4-4BC8-8E2D-FEA2D34E9D70}" dt="2022-01-17T11:38:50.799" v="2174"/>
        <pc:sldMkLst>
          <pc:docMk/>
          <pc:sldMk cId="1887052528" sldId="412"/>
        </pc:sldMkLst>
      </pc:sldChg>
      <pc:sldChg chg="modSp add del mod">
        <pc:chgData name="綱本　晃" userId="953fbd37-e359-4401-b61d-7035dc8ee981" providerId="ADAL" clId="{58DC8687-9BA4-4BC8-8E2D-FEA2D34E9D70}" dt="2022-01-24T09:21:47.745" v="3072" actId="47"/>
        <pc:sldMkLst>
          <pc:docMk/>
          <pc:sldMk cId="4285744979" sldId="412"/>
        </pc:sldMkLst>
        <pc:picChg chg="mod">
          <ac:chgData name="綱本　晃" userId="953fbd37-e359-4401-b61d-7035dc8ee981" providerId="ADAL" clId="{58DC8687-9BA4-4BC8-8E2D-FEA2D34E9D70}" dt="2022-01-24T09:11:07.633" v="2592" actId="1076"/>
          <ac:picMkLst>
            <pc:docMk/>
            <pc:sldMk cId="4285744979" sldId="412"/>
            <ac:picMk id="6" creationId="{A1B21CC7-914D-4704-A426-7BA33ED50D88}"/>
          </ac:picMkLst>
        </pc:picChg>
      </pc:sldChg>
      <pc:sldChg chg="addSp modSp add mod">
        <pc:chgData name="綱本　晃" userId="953fbd37-e359-4401-b61d-7035dc8ee981" providerId="ADAL" clId="{58DC8687-9BA4-4BC8-8E2D-FEA2D34E9D70}" dt="2022-01-24T09:29:07.197" v="3087" actId="6549"/>
        <pc:sldMkLst>
          <pc:docMk/>
          <pc:sldMk cId="3666005582" sldId="413"/>
        </pc:sldMkLst>
        <pc:spChg chg="mod">
          <ac:chgData name="綱本　晃" userId="953fbd37-e359-4401-b61d-7035dc8ee981" providerId="ADAL" clId="{58DC8687-9BA4-4BC8-8E2D-FEA2D34E9D70}" dt="2022-01-24T09:29:07.197" v="3087" actId="6549"/>
          <ac:spMkLst>
            <pc:docMk/>
            <pc:sldMk cId="3666005582" sldId="413"/>
            <ac:spMk id="3" creationId="{5902A05F-050D-4547-92B0-FDFB23B15993}"/>
          </ac:spMkLst>
        </pc:spChg>
        <pc:spChg chg="mod">
          <ac:chgData name="綱本　晃" userId="953fbd37-e359-4401-b61d-7035dc8ee981" providerId="ADAL" clId="{58DC8687-9BA4-4BC8-8E2D-FEA2D34E9D70}" dt="2022-01-24T09:25:53.181" v="3082" actId="20577"/>
          <ac:spMkLst>
            <pc:docMk/>
            <pc:sldMk cId="3666005582" sldId="413"/>
            <ac:spMk id="7" creationId="{B7182EBC-6550-4E14-B8CE-0A438FACA553}"/>
          </ac:spMkLst>
        </pc:spChg>
        <pc:spChg chg="add mod">
          <ac:chgData name="綱本　晃" userId="953fbd37-e359-4401-b61d-7035dc8ee981" providerId="ADAL" clId="{58DC8687-9BA4-4BC8-8E2D-FEA2D34E9D70}" dt="2022-01-24T09:28:43.184" v="3086" actId="1076"/>
          <ac:spMkLst>
            <pc:docMk/>
            <pc:sldMk cId="3666005582" sldId="413"/>
            <ac:spMk id="8" creationId="{27AFD1E1-F860-448A-BDCE-B372E6B90576}"/>
          </ac:spMkLst>
        </pc:spChg>
      </pc:sldChg>
      <pc:sldChg chg="modSp add mod modNotesTx">
        <pc:chgData name="綱本　晃" userId="953fbd37-e359-4401-b61d-7035dc8ee981" providerId="ADAL" clId="{58DC8687-9BA4-4BC8-8E2D-FEA2D34E9D70}" dt="2022-01-24T10:02:07.840" v="4223" actId="113"/>
        <pc:sldMkLst>
          <pc:docMk/>
          <pc:sldMk cId="1424616779" sldId="414"/>
        </pc:sldMkLst>
        <pc:spChg chg="mod">
          <ac:chgData name="綱本　晃" userId="953fbd37-e359-4401-b61d-7035dc8ee981" providerId="ADAL" clId="{58DC8687-9BA4-4BC8-8E2D-FEA2D34E9D70}" dt="2022-01-24T10:02:07.840" v="4223" actId="113"/>
          <ac:spMkLst>
            <pc:docMk/>
            <pc:sldMk cId="1424616779" sldId="414"/>
            <ac:spMk id="5" creationId="{703B0AF1-C94F-4BE9-B427-FD46F93BDB88}"/>
          </ac:spMkLst>
        </pc:spChg>
      </pc:sldChg>
      <pc:sldChg chg="modSp add mod">
        <pc:chgData name="綱本　晃" userId="953fbd37-e359-4401-b61d-7035dc8ee981" providerId="ADAL" clId="{58DC8687-9BA4-4BC8-8E2D-FEA2D34E9D70}" dt="2022-01-24T10:09:14.310" v="4537" actId="20577"/>
        <pc:sldMkLst>
          <pc:docMk/>
          <pc:sldMk cId="2469915738" sldId="415"/>
        </pc:sldMkLst>
        <pc:spChg chg="mod">
          <ac:chgData name="綱本　晃" userId="953fbd37-e359-4401-b61d-7035dc8ee981" providerId="ADAL" clId="{58DC8687-9BA4-4BC8-8E2D-FEA2D34E9D70}" dt="2022-01-24T09:06:42.327" v="2530" actId="20577"/>
          <ac:spMkLst>
            <pc:docMk/>
            <pc:sldMk cId="2469915738" sldId="415"/>
            <ac:spMk id="7" creationId="{58177CF6-E256-4D88-B489-5F2EFF09AC4C}"/>
          </ac:spMkLst>
        </pc:spChg>
        <pc:spChg chg="mod">
          <ac:chgData name="綱本　晃" userId="953fbd37-e359-4401-b61d-7035dc8ee981" providerId="ADAL" clId="{58DC8687-9BA4-4BC8-8E2D-FEA2D34E9D70}" dt="2022-01-24T09:10:47.952" v="2591" actId="20577"/>
          <ac:spMkLst>
            <pc:docMk/>
            <pc:sldMk cId="2469915738" sldId="415"/>
            <ac:spMk id="8" creationId="{C57C43D1-E1C5-418D-A114-931FDA96CE3D}"/>
          </ac:spMkLst>
        </pc:spChg>
        <pc:spChg chg="mod">
          <ac:chgData name="綱本　晃" userId="953fbd37-e359-4401-b61d-7035dc8ee981" providerId="ADAL" clId="{58DC8687-9BA4-4BC8-8E2D-FEA2D34E9D70}" dt="2022-01-24T10:09:14.310" v="4537" actId="20577"/>
          <ac:spMkLst>
            <pc:docMk/>
            <pc:sldMk cId="2469915738" sldId="415"/>
            <ac:spMk id="29" creationId="{33242A8C-25AA-44C5-BCC9-850EF97BA528}"/>
          </ac:spMkLst>
        </pc:spChg>
        <pc:spChg chg="mod">
          <ac:chgData name="綱本　晃" userId="953fbd37-e359-4401-b61d-7035dc8ee981" providerId="ADAL" clId="{58DC8687-9BA4-4BC8-8E2D-FEA2D34E9D70}" dt="2022-01-24T09:18:53.578" v="2839" actId="207"/>
          <ac:spMkLst>
            <pc:docMk/>
            <pc:sldMk cId="2469915738" sldId="415"/>
            <ac:spMk id="33" creationId="{0B761E6A-0AEA-4238-8615-70A0D04D4C4D}"/>
          </ac:spMkLst>
        </pc:spChg>
        <pc:spChg chg="mod">
          <ac:chgData name="綱本　晃" userId="953fbd37-e359-4401-b61d-7035dc8ee981" providerId="ADAL" clId="{58DC8687-9BA4-4BC8-8E2D-FEA2D34E9D70}" dt="2022-01-24T09:08:50.124" v="2534" actId="207"/>
          <ac:spMkLst>
            <pc:docMk/>
            <pc:sldMk cId="2469915738" sldId="415"/>
            <ac:spMk id="34" creationId="{F65751FC-3931-43A0-8A9E-32805246B4E6}"/>
          </ac:spMkLst>
        </pc:spChg>
        <pc:spChg chg="mod">
          <ac:chgData name="綱本　晃" userId="953fbd37-e359-4401-b61d-7035dc8ee981" providerId="ADAL" clId="{58DC8687-9BA4-4BC8-8E2D-FEA2D34E9D70}" dt="2022-01-24T09:10:20.437" v="2544" actId="207"/>
          <ac:spMkLst>
            <pc:docMk/>
            <pc:sldMk cId="2469915738" sldId="415"/>
            <ac:spMk id="35" creationId="{96B6D6DF-1C25-4870-9912-B59CF9876813}"/>
          </ac:spMkLst>
        </pc:spChg>
        <pc:spChg chg="mod">
          <ac:chgData name="綱本　晃" userId="953fbd37-e359-4401-b61d-7035dc8ee981" providerId="ADAL" clId="{58DC8687-9BA4-4BC8-8E2D-FEA2D34E9D70}" dt="2022-01-24T09:10:01.738" v="2542" actId="207"/>
          <ac:spMkLst>
            <pc:docMk/>
            <pc:sldMk cId="2469915738" sldId="415"/>
            <ac:spMk id="36" creationId="{37FCA2B6-210B-4E0F-88CC-F9E39CA3D1E4}"/>
          </ac:spMkLst>
        </pc:spChg>
        <pc:spChg chg="mod">
          <ac:chgData name="綱本　晃" userId="953fbd37-e359-4401-b61d-7035dc8ee981" providerId="ADAL" clId="{58DC8687-9BA4-4BC8-8E2D-FEA2D34E9D70}" dt="2022-01-24T09:07:27.443" v="2532" actId="207"/>
          <ac:spMkLst>
            <pc:docMk/>
            <pc:sldMk cId="2469915738" sldId="415"/>
            <ac:spMk id="37" creationId="{21315097-4751-403E-8939-88088DE12F79}"/>
          </ac:spMkLst>
        </pc:spChg>
        <pc:spChg chg="mod">
          <ac:chgData name="綱本　晃" userId="953fbd37-e359-4401-b61d-7035dc8ee981" providerId="ADAL" clId="{58DC8687-9BA4-4BC8-8E2D-FEA2D34E9D70}" dt="2022-01-24T09:07:13.408" v="2531" actId="207"/>
          <ac:spMkLst>
            <pc:docMk/>
            <pc:sldMk cId="2469915738" sldId="415"/>
            <ac:spMk id="38" creationId="{6FDB713E-8C5F-43C6-B828-A518802BBFE8}"/>
          </ac:spMkLst>
        </pc:spChg>
        <pc:spChg chg="mod">
          <ac:chgData name="綱本　晃" userId="953fbd37-e359-4401-b61d-7035dc8ee981" providerId="ADAL" clId="{58DC8687-9BA4-4BC8-8E2D-FEA2D34E9D70}" dt="2022-01-24T09:18:53.578" v="2839" actId="207"/>
          <ac:spMkLst>
            <pc:docMk/>
            <pc:sldMk cId="2469915738" sldId="415"/>
            <ac:spMk id="40" creationId="{97F8F756-8244-4DF8-BF77-78A6B9F34F4E}"/>
          </ac:spMkLst>
        </pc:spChg>
        <pc:spChg chg="mod">
          <ac:chgData name="綱本　晃" userId="953fbd37-e359-4401-b61d-7035dc8ee981" providerId="ADAL" clId="{58DC8687-9BA4-4BC8-8E2D-FEA2D34E9D70}" dt="2022-01-24T09:09:07.473" v="2535" actId="207"/>
          <ac:spMkLst>
            <pc:docMk/>
            <pc:sldMk cId="2469915738" sldId="415"/>
            <ac:spMk id="41" creationId="{DE68F41C-030C-4ECF-81CB-3C74FA958AD2}"/>
          </ac:spMkLst>
        </pc:spChg>
        <pc:spChg chg="mod">
          <ac:chgData name="綱本　晃" userId="953fbd37-e359-4401-b61d-7035dc8ee981" providerId="ADAL" clId="{58DC8687-9BA4-4BC8-8E2D-FEA2D34E9D70}" dt="2022-01-24T09:07:27.443" v="2532" actId="207"/>
          <ac:spMkLst>
            <pc:docMk/>
            <pc:sldMk cId="2469915738" sldId="415"/>
            <ac:spMk id="42" creationId="{D5F0B766-4757-4405-BDDA-1C43A06CA68A}"/>
          </ac:spMkLst>
        </pc:spChg>
        <pc:spChg chg="mod">
          <ac:chgData name="綱本　晃" userId="953fbd37-e359-4401-b61d-7035dc8ee981" providerId="ADAL" clId="{58DC8687-9BA4-4BC8-8E2D-FEA2D34E9D70}" dt="2022-01-24T09:09:42.203" v="2539" actId="207"/>
          <ac:spMkLst>
            <pc:docMk/>
            <pc:sldMk cId="2469915738" sldId="415"/>
            <ac:spMk id="45" creationId="{8074FF91-E328-4C0E-B3ED-3C5B8BEA7171}"/>
          </ac:spMkLst>
        </pc:spChg>
        <pc:spChg chg="mod">
          <ac:chgData name="綱本　晃" userId="953fbd37-e359-4401-b61d-7035dc8ee981" providerId="ADAL" clId="{58DC8687-9BA4-4BC8-8E2D-FEA2D34E9D70}" dt="2022-01-24T09:10:09.431" v="2543" actId="207"/>
          <ac:spMkLst>
            <pc:docMk/>
            <pc:sldMk cId="2469915738" sldId="415"/>
            <ac:spMk id="46" creationId="{80D194DE-488A-4947-9A14-A239CA65290E}"/>
          </ac:spMkLst>
        </pc:spChg>
        <pc:spChg chg="mod">
          <ac:chgData name="綱本　晃" userId="953fbd37-e359-4401-b61d-7035dc8ee981" providerId="ADAL" clId="{58DC8687-9BA4-4BC8-8E2D-FEA2D34E9D70}" dt="2022-01-24T09:07:27.443" v="2532" actId="207"/>
          <ac:spMkLst>
            <pc:docMk/>
            <pc:sldMk cId="2469915738" sldId="415"/>
            <ac:spMk id="47" creationId="{74666F72-7E2C-4F4F-BD25-654DCDAFB6B8}"/>
          </ac:spMkLst>
        </pc:spChg>
        <pc:grpChg chg="mod">
          <ac:chgData name="綱本　晃" userId="953fbd37-e359-4401-b61d-7035dc8ee981" providerId="ADAL" clId="{58DC8687-9BA4-4BC8-8E2D-FEA2D34E9D70}" dt="2022-01-24T09:09:42.203" v="2539" actId="207"/>
          <ac:grpSpMkLst>
            <pc:docMk/>
            <pc:sldMk cId="2469915738" sldId="415"/>
            <ac:grpSpMk id="43" creationId="{B05E10B8-A1A4-436C-96B3-A93C27AE1ED9}"/>
          </ac:grpSpMkLst>
        </pc:grpChg>
        <pc:picChg chg="mod">
          <ac:chgData name="綱本　晃" userId="953fbd37-e359-4401-b61d-7035dc8ee981" providerId="ADAL" clId="{58DC8687-9BA4-4BC8-8E2D-FEA2D34E9D70}" dt="2022-01-24T09:09:42.203" v="2539" actId="207"/>
          <ac:picMkLst>
            <pc:docMk/>
            <pc:sldMk cId="2469915738" sldId="415"/>
            <ac:picMk id="44" creationId="{0AA563C6-0F72-4F8D-B02C-51811FDB176A}"/>
          </ac:picMkLst>
        </pc:picChg>
      </pc:sldChg>
      <pc:sldChg chg="addSp delSp modSp add mod modNotesTx">
        <pc:chgData name="綱本　晃" userId="953fbd37-e359-4401-b61d-7035dc8ee981" providerId="ADAL" clId="{58DC8687-9BA4-4BC8-8E2D-FEA2D34E9D70}" dt="2022-01-24T10:00:19.204" v="4220" actId="20577"/>
        <pc:sldMkLst>
          <pc:docMk/>
          <pc:sldMk cId="2430579633" sldId="416"/>
        </pc:sldMkLst>
        <pc:spChg chg="del">
          <ac:chgData name="綱本　晃" userId="953fbd37-e359-4401-b61d-7035dc8ee981" providerId="ADAL" clId="{58DC8687-9BA4-4BC8-8E2D-FEA2D34E9D70}" dt="2022-01-24T09:11:52.025" v="2605" actId="478"/>
          <ac:spMkLst>
            <pc:docMk/>
            <pc:sldMk cId="2430579633" sldId="416"/>
            <ac:spMk id="2" creationId="{E0F354C7-49F4-4921-B67E-55918C1BBB8D}"/>
          </ac:spMkLst>
        </pc:spChg>
        <pc:spChg chg="mod">
          <ac:chgData name="綱本　晃" userId="953fbd37-e359-4401-b61d-7035dc8ee981" providerId="ADAL" clId="{58DC8687-9BA4-4BC8-8E2D-FEA2D34E9D70}" dt="2022-01-24T09:11:32.166" v="2603" actId="20577"/>
          <ac:spMkLst>
            <pc:docMk/>
            <pc:sldMk cId="2430579633" sldId="416"/>
            <ac:spMk id="6" creationId="{0F81E6C4-7841-4153-9948-3830F64F1715}"/>
          </ac:spMkLst>
        </pc:spChg>
        <pc:spChg chg="mod">
          <ac:chgData name="綱本　晃" userId="953fbd37-e359-4401-b61d-7035dc8ee981" providerId="ADAL" clId="{58DC8687-9BA4-4BC8-8E2D-FEA2D34E9D70}" dt="2022-01-24T09:58:21.806" v="4080" actId="20577"/>
          <ac:spMkLst>
            <pc:docMk/>
            <pc:sldMk cId="2430579633" sldId="416"/>
            <ac:spMk id="8" creationId="{DC47DB6E-DE5F-461B-8DA6-D7E7BFB3D9CA}"/>
          </ac:spMkLst>
        </pc:spChg>
        <pc:spChg chg="del">
          <ac:chgData name="綱本　晃" userId="953fbd37-e359-4401-b61d-7035dc8ee981" providerId="ADAL" clId="{58DC8687-9BA4-4BC8-8E2D-FEA2D34E9D70}" dt="2022-01-24T09:11:52.025" v="2605" actId="478"/>
          <ac:spMkLst>
            <pc:docMk/>
            <pc:sldMk cId="2430579633" sldId="416"/>
            <ac:spMk id="11" creationId="{B763FD98-68A8-42D1-9486-3E7BDB3277EE}"/>
          </ac:spMkLst>
        </pc:spChg>
        <pc:spChg chg="mod">
          <ac:chgData name="綱本　晃" userId="953fbd37-e359-4401-b61d-7035dc8ee981" providerId="ADAL" clId="{58DC8687-9BA4-4BC8-8E2D-FEA2D34E9D70}" dt="2022-01-24T09:12:26.563" v="2609" actId="14100"/>
          <ac:spMkLst>
            <pc:docMk/>
            <pc:sldMk cId="2430579633" sldId="416"/>
            <ac:spMk id="15" creationId="{376EC21E-E0CC-4C0F-9EEB-359304C17F7E}"/>
          </ac:spMkLst>
        </pc:spChg>
        <pc:picChg chg="del">
          <ac:chgData name="綱本　晃" userId="953fbd37-e359-4401-b61d-7035dc8ee981" providerId="ADAL" clId="{58DC8687-9BA4-4BC8-8E2D-FEA2D34E9D70}" dt="2022-01-24T09:11:40.252" v="2604" actId="478"/>
          <ac:picMkLst>
            <pc:docMk/>
            <pc:sldMk cId="2430579633" sldId="416"/>
            <ac:picMk id="10" creationId="{CFC56693-6D99-4FDF-8081-AC72CD6742D0}"/>
          </ac:picMkLst>
        </pc:picChg>
        <pc:picChg chg="add mod">
          <ac:chgData name="綱本　晃" userId="953fbd37-e359-4401-b61d-7035dc8ee981" providerId="ADAL" clId="{58DC8687-9BA4-4BC8-8E2D-FEA2D34E9D70}" dt="2022-01-24T09:12:01.409" v="2607" actId="14100"/>
          <ac:picMkLst>
            <pc:docMk/>
            <pc:sldMk cId="2430579633" sldId="416"/>
            <ac:picMk id="12" creationId="{5CBEF26E-3BC8-4A4B-BD07-66797430A5F1}"/>
          </ac:picMkLst>
        </pc:picChg>
      </pc:sldChg>
      <pc:sldChg chg="addSp delSp modSp add mod">
        <pc:chgData name="綱本　晃" userId="953fbd37-e359-4401-b61d-7035dc8ee981" providerId="ADAL" clId="{58DC8687-9BA4-4BC8-8E2D-FEA2D34E9D70}" dt="2022-01-24T10:03:13.507" v="4228" actId="14100"/>
        <pc:sldMkLst>
          <pc:docMk/>
          <pc:sldMk cId="3966007505" sldId="417"/>
        </pc:sldMkLst>
        <pc:spChg chg="mod">
          <ac:chgData name="綱本　晃" userId="953fbd37-e359-4401-b61d-7035dc8ee981" providerId="ADAL" clId="{58DC8687-9BA4-4BC8-8E2D-FEA2D34E9D70}" dt="2022-01-24T09:33:03.152" v="3095" actId="20577"/>
          <ac:spMkLst>
            <pc:docMk/>
            <pc:sldMk cId="3966007505" sldId="417"/>
            <ac:spMk id="3" creationId="{F5F1371B-71A4-4508-9B77-DF2662B99B76}"/>
          </ac:spMkLst>
        </pc:spChg>
        <pc:spChg chg="mod">
          <ac:chgData name="綱本　晃" userId="953fbd37-e359-4401-b61d-7035dc8ee981" providerId="ADAL" clId="{58DC8687-9BA4-4BC8-8E2D-FEA2D34E9D70}" dt="2022-01-24T09:55:00.117" v="3946"/>
          <ac:spMkLst>
            <pc:docMk/>
            <pc:sldMk cId="3966007505" sldId="417"/>
            <ac:spMk id="5" creationId="{703B0AF1-C94F-4BE9-B427-FD46F93BDB88}"/>
          </ac:spMkLst>
        </pc:spChg>
        <pc:spChg chg="add mod">
          <ac:chgData name="綱本　晃" userId="953fbd37-e359-4401-b61d-7035dc8ee981" providerId="ADAL" clId="{58DC8687-9BA4-4BC8-8E2D-FEA2D34E9D70}" dt="2022-01-24T09:35:57.485" v="3147" actId="14100"/>
          <ac:spMkLst>
            <pc:docMk/>
            <pc:sldMk cId="3966007505" sldId="417"/>
            <ac:spMk id="7" creationId="{32F5E087-9438-4FC7-A028-2B2C32B474EF}"/>
          </ac:spMkLst>
        </pc:spChg>
        <pc:spChg chg="add mod">
          <ac:chgData name="綱本　晃" userId="953fbd37-e359-4401-b61d-7035dc8ee981" providerId="ADAL" clId="{58DC8687-9BA4-4BC8-8E2D-FEA2D34E9D70}" dt="2022-01-24T10:03:13.507" v="4228" actId="14100"/>
          <ac:spMkLst>
            <pc:docMk/>
            <pc:sldMk cId="3966007505" sldId="417"/>
            <ac:spMk id="8" creationId="{DE0F7C38-5E85-4011-8309-DDE99C2C9D56}"/>
          </ac:spMkLst>
        </pc:spChg>
        <pc:spChg chg="add mod">
          <ac:chgData name="綱本　晃" userId="953fbd37-e359-4401-b61d-7035dc8ee981" providerId="ADAL" clId="{58DC8687-9BA4-4BC8-8E2D-FEA2D34E9D70}" dt="2022-01-24T09:54:53.239" v="3944" actId="1076"/>
          <ac:spMkLst>
            <pc:docMk/>
            <pc:sldMk cId="3966007505" sldId="417"/>
            <ac:spMk id="9" creationId="{3F5842F0-72C9-41D9-AA8F-6927AB2110D4}"/>
          </ac:spMkLst>
        </pc:spChg>
        <pc:spChg chg="add mod">
          <ac:chgData name="綱本　晃" userId="953fbd37-e359-4401-b61d-7035dc8ee981" providerId="ADAL" clId="{58DC8687-9BA4-4BC8-8E2D-FEA2D34E9D70}" dt="2022-01-24T09:39:08.126" v="3285" actId="20577"/>
          <ac:spMkLst>
            <pc:docMk/>
            <pc:sldMk cId="3966007505" sldId="417"/>
            <ac:spMk id="10" creationId="{A6D0ECA1-5646-4BBC-94E5-4999A27977E9}"/>
          </ac:spMkLst>
        </pc:spChg>
        <pc:spChg chg="add mod">
          <ac:chgData name="綱本　晃" userId="953fbd37-e359-4401-b61d-7035dc8ee981" providerId="ADAL" clId="{58DC8687-9BA4-4BC8-8E2D-FEA2D34E9D70}" dt="2022-01-24T09:42:17.539" v="3289" actId="1076"/>
          <ac:spMkLst>
            <pc:docMk/>
            <pc:sldMk cId="3966007505" sldId="417"/>
            <ac:spMk id="11" creationId="{6FFE466B-9A86-4D98-9940-2B8498790681}"/>
          </ac:spMkLst>
        </pc:spChg>
        <pc:spChg chg="add mod">
          <ac:chgData name="綱本　晃" userId="953fbd37-e359-4401-b61d-7035dc8ee981" providerId="ADAL" clId="{58DC8687-9BA4-4BC8-8E2D-FEA2D34E9D70}" dt="2022-01-24T09:44:53.185" v="3575" actId="14100"/>
          <ac:spMkLst>
            <pc:docMk/>
            <pc:sldMk cId="3966007505" sldId="417"/>
            <ac:spMk id="12" creationId="{F12C20A1-B153-4294-A038-B94F6B3D9D53}"/>
          </ac:spMkLst>
        </pc:spChg>
        <pc:spChg chg="add mod">
          <ac:chgData name="綱本　晃" userId="953fbd37-e359-4401-b61d-7035dc8ee981" providerId="ADAL" clId="{58DC8687-9BA4-4BC8-8E2D-FEA2D34E9D70}" dt="2022-01-24T09:45:56.311" v="3627" actId="20577"/>
          <ac:spMkLst>
            <pc:docMk/>
            <pc:sldMk cId="3966007505" sldId="417"/>
            <ac:spMk id="13" creationId="{852DC53A-0432-4709-94B6-66CF3D7863B1}"/>
          </ac:spMkLst>
        </pc:spChg>
        <pc:spChg chg="add mod">
          <ac:chgData name="綱本　晃" userId="953fbd37-e359-4401-b61d-7035dc8ee981" providerId="ADAL" clId="{58DC8687-9BA4-4BC8-8E2D-FEA2D34E9D70}" dt="2022-01-24T09:46:36.527" v="3648" actId="20577"/>
          <ac:spMkLst>
            <pc:docMk/>
            <pc:sldMk cId="3966007505" sldId="417"/>
            <ac:spMk id="14" creationId="{D066D5ED-06E3-49AE-BCC4-C54382C43A21}"/>
          </ac:spMkLst>
        </pc:spChg>
        <pc:spChg chg="add del">
          <ac:chgData name="綱本　晃" userId="953fbd37-e359-4401-b61d-7035dc8ee981" providerId="ADAL" clId="{58DC8687-9BA4-4BC8-8E2D-FEA2D34E9D70}" dt="2022-01-24T09:47:42.225" v="3650" actId="22"/>
          <ac:spMkLst>
            <pc:docMk/>
            <pc:sldMk cId="3966007505" sldId="417"/>
            <ac:spMk id="16" creationId="{ED7ED7F7-F089-4045-A2B5-64C53C4F5204}"/>
          </ac:spMkLst>
        </pc:spChg>
        <pc:picChg chg="del">
          <ac:chgData name="綱本　晃" userId="953fbd37-e359-4401-b61d-7035dc8ee981" providerId="ADAL" clId="{58DC8687-9BA4-4BC8-8E2D-FEA2D34E9D70}" dt="2022-01-24T09:32:51.054" v="3089" actId="478"/>
          <ac:picMkLst>
            <pc:docMk/>
            <pc:sldMk cId="3966007505" sldId="417"/>
            <ac:picMk id="6" creationId="{E253F3D9-75D1-411D-BECC-77F0F489DCB0}"/>
          </ac:picMkLst>
        </pc:picChg>
      </pc:sldChg>
      <pc:sldChg chg="addSp delSp modSp add mod">
        <pc:chgData name="綱本　晃" userId="953fbd37-e359-4401-b61d-7035dc8ee981" providerId="ADAL" clId="{58DC8687-9BA4-4BC8-8E2D-FEA2D34E9D70}" dt="2022-01-24T10:05:47.452" v="4466" actId="14100"/>
        <pc:sldMkLst>
          <pc:docMk/>
          <pc:sldMk cId="3909690794" sldId="418"/>
        </pc:sldMkLst>
        <pc:spChg chg="mod">
          <ac:chgData name="綱本　晃" userId="953fbd37-e359-4401-b61d-7035dc8ee981" providerId="ADAL" clId="{58DC8687-9BA4-4BC8-8E2D-FEA2D34E9D70}" dt="2022-01-24T09:48:11.592" v="3694" actId="20577"/>
          <ac:spMkLst>
            <pc:docMk/>
            <pc:sldMk cId="3909690794" sldId="418"/>
            <ac:spMk id="5" creationId="{703B0AF1-C94F-4BE9-B427-FD46F93BDB88}"/>
          </ac:spMkLst>
        </pc:spChg>
        <pc:spChg chg="mod">
          <ac:chgData name="綱本　晃" userId="953fbd37-e359-4401-b61d-7035dc8ee981" providerId="ADAL" clId="{58DC8687-9BA4-4BC8-8E2D-FEA2D34E9D70}" dt="2022-01-24T09:53:10.741" v="3871" actId="14100"/>
          <ac:spMkLst>
            <pc:docMk/>
            <pc:sldMk cId="3909690794" sldId="418"/>
            <ac:spMk id="7" creationId="{32F5E087-9438-4FC7-A028-2B2C32B474EF}"/>
          </ac:spMkLst>
        </pc:spChg>
        <pc:spChg chg="del">
          <ac:chgData name="綱本　晃" userId="953fbd37-e359-4401-b61d-7035dc8ee981" providerId="ADAL" clId="{58DC8687-9BA4-4BC8-8E2D-FEA2D34E9D70}" dt="2022-01-24T09:48:24.420" v="3695" actId="478"/>
          <ac:spMkLst>
            <pc:docMk/>
            <pc:sldMk cId="3909690794" sldId="418"/>
            <ac:spMk id="8" creationId="{DE0F7C38-5E85-4011-8309-DDE99C2C9D56}"/>
          </ac:spMkLst>
        </pc:spChg>
        <pc:spChg chg="del">
          <ac:chgData name="綱本　晃" userId="953fbd37-e359-4401-b61d-7035dc8ee981" providerId="ADAL" clId="{58DC8687-9BA4-4BC8-8E2D-FEA2D34E9D70}" dt="2022-01-24T09:48:24.420" v="3695" actId="478"/>
          <ac:spMkLst>
            <pc:docMk/>
            <pc:sldMk cId="3909690794" sldId="418"/>
            <ac:spMk id="9" creationId="{3F5842F0-72C9-41D9-AA8F-6927AB2110D4}"/>
          </ac:spMkLst>
        </pc:spChg>
        <pc:spChg chg="del">
          <ac:chgData name="綱本　晃" userId="953fbd37-e359-4401-b61d-7035dc8ee981" providerId="ADAL" clId="{58DC8687-9BA4-4BC8-8E2D-FEA2D34E9D70}" dt="2022-01-24T09:48:24.420" v="3695" actId="478"/>
          <ac:spMkLst>
            <pc:docMk/>
            <pc:sldMk cId="3909690794" sldId="418"/>
            <ac:spMk id="10" creationId="{A6D0ECA1-5646-4BBC-94E5-4999A27977E9}"/>
          </ac:spMkLst>
        </pc:spChg>
        <pc:spChg chg="del">
          <ac:chgData name="綱本　晃" userId="953fbd37-e359-4401-b61d-7035dc8ee981" providerId="ADAL" clId="{58DC8687-9BA4-4BC8-8E2D-FEA2D34E9D70}" dt="2022-01-24T09:48:35.176" v="3697" actId="478"/>
          <ac:spMkLst>
            <pc:docMk/>
            <pc:sldMk cId="3909690794" sldId="418"/>
            <ac:spMk id="11" creationId="{6FFE466B-9A86-4D98-9940-2B8498790681}"/>
          </ac:spMkLst>
        </pc:spChg>
        <pc:spChg chg="del">
          <ac:chgData name="綱本　晃" userId="953fbd37-e359-4401-b61d-7035dc8ee981" providerId="ADAL" clId="{58DC8687-9BA4-4BC8-8E2D-FEA2D34E9D70}" dt="2022-01-24T09:48:31.666" v="3696" actId="478"/>
          <ac:spMkLst>
            <pc:docMk/>
            <pc:sldMk cId="3909690794" sldId="418"/>
            <ac:spMk id="12" creationId="{F12C20A1-B153-4294-A038-B94F6B3D9D53}"/>
          </ac:spMkLst>
        </pc:spChg>
        <pc:spChg chg="del">
          <ac:chgData name="綱本　晃" userId="953fbd37-e359-4401-b61d-7035dc8ee981" providerId="ADAL" clId="{58DC8687-9BA4-4BC8-8E2D-FEA2D34E9D70}" dt="2022-01-24T09:48:24.420" v="3695" actId="478"/>
          <ac:spMkLst>
            <pc:docMk/>
            <pc:sldMk cId="3909690794" sldId="418"/>
            <ac:spMk id="13" creationId="{852DC53A-0432-4709-94B6-66CF3D7863B1}"/>
          </ac:spMkLst>
        </pc:spChg>
        <pc:spChg chg="mod">
          <ac:chgData name="綱本　晃" userId="953fbd37-e359-4401-b61d-7035dc8ee981" providerId="ADAL" clId="{58DC8687-9BA4-4BC8-8E2D-FEA2D34E9D70}" dt="2022-01-24T09:52:57.671" v="3870" actId="20577"/>
          <ac:spMkLst>
            <pc:docMk/>
            <pc:sldMk cId="3909690794" sldId="418"/>
            <ac:spMk id="14" creationId="{D066D5ED-06E3-49AE-BCC4-C54382C43A21}"/>
          </ac:spMkLst>
        </pc:spChg>
        <pc:spChg chg="add mod">
          <ac:chgData name="綱本　晃" userId="953fbd37-e359-4401-b61d-7035dc8ee981" providerId="ADAL" clId="{58DC8687-9BA4-4BC8-8E2D-FEA2D34E9D70}" dt="2022-01-24T09:51:55.645" v="3816" actId="20577"/>
          <ac:spMkLst>
            <pc:docMk/>
            <pc:sldMk cId="3909690794" sldId="418"/>
            <ac:spMk id="15" creationId="{636DAAF6-89FA-4107-9EE3-AA873C11BA01}"/>
          </ac:spMkLst>
        </pc:spChg>
        <pc:spChg chg="add mod">
          <ac:chgData name="綱本　晃" userId="953fbd37-e359-4401-b61d-7035dc8ee981" providerId="ADAL" clId="{58DC8687-9BA4-4BC8-8E2D-FEA2D34E9D70}" dt="2022-01-24T10:05:47.452" v="4466" actId="14100"/>
          <ac:spMkLst>
            <pc:docMk/>
            <pc:sldMk cId="3909690794" sldId="418"/>
            <ac:spMk id="16" creationId="{002122D1-0D46-4F98-87F4-C3B9D4C6681A}"/>
          </ac:spMkLst>
        </pc:spChg>
      </pc:sldChg>
      <pc:sldChg chg="modSp add mod">
        <pc:chgData name="綱本　晃" userId="953fbd37-e359-4401-b61d-7035dc8ee981" providerId="ADAL" clId="{58DC8687-9BA4-4BC8-8E2D-FEA2D34E9D70}" dt="2022-01-24T10:09:51.187" v="4554" actId="14100"/>
        <pc:sldMkLst>
          <pc:docMk/>
          <pc:sldMk cId="2832979523" sldId="419"/>
        </pc:sldMkLst>
        <pc:spChg chg="mod">
          <ac:chgData name="綱本　晃" userId="953fbd37-e359-4401-b61d-7035dc8ee981" providerId="ADAL" clId="{58DC8687-9BA4-4BC8-8E2D-FEA2D34E9D70}" dt="2022-01-24T10:07:59.695" v="4523" actId="20577"/>
          <ac:spMkLst>
            <pc:docMk/>
            <pc:sldMk cId="2832979523" sldId="419"/>
            <ac:spMk id="8" creationId="{C57C43D1-E1C5-418D-A114-931FDA96CE3D}"/>
          </ac:spMkLst>
        </pc:spChg>
        <pc:spChg chg="mod">
          <ac:chgData name="綱本　晃" userId="953fbd37-e359-4401-b61d-7035dc8ee981" providerId="ADAL" clId="{58DC8687-9BA4-4BC8-8E2D-FEA2D34E9D70}" dt="2022-01-24T10:09:34.756" v="4540" actId="14100"/>
          <ac:spMkLst>
            <pc:docMk/>
            <pc:sldMk cId="2832979523" sldId="419"/>
            <ac:spMk id="29" creationId="{33242A8C-25AA-44C5-BCC9-850EF97BA528}"/>
          </ac:spMkLst>
        </pc:spChg>
        <pc:spChg chg="mod">
          <ac:chgData name="綱本　晃" userId="953fbd37-e359-4401-b61d-7035dc8ee981" providerId="ADAL" clId="{58DC8687-9BA4-4BC8-8E2D-FEA2D34E9D70}" dt="2022-01-24T10:06:17.543" v="4468" actId="207"/>
          <ac:spMkLst>
            <pc:docMk/>
            <pc:sldMk cId="2832979523" sldId="419"/>
            <ac:spMk id="33" creationId="{0B761E6A-0AEA-4238-8615-70A0D04D4C4D}"/>
          </ac:spMkLst>
        </pc:spChg>
        <pc:spChg chg="mod">
          <ac:chgData name="綱本　晃" userId="953fbd37-e359-4401-b61d-7035dc8ee981" providerId="ADAL" clId="{58DC8687-9BA4-4BC8-8E2D-FEA2D34E9D70}" dt="2022-01-24T10:06:32.032" v="4469" actId="207"/>
          <ac:spMkLst>
            <pc:docMk/>
            <pc:sldMk cId="2832979523" sldId="419"/>
            <ac:spMk id="34" creationId="{F65751FC-3931-43A0-8A9E-32805246B4E6}"/>
          </ac:spMkLst>
        </pc:spChg>
        <pc:spChg chg="mod">
          <ac:chgData name="綱本　晃" userId="953fbd37-e359-4401-b61d-7035dc8ee981" providerId="ADAL" clId="{58DC8687-9BA4-4BC8-8E2D-FEA2D34E9D70}" dt="2022-01-24T10:07:28.780" v="4473" actId="207"/>
          <ac:spMkLst>
            <pc:docMk/>
            <pc:sldMk cId="2832979523" sldId="419"/>
            <ac:spMk id="35" creationId="{96B6D6DF-1C25-4870-9912-B59CF9876813}"/>
          </ac:spMkLst>
        </pc:spChg>
        <pc:spChg chg="mod">
          <ac:chgData name="綱本　晃" userId="953fbd37-e359-4401-b61d-7035dc8ee981" providerId="ADAL" clId="{58DC8687-9BA4-4BC8-8E2D-FEA2D34E9D70}" dt="2022-01-24T10:09:51.187" v="4554" actId="14100"/>
          <ac:spMkLst>
            <pc:docMk/>
            <pc:sldMk cId="2832979523" sldId="419"/>
            <ac:spMk id="36" creationId="{37FCA2B6-210B-4E0F-88CC-F9E39CA3D1E4}"/>
          </ac:spMkLst>
        </pc:spChg>
        <pc:spChg chg="mod">
          <ac:chgData name="綱本　晃" userId="953fbd37-e359-4401-b61d-7035dc8ee981" providerId="ADAL" clId="{58DC8687-9BA4-4BC8-8E2D-FEA2D34E9D70}" dt="2022-01-24T10:06:58.915" v="4471" actId="207"/>
          <ac:spMkLst>
            <pc:docMk/>
            <pc:sldMk cId="2832979523" sldId="419"/>
            <ac:spMk id="37" creationId="{21315097-4751-403E-8939-88088DE12F79}"/>
          </ac:spMkLst>
        </pc:spChg>
        <pc:spChg chg="mod">
          <ac:chgData name="綱本　晃" userId="953fbd37-e359-4401-b61d-7035dc8ee981" providerId="ADAL" clId="{58DC8687-9BA4-4BC8-8E2D-FEA2D34E9D70}" dt="2022-01-24T10:06:58.915" v="4471" actId="207"/>
          <ac:spMkLst>
            <pc:docMk/>
            <pc:sldMk cId="2832979523" sldId="419"/>
            <ac:spMk id="38" creationId="{6FDB713E-8C5F-43C6-B828-A518802BBFE8}"/>
          </ac:spMkLst>
        </pc:spChg>
      </pc:sldChg>
      <pc:sldChg chg="delSp modSp add del mod">
        <pc:chgData name="綱本　晃" userId="953fbd37-e359-4401-b61d-7035dc8ee981" providerId="ADAL" clId="{58DC8687-9BA4-4BC8-8E2D-FEA2D34E9D70}" dt="2022-01-24T10:20:36.713" v="4624" actId="47"/>
        <pc:sldMkLst>
          <pc:docMk/>
          <pc:sldMk cId="2990736186" sldId="420"/>
        </pc:sldMkLst>
        <pc:spChg chg="mod">
          <ac:chgData name="綱本　晃" userId="953fbd37-e359-4401-b61d-7035dc8ee981" providerId="ADAL" clId="{58DC8687-9BA4-4BC8-8E2D-FEA2D34E9D70}" dt="2022-01-24T10:13:16.546" v="4587" actId="14100"/>
          <ac:spMkLst>
            <pc:docMk/>
            <pc:sldMk cId="2990736186" sldId="420"/>
            <ac:spMk id="8" creationId="{DC47DB6E-DE5F-461B-8DA6-D7E7BFB3D9CA}"/>
          </ac:spMkLst>
        </pc:spChg>
        <pc:picChg chg="del">
          <ac:chgData name="綱本　晃" userId="953fbd37-e359-4401-b61d-7035dc8ee981" providerId="ADAL" clId="{58DC8687-9BA4-4BC8-8E2D-FEA2D34E9D70}" dt="2022-01-24T10:13:22.338" v="4588" actId="478"/>
          <ac:picMkLst>
            <pc:docMk/>
            <pc:sldMk cId="2990736186" sldId="420"/>
            <ac:picMk id="12" creationId="{5CBEF26E-3BC8-4A4B-BD07-66797430A5F1}"/>
          </ac:picMkLst>
        </pc:picChg>
      </pc:sldChg>
      <pc:sldChg chg="add del">
        <pc:chgData name="綱本　晃" userId="953fbd37-e359-4401-b61d-7035dc8ee981" providerId="ADAL" clId="{58DC8687-9BA4-4BC8-8E2D-FEA2D34E9D70}" dt="2022-01-24T10:20:36.713" v="4624" actId="47"/>
        <pc:sldMkLst>
          <pc:docMk/>
          <pc:sldMk cId="3279728751" sldId="421"/>
        </pc:sldMkLst>
      </pc:sldChg>
      <pc:sldChg chg="addSp delSp modSp add mod modNotesTx">
        <pc:chgData name="綱本　晃" userId="953fbd37-e359-4401-b61d-7035dc8ee981" providerId="ADAL" clId="{58DC8687-9BA4-4BC8-8E2D-FEA2D34E9D70}" dt="2022-01-24T10:34:26.012" v="4676" actId="207"/>
        <pc:sldMkLst>
          <pc:docMk/>
          <pc:sldMk cId="1422786490" sldId="422"/>
        </pc:sldMkLst>
        <pc:spChg chg="mod">
          <ac:chgData name="綱本　晃" userId="953fbd37-e359-4401-b61d-7035dc8ee981" providerId="ADAL" clId="{58DC8687-9BA4-4BC8-8E2D-FEA2D34E9D70}" dt="2022-01-24T10:17:28.938" v="4612" actId="14100"/>
          <ac:spMkLst>
            <pc:docMk/>
            <pc:sldMk cId="1422786490" sldId="422"/>
            <ac:spMk id="8" creationId="{DC47DB6E-DE5F-461B-8DA6-D7E7BFB3D9CA}"/>
          </ac:spMkLst>
        </pc:spChg>
        <pc:spChg chg="mod">
          <ac:chgData name="綱本　晃" userId="953fbd37-e359-4401-b61d-7035dc8ee981" providerId="ADAL" clId="{58DC8687-9BA4-4BC8-8E2D-FEA2D34E9D70}" dt="2022-01-24T10:34:26.012" v="4676" actId="207"/>
          <ac:spMkLst>
            <pc:docMk/>
            <pc:sldMk cId="1422786490" sldId="422"/>
            <ac:spMk id="15" creationId="{376EC21E-E0CC-4C0F-9EEB-359304C17F7E}"/>
          </ac:spMkLst>
        </pc:spChg>
        <pc:picChg chg="add mod">
          <ac:chgData name="綱本　晃" userId="953fbd37-e359-4401-b61d-7035dc8ee981" providerId="ADAL" clId="{58DC8687-9BA4-4BC8-8E2D-FEA2D34E9D70}" dt="2022-01-24T10:17:56.432" v="4616" actId="14100"/>
          <ac:picMkLst>
            <pc:docMk/>
            <pc:sldMk cId="1422786490" sldId="422"/>
            <ac:picMk id="10" creationId="{3EAA35BF-20E2-4525-B7DF-1E38DCEEAFCD}"/>
          </ac:picMkLst>
        </pc:picChg>
        <pc:picChg chg="del">
          <ac:chgData name="綱本　晃" userId="953fbd37-e359-4401-b61d-7035dc8ee981" providerId="ADAL" clId="{58DC8687-9BA4-4BC8-8E2D-FEA2D34E9D70}" dt="2022-01-24T10:17:47.247" v="4613" actId="478"/>
          <ac:picMkLst>
            <pc:docMk/>
            <pc:sldMk cId="1422786490" sldId="422"/>
            <ac:picMk id="12" creationId="{5CBEF26E-3BC8-4A4B-BD07-66797430A5F1}"/>
          </ac:picMkLst>
        </pc:picChg>
      </pc:sldChg>
    </pc:docChg>
  </pc:docChgLst>
  <pc:docChgLst>
    <pc:chgData name="鈴木 秀規" userId="f68c5fd9-22d5-4c0a-9833-7fb0f5135313" providerId="ADAL" clId="{31AF745B-ECEE-4C51-8828-E2A47B117181}"/>
    <pc:docChg chg="undo custSel addSld delSld modSld">
      <pc:chgData name="鈴木 秀規" userId="f68c5fd9-22d5-4c0a-9833-7fb0f5135313" providerId="ADAL" clId="{31AF745B-ECEE-4C51-8828-E2A47B117181}" dt="2021-02-01T04:16:49.138" v="1332" actId="20577"/>
      <pc:docMkLst>
        <pc:docMk/>
      </pc:docMkLst>
      <pc:sldChg chg="addSp delSp modSp mod chgLayout">
        <pc:chgData name="鈴木 秀規" userId="f68c5fd9-22d5-4c0a-9833-7fb0f5135313" providerId="ADAL" clId="{31AF745B-ECEE-4C51-8828-E2A47B117181}" dt="2021-01-26T05:27:18.174" v="2" actId="6264"/>
        <pc:sldMkLst>
          <pc:docMk/>
          <pc:sldMk cId="0" sldId="256"/>
        </pc:sldMkLst>
        <pc:spChg chg="add del mod">
          <ac:chgData name="鈴木 秀規" userId="f68c5fd9-22d5-4c0a-9833-7fb0f5135313" providerId="ADAL" clId="{31AF745B-ECEE-4C51-8828-E2A47B117181}" dt="2021-01-26T05:27:18.174" v="2" actId="6264"/>
          <ac:spMkLst>
            <pc:docMk/>
            <pc:sldMk cId="0" sldId="256"/>
            <ac:spMk id="2" creationId="{AAC1F4E5-4919-40F8-BC22-DB091A09B42E}"/>
          </ac:spMkLst>
        </pc:spChg>
        <pc:spChg chg="mod ord">
          <ac:chgData name="鈴木 秀規" userId="f68c5fd9-22d5-4c0a-9833-7fb0f5135313" providerId="ADAL" clId="{31AF745B-ECEE-4C51-8828-E2A47B117181}" dt="2021-01-26T05:27:18.174" v="2" actId="6264"/>
          <ac:spMkLst>
            <pc:docMk/>
            <pc:sldMk cId="0" sldId="256"/>
            <ac:spMk id="3" creationId="{1AF37D55-893C-40DE-8876-567A09F9C298}"/>
          </ac:spMkLst>
        </pc:spChg>
        <pc:spChg chg="add del mod">
          <ac:chgData name="鈴木 秀規" userId="f68c5fd9-22d5-4c0a-9833-7fb0f5135313" providerId="ADAL" clId="{31AF745B-ECEE-4C51-8828-E2A47B117181}" dt="2021-01-26T05:27:18.174" v="2" actId="6264"/>
          <ac:spMkLst>
            <pc:docMk/>
            <pc:sldMk cId="0" sldId="256"/>
            <ac:spMk id="4" creationId="{99B5B906-E3DE-4475-819B-52FC435D0AAC}"/>
          </ac:spMkLst>
        </pc:spChg>
        <pc:spChg chg="mod ord">
          <ac:chgData name="鈴木 秀規" userId="f68c5fd9-22d5-4c0a-9833-7fb0f5135313" providerId="ADAL" clId="{31AF745B-ECEE-4C51-8828-E2A47B117181}" dt="2021-01-26T05:27:18.174" v="2" actId="6264"/>
          <ac:spMkLst>
            <pc:docMk/>
            <pc:sldMk cId="0" sldId="256"/>
            <ac:spMk id="56" creationId="{00000000-0000-0000-0000-000000000000}"/>
          </ac:spMkLst>
        </pc:spChg>
      </pc:sldChg>
      <pc:sldChg chg="modSp mod">
        <pc:chgData name="鈴木 秀規" userId="f68c5fd9-22d5-4c0a-9833-7fb0f5135313" providerId="ADAL" clId="{31AF745B-ECEE-4C51-8828-E2A47B117181}" dt="2021-02-01T04:14:13.505" v="1212" actId="20577"/>
        <pc:sldMkLst>
          <pc:docMk/>
          <pc:sldMk cId="1668843990" sldId="360"/>
        </pc:sldMkLst>
        <pc:spChg chg="mod">
          <ac:chgData name="鈴木 秀規" userId="f68c5fd9-22d5-4c0a-9833-7fb0f5135313" providerId="ADAL" clId="{31AF745B-ECEE-4C51-8828-E2A47B117181}" dt="2021-02-01T04:14:13.505" v="1212" actId="20577"/>
          <ac:spMkLst>
            <pc:docMk/>
            <pc:sldMk cId="1668843990" sldId="360"/>
            <ac:spMk id="9" creationId="{A4832727-EA7F-44D6-A9F2-E4AE0246960A}"/>
          </ac:spMkLst>
        </pc:spChg>
      </pc:sldChg>
      <pc:sldChg chg="modSp mod">
        <pc:chgData name="鈴木 秀規" userId="f68c5fd9-22d5-4c0a-9833-7fb0f5135313" providerId="ADAL" clId="{31AF745B-ECEE-4C51-8828-E2A47B117181}" dt="2021-02-01T04:16:49.138" v="1332" actId="20577"/>
        <pc:sldMkLst>
          <pc:docMk/>
          <pc:sldMk cId="267129399" sldId="361"/>
        </pc:sldMkLst>
        <pc:spChg chg="mod">
          <ac:chgData name="鈴木 秀規" userId="f68c5fd9-22d5-4c0a-9833-7fb0f5135313" providerId="ADAL" clId="{31AF745B-ECEE-4C51-8828-E2A47B117181}" dt="2021-02-01T04:16:49.138" v="1332" actId="20577"/>
          <ac:spMkLst>
            <pc:docMk/>
            <pc:sldMk cId="267129399" sldId="361"/>
            <ac:spMk id="6" creationId="{D0F3BEAC-A5EA-4EE4-95C7-0AEC1107FD29}"/>
          </ac:spMkLst>
        </pc:spChg>
      </pc:sldChg>
      <pc:sldChg chg="addSp delSp modSp mod chgLayout">
        <pc:chgData name="鈴木 秀規" userId="f68c5fd9-22d5-4c0a-9833-7fb0f5135313" providerId="ADAL" clId="{31AF745B-ECEE-4C51-8828-E2A47B117181}" dt="2021-01-26T05:29:25.821" v="38" actId="207"/>
        <pc:sldMkLst>
          <pc:docMk/>
          <pc:sldMk cId="1859091905" sldId="362"/>
        </pc:sldMkLst>
        <pc:spChg chg="add del mod">
          <ac:chgData name="鈴木 秀規" userId="f68c5fd9-22d5-4c0a-9833-7fb0f5135313" providerId="ADAL" clId="{31AF745B-ECEE-4C51-8828-E2A47B117181}" dt="2021-01-26T05:27:45.457" v="5" actId="6264"/>
          <ac:spMkLst>
            <pc:docMk/>
            <pc:sldMk cId="1859091905" sldId="362"/>
            <ac:spMk id="2" creationId="{81D45471-5359-43A1-BA9D-057F21388F8E}"/>
          </ac:spMkLst>
        </pc:spChg>
        <pc:spChg chg="add del mod">
          <ac:chgData name="鈴木 秀規" userId="f68c5fd9-22d5-4c0a-9833-7fb0f5135313" providerId="ADAL" clId="{31AF745B-ECEE-4C51-8828-E2A47B117181}" dt="2021-01-26T05:27:45.457" v="5" actId="6264"/>
          <ac:spMkLst>
            <pc:docMk/>
            <pc:sldMk cId="1859091905" sldId="362"/>
            <ac:spMk id="3" creationId="{E8C900C4-2969-4F59-8149-7EBB2AB18B87}"/>
          </ac:spMkLst>
        </pc:spChg>
        <pc:spChg chg="mod ord">
          <ac:chgData name="鈴木 秀規" userId="f68c5fd9-22d5-4c0a-9833-7fb0f5135313" providerId="ADAL" clId="{31AF745B-ECEE-4C51-8828-E2A47B117181}" dt="2021-01-26T05:27:45.457" v="5" actId="6264"/>
          <ac:spMkLst>
            <pc:docMk/>
            <pc:sldMk cId="1859091905" sldId="362"/>
            <ac:spMk id="4" creationId="{D6DC238B-EE56-4E60-9254-5D7461C2FECA}"/>
          </ac:spMkLst>
        </pc:spChg>
        <pc:spChg chg="mod ord">
          <ac:chgData name="鈴木 秀規" userId="f68c5fd9-22d5-4c0a-9833-7fb0f5135313" providerId="ADAL" clId="{31AF745B-ECEE-4C51-8828-E2A47B117181}" dt="2021-01-26T05:27:45.457" v="5" actId="6264"/>
          <ac:spMkLst>
            <pc:docMk/>
            <pc:sldMk cId="1859091905" sldId="362"/>
            <ac:spMk id="5" creationId="{CAF52E47-E0BD-4CE1-8C78-272007650A0D}"/>
          </ac:spMkLst>
        </pc:spChg>
        <pc:spChg chg="add del mod">
          <ac:chgData name="鈴木 秀規" userId="f68c5fd9-22d5-4c0a-9833-7fb0f5135313" providerId="ADAL" clId="{31AF745B-ECEE-4C51-8828-E2A47B117181}" dt="2021-01-26T05:27:45.457" v="5" actId="6264"/>
          <ac:spMkLst>
            <pc:docMk/>
            <pc:sldMk cId="1859091905" sldId="362"/>
            <ac:spMk id="6" creationId="{03F706AC-E67C-4FBC-B10E-E5C37DE6710B}"/>
          </ac:spMkLst>
        </pc:spChg>
        <pc:spChg chg="mod ord">
          <ac:chgData name="鈴木 秀規" userId="f68c5fd9-22d5-4c0a-9833-7fb0f5135313" providerId="ADAL" clId="{31AF745B-ECEE-4C51-8828-E2A47B117181}" dt="2021-01-26T05:27:45.457" v="5" actId="6264"/>
          <ac:spMkLst>
            <pc:docMk/>
            <pc:sldMk cId="1859091905" sldId="362"/>
            <ac:spMk id="7" creationId="{58177CF6-E256-4D88-B489-5F2EFF09AC4C}"/>
          </ac:spMkLst>
        </pc:spChg>
        <pc:spChg chg="mod ord">
          <ac:chgData name="鈴木 秀規" userId="f68c5fd9-22d5-4c0a-9833-7fb0f5135313" providerId="ADAL" clId="{31AF745B-ECEE-4C51-8828-E2A47B117181}" dt="2021-01-26T05:29:25.821" v="38" actId="207"/>
          <ac:spMkLst>
            <pc:docMk/>
            <pc:sldMk cId="1859091905" sldId="362"/>
            <ac:spMk id="8" creationId="{C57C43D1-E1C5-418D-A114-931FDA96CE3D}"/>
          </ac:spMkLst>
        </pc:spChg>
        <pc:spChg chg="add del mod">
          <ac:chgData name="鈴木 秀規" userId="f68c5fd9-22d5-4c0a-9833-7fb0f5135313" providerId="ADAL" clId="{31AF745B-ECEE-4C51-8828-E2A47B117181}" dt="2021-01-26T05:27:45.457" v="5" actId="6264"/>
          <ac:spMkLst>
            <pc:docMk/>
            <pc:sldMk cId="1859091905" sldId="362"/>
            <ac:spMk id="11" creationId="{1CA23A0F-2EC6-48D9-BA9D-147A13C1712E}"/>
          </ac:spMkLst>
        </pc:spChg>
        <pc:picChg chg="del">
          <ac:chgData name="鈴木 秀規" userId="f68c5fd9-22d5-4c0a-9833-7fb0f5135313" providerId="ADAL" clId="{31AF745B-ECEE-4C51-8828-E2A47B117181}" dt="2021-01-26T05:27:43.713" v="4" actId="478"/>
          <ac:picMkLst>
            <pc:docMk/>
            <pc:sldMk cId="1859091905" sldId="362"/>
            <ac:picMk id="9" creationId="{BA5D05B1-6F0D-4655-AFC1-495F71BCF81C}"/>
          </ac:picMkLst>
        </pc:picChg>
        <pc:picChg chg="del">
          <ac:chgData name="鈴木 秀規" userId="f68c5fd9-22d5-4c0a-9833-7fb0f5135313" providerId="ADAL" clId="{31AF745B-ECEE-4C51-8828-E2A47B117181}" dt="2021-01-26T05:27:43.713" v="4" actId="478"/>
          <ac:picMkLst>
            <pc:docMk/>
            <pc:sldMk cId="1859091905" sldId="362"/>
            <ac:picMk id="10" creationId="{899D8770-B1F7-436F-BE7F-0F92A7770FDF}"/>
          </ac:picMkLst>
        </pc:picChg>
      </pc:sldChg>
      <pc:sldChg chg="del">
        <pc:chgData name="鈴木 秀規" userId="f68c5fd9-22d5-4c0a-9833-7fb0f5135313" providerId="ADAL" clId="{31AF745B-ECEE-4C51-8828-E2A47B117181}" dt="2021-01-26T05:29:36.440" v="39" actId="2696"/>
        <pc:sldMkLst>
          <pc:docMk/>
          <pc:sldMk cId="2364365537" sldId="363"/>
        </pc:sldMkLst>
      </pc:sldChg>
      <pc:sldChg chg="addSp delSp modSp add mod">
        <pc:chgData name="鈴木 秀規" userId="f68c5fd9-22d5-4c0a-9833-7fb0f5135313" providerId="ADAL" clId="{31AF745B-ECEE-4C51-8828-E2A47B117181}" dt="2021-01-26T06:02:00.797" v="427" actId="207"/>
        <pc:sldMkLst>
          <pc:docMk/>
          <pc:sldMk cId="3069677134" sldId="363"/>
        </pc:sldMkLst>
        <pc:spChg chg="add mod">
          <ac:chgData name="鈴木 秀規" userId="f68c5fd9-22d5-4c0a-9833-7fb0f5135313" providerId="ADAL" clId="{31AF745B-ECEE-4C51-8828-E2A47B117181}" dt="2021-01-26T06:02:00.797" v="427" actId="207"/>
          <ac:spMkLst>
            <pc:docMk/>
            <pc:sldMk cId="3069677134" sldId="363"/>
            <ac:spMk id="6" creationId="{38BD198A-45C5-4FAA-840E-91F5B04F0190}"/>
          </ac:spMkLst>
        </pc:spChg>
        <pc:spChg chg="mod">
          <ac:chgData name="鈴木 秀規" userId="f68c5fd9-22d5-4c0a-9833-7fb0f5135313" providerId="ADAL" clId="{31AF745B-ECEE-4C51-8828-E2A47B117181}" dt="2021-01-26T05:29:51.710" v="42"/>
          <ac:spMkLst>
            <pc:docMk/>
            <pc:sldMk cId="3069677134" sldId="363"/>
            <ac:spMk id="7" creationId="{58177CF6-E256-4D88-B489-5F2EFF09AC4C}"/>
          </ac:spMkLst>
        </pc:spChg>
        <pc:spChg chg="mod">
          <ac:chgData name="鈴木 秀規" userId="f68c5fd9-22d5-4c0a-9833-7fb0f5135313" providerId="ADAL" clId="{31AF745B-ECEE-4C51-8828-E2A47B117181}" dt="2021-01-26T05:30:17.469" v="49" actId="14100"/>
          <ac:spMkLst>
            <pc:docMk/>
            <pc:sldMk cId="3069677134" sldId="363"/>
            <ac:spMk id="8" creationId="{C57C43D1-E1C5-418D-A114-931FDA96CE3D}"/>
          </ac:spMkLst>
        </pc:spChg>
        <pc:spChg chg="add mod">
          <ac:chgData name="鈴木 秀規" userId="f68c5fd9-22d5-4c0a-9833-7fb0f5135313" providerId="ADAL" clId="{31AF745B-ECEE-4C51-8828-E2A47B117181}" dt="2021-01-26T06:02:00.797" v="427" actId="207"/>
          <ac:spMkLst>
            <pc:docMk/>
            <pc:sldMk cId="3069677134" sldId="363"/>
            <ac:spMk id="9" creationId="{D2E307B1-7723-43FC-8836-0FD381C2C92D}"/>
          </ac:spMkLst>
        </pc:spChg>
        <pc:spChg chg="add mod ord">
          <ac:chgData name="鈴木 秀規" userId="f68c5fd9-22d5-4c0a-9833-7fb0f5135313" providerId="ADAL" clId="{31AF745B-ECEE-4C51-8828-E2A47B117181}" dt="2021-01-26T05:31:38.336" v="65" actId="164"/>
          <ac:spMkLst>
            <pc:docMk/>
            <pc:sldMk cId="3069677134" sldId="363"/>
            <ac:spMk id="10" creationId="{58889299-DE75-4976-B40D-11F3B12ED1C8}"/>
          </ac:spMkLst>
        </pc:spChg>
        <pc:spChg chg="add mod">
          <ac:chgData name="鈴木 秀規" userId="f68c5fd9-22d5-4c0a-9833-7fb0f5135313" providerId="ADAL" clId="{31AF745B-ECEE-4C51-8828-E2A47B117181}" dt="2021-01-26T05:32:41.392" v="102" actId="122"/>
          <ac:spMkLst>
            <pc:docMk/>
            <pc:sldMk cId="3069677134" sldId="363"/>
            <ac:spMk id="13" creationId="{CC9A591B-F0AA-49CF-82A7-C15FC2982F5C}"/>
          </ac:spMkLst>
        </pc:spChg>
        <pc:spChg chg="add mod">
          <ac:chgData name="鈴木 秀規" userId="f68c5fd9-22d5-4c0a-9833-7fb0f5135313" providerId="ADAL" clId="{31AF745B-ECEE-4C51-8828-E2A47B117181}" dt="2021-01-26T05:32:41.392" v="102" actId="122"/>
          <ac:spMkLst>
            <pc:docMk/>
            <pc:sldMk cId="3069677134" sldId="363"/>
            <ac:spMk id="14" creationId="{30693ED5-8BD0-4764-BF66-1563C369FD82}"/>
          </ac:spMkLst>
        </pc:spChg>
        <pc:spChg chg="add mod">
          <ac:chgData name="鈴木 秀規" userId="f68c5fd9-22d5-4c0a-9833-7fb0f5135313" providerId="ADAL" clId="{31AF745B-ECEE-4C51-8828-E2A47B117181}" dt="2021-01-26T05:33:00.042" v="130" actId="20577"/>
          <ac:spMkLst>
            <pc:docMk/>
            <pc:sldMk cId="3069677134" sldId="363"/>
            <ac:spMk id="15" creationId="{E8764635-AC6A-4789-B1B6-76C4A2E21CA0}"/>
          </ac:spMkLst>
        </pc:spChg>
        <pc:spChg chg="add mod">
          <ac:chgData name="鈴木 秀規" userId="f68c5fd9-22d5-4c0a-9833-7fb0f5135313" providerId="ADAL" clId="{31AF745B-ECEE-4C51-8828-E2A47B117181}" dt="2021-01-26T05:34:04.688" v="144" actId="207"/>
          <ac:spMkLst>
            <pc:docMk/>
            <pc:sldMk cId="3069677134" sldId="363"/>
            <ac:spMk id="16" creationId="{3428C0D5-6ABA-4E8C-86D6-3E0DA01FD8B3}"/>
          </ac:spMkLst>
        </pc:spChg>
        <pc:spChg chg="add mod">
          <ac:chgData name="鈴木 秀規" userId="f68c5fd9-22d5-4c0a-9833-7fb0f5135313" providerId="ADAL" clId="{31AF745B-ECEE-4C51-8828-E2A47B117181}" dt="2021-01-26T05:34:04.688" v="144" actId="207"/>
          <ac:spMkLst>
            <pc:docMk/>
            <pc:sldMk cId="3069677134" sldId="363"/>
            <ac:spMk id="17" creationId="{04420666-7F7C-4D8D-A79D-FA917CF5CA9C}"/>
          </ac:spMkLst>
        </pc:spChg>
        <pc:spChg chg="add mod">
          <ac:chgData name="鈴木 秀規" userId="f68c5fd9-22d5-4c0a-9833-7fb0f5135313" providerId="ADAL" clId="{31AF745B-ECEE-4C51-8828-E2A47B117181}" dt="2021-01-26T05:34:04.688" v="144" actId="207"/>
          <ac:spMkLst>
            <pc:docMk/>
            <pc:sldMk cId="3069677134" sldId="363"/>
            <ac:spMk id="18" creationId="{4D78CBCE-AC2A-4063-B0FB-4EB18C3B7078}"/>
          </ac:spMkLst>
        </pc:spChg>
        <pc:spChg chg="add mod">
          <ac:chgData name="鈴木 秀規" userId="f68c5fd9-22d5-4c0a-9833-7fb0f5135313" providerId="ADAL" clId="{31AF745B-ECEE-4C51-8828-E2A47B117181}" dt="2021-01-26T05:35:36.609" v="147" actId="208"/>
          <ac:spMkLst>
            <pc:docMk/>
            <pc:sldMk cId="3069677134" sldId="363"/>
            <ac:spMk id="19" creationId="{83B1D786-7A83-47F7-869E-20FB625672DD}"/>
          </ac:spMkLst>
        </pc:spChg>
        <pc:spChg chg="add mod">
          <ac:chgData name="鈴木 秀規" userId="f68c5fd9-22d5-4c0a-9833-7fb0f5135313" providerId="ADAL" clId="{31AF745B-ECEE-4C51-8828-E2A47B117181}" dt="2021-01-26T05:35:36.609" v="147" actId="208"/>
          <ac:spMkLst>
            <pc:docMk/>
            <pc:sldMk cId="3069677134" sldId="363"/>
            <ac:spMk id="20" creationId="{D8B38DF2-D9DD-4078-9912-0C892AE020A4}"/>
          </ac:spMkLst>
        </pc:spChg>
        <pc:spChg chg="add mod">
          <ac:chgData name="鈴木 秀規" userId="f68c5fd9-22d5-4c0a-9833-7fb0f5135313" providerId="ADAL" clId="{31AF745B-ECEE-4C51-8828-E2A47B117181}" dt="2021-01-26T05:35:36.609" v="147" actId="208"/>
          <ac:spMkLst>
            <pc:docMk/>
            <pc:sldMk cId="3069677134" sldId="363"/>
            <ac:spMk id="21" creationId="{EA4F305F-B6E2-40BE-AC86-52FFA99EFB3C}"/>
          </ac:spMkLst>
        </pc:spChg>
        <pc:spChg chg="add mod">
          <ac:chgData name="鈴木 秀規" userId="f68c5fd9-22d5-4c0a-9833-7fb0f5135313" providerId="ADAL" clId="{31AF745B-ECEE-4C51-8828-E2A47B117181}" dt="2021-01-26T05:35:36.609" v="147" actId="208"/>
          <ac:spMkLst>
            <pc:docMk/>
            <pc:sldMk cId="3069677134" sldId="363"/>
            <ac:spMk id="22" creationId="{0CD52328-B3FC-4632-85D5-EE521EC8DE29}"/>
          </ac:spMkLst>
        </pc:spChg>
        <pc:spChg chg="add mod">
          <ac:chgData name="鈴木 秀規" userId="f68c5fd9-22d5-4c0a-9833-7fb0f5135313" providerId="ADAL" clId="{31AF745B-ECEE-4C51-8828-E2A47B117181}" dt="2021-01-26T05:35:36.609" v="147" actId="208"/>
          <ac:spMkLst>
            <pc:docMk/>
            <pc:sldMk cId="3069677134" sldId="363"/>
            <ac:spMk id="23" creationId="{3303D6ED-CBB3-4BA1-9F51-AA71707D9F8F}"/>
          </ac:spMkLst>
        </pc:spChg>
        <pc:grpChg chg="add mod">
          <ac:chgData name="鈴木 秀規" userId="f68c5fd9-22d5-4c0a-9833-7fb0f5135313" providerId="ADAL" clId="{31AF745B-ECEE-4C51-8828-E2A47B117181}" dt="2021-01-26T05:32:46.794" v="103" actId="1076"/>
          <ac:grpSpMkLst>
            <pc:docMk/>
            <pc:sldMk cId="3069677134" sldId="363"/>
            <ac:grpSpMk id="12" creationId="{045A9BF9-4DCC-4D05-ABAC-B81EA2A3B824}"/>
          </ac:grpSpMkLst>
        </pc:grpChg>
        <pc:picChg chg="add mod">
          <ac:chgData name="鈴木 秀規" userId="f68c5fd9-22d5-4c0a-9833-7fb0f5135313" providerId="ADAL" clId="{31AF745B-ECEE-4C51-8828-E2A47B117181}" dt="2021-01-26T05:31:38.336" v="65" actId="164"/>
          <ac:picMkLst>
            <pc:docMk/>
            <pc:sldMk cId="3069677134" sldId="363"/>
            <ac:picMk id="3" creationId="{3FA39F5F-8AAB-42FB-BCE4-E2F2F280C031}"/>
          </ac:picMkLst>
        </pc:picChg>
        <pc:picChg chg="add del mod">
          <ac:chgData name="鈴木 秀規" userId="f68c5fd9-22d5-4c0a-9833-7fb0f5135313" providerId="ADAL" clId="{31AF745B-ECEE-4C51-8828-E2A47B117181}" dt="2021-01-26T05:30:54.281" v="55" actId="478"/>
          <ac:picMkLst>
            <pc:docMk/>
            <pc:sldMk cId="3069677134" sldId="363"/>
            <ac:picMk id="11" creationId="{743A604D-2762-43E7-B3F5-E40759F0A3EA}"/>
          </ac:picMkLst>
        </pc:picChg>
      </pc:sldChg>
      <pc:sldChg chg="addSp modSp new mod">
        <pc:chgData name="鈴木 秀規" userId="f68c5fd9-22d5-4c0a-9833-7fb0f5135313" providerId="ADAL" clId="{31AF745B-ECEE-4C51-8828-E2A47B117181}" dt="2021-01-26T05:38:26.733" v="163" actId="14100"/>
        <pc:sldMkLst>
          <pc:docMk/>
          <pc:sldMk cId="2175104273" sldId="364"/>
        </pc:sldMkLst>
        <pc:spChg chg="mod">
          <ac:chgData name="鈴木 秀規" userId="f68c5fd9-22d5-4c0a-9833-7fb0f5135313" providerId="ADAL" clId="{31AF745B-ECEE-4C51-8828-E2A47B117181}" dt="2021-01-26T05:37:30.386" v="149"/>
          <ac:spMkLst>
            <pc:docMk/>
            <pc:sldMk cId="2175104273" sldId="364"/>
            <ac:spMk id="3" creationId="{68A200FD-AC57-4315-913B-56C0E750E146}"/>
          </ac:spMkLst>
        </pc:spChg>
        <pc:spChg chg="mod">
          <ac:chgData name="鈴木 秀規" userId="f68c5fd9-22d5-4c0a-9833-7fb0f5135313" providerId="ADAL" clId="{31AF745B-ECEE-4C51-8828-E2A47B117181}" dt="2021-01-26T05:38:26.733" v="163" actId="14100"/>
          <ac:spMkLst>
            <pc:docMk/>
            <pc:sldMk cId="2175104273" sldId="364"/>
            <ac:spMk id="5" creationId="{63039A32-9C71-4288-8DAD-C20E447795E0}"/>
          </ac:spMkLst>
        </pc:spChg>
        <pc:picChg chg="add mod">
          <ac:chgData name="鈴木 秀規" userId="f68c5fd9-22d5-4c0a-9833-7fb0f5135313" providerId="ADAL" clId="{31AF745B-ECEE-4C51-8828-E2A47B117181}" dt="2021-01-26T05:37:55.190" v="156" actId="1076"/>
          <ac:picMkLst>
            <pc:docMk/>
            <pc:sldMk cId="2175104273" sldId="364"/>
            <ac:picMk id="6" creationId="{48526432-448A-4B53-AA05-85009A3CA012}"/>
          </ac:picMkLst>
        </pc:picChg>
      </pc:sldChg>
      <pc:sldChg chg="del">
        <pc:chgData name="鈴木 秀規" userId="f68c5fd9-22d5-4c0a-9833-7fb0f5135313" providerId="ADAL" clId="{31AF745B-ECEE-4C51-8828-E2A47B117181}" dt="2021-01-26T05:29:36.440" v="39" actId="2696"/>
        <pc:sldMkLst>
          <pc:docMk/>
          <pc:sldMk cId="2741627324" sldId="364"/>
        </pc:sldMkLst>
      </pc:sldChg>
      <pc:sldChg chg="addSp modSp new mod">
        <pc:chgData name="鈴木 秀規" userId="f68c5fd9-22d5-4c0a-9833-7fb0f5135313" providerId="ADAL" clId="{31AF745B-ECEE-4C51-8828-E2A47B117181}" dt="2021-01-26T05:40:04.254" v="180" actId="207"/>
        <pc:sldMkLst>
          <pc:docMk/>
          <pc:sldMk cId="1672930496" sldId="365"/>
        </pc:sldMkLst>
        <pc:spChg chg="mod">
          <ac:chgData name="鈴木 秀規" userId="f68c5fd9-22d5-4c0a-9833-7fb0f5135313" providerId="ADAL" clId="{31AF745B-ECEE-4C51-8828-E2A47B117181}" dt="2021-01-26T05:39:10.166" v="165"/>
          <ac:spMkLst>
            <pc:docMk/>
            <pc:sldMk cId="1672930496" sldId="365"/>
            <ac:spMk id="3" creationId="{FC03AFB9-CD6E-4994-8138-120931D53538}"/>
          </ac:spMkLst>
        </pc:spChg>
        <pc:spChg chg="mod">
          <ac:chgData name="鈴木 秀規" userId="f68c5fd9-22d5-4c0a-9833-7fb0f5135313" providerId="ADAL" clId="{31AF745B-ECEE-4C51-8828-E2A47B117181}" dt="2021-01-26T05:40:04.254" v="180" actId="207"/>
          <ac:spMkLst>
            <pc:docMk/>
            <pc:sldMk cId="1672930496" sldId="365"/>
            <ac:spMk id="5" creationId="{EC4F853D-C579-41B5-814B-5663927E9ACA}"/>
          </ac:spMkLst>
        </pc:spChg>
        <pc:picChg chg="add mod">
          <ac:chgData name="鈴木 秀規" userId="f68c5fd9-22d5-4c0a-9833-7fb0f5135313" providerId="ADAL" clId="{31AF745B-ECEE-4C51-8828-E2A47B117181}" dt="2021-01-26T05:39:36.638" v="172" actId="1076"/>
          <ac:picMkLst>
            <pc:docMk/>
            <pc:sldMk cId="1672930496" sldId="365"/>
            <ac:picMk id="6" creationId="{5927628E-87B8-45C1-8363-06C30D78DA31}"/>
          </ac:picMkLst>
        </pc:picChg>
      </pc:sldChg>
      <pc:sldChg chg="del">
        <pc:chgData name="鈴木 秀規" userId="f68c5fd9-22d5-4c0a-9833-7fb0f5135313" providerId="ADAL" clId="{31AF745B-ECEE-4C51-8828-E2A47B117181}" dt="2021-01-26T05:29:36.440" v="39" actId="2696"/>
        <pc:sldMkLst>
          <pc:docMk/>
          <pc:sldMk cId="2463410247" sldId="365"/>
        </pc:sldMkLst>
      </pc:sldChg>
      <pc:sldChg chg="del">
        <pc:chgData name="鈴木 秀規" userId="f68c5fd9-22d5-4c0a-9833-7fb0f5135313" providerId="ADAL" clId="{31AF745B-ECEE-4C51-8828-E2A47B117181}" dt="2021-01-26T05:29:36.440" v="39" actId="2696"/>
        <pc:sldMkLst>
          <pc:docMk/>
          <pc:sldMk cId="2468282938" sldId="366"/>
        </pc:sldMkLst>
      </pc:sldChg>
      <pc:sldChg chg="addSp modSp new mod">
        <pc:chgData name="鈴木 秀規" userId="f68c5fd9-22d5-4c0a-9833-7fb0f5135313" providerId="ADAL" clId="{31AF745B-ECEE-4C51-8828-E2A47B117181}" dt="2021-01-26T05:41:35.974" v="195" actId="207"/>
        <pc:sldMkLst>
          <pc:docMk/>
          <pc:sldMk cId="3813337944" sldId="366"/>
        </pc:sldMkLst>
        <pc:spChg chg="mod">
          <ac:chgData name="鈴木 秀規" userId="f68c5fd9-22d5-4c0a-9833-7fb0f5135313" providerId="ADAL" clId="{31AF745B-ECEE-4C51-8828-E2A47B117181}" dt="2021-01-26T05:40:51.193" v="182"/>
          <ac:spMkLst>
            <pc:docMk/>
            <pc:sldMk cId="3813337944" sldId="366"/>
            <ac:spMk id="3" creationId="{6E45B32F-995B-4AB3-B186-3FFD8D07DCEE}"/>
          </ac:spMkLst>
        </pc:spChg>
        <pc:spChg chg="mod">
          <ac:chgData name="鈴木 秀規" userId="f68c5fd9-22d5-4c0a-9833-7fb0f5135313" providerId="ADAL" clId="{31AF745B-ECEE-4C51-8828-E2A47B117181}" dt="2021-01-26T05:41:35.974" v="195" actId="207"/>
          <ac:spMkLst>
            <pc:docMk/>
            <pc:sldMk cId="3813337944" sldId="366"/>
            <ac:spMk id="5" creationId="{2BB3DC36-EADC-458F-8869-24DE6ADB9A03}"/>
          </ac:spMkLst>
        </pc:spChg>
        <pc:picChg chg="add mod">
          <ac:chgData name="鈴木 秀規" userId="f68c5fd9-22d5-4c0a-9833-7fb0f5135313" providerId="ADAL" clId="{31AF745B-ECEE-4C51-8828-E2A47B117181}" dt="2021-01-26T05:41:23.377" v="193" actId="1035"/>
          <ac:picMkLst>
            <pc:docMk/>
            <pc:sldMk cId="3813337944" sldId="366"/>
            <ac:picMk id="6" creationId="{3B1C6911-2005-4619-B980-DCA4DECDC8ED}"/>
          </ac:picMkLst>
        </pc:picChg>
      </pc:sldChg>
      <pc:sldChg chg="addSp modSp new mod">
        <pc:chgData name="鈴木 秀規" userId="f68c5fd9-22d5-4c0a-9833-7fb0f5135313" providerId="ADAL" clId="{31AF745B-ECEE-4C51-8828-E2A47B117181}" dt="2021-01-26T05:44:37.466" v="237" actId="14100"/>
        <pc:sldMkLst>
          <pc:docMk/>
          <pc:sldMk cId="926421663" sldId="367"/>
        </pc:sldMkLst>
        <pc:spChg chg="mod">
          <ac:chgData name="鈴木 秀規" userId="f68c5fd9-22d5-4c0a-9833-7fb0f5135313" providerId="ADAL" clId="{31AF745B-ECEE-4C51-8828-E2A47B117181}" dt="2021-01-26T05:42:14.150" v="197"/>
          <ac:spMkLst>
            <pc:docMk/>
            <pc:sldMk cId="926421663" sldId="367"/>
            <ac:spMk id="3" creationId="{02EA919B-5C95-4C18-8CFF-A5ACA4DB182E}"/>
          </ac:spMkLst>
        </pc:spChg>
        <pc:spChg chg="mod">
          <ac:chgData name="鈴木 秀規" userId="f68c5fd9-22d5-4c0a-9833-7fb0f5135313" providerId="ADAL" clId="{31AF745B-ECEE-4C51-8828-E2A47B117181}" dt="2021-01-26T05:42:41.558" v="202" actId="207"/>
          <ac:spMkLst>
            <pc:docMk/>
            <pc:sldMk cId="926421663" sldId="367"/>
            <ac:spMk id="5" creationId="{48BF89F5-B1F6-4732-A48D-5FDDE3A0E801}"/>
          </ac:spMkLst>
        </pc:spChg>
        <pc:spChg chg="add mod">
          <ac:chgData name="鈴木 秀規" userId="f68c5fd9-22d5-4c0a-9833-7fb0f5135313" providerId="ADAL" clId="{31AF745B-ECEE-4C51-8828-E2A47B117181}" dt="2021-01-26T05:43:15.354" v="216" actId="14100"/>
          <ac:spMkLst>
            <pc:docMk/>
            <pc:sldMk cId="926421663" sldId="367"/>
            <ac:spMk id="7" creationId="{5D20DD92-21EA-420F-8DAC-3DC8CF59A2C1}"/>
          </ac:spMkLst>
        </pc:spChg>
        <pc:spChg chg="add mod">
          <ac:chgData name="鈴木 秀規" userId="f68c5fd9-22d5-4c0a-9833-7fb0f5135313" providerId="ADAL" clId="{31AF745B-ECEE-4C51-8828-E2A47B117181}" dt="2021-01-26T05:43:25.979" v="220" actId="1076"/>
          <ac:spMkLst>
            <pc:docMk/>
            <pc:sldMk cId="926421663" sldId="367"/>
            <ac:spMk id="8" creationId="{855DD384-E575-4E59-8B92-CF01F5F2C561}"/>
          </ac:spMkLst>
        </pc:spChg>
        <pc:spChg chg="add mod">
          <ac:chgData name="鈴木 秀規" userId="f68c5fd9-22d5-4c0a-9833-7fb0f5135313" providerId="ADAL" clId="{31AF745B-ECEE-4C51-8828-E2A47B117181}" dt="2021-01-26T05:43:49.504" v="230" actId="1076"/>
          <ac:spMkLst>
            <pc:docMk/>
            <pc:sldMk cId="926421663" sldId="367"/>
            <ac:spMk id="9" creationId="{1EDBCA61-2D5E-4A4B-B9C3-159F9F0E76D9}"/>
          </ac:spMkLst>
        </pc:spChg>
        <pc:picChg chg="add mod">
          <ac:chgData name="鈴木 秀規" userId="f68c5fd9-22d5-4c0a-9833-7fb0f5135313" providerId="ADAL" clId="{31AF745B-ECEE-4C51-8828-E2A47B117181}" dt="2021-01-26T05:43:20.219" v="219" actId="1076"/>
          <ac:picMkLst>
            <pc:docMk/>
            <pc:sldMk cId="926421663" sldId="367"/>
            <ac:picMk id="6" creationId="{846C54FA-5739-48C7-AB21-730876D36E88}"/>
          </ac:picMkLst>
        </pc:picChg>
        <pc:cxnChg chg="add mod">
          <ac:chgData name="鈴木 秀規" userId="f68c5fd9-22d5-4c0a-9833-7fb0f5135313" providerId="ADAL" clId="{31AF745B-ECEE-4C51-8828-E2A47B117181}" dt="2021-01-26T05:44:28.770" v="233" actId="14100"/>
          <ac:cxnSpMkLst>
            <pc:docMk/>
            <pc:sldMk cId="926421663" sldId="367"/>
            <ac:cxnSpMk id="10" creationId="{91194AC1-584D-4C3A-B077-94C5154B4399}"/>
          </ac:cxnSpMkLst>
        </pc:cxnChg>
        <pc:cxnChg chg="add mod">
          <ac:chgData name="鈴木 秀規" userId="f68c5fd9-22d5-4c0a-9833-7fb0f5135313" providerId="ADAL" clId="{31AF745B-ECEE-4C51-8828-E2A47B117181}" dt="2021-01-26T05:44:37.466" v="237" actId="14100"/>
          <ac:cxnSpMkLst>
            <pc:docMk/>
            <pc:sldMk cId="926421663" sldId="367"/>
            <ac:cxnSpMk id="13" creationId="{40C146C6-A279-40A2-8FFC-CDF438AD8EC6}"/>
          </ac:cxnSpMkLst>
        </pc:cxnChg>
      </pc:sldChg>
      <pc:sldChg chg="addSp modSp new mod">
        <pc:chgData name="鈴木 秀規" userId="f68c5fd9-22d5-4c0a-9833-7fb0f5135313" providerId="ADAL" clId="{31AF745B-ECEE-4C51-8828-E2A47B117181}" dt="2021-01-26T05:48:56.625" v="261" actId="207"/>
        <pc:sldMkLst>
          <pc:docMk/>
          <pc:sldMk cId="1591258520" sldId="368"/>
        </pc:sldMkLst>
        <pc:spChg chg="mod">
          <ac:chgData name="鈴木 秀規" userId="f68c5fd9-22d5-4c0a-9833-7fb0f5135313" providerId="ADAL" clId="{31AF745B-ECEE-4C51-8828-E2A47B117181}" dt="2021-01-26T05:47:07.331" v="239"/>
          <ac:spMkLst>
            <pc:docMk/>
            <pc:sldMk cId="1591258520" sldId="368"/>
            <ac:spMk id="3" creationId="{F596BC9A-A7A4-4BAC-8F7B-8472A7B4F315}"/>
          </ac:spMkLst>
        </pc:spChg>
        <pc:spChg chg="mod">
          <ac:chgData name="鈴木 秀規" userId="f68c5fd9-22d5-4c0a-9833-7fb0f5135313" providerId="ADAL" clId="{31AF745B-ECEE-4C51-8828-E2A47B117181}" dt="2021-01-26T05:47:27.657" v="243" actId="14100"/>
          <ac:spMkLst>
            <pc:docMk/>
            <pc:sldMk cId="1591258520" sldId="368"/>
            <ac:spMk id="5" creationId="{D8171BAF-394E-4801-BF60-705D3F952BF7}"/>
          </ac:spMkLst>
        </pc:spChg>
        <pc:spChg chg="add mod">
          <ac:chgData name="鈴木 秀規" userId="f68c5fd9-22d5-4c0a-9833-7fb0f5135313" providerId="ADAL" clId="{31AF745B-ECEE-4C51-8828-E2A47B117181}" dt="2021-01-26T05:48:56.625" v="261" actId="207"/>
          <ac:spMkLst>
            <pc:docMk/>
            <pc:sldMk cId="1591258520" sldId="368"/>
            <ac:spMk id="6" creationId="{E9940D2C-EA16-4D24-8B58-85831276F97C}"/>
          </ac:spMkLst>
        </pc:spChg>
        <pc:spChg chg="add mod">
          <ac:chgData name="鈴木 秀規" userId="f68c5fd9-22d5-4c0a-9833-7fb0f5135313" providerId="ADAL" clId="{31AF745B-ECEE-4C51-8828-E2A47B117181}" dt="2021-01-26T05:48:42.364" v="259" actId="20577"/>
          <ac:spMkLst>
            <pc:docMk/>
            <pc:sldMk cId="1591258520" sldId="368"/>
            <ac:spMk id="7" creationId="{127814C8-398F-4FB0-8BFD-8CA89A09E47F}"/>
          </ac:spMkLst>
        </pc:spChg>
      </pc:sldChg>
      <pc:sldChg chg="addSp modSp new mod">
        <pc:chgData name="鈴木 秀規" userId="f68c5fd9-22d5-4c0a-9833-7fb0f5135313" providerId="ADAL" clId="{31AF745B-ECEE-4C51-8828-E2A47B117181}" dt="2021-01-26T05:51:06.501" v="286" actId="207"/>
        <pc:sldMkLst>
          <pc:docMk/>
          <pc:sldMk cId="4005864456" sldId="369"/>
        </pc:sldMkLst>
        <pc:spChg chg="mod">
          <ac:chgData name="鈴木 秀規" userId="f68c5fd9-22d5-4c0a-9833-7fb0f5135313" providerId="ADAL" clId="{31AF745B-ECEE-4C51-8828-E2A47B117181}" dt="2021-01-26T05:49:24.071" v="263"/>
          <ac:spMkLst>
            <pc:docMk/>
            <pc:sldMk cId="4005864456" sldId="369"/>
            <ac:spMk id="3" creationId="{82651AF8-825E-488C-97AE-6777181F4848}"/>
          </ac:spMkLst>
        </pc:spChg>
        <pc:spChg chg="mod">
          <ac:chgData name="鈴木 秀規" userId="f68c5fd9-22d5-4c0a-9833-7fb0f5135313" providerId="ADAL" clId="{31AF745B-ECEE-4C51-8828-E2A47B117181}" dt="2021-01-26T05:49:39.474" v="269" actId="14100"/>
          <ac:spMkLst>
            <pc:docMk/>
            <pc:sldMk cId="4005864456" sldId="369"/>
            <ac:spMk id="5" creationId="{64D92467-3673-4ABC-81DF-B7F0E6026917}"/>
          </ac:spMkLst>
        </pc:spChg>
        <pc:spChg chg="add mod">
          <ac:chgData name="鈴木 秀規" userId="f68c5fd9-22d5-4c0a-9833-7fb0f5135313" providerId="ADAL" clId="{31AF745B-ECEE-4C51-8828-E2A47B117181}" dt="2021-01-26T05:50:13.238" v="275" actId="207"/>
          <ac:spMkLst>
            <pc:docMk/>
            <pc:sldMk cId="4005864456" sldId="369"/>
            <ac:spMk id="6" creationId="{42227182-5641-490B-87D8-0F9C7746E19F}"/>
          </ac:spMkLst>
        </pc:spChg>
        <pc:spChg chg="add mod">
          <ac:chgData name="鈴木 秀規" userId="f68c5fd9-22d5-4c0a-9833-7fb0f5135313" providerId="ADAL" clId="{31AF745B-ECEE-4C51-8828-E2A47B117181}" dt="2021-01-26T05:51:06.501" v="286" actId="207"/>
          <ac:spMkLst>
            <pc:docMk/>
            <pc:sldMk cId="4005864456" sldId="369"/>
            <ac:spMk id="7" creationId="{F7D6E1F9-5D75-44E5-88A9-E91D05C29E75}"/>
          </ac:spMkLst>
        </pc:spChg>
      </pc:sldChg>
      <pc:sldChg chg="addSp modSp new mod">
        <pc:chgData name="鈴木 秀規" userId="f68c5fd9-22d5-4c0a-9833-7fb0f5135313" providerId="ADAL" clId="{31AF745B-ECEE-4C51-8828-E2A47B117181}" dt="2021-01-26T05:53:27.759" v="315" actId="14100"/>
        <pc:sldMkLst>
          <pc:docMk/>
          <pc:sldMk cId="1111639589" sldId="370"/>
        </pc:sldMkLst>
        <pc:spChg chg="mod">
          <ac:chgData name="鈴木 秀規" userId="f68c5fd9-22d5-4c0a-9833-7fb0f5135313" providerId="ADAL" clId="{31AF745B-ECEE-4C51-8828-E2A47B117181}" dt="2021-01-26T05:51:35.742" v="288"/>
          <ac:spMkLst>
            <pc:docMk/>
            <pc:sldMk cId="1111639589" sldId="370"/>
            <ac:spMk id="3" creationId="{A1BBB616-58A6-4DCF-9488-D83FF45930DE}"/>
          </ac:spMkLst>
        </pc:spChg>
        <pc:spChg chg="mod">
          <ac:chgData name="鈴木 秀規" userId="f68c5fd9-22d5-4c0a-9833-7fb0f5135313" providerId="ADAL" clId="{31AF745B-ECEE-4C51-8828-E2A47B117181}" dt="2021-01-26T05:51:55.047" v="292" actId="14100"/>
          <ac:spMkLst>
            <pc:docMk/>
            <pc:sldMk cId="1111639589" sldId="370"/>
            <ac:spMk id="5" creationId="{8A8A797E-89B7-4BD7-88FA-D35416C08F53}"/>
          </ac:spMkLst>
        </pc:spChg>
        <pc:spChg chg="add mod">
          <ac:chgData name="鈴木 秀規" userId="f68c5fd9-22d5-4c0a-9833-7fb0f5135313" providerId="ADAL" clId="{31AF745B-ECEE-4C51-8828-E2A47B117181}" dt="2021-01-26T05:52:20.583" v="303" actId="207"/>
          <ac:spMkLst>
            <pc:docMk/>
            <pc:sldMk cId="1111639589" sldId="370"/>
            <ac:spMk id="6" creationId="{EC63BC0A-320C-4FC3-BF2C-D6A942277324}"/>
          </ac:spMkLst>
        </pc:spChg>
        <pc:spChg chg="add mod">
          <ac:chgData name="鈴木 秀規" userId="f68c5fd9-22d5-4c0a-9833-7fb0f5135313" providerId="ADAL" clId="{31AF745B-ECEE-4C51-8828-E2A47B117181}" dt="2021-01-26T05:52:38.376" v="306" actId="14100"/>
          <ac:spMkLst>
            <pc:docMk/>
            <pc:sldMk cId="1111639589" sldId="370"/>
            <ac:spMk id="7" creationId="{325405FA-6B6E-4A36-8AD9-307989E714CD}"/>
          </ac:spMkLst>
        </pc:spChg>
        <pc:spChg chg="add mod">
          <ac:chgData name="鈴木 秀規" userId="f68c5fd9-22d5-4c0a-9833-7fb0f5135313" providerId="ADAL" clId="{31AF745B-ECEE-4C51-8828-E2A47B117181}" dt="2021-01-26T05:52:47.085" v="308" actId="14100"/>
          <ac:spMkLst>
            <pc:docMk/>
            <pc:sldMk cId="1111639589" sldId="370"/>
            <ac:spMk id="8" creationId="{E4211231-2A54-41D8-A8AB-F44B04A91620}"/>
          </ac:spMkLst>
        </pc:spChg>
        <pc:spChg chg="add mod">
          <ac:chgData name="鈴木 秀規" userId="f68c5fd9-22d5-4c0a-9833-7fb0f5135313" providerId="ADAL" clId="{31AF745B-ECEE-4C51-8828-E2A47B117181}" dt="2021-01-26T05:53:27.759" v="315" actId="14100"/>
          <ac:spMkLst>
            <pc:docMk/>
            <pc:sldMk cId="1111639589" sldId="370"/>
            <ac:spMk id="9" creationId="{BFD16DC8-D589-4F05-9187-58E5D81AA0F3}"/>
          </ac:spMkLst>
        </pc:spChg>
      </pc:sldChg>
      <pc:sldChg chg="addSp delSp modSp new mod">
        <pc:chgData name="鈴木 秀規" userId="f68c5fd9-22d5-4c0a-9833-7fb0f5135313" providerId="ADAL" clId="{31AF745B-ECEE-4C51-8828-E2A47B117181}" dt="2021-01-26T05:56:27.120" v="352" actId="207"/>
        <pc:sldMkLst>
          <pc:docMk/>
          <pc:sldMk cId="1449548173" sldId="371"/>
        </pc:sldMkLst>
        <pc:spChg chg="mod">
          <ac:chgData name="鈴木 秀規" userId="f68c5fd9-22d5-4c0a-9833-7fb0f5135313" providerId="ADAL" clId="{31AF745B-ECEE-4C51-8828-E2A47B117181}" dt="2021-01-26T05:53:44.779" v="317"/>
          <ac:spMkLst>
            <pc:docMk/>
            <pc:sldMk cId="1449548173" sldId="371"/>
            <ac:spMk id="3" creationId="{BC47C131-377F-4C4A-A024-CD67178495EE}"/>
          </ac:spMkLst>
        </pc:spChg>
        <pc:spChg chg="mod">
          <ac:chgData name="鈴木 秀規" userId="f68c5fd9-22d5-4c0a-9833-7fb0f5135313" providerId="ADAL" clId="{31AF745B-ECEE-4C51-8828-E2A47B117181}" dt="2021-01-26T05:53:59.021" v="321" actId="14100"/>
          <ac:spMkLst>
            <pc:docMk/>
            <pc:sldMk cId="1449548173" sldId="371"/>
            <ac:spMk id="5" creationId="{A398E838-A2A7-414A-970E-EA11A895399A}"/>
          </ac:spMkLst>
        </pc:spChg>
        <pc:spChg chg="add del mod">
          <ac:chgData name="鈴木 秀規" userId="f68c5fd9-22d5-4c0a-9833-7fb0f5135313" providerId="ADAL" clId="{31AF745B-ECEE-4C51-8828-E2A47B117181}" dt="2021-01-26T05:54:37.173" v="324" actId="478"/>
          <ac:spMkLst>
            <pc:docMk/>
            <pc:sldMk cId="1449548173" sldId="371"/>
            <ac:spMk id="6" creationId="{20EE99AF-89FE-4A02-A3E1-FD99A56F5AEE}"/>
          </ac:spMkLst>
        </pc:spChg>
        <pc:spChg chg="add del mod">
          <ac:chgData name="鈴木 秀規" userId="f68c5fd9-22d5-4c0a-9833-7fb0f5135313" providerId="ADAL" clId="{31AF745B-ECEE-4C51-8828-E2A47B117181}" dt="2021-01-26T05:54:37.173" v="324" actId="478"/>
          <ac:spMkLst>
            <pc:docMk/>
            <pc:sldMk cId="1449548173" sldId="371"/>
            <ac:spMk id="7" creationId="{A3814B59-5B96-45A1-84A4-AD6CD9B9164C}"/>
          </ac:spMkLst>
        </pc:spChg>
        <pc:spChg chg="add del mod">
          <ac:chgData name="鈴木 秀規" userId="f68c5fd9-22d5-4c0a-9833-7fb0f5135313" providerId="ADAL" clId="{31AF745B-ECEE-4C51-8828-E2A47B117181}" dt="2021-01-26T05:54:37.173" v="324" actId="478"/>
          <ac:spMkLst>
            <pc:docMk/>
            <pc:sldMk cId="1449548173" sldId="371"/>
            <ac:spMk id="8" creationId="{3C6CD0D2-B84A-44AC-A21A-64C2CAE96310}"/>
          </ac:spMkLst>
        </pc:spChg>
        <pc:spChg chg="add mod">
          <ac:chgData name="鈴木 秀規" userId="f68c5fd9-22d5-4c0a-9833-7fb0f5135313" providerId="ADAL" clId="{31AF745B-ECEE-4C51-8828-E2A47B117181}" dt="2021-01-26T05:54:44.543" v="325"/>
          <ac:spMkLst>
            <pc:docMk/>
            <pc:sldMk cId="1449548173" sldId="371"/>
            <ac:spMk id="9" creationId="{B18C3434-8094-4D11-9DCE-11BC3134EB32}"/>
          </ac:spMkLst>
        </pc:spChg>
        <pc:spChg chg="add mod">
          <ac:chgData name="鈴木 秀規" userId="f68c5fd9-22d5-4c0a-9833-7fb0f5135313" providerId="ADAL" clId="{31AF745B-ECEE-4C51-8828-E2A47B117181}" dt="2021-01-26T05:54:44.543" v="325"/>
          <ac:spMkLst>
            <pc:docMk/>
            <pc:sldMk cId="1449548173" sldId="371"/>
            <ac:spMk id="10" creationId="{DF76AE1A-859A-4594-88B7-91BE98A8E033}"/>
          </ac:spMkLst>
        </pc:spChg>
        <pc:spChg chg="add mod">
          <ac:chgData name="鈴木 秀規" userId="f68c5fd9-22d5-4c0a-9833-7fb0f5135313" providerId="ADAL" clId="{31AF745B-ECEE-4C51-8828-E2A47B117181}" dt="2021-01-26T05:54:44.543" v="325"/>
          <ac:spMkLst>
            <pc:docMk/>
            <pc:sldMk cId="1449548173" sldId="371"/>
            <ac:spMk id="11" creationId="{DC219308-7BB1-4571-B6C2-AF593F39CA0D}"/>
          </ac:spMkLst>
        </pc:spChg>
        <pc:spChg chg="add mod">
          <ac:chgData name="鈴木 秀規" userId="f68c5fd9-22d5-4c0a-9833-7fb0f5135313" providerId="ADAL" clId="{31AF745B-ECEE-4C51-8828-E2A47B117181}" dt="2021-01-26T05:56:27.120" v="352" actId="207"/>
          <ac:spMkLst>
            <pc:docMk/>
            <pc:sldMk cId="1449548173" sldId="371"/>
            <ac:spMk id="12" creationId="{D827973A-B285-444D-B8E2-2C1ADF444989}"/>
          </ac:spMkLst>
        </pc:spChg>
        <pc:spChg chg="add mod">
          <ac:chgData name="鈴木 秀規" userId="f68c5fd9-22d5-4c0a-9833-7fb0f5135313" providerId="ADAL" clId="{31AF745B-ECEE-4C51-8828-E2A47B117181}" dt="2021-01-26T05:55:51.921" v="340" actId="1076"/>
          <ac:spMkLst>
            <pc:docMk/>
            <pc:sldMk cId="1449548173" sldId="371"/>
            <ac:spMk id="13" creationId="{090E20F7-1963-4594-A854-A0007B5562F3}"/>
          </ac:spMkLst>
        </pc:spChg>
        <pc:spChg chg="add del mod">
          <ac:chgData name="鈴木 秀規" userId="f68c5fd9-22d5-4c0a-9833-7fb0f5135313" providerId="ADAL" clId="{31AF745B-ECEE-4C51-8828-E2A47B117181}" dt="2021-01-26T05:55:40.547" v="337" actId="478"/>
          <ac:spMkLst>
            <pc:docMk/>
            <pc:sldMk cId="1449548173" sldId="371"/>
            <ac:spMk id="14" creationId="{E8DD0F15-F557-4960-B7CA-8C81D69C2ED8}"/>
          </ac:spMkLst>
        </pc:spChg>
        <pc:spChg chg="add mod">
          <ac:chgData name="鈴木 秀規" userId="f68c5fd9-22d5-4c0a-9833-7fb0f5135313" providerId="ADAL" clId="{31AF745B-ECEE-4C51-8828-E2A47B117181}" dt="2021-01-26T05:55:54.465" v="341" actId="571"/>
          <ac:spMkLst>
            <pc:docMk/>
            <pc:sldMk cId="1449548173" sldId="371"/>
            <ac:spMk id="15" creationId="{E753C64B-05EF-45FD-978D-013CE4F0EFBD}"/>
          </ac:spMkLst>
        </pc:spChg>
        <pc:spChg chg="add mod">
          <ac:chgData name="鈴木 秀規" userId="f68c5fd9-22d5-4c0a-9833-7fb0f5135313" providerId="ADAL" clId="{31AF745B-ECEE-4C51-8828-E2A47B117181}" dt="2021-01-26T05:55:57.256" v="342" actId="571"/>
          <ac:spMkLst>
            <pc:docMk/>
            <pc:sldMk cId="1449548173" sldId="371"/>
            <ac:spMk id="16" creationId="{CCB14EDC-88EE-4401-B02E-6086E5CBABE6}"/>
          </ac:spMkLst>
        </pc:spChg>
        <pc:spChg chg="add mod">
          <ac:chgData name="鈴木 秀規" userId="f68c5fd9-22d5-4c0a-9833-7fb0f5135313" providerId="ADAL" clId="{31AF745B-ECEE-4C51-8828-E2A47B117181}" dt="2021-01-26T05:56:04.338" v="346" actId="1037"/>
          <ac:spMkLst>
            <pc:docMk/>
            <pc:sldMk cId="1449548173" sldId="371"/>
            <ac:spMk id="17" creationId="{F0C64602-7B94-47EE-80D2-378BDFD473FD}"/>
          </ac:spMkLst>
        </pc:spChg>
      </pc:sldChg>
      <pc:sldChg chg="addSp modSp new mod">
        <pc:chgData name="鈴木 秀規" userId="f68c5fd9-22d5-4c0a-9833-7fb0f5135313" providerId="ADAL" clId="{31AF745B-ECEE-4C51-8828-E2A47B117181}" dt="2021-01-26T05:57:30.135" v="366" actId="207"/>
        <pc:sldMkLst>
          <pc:docMk/>
          <pc:sldMk cId="944436562" sldId="372"/>
        </pc:sldMkLst>
        <pc:spChg chg="mod">
          <ac:chgData name="鈴木 秀規" userId="f68c5fd9-22d5-4c0a-9833-7fb0f5135313" providerId="ADAL" clId="{31AF745B-ECEE-4C51-8828-E2A47B117181}" dt="2021-01-26T05:56:41.264" v="354"/>
          <ac:spMkLst>
            <pc:docMk/>
            <pc:sldMk cId="944436562" sldId="372"/>
            <ac:spMk id="3" creationId="{B1C65F3E-F31A-478E-B126-D35EA375B4B9}"/>
          </ac:spMkLst>
        </pc:spChg>
        <pc:spChg chg="mod">
          <ac:chgData name="鈴木 秀規" userId="f68c5fd9-22d5-4c0a-9833-7fb0f5135313" providerId="ADAL" clId="{31AF745B-ECEE-4C51-8828-E2A47B117181}" dt="2021-01-26T05:56:55.555" v="358" actId="14100"/>
          <ac:spMkLst>
            <pc:docMk/>
            <pc:sldMk cId="944436562" sldId="372"/>
            <ac:spMk id="5" creationId="{A3976CD6-7AC6-4459-9B75-3D9965BC48B5}"/>
          </ac:spMkLst>
        </pc:spChg>
        <pc:spChg chg="add mod">
          <ac:chgData name="鈴木 秀規" userId="f68c5fd9-22d5-4c0a-9833-7fb0f5135313" providerId="ADAL" clId="{31AF745B-ECEE-4C51-8828-E2A47B117181}" dt="2021-01-26T05:57:30.135" v="366" actId="207"/>
          <ac:spMkLst>
            <pc:docMk/>
            <pc:sldMk cId="944436562" sldId="372"/>
            <ac:spMk id="6" creationId="{76116D8C-213F-4158-830F-F3C1EB4D300E}"/>
          </ac:spMkLst>
        </pc:spChg>
      </pc:sldChg>
      <pc:sldChg chg="modSp new mod">
        <pc:chgData name="鈴木 秀規" userId="f68c5fd9-22d5-4c0a-9833-7fb0f5135313" providerId="ADAL" clId="{31AF745B-ECEE-4C51-8828-E2A47B117181}" dt="2021-01-26T06:00:43.897" v="419" actId="207"/>
        <pc:sldMkLst>
          <pc:docMk/>
          <pc:sldMk cId="35644827" sldId="373"/>
        </pc:sldMkLst>
        <pc:spChg chg="mod">
          <ac:chgData name="鈴木 秀規" userId="f68c5fd9-22d5-4c0a-9833-7fb0f5135313" providerId="ADAL" clId="{31AF745B-ECEE-4C51-8828-E2A47B117181}" dt="2021-01-26T05:58:05.850" v="368"/>
          <ac:spMkLst>
            <pc:docMk/>
            <pc:sldMk cId="35644827" sldId="373"/>
            <ac:spMk id="3" creationId="{90D8C1E3-2B7F-4D7A-A557-615C8F733A5A}"/>
          </ac:spMkLst>
        </pc:spChg>
        <pc:spChg chg="mod">
          <ac:chgData name="鈴木 秀規" userId="f68c5fd9-22d5-4c0a-9833-7fb0f5135313" providerId="ADAL" clId="{31AF745B-ECEE-4C51-8828-E2A47B117181}" dt="2021-01-26T06:00:43.897" v="419" actId="207"/>
          <ac:spMkLst>
            <pc:docMk/>
            <pc:sldMk cId="35644827" sldId="373"/>
            <ac:spMk id="5" creationId="{A53D55A4-4B24-4FF1-846F-0CB6B88DE619}"/>
          </ac:spMkLst>
        </pc:spChg>
      </pc:sldChg>
      <pc:sldChg chg="addSp modSp new mod">
        <pc:chgData name="鈴木 秀規" userId="f68c5fd9-22d5-4c0a-9833-7fb0f5135313" providerId="ADAL" clId="{31AF745B-ECEE-4C51-8828-E2A47B117181}" dt="2021-01-26T06:02:45.300" v="431" actId="207"/>
        <pc:sldMkLst>
          <pc:docMk/>
          <pc:sldMk cId="3586215112" sldId="374"/>
        </pc:sldMkLst>
        <pc:spChg chg="mod">
          <ac:chgData name="鈴木 秀規" userId="f68c5fd9-22d5-4c0a-9833-7fb0f5135313" providerId="ADAL" clId="{31AF745B-ECEE-4C51-8828-E2A47B117181}" dt="2021-01-26T06:01:06.626" v="421"/>
          <ac:spMkLst>
            <pc:docMk/>
            <pc:sldMk cId="3586215112" sldId="374"/>
            <ac:spMk id="3" creationId="{74D68A83-1EE1-4F3F-974D-BDDEE2D6DE8D}"/>
          </ac:spMkLst>
        </pc:spChg>
        <pc:spChg chg="mod">
          <ac:chgData name="鈴木 秀規" userId="f68c5fd9-22d5-4c0a-9833-7fb0f5135313" providerId="ADAL" clId="{31AF745B-ECEE-4C51-8828-E2A47B117181}" dt="2021-01-26T06:01:38.951" v="425" actId="14100"/>
          <ac:spMkLst>
            <pc:docMk/>
            <pc:sldMk cId="3586215112" sldId="374"/>
            <ac:spMk id="5" creationId="{AF0D17FF-0DBB-4085-9AA1-467745BDFE3D}"/>
          </ac:spMkLst>
        </pc:spChg>
        <pc:spChg chg="add mod">
          <ac:chgData name="鈴木 秀規" userId="f68c5fd9-22d5-4c0a-9833-7fb0f5135313" providerId="ADAL" clId="{31AF745B-ECEE-4C51-8828-E2A47B117181}" dt="2021-01-26T06:02:13.344" v="428" actId="207"/>
          <ac:spMkLst>
            <pc:docMk/>
            <pc:sldMk cId="3586215112" sldId="374"/>
            <ac:spMk id="6" creationId="{0B8A4289-ED12-4E18-B5F7-E7D1B8A16A4C}"/>
          </ac:spMkLst>
        </pc:spChg>
        <pc:spChg chg="add mod">
          <ac:chgData name="鈴木 秀規" userId="f68c5fd9-22d5-4c0a-9833-7fb0f5135313" providerId="ADAL" clId="{31AF745B-ECEE-4C51-8828-E2A47B117181}" dt="2021-01-26T06:02:45.300" v="431" actId="207"/>
          <ac:spMkLst>
            <pc:docMk/>
            <pc:sldMk cId="3586215112" sldId="374"/>
            <ac:spMk id="7" creationId="{F4B9C825-0773-4BD6-8947-DA5740E334B3}"/>
          </ac:spMkLst>
        </pc:spChg>
        <pc:spChg chg="mod">
          <ac:chgData name="鈴木 秀規" userId="f68c5fd9-22d5-4c0a-9833-7fb0f5135313" providerId="ADAL" clId="{31AF745B-ECEE-4C51-8828-E2A47B117181}" dt="2021-01-26T06:02:45.300" v="431" actId="207"/>
          <ac:spMkLst>
            <pc:docMk/>
            <pc:sldMk cId="3586215112" sldId="374"/>
            <ac:spMk id="10" creationId="{1A58A6C4-889B-450F-924F-C9F545EB2A3D}"/>
          </ac:spMkLst>
        </pc:spChg>
        <pc:spChg chg="add mod">
          <ac:chgData name="鈴木 秀規" userId="f68c5fd9-22d5-4c0a-9833-7fb0f5135313" providerId="ADAL" clId="{31AF745B-ECEE-4C51-8828-E2A47B117181}" dt="2021-01-26T06:01:48.608" v="426"/>
          <ac:spMkLst>
            <pc:docMk/>
            <pc:sldMk cId="3586215112" sldId="374"/>
            <ac:spMk id="11" creationId="{785644FA-8A03-4258-8728-9595832CB15E}"/>
          </ac:spMkLst>
        </pc:spChg>
        <pc:spChg chg="add mod">
          <ac:chgData name="鈴木 秀規" userId="f68c5fd9-22d5-4c0a-9833-7fb0f5135313" providerId="ADAL" clId="{31AF745B-ECEE-4C51-8828-E2A47B117181}" dt="2021-01-26T06:01:48.608" v="426"/>
          <ac:spMkLst>
            <pc:docMk/>
            <pc:sldMk cId="3586215112" sldId="374"/>
            <ac:spMk id="12" creationId="{44CA81F1-EBE9-4C1F-B2BB-3C3E1806F921}"/>
          </ac:spMkLst>
        </pc:spChg>
        <pc:spChg chg="add mod">
          <ac:chgData name="鈴木 秀規" userId="f68c5fd9-22d5-4c0a-9833-7fb0f5135313" providerId="ADAL" clId="{31AF745B-ECEE-4C51-8828-E2A47B117181}" dt="2021-01-26T06:01:48.608" v="426"/>
          <ac:spMkLst>
            <pc:docMk/>
            <pc:sldMk cId="3586215112" sldId="374"/>
            <ac:spMk id="13" creationId="{D210470C-7BC6-479C-B32D-52F62FAFF5CE}"/>
          </ac:spMkLst>
        </pc:spChg>
        <pc:spChg chg="add mod">
          <ac:chgData name="鈴木 秀規" userId="f68c5fd9-22d5-4c0a-9833-7fb0f5135313" providerId="ADAL" clId="{31AF745B-ECEE-4C51-8828-E2A47B117181}" dt="2021-01-26T06:01:48.608" v="426"/>
          <ac:spMkLst>
            <pc:docMk/>
            <pc:sldMk cId="3586215112" sldId="374"/>
            <ac:spMk id="14" creationId="{F4BE28F0-CEB5-4A84-AD56-459DC396288E}"/>
          </ac:spMkLst>
        </pc:spChg>
        <pc:spChg chg="add mod">
          <ac:chgData name="鈴木 秀規" userId="f68c5fd9-22d5-4c0a-9833-7fb0f5135313" providerId="ADAL" clId="{31AF745B-ECEE-4C51-8828-E2A47B117181}" dt="2021-01-26T06:01:48.608" v="426"/>
          <ac:spMkLst>
            <pc:docMk/>
            <pc:sldMk cId="3586215112" sldId="374"/>
            <ac:spMk id="15" creationId="{661AEE13-AF85-4E8C-8C36-56CAB1375768}"/>
          </ac:spMkLst>
        </pc:spChg>
        <pc:spChg chg="add mod">
          <ac:chgData name="鈴木 秀規" userId="f68c5fd9-22d5-4c0a-9833-7fb0f5135313" providerId="ADAL" clId="{31AF745B-ECEE-4C51-8828-E2A47B117181}" dt="2021-01-26T06:02:45.300" v="431" actId="207"/>
          <ac:spMkLst>
            <pc:docMk/>
            <pc:sldMk cId="3586215112" sldId="374"/>
            <ac:spMk id="16" creationId="{D1EACF3D-DA3C-4F24-896C-812A2FC32232}"/>
          </ac:spMkLst>
        </pc:spChg>
        <pc:spChg chg="add mod">
          <ac:chgData name="鈴木 秀規" userId="f68c5fd9-22d5-4c0a-9833-7fb0f5135313" providerId="ADAL" clId="{31AF745B-ECEE-4C51-8828-E2A47B117181}" dt="2021-01-26T06:01:48.608" v="426"/>
          <ac:spMkLst>
            <pc:docMk/>
            <pc:sldMk cId="3586215112" sldId="374"/>
            <ac:spMk id="17" creationId="{80B22573-0B48-4DA1-9DEE-17DA1FB51570}"/>
          </ac:spMkLst>
        </pc:spChg>
        <pc:spChg chg="add mod">
          <ac:chgData name="鈴木 秀規" userId="f68c5fd9-22d5-4c0a-9833-7fb0f5135313" providerId="ADAL" clId="{31AF745B-ECEE-4C51-8828-E2A47B117181}" dt="2021-01-26T06:02:45.300" v="431" actId="207"/>
          <ac:spMkLst>
            <pc:docMk/>
            <pc:sldMk cId="3586215112" sldId="374"/>
            <ac:spMk id="18" creationId="{513C1E0F-51B7-4C19-852B-0F5F03C2E927}"/>
          </ac:spMkLst>
        </pc:spChg>
        <pc:spChg chg="add mod">
          <ac:chgData name="鈴木 秀規" userId="f68c5fd9-22d5-4c0a-9833-7fb0f5135313" providerId="ADAL" clId="{31AF745B-ECEE-4C51-8828-E2A47B117181}" dt="2021-01-26T06:01:48.608" v="426"/>
          <ac:spMkLst>
            <pc:docMk/>
            <pc:sldMk cId="3586215112" sldId="374"/>
            <ac:spMk id="19" creationId="{FE000A22-00CE-4A4E-9761-E983CE3DF0EA}"/>
          </ac:spMkLst>
        </pc:spChg>
        <pc:spChg chg="add mod">
          <ac:chgData name="鈴木 秀規" userId="f68c5fd9-22d5-4c0a-9833-7fb0f5135313" providerId="ADAL" clId="{31AF745B-ECEE-4C51-8828-E2A47B117181}" dt="2021-01-26T06:02:45.300" v="431" actId="207"/>
          <ac:spMkLst>
            <pc:docMk/>
            <pc:sldMk cId="3586215112" sldId="374"/>
            <ac:spMk id="20" creationId="{3F0298FF-3F68-4E80-A5AA-D970F1BFBF47}"/>
          </ac:spMkLst>
        </pc:spChg>
        <pc:spChg chg="add mod">
          <ac:chgData name="鈴木 秀規" userId="f68c5fd9-22d5-4c0a-9833-7fb0f5135313" providerId="ADAL" clId="{31AF745B-ECEE-4C51-8828-E2A47B117181}" dt="2021-01-26T06:02:45.300" v="431" actId="207"/>
          <ac:spMkLst>
            <pc:docMk/>
            <pc:sldMk cId="3586215112" sldId="374"/>
            <ac:spMk id="21" creationId="{E5BCB49B-FCEA-418B-89AD-26AC10F600E3}"/>
          </ac:spMkLst>
        </pc:spChg>
        <pc:grpChg chg="add mod">
          <ac:chgData name="鈴木 秀規" userId="f68c5fd9-22d5-4c0a-9833-7fb0f5135313" providerId="ADAL" clId="{31AF745B-ECEE-4C51-8828-E2A47B117181}" dt="2021-01-26T06:02:32.131" v="429" actId="207"/>
          <ac:grpSpMkLst>
            <pc:docMk/>
            <pc:sldMk cId="3586215112" sldId="374"/>
            <ac:grpSpMk id="8" creationId="{38A860E3-00EF-4C43-9483-BB46C4DE9FEB}"/>
          </ac:grpSpMkLst>
        </pc:grpChg>
        <pc:picChg chg="mod">
          <ac:chgData name="鈴木 秀規" userId="f68c5fd9-22d5-4c0a-9833-7fb0f5135313" providerId="ADAL" clId="{31AF745B-ECEE-4C51-8828-E2A47B117181}" dt="2021-01-26T06:02:36.046" v="430" actId="2085"/>
          <ac:picMkLst>
            <pc:docMk/>
            <pc:sldMk cId="3586215112" sldId="374"/>
            <ac:picMk id="9" creationId="{013D4F2E-DF4F-4A12-B460-481349442D09}"/>
          </ac:picMkLst>
        </pc:picChg>
      </pc:sldChg>
      <pc:sldChg chg="addSp delSp modSp new mod">
        <pc:chgData name="鈴木 秀規" userId="f68c5fd9-22d5-4c0a-9833-7fb0f5135313" providerId="ADAL" clId="{31AF745B-ECEE-4C51-8828-E2A47B117181}" dt="2021-01-26T06:04:25.418" v="447" actId="207"/>
        <pc:sldMkLst>
          <pc:docMk/>
          <pc:sldMk cId="3278431197" sldId="375"/>
        </pc:sldMkLst>
        <pc:spChg chg="mod">
          <ac:chgData name="鈴木 秀規" userId="f68c5fd9-22d5-4c0a-9833-7fb0f5135313" providerId="ADAL" clId="{31AF745B-ECEE-4C51-8828-E2A47B117181}" dt="2021-01-26T06:03:09.564" v="433"/>
          <ac:spMkLst>
            <pc:docMk/>
            <pc:sldMk cId="3278431197" sldId="375"/>
            <ac:spMk id="3" creationId="{94A7F50B-029D-4344-A3E9-0852F39D0574}"/>
          </ac:spMkLst>
        </pc:spChg>
        <pc:spChg chg="mod">
          <ac:chgData name="鈴木 秀規" userId="f68c5fd9-22d5-4c0a-9833-7fb0f5135313" providerId="ADAL" clId="{31AF745B-ECEE-4C51-8828-E2A47B117181}" dt="2021-01-26T06:04:25.418" v="447" actId="207"/>
          <ac:spMkLst>
            <pc:docMk/>
            <pc:sldMk cId="3278431197" sldId="375"/>
            <ac:spMk id="5" creationId="{A8AED195-2A30-4E22-8D64-829F1A2C8A9E}"/>
          </ac:spMkLst>
        </pc:spChg>
        <pc:spChg chg="add del">
          <ac:chgData name="鈴木 秀規" userId="f68c5fd9-22d5-4c0a-9833-7fb0f5135313" providerId="ADAL" clId="{31AF745B-ECEE-4C51-8828-E2A47B117181}" dt="2021-01-26T06:03:36.760" v="438" actId="22"/>
          <ac:spMkLst>
            <pc:docMk/>
            <pc:sldMk cId="3278431197" sldId="375"/>
            <ac:spMk id="7" creationId="{04B419E0-8A32-4DA8-9E0C-BCCD4A7E3CB1}"/>
          </ac:spMkLst>
        </pc:spChg>
        <pc:spChg chg="add mod">
          <ac:chgData name="鈴木 秀規" userId="f68c5fd9-22d5-4c0a-9833-7fb0f5135313" providerId="ADAL" clId="{31AF745B-ECEE-4C51-8828-E2A47B117181}" dt="2021-01-26T06:04:16.314" v="445" actId="2711"/>
          <ac:spMkLst>
            <pc:docMk/>
            <pc:sldMk cId="3278431197" sldId="375"/>
            <ac:spMk id="8" creationId="{F61EE197-FC4B-4674-93BC-5A4123AB904B}"/>
          </ac:spMkLst>
        </pc:spChg>
      </pc:sldChg>
      <pc:sldChg chg="addSp modSp new mod">
        <pc:chgData name="鈴木 秀規" userId="f68c5fd9-22d5-4c0a-9833-7fb0f5135313" providerId="ADAL" clId="{31AF745B-ECEE-4C51-8828-E2A47B117181}" dt="2021-01-26T06:06:05.186" v="465" actId="207"/>
        <pc:sldMkLst>
          <pc:docMk/>
          <pc:sldMk cId="3335697102" sldId="376"/>
        </pc:sldMkLst>
        <pc:spChg chg="mod">
          <ac:chgData name="鈴木 秀規" userId="f68c5fd9-22d5-4c0a-9833-7fb0f5135313" providerId="ADAL" clId="{31AF745B-ECEE-4C51-8828-E2A47B117181}" dt="2021-01-26T06:04:44.258" v="449"/>
          <ac:spMkLst>
            <pc:docMk/>
            <pc:sldMk cId="3335697102" sldId="376"/>
            <ac:spMk id="3" creationId="{84CDAE99-51E1-45AD-ABEF-403422322C7B}"/>
          </ac:spMkLst>
        </pc:spChg>
        <pc:spChg chg="mod">
          <ac:chgData name="鈴木 秀規" userId="f68c5fd9-22d5-4c0a-9833-7fb0f5135313" providerId="ADAL" clId="{31AF745B-ECEE-4C51-8828-E2A47B117181}" dt="2021-01-26T06:06:05.186" v="465" actId="207"/>
          <ac:spMkLst>
            <pc:docMk/>
            <pc:sldMk cId="3335697102" sldId="376"/>
            <ac:spMk id="5" creationId="{45CA0F9F-0661-4575-B06E-144A0490A7CF}"/>
          </ac:spMkLst>
        </pc:spChg>
        <pc:picChg chg="add mod">
          <ac:chgData name="鈴木 秀規" userId="f68c5fd9-22d5-4c0a-9833-7fb0f5135313" providerId="ADAL" clId="{31AF745B-ECEE-4C51-8828-E2A47B117181}" dt="2021-01-26T06:05:46.939" v="459" actId="1076"/>
          <ac:picMkLst>
            <pc:docMk/>
            <pc:sldMk cId="3335697102" sldId="376"/>
            <ac:picMk id="6" creationId="{A1B21CC7-914D-4704-A426-7BA33ED50D88}"/>
          </ac:picMkLst>
        </pc:picChg>
      </pc:sldChg>
      <pc:sldChg chg="addSp modSp new mod">
        <pc:chgData name="鈴木 秀規" userId="f68c5fd9-22d5-4c0a-9833-7fb0f5135313" providerId="ADAL" clId="{31AF745B-ECEE-4C51-8828-E2A47B117181}" dt="2021-01-26T06:07:09.151" v="481" actId="14100"/>
        <pc:sldMkLst>
          <pc:docMk/>
          <pc:sldMk cId="1075370688" sldId="377"/>
        </pc:sldMkLst>
        <pc:spChg chg="mod">
          <ac:chgData name="鈴木 秀規" userId="f68c5fd9-22d5-4c0a-9833-7fb0f5135313" providerId="ADAL" clId="{31AF745B-ECEE-4C51-8828-E2A47B117181}" dt="2021-01-26T06:06:19.113" v="467"/>
          <ac:spMkLst>
            <pc:docMk/>
            <pc:sldMk cId="1075370688" sldId="377"/>
            <ac:spMk id="3" creationId="{5902A05F-050D-4547-92B0-FDFB23B15993}"/>
          </ac:spMkLst>
        </pc:spChg>
        <pc:spChg chg="mod">
          <ac:chgData name="鈴木 秀規" userId="f68c5fd9-22d5-4c0a-9833-7fb0f5135313" providerId="ADAL" clId="{31AF745B-ECEE-4C51-8828-E2A47B117181}" dt="2021-01-26T06:06:40.182" v="470" actId="14100"/>
          <ac:spMkLst>
            <pc:docMk/>
            <pc:sldMk cId="1075370688" sldId="377"/>
            <ac:spMk id="5" creationId="{343594CE-8AC7-47D0-9120-E9E98483AA2E}"/>
          </ac:spMkLst>
        </pc:spChg>
        <pc:spChg chg="add mod">
          <ac:chgData name="鈴木 秀規" userId="f68c5fd9-22d5-4c0a-9833-7fb0f5135313" providerId="ADAL" clId="{31AF745B-ECEE-4C51-8828-E2A47B117181}" dt="2021-01-26T06:07:09.151" v="481" actId="14100"/>
          <ac:spMkLst>
            <pc:docMk/>
            <pc:sldMk cId="1075370688" sldId="377"/>
            <ac:spMk id="7" creationId="{B7182EBC-6550-4E14-B8CE-0A438FACA553}"/>
          </ac:spMkLst>
        </pc:spChg>
        <pc:picChg chg="add mod">
          <ac:chgData name="鈴木 秀規" userId="f68c5fd9-22d5-4c0a-9833-7fb0f5135313" providerId="ADAL" clId="{31AF745B-ECEE-4C51-8828-E2A47B117181}" dt="2021-01-26T06:06:54.744" v="477" actId="14100"/>
          <ac:picMkLst>
            <pc:docMk/>
            <pc:sldMk cId="1075370688" sldId="377"/>
            <ac:picMk id="6" creationId="{5916466E-AD58-4AB9-BBE1-3BC48071FE35}"/>
          </ac:picMkLst>
        </pc:picChg>
      </pc:sldChg>
      <pc:sldChg chg="addSp modSp new mod">
        <pc:chgData name="鈴木 秀規" userId="f68c5fd9-22d5-4c0a-9833-7fb0f5135313" providerId="ADAL" clId="{31AF745B-ECEE-4C51-8828-E2A47B117181}" dt="2021-01-26T06:08:15.670" v="497" actId="1076"/>
        <pc:sldMkLst>
          <pc:docMk/>
          <pc:sldMk cId="2580646882" sldId="378"/>
        </pc:sldMkLst>
        <pc:spChg chg="mod">
          <ac:chgData name="鈴木 秀規" userId="f68c5fd9-22d5-4c0a-9833-7fb0f5135313" providerId="ADAL" clId="{31AF745B-ECEE-4C51-8828-E2A47B117181}" dt="2021-01-26T06:07:27.101" v="483"/>
          <ac:spMkLst>
            <pc:docMk/>
            <pc:sldMk cId="2580646882" sldId="378"/>
            <ac:spMk id="3" creationId="{F5F1371B-71A4-4508-9B77-DF2662B99B76}"/>
          </ac:spMkLst>
        </pc:spChg>
        <pc:spChg chg="mod">
          <ac:chgData name="鈴木 秀規" userId="f68c5fd9-22d5-4c0a-9833-7fb0f5135313" providerId="ADAL" clId="{31AF745B-ECEE-4C51-8828-E2A47B117181}" dt="2021-01-26T06:08:11.564" v="496" actId="207"/>
          <ac:spMkLst>
            <pc:docMk/>
            <pc:sldMk cId="2580646882" sldId="378"/>
            <ac:spMk id="5" creationId="{703B0AF1-C94F-4BE9-B427-FD46F93BDB88}"/>
          </ac:spMkLst>
        </pc:spChg>
        <pc:picChg chg="add mod">
          <ac:chgData name="鈴木 秀規" userId="f68c5fd9-22d5-4c0a-9833-7fb0f5135313" providerId="ADAL" clId="{31AF745B-ECEE-4C51-8828-E2A47B117181}" dt="2021-01-26T06:08:15.670" v="497" actId="1076"/>
          <ac:picMkLst>
            <pc:docMk/>
            <pc:sldMk cId="2580646882" sldId="378"/>
            <ac:picMk id="6" creationId="{E253F3D9-75D1-411D-BECC-77F0F489DCB0}"/>
          </ac:picMkLst>
        </pc:picChg>
      </pc:sldChg>
      <pc:sldChg chg="addSp modSp new mod">
        <pc:chgData name="鈴木 秀規" userId="f68c5fd9-22d5-4c0a-9833-7fb0f5135313" providerId="ADAL" clId="{31AF745B-ECEE-4C51-8828-E2A47B117181}" dt="2021-01-26T06:09:27.356" v="531" actId="1076"/>
        <pc:sldMkLst>
          <pc:docMk/>
          <pc:sldMk cId="3868544456" sldId="379"/>
        </pc:sldMkLst>
        <pc:spChg chg="mod">
          <ac:chgData name="鈴木 秀規" userId="f68c5fd9-22d5-4c0a-9833-7fb0f5135313" providerId="ADAL" clId="{31AF745B-ECEE-4C51-8828-E2A47B117181}" dt="2021-01-26T06:08:30.695" v="515" actId="20577"/>
          <ac:spMkLst>
            <pc:docMk/>
            <pc:sldMk cId="3868544456" sldId="379"/>
            <ac:spMk id="3" creationId="{9EB609AC-AB06-4D53-BF14-5EA6B1B9539A}"/>
          </ac:spMkLst>
        </pc:spChg>
        <pc:spChg chg="mod">
          <ac:chgData name="鈴木 秀規" userId="f68c5fd9-22d5-4c0a-9833-7fb0f5135313" providerId="ADAL" clId="{31AF745B-ECEE-4C51-8828-E2A47B117181}" dt="2021-01-26T06:08:40.335" v="518" actId="14100"/>
          <ac:spMkLst>
            <pc:docMk/>
            <pc:sldMk cId="3868544456" sldId="379"/>
            <ac:spMk id="5" creationId="{E7676D1F-6FF7-44EB-92F1-BAB6B9F0EFF4}"/>
          </ac:spMkLst>
        </pc:spChg>
        <pc:spChg chg="add mod">
          <ac:chgData name="鈴木 秀規" userId="f68c5fd9-22d5-4c0a-9833-7fb0f5135313" providerId="ADAL" clId="{31AF745B-ECEE-4C51-8828-E2A47B117181}" dt="2021-01-26T06:09:24.847" v="530" actId="14100"/>
          <ac:spMkLst>
            <pc:docMk/>
            <pc:sldMk cId="3868544456" sldId="379"/>
            <ac:spMk id="7" creationId="{C7286050-2DF8-497C-81E3-306493288BC4}"/>
          </ac:spMkLst>
        </pc:spChg>
        <pc:picChg chg="add mod">
          <ac:chgData name="鈴木 秀規" userId="f68c5fd9-22d5-4c0a-9833-7fb0f5135313" providerId="ADAL" clId="{31AF745B-ECEE-4C51-8828-E2A47B117181}" dt="2021-01-26T06:09:27.356" v="531" actId="1076"/>
          <ac:picMkLst>
            <pc:docMk/>
            <pc:sldMk cId="3868544456" sldId="379"/>
            <ac:picMk id="6" creationId="{20E0678B-2E0C-47BA-BAC4-30647E14495E}"/>
          </ac:picMkLst>
        </pc:picChg>
      </pc:sldChg>
      <pc:sldChg chg="addSp modSp new mod">
        <pc:chgData name="鈴木 秀規" userId="f68c5fd9-22d5-4c0a-9833-7fb0f5135313" providerId="ADAL" clId="{31AF745B-ECEE-4C51-8828-E2A47B117181}" dt="2021-01-26T06:10:26.206" v="544" actId="2711"/>
        <pc:sldMkLst>
          <pc:docMk/>
          <pc:sldMk cId="1868720455" sldId="380"/>
        </pc:sldMkLst>
        <pc:spChg chg="mod">
          <ac:chgData name="鈴木 秀規" userId="f68c5fd9-22d5-4c0a-9833-7fb0f5135313" providerId="ADAL" clId="{31AF745B-ECEE-4C51-8828-E2A47B117181}" dt="2021-01-26T06:09:39.286" v="533"/>
          <ac:spMkLst>
            <pc:docMk/>
            <pc:sldMk cId="1868720455" sldId="380"/>
            <ac:spMk id="3" creationId="{2C9F7F4C-4D1A-44F1-8504-3194AD12030E}"/>
          </ac:spMkLst>
        </pc:spChg>
        <pc:spChg chg="mod">
          <ac:chgData name="鈴木 秀規" userId="f68c5fd9-22d5-4c0a-9833-7fb0f5135313" providerId="ADAL" clId="{31AF745B-ECEE-4C51-8828-E2A47B117181}" dt="2021-01-26T06:09:51.095" v="536" actId="14100"/>
          <ac:spMkLst>
            <pc:docMk/>
            <pc:sldMk cId="1868720455" sldId="380"/>
            <ac:spMk id="5" creationId="{67D649D8-E2AC-4205-A3F3-CD0E0162A14B}"/>
          </ac:spMkLst>
        </pc:spChg>
        <pc:spChg chg="add mod">
          <ac:chgData name="鈴木 秀規" userId="f68c5fd9-22d5-4c0a-9833-7fb0f5135313" providerId="ADAL" clId="{31AF745B-ECEE-4C51-8828-E2A47B117181}" dt="2021-01-26T06:10:26.206" v="544" actId="2711"/>
          <ac:spMkLst>
            <pc:docMk/>
            <pc:sldMk cId="1868720455" sldId="380"/>
            <ac:spMk id="7" creationId="{65F9B8C6-FC9A-4EF2-BBA3-212563842F5B}"/>
          </ac:spMkLst>
        </pc:spChg>
        <pc:picChg chg="add mod">
          <ac:chgData name="鈴木 秀規" userId="f68c5fd9-22d5-4c0a-9833-7fb0f5135313" providerId="ADAL" clId="{31AF745B-ECEE-4C51-8828-E2A47B117181}" dt="2021-01-26T06:09:59.920" v="539" actId="1076"/>
          <ac:picMkLst>
            <pc:docMk/>
            <pc:sldMk cId="1868720455" sldId="380"/>
            <ac:picMk id="6" creationId="{2A23E1E0-788A-446D-BEF7-9FCDBB91E931}"/>
          </ac:picMkLst>
        </pc:picChg>
      </pc:sldChg>
      <pc:sldChg chg="modSp new mod">
        <pc:chgData name="鈴木 秀規" userId="f68c5fd9-22d5-4c0a-9833-7fb0f5135313" providerId="ADAL" clId="{31AF745B-ECEE-4C51-8828-E2A47B117181}" dt="2021-01-26T06:12:24.172" v="560" actId="207"/>
        <pc:sldMkLst>
          <pc:docMk/>
          <pc:sldMk cId="3747614513" sldId="381"/>
        </pc:sldMkLst>
        <pc:spChg chg="mod">
          <ac:chgData name="鈴木 秀規" userId="f68c5fd9-22d5-4c0a-9833-7fb0f5135313" providerId="ADAL" clId="{31AF745B-ECEE-4C51-8828-E2A47B117181}" dt="2021-01-26T06:11:21.079" v="546"/>
          <ac:spMkLst>
            <pc:docMk/>
            <pc:sldMk cId="3747614513" sldId="381"/>
            <ac:spMk id="3" creationId="{F54A46C4-10A8-4D73-8262-AF5F7632B069}"/>
          </ac:spMkLst>
        </pc:spChg>
        <pc:spChg chg="mod">
          <ac:chgData name="鈴木 秀規" userId="f68c5fd9-22d5-4c0a-9833-7fb0f5135313" providerId="ADAL" clId="{31AF745B-ECEE-4C51-8828-E2A47B117181}" dt="2021-01-26T06:12:24.172" v="560" actId="207"/>
          <ac:spMkLst>
            <pc:docMk/>
            <pc:sldMk cId="3747614513" sldId="381"/>
            <ac:spMk id="5" creationId="{C0902D24-2BC6-4565-B8E4-0885C73CA1B0}"/>
          </ac:spMkLst>
        </pc:spChg>
      </pc:sldChg>
      <pc:sldChg chg="addSp delSp modSp new mod">
        <pc:chgData name="鈴木 秀規" userId="f68c5fd9-22d5-4c0a-9833-7fb0f5135313" providerId="ADAL" clId="{31AF745B-ECEE-4C51-8828-E2A47B117181}" dt="2021-01-26T06:14:03.636" v="574" actId="207"/>
        <pc:sldMkLst>
          <pc:docMk/>
          <pc:sldMk cId="882110079" sldId="382"/>
        </pc:sldMkLst>
        <pc:spChg chg="mod">
          <ac:chgData name="鈴木 秀規" userId="f68c5fd9-22d5-4c0a-9833-7fb0f5135313" providerId="ADAL" clId="{31AF745B-ECEE-4C51-8828-E2A47B117181}" dt="2021-01-26T06:12:50.845" v="562"/>
          <ac:spMkLst>
            <pc:docMk/>
            <pc:sldMk cId="882110079" sldId="382"/>
            <ac:spMk id="3" creationId="{A3CC9EC9-F4F4-4F23-8295-F1F14A8EF7BF}"/>
          </ac:spMkLst>
        </pc:spChg>
        <pc:spChg chg="del">
          <ac:chgData name="鈴木 秀規" userId="f68c5fd9-22d5-4c0a-9833-7fb0f5135313" providerId="ADAL" clId="{31AF745B-ECEE-4C51-8828-E2A47B117181}" dt="2021-01-26T06:13:21.142" v="565" actId="478"/>
          <ac:spMkLst>
            <pc:docMk/>
            <pc:sldMk cId="882110079" sldId="382"/>
            <ac:spMk id="5" creationId="{AF90F26D-7738-4D8F-BDA2-E79BA73233E4}"/>
          </ac:spMkLst>
        </pc:spChg>
        <pc:spChg chg="add del mod">
          <ac:chgData name="鈴木 秀規" userId="f68c5fd9-22d5-4c0a-9833-7fb0f5135313" providerId="ADAL" clId="{31AF745B-ECEE-4C51-8828-E2A47B117181}" dt="2021-01-26T06:13:10.268" v="564"/>
          <ac:spMkLst>
            <pc:docMk/>
            <pc:sldMk cId="882110079" sldId="382"/>
            <ac:spMk id="6" creationId="{86A444F9-DE7C-4FBD-B2B6-D06A5D9943B1}"/>
          </ac:spMkLst>
        </pc:spChg>
        <pc:spChg chg="add del mod">
          <ac:chgData name="鈴木 秀規" userId="f68c5fd9-22d5-4c0a-9833-7fb0f5135313" providerId="ADAL" clId="{31AF745B-ECEE-4C51-8828-E2A47B117181}" dt="2021-01-26T06:13:10.268" v="564"/>
          <ac:spMkLst>
            <pc:docMk/>
            <pc:sldMk cId="882110079" sldId="382"/>
            <ac:spMk id="7" creationId="{AD3C94E8-CCE4-4467-99FA-54C60C64C849}"/>
          </ac:spMkLst>
        </pc:spChg>
        <pc:spChg chg="add del mod">
          <ac:chgData name="鈴木 秀規" userId="f68c5fd9-22d5-4c0a-9833-7fb0f5135313" providerId="ADAL" clId="{31AF745B-ECEE-4C51-8828-E2A47B117181}" dt="2021-01-26T06:13:10.268" v="564"/>
          <ac:spMkLst>
            <pc:docMk/>
            <pc:sldMk cId="882110079" sldId="382"/>
            <ac:spMk id="8" creationId="{B02B01A6-8295-48F9-8750-10A5EF847C21}"/>
          </ac:spMkLst>
        </pc:spChg>
        <pc:spChg chg="mod">
          <ac:chgData name="鈴木 秀規" userId="f68c5fd9-22d5-4c0a-9833-7fb0f5135313" providerId="ADAL" clId="{31AF745B-ECEE-4C51-8828-E2A47B117181}" dt="2021-01-26T06:13:09.258" v="563"/>
          <ac:spMkLst>
            <pc:docMk/>
            <pc:sldMk cId="882110079" sldId="382"/>
            <ac:spMk id="11" creationId="{D35B5DAD-402A-47F6-BDE7-E6BFDC074AA2}"/>
          </ac:spMkLst>
        </pc:spChg>
        <pc:spChg chg="add del mod">
          <ac:chgData name="鈴木 秀規" userId="f68c5fd9-22d5-4c0a-9833-7fb0f5135313" providerId="ADAL" clId="{31AF745B-ECEE-4C51-8828-E2A47B117181}" dt="2021-01-26T06:13:10.268" v="564"/>
          <ac:spMkLst>
            <pc:docMk/>
            <pc:sldMk cId="882110079" sldId="382"/>
            <ac:spMk id="12" creationId="{B480959C-1CD5-4F31-B9BC-85AB01582226}"/>
          </ac:spMkLst>
        </pc:spChg>
        <pc:spChg chg="add del mod">
          <ac:chgData name="鈴木 秀規" userId="f68c5fd9-22d5-4c0a-9833-7fb0f5135313" providerId="ADAL" clId="{31AF745B-ECEE-4C51-8828-E2A47B117181}" dt="2021-01-26T06:13:10.268" v="564"/>
          <ac:spMkLst>
            <pc:docMk/>
            <pc:sldMk cId="882110079" sldId="382"/>
            <ac:spMk id="13" creationId="{1E0DEAA7-3B68-4D92-A66C-5066B52F7B9D}"/>
          </ac:spMkLst>
        </pc:spChg>
        <pc:spChg chg="add del mod">
          <ac:chgData name="鈴木 秀規" userId="f68c5fd9-22d5-4c0a-9833-7fb0f5135313" providerId="ADAL" clId="{31AF745B-ECEE-4C51-8828-E2A47B117181}" dt="2021-01-26T06:13:10.268" v="564"/>
          <ac:spMkLst>
            <pc:docMk/>
            <pc:sldMk cId="882110079" sldId="382"/>
            <ac:spMk id="14" creationId="{CAA2818F-3A83-4B5C-8F0A-566E05D710BF}"/>
          </ac:spMkLst>
        </pc:spChg>
        <pc:spChg chg="add del mod">
          <ac:chgData name="鈴木 秀規" userId="f68c5fd9-22d5-4c0a-9833-7fb0f5135313" providerId="ADAL" clId="{31AF745B-ECEE-4C51-8828-E2A47B117181}" dt="2021-01-26T06:13:10.268" v="564"/>
          <ac:spMkLst>
            <pc:docMk/>
            <pc:sldMk cId="882110079" sldId="382"/>
            <ac:spMk id="15" creationId="{D5ABF18C-A6E1-4F2E-BEF8-142AF128745F}"/>
          </ac:spMkLst>
        </pc:spChg>
        <pc:spChg chg="add del mod">
          <ac:chgData name="鈴木 秀規" userId="f68c5fd9-22d5-4c0a-9833-7fb0f5135313" providerId="ADAL" clId="{31AF745B-ECEE-4C51-8828-E2A47B117181}" dt="2021-01-26T06:13:10.268" v="564"/>
          <ac:spMkLst>
            <pc:docMk/>
            <pc:sldMk cId="882110079" sldId="382"/>
            <ac:spMk id="16" creationId="{306E79C5-4E8C-480B-83AE-AC51A8646740}"/>
          </ac:spMkLst>
        </pc:spChg>
        <pc:spChg chg="add del mod">
          <ac:chgData name="鈴木 秀規" userId="f68c5fd9-22d5-4c0a-9833-7fb0f5135313" providerId="ADAL" clId="{31AF745B-ECEE-4C51-8828-E2A47B117181}" dt="2021-01-26T06:13:10.268" v="564"/>
          <ac:spMkLst>
            <pc:docMk/>
            <pc:sldMk cId="882110079" sldId="382"/>
            <ac:spMk id="17" creationId="{A850B1BF-6213-4268-9852-CB3510D15896}"/>
          </ac:spMkLst>
        </pc:spChg>
        <pc:spChg chg="add del mod">
          <ac:chgData name="鈴木 秀規" userId="f68c5fd9-22d5-4c0a-9833-7fb0f5135313" providerId="ADAL" clId="{31AF745B-ECEE-4C51-8828-E2A47B117181}" dt="2021-01-26T06:13:10.268" v="564"/>
          <ac:spMkLst>
            <pc:docMk/>
            <pc:sldMk cId="882110079" sldId="382"/>
            <ac:spMk id="18" creationId="{B9D5858B-041E-4C12-9353-A8913816EACA}"/>
          </ac:spMkLst>
        </pc:spChg>
        <pc:spChg chg="add del mod">
          <ac:chgData name="鈴木 秀規" userId="f68c5fd9-22d5-4c0a-9833-7fb0f5135313" providerId="ADAL" clId="{31AF745B-ECEE-4C51-8828-E2A47B117181}" dt="2021-01-26T06:13:10.268" v="564"/>
          <ac:spMkLst>
            <pc:docMk/>
            <pc:sldMk cId="882110079" sldId="382"/>
            <ac:spMk id="19" creationId="{815E56E7-6482-4976-9092-728CE18EB9EF}"/>
          </ac:spMkLst>
        </pc:spChg>
        <pc:spChg chg="add del mod">
          <ac:chgData name="鈴木 秀規" userId="f68c5fd9-22d5-4c0a-9833-7fb0f5135313" providerId="ADAL" clId="{31AF745B-ECEE-4C51-8828-E2A47B117181}" dt="2021-01-26T06:13:10.268" v="564"/>
          <ac:spMkLst>
            <pc:docMk/>
            <pc:sldMk cId="882110079" sldId="382"/>
            <ac:spMk id="20" creationId="{C97D492B-3C50-4A3F-B87A-920471D2A56F}"/>
          </ac:spMkLst>
        </pc:spChg>
        <pc:spChg chg="add del mod">
          <ac:chgData name="鈴木 秀規" userId="f68c5fd9-22d5-4c0a-9833-7fb0f5135313" providerId="ADAL" clId="{31AF745B-ECEE-4C51-8828-E2A47B117181}" dt="2021-01-26T06:13:10.268" v="564"/>
          <ac:spMkLst>
            <pc:docMk/>
            <pc:sldMk cId="882110079" sldId="382"/>
            <ac:spMk id="21" creationId="{73CF89BF-6EDA-4EA0-965E-6983E66667E3}"/>
          </ac:spMkLst>
        </pc:spChg>
        <pc:spChg chg="add del mod">
          <ac:chgData name="鈴木 秀規" userId="f68c5fd9-22d5-4c0a-9833-7fb0f5135313" providerId="ADAL" clId="{31AF745B-ECEE-4C51-8828-E2A47B117181}" dt="2021-01-26T06:13:10.268" v="564"/>
          <ac:spMkLst>
            <pc:docMk/>
            <pc:sldMk cId="882110079" sldId="382"/>
            <ac:spMk id="22" creationId="{0D637F13-D357-471A-9CF4-75DC530A5E46}"/>
          </ac:spMkLst>
        </pc:spChg>
        <pc:spChg chg="add mod">
          <ac:chgData name="鈴木 秀規" userId="f68c5fd9-22d5-4c0a-9833-7fb0f5135313" providerId="ADAL" clId="{31AF745B-ECEE-4C51-8828-E2A47B117181}" dt="2021-01-26T06:13:21.550" v="566"/>
          <ac:spMkLst>
            <pc:docMk/>
            <pc:sldMk cId="882110079" sldId="382"/>
            <ac:spMk id="23" creationId="{CB95B40C-D475-4805-8F2B-5CD1ABD082B6}"/>
          </ac:spMkLst>
        </pc:spChg>
        <pc:spChg chg="add mod">
          <ac:chgData name="鈴木 秀規" userId="f68c5fd9-22d5-4c0a-9833-7fb0f5135313" providerId="ADAL" clId="{31AF745B-ECEE-4C51-8828-E2A47B117181}" dt="2021-01-26T06:13:21.550" v="566"/>
          <ac:spMkLst>
            <pc:docMk/>
            <pc:sldMk cId="882110079" sldId="382"/>
            <ac:spMk id="24" creationId="{EB86E5A7-017E-4A6A-86EB-FCE90D3F8600}"/>
          </ac:spMkLst>
        </pc:spChg>
        <pc:spChg chg="add mod">
          <ac:chgData name="鈴木 秀規" userId="f68c5fd9-22d5-4c0a-9833-7fb0f5135313" providerId="ADAL" clId="{31AF745B-ECEE-4C51-8828-E2A47B117181}" dt="2021-01-26T06:13:53.480" v="572" actId="207"/>
          <ac:spMkLst>
            <pc:docMk/>
            <pc:sldMk cId="882110079" sldId="382"/>
            <ac:spMk id="25" creationId="{F64B71BA-0995-41C8-BCE7-7F5F1F8231EA}"/>
          </ac:spMkLst>
        </pc:spChg>
        <pc:spChg chg="mod">
          <ac:chgData name="鈴木 秀規" userId="f68c5fd9-22d5-4c0a-9833-7fb0f5135313" providerId="ADAL" clId="{31AF745B-ECEE-4C51-8828-E2A47B117181}" dt="2021-01-26T06:13:21.550" v="566"/>
          <ac:spMkLst>
            <pc:docMk/>
            <pc:sldMk cId="882110079" sldId="382"/>
            <ac:spMk id="28" creationId="{BFE9E4B7-18B0-4F27-AA9B-DA0E3D3991A7}"/>
          </ac:spMkLst>
        </pc:spChg>
        <pc:spChg chg="add mod">
          <ac:chgData name="鈴木 秀規" userId="f68c5fd9-22d5-4c0a-9833-7fb0f5135313" providerId="ADAL" clId="{31AF745B-ECEE-4C51-8828-E2A47B117181}" dt="2021-01-26T06:13:21.550" v="566"/>
          <ac:spMkLst>
            <pc:docMk/>
            <pc:sldMk cId="882110079" sldId="382"/>
            <ac:spMk id="29" creationId="{573DAD18-4E4E-45C1-ADF4-49219DC34074}"/>
          </ac:spMkLst>
        </pc:spChg>
        <pc:spChg chg="add mod">
          <ac:chgData name="鈴木 秀規" userId="f68c5fd9-22d5-4c0a-9833-7fb0f5135313" providerId="ADAL" clId="{31AF745B-ECEE-4C51-8828-E2A47B117181}" dt="2021-01-26T06:13:21.550" v="566"/>
          <ac:spMkLst>
            <pc:docMk/>
            <pc:sldMk cId="882110079" sldId="382"/>
            <ac:spMk id="30" creationId="{E70DE4C6-C26E-4F4C-9071-75AD0594AD5A}"/>
          </ac:spMkLst>
        </pc:spChg>
        <pc:spChg chg="add mod">
          <ac:chgData name="鈴木 秀規" userId="f68c5fd9-22d5-4c0a-9833-7fb0f5135313" providerId="ADAL" clId="{31AF745B-ECEE-4C51-8828-E2A47B117181}" dt="2021-01-26T06:13:21.550" v="566"/>
          <ac:spMkLst>
            <pc:docMk/>
            <pc:sldMk cId="882110079" sldId="382"/>
            <ac:spMk id="31" creationId="{D1BDC3E5-EA00-4C42-8A1E-852F56068736}"/>
          </ac:spMkLst>
        </pc:spChg>
        <pc:spChg chg="add mod">
          <ac:chgData name="鈴木 秀規" userId="f68c5fd9-22d5-4c0a-9833-7fb0f5135313" providerId="ADAL" clId="{31AF745B-ECEE-4C51-8828-E2A47B117181}" dt="2021-01-26T06:13:21.550" v="566"/>
          <ac:spMkLst>
            <pc:docMk/>
            <pc:sldMk cId="882110079" sldId="382"/>
            <ac:spMk id="32" creationId="{8C2C898B-8E04-48B9-8CEE-48779842213F}"/>
          </ac:spMkLst>
        </pc:spChg>
        <pc:spChg chg="add mod">
          <ac:chgData name="鈴木 秀規" userId="f68c5fd9-22d5-4c0a-9833-7fb0f5135313" providerId="ADAL" clId="{31AF745B-ECEE-4C51-8828-E2A47B117181}" dt="2021-01-26T06:13:21.550" v="566"/>
          <ac:spMkLst>
            <pc:docMk/>
            <pc:sldMk cId="882110079" sldId="382"/>
            <ac:spMk id="33" creationId="{998B1CBF-B26D-497D-9621-03A6FBE45715}"/>
          </ac:spMkLst>
        </pc:spChg>
        <pc:spChg chg="add mod">
          <ac:chgData name="鈴木 秀規" userId="f68c5fd9-22d5-4c0a-9833-7fb0f5135313" providerId="ADAL" clId="{31AF745B-ECEE-4C51-8828-E2A47B117181}" dt="2021-01-26T06:14:03.636" v="574" actId="207"/>
          <ac:spMkLst>
            <pc:docMk/>
            <pc:sldMk cId="882110079" sldId="382"/>
            <ac:spMk id="34" creationId="{924D5BA6-9DD1-4F22-8640-C4BBA5DCE744}"/>
          </ac:spMkLst>
        </pc:spChg>
        <pc:spChg chg="add mod">
          <ac:chgData name="鈴木 秀規" userId="f68c5fd9-22d5-4c0a-9833-7fb0f5135313" providerId="ADAL" clId="{31AF745B-ECEE-4C51-8828-E2A47B117181}" dt="2021-01-26T06:13:21.550" v="566"/>
          <ac:spMkLst>
            <pc:docMk/>
            <pc:sldMk cId="882110079" sldId="382"/>
            <ac:spMk id="35" creationId="{180FD0D4-BA62-4835-90CF-419910B6A754}"/>
          </ac:spMkLst>
        </pc:spChg>
        <pc:spChg chg="add mod">
          <ac:chgData name="鈴木 秀規" userId="f68c5fd9-22d5-4c0a-9833-7fb0f5135313" providerId="ADAL" clId="{31AF745B-ECEE-4C51-8828-E2A47B117181}" dt="2021-01-26T06:13:44.030" v="569" actId="207"/>
          <ac:spMkLst>
            <pc:docMk/>
            <pc:sldMk cId="882110079" sldId="382"/>
            <ac:spMk id="36" creationId="{E034CB9A-A4D2-48E9-9EE9-C639751C9AAA}"/>
          </ac:spMkLst>
        </pc:spChg>
        <pc:spChg chg="add mod">
          <ac:chgData name="鈴木 秀規" userId="f68c5fd9-22d5-4c0a-9833-7fb0f5135313" providerId="ADAL" clId="{31AF745B-ECEE-4C51-8828-E2A47B117181}" dt="2021-01-26T06:13:21.550" v="566"/>
          <ac:spMkLst>
            <pc:docMk/>
            <pc:sldMk cId="882110079" sldId="382"/>
            <ac:spMk id="37" creationId="{1D25F930-F554-4875-AAE2-2400D6012CD1}"/>
          </ac:spMkLst>
        </pc:spChg>
        <pc:spChg chg="add mod">
          <ac:chgData name="鈴木 秀規" userId="f68c5fd9-22d5-4c0a-9833-7fb0f5135313" providerId="ADAL" clId="{31AF745B-ECEE-4C51-8828-E2A47B117181}" dt="2021-01-26T06:13:21.550" v="566"/>
          <ac:spMkLst>
            <pc:docMk/>
            <pc:sldMk cId="882110079" sldId="382"/>
            <ac:spMk id="38" creationId="{E76DE0E2-CC83-48AE-AFA6-4671B3BC96CF}"/>
          </ac:spMkLst>
        </pc:spChg>
        <pc:spChg chg="add mod">
          <ac:chgData name="鈴木 秀規" userId="f68c5fd9-22d5-4c0a-9833-7fb0f5135313" providerId="ADAL" clId="{31AF745B-ECEE-4C51-8828-E2A47B117181}" dt="2021-01-26T06:13:44.030" v="569" actId="207"/>
          <ac:spMkLst>
            <pc:docMk/>
            <pc:sldMk cId="882110079" sldId="382"/>
            <ac:spMk id="39" creationId="{C39B4C02-6C83-4A45-9EFF-4B2F1446EC4A}"/>
          </ac:spMkLst>
        </pc:spChg>
        <pc:grpChg chg="add del mod">
          <ac:chgData name="鈴木 秀規" userId="f68c5fd9-22d5-4c0a-9833-7fb0f5135313" providerId="ADAL" clId="{31AF745B-ECEE-4C51-8828-E2A47B117181}" dt="2021-01-26T06:13:10.268" v="564"/>
          <ac:grpSpMkLst>
            <pc:docMk/>
            <pc:sldMk cId="882110079" sldId="382"/>
            <ac:grpSpMk id="9" creationId="{57BA293B-7FDC-47F9-A1CE-4F5F57ABEC39}"/>
          </ac:grpSpMkLst>
        </pc:grpChg>
        <pc:grpChg chg="add mod">
          <ac:chgData name="鈴木 秀規" userId="f68c5fd9-22d5-4c0a-9833-7fb0f5135313" providerId="ADAL" clId="{31AF745B-ECEE-4C51-8828-E2A47B117181}" dt="2021-01-26T06:13:21.550" v="566"/>
          <ac:grpSpMkLst>
            <pc:docMk/>
            <pc:sldMk cId="882110079" sldId="382"/>
            <ac:grpSpMk id="26" creationId="{917B620F-C4F7-41BD-9896-CE2FFAE60927}"/>
          </ac:grpSpMkLst>
        </pc:grpChg>
        <pc:picChg chg="mod">
          <ac:chgData name="鈴木 秀規" userId="f68c5fd9-22d5-4c0a-9833-7fb0f5135313" providerId="ADAL" clId="{31AF745B-ECEE-4C51-8828-E2A47B117181}" dt="2021-01-26T06:13:09.258" v="563"/>
          <ac:picMkLst>
            <pc:docMk/>
            <pc:sldMk cId="882110079" sldId="382"/>
            <ac:picMk id="10" creationId="{8CC84378-7F8F-40BE-AE6F-98331DD39749}"/>
          </ac:picMkLst>
        </pc:picChg>
        <pc:picChg chg="mod">
          <ac:chgData name="鈴木 秀規" userId="f68c5fd9-22d5-4c0a-9833-7fb0f5135313" providerId="ADAL" clId="{31AF745B-ECEE-4C51-8828-E2A47B117181}" dt="2021-01-26T06:13:21.550" v="566"/>
          <ac:picMkLst>
            <pc:docMk/>
            <pc:sldMk cId="882110079" sldId="382"/>
            <ac:picMk id="27" creationId="{24ACCD78-F9D6-4EC2-9BFF-C7E2157BD470}"/>
          </ac:picMkLst>
        </pc:picChg>
      </pc:sldChg>
      <pc:sldChg chg="addSp modSp new mod">
        <pc:chgData name="鈴木 秀規" userId="f68c5fd9-22d5-4c0a-9833-7fb0f5135313" providerId="ADAL" clId="{31AF745B-ECEE-4C51-8828-E2A47B117181}" dt="2021-01-26T06:16:04.560" v="587" actId="113"/>
        <pc:sldMkLst>
          <pc:docMk/>
          <pc:sldMk cId="2781782632" sldId="383"/>
        </pc:sldMkLst>
        <pc:spChg chg="mod">
          <ac:chgData name="鈴木 秀規" userId="f68c5fd9-22d5-4c0a-9833-7fb0f5135313" providerId="ADAL" clId="{31AF745B-ECEE-4C51-8828-E2A47B117181}" dt="2021-01-26T06:14:45.891" v="576"/>
          <ac:spMkLst>
            <pc:docMk/>
            <pc:sldMk cId="2781782632" sldId="383"/>
            <ac:spMk id="3" creationId="{B8B1C725-BA9E-47ED-B8AA-4F2EA343DE8A}"/>
          </ac:spMkLst>
        </pc:spChg>
        <pc:spChg chg="mod">
          <ac:chgData name="鈴木 秀規" userId="f68c5fd9-22d5-4c0a-9833-7fb0f5135313" providerId="ADAL" clId="{31AF745B-ECEE-4C51-8828-E2A47B117181}" dt="2021-01-26T06:16:04.560" v="587" actId="113"/>
          <ac:spMkLst>
            <pc:docMk/>
            <pc:sldMk cId="2781782632" sldId="383"/>
            <ac:spMk id="5" creationId="{CF651CCA-9F40-4BCE-A01F-0BD5D700C5E9}"/>
          </ac:spMkLst>
        </pc:spChg>
        <pc:picChg chg="add mod">
          <ac:chgData name="鈴木 秀規" userId="f68c5fd9-22d5-4c0a-9833-7fb0f5135313" providerId="ADAL" clId="{31AF745B-ECEE-4C51-8828-E2A47B117181}" dt="2021-01-26T06:15:26.687" v="583" actId="1076"/>
          <ac:picMkLst>
            <pc:docMk/>
            <pc:sldMk cId="2781782632" sldId="383"/>
            <ac:picMk id="6" creationId="{65279780-C5FC-45B9-9309-A9C6BF38E469}"/>
          </ac:picMkLst>
        </pc:picChg>
      </pc:sldChg>
      <pc:sldChg chg="addSp delSp modSp new mod delAnim modAnim">
        <pc:chgData name="鈴木 秀規" userId="f68c5fd9-22d5-4c0a-9833-7fb0f5135313" providerId="ADAL" clId="{31AF745B-ECEE-4C51-8828-E2A47B117181}" dt="2021-01-26T06:23:26.889" v="664" actId="255"/>
        <pc:sldMkLst>
          <pc:docMk/>
          <pc:sldMk cId="4147991204" sldId="384"/>
        </pc:sldMkLst>
        <pc:spChg chg="mod">
          <ac:chgData name="鈴木 秀規" userId="f68c5fd9-22d5-4c0a-9833-7fb0f5135313" providerId="ADAL" clId="{31AF745B-ECEE-4C51-8828-E2A47B117181}" dt="2021-01-26T06:16:39.823" v="597" actId="20577"/>
          <ac:spMkLst>
            <pc:docMk/>
            <pc:sldMk cId="4147991204" sldId="384"/>
            <ac:spMk id="3" creationId="{88B1A65F-8194-42FD-B9D9-616F8BCC232B}"/>
          </ac:spMkLst>
        </pc:spChg>
        <pc:spChg chg="mod">
          <ac:chgData name="鈴木 秀規" userId="f68c5fd9-22d5-4c0a-9833-7fb0f5135313" providerId="ADAL" clId="{31AF745B-ECEE-4C51-8828-E2A47B117181}" dt="2021-01-26T06:16:53.527" v="601" actId="14100"/>
          <ac:spMkLst>
            <pc:docMk/>
            <pc:sldMk cId="4147991204" sldId="384"/>
            <ac:spMk id="5" creationId="{24DBC3E7-31A6-42EF-B371-B658D9FC74AB}"/>
          </ac:spMkLst>
        </pc:spChg>
        <pc:spChg chg="add mod">
          <ac:chgData name="鈴木 秀規" userId="f68c5fd9-22d5-4c0a-9833-7fb0f5135313" providerId="ADAL" clId="{31AF745B-ECEE-4C51-8828-E2A47B117181}" dt="2021-01-26T06:23:26.889" v="664" actId="255"/>
          <ac:spMkLst>
            <pc:docMk/>
            <pc:sldMk cId="4147991204" sldId="384"/>
            <ac:spMk id="7" creationId="{1CD216F2-0B99-4613-A820-9845B1647BC0}"/>
          </ac:spMkLst>
        </pc:spChg>
        <pc:spChg chg="add del mod">
          <ac:chgData name="鈴木 秀規" userId="f68c5fd9-22d5-4c0a-9833-7fb0f5135313" providerId="ADAL" clId="{31AF745B-ECEE-4C51-8828-E2A47B117181}" dt="2021-01-26T06:22:51.841" v="654" actId="478"/>
          <ac:spMkLst>
            <pc:docMk/>
            <pc:sldMk cId="4147991204" sldId="384"/>
            <ac:spMk id="8" creationId="{F0A0FDD0-E7FD-40D2-BB0C-A7CD33611AA9}"/>
          </ac:spMkLst>
        </pc:spChg>
        <pc:spChg chg="add del mod">
          <ac:chgData name="鈴木 秀規" userId="f68c5fd9-22d5-4c0a-9833-7fb0f5135313" providerId="ADAL" clId="{31AF745B-ECEE-4C51-8828-E2A47B117181}" dt="2021-01-26T06:19:53.679" v="621" actId="478"/>
          <ac:spMkLst>
            <pc:docMk/>
            <pc:sldMk cId="4147991204" sldId="384"/>
            <ac:spMk id="9" creationId="{941A2A67-B610-477B-8872-318FEDC6FCEB}"/>
          </ac:spMkLst>
        </pc:spChg>
        <pc:spChg chg="add mod">
          <ac:chgData name="鈴木 秀規" userId="f68c5fd9-22d5-4c0a-9833-7fb0f5135313" providerId="ADAL" clId="{31AF745B-ECEE-4C51-8828-E2A47B117181}" dt="2021-01-26T06:20:09.586" v="624" actId="14100"/>
          <ac:spMkLst>
            <pc:docMk/>
            <pc:sldMk cId="4147991204" sldId="384"/>
            <ac:spMk id="10" creationId="{EE64B79F-B591-443A-A2E7-C73CBE6ECB13}"/>
          </ac:spMkLst>
        </pc:spChg>
        <pc:picChg chg="add del mod">
          <ac:chgData name="鈴木 秀規" userId="f68c5fd9-22d5-4c0a-9833-7fb0f5135313" providerId="ADAL" clId="{31AF745B-ECEE-4C51-8828-E2A47B117181}" dt="2021-01-26T06:17:06.905" v="603" actId="478"/>
          <ac:picMkLst>
            <pc:docMk/>
            <pc:sldMk cId="4147991204" sldId="384"/>
            <ac:picMk id="6" creationId="{BA18E97F-DC42-46DB-BD15-E1F243CBE847}"/>
          </ac:picMkLst>
        </pc:picChg>
        <pc:picChg chg="add mod">
          <ac:chgData name="鈴木 秀規" userId="f68c5fd9-22d5-4c0a-9833-7fb0f5135313" providerId="ADAL" clId="{31AF745B-ECEE-4C51-8828-E2A47B117181}" dt="2021-01-26T06:19:02.426" v="613" actId="1076"/>
          <ac:picMkLst>
            <pc:docMk/>
            <pc:sldMk cId="4147991204" sldId="384"/>
            <ac:picMk id="1026" creationId="{6903FB68-4A4A-42EB-A759-26E220FD56CD}"/>
          </ac:picMkLst>
        </pc:picChg>
      </pc:sldChg>
      <pc:sldChg chg="modSp new mod">
        <pc:chgData name="鈴木 秀規" userId="f68c5fd9-22d5-4c0a-9833-7fb0f5135313" providerId="ADAL" clId="{31AF745B-ECEE-4C51-8828-E2A47B117181}" dt="2021-01-26T06:22:18.153" v="652" actId="207"/>
        <pc:sldMkLst>
          <pc:docMk/>
          <pc:sldMk cId="1389535331" sldId="385"/>
        </pc:sldMkLst>
        <pc:spChg chg="mod">
          <ac:chgData name="鈴木 秀規" userId="f68c5fd9-22d5-4c0a-9833-7fb0f5135313" providerId="ADAL" clId="{31AF745B-ECEE-4C51-8828-E2A47B117181}" dt="2021-01-26T06:20:58.455" v="626"/>
          <ac:spMkLst>
            <pc:docMk/>
            <pc:sldMk cId="1389535331" sldId="385"/>
            <ac:spMk id="3" creationId="{496F8A16-68B0-4614-9906-69CEE0EBA64D}"/>
          </ac:spMkLst>
        </pc:spChg>
        <pc:spChg chg="mod">
          <ac:chgData name="鈴木 秀規" userId="f68c5fd9-22d5-4c0a-9833-7fb0f5135313" providerId="ADAL" clId="{31AF745B-ECEE-4C51-8828-E2A47B117181}" dt="2021-01-26T06:22:18.153" v="652" actId="207"/>
          <ac:spMkLst>
            <pc:docMk/>
            <pc:sldMk cId="1389535331" sldId="385"/>
            <ac:spMk id="5" creationId="{6F728591-7CBD-4AD4-9F32-C84F67FFA042}"/>
          </ac:spMkLst>
        </pc:spChg>
      </pc:sldChg>
      <pc:sldChg chg="modSp new mod">
        <pc:chgData name="鈴木 秀規" userId="f68c5fd9-22d5-4c0a-9833-7fb0f5135313" providerId="ADAL" clId="{31AF745B-ECEE-4C51-8828-E2A47B117181}" dt="2021-01-26T06:25:31.114" v="700" actId="207"/>
        <pc:sldMkLst>
          <pc:docMk/>
          <pc:sldMk cId="3711062952" sldId="386"/>
        </pc:sldMkLst>
        <pc:spChg chg="mod">
          <ac:chgData name="鈴木 秀規" userId="f68c5fd9-22d5-4c0a-9833-7fb0f5135313" providerId="ADAL" clId="{31AF745B-ECEE-4C51-8828-E2A47B117181}" dt="2021-01-26T06:23:47.429" v="665"/>
          <ac:spMkLst>
            <pc:docMk/>
            <pc:sldMk cId="3711062952" sldId="386"/>
            <ac:spMk id="3" creationId="{BB422BF4-F7D4-4F39-B554-AB828A85924E}"/>
          </ac:spMkLst>
        </pc:spChg>
        <pc:spChg chg="mod">
          <ac:chgData name="鈴木 秀規" userId="f68c5fd9-22d5-4c0a-9833-7fb0f5135313" providerId="ADAL" clId="{31AF745B-ECEE-4C51-8828-E2A47B117181}" dt="2021-01-26T06:25:31.114" v="700" actId="207"/>
          <ac:spMkLst>
            <pc:docMk/>
            <pc:sldMk cId="3711062952" sldId="386"/>
            <ac:spMk id="5" creationId="{23BCC0A4-DBE2-4C84-BDC2-543B3A071296}"/>
          </ac:spMkLst>
        </pc:spChg>
      </pc:sldChg>
      <pc:sldChg chg="addSp delSp modSp new mod">
        <pc:chgData name="鈴木 秀規" userId="f68c5fd9-22d5-4c0a-9833-7fb0f5135313" providerId="ADAL" clId="{31AF745B-ECEE-4C51-8828-E2A47B117181}" dt="2021-01-26T06:30:36.692" v="750" actId="14100"/>
        <pc:sldMkLst>
          <pc:docMk/>
          <pc:sldMk cId="556755707" sldId="387"/>
        </pc:sldMkLst>
        <pc:spChg chg="mod">
          <ac:chgData name="鈴木 秀規" userId="f68c5fd9-22d5-4c0a-9833-7fb0f5135313" providerId="ADAL" clId="{31AF745B-ECEE-4C51-8828-E2A47B117181}" dt="2021-01-26T06:25:47.215" v="702"/>
          <ac:spMkLst>
            <pc:docMk/>
            <pc:sldMk cId="556755707" sldId="387"/>
            <ac:spMk id="3" creationId="{D055E71E-3900-411D-A4AF-1AFDE03A9EBB}"/>
          </ac:spMkLst>
        </pc:spChg>
        <pc:spChg chg="del">
          <ac:chgData name="鈴木 秀規" userId="f68c5fd9-22d5-4c0a-9833-7fb0f5135313" providerId="ADAL" clId="{31AF745B-ECEE-4C51-8828-E2A47B117181}" dt="2021-01-26T06:26:16.459" v="703" actId="478"/>
          <ac:spMkLst>
            <pc:docMk/>
            <pc:sldMk cId="556755707" sldId="387"/>
            <ac:spMk id="5" creationId="{CB977DC8-CF7B-491D-AE32-FFE9DC6D56EC}"/>
          </ac:spMkLst>
        </pc:spChg>
        <pc:spChg chg="add mod">
          <ac:chgData name="鈴木 秀規" userId="f68c5fd9-22d5-4c0a-9833-7fb0f5135313" providerId="ADAL" clId="{31AF745B-ECEE-4C51-8828-E2A47B117181}" dt="2021-01-26T06:30:36.692" v="750" actId="14100"/>
          <ac:spMkLst>
            <pc:docMk/>
            <pc:sldMk cId="556755707" sldId="387"/>
            <ac:spMk id="6" creationId="{DB5FF637-F24E-4A0E-A8E9-3B89CDB9528C}"/>
          </ac:spMkLst>
        </pc:spChg>
        <pc:spChg chg="add mod">
          <ac:chgData name="鈴木 秀規" userId="f68c5fd9-22d5-4c0a-9833-7fb0f5135313" providerId="ADAL" clId="{31AF745B-ECEE-4C51-8828-E2A47B117181}" dt="2021-01-26T06:29:57.313" v="747" actId="1036"/>
          <ac:spMkLst>
            <pc:docMk/>
            <pc:sldMk cId="556755707" sldId="387"/>
            <ac:spMk id="7" creationId="{3A7BFF58-BDCE-4270-9567-91B91CB59120}"/>
          </ac:spMkLst>
        </pc:spChg>
        <pc:spChg chg="add mod">
          <ac:chgData name="鈴木 秀規" userId="f68c5fd9-22d5-4c0a-9833-7fb0f5135313" providerId="ADAL" clId="{31AF745B-ECEE-4C51-8828-E2A47B117181}" dt="2021-01-26T06:30:03.561" v="749" actId="1036"/>
          <ac:spMkLst>
            <pc:docMk/>
            <pc:sldMk cId="556755707" sldId="387"/>
            <ac:spMk id="8" creationId="{3E47FB20-4DA8-4B89-9C1C-B56A81CFBD86}"/>
          </ac:spMkLst>
        </pc:spChg>
        <pc:spChg chg="add mod">
          <ac:chgData name="鈴木 秀規" userId="f68c5fd9-22d5-4c0a-9833-7fb0f5135313" providerId="ADAL" clId="{31AF745B-ECEE-4C51-8828-E2A47B117181}" dt="2021-01-26T06:29:46.723" v="740" actId="1076"/>
          <ac:spMkLst>
            <pc:docMk/>
            <pc:sldMk cId="556755707" sldId="387"/>
            <ac:spMk id="9" creationId="{C47ADA95-0A25-40DC-B9CF-048F22043620}"/>
          </ac:spMkLst>
        </pc:spChg>
      </pc:sldChg>
      <pc:sldChg chg="modSp new mod">
        <pc:chgData name="鈴木 秀規" userId="f68c5fd9-22d5-4c0a-9833-7fb0f5135313" providerId="ADAL" clId="{31AF745B-ECEE-4C51-8828-E2A47B117181}" dt="2021-01-26T06:33:38.699" v="790" actId="20577"/>
        <pc:sldMkLst>
          <pc:docMk/>
          <pc:sldMk cId="2438793549" sldId="388"/>
        </pc:sldMkLst>
        <pc:spChg chg="mod">
          <ac:chgData name="鈴木 秀規" userId="f68c5fd9-22d5-4c0a-9833-7fb0f5135313" providerId="ADAL" clId="{31AF745B-ECEE-4C51-8828-E2A47B117181}" dt="2021-01-26T06:31:30.837" v="752"/>
          <ac:spMkLst>
            <pc:docMk/>
            <pc:sldMk cId="2438793549" sldId="388"/>
            <ac:spMk id="3" creationId="{C610E423-A142-4AA0-8F53-A880ECB84638}"/>
          </ac:spMkLst>
        </pc:spChg>
        <pc:spChg chg="mod">
          <ac:chgData name="鈴木 秀規" userId="f68c5fd9-22d5-4c0a-9833-7fb0f5135313" providerId="ADAL" clId="{31AF745B-ECEE-4C51-8828-E2A47B117181}" dt="2021-01-26T06:33:38.699" v="790" actId="20577"/>
          <ac:spMkLst>
            <pc:docMk/>
            <pc:sldMk cId="2438793549" sldId="388"/>
            <ac:spMk id="5" creationId="{F46EF505-320C-46BD-B709-62F840190822}"/>
          </ac:spMkLst>
        </pc:spChg>
      </pc:sldChg>
      <pc:sldChg chg="addSp modSp new mod">
        <pc:chgData name="鈴木 秀規" userId="f68c5fd9-22d5-4c0a-9833-7fb0f5135313" providerId="ADAL" clId="{31AF745B-ECEE-4C51-8828-E2A47B117181}" dt="2021-01-26T06:36:17.453" v="826" actId="1076"/>
        <pc:sldMkLst>
          <pc:docMk/>
          <pc:sldMk cId="1715481522" sldId="389"/>
        </pc:sldMkLst>
        <pc:spChg chg="mod">
          <ac:chgData name="鈴木 秀規" userId="f68c5fd9-22d5-4c0a-9833-7fb0f5135313" providerId="ADAL" clId="{31AF745B-ECEE-4C51-8828-E2A47B117181}" dt="2021-01-26T06:33:54.359" v="792"/>
          <ac:spMkLst>
            <pc:docMk/>
            <pc:sldMk cId="1715481522" sldId="389"/>
            <ac:spMk id="3" creationId="{274C6DF9-4F40-4E35-B127-AD76C03E164C}"/>
          </ac:spMkLst>
        </pc:spChg>
        <pc:spChg chg="mod">
          <ac:chgData name="鈴木 秀規" userId="f68c5fd9-22d5-4c0a-9833-7fb0f5135313" providerId="ADAL" clId="{31AF745B-ECEE-4C51-8828-E2A47B117181}" dt="2021-01-26T06:34:13.444" v="798" actId="14100"/>
          <ac:spMkLst>
            <pc:docMk/>
            <pc:sldMk cId="1715481522" sldId="389"/>
            <ac:spMk id="5" creationId="{3C1DD7FF-865D-416B-9120-CF864BAE9874}"/>
          </ac:spMkLst>
        </pc:spChg>
        <pc:graphicFrameChg chg="add mod modGraphic">
          <ac:chgData name="鈴木 秀規" userId="f68c5fd9-22d5-4c0a-9833-7fb0f5135313" providerId="ADAL" clId="{31AF745B-ECEE-4C51-8828-E2A47B117181}" dt="2021-01-26T06:35:31.045" v="808" actId="1076"/>
          <ac:graphicFrameMkLst>
            <pc:docMk/>
            <pc:sldMk cId="1715481522" sldId="389"/>
            <ac:graphicFrameMk id="6" creationId="{631281BD-0237-40F4-91CF-FA5B941265D3}"/>
          </ac:graphicFrameMkLst>
        </pc:graphicFrameChg>
        <pc:picChg chg="add mod">
          <ac:chgData name="鈴木 秀規" userId="f68c5fd9-22d5-4c0a-9833-7fb0f5135313" providerId="ADAL" clId="{31AF745B-ECEE-4C51-8828-E2A47B117181}" dt="2021-01-26T06:36:17.453" v="826" actId="1076"/>
          <ac:picMkLst>
            <pc:docMk/>
            <pc:sldMk cId="1715481522" sldId="389"/>
            <ac:picMk id="7" creationId="{E45271C7-AA74-43AE-A4E8-DE6603F047A6}"/>
          </ac:picMkLst>
        </pc:picChg>
        <pc:picChg chg="add mod">
          <ac:chgData name="鈴木 秀規" userId="f68c5fd9-22d5-4c0a-9833-7fb0f5135313" providerId="ADAL" clId="{31AF745B-ECEE-4C51-8828-E2A47B117181}" dt="2021-01-26T06:36:12.681" v="825" actId="1076"/>
          <ac:picMkLst>
            <pc:docMk/>
            <pc:sldMk cId="1715481522" sldId="389"/>
            <ac:picMk id="8" creationId="{640D49C3-8B55-4FF1-AE83-D00762148637}"/>
          </ac:picMkLst>
        </pc:picChg>
        <pc:picChg chg="add mod">
          <ac:chgData name="鈴木 秀規" userId="f68c5fd9-22d5-4c0a-9833-7fb0f5135313" providerId="ADAL" clId="{31AF745B-ECEE-4C51-8828-E2A47B117181}" dt="2021-01-26T06:36:07.752" v="824" actId="1038"/>
          <ac:picMkLst>
            <pc:docMk/>
            <pc:sldMk cId="1715481522" sldId="389"/>
            <ac:picMk id="9" creationId="{F251F0C4-D23F-4222-A6DB-D2308DA9E82F}"/>
          </ac:picMkLst>
        </pc:picChg>
      </pc:sldChg>
      <pc:sldChg chg="addSp modSp new mod">
        <pc:chgData name="鈴木 秀規" userId="f68c5fd9-22d5-4c0a-9833-7fb0f5135313" providerId="ADAL" clId="{31AF745B-ECEE-4C51-8828-E2A47B117181}" dt="2021-01-26T06:38:34.845" v="845" actId="14100"/>
        <pc:sldMkLst>
          <pc:docMk/>
          <pc:sldMk cId="2118453056" sldId="390"/>
        </pc:sldMkLst>
        <pc:spChg chg="mod">
          <ac:chgData name="鈴木 秀規" userId="f68c5fd9-22d5-4c0a-9833-7fb0f5135313" providerId="ADAL" clId="{31AF745B-ECEE-4C51-8828-E2A47B117181}" dt="2021-01-26T06:36:54.867" v="828"/>
          <ac:spMkLst>
            <pc:docMk/>
            <pc:sldMk cId="2118453056" sldId="390"/>
            <ac:spMk id="3" creationId="{21605FE5-64C9-4BF4-9F3F-7B719FB78C85}"/>
          </ac:spMkLst>
        </pc:spChg>
        <pc:spChg chg="mod">
          <ac:chgData name="鈴木 秀規" userId="f68c5fd9-22d5-4c0a-9833-7fb0f5135313" providerId="ADAL" clId="{31AF745B-ECEE-4C51-8828-E2A47B117181}" dt="2021-01-26T06:37:11.632" v="832" actId="14100"/>
          <ac:spMkLst>
            <pc:docMk/>
            <pc:sldMk cId="2118453056" sldId="390"/>
            <ac:spMk id="5" creationId="{C116B22A-AD6D-47DA-A67D-CEC3EDD5618A}"/>
          </ac:spMkLst>
        </pc:spChg>
        <pc:spChg chg="add mod">
          <ac:chgData name="鈴木 秀規" userId="f68c5fd9-22d5-4c0a-9833-7fb0f5135313" providerId="ADAL" clId="{31AF745B-ECEE-4C51-8828-E2A47B117181}" dt="2021-01-26T06:38:34.845" v="845" actId="14100"/>
          <ac:spMkLst>
            <pc:docMk/>
            <pc:sldMk cId="2118453056" sldId="390"/>
            <ac:spMk id="7" creationId="{1BB70643-3072-4F68-9F32-5E53C7C57439}"/>
          </ac:spMkLst>
        </pc:spChg>
        <pc:graphicFrameChg chg="add mod modGraphic">
          <ac:chgData name="鈴木 秀規" userId="f68c5fd9-22d5-4c0a-9833-7fb0f5135313" providerId="ADAL" clId="{31AF745B-ECEE-4C51-8828-E2A47B117181}" dt="2021-01-26T06:38:29.060" v="843" actId="404"/>
          <ac:graphicFrameMkLst>
            <pc:docMk/>
            <pc:sldMk cId="2118453056" sldId="390"/>
            <ac:graphicFrameMk id="6" creationId="{297DB172-46A9-4949-8D1D-B1671A9C80CD}"/>
          </ac:graphicFrameMkLst>
        </pc:graphicFrameChg>
      </pc:sldChg>
      <pc:sldChg chg="addSp modSp new mod">
        <pc:chgData name="鈴木 秀規" userId="f68c5fd9-22d5-4c0a-9833-7fb0f5135313" providerId="ADAL" clId="{31AF745B-ECEE-4C51-8828-E2A47B117181}" dt="2021-01-26T06:40:17.458" v="866" actId="1076"/>
        <pc:sldMkLst>
          <pc:docMk/>
          <pc:sldMk cId="2854077937" sldId="391"/>
        </pc:sldMkLst>
        <pc:spChg chg="mod">
          <ac:chgData name="鈴木 秀規" userId="f68c5fd9-22d5-4c0a-9833-7fb0f5135313" providerId="ADAL" clId="{31AF745B-ECEE-4C51-8828-E2A47B117181}" dt="2021-01-26T06:39:01.335" v="847"/>
          <ac:spMkLst>
            <pc:docMk/>
            <pc:sldMk cId="2854077937" sldId="391"/>
            <ac:spMk id="3" creationId="{7A506605-B0B9-4B0D-8607-6103FC129341}"/>
          </ac:spMkLst>
        </pc:spChg>
        <pc:spChg chg="mod">
          <ac:chgData name="鈴木 秀規" userId="f68c5fd9-22d5-4c0a-9833-7fb0f5135313" providerId="ADAL" clId="{31AF745B-ECEE-4C51-8828-E2A47B117181}" dt="2021-01-26T06:39:59.122" v="863" actId="20577"/>
          <ac:spMkLst>
            <pc:docMk/>
            <pc:sldMk cId="2854077937" sldId="391"/>
            <ac:spMk id="5" creationId="{B70CD2A3-08F1-4371-A97B-69D3EEECE0B6}"/>
          </ac:spMkLst>
        </pc:spChg>
        <pc:spChg chg="add mod">
          <ac:chgData name="鈴木 秀規" userId="f68c5fd9-22d5-4c0a-9833-7fb0f5135313" providerId="ADAL" clId="{31AF745B-ECEE-4C51-8828-E2A47B117181}" dt="2021-01-26T06:40:15.257" v="865" actId="14100"/>
          <ac:spMkLst>
            <pc:docMk/>
            <pc:sldMk cId="2854077937" sldId="391"/>
            <ac:spMk id="6" creationId="{E4998E1D-F552-42EC-8877-9BDAE4238C38}"/>
          </ac:spMkLst>
        </pc:spChg>
        <pc:spChg chg="add mod">
          <ac:chgData name="鈴木 秀規" userId="f68c5fd9-22d5-4c0a-9833-7fb0f5135313" providerId="ADAL" clId="{31AF745B-ECEE-4C51-8828-E2A47B117181}" dt="2021-01-26T06:40:17.458" v="866" actId="1076"/>
          <ac:spMkLst>
            <pc:docMk/>
            <pc:sldMk cId="2854077937" sldId="391"/>
            <ac:spMk id="7" creationId="{7E5A696E-578D-4B92-8E2F-29C2483A1788}"/>
          </ac:spMkLst>
        </pc:spChg>
      </pc:sldChg>
      <pc:sldChg chg="modSp new mod">
        <pc:chgData name="鈴木 秀規" userId="f68c5fd9-22d5-4c0a-9833-7fb0f5135313" providerId="ADAL" clId="{31AF745B-ECEE-4C51-8828-E2A47B117181}" dt="2021-01-26T06:42:05.724" v="899" actId="207"/>
        <pc:sldMkLst>
          <pc:docMk/>
          <pc:sldMk cId="2566377597" sldId="392"/>
        </pc:sldMkLst>
        <pc:spChg chg="mod">
          <ac:chgData name="鈴木 秀規" userId="f68c5fd9-22d5-4c0a-9833-7fb0f5135313" providerId="ADAL" clId="{31AF745B-ECEE-4C51-8828-E2A47B117181}" dt="2021-01-26T06:40:32.225" v="868"/>
          <ac:spMkLst>
            <pc:docMk/>
            <pc:sldMk cId="2566377597" sldId="392"/>
            <ac:spMk id="3" creationId="{3CDA359F-22F3-44B7-A8BB-5C7D6B8EB399}"/>
          </ac:spMkLst>
        </pc:spChg>
        <pc:spChg chg="mod">
          <ac:chgData name="鈴木 秀規" userId="f68c5fd9-22d5-4c0a-9833-7fb0f5135313" providerId="ADAL" clId="{31AF745B-ECEE-4C51-8828-E2A47B117181}" dt="2021-01-26T06:42:05.724" v="899" actId="207"/>
          <ac:spMkLst>
            <pc:docMk/>
            <pc:sldMk cId="2566377597" sldId="392"/>
            <ac:spMk id="5" creationId="{1EADADA1-FD30-495E-ADBE-241685CE217B}"/>
          </ac:spMkLst>
        </pc:spChg>
      </pc:sldChg>
      <pc:sldChg chg="modSp new mod">
        <pc:chgData name="鈴木 秀規" userId="f68c5fd9-22d5-4c0a-9833-7fb0f5135313" providerId="ADAL" clId="{31AF745B-ECEE-4C51-8828-E2A47B117181}" dt="2021-01-26T06:43:26.060" v="923" actId="207"/>
        <pc:sldMkLst>
          <pc:docMk/>
          <pc:sldMk cId="1398339670" sldId="393"/>
        </pc:sldMkLst>
        <pc:spChg chg="mod">
          <ac:chgData name="鈴木 秀規" userId="f68c5fd9-22d5-4c0a-9833-7fb0f5135313" providerId="ADAL" clId="{31AF745B-ECEE-4C51-8828-E2A47B117181}" dt="2021-01-26T06:42:21.385" v="901"/>
          <ac:spMkLst>
            <pc:docMk/>
            <pc:sldMk cId="1398339670" sldId="393"/>
            <ac:spMk id="3" creationId="{CC2600F4-4C41-40A4-B127-4C95273C2234}"/>
          </ac:spMkLst>
        </pc:spChg>
        <pc:spChg chg="mod">
          <ac:chgData name="鈴木 秀規" userId="f68c5fd9-22d5-4c0a-9833-7fb0f5135313" providerId="ADAL" clId="{31AF745B-ECEE-4C51-8828-E2A47B117181}" dt="2021-01-26T06:43:26.060" v="923" actId="207"/>
          <ac:spMkLst>
            <pc:docMk/>
            <pc:sldMk cId="1398339670" sldId="393"/>
            <ac:spMk id="5" creationId="{B8045AC5-6FD9-48E8-8FFD-CD130F3B1311}"/>
          </ac:spMkLst>
        </pc:spChg>
      </pc:sldChg>
    </pc:docChg>
  </pc:docChgLst>
  <pc:docChgLst>
    <pc:chgData name="営業サーバ" userId="c35045ed-c185-45de-8f58-be20a28877d8" providerId="ADAL" clId="{F6E66E57-EE48-467A-B03F-85165312B5CD}"/>
    <pc:docChg chg="undo redo custSel delSld modSld">
      <pc:chgData name="営業サーバ" userId="c35045ed-c185-45de-8f58-be20a28877d8" providerId="ADAL" clId="{F6E66E57-EE48-467A-B03F-85165312B5CD}" dt="2021-04-12T07:09:10.435" v="298" actId="47"/>
      <pc:docMkLst>
        <pc:docMk/>
      </pc:docMkLst>
      <pc:sldChg chg="modSp mod">
        <pc:chgData name="営業サーバ" userId="c35045ed-c185-45de-8f58-be20a28877d8" providerId="ADAL" clId="{F6E66E57-EE48-467A-B03F-85165312B5CD}" dt="2021-03-23T06:10:47.012" v="9" actId="20577"/>
        <pc:sldMkLst>
          <pc:docMk/>
          <pc:sldMk cId="3069677134" sldId="363"/>
        </pc:sldMkLst>
        <pc:spChg chg="mod">
          <ac:chgData name="営業サーバ" userId="c35045ed-c185-45de-8f58-be20a28877d8" providerId="ADAL" clId="{F6E66E57-EE48-467A-B03F-85165312B5CD}" dt="2021-03-23T06:10:47.012" v="9" actId="20577"/>
          <ac:spMkLst>
            <pc:docMk/>
            <pc:sldMk cId="3069677134" sldId="363"/>
            <ac:spMk id="10" creationId="{58889299-DE75-4976-B40D-11F3B12ED1C8}"/>
          </ac:spMkLst>
        </pc:spChg>
      </pc:sldChg>
      <pc:sldChg chg="addSp delSp modSp mod">
        <pc:chgData name="営業サーバ" userId="c35045ed-c185-45de-8f58-be20a28877d8" providerId="ADAL" clId="{F6E66E57-EE48-467A-B03F-85165312B5CD}" dt="2021-03-23T06:17:04.020" v="296" actId="1076"/>
        <pc:sldMkLst>
          <pc:docMk/>
          <pc:sldMk cId="3813337944" sldId="366"/>
        </pc:sldMkLst>
        <pc:spChg chg="mod">
          <ac:chgData name="営業サーバ" userId="c35045ed-c185-45de-8f58-be20a28877d8" providerId="ADAL" clId="{F6E66E57-EE48-467A-B03F-85165312B5CD}" dt="2021-03-23T06:16:00.650" v="287" actId="20577"/>
          <ac:spMkLst>
            <pc:docMk/>
            <pc:sldMk cId="3813337944" sldId="366"/>
            <ac:spMk id="5" creationId="{2BB3DC36-EADC-458F-8869-24DE6ADB9A03}"/>
          </ac:spMkLst>
        </pc:spChg>
        <pc:picChg chg="del">
          <ac:chgData name="営業サーバ" userId="c35045ed-c185-45de-8f58-be20a28877d8" providerId="ADAL" clId="{F6E66E57-EE48-467A-B03F-85165312B5CD}" dt="2021-03-23T06:16:45.332" v="288" actId="478"/>
          <ac:picMkLst>
            <pc:docMk/>
            <pc:sldMk cId="3813337944" sldId="366"/>
            <ac:picMk id="6" creationId="{3B1C6911-2005-4619-B980-DCA4DECDC8ED}"/>
          </ac:picMkLst>
        </pc:picChg>
        <pc:picChg chg="add mod">
          <ac:chgData name="営業サーバ" userId="c35045ed-c185-45de-8f58-be20a28877d8" providerId="ADAL" clId="{F6E66E57-EE48-467A-B03F-85165312B5CD}" dt="2021-03-23T06:17:04.020" v="296" actId="1076"/>
          <ac:picMkLst>
            <pc:docMk/>
            <pc:sldMk cId="3813337944" sldId="366"/>
            <ac:picMk id="8" creationId="{43F8FFF7-FDAC-4EF6-9B93-C17116CE4C63}"/>
          </ac:picMkLst>
        </pc:picChg>
      </pc:sldChg>
      <pc:sldChg chg="modSp del mod">
        <pc:chgData name="営業サーバ" userId="c35045ed-c185-45de-8f58-be20a28877d8" providerId="ADAL" clId="{F6E66E57-EE48-467A-B03F-85165312B5CD}" dt="2021-04-12T07:09:10.435" v="298" actId="47"/>
        <pc:sldMkLst>
          <pc:docMk/>
          <pc:sldMk cId="3747614513" sldId="381"/>
        </pc:sldMkLst>
        <pc:spChg chg="mod">
          <ac:chgData name="営業サーバ" userId="c35045ed-c185-45de-8f58-be20a28877d8" providerId="ADAL" clId="{F6E66E57-EE48-467A-B03F-85165312B5CD}" dt="2021-04-12T07:07:32.067" v="297" actId="20577"/>
          <ac:spMkLst>
            <pc:docMk/>
            <pc:sldMk cId="3747614513" sldId="381"/>
            <ac:spMk id="5" creationId="{C0902D24-2BC6-4565-B8E4-0885C73CA1B0}"/>
          </ac:spMkLst>
        </pc:spChg>
      </pc:sldChg>
    </pc:docChg>
  </pc:docChgLst>
  <pc:docChgLst>
    <pc:chgData name="鈴木 秀規" userId="f68c5fd9-22d5-4c0a-9833-7fb0f5135313" providerId="ADAL" clId="{F2CAF9F8-F2C6-4EF5-92E4-F89FCD0750B4}"/>
    <pc:docChg chg="undo custSel addSld delSld modSld">
      <pc:chgData name="鈴木 秀規" userId="f68c5fd9-22d5-4c0a-9833-7fb0f5135313" providerId="ADAL" clId="{F2CAF9F8-F2C6-4EF5-92E4-F89FCD0750B4}" dt="2021-01-12T05:39:59.693" v="1538" actId="20577"/>
      <pc:docMkLst>
        <pc:docMk/>
      </pc:docMkLst>
      <pc:sldChg chg="modSp">
        <pc:chgData name="鈴木 秀規" userId="f68c5fd9-22d5-4c0a-9833-7fb0f5135313" providerId="ADAL" clId="{F2CAF9F8-F2C6-4EF5-92E4-F89FCD0750B4}" dt="2021-01-12T04:36:59.608" v="0"/>
        <pc:sldMkLst>
          <pc:docMk/>
          <pc:sldMk cId="0" sldId="256"/>
        </pc:sldMkLst>
        <pc:spChg chg="mod">
          <ac:chgData name="鈴木 秀規" userId="f68c5fd9-22d5-4c0a-9833-7fb0f5135313" providerId="ADAL" clId="{F2CAF9F8-F2C6-4EF5-92E4-F89FCD0750B4}" dt="2021-01-12T04:36:59.608" v="0"/>
          <ac:spMkLst>
            <pc:docMk/>
            <pc:sldMk cId="0" sldId="256"/>
            <ac:spMk id="3" creationId="{1AF37D55-893C-40DE-8876-567A09F9C298}"/>
          </ac:spMkLst>
        </pc:spChg>
        <pc:spChg chg="mod">
          <ac:chgData name="鈴木 秀規" userId="f68c5fd9-22d5-4c0a-9833-7fb0f5135313" providerId="ADAL" clId="{F2CAF9F8-F2C6-4EF5-92E4-F89FCD0750B4}" dt="2021-01-12T04:36:59.608" v="0"/>
          <ac:spMkLst>
            <pc:docMk/>
            <pc:sldMk cId="0" sldId="256"/>
            <ac:spMk id="56" creationId="{00000000-0000-0000-0000-000000000000}"/>
          </ac:spMkLst>
        </pc:spChg>
      </pc:sldChg>
      <pc:sldChg chg="modSp del mod">
        <pc:chgData name="鈴木 秀規" userId="f68c5fd9-22d5-4c0a-9833-7fb0f5135313" providerId="ADAL" clId="{F2CAF9F8-F2C6-4EF5-92E4-F89FCD0750B4}" dt="2021-01-12T04:40:43.366" v="27" actId="47"/>
        <pc:sldMkLst>
          <pc:docMk/>
          <pc:sldMk cId="510692425" sldId="259"/>
        </pc:sldMkLst>
        <pc:spChg chg="mod">
          <ac:chgData name="鈴木 秀規" userId="f68c5fd9-22d5-4c0a-9833-7fb0f5135313" providerId="ADAL" clId="{F2CAF9F8-F2C6-4EF5-92E4-F89FCD0750B4}" dt="2021-01-12T04:36:59.608" v="0"/>
          <ac:spMkLst>
            <pc:docMk/>
            <pc:sldMk cId="510692425" sldId="259"/>
            <ac:spMk id="5" creationId="{A3029779-EAC3-4C79-8D54-6C50A59BB25F}"/>
          </ac:spMkLst>
        </pc:spChg>
        <pc:spChg chg="mod">
          <ac:chgData name="鈴木 秀規" userId="f68c5fd9-22d5-4c0a-9833-7fb0f5135313" providerId="ADAL" clId="{F2CAF9F8-F2C6-4EF5-92E4-F89FCD0750B4}" dt="2021-01-12T04:36:59.608" v="0"/>
          <ac:spMkLst>
            <pc:docMk/>
            <pc:sldMk cId="510692425" sldId="259"/>
            <ac:spMk id="6" creationId="{93CAF3DF-C091-49F3-9A99-6DC437D36896}"/>
          </ac:spMkLst>
        </pc:spChg>
        <pc:spChg chg="mod">
          <ac:chgData name="鈴木 秀規" userId="f68c5fd9-22d5-4c0a-9833-7fb0f5135313" providerId="ADAL" clId="{F2CAF9F8-F2C6-4EF5-92E4-F89FCD0750B4}" dt="2021-01-12T04:36:59.608" v="0"/>
          <ac:spMkLst>
            <pc:docMk/>
            <pc:sldMk cId="510692425" sldId="259"/>
            <ac:spMk id="7" creationId="{26125C28-3058-490D-92C2-94CB56CB505F}"/>
          </ac:spMkLst>
        </pc:spChg>
        <pc:spChg chg="mod">
          <ac:chgData name="鈴木 秀規" userId="f68c5fd9-22d5-4c0a-9833-7fb0f5135313" providerId="ADAL" clId="{F2CAF9F8-F2C6-4EF5-92E4-F89FCD0750B4}" dt="2021-01-12T04:38:18.880" v="6" actId="2711"/>
          <ac:spMkLst>
            <pc:docMk/>
            <pc:sldMk cId="510692425" sldId="259"/>
            <ac:spMk id="10" creationId="{3E5F57E8-1388-43AE-8DB4-00724FCD3EB3}"/>
          </ac:spMkLst>
        </pc:spChg>
        <pc:spChg chg="mod">
          <ac:chgData name="鈴木 秀規" userId="f68c5fd9-22d5-4c0a-9833-7fb0f5135313" providerId="ADAL" clId="{F2CAF9F8-F2C6-4EF5-92E4-F89FCD0750B4}" dt="2021-01-12T04:40:35.582" v="24" actId="1076"/>
          <ac:spMkLst>
            <pc:docMk/>
            <pc:sldMk cId="510692425" sldId="259"/>
            <ac:spMk id="16" creationId="{15D20A36-4487-7441-AAC0-662645AC7C25}"/>
          </ac:spMkLst>
        </pc:spChg>
      </pc:sldChg>
      <pc:sldChg chg="modSp">
        <pc:chgData name="鈴木 秀規" userId="f68c5fd9-22d5-4c0a-9833-7fb0f5135313" providerId="ADAL" clId="{F2CAF9F8-F2C6-4EF5-92E4-F89FCD0750B4}" dt="2021-01-12T04:36:59.608" v="0"/>
        <pc:sldMkLst>
          <pc:docMk/>
          <pc:sldMk cId="1511176286" sldId="261"/>
        </pc:sldMkLst>
        <pc:spChg chg="mod">
          <ac:chgData name="鈴木 秀規" userId="f68c5fd9-22d5-4c0a-9833-7fb0f5135313" providerId="ADAL" clId="{F2CAF9F8-F2C6-4EF5-92E4-F89FCD0750B4}" dt="2021-01-12T04:36:59.608" v="0"/>
          <ac:spMkLst>
            <pc:docMk/>
            <pc:sldMk cId="1511176286" sldId="261"/>
            <ac:spMk id="5" creationId="{A3029779-EAC3-4C79-8D54-6C50A59BB25F}"/>
          </ac:spMkLst>
        </pc:spChg>
        <pc:spChg chg="mod">
          <ac:chgData name="鈴木 秀規" userId="f68c5fd9-22d5-4c0a-9833-7fb0f5135313" providerId="ADAL" clId="{F2CAF9F8-F2C6-4EF5-92E4-F89FCD0750B4}" dt="2021-01-12T04:36:59.608" v="0"/>
          <ac:spMkLst>
            <pc:docMk/>
            <pc:sldMk cId="1511176286" sldId="261"/>
            <ac:spMk id="6" creationId="{93CAF3DF-C091-49F3-9A99-6DC437D36896}"/>
          </ac:spMkLst>
        </pc:spChg>
        <pc:spChg chg="mod">
          <ac:chgData name="鈴木 秀規" userId="f68c5fd9-22d5-4c0a-9833-7fb0f5135313" providerId="ADAL" clId="{F2CAF9F8-F2C6-4EF5-92E4-F89FCD0750B4}" dt="2021-01-12T04:36:59.608" v="0"/>
          <ac:spMkLst>
            <pc:docMk/>
            <pc:sldMk cId="1511176286" sldId="261"/>
            <ac:spMk id="7" creationId="{26125C28-3058-490D-92C2-94CB56CB505F}"/>
          </ac:spMkLst>
        </pc:spChg>
      </pc:sldChg>
      <pc:sldChg chg="modSp">
        <pc:chgData name="鈴木 秀規" userId="f68c5fd9-22d5-4c0a-9833-7fb0f5135313" providerId="ADAL" clId="{F2CAF9F8-F2C6-4EF5-92E4-F89FCD0750B4}" dt="2021-01-12T04:36:59.608" v="0"/>
        <pc:sldMkLst>
          <pc:docMk/>
          <pc:sldMk cId="1668843990" sldId="360"/>
        </pc:sldMkLst>
        <pc:spChg chg="mod">
          <ac:chgData name="鈴木 秀規" userId="f68c5fd9-22d5-4c0a-9833-7fb0f5135313" providerId="ADAL" clId="{F2CAF9F8-F2C6-4EF5-92E4-F89FCD0750B4}" dt="2021-01-12T04:36:59.608" v="0"/>
          <ac:spMkLst>
            <pc:docMk/>
            <pc:sldMk cId="1668843990" sldId="360"/>
            <ac:spMk id="2" creationId="{40FB9845-3211-4E75-B8F8-E4AD28A089F9}"/>
          </ac:spMkLst>
        </pc:spChg>
        <pc:spChg chg="mod">
          <ac:chgData name="鈴木 秀規" userId="f68c5fd9-22d5-4c0a-9833-7fb0f5135313" providerId="ADAL" clId="{F2CAF9F8-F2C6-4EF5-92E4-F89FCD0750B4}" dt="2021-01-12T04:36:59.608" v="0"/>
          <ac:spMkLst>
            <pc:docMk/>
            <pc:sldMk cId="1668843990" sldId="360"/>
            <ac:spMk id="4" creationId="{334718C7-3237-4F5B-8C4E-46AD01EC8B16}"/>
          </ac:spMkLst>
        </pc:spChg>
        <pc:spChg chg="mod">
          <ac:chgData name="鈴木 秀規" userId="f68c5fd9-22d5-4c0a-9833-7fb0f5135313" providerId="ADAL" clId="{F2CAF9F8-F2C6-4EF5-92E4-F89FCD0750B4}" dt="2021-01-12T04:36:59.608" v="0"/>
          <ac:spMkLst>
            <pc:docMk/>
            <pc:sldMk cId="1668843990" sldId="360"/>
            <ac:spMk id="6" creationId="{296F413B-E489-4470-92CF-59B185034A28}"/>
          </ac:spMkLst>
        </pc:spChg>
        <pc:spChg chg="mod">
          <ac:chgData name="鈴木 秀規" userId="f68c5fd9-22d5-4c0a-9833-7fb0f5135313" providerId="ADAL" clId="{F2CAF9F8-F2C6-4EF5-92E4-F89FCD0750B4}" dt="2021-01-12T04:36:59.608" v="0"/>
          <ac:spMkLst>
            <pc:docMk/>
            <pc:sldMk cId="1668843990" sldId="360"/>
            <ac:spMk id="7" creationId="{F3941853-6FD3-4122-A071-E1BCBCDF59D4}"/>
          </ac:spMkLst>
        </pc:spChg>
        <pc:spChg chg="mod">
          <ac:chgData name="鈴木 秀規" userId="f68c5fd9-22d5-4c0a-9833-7fb0f5135313" providerId="ADAL" clId="{F2CAF9F8-F2C6-4EF5-92E4-F89FCD0750B4}" dt="2021-01-12T04:36:59.608" v="0"/>
          <ac:spMkLst>
            <pc:docMk/>
            <pc:sldMk cId="1668843990" sldId="360"/>
            <ac:spMk id="9" creationId="{A4832727-EA7F-44D6-A9F2-E4AE0246960A}"/>
          </ac:spMkLst>
        </pc:spChg>
      </pc:sldChg>
      <pc:sldChg chg="modSp">
        <pc:chgData name="鈴木 秀規" userId="f68c5fd9-22d5-4c0a-9833-7fb0f5135313" providerId="ADAL" clId="{F2CAF9F8-F2C6-4EF5-92E4-F89FCD0750B4}" dt="2021-01-12T04:36:59.608" v="0"/>
        <pc:sldMkLst>
          <pc:docMk/>
          <pc:sldMk cId="267129399" sldId="361"/>
        </pc:sldMkLst>
        <pc:spChg chg="mod">
          <ac:chgData name="鈴木 秀規" userId="f68c5fd9-22d5-4c0a-9833-7fb0f5135313" providerId="ADAL" clId="{F2CAF9F8-F2C6-4EF5-92E4-F89FCD0750B4}" dt="2021-01-12T04:36:59.608" v="0"/>
          <ac:spMkLst>
            <pc:docMk/>
            <pc:sldMk cId="267129399" sldId="361"/>
            <ac:spMk id="2" creationId="{8F991990-0DC6-4730-83E5-36F909A6129F}"/>
          </ac:spMkLst>
        </pc:spChg>
        <pc:spChg chg="mod">
          <ac:chgData name="鈴木 秀規" userId="f68c5fd9-22d5-4c0a-9833-7fb0f5135313" providerId="ADAL" clId="{F2CAF9F8-F2C6-4EF5-92E4-F89FCD0750B4}" dt="2021-01-12T04:36:59.608" v="0"/>
          <ac:spMkLst>
            <pc:docMk/>
            <pc:sldMk cId="267129399" sldId="361"/>
            <ac:spMk id="3" creationId="{AA9BFD7B-04B5-49CD-8E91-4AC76C8C681F}"/>
          </ac:spMkLst>
        </pc:spChg>
        <pc:spChg chg="mod">
          <ac:chgData name="鈴木 秀規" userId="f68c5fd9-22d5-4c0a-9833-7fb0f5135313" providerId="ADAL" clId="{F2CAF9F8-F2C6-4EF5-92E4-F89FCD0750B4}" dt="2021-01-12T04:36:59.608" v="0"/>
          <ac:spMkLst>
            <pc:docMk/>
            <pc:sldMk cId="267129399" sldId="361"/>
            <ac:spMk id="4" creationId="{CA8524E1-6DFF-4647-8FD1-738AA4991EDC}"/>
          </ac:spMkLst>
        </pc:spChg>
        <pc:spChg chg="mod">
          <ac:chgData name="鈴木 秀規" userId="f68c5fd9-22d5-4c0a-9833-7fb0f5135313" providerId="ADAL" clId="{F2CAF9F8-F2C6-4EF5-92E4-F89FCD0750B4}" dt="2021-01-12T04:36:59.608" v="0"/>
          <ac:spMkLst>
            <pc:docMk/>
            <pc:sldMk cId="267129399" sldId="361"/>
            <ac:spMk id="5" creationId="{6FFB24F3-38DB-45A5-BA62-DD27EF2E4AA2}"/>
          </ac:spMkLst>
        </pc:spChg>
        <pc:spChg chg="mod">
          <ac:chgData name="鈴木 秀規" userId="f68c5fd9-22d5-4c0a-9833-7fb0f5135313" providerId="ADAL" clId="{F2CAF9F8-F2C6-4EF5-92E4-F89FCD0750B4}" dt="2021-01-12T04:36:59.608" v="0"/>
          <ac:spMkLst>
            <pc:docMk/>
            <pc:sldMk cId="267129399" sldId="361"/>
            <ac:spMk id="6" creationId="{D0F3BEAC-A5EA-4EE4-95C7-0AEC1107FD29}"/>
          </ac:spMkLst>
        </pc:spChg>
      </pc:sldChg>
      <pc:sldChg chg="modSp">
        <pc:chgData name="鈴木 秀規" userId="f68c5fd9-22d5-4c0a-9833-7fb0f5135313" providerId="ADAL" clId="{F2CAF9F8-F2C6-4EF5-92E4-F89FCD0750B4}" dt="2021-01-12T04:36:59.608" v="0"/>
        <pc:sldMkLst>
          <pc:docMk/>
          <pc:sldMk cId="2503862587" sldId="362"/>
        </pc:sldMkLst>
        <pc:spChg chg="mod">
          <ac:chgData name="鈴木 秀規" userId="f68c5fd9-22d5-4c0a-9833-7fb0f5135313" providerId="ADAL" clId="{F2CAF9F8-F2C6-4EF5-92E4-F89FCD0750B4}" dt="2021-01-12T04:36:59.608" v="0"/>
          <ac:spMkLst>
            <pc:docMk/>
            <pc:sldMk cId="2503862587" sldId="362"/>
            <ac:spMk id="2" creationId="{6E4694B3-F66C-2C42-ABF3-667F907DA0DD}"/>
          </ac:spMkLst>
        </pc:spChg>
        <pc:spChg chg="mod">
          <ac:chgData name="鈴木 秀規" userId="f68c5fd9-22d5-4c0a-9833-7fb0f5135313" providerId="ADAL" clId="{F2CAF9F8-F2C6-4EF5-92E4-F89FCD0750B4}" dt="2021-01-12T04:36:59.608" v="0"/>
          <ac:spMkLst>
            <pc:docMk/>
            <pc:sldMk cId="2503862587" sldId="362"/>
            <ac:spMk id="3" creationId="{0AA7DF0E-6130-4E46-AE0F-FC0B82015E51}"/>
          </ac:spMkLst>
        </pc:spChg>
        <pc:spChg chg="mod">
          <ac:chgData name="鈴木 秀規" userId="f68c5fd9-22d5-4c0a-9833-7fb0f5135313" providerId="ADAL" clId="{F2CAF9F8-F2C6-4EF5-92E4-F89FCD0750B4}" dt="2021-01-12T04:36:59.608" v="0"/>
          <ac:spMkLst>
            <pc:docMk/>
            <pc:sldMk cId="2503862587" sldId="362"/>
            <ac:spMk id="4" creationId="{D9FB1868-09BC-2B48-A261-614253F308F0}"/>
          </ac:spMkLst>
        </pc:spChg>
      </pc:sldChg>
      <pc:sldChg chg="modSp del mod">
        <pc:chgData name="鈴木 秀規" userId="f68c5fd9-22d5-4c0a-9833-7fb0f5135313" providerId="ADAL" clId="{F2CAF9F8-F2C6-4EF5-92E4-F89FCD0750B4}" dt="2021-01-12T04:42:06.007" v="43" actId="2696"/>
        <pc:sldMkLst>
          <pc:docMk/>
          <pc:sldMk cId="4089106883" sldId="363"/>
        </pc:sldMkLst>
        <pc:spChg chg="mod">
          <ac:chgData name="鈴木 秀規" userId="f68c5fd9-22d5-4c0a-9833-7fb0f5135313" providerId="ADAL" clId="{F2CAF9F8-F2C6-4EF5-92E4-F89FCD0750B4}" dt="2021-01-12T04:36:59.608" v="0"/>
          <ac:spMkLst>
            <pc:docMk/>
            <pc:sldMk cId="4089106883" sldId="363"/>
            <ac:spMk id="5" creationId="{A3029779-EAC3-4C79-8D54-6C50A59BB25F}"/>
          </ac:spMkLst>
        </pc:spChg>
        <pc:spChg chg="mod">
          <ac:chgData name="鈴木 秀規" userId="f68c5fd9-22d5-4c0a-9833-7fb0f5135313" providerId="ADAL" clId="{F2CAF9F8-F2C6-4EF5-92E4-F89FCD0750B4}" dt="2021-01-12T04:36:59.608" v="0"/>
          <ac:spMkLst>
            <pc:docMk/>
            <pc:sldMk cId="4089106883" sldId="363"/>
            <ac:spMk id="6" creationId="{93CAF3DF-C091-49F3-9A99-6DC437D36896}"/>
          </ac:spMkLst>
        </pc:spChg>
        <pc:spChg chg="mod">
          <ac:chgData name="鈴木 秀規" userId="f68c5fd9-22d5-4c0a-9833-7fb0f5135313" providerId="ADAL" clId="{F2CAF9F8-F2C6-4EF5-92E4-F89FCD0750B4}" dt="2021-01-12T04:36:59.608" v="0"/>
          <ac:spMkLst>
            <pc:docMk/>
            <pc:sldMk cId="4089106883" sldId="363"/>
            <ac:spMk id="7" creationId="{26125C28-3058-490D-92C2-94CB56CB505F}"/>
          </ac:spMkLst>
        </pc:spChg>
        <pc:spChg chg="mod">
          <ac:chgData name="鈴木 秀規" userId="f68c5fd9-22d5-4c0a-9833-7fb0f5135313" providerId="ADAL" clId="{F2CAF9F8-F2C6-4EF5-92E4-F89FCD0750B4}" dt="2021-01-12T04:38:59.453" v="10" actId="2711"/>
          <ac:spMkLst>
            <pc:docMk/>
            <pc:sldMk cId="4089106883" sldId="363"/>
            <ac:spMk id="10" creationId="{3E5F57E8-1388-43AE-8DB4-00724FCD3EB3}"/>
          </ac:spMkLst>
        </pc:spChg>
      </pc:sldChg>
      <pc:sldChg chg="modSp">
        <pc:chgData name="鈴木 秀規" userId="f68c5fd9-22d5-4c0a-9833-7fb0f5135313" providerId="ADAL" clId="{F2CAF9F8-F2C6-4EF5-92E4-F89FCD0750B4}" dt="2021-01-12T04:36:59.608" v="0"/>
        <pc:sldMkLst>
          <pc:docMk/>
          <pc:sldMk cId="3893490019" sldId="364"/>
        </pc:sldMkLst>
        <pc:spChg chg="mod">
          <ac:chgData name="鈴木 秀規" userId="f68c5fd9-22d5-4c0a-9833-7fb0f5135313" providerId="ADAL" clId="{F2CAF9F8-F2C6-4EF5-92E4-F89FCD0750B4}" dt="2021-01-12T04:36:59.608" v="0"/>
          <ac:spMkLst>
            <pc:docMk/>
            <pc:sldMk cId="3893490019" sldId="364"/>
            <ac:spMk id="2" creationId="{7FABB1DA-A90A-BF44-B7B3-D07D46F61CAC}"/>
          </ac:spMkLst>
        </pc:spChg>
        <pc:spChg chg="mod">
          <ac:chgData name="鈴木 秀規" userId="f68c5fd9-22d5-4c0a-9833-7fb0f5135313" providerId="ADAL" clId="{F2CAF9F8-F2C6-4EF5-92E4-F89FCD0750B4}" dt="2021-01-12T04:36:59.608" v="0"/>
          <ac:spMkLst>
            <pc:docMk/>
            <pc:sldMk cId="3893490019" sldId="364"/>
            <ac:spMk id="3" creationId="{3A3F26A6-F565-3340-BD2E-EB9E7892240E}"/>
          </ac:spMkLst>
        </pc:spChg>
        <pc:spChg chg="mod">
          <ac:chgData name="鈴木 秀規" userId="f68c5fd9-22d5-4c0a-9833-7fb0f5135313" providerId="ADAL" clId="{F2CAF9F8-F2C6-4EF5-92E4-F89FCD0750B4}" dt="2021-01-12T04:36:59.608" v="0"/>
          <ac:spMkLst>
            <pc:docMk/>
            <pc:sldMk cId="3893490019" sldId="364"/>
            <ac:spMk id="4" creationId="{F0E6C3C8-6543-4445-AC1D-0374E8CE9FA7}"/>
          </ac:spMkLst>
        </pc:spChg>
        <pc:spChg chg="mod">
          <ac:chgData name="鈴木 秀規" userId="f68c5fd9-22d5-4c0a-9833-7fb0f5135313" providerId="ADAL" clId="{F2CAF9F8-F2C6-4EF5-92E4-F89FCD0750B4}" dt="2021-01-12T04:36:59.608" v="0"/>
          <ac:spMkLst>
            <pc:docMk/>
            <pc:sldMk cId="3893490019" sldId="364"/>
            <ac:spMk id="5" creationId="{2BB4C47D-B980-1C4B-8248-0869FD55EB3D}"/>
          </ac:spMkLst>
        </pc:spChg>
      </pc:sldChg>
      <pc:sldChg chg="modSp mod">
        <pc:chgData name="鈴木 秀規" userId="f68c5fd9-22d5-4c0a-9833-7fb0f5135313" providerId="ADAL" clId="{F2CAF9F8-F2C6-4EF5-92E4-F89FCD0750B4}" dt="2021-01-12T04:44:03.179" v="109" actId="404"/>
        <pc:sldMkLst>
          <pc:docMk/>
          <pc:sldMk cId="2559106598" sldId="365"/>
        </pc:sldMkLst>
        <pc:spChg chg="mod">
          <ac:chgData name="鈴木 秀規" userId="f68c5fd9-22d5-4c0a-9833-7fb0f5135313" providerId="ADAL" clId="{F2CAF9F8-F2C6-4EF5-92E4-F89FCD0750B4}" dt="2021-01-12T04:36:59.608" v="0"/>
          <ac:spMkLst>
            <pc:docMk/>
            <pc:sldMk cId="2559106598" sldId="365"/>
            <ac:spMk id="2" creationId="{78E72CC0-84D7-F940-8547-5CD32644186A}"/>
          </ac:spMkLst>
        </pc:spChg>
        <pc:spChg chg="mod">
          <ac:chgData name="鈴木 秀規" userId="f68c5fd9-22d5-4c0a-9833-7fb0f5135313" providerId="ADAL" clId="{F2CAF9F8-F2C6-4EF5-92E4-F89FCD0750B4}" dt="2021-01-12T04:36:59.608" v="0"/>
          <ac:spMkLst>
            <pc:docMk/>
            <pc:sldMk cId="2559106598" sldId="365"/>
            <ac:spMk id="3" creationId="{570D767C-529D-1D4C-9BD6-2E3AAE679914}"/>
          </ac:spMkLst>
        </pc:spChg>
        <pc:spChg chg="mod">
          <ac:chgData name="鈴木 秀規" userId="f68c5fd9-22d5-4c0a-9833-7fb0f5135313" providerId="ADAL" clId="{F2CAF9F8-F2C6-4EF5-92E4-F89FCD0750B4}" dt="2021-01-12T04:36:59.608" v="0"/>
          <ac:spMkLst>
            <pc:docMk/>
            <pc:sldMk cId="2559106598" sldId="365"/>
            <ac:spMk id="4" creationId="{5C76D554-1D05-0D47-95D6-B29E81E5EAFC}"/>
          </ac:spMkLst>
        </pc:spChg>
        <pc:graphicFrameChg chg="modGraphic">
          <ac:chgData name="鈴木 秀規" userId="f68c5fd9-22d5-4c0a-9833-7fb0f5135313" providerId="ADAL" clId="{F2CAF9F8-F2C6-4EF5-92E4-F89FCD0750B4}" dt="2021-01-12T04:44:03.179" v="109" actId="404"/>
          <ac:graphicFrameMkLst>
            <pc:docMk/>
            <pc:sldMk cId="2559106598" sldId="365"/>
            <ac:graphicFrameMk id="6" creationId="{A5C776C1-5736-6E41-AFE0-D7FC9EBFA87B}"/>
          </ac:graphicFrameMkLst>
        </pc:graphicFrameChg>
      </pc:sldChg>
      <pc:sldChg chg="addSp modSp mod modClrScheme chgLayout">
        <pc:chgData name="鈴木 秀規" userId="f68c5fd9-22d5-4c0a-9833-7fb0f5135313" providerId="ADAL" clId="{F2CAF9F8-F2C6-4EF5-92E4-F89FCD0750B4}" dt="2021-01-12T04:39:39.041" v="13" actId="700"/>
        <pc:sldMkLst>
          <pc:docMk/>
          <pc:sldMk cId="15529201" sldId="367"/>
        </pc:sldMkLst>
        <pc:spChg chg="add mod ord">
          <ac:chgData name="鈴木 秀規" userId="f68c5fd9-22d5-4c0a-9833-7fb0f5135313" providerId="ADAL" clId="{F2CAF9F8-F2C6-4EF5-92E4-F89FCD0750B4}" dt="2021-01-12T04:39:39.041" v="13" actId="700"/>
          <ac:spMkLst>
            <pc:docMk/>
            <pc:sldMk cId="15529201" sldId="367"/>
            <ac:spMk id="3" creationId="{A46A7E87-E7BA-4AD7-A158-ED4B8A59EEAA}"/>
          </ac:spMkLst>
        </pc:spChg>
        <pc:spChg chg="mod ord">
          <ac:chgData name="鈴木 秀規" userId="f68c5fd9-22d5-4c0a-9833-7fb0f5135313" providerId="ADAL" clId="{F2CAF9F8-F2C6-4EF5-92E4-F89FCD0750B4}" dt="2021-01-12T04:39:39.041" v="13" actId="700"/>
          <ac:spMkLst>
            <pc:docMk/>
            <pc:sldMk cId="15529201" sldId="367"/>
            <ac:spMk id="5" creationId="{A3029779-EAC3-4C79-8D54-6C50A59BB25F}"/>
          </ac:spMkLst>
        </pc:spChg>
        <pc:spChg chg="mod ord">
          <ac:chgData name="鈴木 秀規" userId="f68c5fd9-22d5-4c0a-9833-7fb0f5135313" providerId="ADAL" clId="{F2CAF9F8-F2C6-4EF5-92E4-F89FCD0750B4}" dt="2021-01-12T04:39:39.041" v="13" actId="700"/>
          <ac:spMkLst>
            <pc:docMk/>
            <pc:sldMk cId="15529201" sldId="367"/>
            <ac:spMk id="6" creationId="{93CAF3DF-C091-49F3-9A99-6DC437D36896}"/>
          </ac:spMkLst>
        </pc:spChg>
        <pc:spChg chg="mod ord">
          <ac:chgData name="鈴木 秀規" userId="f68c5fd9-22d5-4c0a-9833-7fb0f5135313" providerId="ADAL" clId="{F2CAF9F8-F2C6-4EF5-92E4-F89FCD0750B4}" dt="2021-01-12T04:39:39.041" v="13" actId="700"/>
          <ac:spMkLst>
            <pc:docMk/>
            <pc:sldMk cId="15529201" sldId="367"/>
            <ac:spMk id="7" creationId="{26125C28-3058-490D-92C2-94CB56CB505F}"/>
          </ac:spMkLst>
        </pc:spChg>
        <pc:spChg chg="mod ord">
          <ac:chgData name="鈴木 秀規" userId="f68c5fd9-22d5-4c0a-9833-7fb0f5135313" providerId="ADAL" clId="{F2CAF9F8-F2C6-4EF5-92E4-F89FCD0750B4}" dt="2021-01-12T04:39:39.041" v="13" actId="700"/>
          <ac:spMkLst>
            <pc:docMk/>
            <pc:sldMk cId="15529201" sldId="367"/>
            <ac:spMk id="10" creationId="{3E5F57E8-1388-43AE-8DB4-00724FCD3EB3}"/>
          </ac:spMkLst>
        </pc:spChg>
        <pc:spChg chg="add mod ord">
          <ac:chgData name="鈴木 秀規" userId="f68c5fd9-22d5-4c0a-9833-7fb0f5135313" providerId="ADAL" clId="{F2CAF9F8-F2C6-4EF5-92E4-F89FCD0750B4}" dt="2021-01-12T04:39:39.041" v="13" actId="700"/>
          <ac:spMkLst>
            <pc:docMk/>
            <pc:sldMk cId="15529201" sldId="367"/>
            <ac:spMk id="11" creationId="{3EB9FD6E-422E-4C20-A575-13013610EAF6}"/>
          </ac:spMkLst>
        </pc:spChg>
      </pc:sldChg>
      <pc:sldChg chg="modSp">
        <pc:chgData name="鈴木 秀規" userId="f68c5fd9-22d5-4c0a-9833-7fb0f5135313" providerId="ADAL" clId="{F2CAF9F8-F2C6-4EF5-92E4-F89FCD0750B4}" dt="2021-01-12T04:36:59.608" v="0"/>
        <pc:sldMkLst>
          <pc:docMk/>
          <pc:sldMk cId="1431651866" sldId="368"/>
        </pc:sldMkLst>
        <pc:spChg chg="mod">
          <ac:chgData name="鈴木 秀規" userId="f68c5fd9-22d5-4c0a-9833-7fb0f5135313" providerId="ADAL" clId="{F2CAF9F8-F2C6-4EF5-92E4-F89FCD0750B4}" dt="2021-01-12T04:36:59.608" v="0"/>
          <ac:spMkLst>
            <pc:docMk/>
            <pc:sldMk cId="1431651866" sldId="368"/>
            <ac:spMk id="2" creationId="{78E72CC0-84D7-F940-8547-5CD32644186A}"/>
          </ac:spMkLst>
        </pc:spChg>
        <pc:spChg chg="mod">
          <ac:chgData name="鈴木 秀規" userId="f68c5fd9-22d5-4c0a-9833-7fb0f5135313" providerId="ADAL" clId="{F2CAF9F8-F2C6-4EF5-92E4-F89FCD0750B4}" dt="2021-01-12T04:36:59.608" v="0"/>
          <ac:spMkLst>
            <pc:docMk/>
            <pc:sldMk cId="1431651866" sldId="368"/>
            <ac:spMk id="3" creationId="{570D767C-529D-1D4C-9BD6-2E3AAE679914}"/>
          </ac:spMkLst>
        </pc:spChg>
        <pc:spChg chg="mod">
          <ac:chgData name="鈴木 秀規" userId="f68c5fd9-22d5-4c0a-9833-7fb0f5135313" providerId="ADAL" clId="{F2CAF9F8-F2C6-4EF5-92E4-F89FCD0750B4}" dt="2021-01-12T04:36:59.608" v="0"/>
          <ac:spMkLst>
            <pc:docMk/>
            <pc:sldMk cId="1431651866" sldId="368"/>
            <ac:spMk id="4" creationId="{5C76D554-1D05-0D47-95D6-B29E81E5EAFC}"/>
          </ac:spMkLst>
        </pc:spChg>
      </pc:sldChg>
      <pc:sldChg chg="modSp del mod">
        <pc:chgData name="鈴木 秀規" userId="f68c5fd9-22d5-4c0a-9833-7fb0f5135313" providerId="ADAL" clId="{F2CAF9F8-F2C6-4EF5-92E4-F89FCD0750B4}" dt="2021-01-12T04:45:04.577" v="148" actId="2696"/>
        <pc:sldMkLst>
          <pc:docMk/>
          <pc:sldMk cId="3018498330" sldId="369"/>
        </pc:sldMkLst>
        <pc:spChg chg="mod">
          <ac:chgData name="鈴木 秀規" userId="f68c5fd9-22d5-4c0a-9833-7fb0f5135313" providerId="ADAL" clId="{F2CAF9F8-F2C6-4EF5-92E4-F89FCD0750B4}" dt="2021-01-12T04:36:59.608" v="0"/>
          <ac:spMkLst>
            <pc:docMk/>
            <pc:sldMk cId="3018498330" sldId="369"/>
            <ac:spMk id="2" creationId="{66EC7532-098F-E543-A5F5-DCE2A43E7B47}"/>
          </ac:spMkLst>
        </pc:spChg>
        <pc:spChg chg="mod">
          <ac:chgData name="鈴木 秀規" userId="f68c5fd9-22d5-4c0a-9833-7fb0f5135313" providerId="ADAL" clId="{F2CAF9F8-F2C6-4EF5-92E4-F89FCD0750B4}" dt="2021-01-12T04:36:59.608" v="0"/>
          <ac:spMkLst>
            <pc:docMk/>
            <pc:sldMk cId="3018498330" sldId="369"/>
            <ac:spMk id="3" creationId="{F1C6C295-7820-0949-875F-EAF056230447}"/>
          </ac:spMkLst>
        </pc:spChg>
        <pc:spChg chg="mod">
          <ac:chgData name="鈴木 秀規" userId="f68c5fd9-22d5-4c0a-9833-7fb0f5135313" providerId="ADAL" clId="{F2CAF9F8-F2C6-4EF5-92E4-F89FCD0750B4}" dt="2021-01-12T04:36:59.608" v="0"/>
          <ac:spMkLst>
            <pc:docMk/>
            <pc:sldMk cId="3018498330" sldId="369"/>
            <ac:spMk id="4" creationId="{0B3C1CED-6132-7648-873E-BC90BCD14454}"/>
          </ac:spMkLst>
        </pc:spChg>
        <pc:spChg chg="mod">
          <ac:chgData name="鈴木 秀規" userId="f68c5fd9-22d5-4c0a-9833-7fb0f5135313" providerId="ADAL" clId="{F2CAF9F8-F2C6-4EF5-92E4-F89FCD0750B4}" dt="2021-01-12T04:44:48.619" v="146" actId="21"/>
          <ac:spMkLst>
            <pc:docMk/>
            <pc:sldMk cId="3018498330" sldId="369"/>
            <ac:spMk id="5" creationId="{6B35BADF-F225-2348-897F-AF9752777AC5}"/>
          </ac:spMkLst>
        </pc:spChg>
      </pc:sldChg>
      <pc:sldChg chg="modSp add del mod">
        <pc:chgData name="鈴木 秀規" userId="f68c5fd9-22d5-4c0a-9833-7fb0f5135313" providerId="ADAL" clId="{F2CAF9F8-F2C6-4EF5-92E4-F89FCD0750B4}" dt="2021-01-12T05:39:59.693" v="1538" actId="20577"/>
        <pc:sldMkLst>
          <pc:docMk/>
          <pc:sldMk cId="3805279594" sldId="370"/>
        </pc:sldMkLst>
        <pc:spChg chg="mod">
          <ac:chgData name="鈴木 秀規" userId="f68c5fd9-22d5-4c0a-9833-7fb0f5135313" providerId="ADAL" clId="{F2CAF9F8-F2C6-4EF5-92E4-F89FCD0750B4}" dt="2021-01-12T04:36:59.608" v="0"/>
          <ac:spMkLst>
            <pc:docMk/>
            <pc:sldMk cId="3805279594" sldId="370"/>
            <ac:spMk id="2" creationId="{BBE8F2DC-477F-4A46-AA45-FC9B49760439}"/>
          </ac:spMkLst>
        </pc:spChg>
        <pc:spChg chg="mod">
          <ac:chgData name="鈴木 秀規" userId="f68c5fd9-22d5-4c0a-9833-7fb0f5135313" providerId="ADAL" clId="{F2CAF9F8-F2C6-4EF5-92E4-F89FCD0750B4}" dt="2021-01-12T04:36:59.608" v="0"/>
          <ac:spMkLst>
            <pc:docMk/>
            <pc:sldMk cId="3805279594" sldId="370"/>
            <ac:spMk id="3" creationId="{9CB86EFC-2A3F-214C-A2A0-00EB1AC0E3F3}"/>
          </ac:spMkLst>
        </pc:spChg>
        <pc:spChg chg="mod">
          <ac:chgData name="鈴木 秀規" userId="f68c5fd9-22d5-4c0a-9833-7fb0f5135313" providerId="ADAL" clId="{F2CAF9F8-F2C6-4EF5-92E4-F89FCD0750B4}" dt="2021-01-12T04:36:59.608" v="0"/>
          <ac:spMkLst>
            <pc:docMk/>
            <pc:sldMk cId="3805279594" sldId="370"/>
            <ac:spMk id="4" creationId="{767846D2-8A50-CE4D-B292-AB4CB00FC300}"/>
          </ac:spMkLst>
        </pc:spChg>
        <pc:spChg chg="mod">
          <ac:chgData name="鈴木 秀規" userId="f68c5fd9-22d5-4c0a-9833-7fb0f5135313" providerId="ADAL" clId="{F2CAF9F8-F2C6-4EF5-92E4-F89FCD0750B4}" dt="2021-01-12T05:39:59.693" v="1538" actId="20577"/>
          <ac:spMkLst>
            <pc:docMk/>
            <pc:sldMk cId="3805279594" sldId="370"/>
            <ac:spMk id="5" creationId="{D9D24A15-605C-D342-9DF6-15A80C8E63C7}"/>
          </ac:spMkLst>
        </pc:spChg>
      </pc:sldChg>
      <pc:sldChg chg="modSp">
        <pc:chgData name="鈴木 秀規" userId="f68c5fd9-22d5-4c0a-9833-7fb0f5135313" providerId="ADAL" clId="{F2CAF9F8-F2C6-4EF5-92E4-F89FCD0750B4}" dt="2021-01-12T04:36:59.608" v="0"/>
        <pc:sldMkLst>
          <pc:docMk/>
          <pc:sldMk cId="2800751255" sldId="371"/>
        </pc:sldMkLst>
        <pc:spChg chg="mod">
          <ac:chgData name="鈴木 秀規" userId="f68c5fd9-22d5-4c0a-9833-7fb0f5135313" providerId="ADAL" clId="{F2CAF9F8-F2C6-4EF5-92E4-F89FCD0750B4}" dt="2021-01-12T04:36:59.608" v="0"/>
          <ac:spMkLst>
            <pc:docMk/>
            <pc:sldMk cId="2800751255" sldId="371"/>
            <ac:spMk id="2" creationId="{992F612E-920E-DB42-831C-9A43B943FD23}"/>
          </ac:spMkLst>
        </pc:spChg>
        <pc:spChg chg="mod">
          <ac:chgData name="鈴木 秀規" userId="f68c5fd9-22d5-4c0a-9833-7fb0f5135313" providerId="ADAL" clId="{F2CAF9F8-F2C6-4EF5-92E4-F89FCD0750B4}" dt="2021-01-12T04:36:59.608" v="0"/>
          <ac:spMkLst>
            <pc:docMk/>
            <pc:sldMk cId="2800751255" sldId="371"/>
            <ac:spMk id="3" creationId="{86AF2C75-7C50-5545-B86A-AB0C1071AFF0}"/>
          </ac:spMkLst>
        </pc:spChg>
        <pc:spChg chg="mod">
          <ac:chgData name="鈴木 秀規" userId="f68c5fd9-22d5-4c0a-9833-7fb0f5135313" providerId="ADAL" clId="{F2CAF9F8-F2C6-4EF5-92E4-F89FCD0750B4}" dt="2021-01-12T04:36:59.608" v="0"/>
          <ac:spMkLst>
            <pc:docMk/>
            <pc:sldMk cId="2800751255" sldId="371"/>
            <ac:spMk id="4" creationId="{3D4BFF4A-92E9-3741-A870-60BBC65CCFE0}"/>
          </ac:spMkLst>
        </pc:spChg>
        <pc:spChg chg="mod">
          <ac:chgData name="鈴木 秀規" userId="f68c5fd9-22d5-4c0a-9833-7fb0f5135313" providerId="ADAL" clId="{F2CAF9F8-F2C6-4EF5-92E4-F89FCD0750B4}" dt="2021-01-12T04:36:59.608" v="0"/>
          <ac:spMkLst>
            <pc:docMk/>
            <pc:sldMk cId="2800751255" sldId="371"/>
            <ac:spMk id="5" creationId="{199D3E35-553D-E34C-ABB7-3B8D9DB70C07}"/>
          </ac:spMkLst>
        </pc:spChg>
      </pc:sldChg>
      <pc:sldChg chg="addSp delSp modSp new mod modClrScheme chgLayout">
        <pc:chgData name="鈴木 秀規" userId="f68c5fd9-22d5-4c0a-9833-7fb0f5135313" providerId="ADAL" clId="{F2CAF9F8-F2C6-4EF5-92E4-F89FCD0750B4}" dt="2021-01-12T04:42:45.469" v="105"/>
        <pc:sldMkLst>
          <pc:docMk/>
          <pc:sldMk cId="172008769" sldId="372"/>
        </pc:sldMkLst>
        <pc:spChg chg="del mod ord">
          <ac:chgData name="鈴木 秀規" userId="f68c5fd9-22d5-4c0a-9833-7fb0f5135313" providerId="ADAL" clId="{F2CAF9F8-F2C6-4EF5-92E4-F89FCD0750B4}" dt="2021-01-12T04:39:53.274" v="15" actId="700"/>
          <ac:spMkLst>
            <pc:docMk/>
            <pc:sldMk cId="172008769" sldId="372"/>
            <ac:spMk id="2" creationId="{EDE75749-E2ED-4EBC-AD20-E2D500F203D8}"/>
          </ac:spMkLst>
        </pc:spChg>
        <pc:spChg chg="mod ord">
          <ac:chgData name="鈴木 秀規" userId="f68c5fd9-22d5-4c0a-9833-7fb0f5135313" providerId="ADAL" clId="{F2CAF9F8-F2C6-4EF5-92E4-F89FCD0750B4}" dt="2021-01-12T04:39:53.274" v="15" actId="700"/>
          <ac:spMkLst>
            <pc:docMk/>
            <pc:sldMk cId="172008769" sldId="372"/>
            <ac:spMk id="3" creationId="{1B7C07C9-FEE3-4AC9-9F75-8ED3972B0330}"/>
          </ac:spMkLst>
        </pc:spChg>
        <pc:spChg chg="mod ord">
          <ac:chgData name="鈴木 秀規" userId="f68c5fd9-22d5-4c0a-9833-7fb0f5135313" providerId="ADAL" clId="{F2CAF9F8-F2C6-4EF5-92E4-F89FCD0750B4}" dt="2021-01-12T04:39:53.274" v="15" actId="700"/>
          <ac:spMkLst>
            <pc:docMk/>
            <pc:sldMk cId="172008769" sldId="372"/>
            <ac:spMk id="4" creationId="{09A94BC2-F42C-4D26-AFF8-47587794D6DB}"/>
          </ac:spMkLst>
        </pc:spChg>
        <pc:spChg chg="del mod ord">
          <ac:chgData name="鈴木 秀規" userId="f68c5fd9-22d5-4c0a-9833-7fb0f5135313" providerId="ADAL" clId="{F2CAF9F8-F2C6-4EF5-92E4-F89FCD0750B4}" dt="2021-01-12T04:39:53.274" v="15" actId="700"/>
          <ac:spMkLst>
            <pc:docMk/>
            <pc:sldMk cId="172008769" sldId="372"/>
            <ac:spMk id="5" creationId="{582A0B60-E9CC-4AAA-BC40-C52C15034634}"/>
          </ac:spMkLst>
        </pc:spChg>
        <pc:spChg chg="add mod ord">
          <ac:chgData name="鈴木 秀規" userId="f68c5fd9-22d5-4c0a-9833-7fb0f5135313" providerId="ADAL" clId="{F2CAF9F8-F2C6-4EF5-92E4-F89FCD0750B4}" dt="2021-01-12T04:42:45.469" v="105"/>
          <ac:spMkLst>
            <pc:docMk/>
            <pc:sldMk cId="172008769" sldId="372"/>
            <ac:spMk id="6" creationId="{3706AB8D-A382-42EF-9DE4-041BFCABF741}"/>
          </ac:spMkLst>
        </pc:spChg>
        <pc:spChg chg="add mod ord">
          <ac:chgData name="鈴木 秀規" userId="f68c5fd9-22d5-4c0a-9833-7fb0f5135313" providerId="ADAL" clId="{F2CAF9F8-F2C6-4EF5-92E4-F89FCD0750B4}" dt="2021-01-12T04:41:32.672" v="38" actId="14100"/>
          <ac:spMkLst>
            <pc:docMk/>
            <pc:sldMk cId="172008769" sldId="372"/>
            <ac:spMk id="7" creationId="{672739A4-DFB9-47C7-9258-80F9236238A4}"/>
          </ac:spMkLst>
        </pc:spChg>
        <pc:spChg chg="add mod ord">
          <ac:chgData name="鈴木 秀規" userId="f68c5fd9-22d5-4c0a-9833-7fb0f5135313" providerId="ADAL" clId="{F2CAF9F8-F2C6-4EF5-92E4-F89FCD0750B4}" dt="2021-01-12T04:41:26.967" v="36" actId="14100"/>
          <ac:spMkLst>
            <pc:docMk/>
            <pc:sldMk cId="172008769" sldId="372"/>
            <ac:spMk id="8" creationId="{1A8BB172-35AF-4185-A46A-ED93D3A7D7C5}"/>
          </ac:spMkLst>
        </pc:spChg>
        <pc:spChg chg="add mod ord">
          <ac:chgData name="鈴木 秀規" userId="f68c5fd9-22d5-4c0a-9833-7fb0f5135313" providerId="ADAL" clId="{F2CAF9F8-F2C6-4EF5-92E4-F89FCD0750B4}" dt="2021-01-12T04:39:53.274" v="15" actId="700"/>
          <ac:spMkLst>
            <pc:docMk/>
            <pc:sldMk cId="172008769" sldId="372"/>
            <ac:spMk id="9" creationId="{C8049898-5D79-42B6-B7CD-2DF86C0BA5FA}"/>
          </ac:spMkLst>
        </pc:spChg>
        <pc:spChg chg="add mod">
          <ac:chgData name="鈴木 秀規" userId="f68c5fd9-22d5-4c0a-9833-7fb0f5135313" providerId="ADAL" clId="{F2CAF9F8-F2C6-4EF5-92E4-F89FCD0750B4}" dt="2021-01-12T04:40:41.557" v="26" actId="14100"/>
          <ac:spMkLst>
            <pc:docMk/>
            <pc:sldMk cId="172008769" sldId="372"/>
            <ac:spMk id="10" creationId="{0AFC5742-3896-4E4B-91EB-5143E04BDFE8}"/>
          </ac:spMkLst>
        </pc:spChg>
      </pc:sldChg>
      <pc:sldChg chg="addSp delSp modSp new mod modClrScheme chgLayout">
        <pc:chgData name="鈴木 秀規" userId="f68c5fd9-22d5-4c0a-9833-7fb0f5135313" providerId="ADAL" clId="{F2CAF9F8-F2C6-4EF5-92E4-F89FCD0750B4}" dt="2021-01-12T04:42:02.973" v="42"/>
        <pc:sldMkLst>
          <pc:docMk/>
          <pc:sldMk cId="1008457363" sldId="373"/>
        </pc:sldMkLst>
        <pc:spChg chg="del mod ord">
          <ac:chgData name="鈴木 秀規" userId="f68c5fd9-22d5-4c0a-9833-7fb0f5135313" providerId="ADAL" clId="{F2CAF9F8-F2C6-4EF5-92E4-F89FCD0750B4}" dt="2021-01-12T04:40:55.323" v="29" actId="700"/>
          <ac:spMkLst>
            <pc:docMk/>
            <pc:sldMk cId="1008457363" sldId="373"/>
            <ac:spMk id="2" creationId="{D5A74365-A189-4C93-B3B0-6C8512FA2BB5}"/>
          </ac:spMkLst>
        </pc:spChg>
        <pc:spChg chg="mod ord">
          <ac:chgData name="鈴木 秀規" userId="f68c5fd9-22d5-4c0a-9833-7fb0f5135313" providerId="ADAL" clId="{F2CAF9F8-F2C6-4EF5-92E4-F89FCD0750B4}" dt="2021-01-12T04:40:55.323" v="29" actId="700"/>
          <ac:spMkLst>
            <pc:docMk/>
            <pc:sldMk cId="1008457363" sldId="373"/>
            <ac:spMk id="3" creationId="{F54F27B3-DDBF-476A-AD49-46F9A05EE6D4}"/>
          </ac:spMkLst>
        </pc:spChg>
        <pc:spChg chg="mod ord">
          <ac:chgData name="鈴木 秀規" userId="f68c5fd9-22d5-4c0a-9833-7fb0f5135313" providerId="ADAL" clId="{F2CAF9F8-F2C6-4EF5-92E4-F89FCD0750B4}" dt="2021-01-12T04:40:55.323" v="29" actId="700"/>
          <ac:spMkLst>
            <pc:docMk/>
            <pc:sldMk cId="1008457363" sldId="373"/>
            <ac:spMk id="4" creationId="{BFC7A35D-1013-4B1B-8268-48793F136D4C}"/>
          </ac:spMkLst>
        </pc:spChg>
        <pc:spChg chg="del mod ord">
          <ac:chgData name="鈴木 秀規" userId="f68c5fd9-22d5-4c0a-9833-7fb0f5135313" providerId="ADAL" clId="{F2CAF9F8-F2C6-4EF5-92E4-F89FCD0750B4}" dt="2021-01-12T04:40:55.323" v="29" actId="700"/>
          <ac:spMkLst>
            <pc:docMk/>
            <pc:sldMk cId="1008457363" sldId="373"/>
            <ac:spMk id="5" creationId="{9EA3119A-959C-4217-9181-5382384A593C}"/>
          </ac:spMkLst>
        </pc:spChg>
        <pc:spChg chg="add mod ord">
          <ac:chgData name="鈴木 秀規" userId="f68c5fd9-22d5-4c0a-9833-7fb0f5135313" providerId="ADAL" clId="{F2CAF9F8-F2C6-4EF5-92E4-F89FCD0750B4}" dt="2021-01-12T04:42:02.973" v="42"/>
          <ac:spMkLst>
            <pc:docMk/>
            <pc:sldMk cId="1008457363" sldId="373"/>
            <ac:spMk id="6" creationId="{0F81E6C4-7841-4153-9948-3830F64F1715}"/>
          </ac:spMkLst>
        </pc:spChg>
        <pc:spChg chg="add mod ord">
          <ac:chgData name="鈴木 秀規" userId="f68c5fd9-22d5-4c0a-9833-7fb0f5135313" providerId="ADAL" clId="{F2CAF9F8-F2C6-4EF5-92E4-F89FCD0750B4}" dt="2021-01-12T04:41:52.814" v="41" actId="12"/>
          <ac:spMkLst>
            <pc:docMk/>
            <pc:sldMk cId="1008457363" sldId="373"/>
            <ac:spMk id="7" creationId="{159221FC-71BC-49E4-B207-1A3CE6BB9F63}"/>
          </ac:spMkLst>
        </pc:spChg>
        <pc:spChg chg="add mod ord">
          <ac:chgData name="鈴木 秀規" userId="f68c5fd9-22d5-4c0a-9833-7fb0f5135313" providerId="ADAL" clId="{F2CAF9F8-F2C6-4EF5-92E4-F89FCD0750B4}" dt="2021-01-12T04:41:18.178" v="34" actId="14100"/>
          <ac:spMkLst>
            <pc:docMk/>
            <pc:sldMk cId="1008457363" sldId="373"/>
            <ac:spMk id="8" creationId="{DC47DB6E-DE5F-461B-8DA6-D7E7BFB3D9CA}"/>
          </ac:spMkLst>
        </pc:spChg>
        <pc:spChg chg="add mod ord">
          <ac:chgData name="鈴木 秀規" userId="f68c5fd9-22d5-4c0a-9833-7fb0f5135313" providerId="ADAL" clId="{F2CAF9F8-F2C6-4EF5-92E4-F89FCD0750B4}" dt="2021-01-12T04:40:55.323" v="29" actId="700"/>
          <ac:spMkLst>
            <pc:docMk/>
            <pc:sldMk cId="1008457363" sldId="373"/>
            <ac:spMk id="9" creationId="{3B4B4B26-E1BE-4F2F-85DB-B4EB50CCB2D1}"/>
          </ac:spMkLst>
        </pc:spChg>
      </pc:sldChg>
      <pc:sldChg chg="addSp delSp modSp new mod modClrScheme chgLayout">
        <pc:chgData name="鈴木 秀規" userId="f68c5fd9-22d5-4c0a-9833-7fb0f5135313" providerId="ADAL" clId="{F2CAF9F8-F2C6-4EF5-92E4-F89FCD0750B4}" dt="2021-01-12T04:44:51.548" v="147"/>
        <pc:sldMkLst>
          <pc:docMk/>
          <pc:sldMk cId="3737915234" sldId="374"/>
        </pc:sldMkLst>
        <pc:spChg chg="mod ord">
          <ac:chgData name="鈴木 秀規" userId="f68c5fd9-22d5-4c0a-9833-7fb0f5135313" providerId="ADAL" clId="{F2CAF9F8-F2C6-4EF5-92E4-F89FCD0750B4}" dt="2021-01-12T04:44:33.807" v="142" actId="700"/>
          <ac:spMkLst>
            <pc:docMk/>
            <pc:sldMk cId="3737915234" sldId="374"/>
            <ac:spMk id="2" creationId="{9466E67F-A1F2-462A-8B06-314F87C8BA83}"/>
          </ac:spMkLst>
        </pc:spChg>
        <pc:spChg chg="mod ord">
          <ac:chgData name="鈴木 秀規" userId="f68c5fd9-22d5-4c0a-9833-7fb0f5135313" providerId="ADAL" clId="{F2CAF9F8-F2C6-4EF5-92E4-F89FCD0750B4}" dt="2021-01-12T04:44:33.807" v="142" actId="700"/>
          <ac:spMkLst>
            <pc:docMk/>
            <pc:sldMk cId="3737915234" sldId="374"/>
            <ac:spMk id="3" creationId="{1DE0415C-E48A-4AF4-8F9E-DB5D2F3B8DC4}"/>
          </ac:spMkLst>
        </pc:spChg>
        <pc:spChg chg="mod ord">
          <ac:chgData name="鈴木 秀規" userId="f68c5fd9-22d5-4c0a-9833-7fb0f5135313" providerId="ADAL" clId="{F2CAF9F8-F2C6-4EF5-92E4-F89FCD0750B4}" dt="2021-01-12T04:44:33.807" v="142" actId="700"/>
          <ac:spMkLst>
            <pc:docMk/>
            <pc:sldMk cId="3737915234" sldId="374"/>
            <ac:spMk id="4" creationId="{36FC556F-0723-4C5F-A039-1D203A1D9525}"/>
          </ac:spMkLst>
        </pc:spChg>
        <pc:spChg chg="del mod ord">
          <ac:chgData name="鈴木 秀規" userId="f68c5fd9-22d5-4c0a-9833-7fb0f5135313" providerId="ADAL" clId="{F2CAF9F8-F2C6-4EF5-92E4-F89FCD0750B4}" dt="2021-01-12T04:44:33.807" v="142" actId="700"/>
          <ac:spMkLst>
            <pc:docMk/>
            <pc:sldMk cId="3737915234" sldId="374"/>
            <ac:spMk id="5" creationId="{9D708A63-5874-4698-9BE5-1B78DC29678C}"/>
          </ac:spMkLst>
        </pc:spChg>
        <pc:spChg chg="add mod ord">
          <ac:chgData name="鈴木 秀規" userId="f68c5fd9-22d5-4c0a-9833-7fb0f5135313" providerId="ADAL" clId="{F2CAF9F8-F2C6-4EF5-92E4-F89FCD0750B4}" dt="2021-01-12T04:44:51.548" v="147"/>
          <ac:spMkLst>
            <pc:docMk/>
            <pc:sldMk cId="3737915234" sldId="374"/>
            <ac:spMk id="6" creationId="{C432C4E8-0B5A-4C2B-8846-B339E936A91E}"/>
          </ac:spMkLst>
        </pc:spChg>
        <pc:spChg chg="add mod ord">
          <ac:chgData name="鈴木 秀規" userId="f68c5fd9-22d5-4c0a-9833-7fb0f5135313" providerId="ADAL" clId="{F2CAF9F8-F2C6-4EF5-92E4-F89FCD0750B4}" dt="2021-01-12T04:44:42.958" v="144"/>
          <ac:spMkLst>
            <pc:docMk/>
            <pc:sldMk cId="3737915234" sldId="374"/>
            <ac:spMk id="7" creationId="{31C02CBD-7ED6-4CBF-A496-E15298AADFDF}"/>
          </ac:spMkLst>
        </pc:spChg>
        <pc:spChg chg="add mod ord">
          <ac:chgData name="鈴木 秀規" userId="f68c5fd9-22d5-4c0a-9833-7fb0f5135313" providerId="ADAL" clId="{F2CAF9F8-F2C6-4EF5-92E4-F89FCD0750B4}" dt="2021-01-12T04:44:33.807" v="142" actId="700"/>
          <ac:spMkLst>
            <pc:docMk/>
            <pc:sldMk cId="3737915234" sldId="374"/>
            <ac:spMk id="8" creationId="{D6FFEB15-7139-462A-8791-46ED965A014E}"/>
          </ac:spMkLst>
        </pc:spChg>
      </pc:sldChg>
      <pc:sldMasterChg chg="delSldLayout">
        <pc:chgData name="鈴木 秀規" userId="f68c5fd9-22d5-4c0a-9833-7fb0f5135313" providerId="ADAL" clId="{F2CAF9F8-F2C6-4EF5-92E4-F89FCD0750B4}" dt="2021-01-12T04:42:06.007" v="43" actId="2696"/>
        <pc:sldMasterMkLst>
          <pc:docMk/>
          <pc:sldMasterMk cId="2644497443" sldId="2147483665"/>
        </pc:sldMasterMkLst>
        <pc:sldLayoutChg chg="del">
          <pc:chgData name="鈴木 秀規" userId="f68c5fd9-22d5-4c0a-9833-7fb0f5135313" providerId="ADAL" clId="{F2CAF9F8-F2C6-4EF5-92E4-F89FCD0750B4}" dt="2021-01-12T04:42:06.007" v="43" actId="2696"/>
          <pc:sldLayoutMkLst>
            <pc:docMk/>
            <pc:sldMasterMk cId="2644497443" sldId="2147483665"/>
            <pc:sldLayoutMk cId="3199053706" sldId="2147483673"/>
          </pc:sldLayoutMkLst>
        </pc:sldLayoutChg>
      </pc:sldMasterChg>
    </pc:docChg>
  </pc:docChgLst>
  <pc:docChgLst>
    <pc:chgData name="sales@rhizome01.onmicrosoft.com" userId="c35045ed-c185-45de-8f58-be20a28877d8" providerId="ADAL" clId="{034C929F-50EC-4052-8F50-398F27893DAE}"/>
    <pc:docChg chg="modSld">
      <pc:chgData name="sales@rhizome01.onmicrosoft.com" userId="c35045ed-c185-45de-8f58-be20a28877d8" providerId="ADAL" clId="{034C929F-50EC-4052-8F50-398F27893DAE}" dt="2020-12-01T08:39:38.686" v="2" actId="5793"/>
      <pc:docMkLst>
        <pc:docMk/>
      </pc:docMkLst>
      <pc:sldChg chg="modSp mod">
        <pc:chgData name="sales@rhizome01.onmicrosoft.com" userId="c35045ed-c185-45de-8f58-be20a28877d8" providerId="ADAL" clId="{034C929F-50EC-4052-8F50-398F27893DAE}" dt="2020-12-01T08:39:38.686" v="2" actId="5793"/>
        <pc:sldMkLst>
          <pc:docMk/>
          <pc:sldMk cId="1668843990" sldId="360"/>
        </pc:sldMkLst>
        <pc:spChg chg="mod">
          <ac:chgData name="sales@rhizome01.onmicrosoft.com" userId="c35045ed-c185-45de-8f58-be20a28877d8" providerId="ADAL" clId="{034C929F-50EC-4052-8F50-398F27893DAE}" dt="2020-12-01T08:39:38.686" v="2" actId="5793"/>
          <ac:spMkLst>
            <pc:docMk/>
            <pc:sldMk cId="1668843990" sldId="360"/>
            <ac:spMk id="9" creationId="{A4832727-EA7F-44D6-A9F2-E4AE0246960A}"/>
          </ac:spMkLst>
        </pc:spChg>
      </pc:sldChg>
    </pc:docChg>
  </pc:docChgLst>
  <pc:docChgLst>
    <pc:chgData name="営業サーバ" userId="c35045ed-c185-45de-8f58-be20a28877d8" providerId="ADAL" clId="{034C929F-50EC-4052-8F50-398F27893DAE}"/>
    <pc:docChg chg="modSld">
      <pc:chgData name="営業サーバ" userId="c35045ed-c185-45de-8f58-be20a28877d8" providerId="ADAL" clId="{034C929F-50EC-4052-8F50-398F27893DAE}" dt="2020-11-26T07:12:51.982" v="0"/>
      <pc:docMkLst>
        <pc:docMk/>
      </pc:docMkLst>
      <pc:sldChg chg="modSp mod">
        <pc:chgData name="営業サーバ" userId="c35045ed-c185-45de-8f58-be20a28877d8" providerId="ADAL" clId="{034C929F-50EC-4052-8F50-398F27893DAE}" dt="2020-11-26T07:12:51.982" v="0"/>
        <pc:sldMkLst>
          <pc:docMk/>
          <pc:sldMk cId="0" sldId="256"/>
        </pc:sldMkLst>
        <pc:spChg chg="mod">
          <ac:chgData name="営業サーバ" userId="c35045ed-c185-45de-8f58-be20a28877d8" providerId="ADAL" clId="{034C929F-50EC-4052-8F50-398F27893DAE}" dt="2020-11-26T07:12:51.982" v="0"/>
          <ac:spMkLst>
            <pc:docMk/>
            <pc:sldMk cId="0" sldId="256"/>
            <ac:spMk id="56" creationId="{00000000-0000-0000-0000-000000000000}"/>
          </ac:spMkLst>
        </pc:spChg>
      </pc:sldChg>
    </pc:docChg>
  </pc:docChgLst>
  <pc:docChgLst>
    <pc:chgData name="半田 拓哉" userId="1e4433e6-5c02-4084-a745-ce0b57f2b267" providerId="ADAL" clId="{DBE38A6D-E7F4-4984-9C23-39656C664C23}"/>
    <pc:docChg chg="modSld">
      <pc:chgData name="半田 拓哉" userId="1e4433e6-5c02-4084-a745-ce0b57f2b267" providerId="ADAL" clId="{DBE38A6D-E7F4-4984-9C23-39656C664C23}" dt="2022-01-25T03:42:58.479" v="146" actId="20577"/>
      <pc:docMkLst>
        <pc:docMk/>
      </pc:docMkLst>
      <pc:sldChg chg="modSp mod">
        <pc:chgData name="半田 拓哉" userId="1e4433e6-5c02-4084-a745-ce0b57f2b267" providerId="ADAL" clId="{DBE38A6D-E7F4-4984-9C23-39656C664C23}" dt="2022-01-25T03:42:58.479" v="146" actId="20577"/>
        <pc:sldMkLst>
          <pc:docMk/>
          <pc:sldMk cId="3909690794" sldId="418"/>
        </pc:sldMkLst>
        <pc:spChg chg="mod">
          <ac:chgData name="半田 拓哉" userId="1e4433e6-5c02-4084-a745-ce0b57f2b267" providerId="ADAL" clId="{DBE38A6D-E7F4-4984-9C23-39656C664C23}" dt="2022-01-25T03:42:58.479" v="146" actId="20577"/>
          <ac:spMkLst>
            <pc:docMk/>
            <pc:sldMk cId="3909690794" sldId="418"/>
            <ac:spMk id="16" creationId="{002122D1-0D46-4F98-87F4-C3B9D4C6681A}"/>
          </ac:spMkLst>
        </pc:spChg>
      </pc:sldChg>
    </pc:docChg>
  </pc:docChgLst>
  <pc:docChgLst>
    <pc:chgData name="鈴木 秀規" userId="f68c5fd9-22d5-4c0a-9833-7fb0f5135313" providerId="ADAL" clId="{E98ED17A-7109-B540-9D8D-B21534B0C6CC}"/>
    <pc:docChg chg="undo redo custSel addSld delSld modSld sldOrd">
      <pc:chgData name="鈴木 秀規" userId="f68c5fd9-22d5-4c0a-9833-7fb0f5135313" providerId="ADAL" clId="{E98ED17A-7109-B540-9D8D-B21534B0C6CC}" dt="2020-12-03T01:25:32.355" v="4574" actId="20577"/>
      <pc:docMkLst>
        <pc:docMk/>
      </pc:docMkLst>
      <pc:sldChg chg="modSp mod">
        <pc:chgData name="鈴木 秀規" userId="f68c5fd9-22d5-4c0a-9833-7fb0f5135313" providerId="ADAL" clId="{E98ED17A-7109-B540-9D8D-B21534B0C6CC}" dt="2020-12-03T00:41:04.785" v="2001" actId="207"/>
        <pc:sldMkLst>
          <pc:docMk/>
          <pc:sldMk cId="1668843990" sldId="360"/>
        </pc:sldMkLst>
        <pc:spChg chg="mod">
          <ac:chgData name="鈴木 秀規" userId="f68c5fd9-22d5-4c0a-9833-7fb0f5135313" providerId="ADAL" clId="{E98ED17A-7109-B540-9D8D-B21534B0C6CC}" dt="2020-12-03T00:41:04.785" v="2001" actId="207"/>
          <ac:spMkLst>
            <pc:docMk/>
            <pc:sldMk cId="1668843990" sldId="360"/>
            <ac:spMk id="9" creationId="{A4832727-EA7F-44D6-A9F2-E4AE0246960A}"/>
          </ac:spMkLst>
        </pc:spChg>
      </pc:sldChg>
      <pc:sldChg chg="modSp mod">
        <pc:chgData name="鈴木 秀規" userId="f68c5fd9-22d5-4c0a-9833-7fb0f5135313" providerId="ADAL" clId="{E98ED17A-7109-B540-9D8D-B21534B0C6CC}" dt="2020-12-03T00:40:51.829" v="1985" actId="207"/>
        <pc:sldMkLst>
          <pc:docMk/>
          <pc:sldMk cId="267129399" sldId="361"/>
        </pc:sldMkLst>
        <pc:spChg chg="mod">
          <ac:chgData name="鈴木 秀規" userId="f68c5fd9-22d5-4c0a-9833-7fb0f5135313" providerId="ADAL" clId="{E98ED17A-7109-B540-9D8D-B21534B0C6CC}" dt="2020-12-03T00:40:51.829" v="1985" actId="207"/>
          <ac:spMkLst>
            <pc:docMk/>
            <pc:sldMk cId="267129399" sldId="361"/>
            <ac:spMk id="6" creationId="{D0F3BEAC-A5EA-4EE4-95C7-0AEC1107FD29}"/>
          </ac:spMkLst>
        </pc:spChg>
      </pc:sldChg>
      <pc:sldChg chg="modSp mod">
        <pc:chgData name="鈴木 秀規" userId="f68c5fd9-22d5-4c0a-9833-7fb0f5135313" providerId="ADAL" clId="{E98ED17A-7109-B540-9D8D-B21534B0C6CC}" dt="2020-12-03T00:09:50.546" v="69" actId="13926"/>
        <pc:sldMkLst>
          <pc:docMk/>
          <pc:sldMk cId="2503862587" sldId="362"/>
        </pc:sldMkLst>
        <pc:graphicFrameChg chg="modGraphic">
          <ac:chgData name="鈴木 秀規" userId="f68c5fd9-22d5-4c0a-9833-7fb0f5135313" providerId="ADAL" clId="{E98ED17A-7109-B540-9D8D-B21534B0C6CC}" dt="2020-12-03T00:09:50.546" v="69" actId="13926"/>
          <ac:graphicFrameMkLst>
            <pc:docMk/>
            <pc:sldMk cId="2503862587" sldId="362"/>
            <ac:graphicFrameMk id="7" creationId="{4A74ACCC-FCC6-6B42-8E3E-348AE8E67A5C}"/>
          </ac:graphicFrameMkLst>
        </pc:graphicFrameChg>
      </pc:sldChg>
      <pc:sldChg chg="modSp mod">
        <pc:chgData name="鈴木 秀規" userId="f68c5fd9-22d5-4c0a-9833-7fb0f5135313" providerId="ADAL" clId="{E98ED17A-7109-B540-9D8D-B21534B0C6CC}" dt="2020-12-03T00:11:54.831" v="266" actId="20577"/>
        <pc:sldMkLst>
          <pc:docMk/>
          <pc:sldMk cId="1431651866" sldId="368"/>
        </pc:sldMkLst>
        <pc:spChg chg="mod">
          <ac:chgData name="鈴木 秀規" userId="f68c5fd9-22d5-4c0a-9833-7fb0f5135313" providerId="ADAL" clId="{E98ED17A-7109-B540-9D8D-B21534B0C6CC}" dt="2020-12-03T00:05:53.907" v="27" actId="20577"/>
          <ac:spMkLst>
            <pc:docMk/>
            <pc:sldMk cId="1431651866" sldId="368"/>
            <ac:spMk id="3" creationId="{570D767C-529D-1D4C-9BD6-2E3AAE679914}"/>
          </ac:spMkLst>
        </pc:spChg>
        <pc:graphicFrameChg chg="mod modGraphic">
          <ac:chgData name="鈴木 秀規" userId="f68c5fd9-22d5-4c0a-9833-7fb0f5135313" providerId="ADAL" clId="{E98ED17A-7109-B540-9D8D-B21534B0C6CC}" dt="2020-12-03T00:11:54.831" v="266" actId="20577"/>
          <ac:graphicFrameMkLst>
            <pc:docMk/>
            <pc:sldMk cId="1431651866" sldId="368"/>
            <ac:graphicFrameMk id="6" creationId="{A5C776C1-5736-6E41-AFE0-D7FC9EBFA87B}"/>
          </ac:graphicFrameMkLst>
        </pc:graphicFrameChg>
      </pc:sldChg>
      <pc:sldChg chg="addSp delSp modSp new mod modClrScheme chgLayout">
        <pc:chgData name="鈴木 秀規" userId="f68c5fd9-22d5-4c0a-9833-7fb0f5135313" providerId="ADAL" clId="{E98ED17A-7109-B540-9D8D-B21534B0C6CC}" dt="2020-12-03T00:30:58.436" v="1852" actId="113"/>
        <pc:sldMkLst>
          <pc:docMk/>
          <pc:sldMk cId="3018498330" sldId="369"/>
        </pc:sldMkLst>
        <pc:spChg chg="mod ord">
          <ac:chgData name="鈴木 秀規" userId="f68c5fd9-22d5-4c0a-9833-7fb0f5135313" providerId="ADAL" clId="{E98ED17A-7109-B540-9D8D-B21534B0C6CC}" dt="2020-12-03T00:15:50.957" v="308" actId="700"/>
          <ac:spMkLst>
            <pc:docMk/>
            <pc:sldMk cId="3018498330" sldId="369"/>
            <ac:spMk id="2" creationId="{66EC7532-098F-E543-A5F5-DCE2A43E7B47}"/>
          </ac:spMkLst>
        </pc:spChg>
        <pc:spChg chg="mod ord">
          <ac:chgData name="鈴木 秀規" userId="f68c5fd9-22d5-4c0a-9833-7fb0f5135313" providerId="ADAL" clId="{E98ED17A-7109-B540-9D8D-B21534B0C6CC}" dt="2020-12-03T00:22:38.430" v="839" actId="20577"/>
          <ac:spMkLst>
            <pc:docMk/>
            <pc:sldMk cId="3018498330" sldId="369"/>
            <ac:spMk id="3" creationId="{F1C6C295-7820-0949-875F-EAF056230447}"/>
          </ac:spMkLst>
        </pc:spChg>
        <pc:spChg chg="mod ord">
          <ac:chgData name="鈴木 秀規" userId="f68c5fd9-22d5-4c0a-9833-7fb0f5135313" providerId="ADAL" clId="{E98ED17A-7109-B540-9D8D-B21534B0C6CC}" dt="2020-12-03T00:15:50.957" v="308" actId="700"/>
          <ac:spMkLst>
            <pc:docMk/>
            <pc:sldMk cId="3018498330" sldId="369"/>
            <ac:spMk id="4" creationId="{0B3C1CED-6132-7648-873E-BC90BCD14454}"/>
          </ac:spMkLst>
        </pc:spChg>
        <pc:spChg chg="add mod ord">
          <ac:chgData name="鈴木 秀規" userId="f68c5fd9-22d5-4c0a-9833-7fb0f5135313" providerId="ADAL" clId="{E98ED17A-7109-B540-9D8D-B21534B0C6CC}" dt="2020-12-03T00:30:58.436" v="1852" actId="113"/>
          <ac:spMkLst>
            <pc:docMk/>
            <pc:sldMk cId="3018498330" sldId="369"/>
            <ac:spMk id="5" creationId="{6B35BADF-F225-2348-897F-AF9752777AC5}"/>
          </ac:spMkLst>
        </pc:spChg>
        <pc:spChg chg="mod">
          <ac:chgData name="鈴木 秀規" userId="f68c5fd9-22d5-4c0a-9833-7fb0f5135313" providerId="ADAL" clId="{E98ED17A-7109-B540-9D8D-B21534B0C6CC}" dt="2020-12-03T00:25:13.532" v="1197"/>
          <ac:spMkLst>
            <pc:docMk/>
            <pc:sldMk cId="3018498330" sldId="369"/>
            <ac:spMk id="7" creationId="{7389CFBE-CBA4-3044-8F7A-0832B95E2F69}"/>
          </ac:spMkLst>
        </pc:spChg>
        <pc:spChg chg="mod">
          <ac:chgData name="鈴木 秀規" userId="f68c5fd9-22d5-4c0a-9833-7fb0f5135313" providerId="ADAL" clId="{E98ED17A-7109-B540-9D8D-B21534B0C6CC}" dt="2020-12-03T00:25:13.532" v="1197"/>
          <ac:spMkLst>
            <pc:docMk/>
            <pc:sldMk cId="3018498330" sldId="369"/>
            <ac:spMk id="8" creationId="{2F0CFBA7-C5CD-2441-813A-37125FC4817F}"/>
          </ac:spMkLst>
        </pc:spChg>
        <pc:spChg chg="add del mod">
          <ac:chgData name="鈴木 秀規" userId="f68c5fd9-22d5-4c0a-9833-7fb0f5135313" providerId="ADAL" clId="{E98ED17A-7109-B540-9D8D-B21534B0C6CC}" dt="2020-12-03T00:25:21.474" v="1200" actId="478"/>
          <ac:spMkLst>
            <pc:docMk/>
            <pc:sldMk cId="3018498330" sldId="369"/>
            <ac:spMk id="9" creationId="{3E884ED8-CB61-D543-B6E2-843DFC8389FB}"/>
          </ac:spMkLst>
        </pc:spChg>
        <pc:spChg chg="add del mod">
          <ac:chgData name="鈴木 秀規" userId="f68c5fd9-22d5-4c0a-9833-7fb0f5135313" providerId="ADAL" clId="{E98ED17A-7109-B540-9D8D-B21534B0C6CC}" dt="2020-12-03T00:26:04.588" v="1224" actId="478"/>
          <ac:spMkLst>
            <pc:docMk/>
            <pc:sldMk cId="3018498330" sldId="369"/>
            <ac:spMk id="10" creationId="{A7FAB5BB-1B58-CB4E-AE9C-8EA9B9D7FA24}"/>
          </ac:spMkLst>
        </pc:spChg>
        <pc:spChg chg="add mod">
          <ac:chgData name="鈴木 秀規" userId="f68c5fd9-22d5-4c0a-9833-7fb0f5135313" providerId="ADAL" clId="{E98ED17A-7109-B540-9D8D-B21534B0C6CC}" dt="2020-12-03T00:28:30.002" v="1621" actId="20577"/>
          <ac:spMkLst>
            <pc:docMk/>
            <pc:sldMk cId="3018498330" sldId="369"/>
            <ac:spMk id="11" creationId="{B4286CF0-DD30-344B-A450-767F0006A1A9}"/>
          </ac:spMkLst>
        </pc:spChg>
        <pc:grpChg chg="add mod">
          <ac:chgData name="鈴木 秀規" userId="f68c5fd9-22d5-4c0a-9833-7fb0f5135313" providerId="ADAL" clId="{E98ED17A-7109-B540-9D8D-B21534B0C6CC}" dt="2020-12-03T00:25:13.532" v="1197"/>
          <ac:grpSpMkLst>
            <pc:docMk/>
            <pc:sldMk cId="3018498330" sldId="369"/>
            <ac:grpSpMk id="6" creationId="{DE734515-ACC6-2E42-9D2E-E4E038D8D99A}"/>
          </ac:grpSpMkLst>
        </pc:grpChg>
      </pc:sldChg>
      <pc:sldChg chg="modSp new del mod">
        <pc:chgData name="鈴木 秀規" userId="f68c5fd9-22d5-4c0a-9833-7fb0f5135313" providerId="ADAL" clId="{E98ED17A-7109-B540-9D8D-B21534B0C6CC}" dt="2020-12-03T00:19:32.708" v="624" actId="2696"/>
        <pc:sldMkLst>
          <pc:docMk/>
          <pc:sldMk cId="2598863501" sldId="370"/>
        </pc:sldMkLst>
        <pc:spChg chg="mod">
          <ac:chgData name="鈴木 秀規" userId="f68c5fd9-22d5-4c0a-9833-7fb0f5135313" providerId="ADAL" clId="{E98ED17A-7109-B540-9D8D-B21534B0C6CC}" dt="2020-12-03T00:19:29.498" v="623" actId="20577"/>
          <ac:spMkLst>
            <pc:docMk/>
            <pc:sldMk cId="2598863501" sldId="370"/>
            <ac:spMk id="3" creationId="{EF268E63-F4E2-A445-97FA-CF579BA4774C}"/>
          </ac:spMkLst>
        </pc:spChg>
      </pc:sldChg>
      <pc:sldChg chg="modSp new mod ord">
        <pc:chgData name="鈴木 秀規" userId="f68c5fd9-22d5-4c0a-9833-7fb0f5135313" providerId="ADAL" clId="{E98ED17A-7109-B540-9D8D-B21534B0C6CC}" dt="2020-12-03T00:41:58.575" v="2005" actId="20578"/>
        <pc:sldMkLst>
          <pc:docMk/>
          <pc:sldMk cId="3805279594" sldId="370"/>
        </pc:sldMkLst>
        <pc:spChg chg="mod">
          <ac:chgData name="鈴木 秀規" userId="f68c5fd9-22d5-4c0a-9833-7fb0f5135313" providerId="ADAL" clId="{E98ED17A-7109-B540-9D8D-B21534B0C6CC}" dt="2020-12-03T00:38:59.922" v="1891" actId="20577"/>
          <ac:spMkLst>
            <pc:docMk/>
            <pc:sldMk cId="3805279594" sldId="370"/>
            <ac:spMk id="3" creationId="{9CB86EFC-2A3F-214C-A2A0-00EB1AC0E3F3}"/>
          </ac:spMkLst>
        </pc:spChg>
        <pc:spChg chg="mod">
          <ac:chgData name="鈴木 秀規" userId="f68c5fd9-22d5-4c0a-9833-7fb0f5135313" providerId="ADAL" clId="{E98ED17A-7109-B540-9D8D-B21534B0C6CC}" dt="2020-12-03T00:40:00.384" v="1967" actId="20577"/>
          <ac:spMkLst>
            <pc:docMk/>
            <pc:sldMk cId="3805279594" sldId="370"/>
            <ac:spMk id="5" creationId="{D9D24A15-605C-D342-9DF6-15A80C8E63C7}"/>
          </ac:spMkLst>
        </pc:spChg>
      </pc:sldChg>
      <pc:sldChg chg="modSp new mod">
        <pc:chgData name="鈴木 秀規" userId="f68c5fd9-22d5-4c0a-9833-7fb0f5135313" providerId="ADAL" clId="{E98ED17A-7109-B540-9D8D-B21534B0C6CC}" dt="2020-12-03T01:25:32.355" v="4574" actId="20577"/>
        <pc:sldMkLst>
          <pc:docMk/>
          <pc:sldMk cId="2800751255" sldId="371"/>
        </pc:sldMkLst>
        <pc:spChg chg="mod">
          <ac:chgData name="鈴木 秀規" userId="f68c5fd9-22d5-4c0a-9833-7fb0f5135313" providerId="ADAL" clId="{E98ED17A-7109-B540-9D8D-B21534B0C6CC}" dt="2020-12-03T01:24:23.480" v="4457" actId="20577"/>
          <ac:spMkLst>
            <pc:docMk/>
            <pc:sldMk cId="2800751255" sldId="371"/>
            <ac:spMk id="3" creationId="{86AF2C75-7C50-5545-B86A-AB0C1071AFF0}"/>
          </ac:spMkLst>
        </pc:spChg>
        <pc:spChg chg="mod">
          <ac:chgData name="鈴木 秀規" userId="f68c5fd9-22d5-4c0a-9833-7fb0f5135313" providerId="ADAL" clId="{E98ED17A-7109-B540-9D8D-B21534B0C6CC}" dt="2020-12-03T01:25:32.355" v="4574" actId="20577"/>
          <ac:spMkLst>
            <pc:docMk/>
            <pc:sldMk cId="2800751255" sldId="371"/>
            <ac:spMk id="5" creationId="{199D3E35-553D-E34C-ABB7-3B8D9DB70C07}"/>
          </ac:spMkLst>
        </pc:spChg>
      </pc:sldChg>
      <pc:sldChg chg="modSp add del mod">
        <pc:chgData name="鈴木 秀規" userId="f68c5fd9-22d5-4c0a-9833-7fb0f5135313" providerId="ADAL" clId="{E98ED17A-7109-B540-9D8D-B21534B0C6CC}" dt="2020-12-03T01:23:47.866" v="4441" actId="2696"/>
        <pc:sldMkLst>
          <pc:docMk/>
          <pc:sldMk cId="2920690313" sldId="371"/>
        </pc:sldMkLst>
        <pc:spChg chg="mod">
          <ac:chgData name="鈴木 秀規" userId="f68c5fd9-22d5-4c0a-9833-7fb0f5135313" providerId="ADAL" clId="{E98ED17A-7109-B540-9D8D-B21534B0C6CC}" dt="2020-12-03T00:42:25.265" v="2063" actId="20577"/>
          <ac:spMkLst>
            <pc:docMk/>
            <pc:sldMk cId="2920690313" sldId="371"/>
            <ac:spMk id="3" creationId="{F1C6C295-7820-0949-875F-EAF056230447}"/>
          </ac:spMkLst>
        </pc:spChg>
        <pc:spChg chg="mod">
          <ac:chgData name="鈴木 秀規" userId="f68c5fd9-22d5-4c0a-9833-7fb0f5135313" providerId="ADAL" clId="{E98ED17A-7109-B540-9D8D-B21534B0C6CC}" dt="2020-12-03T01:02:23.598" v="3980" actId="20577"/>
          <ac:spMkLst>
            <pc:docMk/>
            <pc:sldMk cId="2920690313" sldId="371"/>
            <ac:spMk id="5" creationId="{6B35BADF-F225-2348-897F-AF9752777AC5}"/>
          </ac:spMkLst>
        </pc:spChg>
        <pc:spChg chg="mod">
          <ac:chgData name="鈴木 秀規" userId="f68c5fd9-22d5-4c0a-9833-7fb0f5135313" providerId="ADAL" clId="{E98ED17A-7109-B540-9D8D-B21534B0C6CC}" dt="2020-12-03T00:46:58.847" v="2499" actId="20577"/>
          <ac:spMkLst>
            <pc:docMk/>
            <pc:sldMk cId="2920690313" sldId="371"/>
            <ac:spMk id="11" creationId="{B4286CF0-DD30-344B-A450-767F0006A1A9}"/>
          </ac:spMkLst>
        </pc:spChg>
      </pc:sldChg>
      <pc:sldChg chg="new del">
        <pc:chgData name="鈴木 秀規" userId="f68c5fd9-22d5-4c0a-9833-7fb0f5135313" providerId="ADAL" clId="{E98ED17A-7109-B540-9D8D-B21534B0C6CC}" dt="2020-12-03T00:41:47.526" v="2003" actId="2696"/>
        <pc:sldMkLst>
          <pc:docMk/>
          <pc:sldMk cId="4021239412" sldId="371"/>
        </pc:sldMkLst>
      </pc:sldChg>
      <pc:sldChg chg="addSp delSp modSp new del mod modClrScheme chgLayout">
        <pc:chgData name="鈴木 秀規" userId="f68c5fd9-22d5-4c0a-9833-7fb0f5135313" providerId="ADAL" clId="{E98ED17A-7109-B540-9D8D-B21534B0C6CC}" dt="2020-12-03T01:23:47.866" v="4441" actId="2696"/>
        <pc:sldMkLst>
          <pc:docMk/>
          <pc:sldMk cId="1635587013" sldId="372"/>
        </pc:sldMkLst>
        <pc:spChg chg="mod ord">
          <ac:chgData name="鈴木 秀規" userId="f68c5fd9-22d5-4c0a-9833-7fb0f5135313" providerId="ADAL" clId="{E98ED17A-7109-B540-9D8D-B21534B0C6CC}" dt="2020-12-03T01:00:58.087" v="3892" actId="700"/>
          <ac:spMkLst>
            <pc:docMk/>
            <pc:sldMk cId="1635587013" sldId="372"/>
            <ac:spMk id="2" creationId="{5078F227-8528-3540-AF9F-E4C525D46E51}"/>
          </ac:spMkLst>
        </pc:spChg>
        <pc:spChg chg="mod ord">
          <ac:chgData name="鈴木 秀規" userId="f68c5fd9-22d5-4c0a-9833-7fb0f5135313" providerId="ADAL" clId="{E98ED17A-7109-B540-9D8D-B21534B0C6CC}" dt="2020-12-03T01:02:16.565" v="3974" actId="20577"/>
          <ac:spMkLst>
            <pc:docMk/>
            <pc:sldMk cId="1635587013" sldId="372"/>
            <ac:spMk id="3" creationId="{38B5B614-E92D-C34C-B48C-B49809F551F5}"/>
          </ac:spMkLst>
        </pc:spChg>
        <pc:spChg chg="mod ord">
          <ac:chgData name="鈴木 秀規" userId="f68c5fd9-22d5-4c0a-9833-7fb0f5135313" providerId="ADAL" clId="{E98ED17A-7109-B540-9D8D-B21534B0C6CC}" dt="2020-12-03T01:00:58.087" v="3892" actId="700"/>
          <ac:spMkLst>
            <pc:docMk/>
            <pc:sldMk cId="1635587013" sldId="372"/>
            <ac:spMk id="4" creationId="{7E6ABC7F-1D7C-2643-A2E5-FD593C087B97}"/>
          </ac:spMkLst>
        </pc:spChg>
        <pc:spChg chg="del">
          <ac:chgData name="鈴木 秀規" userId="f68c5fd9-22d5-4c0a-9833-7fb0f5135313" providerId="ADAL" clId="{E98ED17A-7109-B540-9D8D-B21534B0C6CC}" dt="2020-12-03T01:00:55.215" v="3891" actId="700"/>
          <ac:spMkLst>
            <pc:docMk/>
            <pc:sldMk cId="1635587013" sldId="372"/>
            <ac:spMk id="5" creationId="{C84F0EC1-BEE9-1240-B931-66A4575EE533}"/>
          </ac:spMkLst>
        </pc:spChg>
        <pc:spChg chg="add mod ord">
          <ac:chgData name="鈴木 秀規" userId="f68c5fd9-22d5-4c0a-9833-7fb0f5135313" providerId="ADAL" clId="{E98ED17A-7109-B540-9D8D-B21534B0C6CC}" dt="2020-12-03T01:11:38.290" v="4283" actId="113"/>
          <ac:spMkLst>
            <pc:docMk/>
            <pc:sldMk cId="1635587013" sldId="372"/>
            <ac:spMk id="6" creationId="{7A317AAC-7FA8-7044-8617-53BFC58410B7}"/>
          </ac:spMkLst>
        </pc:spChg>
        <pc:spChg chg="add del mod">
          <ac:chgData name="鈴木 秀規" userId="f68c5fd9-22d5-4c0a-9833-7fb0f5135313" providerId="ADAL" clId="{E98ED17A-7109-B540-9D8D-B21534B0C6CC}" dt="2020-12-03T01:01:07.927" v="3894"/>
          <ac:spMkLst>
            <pc:docMk/>
            <pc:sldMk cId="1635587013" sldId="372"/>
            <ac:spMk id="7" creationId="{2D1E7911-94F1-9A43-976E-12D1608396B0}"/>
          </ac:spMkLst>
        </pc:spChg>
        <pc:spChg chg="add mod">
          <ac:chgData name="鈴木 秀規" userId="f68c5fd9-22d5-4c0a-9833-7fb0f5135313" providerId="ADAL" clId="{E98ED17A-7109-B540-9D8D-B21534B0C6CC}" dt="2020-12-03T01:11:19.402" v="4281" actId="14100"/>
          <ac:spMkLst>
            <pc:docMk/>
            <pc:sldMk cId="1635587013" sldId="372"/>
            <ac:spMk id="11" creationId="{88D872CC-356E-AF48-AA16-FAA6E94AAA63}"/>
          </ac:spMkLst>
        </pc:spChg>
        <pc:picChg chg="add mod">
          <ac:chgData name="鈴木 秀規" userId="f68c5fd9-22d5-4c0a-9833-7fb0f5135313" providerId="ADAL" clId="{E98ED17A-7109-B540-9D8D-B21534B0C6CC}" dt="2020-12-03T01:11:09.469" v="4278" actId="14100"/>
          <ac:picMkLst>
            <pc:docMk/>
            <pc:sldMk cId="1635587013" sldId="372"/>
            <ac:picMk id="9" creationId="{D02AEF55-75BE-9A46-B250-FC3DC2E377DE}"/>
          </ac:picMkLst>
        </pc:picChg>
        <pc:picChg chg="add del mod">
          <ac:chgData name="鈴木 秀規" userId="f68c5fd9-22d5-4c0a-9833-7fb0f5135313" providerId="ADAL" clId="{E98ED17A-7109-B540-9D8D-B21534B0C6CC}" dt="2020-12-03T01:09:31.274" v="4256" actId="478"/>
          <ac:picMkLst>
            <pc:docMk/>
            <pc:sldMk cId="1635587013" sldId="372"/>
            <ac:picMk id="13" creationId="{181B2E39-FB46-D84F-BDF6-092FF822422D}"/>
          </ac:picMkLst>
        </pc:picChg>
        <pc:picChg chg="add mod">
          <ac:chgData name="鈴木 秀規" userId="f68c5fd9-22d5-4c0a-9833-7fb0f5135313" providerId="ADAL" clId="{E98ED17A-7109-B540-9D8D-B21534B0C6CC}" dt="2020-12-03T01:11:22.332" v="4282" actId="1076"/>
          <ac:picMkLst>
            <pc:docMk/>
            <pc:sldMk cId="1635587013" sldId="372"/>
            <ac:picMk id="15" creationId="{4374EA10-B603-D54A-93C0-72956B90F74B}"/>
          </ac:picMkLst>
        </pc:picChg>
        <pc:inkChg chg="add del">
          <ac:chgData name="鈴木 秀規" userId="f68c5fd9-22d5-4c0a-9833-7fb0f5135313" providerId="ADAL" clId="{E98ED17A-7109-B540-9D8D-B21534B0C6CC}" dt="2020-12-03T01:07:32.252" v="4214" actId="9405"/>
          <ac:inkMkLst>
            <pc:docMk/>
            <pc:sldMk cId="1635587013" sldId="372"/>
            <ac:inkMk id="10" creationId="{52E244E1-A625-FC4A-B3CE-A5C917494B56}"/>
          </ac:inkMkLst>
        </pc:inkChg>
      </pc:sldChg>
      <pc:sldChg chg="addSp delSp modSp add del mod">
        <pc:chgData name="鈴木 秀規" userId="f68c5fd9-22d5-4c0a-9833-7fb0f5135313" providerId="ADAL" clId="{E98ED17A-7109-B540-9D8D-B21534B0C6CC}" dt="2020-12-03T01:23:47.866" v="4441" actId="2696"/>
        <pc:sldMkLst>
          <pc:docMk/>
          <pc:sldMk cId="615592541" sldId="373"/>
        </pc:sldMkLst>
        <pc:spChg chg="mod">
          <ac:chgData name="鈴木 秀規" userId="f68c5fd9-22d5-4c0a-9833-7fb0f5135313" providerId="ADAL" clId="{E98ED17A-7109-B540-9D8D-B21534B0C6CC}" dt="2020-12-03T01:12:33.393" v="4394" actId="20577"/>
          <ac:spMkLst>
            <pc:docMk/>
            <pc:sldMk cId="615592541" sldId="373"/>
            <ac:spMk id="6" creationId="{7A317AAC-7FA8-7044-8617-53BFC58410B7}"/>
          </ac:spMkLst>
        </pc:spChg>
        <pc:spChg chg="del">
          <ac:chgData name="鈴木 秀規" userId="f68c5fd9-22d5-4c0a-9833-7fb0f5135313" providerId="ADAL" clId="{E98ED17A-7109-B540-9D8D-B21534B0C6CC}" dt="2020-12-03T01:12:36.799" v="4395" actId="478"/>
          <ac:spMkLst>
            <pc:docMk/>
            <pc:sldMk cId="615592541" sldId="373"/>
            <ac:spMk id="11" creationId="{88D872CC-356E-AF48-AA16-FAA6E94AAA63}"/>
          </ac:spMkLst>
        </pc:spChg>
        <pc:grpChg chg="del mod">
          <ac:chgData name="鈴木 秀規" userId="f68c5fd9-22d5-4c0a-9833-7fb0f5135313" providerId="ADAL" clId="{E98ED17A-7109-B540-9D8D-B21534B0C6CC}" dt="2020-12-03T01:12:56.873" v="4408"/>
          <ac:grpSpMkLst>
            <pc:docMk/>
            <pc:sldMk cId="615592541" sldId="373"/>
            <ac:grpSpMk id="14" creationId="{8551A2E1-818D-7146-B07E-DF10303D9250}"/>
          </ac:grpSpMkLst>
        </pc:grpChg>
        <pc:grpChg chg="del mod">
          <ac:chgData name="鈴木 秀規" userId="f68c5fd9-22d5-4c0a-9833-7fb0f5135313" providerId="ADAL" clId="{E98ED17A-7109-B540-9D8D-B21534B0C6CC}" dt="2020-12-03T01:13:00.256" v="4414"/>
          <ac:grpSpMkLst>
            <pc:docMk/>
            <pc:sldMk cId="615592541" sldId="373"/>
            <ac:grpSpMk id="21" creationId="{1A19AE5A-D3A5-1B43-8537-FD9C98B59252}"/>
          </ac:grpSpMkLst>
        </pc:grpChg>
        <pc:grpChg chg="del mod">
          <ac:chgData name="鈴木 秀規" userId="f68c5fd9-22d5-4c0a-9833-7fb0f5135313" providerId="ADAL" clId="{E98ED17A-7109-B540-9D8D-B21534B0C6CC}" dt="2020-12-03T01:13:00.256" v="4414"/>
          <ac:grpSpMkLst>
            <pc:docMk/>
            <pc:sldMk cId="615592541" sldId="373"/>
            <ac:grpSpMk id="25" creationId="{4F9FE873-6A52-FD4C-9258-CA185F43F37E}"/>
          </ac:grpSpMkLst>
        </pc:grpChg>
        <pc:grpChg chg="mod">
          <ac:chgData name="鈴木 秀規" userId="f68c5fd9-22d5-4c0a-9833-7fb0f5135313" providerId="ADAL" clId="{E98ED17A-7109-B540-9D8D-B21534B0C6CC}" dt="2020-12-03T01:13:00.256" v="4414"/>
          <ac:grpSpMkLst>
            <pc:docMk/>
            <pc:sldMk cId="615592541" sldId="373"/>
            <ac:grpSpMk id="27" creationId="{D272DCE0-9EB4-9E40-9E1F-B34593E59CE7}"/>
          </ac:grpSpMkLst>
        </pc:grpChg>
        <pc:grpChg chg="mod">
          <ac:chgData name="鈴木 秀規" userId="f68c5fd9-22d5-4c0a-9833-7fb0f5135313" providerId="ADAL" clId="{E98ED17A-7109-B540-9D8D-B21534B0C6CC}" dt="2020-12-03T01:13:04.351" v="4419"/>
          <ac:grpSpMkLst>
            <pc:docMk/>
            <pc:sldMk cId="615592541" sldId="373"/>
            <ac:grpSpMk id="32" creationId="{FF31E88D-1A46-5542-82FA-9B7E260065D7}"/>
          </ac:grpSpMkLst>
        </pc:grpChg>
        <pc:grpChg chg="del mod">
          <ac:chgData name="鈴木 秀規" userId="f68c5fd9-22d5-4c0a-9833-7fb0f5135313" providerId="ADAL" clId="{E98ED17A-7109-B540-9D8D-B21534B0C6CC}" dt="2020-12-03T01:13:15.987" v="4431"/>
          <ac:grpSpMkLst>
            <pc:docMk/>
            <pc:sldMk cId="615592541" sldId="373"/>
            <ac:grpSpMk id="35" creationId="{839705A0-C752-514B-B68E-4DB44DC8A134}"/>
          </ac:grpSpMkLst>
        </pc:grpChg>
        <pc:grpChg chg="del mod">
          <ac:chgData name="鈴木 秀規" userId="f68c5fd9-22d5-4c0a-9833-7fb0f5135313" providerId="ADAL" clId="{E98ED17A-7109-B540-9D8D-B21534B0C6CC}" dt="2020-12-03T01:13:22.530" v="4437"/>
          <ac:grpSpMkLst>
            <pc:docMk/>
            <pc:sldMk cId="615592541" sldId="373"/>
            <ac:grpSpMk id="44" creationId="{5930A674-1151-AE4E-9CAE-276FA17D766A}"/>
          </ac:grpSpMkLst>
        </pc:grpChg>
        <pc:grpChg chg="del mod">
          <ac:chgData name="鈴木 秀規" userId="f68c5fd9-22d5-4c0a-9833-7fb0f5135313" providerId="ADAL" clId="{E98ED17A-7109-B540-9D8D-B21534B0C6CC}" dt="2020-12-03T01:13:25.226" v="4440"/>
          <ac:grpSpMkLst>
            <pc:docMk/>
            <pc:sldMk cId="615592541" sldId="373"/>
            <ac:grpSpMk id="50" creationId="{C4183422-7E13-7C4C-B712-DE3E98AD633A}"/>
          </ac:grpSpMkLst>
        </pc:grpChg>
        <pc:grpChg chg="mod">
          <ac:chgData name="鈴木 秀規" userId="f68c5fd9-22d5-4c0a-9833-7fb0f5135313" providerId="ADAL" clId="{E98ED17A-7109-B540-9D8D-B21534B0C6CC}" dt="2020-12-03T01:13:22.530" v="4437"/>
          <ac:grpSpMkLst>
            <pc:docMk/>
            <pc:sldMk cId="615592541" sldId="373"/>
            <ac:grpSpMk id="51" creationId="{BADCCBE2-93D5-1B43-B588-3A3CFF852C58}"/>
          </ac:grpSpMkLst>
        </pc:grpChg>
        <pc:grpChg chg="mod">
          <ac:chgData name="鈴木 秀規" userId="f68c5fd9-22d5-4c0a-9833-7fb0f5135313" providerId="ADAL" clId="{E98ED17A-7109-B540-9D8D-B21534B0C6CC}" dt="2020-12-03T01:13:25.226" v="4440"/>
          <ac:grpSpMkLst>
            <pc:docMk/>
            <pc:sldMk cId="615592541" sldId="373"/>
            <ac:grpSpMk id="54" creationId="{EC51F5D5-9987-304C-81F2-23905D124D38}"/>
          </ac:grpSpMkLst>
        </pc:grpChg>
        <pc:picChg chg="del">
          <ac:chgData name="鈴木 秀規" userId="f68c5fd9-22d5-4c0a-9833-7fb0f5135313" providerId="ADAL" clId="{E98ED17A-7109-B540-9D8D-B21534B0C6CC}" dt="2020-12-03T01:12:36.799" v="4395" actId="478"/>
          <ac:picMkLst>
            <pc:docMk/>
            <pc:sldMk cId="615592541" sldId="373"/>
            <ac:picMk id="9" creationId="{D02AEF55-75BE-9A46-B250-FC3DC2E377DE}"/>
          </ac:picMkLst>
        </pc:picChg>
        <pc:picChg chg="del">
          <ac:chgData name="鈴木 秀規" userId="f68c5fd9-22d5-4c0a-9833-7fb0f5135313" providerId="ADAL" clId="{E98ED17A-7109-B540-9D8D-B21534B0C6CC}" dt="2020-12-03T01:12:36.799" v="4395" actId="478"/>
          <ac:picMkLst>
            <pc:docMk/>
            <pc:sldMk cId="615592541" sldId="373"/>
            <ac:picMk id="15" creationId="{4374EA10-B603-D54A-93C0-72956B90F74B}"/>
          </ac:picMkLst>
        </pc:picChg>
        <pc:inkChg chg="add">
          <ac:chgData name="鈴木 秀規" userId="f68c5fd9-22d5-4c0a-9833-7fb0f5135313" providerId="ADAL" clId="{E98ED17A-7109-B540-9D8D-B21534B0C6CC}" dt="2020-12-03T01:12:45.376" v="4396" actId="9405"/>
          <ac:inkMkLst>
            <pc:docMk/>
            <pc:sldMk cId="615592541" sldId="373"/>
            <ac:inkMk id="5" creationId="{0AAFCCC5-5E76-CA48-81D5-A4E539E4401A}"/>
          </ac:inkMkLst>
        </pc:inkChg>
        <pc:inkChg chg="add">
          <ac:chgData name="鈴木 秀規" userId="f68c5fd9-22d5-4c0a-9833-7fb0f5135313" providerId="ADAL" clId="{E98ED17A-7109-B540-9D8D-B21534B0C6CC}" dt="2020-12-03T01:12:46.255" v="4397" actId="9405"/>
          <ac:inkMkLst>
            <pc:docMk/>
            <pc:sldMk cId="615592541" sldId="373"/>
            <ac:inkMk id="7" creationId="{2D2B5447-4F6B-9C44-9888-8B103E237897}"/>
          </ac:inkMkLst>
        </pc:inkChg>
        <pc:inkChg chg="add">
          <ac:chgData name="鈴木 秀規" userId="f68c5fd9-22d5-4c0a-9833-7fb0f5135313" providerId="ADAL" clId="{E98ED17A-7109-B540-9D8D-B21534B0C6CC}" dt="2020-12-03T01:12:47.620" v="4398" actId="9405"/>
          <ac:inkMkLst>
            <pc:docMk/>
            <pc:sldMk cId="615592541" sldId="373"/>
            <ac:inkMk id="8" creationId="{32D62E2B-CE79-3B4C-B7D1-ECDA946FA396}"/>
          </ac:inkMkLst>
        </pc:inkChg>
        <pc:inkChg chg="add">
          <ac:chgData name="鈴木 秀規" userId="f68c5fd9-22d5-4c0a-9833-7fb0f5135313" providerId="ADAL" clId="{E98ED17A-7109-B540-9D8D-B21534B0C6CC}" dt="2020-12-03T01:12:48.478" v="4399" actId="9405"/>
          <ac:inkMkLst>
            <pc:docMk/>
            <pc:sldMk cId="615592541" sldId="373"/>
            <ac:inkMk id="10" creationId="{C38D747C-B1C5-7646-8912-EAF8AD9B05FB}"/>
          </ac:inkMkLst>
        </pc:inkChg>
        <pc:inkChg chg="add mod">
          <ac:chgData name="鈴木 秀規" userId="f68c5fd9-22d5-4c0a-9833-7fb0f5135313" providerId="ADAL" clId="{E98ED17A-7109-B540-9D8D-B21534B0C6CC}" dt="2020-12-03T01:13:00.256" v="4414"/>
          <ac:inkMkLst>
            <pc:docMk/>
            <pc:sldMk cId="615592541" sldId="373"/>
            <ac:inkMk id="12" creationId="{806335AF-A205-0341-B2A0-1D60694F4960}"/>
          </ac:inkMkLst>
        </pc:inkChg>
        <pc:inkChg chg="add mod">
          <ac:chgData name="鈴木 秀規" userId="f68c5fd9-22d5-4c0a-9833-7fb0f5135313" providerId="ADAL" clId="{E98ED17A-7109-B540-9D8D-B21534B0C6CC}" dt="2020-12-03T01:13:00.256" v="4414"/>
          <ac:inkMkLst>
            <pc:docMk/>
            <pc:sldMk cId="615592541" sldId="373"/>
            <ac:inkMk id="13" creationId="{265E78D4-90FC-E941-952F-4DC34934B910}"/>
          </ac:inkMkLst>
        </pc:inkChg>
        <pc:inkChg chg="add mod">
          <ac:chgData name="鈴木 秀規" userId="f68c5fd9-22d5-4c0a-9833-7fb0f5135313" providerId="ADAL" clId="{E98ED17A-7109-B540-9D8D-B21534B0C6CC}" dt="2020-12-03T01:13:00.256" v="4414"/>
          <ac:inkMkLst>
            <pc:docMk/>
            <pc:sldMk cId="615592541" sldId="373"/>
            <ac:inkMk id="16" creationId="{25D529C6-2677-8143-A2EC-3E3D29C398ED}"/>
          </ac:inkMkLst>
        </pc:inkChg>
        <pc:inkChg chg="add mod">
          <ac:chgData name="鈴木 秀規" userId="f68c5fd9-22d5-4c0a-9833-7fb0f5135313" providerId="ADAL" clId="{E98ED17A-7109-B540-9D8D-B21534B0C6CC}" dt="2020-12-03T01:13:00.256" v="4414"/>
          <ac:inkMkLst>
            <pc:docMk/>
            <pc:sldMk cId="615592541" sldId="373"/>
            <ac:inkMk id="17" creationId="{06274F75-3053-9645-A2A8-DF2DE6A3B538}"/>
          </ac:inkMkLst>
        </pc:inkChg>
        <pc:inkChg chg="add mod">
          <ac:chgData name="鈴木 秀規" userId="f68c5fd9-22d5-4c0a-9833-7fb0f5135313" providerId="ADAL" clId="{E98ED17A-7109-B540-9D8D-B21534B0C6CC}" dt="2020-12-03T01:13:00.256" v="4414"/>
          <ac:inkMkLst>
            <pc:docMk/>
            <pc:sldMk cId="615592541" sldId="373"/>
            <ac:inkMk id="18" creationId="{5D9D1CCC-7C4B-4F45-9E8C-46E7A461F224}"/>
          </ac:inkMkLst>
        </pc:inkChg>
        <pc:inkChg chg="add mod">
          <ac:chgData name="鈴木 秀規" userId="f68c5fd9-22d5-4c0a-9833-7fb0f5135313" providerId="ADAL" clId="{E98ED17A-7109-B540-9D8D-B21534B0C6CC}" dt="2020-12-03T01:13:00.256" v="4414"/>
          <ac:inkMkLst>
            <pc:docMk/>
            <pc:sldMk cId="615592541" sldId="373"/>
            <ac:inkMk id="19" creationId="{80067FE2-41C2-1547-839E-8D7B8C559F11}"/>
          </ac:inkMkLst>
        </pc:inkChg>
        <pc:inkChg chg="add mod">
          <ac:chgData name="鈴木 秀規" userId="f68c5fd9-22d5-4c0a-9833-7fb0f5135313" providerId="ADAL" clId="{E98ED17A-7109-B540-9D8D-B21534B0C6CC}" dt="2020-12-03T01:13:00.256" v="4414"/>
          <ac:inkMkLst>
            <pc:docMk/>
            <pc:sldMk cId="615592541" sldId="373"/>
            <ac:inkMk id="20" creationId="{F851E1F2-49C9-2445-9F7E-DE468F4F208B}"/>
          </ac:inkMkLst>
        </pc:inkChg>
        <pc:inkChg chg="add mod">
          <ac:chgData name="鈴木 秀規" userId="f68c5fd9-22d5-4c0a-9833-7fb0f5135313" providerId="ADAL" clId="{E98ED17A-7109-B540-9D8D-B21534B0C6CC}" dt="2020-12-03T01:13:00.256" v="4414"/>
          <ac:inkMkLst>
            <pc:docMk/>
            <pc:sldMk cId="615592541" sldId="373"/>
            <ac:inkMk id="22" creationId="{30A1AF40-AD9F-8C47-9E55-8A996B26915D}"/>
          </ac:inkMkLst>
        </pc:inkChg>
        <pc:inkChg chg="add mod">
          <ac:chgData name="鈴木 秀規" userId="f68c5fd9-22d5-4c0a-9833-7fb0f5135313" providerId="ADAL" clId="{E98ED17A-7109-B540-9D8D-B21534B0C6CC}" dt="2020-12-03T01:13:00.256" v="4414"/>
          <ac:inkMkLst>
            <pc:docMk/>
            <pc:sldMk cId="615592541" sldId="373"/>
            <ac:inkMk id="23" creationId="{B40EA742-73B3-364D-AA23-FB8590AC2207}"/>
          </ac:inkMkLst>
        </pc:inkChg>
        <pc:inkChg chg="add mod">
          <ac:chgData name="鈴木 秀規" userId="f68c5fd9-22d5-4c0a-9833-7fb0f5135313" providerId="ADAL" clId="{E98ED17A-7109-B540-9D8D-B21534B0C6CC}" dt="2020-12-03T01:13:00.256" v="4414"/>
          <ac:inkMkLst>
            <pc:docMk/>
            <pc:sldMk cId="615592541" sldId="373"/>
            <ac:inkMk id="24" creationId="{5795096A-74E9-234F-8BC6-A2B37FEC1E1B}"/>
          </ac:inkMkLst>
        </pc:inkChg>
        <pc:inkChg chg="add mod">
          <ac:chgData name="鈴木 秀規" userId="f68c5fd9-22d5-4c0a-9833-7fb0f5135313" providerId="ADAL" clId="{E98ED17A-7109-B540-9D8D-B21534B0C6CC}" dt="2020-12-03T01:13:00.256" v="4414"/>
          <ac:inkMkLst>
            <pc:docMk/>
            <pc:sldMk cId="615592541" sldId="373"/>
            <ac:inkMk id="26" creationId="{9B6B34F6-24F6-0845-A046-BBBEA60020BC}"/>
          </ac:inkMkLst>
        </pc:inkChg>
        <pc:inkChg chg="add mod">
          <ac:chgData name="鈴木 秀規" userId="f68c5fd9-22d5-4c0a-9833-7fb0f5135313" providerId="ADAL" clId="{E98ED17A-7109-B540-9D8D-B21534B0C6CC}" dt="2020-12-03T01:13:04.351" v="4419"/>
          <ac:inkMkLst>
            <pc:docMk/>
            <pc:sldMk cId="615592541" sldId="373"/>
            <ac:inkMk id="28" creationId="{12C4A5BC-67FB-BC4D-BC74-8AF6D08168AF}"/>
          </ac:inkMkLst>
        </pc:inkChg>
        <pc:inkChg chg="add mod">
          <ac:chgData name="鈴木 秀規" userId="f68c5fd9-22d5-4c0a-9833-7fb0f5135313" providerId="ADAL" clId="{E98ED17A-7109-B540-9D8D-B21534B0C6CC}" dt="2020-12-03T01:13:04.351" v="4419"/>
          <ac:inkMkLst>
            <pc:docMk/>
            <pc:sldMk cId="615592541" sldId="373"/>
            <ac:inkMk id="29" creationId="{6DAC1C2F-D9A4-1944-8C16-2751D238E4A6}"/>
          </ac:inkMkLst>
        </pc:inkChg>
        <pc:inkChg chg="add mod">
          <ac:chgData name="鈴木 秀規" userId="f68c5fd9-22d5-4c0a-9833-7fb0f5135313" providerId="ADAL" clId="{E98ED17A-7109-B540-9D8D-B21534B0C6CC}" dt="2020-12-03T01:13:04.351" v="4419"/>
          <ac:inkMkLst>
            <pc:docMk/>
            <pc:sldMk cId="615592541" sldId="373"/>
            <ac:inkMk id="30" creationId="{B951B618-8B83-0845-91F9-73B0D476A03E}"/>
          </ac:inkMkLst>
        </pc:inkChg>
        <pc:inkChg chg="add mod">
          <ac:chgData name="鈴木 秀規" userId="f68c5fd9-22d5-4c0a-9833-7fb0f5135313" providerId="ADAL" clId="{E98ED17A-7109-B540-9D8D-B21534B0C6CC}" dt="2020-12-03T01:13:04.351" v="4419"/>
          <ac:inkMkLst>
            <pc:docMk/>
            <pc:sldMk cId="615592541" sldId="373"/>
            <ac:inkMk id="31" creationId="{72845632-76A6-8147-A9AC-11489DA2606D}"/>
          </ac:inkMkLst>
        </pc:inkChg>
        <pc:inkChg chg="add mod">
          <ac:chgData name="鈴木 秀規" userId="f68c5fd9-22d5-4c0a-9833-7fb0f5135313" providerId="ADAL" clId="{E98ED17A-7109-B540-9D8D-B21534B0C6CC}" dt="2020-12-03T01:13:22.530" v="4437"/>
          <ac:inkMkLst>
            <pc:docMk/>
            <pc:sldMk cId="615592541" sldId="373"/>
            <ac:inkMk id="33" creationId="{327E1137-848C-0542-A008-A361377DC6B3}"/>
          </ac:inkMkLst>
        </pc:inkChg>
        <pc:inkChg chg="add mod">
          <ac:chgData name="鈴木 秀規" userId="f68c5fd9-22d5-4c0a-9833-7fb0f5135313" providerId="ADAL" clId="{E98ED17A-7109-B540-9D8D-B21534B0C6CC}" dt="2020-12-03T01:13:22.530" v="4437"/>
          <ac:inkMkLst>
            <pc:docMk/>
            <pc:sldMk cId="615592541" sldId="373"/>
            <ac:inkMk id="34" creationId="{04E87504-CE51-1647-BC33-8498586A5F99}"/>
          </ac:inkMkLst>
        </pc:inkChg>
        <pc:inkChg chg="add mod">
          <ac:chgData name="鈴木 秀規" userId="f68c5fd9-22d5-4c0a-9833-7fb0f5135313" providerId="ADAL" clId="{E98ED17A-7109-B540-9D8D-B21534B0C6CC}" dt="2020-12-03T01:13:22.530" v="4437"/>
          <ac:inkMkLst>
            <pc:docMk/>
            <pc:sldMk cId="615592541" sldId="373"/>
            <ac:inkMk id="36" creationId="{914ED145-23CC-D24F-B377-64500A97C9BD}"/>
          </ac:inkMkLst>
        </pc:inkChg>
        <pc:inkChg chg="add mod">
          <ac:chgData name="鈴木 秀規" userId="f68c5fd9-22d5-4c0a-9833-7fb0f5135313" providerId="ADAL" clId="{E98ED17A-7109-B540-9D8D-B21534B0C6CC}" dt="2020-12-03T01:13:22.530" v="4437"/>
          <ac:inkMkLst>
            <pc:docMk/>
            <pc:sldMk cId="615592541" sldId="373"/>
            <ac:inkMk id="37" creationId="{FA522D34-9A1E-3845-B98E-2AEBD709AF4C}"/>
          </ac:inkMkLst>
        </pc:inkChg>
        <pc:inkChg chg="add mod">
          <ac:chgData name="鈴木 秀規" userId="f68c5fd9-22d5-4c0a-9833-7fb0f5135313" providerId="ADAL" clId="{E98ED17A-7109-B540-9D8D-B21534B0C6CC}" dt="2020-12-03T01:13:22.530" v="4437"/>
          <ac:inkMkLst>
            <pc:docMk/>
            <pc:sldMk cId="615592541" sldId="373"/>
            <ac:inkMk id="38" creationId="{9066D749-49B2-DD47-A77B-9E073DE6E36E}"/>
          </ac:inkMkLst>
        </pc:inkChg>
        <pc:inkChg chg="add mod">
          <ac:chgData name="鈴木 秀規" userId="f68c5fd9-22d5-4c0a-9833-7fb0f5135313" providerId="ADAL" clId="{E98ED17A-7109-B540-9D8D-B21534B0C6CC}" dt="2020-12-03T01:13:22.530" v="4437"/>
          <ac:inkMkLst>
            <pc:docMk/>
            <pc:sldMk cId="615592541" sldId="373"/>
            <ac:inkMk id="39" creationId="{6D0E7CA8-6D0E-5D45-95BF-6DD492468F82}"/>
          </ac:inkMkLst>
        </pc:inkChg>
        <pc:inkChg chg="add mod">
          <ac:chgData name="鈴木 秀規" userId="f68c5fd9-22d5-4c0a-9833-7fb0f5135313" providerId="ADAL" clId="{E98ED17A-7109-B540-9D8D-B21534B0C6CC}" dt="2020-12-03T01:13:22.530" v="4437"/>
          <ac:inkMkLst>
            <pc:docMk/>
            <pc:sldMk cId="615592541" sldId="373"/>
            <ac:inkMk id="40" creationId="{EBE4CD0E-56F2-C94C-85BD-2F0E4734D0C6}"/>
          </ac:inkMkLst>
        </pc:inkChg>
        <pc:inkChg chg="add mod">
          <ac:chgData name="鈴木 秀規" userId="f68c5fd9-22d5-4c0a-9833-7fb0f5135313" providerId="ADAL" clId="{E98ED17A-7109-B540-9D8D-B21534B0C6CC}" dt="2020-12-03T01:13:22.530" v="4437"/>
          <ac:inkMkLst>
            <pc:docMk/>
            <pc:sldMk cId="615592541" sldId="373"/>
            <ac:inkMk id="41" creationId="{C0C2010C-9DF9-6F4D-954C-13A577A55AD1}"/>
          </ac:inkMkLst>
        </pc:inkChg>
        <pc:inkChg chg="add mod">
          <ac:chgData name="鈴木 秀規" userId="f68c5fd9-22d5-4c0a-9833-7fb0f5135313" providerId="ADAL" clId="{E98ED17A-7109-B540-9D8D-B21534B0C6CC}" dt="2020-12-03T01:13:22.530" v="4437"/>
          <ac:inkMkLst>
            <pc:docMk/>
            <pc:sldMk cId="615592541" sldId="373"/>
            <ac:inkMk id="42" creationId="{0625FF5C-52FE-9445-8BF7-0BA1D54C9A6F}"/>
          </ac:inkMkLst>
        </pc:inkChg>
        <pc:inkChg chg="add mod">
          <ac:chgData name="鈴木 秀規" userId="f68c5fd9-22d5-4c0a-9833-7fb0f5135313" providerId="ADAL" clId="{E98ED17A-7109-B540-9D8D-B21534B0C6CC}" dt="2020-12-03T01:13:22.530" v="4437"/>
          <ac:inkMkLst>
            <pc:docMk/>
            <pc:sldMk cId="615592541" sldId="373"/>
            <ac:inkMk id="43" creationId="{0F4A4156-4EB8-0B43-83C5-FC67006F1FDE}"/>
          </ac:inkMkLst>
        </pc:inkChg>
        <pc:inkChg chg="add mod">
          <ac:chgData name="鈴木 秀規" userId="f68c5fd9-22d5-4c0a-9833-7fb0f5135313" providerId="ADAL" clId="{E98ED17A-7109-B540-9D8D-B21534B0C6CC}" dt="2020-12-03T01:13:22.530" v="4437"/>
          <ac:inkMkLst>
            <pc:docMk/>
            <pc:sldMk cId="615592541" sldId="373"/>
            <ac:inkMk id="45" creationId="{588F4819-1DC0-1740-A4EF-E006190C5EEF}"/>
          </ac:inkMkLst>
        </pc:inkChg>
        <pc:inkChg chg="add mod">
          <ac:chgData name="鈴木 秀規" userId="f68c5fd9-22d5-4c0a-9833-7fb0f5135313" providerId="ADAL" clId="{E98ED17A-7109-B540-9D8D-B21534B0C6CC}" dt="2020-12-03T01:13:22.530" v="4437"/>
          <ac:inkMkLst>
            <pc:docMk/>
            <pc:sldMk cId="615592541" sldId="373"/>
            <ac:inkMk id="46" creationId="{E2E294BA-E2E1-1A41-AEFC-7921BD5BB7ED}"/>
          </ac:inkMkLst>
        </pc:inkChg>
        <pc:inkChg chg="add mod">
          <ac:chgData name="鈴木 秀規" userId="f68c5fd9-22d5-4c0a-9833-7fb0f5135313" providerId="ADAL" clId="{E98ED17A-7109-B540-9D8D-B21534B0C6CC}" dt="2020-12-03T01:13:25.226" v="4440"/>
          <ac:inkMkLst>
            <pc:docMk/>
            <pc:sldMk cId="615592541" sldId="373"/>
            <ac:inkMk id="47" creationId="{ADB155EE-7897-0340-A79E-B348072C7BAC}"/>
          </ac:inkMkLst>
        </pc:inkChg>
        <pc:inkChg chg="add mod">
          <ac:chgData name="鈴木 秀規" userId="f68c5fd9-22d5-4c0a-9833-7fb0f5135313" providerId="ADAL" clId="{E98ED17A-7109-B540-9D8D-B21534B0C6CC}" dt="2020-12-03T01:13:25.226" v="4440"/>
          <ac:inkMkLst>
            <pc:docMk/>
            <pc:sldMk cId="615592541" sldId="373"/>
            <ac:inkMk id="48" creationId="{602A42FD-E6A0-DE42-AADE-9BD997397654}"/>
          </ac:inkMkLst>
        </pc:inkChg>
        <pc:inkChg chg="add mod">
          <ac:chgData name="鈴木 秀規" userId="f68c5fd9-22d5-4c0a-9833-7fb0f5135313" providerId="ADAL" clId="{E98ED17A-7109-B540-9D8D-B21534B0C6CC}" dt="2020-12-03T01:13:25.226" v="4440"/>
          <ac:inkMkLst>
            <pc:docMk/>
            <pc:sldMk cId="615592541" sldId="373"/>
            <ac:inkMk id="49" creationId="{CB785C1E-0477-6F47-AED8-83ABC4D01D6C}"/>
          </ac:inkMkLst>
        </pc:inkChg>
        <pc:inkChg chg="add mod">
          <ac:chgData name="鈴木 秀規" userId="f68c5fd9-22d5-4c0a-9833-7fb0f5135313" providerId="ADAL" clId="{E98ED17A-7109-B540-9D8D-B21534B0C6CC}" dt="2020-12-03T01:13:25.226" v="4440"/>
          <ac:inkMkLst>
            <pc:docMk/>
            <pc:sldMk cId="615592541" sldId="373"/>
            <ac:inkMk id="52" creationId="{12C88632-5B91-3741-8EB2-3FC9DA49DBAA}"/>
          </ac:inkMkLst>
        </pc:inkChg>
        <pc:inkChg chg="add mod">
          <ac:chgData name="鈴木 秀規" userId="f68c5fd9-22d5-4c0a-9833-7fb0f5135313" providerId="ADAL" clId="{E98ED17A-7109-B540-9D8D-B21534B0C6CC}" dt="2020-12-03T01:13:25.226" v="4440"/>
          <ac:inkMkLst>
            <pc:docMk/>
            <pc:sldMk cId="615592541" sldId="373"/>
            <ac:inkMk id="53" creationId="{12F4DDED-0E09-5E49-992F-7534E6CC9135}"/>
          </ac:inkMkLst>
        </pc:inkChg>
      </pc:sldChg>
    </pc:docChg>
  </pc:docChgLst>
  <pc:docChgLst>
    <pc:chgData name="鈴木 秀規" userId="f68c5fd9-22d5-4c0a-9833-7fb0f5135313" providerId="ADAL" clId="{D0A5A951-6A9D-4C9F-8AF0-F2BDB971078B}"/>
    <pc:docChg chg="modSld">
      <pc:chgData name="鈴木 秀規" userId="f68c5fd9-22d5-4c0a-9833-7fb0f5135313" providerId="ADAL" clId="{D0A5A951-6A9D-4C9F-8AF0-F2BDB971078B}" dt="2022-04-21T07:16:26.415" v="7" actId="20577"/>
      <pc:docMkLst>
        <pc:docMk/>
      </pc:docMkLst>
      <pc:sldChg chg="modSp mod">
        <pc:chgData name="鈴木 秀規" userId="f68c5fd9-22d5-4c0a-9833-7fb0f5135313" providerId="ADAL" clId="{D0A5A951-6A9D-4C9F-8AF0-F2BDB971078B}" dt="2022-04-21T07:16:26.415" v="7" actId="20577"/>
        <pc:sldMkLst>
          <pc:docMk/>
          <pc:sldMk cId="1422786490" sldId="422"/>
        </pc:sldMkLst>
        <pc:spChg chg="mod">
          <ac:chgData name="鈴木 秀規" userId="f68c5fd9-22d5-4c0a-9833-7fb0f5135313" providerId="ADAL" clId="{D0A5A951-6A9D-4C9F-8AF0-F2BDB971078B}" dt="2022-04-21T07:16:26.415" v="7" actId="20577"/>
          <ac:spMkLst>
            <pc:docMk/>
            <pc:sldMk cId="1422786490" sldId="422"/>
            <ac:spMk id="6" creationId="{0F81E6C4-7841-4153-9948-3830F64F1715}"/>
          </ac:spMkLst>
        </pc:spChg>
      </pc:sldChg>
    </pc:docChg>
  </pc:docChgLst>
  <pc:docChgLst>
    <pc:chgData name="鈴木 秀規" userId="S::h_suzuki@rhizome01.onmicrosoft.com::f68c5fd9-22d5-4c0a-9833-7fb0f5135313" providerId="AD" clId="Web-{41084A8C-A0A3-CA0D-2EC9-61FD28899570}"/>
    <pc:docChg chg="modSld">
      <pc:chgData name="鈴木 秀規" userId="S::h_suzuki@rhizome01.onmicrosoft.com::f68c5fd9-22d5-4c0a-9833-7fb0f5135313" providerId="AD" clId="Web-{41084A8C-A0A3-CA0D-2EC9-61FD28899570}" dt="2020-12-02T01:37:22.114" v="88" actId="20577"/>
      <pc:docMkLst>
        <pc:docMk/>
      </pc:docMkLst>
      <pc:sldChg chg="modSp">
        <pc:chgData name="鈴木 秀規" userId="S::h_suzuki@rhizome01.onmicrosoft.com::f68c5fd9-22d5-4c0a-9833-7fb0f5135313" providerId="AD" clId="Web-{41084A8C-A0A3-CA0D-2EC9-61FD28899570}" dt="2020-12-02T01:17:04.208" v="9" actId="20577"/>
        <pc:sldMkLst>
          <pc:docMk/>
          <pc:sldMk cId="0" sldId="256"/>
        </pc:sldMkLst>
        <pc:spChg chg="mod">
          <ac:chgData name="鈴木 秀規" userId="S::h_suzuki@rhizome01.onmicrosoft.com::f68c5fd9-22d5-4c0a-9833-7fb0f5135313" providerId="AD" clId="Web-{41084A8C-A0A3-CA0D-2EC9-61FD28899570}" dt="2020-12-02T01:17:04.208" v="9" actId="20577"/>
          <ac:spMkLst>
            <pc:docMk/>
            <pc:sldMk cId="0" sldId="256"/>
            <ac:spMk id="56" creationId="{00000000-0000-0000-0000-000000000000}"/>
          </ac:spMkLst>
        </pc:spChg>
      </pc:sldChg>
      <pc:sldChg chg="modSp">
        <pc:chgData name="鈴木 秀規" userId="S::h_suzuki@rhizome01.onmicrosoft.com::f68c5fd9-22d5-4c0a-9833-7fb0f5135313" providerId="AD" clId="Web-{41084A8C-A0A3-CA0D-2EC9-61FD28899570}" dt="2020-12-02T01:35:43.811" v="67" actId="20577"/>
        <pc:sldMkLst>
          <pc:docMk/>
          <pc:sldMk cId="1678292941" sldId="359"/>
        </pc:sldMkLst>
        <pc:spChg chg="mod">
          <ac:chgData name="鈴木 秀規" userId="S::h_suzuki@rhizome01.onmicrosoft.com::f68c5fd9-22d5-4c0a-9833-7fb0f5135313" providerId="AD" clId="Web-{41084A8C-A0A3-CA0D-2EC9-61FD28899570}" dt="2020-12-02T01:35:43.811" v="67" actId="20577"/>
          <ac:spMkLst>
            <pc:docMk/>
            <pc:sldMk cId="1678292941" sldId="359"/>
            <ac:spMk id="5" creationId="{9FB73B72-EC40-4233-BAB1-83ECFE5A4DD1}"/>
          </ac:spMkLst>
        </pc:spChg>
      </pc:sldChg>
      <pc:sldChg chg="modSp">
        <pc:chgData name="鈴木 秀規" userId="S::h_suzuki@rhizome01.onmicrosoft.com::f68c5fd9-22d5-4c0a-9833-7fb0f5135313" providerId="AD" clId="Web-{41084A8C-A0A3-CA0D-2EC9-61FD28899570}" dt="2020-12-02T01:37:22.114" v="87" actId="20577"/>
        <pc:sldMkLst>
          <pc:docMk/>
          <pc:sldMk cId="1668843990" sldId="360"/>
        </pc:sldMkLst>
        <pc:spChg chg="mod">
          <ac:chgData name="鈴木 秀規" userId="S::h_suzuki@rhizome01.onmicrosoft.com::f68c5fd9-22d5-4c0a-9833-7fb0f5135313" providerId="AD" clId="Web-{41084A8C-A0A3-CA0D-2EC9-61FD28899570}" dt="2020-12-02T01:37:22.114" v="87" actId="20577"/>
          <ac:spMkLst>
            <pc:docMk/>
            <pc:sldMk cId="1668843990" sldId="360"/>
            <ac:spMk id="9" creationId="{A4832727-EA7F-44D6-A9F2-E4AE0246960A}"/>
          </ac:spMkLst>
        </pc:spChg>
      </pc:sldChg>
    </pc:docChg>
  </pc:docChgLst>
  <pc:docChgLst>
    <pc:chgData name="鈴木 秀規" userId="f68c5fd9-22d5-4c0a-9833-7fb0f5135313" providerId="ADAL" clId="{AF96CCF2-A840-4D79-B969-C063CAB364A1}"/>
    <pc:docChg chg="modSld">
      <pc:chgData name="鈴木 秀規" userId="f68c5fd9-22d5-4c0a-9833-7fb0f5135313" providerId="ADAL" clId="{AF96CCF2-A840-4D79-B969-C063CAB364A1}" dt="2020-12-10T05:20:41.835" v="381" actId="5793"/>
      <pc:docMkLst>
        <pc:docMk/>
      </pc:docMkLst>
      <pc:sldChg chg="modSp mod">
        <pc:chgData name="鈴木 秀規" userId="f68c5fd9-22d5-4c0a-9833-7fb0f5135313" providerId="ADAL" clId="{AF96CCF2-A840-4D79-B969-C063CAB364A1}" dt="2020-12-10T05:16:41.920" v="277" actId="207"/>
        <pc:sldMkLst>
          <pc:docMk/>
          <pc:sldMk cId="510692425" sldId="259"/>
        </pc:sldMkLst>
        <pc:spChg chg="mod">
          <ac:chgData name="鈴木 秀規" userId="f68c5fd9-22d5-4c0a-9833-7fb0f5135313" providerId="ADAL" clId="{AF96CCF2-A840-4D79-B969-C063CAB364A1}" dt="2020-12-10T05:16:41.920" v="277" actId="207"/>
          <ac:spMkLst>
            <pc:docMk/>
            <pc:sldMk cId="510692425" sldId="259"/>
            <ac:spMk id="10" creationId="{3E5F57E8-1388-43AE-8DB4-00724FCD3EB3}"/>
          </ac:spMkLst>
        </pc:spChg>
      </pc:sldChg>
      <pc:sldChg chg="modSp mod">
        <pc:chgData name="鈴木 秀規" userId="f68c5fd9-22d5-4c0a-9833-7fb0f5135313" providerId="ADAL" clId="{AF96CCF2-A840-4D79-B969-C063CAB364A1}" dt="2020-12-10T05:14:37.944" v="120"/>
        <pc:sldMkLst>
          <pc:docMk/>
          <pc:sldMk cId="1668843990" sldId="360"/>
        </pc:sldMkLst>
        <pc:spChg chg="mod">
          <ac:chgData name="鈴木 秀規" userId="f68c5fd9-22d5-4c0a-9833-7fb0f5135313" providerId="ADAL" clId="{AF96CCF2-A840-4D79-B969-C063CAB364A1}" dt="2020-12-10T05:14:37.944" v="120"/>
          <ac:spMkLst>
            <pc:docMk/>
            <pc:sldMk cId="1668843990" sldId="360"/>
            <ac:spMk id="9" creationId="{A4832727-EA7F-44D6-A9F2-E4AE0246960A}"/>
          </ac:spMkLst>
        </pc:spChg>
      </pc:sldChg>
      <pc:sldChg chg="modSp mod">
        <pc:chgData name="鈴木 秀規" userId="f68c5fd9-22d5-4c0a-9833-7fb0f5135313" providerId="ADAL" clId="{AF96CCF2-A840-4D79-B969-C063CAB364A1}" dt="2020-12-10T05:15:57.439" v="239" actId="20577"/>
        <pc:sldMkLst>
          <pc:docMk/>
          <pc:sldMk cId="267129399" sldId="361"/>
        </pc:sldMkLst>
        <pc:spChg chg="mod">
          <ac:chgData name="鈴木 秀規" userId="f68c5fd9-22d5-4c0a-9833-7fb0f5135313" providerId="ADAL" clId="{AF96CCF2-A840-4D79-B969-C063CAB364A1}" dt="2020-12-10T05:15:57.439" v="239" actId="20577"/>
          <ac:spMkLst>
            <pc:docMk/>
            <pc:sldMk cId="267129399" sldId="361"/>
            <ac:spMk id="6" creationId="{D0F3BEAC-A5EA-4EE4-95C7-0AEC1107FD29}"/>
          </ac:spMkLst>
        </pc:spChg>
      </pc:sldChg>
      <pc:sldChg chg="modSp mod">
        <pc:chgData name="鈴木 秀規" userId="f68c5fd9-22d5-4c0a-9833-7fb0f5135313" providerId="ADAL" clId="{AF96CCF2-A840-4D79-B969-C063CAB364A1}" dt="2020-12-10T05:19:40.511" v="338" actId="207"/>
        <pc:sldMkLst>
          <pc:docMk/>
          <pc:sldMk cId="3018498330" sldId="369"/>
        </pc:sldMkLst>
        <pc:spChg chg="mod">
          <ac:chgData name="鈴木 秀規" userId="f68c5fd9-22d5-4c0a-9833-7fb0f5135313" providerId="ADAL" clId="{AF96CCF2-A840-4D79-B969-C063CAB364A1}" dt="2020-12-10T05:19:40.511" v="338" actId="207"/>
          <ac:spMkLst>
            <pc:docMk/>
            <pc:sldMk cId="3018498330" sldId="369"/>
            <ac:spMk id="5" creationId="{6B35BADF-F225-2348-897F-AF9752777AC5}"/>
          </ac:spMkLst>
        </pc:spChg>
      </pc:sldChg>
      <pc:sldChg chg="modSp mod">
        <pc:chgData name="鈴木 秀規" userId="f68c5fd9-22d5-4c0a-9833-7fb0f5135313" providerId="ADAL" clId="{AF96CCF2-A840-4D79-B969-C063CAB364A1}" dt="2020-12-10T05:20:41.835" v="381" actId="5793"/>
        <pc:sldMkLst>
          <pc:docMk/>
          <pc:sldMk cId="3805279594" sldId="370"/>
        </pc:sldMkLst>
        <pc:spChg chg="mod">
          <ac:chgData name="鈴木 秀規" userId="f68c5fd9-22d5-4c0a-9833-7fb0f5135313" providerId="ADAL" clId="{AF96CCF2-A840-4D79-B969-C063CAB364A1}" dt="2020-12-10T05:20:41.835" v="381" actId="5793"/>
          <ac:spMkLst>
            <pc:docMk/>
            <pc:sldMk cId="3805279594" sldId="370"/>
            <ac:spMk id="5" creationId="{D9D24A15-605C-D342-9DF6-15A80C8E63C7}"/>
          </ac:spMkLst>
        </pc:spChg>
      </pc:sldChg>
      <pc:sldChg chg="modSp mod">
        <pc:chgData name="鈴木 秀規" userId="f68c5fd9-22d5-4c0a-9833-7fb0f5135313" providerId="ADAL" clId="{AF96CCF2-A840-4D79-B969-C063CAB364A1}" dt="2020-12-10T05:20:03.861" v="347" actId="20577"/>
        <pc:sldMkLst>
          <pc:docMk/>
          <pc:sldMk cId="2800751255" sldId="371"/>
        </pc:sldMkLst>
        <pc:spChg chg="mod">
          <ac:chgData name="鈴木 秀規" userId="f68c5fd9-22d5-4c0a-9833-7fb0f5135313" providerId="ADAL" clId="{AF96CCF2-A840-4D79-B969-C063CAB364A1}" dt="2020-12-10T05:20:03.861" v="347" actId="20577"/>
          <ac:spMkLst>
            <pc:docMk/>
            <pc:sldMk cId="2800751255" sldId="371"/>
            <ac:spMk id="5" creationId="{199D3E35-553D-E34C-ABB7-3B8D9DB70C07}"/>
          </ac:spMkLst>
        </pc:spChg>
      </pc:sldChg>
    </pc:docChg>
  </pc:docChgLst>
  <pc:docChgLst>
    <pc:chgData name="鈴木 秀規" userId="f68c5fd9-22d5-4c0a-9833-7fb0f5135313" providerId="ADAL" clId="{B600404B-B4AC-BA48-ABCA-42DD293133BE}"/>
    <pc:docChg chg="undo custSel addSld delSld modSld sldOrd">
      <pc:chgData name="鈴木 秀規" userId="f68c5fd9-22d5-4c0a-9833-7fb0f5135313" providerId="ADAL" clId="{B600404B-B4AC-BA48-ABCA-42DD293133BE}" dt="2020-12-02T08:19:39.228" v="9351" actId="6549"/>
      <pc:docMkLst>
        <pc:docMk/>
      </pc:docMkLst>
      <pc:sldChg chg="addSp delSp modSp mod">
        <pc:chgData name="鈴木 秀規" userId="f68c5fd9-22d5-4c0a-9833-7fb0f5135313" providerId="ADAL" clId="{B600404B-B4AC-BA48-ABCA-42DD293133BE}" dt="2020-12-02T04:54:04.684" v="4077" actId="12"/>
        <pc:sldMkLst>
          <pc:docMk/>
          <pc:sldMk cId="510692425" sldId="259"/>
        </pc:sldMkLst>
        <pc:spChg chg="add mod">
          <ac:chgData name="鈴木 秀規" userId="f68c5fd9-22d5-4c0a-9833-7fb0f5135313" providerId="ADAL" clId="{B600404B-B4AC-BA48-ABCA-42DD293133BE}" dt="2020-12-02T02:23:27.049" v="1554" actId="14100"/>
          <ac:spMkLst>
            <pc:docMk/>
            <pc:sldMk cId="510692425" sldId="259"/>
            <ac:spMk id="2" creationId="{DC201A77-6CED-B64F-B3B1-47082D385545}"/>
          </ac:spMkLst>
        </pc:spChg>
        <pc:spChg chg="add del mod">
          <ac:chgData name="鈴木 秀規" userId="f68c5fd9-22d5-4c0a-9833-7fb0f5135313" providerId="ADAL" clId="{B600404B-B4AC-BA48-ABCA-42DD293133BE}" dt="2020-12-02T02:09:33.143" v="746" actId="478"/>
          <ac:spMkLst>
            <pc:docMk/>
            <pc:sldMk cId="510692425" sldId="259"/>
            <ac:spMk id="3" creationId="{CC3BEACF-542D-8D43-8EB6-E67A6836736E}"/>
          </ac:spMkLst>
        </pc:spChg>
        <pc:spChg chg="add mod">
          <ac:chgData name="鈴木 秀規" userId="f68c5fd9-22d5-4c0a-9833-7fb0f5135313" providerId="ADAL" clId="{B600404B-B4AC-BA48-ABCA-42DD293133BE}" dt="2020-12-02T02:11:22.858" v="766" actId="122"/>
          <ac:spMkLst>
            <pc:docMk/>
            <pc:sldMk cId="510692425" sldId="259"/>
            <ac:spMk id="4" creationId="{727D21BD-9F31-F24E-B765-050B498880B7}"/>
          </ac:spMkLst>
        </pc:spChg>
        <pc:spChg chg="mod">
          <ac:chgData name="鈴木 秀規" userId="f68c5fd9-22d5-4c0a-9833-7fb0f5135313" providerId="ADAL" clId="{B600404B-B4AC-BA48-ABCA-42DD293133BE}" dt="2020-12-02T01:49:22.837" v="702" actId="114"/>
          <ac:spMkLst>
            <pc:docMk/>
            <pc:sldMk cId="510692425" sldId="259"/>
            <ac:spMk id="7" creationId="{26125C28-3058-490D-92C2-94CB56CB505F}"/>
          </ac:spMkLst>
        </pc:spChg>
        <pc:spChg chg="add del mod">
          <ac:chgData name="鈴木 秀規" userId="f68c5fd9-22d5-4c0a-9833-7fb0f5135313" providerId="ADAL" clId="{B600404B-B4AC-BA48-ABCA-42DD293133BE}" dt="2020-12-02T04:54:04.684" v="4077" actId="12"/>
          <ac:spMkLst>
            <pc:docMk/>
            <pc:sldMk cId="510692425" sldId="259"/>
            <ac:spMk id="9" creationId="{14E1B7D8-B324-1D47-BB93-2B20562C44B8}"/>
          </ac:spMkLst>
        </pc:spChg>
        <pc:spChg chg="mod">
          <ac:chgData name="鈴木 秀規" userId="f68c5fd9-22d5-4c0a-9833-7fb0f5135313" providerId="ADAL" clId="{B600404B-B4AC-BA48-ABCA-42DD293133BE}" dt="2020-12-02T02:28:29.305" v="1762" actId="14100"/>
          <ac:spMkLst>
            <pc:docMk/>
            <pc:sldMk cId="510692425" sldId="259"/>
            <ac:spMk id="10" creationId="{3E5F57E8-1388-43AE-8DB4-00724FCD3EB3}"/>
          </ac:spMkLst>
        </pc:spChg>
        <pc:spChg chg="add del mod">
          <ac:chgData name="鈴木 秀規" userId="f68c5fd9-22d5-4c0a-9833-7fb0f5135313" providerId="ADAL" clId="{B600404B-B4AC-BA48-ABCA-42DD293133BE}" dt="2020-12-02T04:27:55.213" v="2673" actId="478"/>
          <ac:spMkLst>
            <pc:docMk/>
            <pc:sldMk cId="510692425" sldId="259"/>
            <ac:spMk id="11" creationId="{E2E00357-82C8-894B-AEA7-3E016C1C75A3}"/>
          </ac:spMkLst>
        </pc:spChg>
        <pc:spChg chg="add del mod">
          <ac:chgData name="鈴木 秀規" userId="f68c5fd9-22d5-4c0a-9833-7fb0f5135313" providerId="ADAL" clId="{B600404B-B4AC-BA48-ABCA-42DD293133BE}" dt="2020-12-02T02:29:58.865" v="1775" actId="478"/>
          <ac:spMkLst>
            <pc:docMk/>
            <pc:sldMk cId="510692425" sldId="259"/>
            <ac:spMk id="12" creationId="{AA4BC16F-B774-2548-9D76-CEAC3ACF35C6}"/>
          </ac:spMkLst>
        </pc:spChg>
        <pc:spChg chg="add del mod">
          <ac:chgData name="鈴木 秀規" userId="f68c5fd9-22d5-4c0a-9833-7fb0f5135313" providerId="ADAL" clId="{B600404B-B4AC-BA48-ABCA-42DD293133BE}" dt="2020-12-02T04:27:55.213" v="2673" actId="478"/>
          <ac:spMkLst>
            <pc:docMk/>
            <pc:sldMk cId="510692425" sldId="259"/>
            <ac:spMk id="13" creationId="{B973EC8C-CE64-954A-8E60-CEA7F2605A1C}"/>
          </ac:spMkLst>
        </pc:spChg>
        <pc:spChg chg="add del mod">
          <ac:chgData name="鈴木 秀規" userId="f68c5fd9-22d5-4c0a-9833-7fb0f5135313" providerId="ADAL" clId="{B600404B-B4AC-BA48-ABCA-42DD293133BE}" dt="2020-12-02T04:27:55.213" v="2673" actId="478"/>
          <ac:spMkLst>
            <pc:docMk/>
            <pc:sldMk cId="510692425" sldId="259"/>
            <ac:spMk id="14" creationId="{3CA950C9-C4F5-7543-BD2D-DFCE2F576188}"/>
          </ac:spMkLst>
        </pc:spChg>
        <pc:spChg chg="add del mod">
          <ac:chgData name="鈴木 秀規" userId="f68c5fd9-22d5-4c0a-9833-7fb0f5135313" providerId="ADAL" clId="{B600404B-B4AC-BA48-ABCA-42DD293133BE}" dt="2020-12-02T04:27:55.213" v="2673" actId="478"/>
          <ac:spMkLst>
            <pc:docMk/>
            <pc:sldMk cId="510692425" sldId="259"/>
            <ac:spMk id="15" creationId="{ED5AD4F3-B985-664A-86AC-B10F1F90B886}"/>
          </ac:spMkLst>
        </pc:spChg>
        <pc:spChg chg="add mod">
          <ac:chgData name="鈴木 秀規" userId="f68c5fd9-22d5-4c0a-9833-7fb0f5135313" providerId="ADAL" clId="{B600404B-B4AC-BA48-ABCA-42DD293133BE}" dt="2020-12-02T04:28:23.990" v="2714" actId="20577"/>
          <ac:spMkLst>
            <pc:docMk/>
            <pc:sldMk cId="510692425" sldId="259"/>
            <ac:spMk id="16" creationId="{15D20A36-4487-7441-AAC0-662645AC7C25}"/>
          </ac:spMkLst>
        </pc:spChg>
        <pc:grpChg chg="add">
          <ac:chgData name="鈴木 秀規" userId="f68c5fd9-22d5-4c0a-9833-7fb0f5135313" providerId="ADAL" clId="{B600404B-B4AC-BA48-ABCA-42DD293133BE}" dt="2020-12-02T02:13:59.325" v="791" actId="164"/>
          <ac:grpSpMkLst>
            <pc:docMk/>
            <pc:sldMk cId="510692425" sldId="259"/>
            <ac:grpSpMk id="8" creationId="{6ADB31C3-0BE2-AE4F-A979-FDA1F14C8FD1}"/>
          </ac:grpSpMkLst>
        </pc:grpChg>
      </pc:sldChg>
      <pc:sldChg chg="addSp delSp modSp mod modClrScheme chgLayout">
        <pc:chgData name="鈴木 秀規" userId="f68c5fd9-22d5-4c0a-9833-7fb0f5135313" providerId="ADAL" clId="{B600404B-B4AC-BA48-ABCA-42DD293133BE}" dt="2020-12-02T05:50:50.043" v="6319" actId="20577"/>
        <pc:sldMkLst>
          <pc:docMk/>
          <pc:sldMk cId="1511176286" sldId="261"/>
        </pc:sldMkLst>
        <pc:spChg chg="add mod ord">
          <ac:chgData name="鈴木 秀規" userId="f68c5fd9-22d5-4c0a-9833-7fb0f5135313" providerId="ADAL" clId="{B600404B-B4AC-BA48-ABCA-42DD293133BE}" dt="2020-12-02T05:50:50.043" v="6319" actId="20577"/>
          <ac:spMkLst>
            <pc:docMk/>
            <pc:sldMk cId="1511176286" sldId="261"/>
            <ac:spMk id="3" creationId="{0B12D7F3-A5C2-B94D-B5AC-293A43E6E105}"/>
          </ac:spMkLst>
        </pc:spChg>
        <pc:spChg chg="add del mod ord">
          <ac:chgData name="鈴木 秀規" userId="f68c5fd9-22d5-4c0a-9833-7fb0f5135313" providerId="ADAL" clId="{B600404B-B4AC-BA48-ABCA-42DD293133BE}" dt="2020-12-02T04:14:35.860" v="2005" actId="478"/>
          <ac:spMkLst>
            <pc:docMk/>
            <pc:sldMk cId="1511176286" sldId="261"/>
            <ac:spMk id="4" creationId="{E852CDE0-AA4B-314A-B85C-A782B80C00D9}"/>
          </ac:spMkLst>
        </pc:spChg>
        <pc:spChg chg="mod ord">
          <ac:chgData name="鈴木 秀規" userId="f68c5fd9-22d5-4c0a-9833-7fb0f5135313" providerId="ADAL" clId="{B600404B-B4AC-BA48-ABCA-42DD293133BE}" dt="2020-12-02T04:20:15.484" v="2178" actId="6264"/>
          <ac:spMkLst>
            <pc:docMk/>
            <pc:sldMk cId="1511176286" sldId="261"/>
            <ac:spMk id="5" creationId="{A3029779-EAC3-4C79-8D54-6C50A59BB25F}"/>
          </ac:spMkLst>
        </pc:spChg>
        <pc:spChg chg="mod ord">
          <ac:chgData name="鈴木 秀規" userId="f68c5fd9-22d5-4c0a-9833-7fb0f5135313" providerId="ADAL" clId="{B600404B-B4AC-BA48-ABCA-42DD293133BE}" dt="2020-12-02T04:20:15.484" v="2178" actId="6264"/>
          <ac:spMkLst>
            <pc:docMk/>
            <pc:sldMk cId="1511176286" sldId="261"/>
            <ac:spMk id="6" creationId="{93CAF3DF-C091-49F3-9A99-6DC437D36896}"/>
          </ac:spMkLst>
        </pc:spChg>
        <pc:spChg chg="mod ord">
          <ac:chgData name="鈴木 秀規" userId="f68c5fd9-22d5-4c0a-9833-7fb0f5135313" providerId="ADAL" clId="{B600404B-B4AC-BA48-ABCA-42DD293133BE}" dt="2020-12-02T05:50:12.152" v="6260" actId="114"/>
          <ac:spMkLst>
            <pc:docMk/>
            <pc:sldMk cId="1511176286" sldId="261"/>
            <ac:spMk id="7" creationId="{26125C28-3058-490D-92C2-94CB56CB505F}"/>
          </ac:spMkLst>
        </pc:spChg>
        <pc:spChg chg="add del mod ord">
          <ac:chgData name="鈴木 秀規" userId="f68c5fd9-22d5-4c0a-9833-7fb0f5135313" providerId="ADAL" clId="{B600404B-B4AC-BA48-ABCA-42DD293133BE}" dt="2020-12-02T04:18:39.054" v="2164" actId="6264"/>
          <ac:spMkLst>
            <pc:docMk/>
            <pc:sldMk cId="1511176286" sldId="261"/>
            <ac:spMk id="9" creationId="{C3192905-400E-EF41-AE20-89458CD96150}"/>
          </ac:spMkLst>
        </pc:spChg>
        <pc:spChg chg="del mod">
          <ac:chgData name="鈴木 秀規" userId="f68c5fd9-22d5-4c0a-9833-7fb0f5135313" providerId="ADAL" clId="{B600404B-B4AC-BA48-ABCA-42DD293133BE}" dt="2020-12-02T04:08:41.396" v="1831" actId="700"/>
          <ac:spMkLst>
            <pc:docMk/>
            <pc:sldMk cId="1511176286" sldId="261"/>
            <ac:spMk id="10" creationId="{3E5F57E8-1388-43AE-8DB4-00724FCD3EB3}"/>
          </ac:spMkLst>
        </pc:spChg>
        <pc:spChg chg="add del mod">
          <ac:chgData name="鈴木 秀規" userId="f68c5fd9-22d5-4c0a-9833-7fb0f5135313" providerId="ADAL" clId="{B600404B-B4AC-BA48-ABCA-42DD293133BE}" dt="2020-12-02T04:18:39.054" v="2164" actId="6264"/>
          <ac:spMkLst>
            <pc:docMk/>
            <pc:sldMk cId="1511176286" sldId="261"/>
            <ac:spMk id="11" creationId="{F5A7CD29-DF2C-2649-8D6C-D9CD9FFF89EE}"/>
          </ac:spMkLst>
        </pc:spChg>
        <pc:spChg chg="add del mod">
          <ac:chgData name="鈴木 秀規" userId="f68c5fd9-22d5-4c0a-9833-7fb0f5135313" providerId="ADAL" clId="{B600404B-B4AC-BA48-ABCA-42DD293133BE}" dt="2020-12-02T04:18:39.054" v="2164" actId="6264"/>
          <ac:spMkLst>
            <pc:docMk/>
            <pc:sldMk cId="1511176286" sldId="261"/>
            <ac:spMk id="12" creationId="{00BB7E62-BEF6-014D-B3C4-5CD6A5EF82A6}"/>
          </ac:spMkLst>
        </pc:spChg>
        <pc:spChg chg="add del mod">
          <ac:chgData name="鈴木 秀規" userId="f68c5fd9-22d5-4c0a-9833-7fb0f5135313" providerId="ADAL" clId="{B600404B-B4AC-BA48-ABCA-42DD293133BE}" dt="2020-12-02T04:18:39.054" v="2164" actId="6264"/>
          <ac:spMkLst>
            <pc:docMk/>
            <pc:sldMk cId="1511176286" sldId="261"/>
            <ac:spMk id="13" creationId="{CC291E27-F70F-4A45-B050-7EDC3A665555}"/>
          </ac:spMkLst>
        </pc:spChg>
        <pc:spChg chg="add del mod">
          <ac:chgData name="鈴木 秀規" userId="f68c5fd9-22d5-4c0a-9833-7fb0f5135313" providerId="ADAL" clId="{B600404B-B4AC-BA48-ABCA-42DD293133BE}" dt="2020-12-02T04:18:39.054" v="2164" actId="6264"/>
          <ac:spMkLst>
            <pc:docMk/>
            <pc:sldMk cId="1511176286" sldId="261"/>
            <ac:spMk id="14" creationId="{904467C0-5C51-654B-BEBF-953CC27972D7}"/>
          </ac:spMkLst>
        </pc:spChg>
        <pc:spChg chg="add del mod ord">
          <ac:chgData name="鈴木 秀規" userId="f68c5fd9-22d5-4c0a-9833-7fb0f5135313" providerId="ADAL" clId="{B600404B-B4AC-BA48-ABCA-42DD293133BE}" dt="2020-12-02T04:18:51.543" v="2165" actId="700"/>
          <ac:spMkLst>
            <pc:docMk/>
            <pc:sldMk cId="1511176286" sldId="261"/>
            <ac:spMk id="15" creationId="{EC25E2CB-2FED-5943-9A3F-BD1999E6F085}"/>
          </ac:spMkLst>
        </pc:spChg>
        <pc:spChg chg="add mod">
          <ac:chgData name="鈴木 秀規" userId="f68c5fd9-22d5-4c0a-9833-7fb0f5135313" providerId="ADAL" clId="{B600404B-B4AC-BA48-ABCA-42DD293133BE}" dt="2020-12-02T04:20:06.076" v="2176" actId="242"/>
          <ac:spMkLst>
            <pc:docMk/>
            <pc:sldMk cId="1511176286" sldId="261"/>
            <ac:spMk id="16" creationId="{3D3083A4-EDBD-F44F-B749-8C32843AE7E8}"/>
          </ac:spMkLst>
        </pc:spChg>
        <pc:spChg chg="add del mod">
          <ac:chgData name="鈴木 秀規" userId="f68c5fd9-22d5-4c0a-9833-7fb0f5135313" providerId="ADAL" clId="{B600404B-B4AC-BA48-ABCA-42DD293133BE}" dt="2020-12-02T04:20:15.484" v="2178" actId="6264"/>
          <ac:spMkLst>
            <pc:docMk/>
            <pc:sldMk cId="1511176286" sldId="261"/>
            <ac:spMk id="17" creationId="{B7EEAD20-B52E-C84D-BA41-A4B13D35618D}"/>
          </ac:spMkLst>
        </pc:spChg>
        <pc:spChg chg="add del mod">
          <ac:chgData name="鈴木 秀規" userId="f68c5fd9-22d5-4c0a-9833-7fb0f5135313" providerId="ADAL" clId="{B600404B-B4AC-BA48-ABCA-42DD293133BE}" dt="2020-12-02T04:20:15.484" v="2178" actId="6264"/>
          <ac:spMkLst>
            <pc:docMk/>
            <pc:sldMk cId="1511176286" sldId="261"/>
            <ac:spMk id="18" creationId="{40B8B8CE-4432-2546-8F34-537F5F02040C}"/>
          </ac:spMkLst>
        </pc:spChg>
        <pc:spChg chg="add del mod">
          <ac:chgData name="鈴木 秀規" userId="f68c5fd9-22d5-4c0a-9833-7fb0f5135313" providerId="ADAL" clId="{B600404B-B4AC-BA48-ABCA-42DD293133BE}" dt="2020-12-02T04:20:15.484" v="2178" actId="6264"/>
          <ac:spMkLst>
            <pc:docMk/>
            <pc:sldMk cId="1511176286" sldId="261"/>
            <ac:spMk id="19" creationId="{43D5AFBE-3129-1040-8963-822EAB0C5BD8}"/>
          </ac:spMkLst>
        </pc:spChg>
        <pc:spChg chg="add del mod">
          <ac:chgData name="鈴木 秀規" userId="f68c5fd9-22d5-4c0a-9833-7fb0f5135313" providerId="ADAL" clId="{B600404B-B4AC-BA48-ABCA-42DD293133BE}" dt="2020-12-02T04:20:15.484" v="2178" actId="6264"/>
          <ac:spMkLst>
            <pc:docMk/>
            <pc:sldMk cId="1511176286" sldId="261"/>
            <ac:spMk id="20" creationId="{2F0831C7-3517-C74B-BAB4-5369133A2678}"/>
          </ac:spMkLst>
        </pc:spChg>
        <pc:graphicFrameChg chg="add del mod modGraphic">
          <ac:chgData name="鈴木 秀規" userId="f68c5fd9-22d5-4c0a-9833-7fb0f5135313" providerId="ADAL" clId="{B600404B-B4AC-BA48-ABCA-42DD293133BE}" dt="2020-12-02T04:13:51.067" v="1969" actId="478"/>
          <ac:graphicFrameMkLst>
            <pc:docMk/>
            <pc:sldMk cId="1511176286" sldId="261"/>
            <ac:graphicFrameMk id="2" creationId="{498EC15B-77CB-D94B-ABA0-F0F409B243C6}"/>
          </ac:graphicFrameMkLst>
        </pc:graphicFrameChg>
        <pc:graphicFrameChg chg="add mod modGraphic">
          <ac:chgData name="鈴木 秀規" userId="f68c5fd9-22d5-4c0a-9833-7fb0f5135313" providerId="ADAL" clId="{B600404B-B4AC-BA48-ABCA-42DD293133BE}" dt="2020-12-02T04:42:16.648" v="3412" actId="20577"/>
          <ac:graphicFrameMkLst>
            <pc:docMk/>
            <pc:sldMk cId="1511176286" sldId="261"/>
            <ac:graphicFrameMk id="8" creationId="{2E59ED26-9DC1-6D41-B485-712238FCF173}"/>
          </ac:graphicFrameMkLst>
        </pc:graphicFrameChg>
      </pc:sldChg>
      <pc:sldChg chg="del">
        <pc:chgData name="鈴木 秀規" userId="f68c5fd9-22d5-4c0a-9833-7fb0f5135313" providerId="ADAL" clId="{B600404B-B4AC-BA48-ABCA-42DD293133BE}" dt="2020-12-02T04:27:42.306" v="2672" actId="2696"/>
        <pc:sldMkLst>
          <pc:docMk/>
          <pc:sldMk cId="1713214288" sldId="262"/>
        </pc:sldMkLst>
      </pc:sldChg>
      <pc:sldChg chg="del">
        <pc:chgData name="鈴木 秀規" userId="f68c5fd9-22d5-4c0a-9833-7fb0f5135313" providerId="ADAL" clId="{B600404B-B4AC-BA48-ABCA-42DD293133BE}" dt="2020-12-02T04:27:42.306" v="2672" actId="2696"/>
        <pc:sldMkLst>
          <pc:docMk/>
          <pc:sldMk cId="254834012" sldId="263"/>
        </pc:sldMkLst>
      </pc:sldChg>
      <pc:sldChg chg="del">
        <pc:chgData name="鈴木 秀規" userId="f68c5fd9-22d5-4c0a-9833-7fb0f5135313" providerId="ADAL" clId="{B600404B-B4AC-BA48-ABCA-42DD293133BE}" dt="2020-12-02T04:27:42.306" v="2672" actId="2696"/>
        <pc:sldMkLst>
          <pc:docMk/>
          <pc:sldMk cId="1099120957" sldId="264"/>
        </pc:sldMkLst>
      </pc:sldChg>
      <pc:sldChg chg="del">
        <pc:chgData name="鈴木 秀規" userId="f68c5fd9-22d5-4c0a-9833-7fb0f5135313" providerId="ADAL" clId="{B600404B-B4AC-BA48-ABCA-42DD293133BE}" dt="2020-12-02T04:27:42.306" v="2672" actId="2696"/>
        <pc:sldMkLst>
          <pc:docMk/>
          <pc:sldMk cId="1314233390" sldId="265"/>
        </pc:sldMkLst>
      </pc:sldChg>
      <pc:sldChg chg="del">
        <pc:chgData name="鈴木 秀規" userId="f68c5fd9-22d5-4c0a-9833-7fb0f5135313" providerId="ADAL" clId="{B600404B-B4AC-BA48-ABCA-42DD293133BE}" dt="2020-12-02T04:27:42.306" v="2672" actId="2696"/>
        <pc:sldMkLst>
          <pc:docMk/>
          <pc:sldMk cId="1172273642" sldId="266"/>
        </pc:sldMkLst>
      </pc:sldChg>
      <pc:sldChg chg="del">
        <pc:chgData name="鈴木 秀規" userId="f68c5fd9-22d5-4c0a-9833-7fb0f5135313" providerId="ADAL" clId="{B600404B-B4AC-BA48-ABCA-42DD293133BE}" dt="2020-12-02T04:27:42.306" v="2672" actId="2696"/>
        <pc:sldMkLst>
          <pc:docMk/>
          <pc:sldMk cId="3121341803" sldId="268"/>
        </pc:sldMkLst>
      </pc:sldChg>
      <pc:sldChg chg="del">
        <pc:chgData name="鈴木 秀規" userId="f68c5fd9-22d5-4c0a-9833-7fb0f5135313" providerId="ADAL" clId="{B600404B-B4AC-BA48-ABCA-42DD293133BE}" dt="2020-12-02T04:27:42.306" v="2672" actId="2696"/>
        <pc:sldMkLst>
          <pc:docMk/>
          <pc:sldMk cId="3266701290" sldId="270"/>
        </pc:sldMkLst>
      </pc:sldChg>
      <pc:sldChg chg="del">
        <pc:chgData name="鈴木 秀規" userId="f68c5fd9-22d5-4c0a-9833-7fb0f5135313" providerId="ADAL" clId="{B600404B-B4AC-BA48-ABCA-42DD293133BE}" dt="2020-12-02T04:27:42.306" v="2672" actId="2696"/>
        <pc:sldMkLst>
          <pc:docMk/>
          <pc:sldMk cId="3345440256" sldId="271"/>
        </pc:sldMkLst>
      </pc:sldChg>
      <pc:sldChg chg="del">
        <pc:chgData name="鈴木 秀規" userId="f68c5fd9-22d5-4c0a-9833-7fb0f5135313" providerId="ADAL" clId="{B600404B-B4AC-BA48-ABCA-42DD293133BE}" dt="2020-12-02T04:27:42.306" v="2672" actId="2696"/>
        <pc:sldMkLst>
          <pc:docMk/>
          <pc:sldMk cId="1062431507" sldId="272"/>
        </pc:sldMkLst>
      </pc:sldChg>
      <pc:sldChg chg="del">
        <pc:chgData name="鈴木 秀規" userId="f68c5fd9-22d5-4c0a-9833-7fb0f5135313" providerId="ADAL" clId="{B600404B-B4AC-BA48-ABCA-42DD293133BE}" dt="2020-12-02T04:27:42.306" v="2672" actId="2696"/>
        <pc:sldMkLst>
          <pc:docMk/>
          <pc:sldMk cId="321865084" sldId="274"/>
        </pc:sldMkLst>
      </pc:sldChg>
      <pc:sldChg chg="del">
        <pc:chgData name="鈴木 秀規" userId="f68c5fd9-22d5-4c0a-9833-7fb0f5135313" providerId="ADAL" clId="{B600404B-B4AC-BA48-ABCA-42DD293133BE}" dt="2020-12-02T04:27:42.306" v="2672" actId="2696"/>
        <pc:sldMkLst>
          <pc:docMk/>
          <pc:sldMk cId="1750612290" sldId="275"/>
        </pc:sldMkLst>
      </pc:sldChg>
      <pc:sldChg chg="del">
        <pc:chgData name="鈴木 秀規" userId="f68c5fd9-22d5-4c0a-9833-7fb0f5135313" providerId="ADAL" clId="{B600404B-B4AC-BA48-ABCA-42DD293133BE}" dt="2020-12-02T04:27:42.306" v="2672" actId="2696"/>
        <pc:sldMkLst>
          <pc:docMk/>
          <pc:sldMk cId="2863491344" sldId="276"/>
        </pc:sldMkLst>
      </pc:sldChg>
      <pc:sldChg chg="modSp del mod">
        <pc:chgData name="鈴木 秀規" userId="f68c5fd9-22d5-4c0a-9833-7fb0f5135313" providerId="ADAL" clId="{B600404B-B4AC-BA48-ABCA-42DD293133BE}" dt="2020-12-02T01:48:28.078" v="628" actId="2696"/>
        <pc:sldMkLst>
          <pc:docMk/>
          <pc:sldMk cId="1678292941" sldId="359"/>
        </pc:sldMkLst>
        <pc:spChg chg="mod">
          <ac:chgData name="鈴木 秀規" userId="f68c5fd9-22d5-4c0a-9833-7fb0f5135313" providerId="ADAL" clId="{B600404B-B4AC-BA48-ABCA-42DD293133BE}" dt="2020-12-02T01:41:11.197" v="113" actId="20577"/>
          <ac:spMkLst>
            <pc:docMk/>
            <pc:sldMk cId="1678292941" sldId="359"/>
            <ac:spMk id="5" creationId="{9FB73B72-EC40-4233-BAB1-83ECFE5A4DD1}"/>
          </ac:spMkLst>
        </pc:spChg>
      </pc:sldChg>
      <pc:sldChg chg="modSp mod">
        <pc:chgData name="鈴木 秀規" userId="f68c5fd9-22d5-4c0a-9833-7fb0f5135313" providerId="ADAL" clId="{B600404B-B4AC-BA48-ABCA-42DD293133BE}" dt="2020-12-02T01:48:09.543" v="626" actId="20577"/>
        <pc:sldMkLst>
          <pc:docMk/>
          <pc:sldMk cId="1668843990" sldId="360"/>
        </pc:sldMkLst>
        <pc:spChg chg="mod">
          <ac:chgData name="鈴木 秀規" userId="f68c5fd9-22d5-4c0a-9833-7fb0f5135313" providerId="ADAL" clId="{B600404B-B4AC-BA48-ABCA-42DD293133BE}" dt="2020-12-02T01:45:44.912" v="351" actId="20577"/>
          <ac:spMkLst>
            <pc:docMk/>
            <pc:sldMk cId="1668843990" sldId="360"/>
            <ac:spMk id="6" creationId="{296F413B-E489-4470-92CF-59B185034A28}"/>
          </ac:spMkLst>
        </pc:spChg>
        <pc:spChg chg="mod">
          <ac:chgData name="鈴木 秀規" userId="f68c5fd9-22d5-4c0a-9833-7fb0f5135313" providerId="ADAL" clId="{B600404B-B4AC-BA48-ABCA-42DD293133BE}" dt="2020-12-02T01:48:09.543" v="626" actId="20577"/>
          <ac:spMkLst>
            <pc:docMk/>
            <pc:sldMk cId="1668843990" sldId="360"/>
            <ac:spMk id="9" creationId="{A4832727-EA7F-44D6-A9F2-E4AE0246960A}"/>
          </ac:spMkLst>
        </pc:spChg>
      </pc:sldChg>
      <pc:sldChg chg="modSp mod">
        <pc:chgData name="鈴木 秀規" userId="f68c5fd9-22d5-4c0a-9833-7fb0f5135313" providerId="ADAL" clId="{B600404B-B4AC-BA48-ABCA-42DD293133BE}" dt="2020-12-02T01:48:17.333" v="627" actId="5793"/>
        <pc:sldMkLst>
          <pc:docMk/>
          <pc:sldMk cId="267129399" sldId="361"/>
        </pc:sldMkLst>
        <pc:spChg chg="mod">
          <ac:chgData name="鈴木 秀規" userId="f68c5fd9-22d5-4c0a-9833-7fb0f5135313" providerId="ADAL" clId="{B600404B-B4AC-BA48-ABCA-42DD293133BE}" dt="2020-12-02T01:45:36.756" v="348" actId="20577"/>
          <ac:spMkLst>
            <pc:docMk/>
            <pc:sldMk cId="267129399" sldId="361"/>
            <ac:spMk id="3" creationId="{AA9BFD7B-04B5-49CD-8E91-4AC76C8C681F}"/>
          </ac:spMkLst>
        </pc:spChg>
        <pc:spChg chg="mod">
          <ac:chgData name="鈴木 秀規" userId="f68c5fd9-22d5-4c0a-9833-7fb0f5135313" providerId="ADAL" clId="{B600404B-B4AC-BA48-ABCA-42DD293133BE}" dt="2020-12-02T01:48:17.333" v="627" actId="5793"/>
          <ac:spMkLst>
            <pc:docMk/>
            <pc:sldMk cId="267129399" sldId="361"/>
            <ac:spMk id="6" creationId="{D0F3BEAC-A5EA-4EE4-95C7-0AEC1107FD29}"/>
          </ac:spMkLst>
        </pc:spChg>
      </pc:sldChg>
      <pc:sldChg chg="addSp delSp modSp new mod chgLayout">
        <pc:chgData name="鈴木 秀規" userId="f68c5fd9-22d5-4c0a-9833-7fb0f5135313" providerId="ADAL" clId="{B600404B-B4AC-BA48-ABCA-42DD293133BE}" dt="2020-12-02T05:24:56.732" v="4844" actId="14734"/>
        <pc:sldMkLst>
          <pc:docMk/>
          <pc:sldMk cId="2503862587" sldId="362"/>
        </pc:sldMkLst>
        <pc:spChg chg="mod ord">
          <ac:chgData name="鈴木 秀規" userId="f68c5fd9-22d5-4c0a-9833-7fb0f5135313" providerId="ADAL" clId="{B600404B-B4AC-BA48-ABCA-42DD293133BE}" dt="2020-12-02T04:33:42.301" v="2887" actId="700"/>
          <ac:spMkLst>
            <pc:docMk/>
            <pc:sldMk cId="2503862587" sldId="362"/>
            <ac:spMk id="2" creationId="{6E4694B3-F66C-2C42-ABF3-667F907DA0DD}"/>
          </ac:spMkLst>
        </pc:spChg>
        <pc:spChg chg="mod ord">
          <ac:chgData name="鈴木 秀規" userId="f68c5fd9-22d5-4c0a-9833-7fb0f5135313" providerId="ADAL" clId="{B600404B-B4AC-BA48-ABCA-42DD293133BE}" dt="2020-12-02T05:09:53.477" v="4274" actId="20577"/>
          <ac:spMkLst>
            <pc:docMk/>
            <pc:sldMk cId="2503862587" sldId="362"/>
            <ac:spMk id="3" creationId="{0AA7DF0E-6130-4E46-AE0F-FC0B82015E51}"/>
          </ac:spMkLst>
        </pc:spChg>
        <pc:spChg chg="mod ord">
          <ac:chgData name="鈴木 秀規" userId="f68c5fd9-22d5-4c0a-9833-7fb0f5135313" providerId="ADAL" clId="{B600404B-B4AC-BA48-ABCA-42DD293133BE}" dt="2020-12-02T04:33:42.301" v="2887" actId="700"/>
          <ac:spMkLst>
            <pc:docMk/>
            <pc:sldMk cId="2503862587" sldId="362"/>
            <ac:spMk id="4" creationId="{D9FB1868-09BC-2B48-A261-614253F308F0}"/>
          </ac:spMkLst>
        </pc:spChg>
        <pc:spChg chg="del">
          <ac:chgData name="鈴木 秀規" userId="f68c5fd9-22d5-4c0a-9833-7fb0f5135313" providerId="ADAL" clId="{B600404B-B4AC-BA48-ABCA-42DD293133BE}" dt="2020-12-02T04:33:42.301" v="2887" actId="700"/>
          <ac:spMkLst>
            <pc:docMk/>
            <pc:sldMk cId="2503862587" sldId="362"/>
            <ac:spMk id="5" creationId="{EC071710-D4A1-D947-8F95-B8885D252A75}"/>
          </ac:spMkLst>
        </pc:spChg>
        <pc:spChg chg="add mod ord">
          <ac:chgData name="鈴木 秀規" userId="f68c5fd9-22d5-4c0a-9833-7fb0f5135313" providerId="ADAL" clId="{B600404B-B4AC-BA48-ABCA-42DD293133BE}" dt="2020-12-02T05:16:01.006" v="4537" actId="14100"/>
          <ac:spMkLst>
            <pc:docMk/>
            <pc:sldMk cId="2503862587" sldId="362"/>
            <ac:spMk id="6" creationId="{A4890558-85D0-1F40-B0C3-667A893B0352}"/>
          </ac:spMkLst>
        </pc:spChg>
        <pc:graphicFrameChg chg="add mod modGraphic">
          <ac:chgData name="鈴木 秀規" userId="f68c5fd9-22d5-4c0a-9833-7fb0f5135313" providerId="ADAL" clId="{B600404B-B4AC-BA48-ABCA-42DD293133BE}" dt="2020-12-02T05:24:56.732" v="4844" actId="14734"/>
          <ac:graphicFrameMkLst>
            <pc:docMk/>
            <pc:sldMk cId="2503862587" sldId="362"/>
            <ac:graphicFrameMk id="7" creationId="{4A74ACCC-FCC6-6B42-8E3E-348AE8E67A5C}"/>
          </ac:graphicFrameMkLst>
        </pc:graphicFrameChg>
      </pc:sldChg>
      <pc:sldChg chg="delSp modSp add mod ord">
        <pc:chgData name="鈴木 秀規" userId="f68c5fd9-22d5-4c0a-9833-7fb0f5135313" providerId="ADAL" clId="{B600404B-B4AC-BA48-ABCA-42DD293133BE}" dt="2020-12-02T05:51:40.506" v="6349" actId="114"/>
        <pc:sldMkLst>
          <pc:docMk/>
          <pc:sldMk cId="4089106883" sldId="363"/>
        </pc:sldMkLst>
        <pc:spChg chg="mod">
          <ac:chgData name="鈴木 秀規" userId="f68c5fd9-22d5-4c0a-9833-7fb0f5135313" providerId="ADAL" clId="{B600404B-B4AC-BA48-ABCA-42DD293133BE}" dt="2020-12-02T04:53:21.389" v="4074" actId="14100"/>
          <ac:spMkLst>
            <pc:docMk/>
            <pc:sldMk cId="4089106883" sldId="363"/>
            <ac:spMk id="2" creationId="{DC201A77-6CED-B64F-B3B1-47082D385545}"/>
          </ac:spMkLst>
        </pc:spChg>
        <pc:spChg chg="mod">
          <ac:chgData name="鈴木 秀規" userId="f68c5fd9-22d5-4c0a-9833-7fb0f5135313" providerId="ADAL" clId="{B600404B-B4AC-BA48-ABCA-42DD293133BE}" dt="2020-12-02T05:51:40.506" v="6349" actId="114"/>
          <ac:spMkLst>
            <pc:docMk/>
            <pc:sldMk cId="4089106883" sldId="363"/>
            <ac:spMk id="7" creationId="{26125C28-3058-490D-92C2-94CB56CB505F}"/>
          </ac:spMkLst>
        </pc:spChg>
        <pc:spChg chg="mod">
          <ac:chgData name="鈴木 秀規" userId="f68c5fd9-22d5-4c0a-9833-7fb0f5135313" providerId="ADAL" clId="{B600404B-B4AC-BA48-ABCA-42DD293133BE}" dt="2020-12-02T04:53:17.495" v="4073" actId="14100"/>
          <ac:spMkLst>
            <pc:docMk/>
            <pc:sldMk cId="4089106883" sldId="363"/>
            <ac:spMk id="9" creationId="{14E1B7D8-B324-1D47-BB93-2B20562C44B8}"/>
          </ac:spMkLst>
        </pc:spChg>
        <pc:spChg chg="mod">
          <ac:chgData name="鈴木 秀規" userId="f68c5fd9-22d5-4c0a-9833-7fb0f5135313" providerId="ADAL" clId="{B600404B-B4AC-BA48-ABCA-42DD293133BE}" dt="2020-12-02T05:26:43.906" v="5049" actId="20577"/>
          <ac:spMkLst>
            <pc:docMk/>
            <pc:sldMk cId="4089106883" sldId="363"/>
            <ac:spMk id="10" creationId="{3E5F57E8-1388-43AE-8DB4-00724FCD3EB3}"/>
          </ac:spMkLst>
        </pc:spChg>
        <pc:spChg chg="del">
          <ac:chgData name="鈴木 秀規" userId="f68c5fd9-22d5-4c0a-9833-7fb0f5135313" providerId="ADAL" clId="{B600404B-B4AC-BA48-ABCA-42DD293133BE}" dt="2020-12-02T04:39:08.472" v="3216" actId="478"/>
          <ac:spMkLst>
            <pc:docMk/>
            <pc:sldMk cId="4089106883" sldId="363"/>
            <ac:spMk id="16" creationId="{15D20A36-4487-7441-AAC0-662645AC7C25}"/>
          </ac:spMkLst>
        </pc:spChg>
      </pc:sldChg>
      <pc:sldChg chg="modSp new mod">
        <pc:chgData name="鈴木 秀規" userId="f68c5fd9-22d5-4c0a-9833-7fb0f5135313" providerId="ADAL" clId="{B600404B-B4AC-BA48-ABCA-42DD293133BE}" dt="2020-12-02T07:35:57.521" v="8283" actId="20577"/>
        <pc:sldMkLst>
          <pc:docMk/>
          <pc:sldMk cId="3893490019" sldId="364"/>
        </pc:sldMkLst>
        <pc:spChg chg="mod">
          <ac:chgData name="鈴木 秀規" userId="f68c5fd9-22d5-4c0a-9833-7fb0f5135313" providerId="ADAL" clId="{B600404B-B4AC-BA48-ABCA-42DD293133BE}" dt="2020-12-02T05:28:00.095" v="5105" actId="20577"/>
          <ac:spMkLst>
            <pc:docMk/>
            <pc:sldMk cId="3893490019" sldId="364"/>
            <ac:spMk id="3" creationId="{3A3F26A6-F565-3340-BD2E-EB9E7892240E}"/>
          </ac:spMkLst>
        </pc:spChg>
        <pc:spChg chg="mod">
          <ac:chgData name="鈴木 秀規" userId="f68c5fd9-22d5-4c0a-9833-7fb0f5135313" providerId="ADAL" clId="{B600404B-B4AC-BA48-ABCA-42DD293133BE}" dt="2020-12-02T07:35:57.521" v="8283" actId="20577"/>
          <ac:spMkLst>
            <pc:docMk/>
            <pc:sldMk cId="3893490019" sldId="364"/>
            <ac:spMk id="5" creationId="{2BB4C47D-B980-1C4B-8248-0869FD55EB3D}"/>
          </ac:spMkLst>
        </pc:spChg>
      </pc:sldChg>
      <pc:sldChg chg="addSp delSp modSp new mod modClrScheme chgLayout">
        <pc:chgData name="鈴木 秀規" userId="f68c5fd9-22d5-4c0a-9833-7fb0f5135313" providerId="ADAL" clId="{B600404B-B4AC-BA48-ABCA-42DD293133BE}" dt="2020-12-02T08:01:23.432" v="9334" actId="12385"/>
        <pc:sldMkLst>
          <pc:docMk/>
          <pc:sldMk cId="2559106598" sldId="365"/>
        </pc:sldMkLst>
        <pc:spChg chg="mod ord">
          <ac:chgData name="鈴木 秀規" userId="f68c5fd9-22d5-4c0a-9833-7fb0f5135313" providerId="ADAL" clId="{B600404B-B4AC-BA48-ABCA-42DD293133BE}" dt="2020-12-02T05:49:05.916" v="6232" actId="700"/>
          <ac:spMkLst>
            <pc:docMk/>
            <pc:sldMk cId="2559106598" sldId="365"/>
            <ac:spMk id="2" creationId="{78E72CC0-84D7-F940-8547-5CD32644186A}"/>
          </ac:spMkLst>
        </pc:spChg>
        <pc:spChg chg="mod ord">
          <ac:chgData name="鈴木 秀規" userId="f68c5fd9-22d5-4c0a-9833-7fb0f5135313" providerId="ADAL" clId="{B600404B-B4AC-BA48-ABCA-42DD293133BE}" dt="2020-12-02T05:49:05.916" v="6232" actId="700"/>
          <ac:spMkLst>
            <pc:docMk/>
            <pc:sldMk cId="2559106598" sldId="365"/>
            <ac:spMk id="3" creationId="{570D767C-529D-1D4C-9BD6-2E3AAE679914}"/>
          </ac:spMkLst>
        </pc:spChg>
        <pc:spChg chg="mod ord">
          <ac:chgData name="鈴木 秀規" userId="f68c5fd9-22d5-4c0a-9833-7fb0f5135313" providerId="ADAL" clId="{B600404B-B4AC-BA48-ABCA-42DD293133BE}" dt="2020-12-02T05:49:05.916" v="6232" actId="700"/>
          <ac:spMkLst>
            <pc:docMk/>
            <pc:sldMk cId="2559106598" sldId="365"/>
            <ac:spMk id="4" creationId="{5C76D554-1D05-0D47-95D6-B29E81E5EAFC}"/>
          </ac:spMkLst>
        </pc:spChg>
        <pc:spChg chg="del">
          <ac:chgData name="鈴木 秀規" userId="f68c5fd9-22d5-4c0a-9833-7fb0f5135313" providerId="ADAL" clId="{B600404B-B4AC-BA48-ABCA-42DD293133BE}" dt="2020-12-02T05:49:05.916" v="6232" actId="700"/>
          <ac:spMkLst>
            <pc:docMk/>
            <pc:sldMk cId="2559106598" sldId="365"/>
            <ac:spMk id="5" creationId="{98336345-77D1-E74E-B614-58C5A3FC2AFC}"/>
          </ac:spMkLst>
        </pc:spChg>
        <pc:graphicFrameChg chg="add mod modGraphic">
          <ac:chgData name="鈴木 秀規" userId="f68c5fd9-22d5-4c0a-9833-7fb0f5135313" providerId="ADAL" clId="{B600404B-B4AC-BA48-ABCA-42DD293133BE}" dt="2020-12-02T08:01:23.432" v="9334" actId="12385"/>
          <ac:graphicFrameMkLst>
            <pc:docMk/>
            <pc:sldMk cId="2559106598" sldId="365"/>
            <ac:graphicFrameMk id="6" creationId="{A5C776C1-5736-6E41-AFE0-D7FC9EBFA87B}"/>
          </ac:graphicFrameMkLst>
        </pc:graphicFrameChg>
      </pc:sldChg>
      <pc:sldChg chg="modSp new del mod">
        <pc:chgData name="鈴木 秀規" userId="f68c5fd9-22d5-4c0a-9833-7fb0f5135313" providerId="ADAL" clId="{B600404B-B4AC-BA48-ABCA-42DD293133BE}" dt="2020-12-02T07:34:48.074" v="8254" actId="2696"/>
        <pc:sldMkLst>
          <pc:docMk/>
          <pc:sldMk cId="671293941" sldId="366"/>
        </pc:sldMkLst>
        <pc:spChg chg="mod">
          <ac:chgData name="鈴木 秀規" userId="f68c5fd9-22d5-4c0a-9833-7fb0f5135313" providerId="ADAL" clId="{B600404B-B4AC-BA48-ABCA-42DD293133BE}" dt="2020-12-02T06:02:14.509" v="6889" actId="20577"/>
          <ac:spMkLst>
            <pc:docMk/>
            <pc:sldMk cId="671293941" sldId="366"/>
            <ac:spMk id="3" creationId="{32F6F70D-4A22-6441-9F95-1F3D498CB74F}"/>
          </ac:spMkLst>
        </pc:spChg>
        <pc:spChg chg="mod">
          <ac:chgData name="鈴木 秀規" userId="f68c5fd9-22d5-4c0a-9833-7fb0f5135313" providerId="ADAL" clId="{B600404B-B4AC-BA48-ABCA-42DD293133BE}" dt="2020-12-02T06:05:46.880" v="6905" actId="20577"/>
          <ac:spMkLst>
            <pc:docMk/>
            <pc:sldMk cId="671293941" sldId="366"/>
            <ac:spMk id="5" creationId="{A0D45762-B465-394B-8671-1944E65D97C7}"/>
          </ac:spMkLst>
        </pc:spChg>
      </pc:sldChg>
      <pc:sldChg chg="modSp add mod ord">
        <pc:chgData name="鈴木 秀規" userId="f68c5fd9-22d5-4c0a-9833-7fb0f5135313" providerId="ADAL" clId="{B600404B-B4AC-BA48-ABCA-42DD293133BE}" dt="2020-12-02T07:38:38.710" v="8518" actId="20577"/>
        <pc:sldMkLst>
          <pc:docMk/>
          <pc:sldMk cId="15529201" sldId="367"/>
        </pc:sldMkLst>
        <pc:spChg chg="mod">
          <ac:chgData name="鈴木 秀規" userId="f68c5fd9-22d5-4c0a-9833-7fb0f5135313" providerId="ADAL" clId="{B600404B-B4AC-BA48-ABCA-42DD293133BE}" dt="2020-12-02T06:11:15.049" v="7173" actId="14100"/>
          <ac:spMkLst>
            <pc:docMk/>
            <pc:sldMk cId="15529201" sldId="367"/>
            <ac:spMk id="2" creationId="{DC201A77-6CED-B64F-B3B1-47082D385545}"/>
          </ac:spMkLst>
        </pc:spChg>
        <pc:spChg chg="mod">
          <ac:chgData name="鈴木 秀規" userId="f68c5fd9-22d5-4c0a-9833-7fb0f5135313" providerId="ADAL" clId="{B600404B-B4AC-BA48-ABCA-42DD293133BE}" dt="2020-12-02T06:14:22.528" v="7407" actId="20577"/>
          <ac:spMkLst>
            <pc:docMk/>
            <pc:sldMk cId="15529201" sldId="367"/>
            <ac:spMk id="7" creationId="{26125C28-3058-490D-92C2-94CB56CB505F}"/>
          </ac:spMkLst>
        </pc:spChg>
        <pc:spChg chg="mod">
          <ac:chgData name="鈴木 秀規" userId="f68c5fd9-22d5-4c0a-9833-7fb0f5135313" providerId="ADAL" clId="{B600404B-B4AC-BA48-ABCA-42DD293133BE}" dt="2020-12-02T06:13:07.833" v="7308" actId="20577"/>
          <ac:spMkLst>
            <pc:docMk/>
            <pc:sldMk cId="15529201" sldId="367"/>
            <ac:spMk id="9" creationId="{14E1B7D8-B324-1D47-BB93-2B20562C44B8}"/>
          </ac:spMkLst>
        </pc:spChg>
        <pc:spChg chg="mod">
          <ac:chgData name="鈴木 秀規" userId="f68c5fd9-22d5-4c0a-9833-7fb0f5135313" providerId="ADAL" clId="{B600404B-B4AC-BA48-ABCA-42DD293133BE}" dt="2020-12-02T07:38:38.710" v="8518" actId="20577"/>
          <ac:spMkLst>
            <pc:docMk/>
            <pc:sldMk cId="15529201" sldId="367"/>
            <ac:spMk id="10" creationId="{3E5F57E8-1388-43AE-8DB4-00724FCD3EB3}"/>
          </ac:spMkLst>
        </pc:spChg>
      </pc:sldChg>
      <pc:sldChg chg="modSp add mod">
        <pc:chgData name="鈴木 秀規" userId="f68c5fd9-22d5-4c0a-9833-7fb0f5135313" providerId="ADAL" clId="{B600404B-B4AC-BA48-ABCA-42DD293133BE}" dt="2020-12-02T08:19:39.228" v="9351" actId="6549"/>
        <pc:sldMkLst>
          <pc:docMk/>
          <pc:sldMk cId="1431651866" sldId="368"/>
        </pc:sldMkLst>
        <pc:spChg chg="mod">
          <ac:chgData name="鈴木 秀規" userId="f68c5fd9-22d5-4c0a-9833-7fb0f5135313" providerId="ADAL" clId="{B600404B-B4AC-BA48-ABCA-42DD293133BE}" dt="2020-12-02T08:01:57.843" v="9350" actId="20577"/>
          <ac:spMkLst>
            <pc:docMk/>
            <pc:sldMk cId="1431651866" sldId="368"/>
            <ac:spMk id="3" creationId="{570D767C-529D-1D4C-9BD6-2E3AAE679914}"/>
          </ac:spMkLst>
        </pc:spChg>
        <pc:graphicFrameChg chg="modGraphic">
          <ac:chgData name="鈴木 秀規" userId="f68c5fd9-22d5-4c0a-9833-7fb0f5135313" providerId="ADAL" clId="{B600404B-B4AC-BA48-ABCA-42DD293133BE}" dt="2020-12-02T08:19:39.228" v="9351" actId="6549"/>
          <ac:graphicFrameMkLst>
            <pc:docMk/>
            <pc:sldMk cId="1431651866" sldId="368"/>
            <ac:graphicFrameMk id="6" creationId="{A5C776C1-5736-6E41-AFE0-D7FC9EBFA87B}"/>
          </ac:graphicFrameMkLst>
        </pc:graphicFrameChg>
      </pc:sldChg>
      <pc:sldMasterChg chg="delSldLayout">
        <pc:chgData name="鈴木 秀規" userId="f68c5fd9-22d5-4c0a-9833-7fb0f5135313" providerId="ADAL" clId="{B600404B-B4AC-BA48-ABCA-42DD293133BE}" dt="2020-12-02T04:27:42.306" v="2672" actId="2696"/>
        <pc:sldMasterMkLst>
          <pc:docMk/>
          <pc:sldMasterMk cId="435389543" sldId="2147483658"/>
        </pc:sldMasterMkLst>
        <pc:sldLayoutChg chg="del">
          <pc:chgData name="鈴木 秀規" userId="f68c5fd9-22d5-4c0a-9833-7fb0f5135313" providerId="ADAL" clId="{B600404B-B4AC-BA48-ABCA-42DD293133BE}" dt="2020-12-02T04:27:42.306" v="2672" actId="2696"/>
          <pc:sldLayoutMkLst>
            <pc:docMk/>
            <pc:sldMasterMk cId="435389543" sldId="2147483658"/>
            <pc:sldLayoutMk cId="2862377429" sldId="2147483665"/>
          </pc:sldLayoutMkLst>
        </pc:sldLayoutChg>
      </pc:sldMasterChg>
    </pc:docChg>
  </pc:docChgLst>
  <pc:docChgLst>
    <pc:chgData name="稔章 今野" userId="9659808f-245f-46a7-991e-983cdf43b7a2" providerId="ADAL" clId="{43AFE2C3-5748-4D65-9C0D-27C716E60B05}"/>
    <pc:docChg chg="undo custSel addSld modSld sldOrd">
      <pc:chgData name="稔章 今野" userId="9659808f-245f-46a7-991e-983cdf43b7a2" providerId="ADAL" clId="{43AFE2C3-5748-4D65-9C0D-27C716E60B05}" dt="2021-12-23T03:50:40.300" v="1965" actId="680"/>
      <pc:docMkLst>
        <pc:docMk/>
      </pc:docMkLst>
      <pc:sldChg chg="modSp mod">
        <pc:chgData name="稔章 今野" userId="9659808f-245f-46a7-991e-983cdf43b7a2" providerId="ADAL" clId="{43AFE2C3-5748-4D65-9C0D-27C716E60B05}" dt="2021-12-21T07:29:54.103" v="1956" actId="20577"/>
        <pc:sldMkLst>
          <pc:docMk/>
          <pc:sldMk cId="1859091905" sldId="362"/>
        </pc:sldMkLst>
        <pc:spChg chg="mod">
          <ac:chgData name="稔章 今野" userId="9659808f-245f-46a7-991e-983cdf43b7a2" providerId="ADAL" clId="{43AFE2C3-5748-4D65-9C0D-27C716E60B05}" dt="2021-12-21T07:29:54.103" v="1956" actId="20577"/>
          <ac:spMkLst>
            <pc:docMk/>
            <pc:sldMk cId="1859091905" sldId="362"/>
            <ac:spMk id="8" creationId="{C57C43D1-E1C5-418D-A114-931FDA96CE3D}"/>
          </ac:spMkLst>
        </pc:spChg>
      </pc:sldChg>
      <pc:sldChg chg="modSp mod">
        <pc:chgData name="稔章 今野" userId="9659808f-245f-46a7-991e-983cdf43b7a2" providerId="ADAL" clId="{43AFE2C3-5748-4D65-9C0D-27C716E60B05}" dt="2021-12-21T05:20:14.739" v="466" actId="1076"/>
        <pc:sldMkLst>
          <pc:docMk/>
          <pc:sldMk cId="1449548173" sldId="371"/>
        </pc:sldMkLst>
        <pc:spChg chg="mod">
          <ac:chgData name="稔章 今野" userId="9659808f-245f-46a7-991e-983cdf43b7a2" providerId="ADAL" clId="{43AFE2C3-5748-4D65-9C0D-27C716E60B05}" dt="2021-12-21T05:20:14.739" v="466" actId="1076"/>
          <ac:spMkLst>
            <pc:docMk/>
            <pc:sldMk cId="1449548173" sldId="371"/>
            <ac:spMk id="12" creationId="{D827973A-B285-444D-B8E2-2C1ADF444989}"/>
          </ac:spMkLst>
        </pc:spChg>
      </pc:sldChg>
      <pc:sldChg chg="modSp mod">
        <pc:chgData name="稔章 今野" userId="9659808f-245f-46a7-991e-983cdf43b7a2" providerId="ADAL" clId="{43AFE2C3-5748-4D65-9C0D-27C716E60B05}" dt="2021-12-21T05:28:29.986" v="468" actId="14100"/>
        <pc:sldMkLst>
          <pc:docMk/>
          <pc:sldMk cId="1389535331" sldId="385"/>
        </pc:sldMkLst>
        <pc:spChg chg="mod">
          <ac:chgData name="稔章 今野" userId="9659808f-245f-46a7-991e-983cdf43b7a2" providerId="ADAL" clId="{43AFE2C3-5748-4D65-9C0D-27C716E60B05}" dt="2021-12-21T05:28:29.986" v="468" actId="14100"/>
          <ac:spMkLst>
            <pc:docMk/>
            <pc:sldMk cId="1389535331" sldId="385"/>
            <ac:spMk id="5" creationId="{6F728591-7CBD-4AD4-9F32-C84F67FFA042}"/>
          </ac:spMkLst>
        </pc:spChg>
      </pc:sldChg>
      <pc:sldChg chg="ord">
        <pc:chgData name="稔章 今野" userId="9659808f-245f-46a7-991e-983cdf43b7a2" providerId="ADAL" clId="{43AFE2C3-5748-4D65-9C0D-27C716E60B05}" dt="2021-12-21T05:35:21.405" v="493"/>
        <pc:sldMkLst>
          <pc:docMk/>
          <pc:sldMk cId="2854077937" sldId="391"/>
        </pc:sldMkLst>
      </pc:sldChg>
      <pc:sldChg chg="ord">
        <pc:chgData name="稔章 今野" userId="9659808f-245f-46a7-991e-983cdf43b7a2" providerId="ADAL" clId="{43AFE2C3-5748-4D65-9C0D-27C716E60B05}" dt="2021-12-21T05:35:25.063" v="495"/>
        <pc:sldMkLst>
          <pc:docMk/>
          <pc:sldMk cId="2566377597" sldId="392"/>
        </pc:sldMkLst>
      </pc:sldChg>
      <pc:sldChg chg="modSp mod ord">
        <pc:chgData name="稔章 今野" userId="9659808f-245f-46a7-991e-983cdf43b7a2" providerId="ADAL" clId="{43AFE2C3-5748-4D65-9C0D-27C716E60B05}" dt="2021-12-21T06:17:22.429" v="1448" actId="5793"/>
        <pc:sldMkLst>
          <pc:docMk/>
          <pc:sldMk cId="1398339670" sldId="393"/>
        </pc:sldMkLst>
        <pc:spChg chg="mod">
          <ac:chgData name="稔章 今野" userId="9659808f-245f-46a7-991e-983cdf43b7a2" providerId="ADAL" clId="{43AFE2C3-5748-4D65-9C0D-27C716E60B05}" dt="2021-12-21T04:59:34.202" v="82" actId="20577"/>
          <ac:spMkLst>
            <pc:docMk/>
            <pc:sldMk cId="1398339670" sldId="393"/>
            <ac:spMk id="3" creationId="{CC2600F4-4C41-40A4-B127-4C95273C2234}"/>
          </ac:spMkLst>
        </pc:spChg>
        <pc:spChg chg="mod">
          <ac:chgData name="稔章 今野" userId="9659808f-245f-46a7-991e-983cdf43b7a2" providerId="ADAL" clId="{43AFE2C3-5748-4D65-9C0D-27C716E60B05}" dt="2021-12-21T06:17:22.429" v="1448" actId="5793"/>
          <ac:spMkLst>
            <pc:docMk/>
            <pc:sldMk cId="1398339670" sldId="393"/>
            <ac:spMk id="5" creationId="{B8045AC5-6FD9-48E8-8FFD-CD130F3B1311}"/>
          </ac:spMkLst>
        </pc:spChg>
      </pc:sldChg>
      <pc:sldChg chg="modSp new mod">
        <pc:chgData name="稔章 今野" userId="9659808f-245f-46a7-991e-983cdf43b7a2" providerId="ADAL" clId="{43AFE2C3-5748-4D65-9C0D-27C716E60B05}" dt="2021-12-21T05:06:50.699" v="464" actId="207"/>
        <pc:sldMkLst>
          <pc:docMk/>
          <pc:sldMk cId="1808360622" sldId="394"/>
        </pc:sldMkLst>
        <pc:spChg chg="mod">
          <ac:chgData name="稔章 今野" userId="9659808f-245f-46a7-991e-983cdf43b7a2" providerId="ADAL" clId="{43AFE2C3-5748-4D65-9C0D-27C716E60B05}" dt="2021-12-21T05:00:02.836" v="85" actId="20577"/>
          <ac:spMkLst>
            <pc:docMk/>
            <pc:sldMk cId="1808360622" sldId="394"/>
            <ac:spMk id="3" creationId="{F1FD9D44-5203-49ED-8FE9-6083BC387142}"/>
          </ac:spMkLst>
        </pc:spChg>
        <pc:spChg chg="mod">
          <ac:chgData name="稔章 今野" userId="9659808f-245f-46a7-991e-983cdf43b7a2" providerId="ADAL" clId="{43AFE2C3-5748-4D65-9C0D-27C716E60B05}" dt="2021-12-21T05:06:50.699" v="464" actId="207"/>
          <ac:spMkLst>
            <pc:docMk/>
            <pc:sldMk cId="1808360622" sldId="394"/>
            <ac:spMk id="5" creationId="{F6A601C1-65D2-47B5-A6D3-39D657C59F5E}"/>
          </ac:spMkLst>
        </pc:spChg>
      </pc:sldChg>
      <pc:sldChg chg="modSp new mod">
        <pc:chgData name="稔章 今野" userId="9659808f-245f-46a7-991e-983cdf43b7a2" providerId="ADAL" clId="{43AFE2C3-5748-4D65-9C0D-27C716E60B05}" dt="2021-12-21T06:53:22.004" v="1949" actId="20577"/>
        <pc:sldMkLst>
          <pc:docMk/>
          <pc:sldMk cId="1992762289" sldId="395"/>
        </pc:sldMkLst>
        <pc:spChg chg="mod">
          <ac:chgData name="稔章 今野" userId="9659808f-245f-46a7-991e-983cdf43b7a2" providerId="ADAL" clId="{43AFE2C3-5748-4D65-9C0D-27C716E60B05}" dt="2021-12-21T06:10:55.615" v="1160" actId="20577"/>
          <ac:spMkLst>
            <pc:docMk/>
            <pc:sldMk cId="1992762289" sldId="395"/>
            <ac:spMk id="3" creationId="{67F52CD4-1B52-421D-97EC-42E4473BD70F}"/>
          </ac:spMkLst>
        </pc:spChg>
        <pc:spChg chg="mod">
          <ac:chgData name="稔章 今野" userId="9659808f-245f-46a7-991e-983cdf43b7a2" providerId="ADAL" clId="{43AFE2C3-5748-4D65-9C0D-27C716E60B05}" dt="2021-12-21T06:53:22.004" v="1949" actId="20577"/>
          <ac:spMkLst>
            <pc:docMk/>
            <pc:sldMk cId="1992762289" sldId="395"/>
            <ac:spMk id="5" creationId="{7741BD80-BA0A-4534-87FA-DCFE67979A0F}"/>
          </ac:spMkLst>
        </pc:spChg>
      </pc:sldChg>
      <pc:sldChg chg="new">
        <pc:chgData name="稔章 今野" userId="9659808f-245f-46a7-991e-983cdf43b7a2" providerId="ADAL" clId="{43AFE2C3-5748-4D65-9C0D-27C716E60B05}" dt="2021-12-23T03:41:38.867" v="1957" actId="680"/>
        <pc:sldMkLst>
          <pc:docMk/>
          <pc:sldMk cId="3173399434" sldId="396"/>
        </pc:sldMkLst>
      </pc:sldChg>
      <pc:sldChg chg="new">
        <pc:chgData name="稔章 今野" userId="9659808f-245f-46a7-991e-983cdf43b7a2" providerId="ADAL" clId="{43AFE2C3-5748-4D65-9C0D-27C716E60B05}" dt="2021-12-23T03:42:09.979" v="1958" actId="680"/>
        <pc:sldMkLst>
          <pc:docMk/>
          <pc:sldMk cId="2643277542" sldId="397"/>
        </pc:sldMkLst>
      </pc:sldChg>
      <pc:sldChg chg="new">
        <pc:chgData name="稔章 今野" userId="9659808f-245f-46a7-991e-983cdf43b7a2" providerId="ADAL" clId="{43AFE2C3-5748-4D65-9C0D-27C716E60B05}" dt="2021-12-23T03:44:21.686" v="1959" actId="680"/>
        <pc:sldMkLst>
          <pc:docMk/>
          <pc:sldMk cId="3840141881" sldId="398"/>
        </pc:sldMkLst>
      </pc:sldChg>
      <pc:sldChg chg="new">
        <pc:chgData name="稔章 今野" userId="9659808f-245f-46a7-991e-983cdf43b7a2" providerId="ADAL" clId="{43AFE2C3-5748-4D65-9C0D-27C716E60B05}" dt="2021-12-23T03:44:43.354" v="1960" actId="680"/>
        <pc:sldMkLst>
          <pc:docMk/>
          <pc:sldMk cId="1559082455" sldId="399"/>
        </pc:sldMkLst>
      </pc:sldChg>
      <pc:sldChg chg="new">
        <pc:chgData name="稔章 今野" userId="9659808f-245f-46a7-991e-983cdf43b7a2" providerId="ADAL" clId="{43AFE2C3-5748-4D65-9C0D-27C716E60B05}" dt="2021-12-23T03:44:52.621" v="1961" actId="680"/>
        <pc:sldMkLst>
          <pc:docMk/>
          <pc:sldMk cId="2167348819" sldId="400"/>
        </pc:sldMkLst>
      </pc:sldChg>
      <pc:sldChg chg="new">
        <pc:chgData name="稔章 今野" userId="9659808f-245f-46a7-991e-983cdf43b7a2" providerId="ADAL" clId="{43AFE2C3-5748-4D65-9C0D-27C716E60B05}" dt="2021-12-23T03:50:02.779" v="1962" actId="680"/>
        <pc:sldMkLst>
          <pc:docMk/>
          <pc:sldMk cId="403394817" sldId="401"/>
        </pc:sldMkLst>
      </pc:sldChg>
      <pc:sldChg chg="new">
        <pc:chgData name="稔章 今野" userId="9659808f-245f-46a7-991e-983cdf43b7a2" providerId="ADAL" clId="{43AFE2C3-5748-4D65-9C0D-27C716E60B05}" dt="2021-12-23T03:50:08.518" v="1963" actId="680"/>
        <pc:sldMkLst>
          <pc:docMk/>
          <pc:sldMk cId="1254116403" sldId="402"/>
        </pc:sldMkLst>
      </pc:sldChg>
      <pc:sldChg chg="new">
        <pc:chgData name="稔章 今野" userId="9659808f-245f-46a7-991e-983cdf43b7a2" providerId="ADAL" clId="{43AFE2C3-5748-4D65-9C0D-27C716E60B05}" dt="2021-12-23T03:50:23.297" v="1964" actId="680"/>
        <pc:sldMkLst>
          <pc:docMk/>
          <pc:sldMk cId="1171312752" sldId="403"/>
        </pc:sldMkLst>
      </pc:sldChg>
      <pc:sldChg chg="new">
        <pc:chgData name="稔章 今野" userId="9659808f-245f-46a7-991e-983cdf43b7a2" providerId="ADAL" clId="{43AFE2C3-5748-4D65-9C0D-27C716E60B05}" dt="2021-12-23T03:50:40.300" v="1965" actId="680"/>
        <pc:sldMkLst>
          <pc:docMk/>
          <pc:sldMk cId="3122038174" sldId="404"/>
        </pc:sldMkLst>
      </pc:sldChg>
    </pc:docChg>
  </pc:docChgLst>
  <pc:docChgLst>
    <pc:chgData name="鈴木 秀規" userId="f68c5fd9-22d5-4c0a-9833-7fb0f5135313" providerId="ADAL" clId="{08638EF6-D777-4C0B-B3AC-F96EA920AE28}"/>
    <pc:docChg chg="undo custSel addSld delSld modSld">
      <pc:chgData name="鈴木 秀規" userId="f68c5fd9-22d5-4c0a-9833-7fb0f5135313" providerId="ADAL" clId="{08638EF6-D777-4C0B-B3AC-F96EA920AE28}" dt="2021-01-26T05:25:46.933" v="140" actId="14100"/>
      <pc:docMkLst>
        <pc:docMk/>
      </pc:docMkLst>
      <pc:sldChg chg="modSp mod">
        <pc:chgData name="鈴木 秀規" userId="f68c5fd9-22d5-4c0a-9833-7fb0f5135313" providerId="ADAL" clId="{08638EF6-D777-4C0B-B3AC-F96EA920AE28}" dt="2021-01-26T05:15:53.098" v="18" actId="14100"/>
        <pc:sldMkLst>
          <pc:docMk/>
          <pc:sldMk cId="0" sldId="256"/>
        </pc:sldMkLst>
        <pc:spChg chg="mod">
          <ac:chgData name="鈴木 秀規" userId="f68c5fd9-22d5-4c0a-9833-7fb0f5135313" providerId="ADAL" clId="{08638EF6-D777-4C0B-B3AC-F96EA920AE28}" dt="2021-01-26T05:15:53.098" v="18" actId="14100"/>
          <ac:spMkLst>
            <pc:docMk/>
            <pc:sldMk cId="0" sldId="256"/>
            <ac:spMk id="56" creationId="{00000000-0000-0000-0000-000000000000}"/>
          </ac:spMkLst>
        </pc:spChg>
      </pc:sldChg>
      <pc:sldChg chg="addSp delSp modSp new mod modClrScheme chgLayout">
        <pc:chgData name="鈴木 秀規" userId="f68c5fd9-22d5-4c0a-9833-7fb0f5135313" providerId="ADAL" clId="{08638EF6-D777-4C0B-B3AC-F96EA920AE28}" dt="2021-01-26T05:18:58.554" v="68" actId="20577"/>
        <pc:sldMkLst>
          <pc:docMk/>
          <pc:sldMk cId="1859091905" sldId="362"/>
        </pc:sldMkLst>
        <pc:spChg chg="del mod ord">
          <ac:chgData name="鈴木 秀規" userId="f68c5fd9-22d5-4c0a-9833-7fb0f5135313" providerId="ADAL" clId="{08638EF6-D777-4C0B-B3AC-F96EA920AE28}" dt="2021-01-26T05:16:11.335" v="21" actId="700"/>
          <ac:spMkLst>
            <pc:docMk/>
            <pc:sldMk cId="1859091905" sldId="362"/>
            <ac:spMk id="2" creationId="{4CBF5B66-7AA2-455B-BB64-AE2435551191}"/>
          </ac:spMkLst>
        </pc:spChg>
        <pc:spChg chg="del mod ord">
          <ac:chgData name="鈴木 秀規" userId="f68c5fd9-22d5-4c0a-9833-7fb0f5135313" providerId="ADAL" clId="{08638EF6-D777-4C0B-B3AC-F96EA920AE28}" dt="2021-01-26T05:16:11.335" v="21" actId="700"/>
          <ac:spMkLst>
            <pc:docMk/>
            <pc:sldMk cId="1859091905" sldId="362"/>
            <ac:spMk id="3" creationId="{1C6FA6B5-2ABF-4944-A196-C3D0F717D6DD}"/>
          </ac:spMkLst>
        </pc:spChg>
        <pc:spChg chg="mod ord">
          <ac:chgData name="鈴木 秀規" userId="f68c5fd9-22d5-4c0a-9833-7fb0f5135313" providerId="ADAL" clId="{08638EF6-D777-4C0B-B3AC-F96EA920AE28}" dt="2021-01-26T05:16:11.335" v="21" actId="700"/>
          <ac:spMkLst>
            <pc:docMk/>
            <pc:sldMk cId="1859091905" sldId="362"/>
            <ac:spMk id="4" creationId="{D6DC238B-EE56-4E60-9254-5D7461C2FECA}"/>
          </ac:spMkLst>
        </pc:spChg>
        <pc:spChg chg="mod ord">
          <ac:chgData name="鈴木 秀規" userId="f68c5fd9-22d5-4c0a-9833-7fb0f5135313" providerId="ADAL" clId="{08638EF6-D777-4C0B-B3AC-F96EA920AE28}" dt="2021-01-26T05:16:11.335" v="21" actId="700"/>
          <ac:spMkLst>
            <pc:docMk/>
            <pc:sldMk cId="1859091905" sldId="362"/>
            <ac:spMk id="5" creationId="{CAF52E47-E0BD-4CE1-8C78-272007650A0D}"/>
          </ac:spMkLst>
        </pc:spChg>
        <pc:spChg chg="del">
          <ac:chgData name="鈴木 秀規" userId="f68c5fd9-22d5-4c0a-9833-7fb0f5135313" providerId="ADAL" clId="{08638EF6-D777-4C0B-B3AC-F96EA920AE28}" dt="2021-01-26T05:16:11.335" v="21" actId="700"/>
          <ac:spMkLst>
            <pc:docMk/>
            <pc:sldMk cId="1859091905" sldId="362"/>
            <ac:spMk id="6" creationId="{79872133-46EE-42C3-B6F5-3AE94028958F}"/>
          </ac:spMkLst>
        </pc:spChg>
        <pc:spChg chg="add mod ord">
          <ac:chgData name="鈴木 秀規" userId="f68c5fd9-22d5-4c0a-9833-7fb0f5135313" providerId="ADAL" clId="{08638EF6-D777-4C0B-B3AC-F96EA920AE28}" dt="2021-01-26T05:17:31.196" v="24"/>
          <ac:spMkLst>
            <pc:docMk/>
            <pc:sldMk cId="1859091905" sldId="362"/>
            <ac:spMk id="7" creationId="{58177CF6-E256-4D88-B489-5F2EFF09AC4C}"/>
          </ac:spMkLst>
        </pc:spChg>
        <pc:spChg chg="add mod ord">
          <ac:chgData name="鈴木 秀規" userId="f68c5fd9-22d5-4c0a-9833-7fb0f5135313" providerId="ADAL" clId="{08638EF6-D777-4C0B-B3AC-F96EA920AE28}" dt="2021-01-26T05:18:58.554" v="68" actId="20577"/>
          <ac:spMkLst>
            <pc:docMk/>
            <pc:sldMk cId="1859091905" sldId="362"/>
            <ac:spMk id="8" creationId="{C57C43D1-E1C5-418D-A114-931FDA96CE3D}"/>
          </ac:spMkLst>
        </pc:spChg>
        <pc:picChg chg="add mod">
          <ac:chgData name="鈴木 秀規" userId="f68c5fd9-22d5-4c0a-9833-7fb0f5135313" providerId="ADAL" clId="{08638EF6-D777-4C0B-B3AC-F96EA920AE28}" dt="2021-01-26T05:17:56.352" v="28" actId="1076"/>
          <ac:picMkLst>
            <pc:docMk/>
            <pc:sldMk cId="1859091905" sldId="362"/>
            <ac:picMk id="9" creationId="{BA5D05B1-6F0D-4655-AFC1-495F71BCF81C}"/>
          </ac:picMkLst>
        </pc:picChg>
        <pc:picChg chg="add mod">
          <ac:chgData name="鈴木 秀規" userId="f68c5fd9-22d5-4c0a-9833-7fb0f5135313" providerId="ADAL" clId="{08638EF6-D777-4C0B-B3AC-F96EA920AE28}" dt="2021-01-26T05:17:56.352" v="28" actId="1076"/>
          <ac:picMkLst>
            <pc:docMk/>
            <pc:sldMk cId="1859091905" sldId="362"/>
            <ac:picMk id="10" creationId="{899D8770-B1F7-436F-BE7F-0F92A7770FDF}"/>
          </ac:picMkLst>
        </pc:picChg>
      </pc:sldChg>
      <pc:sldChg chg="addSp delSp modSp new mod">
        <pc:chgData name="鈴木 秀規" userId="f68c5fd9-22d5-4c0a-9833-7fb0f5135313" providerId="ADAL" clId="{08638EF6-D777-4C0B-B3AC-F96EA920AE28}" dt="2021-01-26T05:21:22.847" v="98" actId="1076"/>
        <pc:sldMkLst>
          <pc:docMk/>
          <pc:sldMk cId="2364365537" sldId="363"/>
        </pc:sldMkLst>
        <pc:spChg chg="mod">
          <ac:chgData name="鈴木 秀規" userId="f68c5fd9-22d5-4c0a-9833-7fb0f5135313" providerId="ADAL" clId="{08638EF6-D777-4C0B-B3AC-F96EA920AE28}" dt="2021-01-26T05:19:36.856" v="70"/>
          <ac:spMkLst>
            <pc:docMk/>
            <pc:sldMk cId="2364365537" sldId="363"/>
            <ac:spMk id="3" creationId="{B640D129-B6CB-4C83-B970-246D59D57573}"/>
          </ac:spMkLst>
        </pc:spChg>
        <pc:spChg chg="mod">
          <ac:chgData name="鈴木 秀規" userId="f68c5fd9-22d5-4c0a-9833-7fb0f5135313" providerId="ADAL" clId="{08638EF6-D777-4C0B-B3AC-F96EA920AE28}" dt="2021-01-26T05:19:50.758" v="73" actId="14100"/>
          <ac:spMkLst>
            <pc:docMk/>
            <pc:sldMk cId="2364365537" sldId="363"/>
            <ac:spMk id="5" creationId="{B57261C1-F514-40BE-AAF2-BA12D96EEC29}"/>
          </ac:spMkLst>
        </pc:spChg>
        <pc:spChg chg="add mod">
          <ac:chgData name="鈴木 秀規" userId="f68c5fd9-22d5-4c0a-9833-7fb0f5135313" providerId="ADAL" clId="{08638EF6-D777-4C0B-B3AC-F96EA920AE28}" dt="2021-01-26T05:20:52.991" v="88" actId="1076"/>
          <ac:spMkLst>
            <pc:docMk/>
            <pc:sldMk cId="2364365537" sldId="363"/>
            <ac:spMk id="9" creationId="{E22A0353-8EA1-4FD8-A39C-49D9187B8256}"/>
          </ac:spMkLst>
        </pc:spChg>
        <pc:picChg chg="add del mod">
          <ac:chgData name="鈴木 秀規" userId="f68c5fd9-22d5-4c0a-9833-7fb0f5135313" providerId="ADAL" clId="{08638EF6-D777-4C0B-B3AC-F96EA920AE28}" dt="2021-01-26T05:20:32.232" v="82" actId="478"/>
          <ac:picMkLst>
            <pc:docMk/>
            <pc:sldMk cId="2364365537" sldId="363"/>
            <ac:picMk id="6" creationId="{993F232B-F330-49C7-8CFF-CFCD402F49F4}"/>
          </ac:picMkLst>
        </pc:picChg>
        <pc:picChg chg="add mod">
          <ac:chgData name="鈴木 秀規" userId="f68c5fd9-22d5-4c0a-9833-7fb0f5135313" providerId="ADAL" clId="{08638EF6-D777-4C0B-B3AC-F96EA920AE28}" dt="2021-01-26T05:20:57.696" v="89" actId="14100"/>
          <ac:picMkLst>
            <pc:docMk/>
            <pc:sldMk cId="2364365537" sldId="363"/>
            <ac:picMk id="8" creationId="{763A5F80-3D1F-4918-9FDD-53A678F1CC4C}"/>
          </ac:picMkLst>
        </pc:picChg>
        <pc:picChg chg="add mod">
          <ac:chgData name="鈴木 秀規" userId="f68c5fd9-22d5-4c0a-9833-7fb0f5135313" providerId="ADAL" clId="{08638EF6-D777-4C0B-B3AC-F96EA920AE28}" dt="2021-01-26T05:21:14.092" v="94" actId="14100"/>
          <ac:picMkLst>
            <pc:docMk/>
            <pc:sldMk cId="2364365537" sldId="363"/>
            <ac:picMk id="10" creationId="{FBDEFDB1-0089-42FD-AE86-6574A2FA16DF}"/>
          </ac:picMkLst>
        </pc:picChg>
        <pc:picChg chg="add mod">
          <ac:chgData name="鈴木 秀規" userId="f68c5fd9-22d5-4c0a-9833-7fb0f5135313" providerId="ADAL" clId="{08638EF6-D777-4C0B-B3AC-F96EA920AE28}" dt="2021-01-26T05:21:22.847" v="98" actId="1076"/>
          <ac:picMkLst>
            <pc:docMk/>
            <pc:sldMk cId="2364365537" sldId="363"/>
            <ac:picMk id="11" creationId="{05719BC9-65AB-4C7B-9FC7-0A3C1B55521D}"/>
          </ac:picMkLst>
        </pc:picChg>
        <pc:picChg chg="add mod">
          <ac:chgData name="鈴木 秀規" userId="f68c5fd9-22d5-4c0a-9833-7fb0f5135313" providerId="ADAL" clId="{08638EF6-D777-4C0B-B3AC-F96EA920AE28}" dt="2021-01-26T05:21:19.192" v="96" actId="1076"/>
          <ac:picMkLst>
            <pc:docMk/>
            <pc:sldMk cId="2364365537" sldId="363"/>
            <ac:picMk id="12" creationId="{860637D5-85A1-4BFF-AD71-F43936BDB20B}"/>
          </ac:picMkLst>
        </pc:picChg>
      </pc:sldChg>
      <pc:sldChg chg="addSp modSp new mod">
        <pc:chgData name="鈴木 秀規" userId="f68c5fd9-22d5-4c0a-9833-7fb0f5135313" providerId="ADAL" clId="{08638EF6-D777-4C0B-B3AC-F96EA920AE28}" dt="2021-01-26T05:22:08.016" v="105" actId="1076"/>
        <pc:sldMkLst>
          <pc:docMk/>
          <pc:sldMk cId="2741627324" sldId="364"/>
        </pc:sldMkLst>
        <pc:spChg chg="mod">
          <ac:chgData name="鈴木 秀規" userId="f68c5fd9-22d5-4c0a-9833-7fb0f5135313" providerId="ADAL" clId="{08638EF6-D777-4C0B-B3AC-F96EA920AE28}" dt="2021-01-26T05:21:46.356" v="100"/>
          <ac:spMkLst>
            <pc:docMk/>
            <pc:sldMk cId="2741627324" sldId="364"/>
            <ac:spMk id="3" creationId="{B4DA3833-1318-40D9-AD12-6A36AD1AFCBA}"/>
          </ac:spMkLst>
        </pc:spChg>
        <pc:spChg chg="mod">
          <ac:chgData name="鈴木 秀規" userId="f68c5fd9-22d5-4c0a-9833-7fb0f5135313" providerId="ADAL" clId="{08638EF6-D777-4C0B-B3AC-F96EA920AE28}" dt="2021-01-26T05:22:03.812" v="103" actId="14100"/>
          <ac:spMkLst>
            <pc:docMk/>
            <pc:sldMk cId="2741627324" sldId="364"/>
            <ac:spMk id="5" creationId="{3EDB9DE5-251B-463B-B6D4-B3B16D2E8021}"/>
          </ac:spMkLst>
        </pc:spChg>
        <pc:picChg chg="add mod">
          <ac:chgData name="鈴木 秀規" userId="f68c5fd9-22d5-4c0a-9833-7fb0f5135313" providerId="ADAL" clId="{08638EF6-D777-4C0B-B3AC-F96EA920AE28}" dt="2021-01-26T05:22:08.016" v="105" actId="1076"/>
          <ac:picMkLst>
            <pc:docMk/>
            <pc:sldMk cId="2741627324" sldId="364"/>
            <ac:picMk id="6" creationId="{58B423EC-130A-4687-A843-790DB5B5F07B}"/>
          </ac:picMkLst>
        </pc:picChg>
      </pc:sldChg>
      <pc:sldChg chg="modSp new mod">
        <pc:chgData name="鈴木 秀規" userId="f68c5fd9-22d5-4c0a-9833-7fb0f5135313" providerId="ADAL" clId="{08638EF6-D777-4C0B-B3AC-F96EA920AE28}" dt="2021-01-26T05:23:15.844" v="115" actId="2710"/>
        <pc:sldMkLst>
          <pc:docMk/>
          <pc:sldMk cId="2463410247" sldId="365"/>
        </pc:sldMkLst>
        <pc:spChg chg="mod">
          <ac:chgData name="鈴木 秀規" userId="f68c5fd9-22d5-4c0a-9833-7fb0f5135313" providerId="ADAL" clId="{08638EF6-D777-4C0B-B3AC-F96EA920AE28}" dt="2021-01-26T05:22:27.921" v="107"/>
          <ac:spMkLst>
            <pc:docMk/>
            <pc:sldMk cId="2463410247" sldId="365"/>
            <ac:spMk id="3" creationId="{A7622962-8E8E-4B0A-B95C-5C847044E3A9}"/>
          </ac:spMkLst>
        </pc:spChg>
        <pc:spChg chg="mod">
          <ac:chgData name="鈴木 秀規" userId="f68c5fd9-22d5-4c0a-9833-7fb0f5135313" providerId="ADAL" clId="{08638EF6-D777-4C0B-B3AC-F96EA920AE28}" dt="2021-01-26T05:23:15.844" v="115" actId="2710"/>
          <ac:spMkLst>
            <pc:docMk/>
            <pc:sldMk cId="2463410247" sldId="365"/>
            <ac:spMk id="5" creationId="{D828DF36-6DEE-4664-A888-D5E7FA24C8BF}"/>
          </ac:spMkLst>
        </pc:spChg>
      </pc:sldChg>
      <pc:sldChg chg="addSp modSp new mod">
        <pc:chgData name="鈴木 秀規" userId="f68c5fd9-22d5-4c0a-9833-7fb0f5135313" providerId="ADAL" clId="{08638EF6-D777-4C0B-B3AC-F96EA920AE28}" dt="2021-01-26T05:25:46.933" v="140" actId="14100"/>
        <pc:sldMkLst>
          <pc:docMk/>
          <pc:sldMk cId="2468282938" sldId="366"/>
        </pc:sldMkLst>
        <pc:spChg chg="mod">
          <ac:chgData name="鈴木 秀規" userId="f68c5fd9-22d5-4c0a-9833-7fb0f5135313" providerId="ADAL" clId="{08638EF6-D777-4C0B-B3AC-F96EA920AE28}" dt="2021-01-26T05:23:59.930" v="117"/>
          <ac:spMkLst>
            <pc:docMk/>
            <pc:sldMk cId="2468282938" sldId="366"/>
            <ac:spMk id="3" creationId="{DCF72238-40A0-49B2-BCDA-0F4FC7B049CE}"/>
          </ac:spMkLst>
        </pc:spChg>
        <pc:spChg chg="mod">
          <ac:chgData name="鈴木 秀規" userId="f68c5fd9-22d5-4c0a-9833-7fb0f5135313" providerId="ADAL" clId="{08638EF6-D777-4C0B-B3AC-F96EA920AE28}" dt="2021-01-26T05:24:16.360" v="121" actId="14100"/>
          <ac:spMkLst>
            <pc:docMk/>
            <pc:sldMk cId="2468282938" sldId="366"/>
            <ac:spMk id="5" creationId="{74B6BD97-612C-4CA8-8A5C-7C81E7891880}"/>
          </ac:spMkLst>
        </pc:spChg>
        <pc:spChg chg="add mod">
          <ac:chgData name="鈴木 秀規" userId="f68c5fd9-22d5-4c0a-9833-7fb0f5135313" providerId="ADAL" clId="{08638EF6-D777-4C0B-B3AC-F96EA920AE28}" dt="2021-01-26T05:25:10.477" v="131" actId="1076"/>
          <ac:spMkLst>
            <pc:docMk/>
            <pc:sldMk cId="2468282938" sldId="366"/>
            <ac:spMk id="6" creationId="{71674804-97F6-4D1A-B06A-C8494D885214}"/>
          </ac:spMkLst>
        </pc:spChg>
        <pc:spChg chg="add mod">
          <ac:chgData name="鈴木 秀規" userId="f68c5fd9-22d5-4c0a-9833-7fb0f5135313" providerId="ADAL" clId="{08638EF6-D777-4C0B-B3AC-F96EA920AE28}" dt="2021-01-26T05:25:17.214" v="132" actId="571"/>
          <ac:spMkLst>
            <pc:docMk/>
            <pc:sldMk cId="2468282938" sldId="366"/>
            <ac:spMk id="7" creationId="{EAB6021F-3697-4137-B487-BDABD536A412}"/>
          </ac:spMkLst>
        </pc:spChg>
        <pc:spChg chg="add mod">
          <ac:chgData name="鈴木 秀規" userId="f68c5fd9-22d5-4c0a-9833-7fb0f5135313" providerId="ADAL" clId="{08638EF6-D777-4C0B-B3AC-F96EA920AE28}" dt="2021-01-26T05:25:46.933" v="140" actId="14100"/>
          <ac:spMkLst>
            <pc:docMk/>
            <pc:sldMk cId="2468282938" sldId="366"/>
            <ac:spMk id="8" creationId="{8AF68B02-7758-40C3-B9B1-151583045834}"/>
          </ac:spMkLst>
        </pc:spChg>
      </pc:sldChg>
      <pc:sldChg chg="del">
        <pc:chgData name="鈴木 秀規" userId="f68c5fd9-22d5-4c0a-9833-7fb0f5135313" providerId="ADAL" clId="{08638EF6-D777-4C0B-B3AC-F96EA920AE28}" dt="2021-01-26T05:16:05.009" v="19" actId="2696"/>
        <pc:sldMkLst>
          <pc:docMk/>
          <pc:sldMk cId="172008769" sldId="372"/>
        </pc:sldMkLst>
      </pc:sldChg>
      <pc:sldChg chg="del">
        <pc:chgData name="鈴木 秀規" userId="f68c5fd9-22d5-4c0a-9833-7fb0f5135313" providerId="ADAL" clId="{08638EF6-D777-4C0B-B3AC-F96EA920AE28}" dt="2021-01-26T05:16:05.009" v="19" actId="2696"/>
        <pc:sldMkLst>
          <pc:docMk/>
          <pc:sldMk cId="1907161375" sldId="375"/>
        </pc:sldMkLst>
      </pc:sldChg>
      <pc:sldChg chg="del">
        <pc:chgData name="鈴木 秀規" userId="f68c5fd9-22d5-4c0a-9833-7fb0f5135313" providerId="ADAL" clId="{08638EF6-D777-4C0B-B3AC-F96EA920AE28}" dt="2021-01-26T05:16:05.009" v="19" actId="2696"/>
        <pc:sldMkLst>
          <pc:docMk/>
          <pc:sldMk cId="2720488262" sldId="376"/>
        </pc:sldMkLst>
      </pc:sldChg>
      <pc:sldChg chg="del">
        <pc:chgData name="鈴木 秀規" userId="f68c5fd9-22d5-4c0a-9833-7fb0f5135313" providerId="ADAL" clId="{08638EF6-D777-4C0B-B3AC-F96EA920AE28}" dt="2021-01-26T05:16:05.009" v="19" actId="2696"/>
        <pc:sldMkLst>
          <pc:docMk/>
          <pc:sldMk cId="3649920568" sldId="377"/>
        </pc:sldMkLst>
      </pc:sldChg>
      <pc:sldChg chg="del">
        <pc:chgData name="鈴木 秀規" userId="f68c5fd9-22d5-4c0a-9833-7fb0f5135313" providerId="ADAL" clId="{08638EF6-D777-4C0B-B3AC-F96EA920AE28}" dt="2021-01-26T05:16:05.009" v="19" actId="2696"/>
        <pc:sldMkLst>
          <pc:docMk/>
          <pc:sldMk cId="958544309" sldId="379"/>
        </pc:sldMkLst>
      </pc:sldChg>
      <pc:sldChg chg="del">
        <pc:chgData name="鈴木 秀規" userId="f68c5fd9-22d5-4c0a-9833-7fb0f5135313" providerId="ADAL" clId="{08638EF6-D777-4C0B-B3AC-F96EA920AE28}" dt="2021-01-26T05:16:05.009" v="19" actId="2696"/>
        <pc:sldMkLst>
          <pc:docMk/>
          <pc:sldMk cId="690129785" sldId="380"/>
        </pc:sldMkLst>
      </pc:sldChg>
      <pc:sldChg chg="del">
        <pc:chgData name="鈴木 秀規" userId="f68c5fd9-22d5-4c0a-9833-7fb0f5135313" providerId="ADAL" clId="{08638EF6-D777-4C0B-B3AC-F96EA920AE28}" dt="2021-01-26T05:16:05.009" v="19" actId="2696"/>
        <pc:sldMkLst>
          <pc:docMk/>
          <pc:sldMk cId="2547390421" sldId="381"/>
        </pc:sldMkLst>
      </pc:sldChg>
    </pc:docChg>
  </pc:docChgLst>
  <pc:docChgLst>
    <pc:chgData name="稔章 今野" userId="9659808f-245f-46a7-991e-983cdf43b7a2" providerId="ADAL" clId="{E7585792-6917-4D55-A386-DAA652AAFC20}"/>
    <pc:docChg chg="undo custSel delSld modSld">
      <pc:chgData name="稔章 今野" userId="9659808f-245f-46a7-991e-983cdf43b7a2" providerId="ADAL" clId="{E7585792-6917-4D55-A386-DAA652AAFC20}" dt="2021-12-27T05:50:57.928" v="1791" actId="47"/>
      <pc:docMkLst>
        <pc:docMk/>
      </pc:docMkLst>
      <pc:sldChg chg="modSp mod">
        <pc:chgData name="稔章 今野" userId="9659808f-245f-46a7-991e-983cdf43b7a2" providerId="ADAL" clId="{E7585792-6917-4D55-A386-DAA652AAFC20}" dt="2021-12-27T01:53:24.421" v="901" actId="20577"/>
        <pc:sldMkLst>
          <pc:docMk/>
          <pc:sldMk cId="2175104273" sldId="364"/>
        </pc:sldMkLst>
        <pc:spChg chg="mod">
          <ac:chgData name="稔章 今野" userId="9659808f-245f-46a7-991e-983cdf43b7a2" providerId="ADAL" clId="{E7585792-6917-4D55-A386-DAA652AAFC20}" dt="2021-12-27T01:53:24.421" v="901" actId="20577"/>
          <ac:spMkLst>
            <pc:docMk/>
            <pc:sldMk cId="2175104273" sldId="364"/>
            <ac:spMk id="3" creationId="{68A200FD-AC57-4315-913B-56C0E750E146}"/>
          </ac:spMkLst>
        </pc:spChg>
      </pc:sldChg>
      <pc:sldChg chg="modSp mod">
        <pc:chgData name="稔章 今野" userId="9659808f-245f-46a7-991e-983cdf43b7a2" providerId="ADAL" clId="{E7585792-6917-4D55-A386-DAA652AAFC20}" dt="2021-12-27T01:53:32.806" v="902"/>
        <pc:sldMkLst>
          <pc:docMk/>
          <pc:sldMk cId="1672930496" sldId="365"/>
        </pc:sldMkLst>
        <pc:spChg chg="mod">
          <ac:chgData name="稔章 今野" userId="9659808f-245f-46a7-991e-983cdf43b7a2" providerId="ADAL" clId="{E7585792-6917-4D55-A386-DAA652AAFC20}" dt="2021-12-27T01:53:32.806" v="902"/>
          <ac:spMkLst>
            <pc:docMk/>
            <pc:sldMk cId="1672930496" sldId="365"/>
            <ac:spMk id="3" creationId="{FC03AFB9-CD6E-4994-8138-120931D53538}"/>
          </ac:spMkLst>
        </pc:spChg>
      </pc:sldChg>
      <pc:sldChg chg="modSp mod">
        <pc:chgData name="稔章 今野" userId="9659808f-245f-46a7-991e-983cdf43b7a2" providerId="ADAL" clId="{E7585792-6917-4D55-A386-DAA652AAFC20}" dt="2021-12-27T01:53:36.749" v="903"/>
        <pc:sldMkLst>
          <pc:docMk/>
          <pc:sldMk cId="3813337944" sldId="366"/>
        </pc:sldMkLst>
        <pc:spChg chg="mod">
          <ac:chgData name="稔章 今野" userId="9659808f-245f-46a7-991e-983cdf43b7a2" providerId="ADAL" clId="{E7585792-6917-4D55-A386-DAA652AAFC20}" dt="2021-12-27T01:53:36.749" v="903"/>
          <ac:spMkLst>
            <pc:docMk/>
            <pc:sldMk cId="3813337944" sldId="366"/>
            <ac:spMk id="3" creationId="{6E45B32F-995B-4AB3-B186-3FFD8D07DCEE}"/>
          </ac:spMkLst>
        </pc:spChg>
      </pc:sldChg>
      <pc:sldChg chg="del">
        <pc:chgData name="稔章 今野" userId="9659808f-245f-46a7-991e-983cdf43b7a2" providerId="ADAL" clId="{E7585792-6917-4D55-A386-DAA652AAFC20}" dt="2021-12-27T05:50:38.697" v="1789" actId="47"/>
        <pc:sldMkLst>
          <pc:docMk/>
          <pc:sldMk cId="944436562" sldId="372"/>
        </pc:sldMkLst>
      </pc:sldChg>
      <pc:sldChg chg="del">
        <pc:chgData name="稔章 今野" userId="9659808f-245f-46a7-991e-983cdf43b7a2" providerId="ADAL" clId="{E7585792-6917-4D55-A386-DAA652AAFC20}" dt="2021-12-27T05:50:39.807" v="1790" actId="47"/>
        <pc:sldMkLst>
          <pc:docMk/>
          <pc:sldMk cId="35644827" sldId="373"/>
        </pc:sldMkLst>
      </pc:sldChg>
      <pc:sldChg chg="del">
        <pc:chgData name="稔章 今野" userId="9659808f-245f-46a7-991e-983cdf43b7a2" providerId="ADAL" clId="{E7585792-6917-4D55-A386-DAA652AAFC20}" dt="2021-12-27T05:50:57.928" v="1791" actId="47"/>
        <pc:sldMkLst>
          <pc:docMk/>
          <pc:sldMk cId="4147991204" sldId="384"/>
        </pc:sldMkLst>
      </pc:sldChg>
      <pc:sldChg chg="del">
        <pc:chgData name="稔章 今野" userId="9659808f-245f-46a7-991e-983cdf43b7a2" providerId="ADAL" clId="{E7585792-6917-4D55-A386-DAA652AAFC20}" dt="2021-12-27T05:50:57.928" v="1791" actId="47"/>
        <pc:sldMkLst>
          <pc:docMk/>
          <pc:sldMk cId="1389535331" sldId="385"/>
        </pc:sldMkLst>
      </pc:sldChg>
      <pc:sldChg chg="del">
        <pc:chgData name="稔章 今野" userId="9659808f-245f-46a7-991e-983cdf43b7a2" providerId="ADAL" clId="{E7585792-6917-4D55-A386-DAA652AAFC20}" dt="2021-12-27T05:50:57.928" v="1791" actId="47"/>
        <pc:sldMkLst>
          <pc:docMk/>
          <pc:sldMk cId="3711062952" sldId="386"/>
        </pc:sldMkLst>
      </pc:sldChg>
      <pc:sldChg chg="del">
        <pc:chgData name="稔章 今野" userId="9659808f-245f-46a7-991e-983cdf43b7a2" providerId="ADAL" clId="{E7585792-6917-4D55-A386-DAA652AAFC20}" dt="2021-12-27T05:50:57.928" v="1791" actId="47"/>
        <pc:sldMkLst>
          <pc:docMk/>
          <pc:sldMk cId="556755707" sldId="387"/>
        </pc:sldMkLst>
      </pc:sldChg>
      <pc:sldChg chg="del">
        <pc:chgData name="稔章 今野" userId="9659808f-245f-46a7-991e-983cdf43b7a2" providerId="ADAL" clId="{E7585792-6917-4D55-A386-DAA652AAFC20}" dt="2021-12-27T05:50:57.928" v="1791" actId="47"/>
        <pc:sldMkLst>
          <pc:docMk/>
          <pc:sldMk cId="2438793549" sldId="388"/>
        </pc:sldMkLst>
      </pc:sldChg>
      <pc:sldChg chg="del">
        <pc:chgData name="稔章 今野" userId="9659808f-245f-46a7-991e-983cdf43b7a2" providerId="ADAL" clId="{E7585792-6917-4D55-A386-DAA652AAFC20}" dt="2021-12-27T05:50:57.928" v="1791" actId="47"/>
        <pc:sldMkLst>
          <pc:docMk/>
          <pc:sldMk cId="1715481522" sldId="389"/>
        </pc:sldMkLst>
      </pc:sldChg>
      <pc:sldChg chg="del">
        <pc:chgData name="稔章 今野" userId="9659808f-245f-46a7-991e-983cdf43b7a2" providerId="ADAL" clId="{E7585792-6917-4D55-A386-DAA652AAFC20}" dt="2021-12-27T05:50:57.928" v="1791" actId="47"/>
        <pc:sldMkLst>
          <pc:docMk/>
          <pc:sldMk cId="2118453056" sldId="390"/>
        </pc:sldMkLst>
      </pc:sldChg>
      <pc:sldChg chg="del">
        <pc:chgData name="稔章 今野" userId="9659808f-245f-46a7-991e-983cdf43b7a2" providerId="ADAL" clId="{E7585792-6917-4D55-A386-DAA652AAFC20}" dt="2021-12-27T05:50:57.928" v="1791" actId="47"/>
        <pc:sldMkLst>
          <pc:docMk/>
          <pc:sldMk cId="2854077937" sldId="391"/>
        </pc:sldMkLst>
      </pc:sldChg>
      <pc:sldChg chg="del">
        <pc:chgData name="稔章 今野" userId="9659808f-245f-46a7-991e-983cdf43b7a2" providerId="ADAL" clId="{E7585792-6917-4D55-A386-DAA652AAFC20}" dt="2021-12-27T05:50:57.928" v="1791" actId="47"/>
        <pc:sldMkLst>
          <pc:docMk/>
          <pc:sldMk cId="2566377597" sldId="392"/>
        </pc:sldMkLst>
      </pc:sldChg>
      <pc:sldChg chg="del">
        <pc:chgData name="稔章 今野" userId="9659808f-245f-46a7-991e-983cdf43b7a2" providerId="ADAL" clId="{E7585792-6917-4D55-A386-DAA652AAFC20}" dt="2021-12-27T05:50:57.928" v="1791" actId="47"/>
        <pc:sldMkLst>
          <pc:docMk/>
          <pc:sldMk cId="1398339670" sldId="393"/>
        </pc:sldMkLst>
      </pc:sldChg>
      <pc:sldChg chg="modSp mod">
        <pc:chgData name="稔章 今野" userId="9659808f-245f-46a7-991e-983cdf43b7a2" providerId="ADAL" clId="{E7585792-6917-4D55-A386-DAA652AAFC20}" dt="2021-12-27T02:28:10.619" v="1787" actId="20577"/>
        <pc:sldMkLst>
          <pc:docMk/>
          <pc:sldMk cId="1808360622" sldId="394"/>
        </pc:sldMkLst>
        <pc:spChg chg="mod">
          <ac:chgData name="稔章 今野" userId="9659808f-245f-46a7-991e-983cdf43b7a2" providerId="ADAL" clId="{E7585792-6917-4D55-A386-DAA652AAFC20}" dt="2021-12-27T02:28:10.619" v="1787" actId="20577"/>
          <ac:spMkLst>
            <pc:docMk/>
            <pc:sldMk cId="1808360622" sldId="394"/>
            <ac:spMk id="5" creationId="{F6A601C1-65D2-47B5-A6D3-39D657C59F5E}"/>
          </ac:spMkLst>
        </pc:spChg>
      </pc:sldChg>
      <pc:sldChg chg="del">
        <pc:chgData name="稔章 今野" userId="9659808f-245f-46a7-991e-983cdf43b7a2" providerId="ADAL" clId="{E7585792-6917-4D55-A386-DAA652AAFC20}" dt="2021-12-27T05:50:57.928" v="1791" actId="47"/>
        <pc:sldMkLst>
          <pc:docMk/>
          <pc:sldMk cId="1992762289" sldId="395"/>
        </pc:sldMkLst>
      </pc:sldChg>
      <pc:sldChg chg="modSp mod">
        <pc:chgData name="稔章 今野" userId="9659808f-245f-46a7-991e-983cdf43b7a2" providerId="ADAL" clId="{E7585792-6917-4D55-A386-DAA652AAFC20}" dt="2021-12-27T01:21:26.939" v="312" actId="20577"/>
        <pc:sldMkLst>
          <pc:docMk/>
          <pc:sldMk cId="3173399434" sldId="396"/>
        </pc:sldMkLst>
        <pc:spChg chg="mod">
          <ac:chgData name="稔章 今野" userId="9659808f-245f-46a7-991e-983cdf43b7a2" providerId="ADAL" clId="{E7585792-6917-4D55-A386-DAA652AAFC20}" dt="2021-12-27T01:12:13.909" v="119" actId="20577"/>
          <ac:spMkLst>
            <pc:docMk/>
            <pc:sldMk cId="3173399434" sldId="396"/>
            <ac:spMk id="3" creationId="{FC9B6A2A-8E0D-4A4B-85E1-808535113D22}"/>
          </ac:spMkLst>
        </pc:spChg>
        <pc:spChg chg="mod">
          <ac:chgData name="稔章 今野" userId="9659808f-245f-46a7-991e-983cdf43b7a2" providerId="ADAL" clId="{E7585792-6917-4D55-A386-DAA652AAFC20}" dt="2021-12-27T01:11:51.009" v="97" actId="20577"/>
          <ac:spMkLst>
            <pc:docMk/>
            <pc:sldMk cId="3173399434" sldId="396"/>
            <ac:spMk id="5" creationId="{DA421C9E-9F87-431E-9E96-50803F95C431}"/>
          </ac:spMkLst>
        </pc:spChg>
        <pc:spChg chg="mod">
          <ac:chgData name="稔章 今野" userId="9659808f-245f-46a7-991e-983cdf43b7a2" providerId="ADAL" clId="{E7585792-6917-4D55-A386-DAA652AAFC20}" dt="2021-12-27T01:21:26.939" v="312" actId="20577"/>
          <ac:spMkLst>
            <pc:docMk/>
            <pc:sldMk cId="3173399434" sldId="396"/>
            <ac:spMk id="6" creationId="{786B1F65-E7E0-4994-9EEB-3D9653A48F13}"/>
          </ac:spMkLst>
        </pc:spChg>
      </pc:sldChg>
      <pc:sldChg chg="modSp mod">
        <pc:chgData name="稔章 今野" userId="9659808f-245f-46a7-991e-983cdf43b7a2" providerId="ADAL" clId="{E7585792-6917-4D55-A386-DAA652AAFC20}" dt="2021-12-27T02:22:46.805" v="1642" actId="400"/>
        <pc:sldMkLst>
          <pc:docMk/>
          <pc:sldMk cId="2643277542" sldId="397"/>
        </pc:sldMkLst>
        <pc:spChg chg="mod">
          <ac:chgData name="稔章 今野" userId="9659808f-245f-46a7-991e-983cdf43b7a2" providerId="ADAL" clId="{E7585792-6917-4D55-A386-DAA652AAFC20}" dt="2021-12-27T01:49:15.768" v="884" actId="20577"/>
          <ac:spMkLst>
            <pc:docMk/>
            <pc:sldMk cId="2643277542" sldId="397"/>
            <ac:spMk id="3" creationId="{667213E7-710A-40E9-8CF4-7CF3F59CE7DB}"/>
          </ac:spMkLst>
        </pc:spChg>
        <pc:spChg chg="mod">
          <ac:chgData name="稔章 今野" userId="9659808f-245f-46a7-991e-983cdf43b7a2" providerId="ADAL" clId="{E7585792-6917-4D55-A386-DAA652AAFC20}" dt="2021-12-27T02:17:42.371" v="1544" actId="14100"/>
          <ac:spMkLst>
            <pc:docMk/>
            <pc:sldMk cId="2643277542" sldId="397"/>
            <ac:spMk id="5" creationId="{07B2972F-64FB-4251-B312-DB42894B307D}"/>
          </ac:spMkLst>
        </pc:spChg>
        <pc:spChg chg="mod">
          <ac:chgData name="稔章 今野" userId="9659808f-245f-46a7-991e-983cdf43b7a2" providerId="ADAL" clId="{E7585792-6917-4D55-A386-DAA652AAFC20}" dt="2021-12-27T02:22:46.805" v="1642" actId="400"/>
          <ac:spMkLst>
            <pc:docMk/>
            <pc:sldMk cId="2643277542" sldId="397"/>
            <ac:spMk id="6" creationId="{F8BA44A1-70F6-4DD5-B3EB-6D1513FCE48B}"/>
          </ac:spMkLst>
        </pc:spChg>
      </pc:sldChg>
      <pc:sldChg chg="del">
        <pc:chgData name="稔章 今野" userId="9659808f-245f-46a7-991e-983cdf43b7a2" providerId="ADAL" clId="{E7585792-6917-4D55-A386-DAA652AAFC20}" dt="2021-12-27T05:50:37.885" v="1788" actId="47"/>
        <pc:sldMkLst>
          <pc:docMk/>
          <pc:sldMk cId="3840141881" sldId="398"/>
        </pc:sldMkLst>
      </pc:sldChg>
      <pc:sldChg chg="modSp mod">
        <pc:chgData name="稔章 今野" userId="9659808f-245f-46a7-991e-983cdf43b7a2" providerId="ADAL" clId="{E7585792-6917-4D55-A386-DAA652AAFC20}" dt="2021-12-27T02:06:36.031" v="1292" actId="20577"/>
        <pc:sldMkLst>
          <pc:docMk/>
          <pc:sldMk cId="1559082455" sldId="399"/>
        </pc:sldMkLst>
        <pc:spChg chg="mod">
          <ac:chgData name="稔章 今野" userId="9659808f-245f-46a7-991e-983cdf43b7a2" providerId="ADAL" clId="{E7585792-6917-4D55-A386-DAA652AAFC20}" dt="2021-12-27T02:06:36.031" v="1292" actId="20577"/>
          <ac:spMkLst>
            <pc:docMk/>
            <pc:sldMk cId="1559082455" sldId="399"/>
            <ac:spMk id="3" creationId="{F22C5718-9A11-4194-8A4D-D7FA0B00EE3F}"/>
          </ac:spMkLst>
        </pc:spChg>
        <pc:spChg chg="mod">
          <ac:chgData name="稔章 今野" userId="9659808f-245f-46a7-991e-983cdf43b7a2" providerId="ADAL" clId="{E7585792-6917-4D55-A386-DAA652AAFC20}" dt="2021-12-27T02:05:01.802" v="1257" actId="14100"/>
          <ac:spMkLst>
            <pc:docMk/>
            <pc:sldMk cId="1559082455" sldId="399"/>
            <ac:spMk id="5" creationId="{8BD7EA19-19D2-46A6-8D8F-76837544109C}"/>
          </ac:spMkLst>
        </pc:spChg>
        <pc:spChg chg="mod">
          <ac:chgData name="稔章 今野" userId="9659808f-245f-46a7-991e-983cdf43b7a2" providerId="ADAL" clId="{E7585792-6917-4D55-A386-DAA652AAFC20}" dt="2021-12-27T02:05:21.927" v="1259" actId="207"/>
          <ac:spMkLst>
            <pc:docMk/>
            <pc:sldMk cId="1559082455" sldId="399"/>
            <ac:spMk id="6" creationId="{C2FB99CE-B8D3-4F36-A8AB-751BC55C90E5}"/>
          </ac:spMkLst>
        </pc:spChg>
      </pc:sldChg>
      <pc:sldChg chg="modSp mod">
        <pc:chgData name="稔章 今野" userId="9659808f-245f-46a7-991e-983cdf43b7a2" providerId="ADAL" clId="{E7585792-6917-4D55-A386-DAA652AAFC20}" dt="2021-12-27T02:08:36.217" v="1367" actId="207"/>
        <pc:sldMkLst>
          <pc:docMk/>
          <pc:sldMk cId="2167348819" sldId="400"/>
        </pc:sldMkLst>
        <pc:spChg chg="mod">
          <ac:chgData name="稔章 今野" userId="9659808f-245f-46a7-991e-983cdf43b7a2" providerId="ADAL" clId="{E7585792-6917-4D55-A386-DAA652AAFC20}" dt="2021-12-27T02:07:43.132" v="1300" actId="20577"/>
          <ac:spMkLst>
            <pc:docMk/>
            <pc:sldMk cId="2167348819" sldId="400"/>
            <ac:spMk id="3" creationId="{2DF20AE3-9362-4CF7-8556-822476A938F0}"/>
          </ac:spMkLst>
        </pc:spChg>
        <pc:spChg chg="mod">
          <ac:chgData name="稔章 今野" userId="9659808f-245f-46a7-991e-983cdf43b7a2" providerId="ADAL" clId="{E7585792-6917-4D55-A386-DAA652AAFC20}" dt="2021-12-27T02:08:36.217" v="1367" actId="207"/>
          <ac:spMkLst>
            <pc:docMk/>
            <pc:sldMk cId="2167348819" sldId="400"/>
            <ac:spMk id="6" creationId="{0244F65B-74AD-44A8-B27F-99B9A558393C}"/>
          </ac:spMkLst>
        </pc:spChg>
      </pc:sldChg>
      <pc:sldChg chg="del">
        <pc:chgData name="稔章 今野" userId="9659808f-245f-46a7-991e-983cdf43b7a2" providerId="ADAL" clId="{E7585792-6917-4D55-A386-DAA652AAFC20}" dt="2021-12-27T05:50:57.928" v="1791" actId="47"/>
        <pc:sldMkLst>
          <pc:docMk/>
          <pc:sldMk cId="403394817" sldId="401"/>
        </pc:sldMkLst>
      </pc:sldChg>
      <pc:sldChg chg="del">
        <pc:chgData name="稔章 今野" userId="9659808f-245f-46a7-991e-983cdf43b7a2" providerId="ADAL" clId="{E7585792-6917-4D55-A386-DAA652AAFC20}" dt="2021-12-27T05:50:57.928" v="1791" actId="47"/>
        <pc:sldMkLst>
          <pc:docMk/>
          <pc:sldMk cId="1254116403" sldId="402"/>
        </pc:sldMkLst>
      </pc:sldChg>
      <pc:sldChg chg="del">
        <pc:chgData name="稔章 今野" userId="9659808f-245f-46a7-991e-983cdf43b7a2" providerId="ADAL" clId="{E7585792-6917-4D55-A386-DAA652AAFC20}" dt="2021-12-27T05:50:57.928" v="1791" actId="47"/>
        <pc:sldMkLst>
          <pc:docMk/>
          <pc:sldMk cId="1171312752" sldId="403"/>
        </pc:sldMkLst>
      </pc:sldChg>
      <pc:sldChg chg="del">
        <pc:chgData name="稔章 今野" userId="9659808f-245f-46a7-991e-983cdf43b7a2" providerId="ADAL" clId="{E7585792-6917-4D55-A386-DAA652AAFC20}" dt="2021-12-27T05:50:57.928" v="1791" actId="47"/>
        <pc:sldMkLst>
          <pc:docMk/>
          <pc:sldMk cId="3122038174" sldId="404"/>
        </pc:sldMkLst>
      </pc:sldChg>
    </pc:docChg>
  </pc:docChgLst>
  <pc:docChgLst>
    <pc:chgData name="鈴木 秀規" userId="f68c5fd9-22d5-4c0a-9833-7fb0f5135313" providerId="ADAL" clId="{1FFDFDEC-295D-434A-B582-72A8CC8A5E88}"/>
    <pc:docChg chg="undo custSel addSld delSld modSld">
      <pc:chgData name="鈴木 秀規" userId="f68c5fd9-22d5-4c0a-9833-7fb0f5135313" providerId="ADAL" clId="{1FFDFDEC-295D-434A-B582-72A8CC8A5E88}" dt="2021-01-26T04:14:36.735" v="1145" actId="2696"/>
      <pc:docMkLst>
        <pc:docMk/>
      </pc:docMkLst>
      <pc:sldChg chg="modSp mod">
        <pc:chgData name="鈴木 秀規" userId="f68c5fd9-22d5-4c0a-9833-7fb0f5135313" providerId="ADAL" clId="{1FFDFDEC-295D-434A-B582-72A8CC8A5E88}" dt="2021-01-14T07:55:57.714" v="879" actId="20577"/>
        <pc:sldMkLst>
          <pc:docMk/>
          <pc:sldMk cId="0" sldId="256"/>
        </pc:sldMkLst>
        <pc:spChg chg="mod">
          <ac:chgData name="鈴木 秀規" userId="f68c5fd9-22d5-4c0a-9833-7fb0f5135313" providerId="ADAL" clId="{1FFDFDEC-295D-434A-B582-72A8CC8A5E88}" dt="2021-01-14T07:55:57.714" v="879" actId="20577"/>
          <ac:spMkLst>
            <pc:docMk/>
            <pc:sldMk cId="0" sldId="256"/>
            <ac:spMk id="56" creationId="{00000000-0000-0000-0000-000000000000}"/>
          </ac:spMkLst>
        </pc:spChg>
      </pc:sldChg>
      <pc:sldChg chg="del">
        <pc:chgData name="鈴木 秀規" userId="f68c5fd9-22d5-4c0a-9833-7fb0f5135313" providerId="ADAL" clId="{1FFDFDEC-295D-434A-B582-72A8CC8A5E88}" dt="2021-01-14T02:02:02.288" v="173" actId="2696"/>
        <pc:sldMkLst>
          <pc:docMk/>
          <pc:sldMk cId="1511176286" sldId="261"/>
        </pc:sldMkLst>
      </pc:sldChg>
      <pc:sldChg chg="modSp mod">
        <pc:chgData name="鈴木 秀規" userId="f68c5fd9-22d5-4c0a-9833-7fb0f5135313" providerId="ADAL" clId="{1FFDFDEC-295D-434A-B582-72A8CC8A5E88}" dt="2021-01-14T01:53:14.302" v="5" actId="20577"/>
        <pc:sldMkLst>
          <pc:docMk/>
          <pc:sldMk cId="1668843990" sldId="360"/>
        </pc:sldMkLst>
        <pc:spChg chg="mod">
          <ac:chgData name="鈴木 秀規" userId="f68c5fd9-22d5-4c0a-9833-7fb0f5135313" providerId="ADAL" clId="{1FFDFDEC-295D-434A-B582-72A8CC8A5E88}" dt="2021-01-14T01:53:14.302" v="5" actId="20577"/>
          <ac:spMkLst>
            <pc:docMk/>
            <pc:sldMk cId="1668843990" sldId="360"/>
            <ac:spMk id="9" creationId="{A4832727-EA7F-44D6-A9F2-E4AE0246960A}"/>
          </ac:spMkLst>
        </pc:spChg>
      </pc:sldChg>
      <pc:sldChg chg="modSp mod">
        <pc:chgData name="鈴木 秀規" userId="f68c5fd9-22d5-4c0a-9833-7fb0f5135313" providerId="ADAL" clId="{1FFDFDEC-295D-434A-B582-72A8CC8A5E88}" dt="2021-01-26T04:14:26.201" v="1144"/>
        <pc:sldMkLst>
          <pc:docMk/>
          <pc:sldMk cId="267129399" sldId="361"/>
        </pc:sldMkLst>
        <pc:spChg chg="mod">
          <ac:chgData name="鈴木 秀規" userId="f68c5fd9-22d5-4c0a-9833-7fb0f5135313" providerId="ADAL" clId="{1FFDFDEC-295D-434A-B582-72A8CC8A5E88}" dt="2021-01-26T04:14:26.201" v="1144"/>
          <ac:spMkLst>
            <pc:docMk/>
            <pc:sldMk cId="267129399" sldId="361"/>
            <ac:spMk id="6" creationId="{D0F3BEAC-A5EA-4EE4-95C7-0AEC1107FD29}"/>
          </ac:spMkLst>
        </pc:spChg>
      </pc:sldChg>
      <pc:sldChg chg="del">
        <pc:chgData name="鈴木 秀規" userId="f68c5fd9-22d5-4c0a-9833-7fb0f5135313" providerId="ADAL" clId="{1FFDFDEC-295D-434A-B582-72A8CC8A5E88}" dt="2021-01-14T02:02:02.288" v="173" actId="2696"/>
        <pc:sldMkLst>
          <pc:docMk/>
          <pc:sldMk cId="2503862587" sldId="362"/>
        </pc:sldMkLst>
      </pc:sldChg>
      <pc:sldChg chg="del">
        <pc:chgData name="鈴木 秀規" userId="f68c5fd9-22d5-4c0a-9833-7fb0f5135313" providerId="ADAL" clId="{1FFDFDEC-295D-434A-B582-72A8CC8A5E88}" dt="2021-01-14T02:02:02.288" v="173" actId="2696"/>
        <pc:sldMkLst>
          <pc:docMk/>
          <pc:sldMk cId="3893490019" sldId="364"/>
        </pc:sldMkLst>
      </pc:sldChg>
      <pc:sldChg chg="del">
        <pc:chgData name="鈴木 秀規" userId="f68c5fd9-22d5-4c0a-9833-7fb0f5135313" providerId="ADAL" clId="{1FFDFDEC-295D-434A-B582-72A8CC8A5E88}" dt="2021-01-14T02:02:02.288" v="173" actId="2696"/>
        <pc:sldMkLst>
          <pc:docMk/>
          <pc:sldMk cId="2559106598" sldId="365"/>
        </pc:sldMkLst>
      </pc:sldChg>
      <pc:sldChg chg="del">
        <pc:chgData name="鈴木 秀規" userId="f68c5fd9-22d5-4c0a-9833-7fb0f5135313" providerId="ADAL" clId="{1FFDFDEC-295D-434A-B582-72A8CC8A5E88}" dt="2021-01-14T02:02:02.288" v="173" actId="2696"/>
        <pc:sldMkLst>
          <pc:docMk/>
          <pc:sldMk cId="15529201" sldId="367"/>
        </pc:sldMkLst>
      </pc:sldChg>
      <pc:sldChg chg="del">
        <pc:chgData name="鈴木 秀規" userId="f68c5fd9-22d5-4c0a-9833-7fb0f5135313" providerId="ADAL" clId="{1FFDFDEC-295D-434A-B582-72A8CC8A5E88}" dt="2021-01-14T02:02:02.288" v="173" actId="2696"/>
        <pc:sldMkLst>
          <pc:docMk/>
          <pc:sldMk cId="1431651866" sldId="368"/>
        </pc:sldMkLst>
      </pc:sldChg>
      <pc:sldChg chg="del">
        <pc:chgData name="鈴木 秀規" userId="f68c5fd9-22d5-4c0a-9833-7fb0f5135313" providerId="ADAL" clId="{1FFDFDEC-295D-434A-B582-72A8CC8A5E88}" dt="2021-01-14T02:02:02.288" v="173" actId="2696"/>
        <pc:sldMkLst>
          <pc:docMk/>
          <pc:sldMk cId="3805279594" sldId="370"/>
        </pc:sldMkLst>
      </pc:sldChg>
      <pc:sldChg chg="del">
        <pc:chgData name="鈴木 秀規" userId="f68c5fd9-22d5-4c0a-9833-7fb0f5135313" providerId="ADAL" clId="{1FFDFDEC-295D-434A-B582-72A8CC8A5E88}" dt="2021-01-14T02:02:02.288" v="173" actId="2696"/>
        <pc:sldMkLst>
          <pc:docMk/>
          <pc:sldMk cId="2800751255" sldId="371"/>
        </pc:sldMkLst>
      </pc:sldChg>
      <pc:sldChg chg="addSp delSp modSp add del mod">
        <pc:chgData name="鈴木 秀規" userId="f68c5fd9-22d5-4c0a-9833-7fb0f5135313" providerId="ADAL" clId="{1FFDFDEC-295D-434A-B582-72A8CC8A5E88}" dt="2021-01-26T04:07:56.960" v="1122" actId="2696"/>
        <pc:sldMkLst>
          <pc:docMk/>
          <pc:sldMk cId="172008769" sldId="372"/>
        </pc:sldMkLst>
        <pc:spChg chg="add del mod">
          <ac:chgData name="鈴木 秀規" userId="f68c5fd9-22d5-4c0a-9833-7fb0f5135313" providerId="ADAL" clId="{1FFDFDEC-295D-434A-B582-72A8CC8A5E88}" dt="2021-01-14T01:56:40.925" v="60" actId="478"/>
          <ac:spMkLst>
            <pc:docMk/>
            <pc:sldMk cId="172008769" sldId="372"/>
            <ac:spMk id="5" creationId="{67B38081-02F3-4384-BBAE-22C104C2455D}"/>
          </ac:spMkLst>
        </pc:spChg>
        <pc:spChg chg="mod">
          <ac:chgData name="鈴木 秀規" userId="f68c5fd9-22d5-4c0a-9833-7fb0f5135313" providerId="ADAL" clId="{1FFDFDEC-295D-434A-B582-72A8CC8A5E88}" dt="2021-01-14T01:55:41.096" v="38" actId="20577"/>
          <ac:spMkLst>
            <pc:docMk/>
            <pc:sldMk cId="172008769" sldId="372"/>
            <ac:spMk id="6" creationId="{3706AB8D-A382-42EF-9DE4-041BFCABF741}"/>
          </ac:spMkLst>
        </pc:spChg>
        <pc:spChg chg="del">
          <ac:chgData name="鈴木 秀規" userId="f68c5fd9-22d5-4c0a-9833-7fb0f5135313" providerId="ADAL" clId="{1FFDFDEC-295D-434A-B582-72A8CC8A5E88}" dt="2021-01-14T01:55:46.815" v="39" actId="478"/>
          <ac:spMkLst>
            <pc:docMk/>
            <pc:sldMk cId="172008769" sldId="372"/>
            <ac:spMk id="7" creationId="{672739A4-DFB9-47C7-9258-80F9236238A4}"/>
          </ac:spMkLst>
        </pc:spChg>
        <pc:spChg chg="mod">
          <ac:chgData name="鈴木 秀規" userId="f68c5fd9-22d5-4c0a-9833-7fb0f5135313" providerId="ADAL" clId="{1FFDFDEC-295D-434A-B582-72A8CC8A5E88}" dt="2021-01-14T01:56:25.122" v="59" actId="14100"/>
          <ac:spMkLst>
            <pc:docMk/>
            <pc:sldMk cId="172008769" sldId="372"/>
            <ac:spMk id="8" creationId="{1A8BB172-35AF-4185-A46A-ED93D3A7D7C5}"/>
          </ac:spMkLst>
        </pc:spChg>
        <pc:spChg chg="del">
          <ac:chgData name="鈴木 秀規" userId="f68c5fd9-22d5-4c0a-9833-7fb0f5135313" providerId="ADAL" clId="{1FFDFDEC-295D-434A-B582-72A8CC8A5E88}" dt="2021-01-14T01:55:46.815" v="39" actId="478"/>
          <ac:spMkLst>
            <pc:docMk/>
            <pc:sldMk cId="172008769" sldId="372"/>
            <ac:spMk id="10" creationId="{0AFC5742-3896-4E4B-91EB-5143E04BDFE8}"/>
          </ac:spMkLst>
        </pc:spChg>
        <pc:spChg chg="add mod">
          <ac:chgData name="鈴木 秀規" userId="f68c5fd9-22d5-4c0a-9833-7fb0f5135313" providerId="ADAL" clId="{1FFDFDEC-295D-434A-B582-72A8CC8A5E88}" dt="2021-01-26T03:27:03.211" v="885" actId="1036"/>
          <ac:spMkLst>
            <pc:docMk/>
            <pc:sldMk cId="172008769" sldId="372"/>
            <ac:spMk id="11" creationId="{0EE89B3D-777A-4D82-AF4A-FEBBC0B38D57}"/>
          </ac:spMkLst>
        </pc:spChg>
        <pc:spChg chg="mod">
          <ac:chgData name="鈴木 秀規" userId="f68c5fd9-22d5-4c0a-9833-7fb0f5135313" providerId="ADAL" clId="{1FFDFDEC-295D-434A-B582-72A8CC8A5E88}" dt="2021-01-14T01:56:41.228" v="61"/>
          <ac:spMkLst>
            <pc:docMk/>
            <pc:sldMk cId="172008769" sldId="372"/>
            <ac:spMk id="13" creationId="{00FBD691-EDB3-459B-AE89-CE15BB28FB9C}"/>
          </ac:spMkLst>
        </pc:spChg>
        <pc:spChg chg="mod">
          <ac:chgData name="鈴木 秀規" userId="f68c5fd9-22d5-4c0a-9833-7fb0f5135313" providerId="ADAL" clId="{1FFDFDEC-295D-434A-B582-72A8CC8A5E88}" dt="2021-01-14T01:56:41.228" v="61"/>
          <ac:spMkLst>
            <pc:docMk/>
            <pc:sldMk cId="172008769" sldId="372"/>
            <ac:spMk id="14" creationId="{760527DA-04D2-438C-8525-3AFE1849FF14}"/>
          </ac:spMkLst>
        </pc:spChg>
        <pc:spChg chg="mod">
          <ac:chgData name="鈴木 秀規" userId="f68c5fd9-22d5-4c0a-9833-7fb0f5135313" providerId="ADAL" clId="{1FFDFDEC-295D-434A-B582-72A8CC8A5E88}" dt="2021-01-14T01:56:41.228" v="61"/>
          <ac:spMkLst>
            <pc:docMk/>
            <pc:sldMk cId="172008769" sldId="372"/>
            <ac:spMk id="15" creationId="{C2114889-2F4A-4C98-8174-9526FFFDABA8}"/>
          </ac:spMkLst>
        </pc:spChg>
        <pc:spChg chg="add mod">
          <ac:chgData name="鈴木 秀規" userId="f68c5fd9-22d5-4c0a-9833-7fb0f5135313" providerId="ADAL" clId="{1FFDFDEC-295D-434A-B582-72A8CC8A5E88}" dt="2021-01-26T03:27:03.211" v="885" actId="1036"/>
          <ac:spMkLst>
            <pc:docMk/>
            <pc:sldMk cId="172008769" sldId="372"/>
            <ac:spMk id="16" creationId="{08963021-C7BF-4E30-88F9-27358B57D639}"/>
          </ac:spMkLst>
        </pc:spChg>
        <pc:spChg chg="add mod">
          <ac:chgData name="鈴木 秀規" userId="f68c5fd9-22d5-4c0a-9833-7fb0f5135313" providerId="ADAL" clId="{1FFDFDEC-295D-434A-B582-72A8CC8A5E88}" dt="2021-01-26T03:27:03.211" v="885" actId="1036"/>
          <ac:spMkLst>
            <pc:docMk/>
            <pc:sldMk cId="172008769" sldId="372"/>
            <ac:spMk id="20" creationId="{DDB2A47F-7592-4281-8601-0082B2A0F27B}"/>
          </ac:spMkLst>
        </pc:spChg>
        <pc:spChg chg="add mod">
          <ac:chgData name="鈴木 秀規" userId="f68c5fd9-22d5-4c0a-9833-7fb0f5135313" providerId="ADAL" clId="{1FFDFDEC-295D-434A-B582-72A8CC8A5E88}" dt="2021-01-26T03:27:03.211" v="885" actId="1036"/>
          <ac:spMkLst>
            <pc:docMk/>
            <pc:sldMk cId="172008769" sldId="372"/>
            <ac:spMk id="21" creationId="{E6A262F3-374E-4532-B119-B865B91C4E39}"/>
          </ac:spMkLst>
        </pc:spChg>
        <pc:grpChg chg="add mod">
          <ac:chgData name="鈴木 秀規" userId="f68c5fd9-22d5-4c0a-9833-7fb0f5135313" providerId="ADAL" clId="{1FFDFDEC-295D-434A-B582-72A8CC8A5E88}" dt="2021-01-26T03:27:03.211" v="885" actId="1036"/>
          <ac:grpSpMkLst>
            <pc:docMk/>
            <pc:sldMk cId="172008769" sldId="372"/>
            <ac:grpSpMk id="12" creationId="{3BF1A17C-1891-4B32-9243-CD5A4079FDC1}"/>
          </ac:grpSpMkLst>
        </pc:grpChg>
        <pc:picChg chg="add mod">
          <ac:chgData name="鈴木 秀規" userId="f68c5fd9-22d5-4c0a-9833-7fb0f5135313" providerId="ADAL" clId="{1FFDFDEC-295D-434A-B582-72A8CC8A5E88}" dt="2021-01-26T03:27:03.211" v="885" actId="1036"/>
          <ac:picMkLst>
            <pc:docMk/>
            <pc:sldMk cId="172008769" sldId="372"/>
            <ac:picMk id="17" creationId="{6BB4F070-ED21-451B-8D3B-ABEA92C592CF}"/>
          </ac:picMkLst>
        </pc:picChg>
        <pc:picChg chg="add mod">
          <ac:chgData name="鈴木 秀規" userId="f68c5fd9-22d5-4c0a-9833-7fb0f5135313" providerId="ADAL" clId="{1FFDFDEC-295D-434A-B582-72A8CC8A5E88}" dt="2021-01-26T03:27:03.211" v="885" actId="1036"/>
          <ac:picMkLst>
            <pc:docMk/>
            <pc:sldMk cId="172008769" sldId="372"/>
            <ac:picMk id="18" creationId="{18CDD6B3-104E-4B2C-ABCE-BDDA2A03556C}"/>
          </ac:picMkLst>
        </pc:picChg>
        <pc:picChg chg="add mod">
          <ac:chgData name="鈴木 秀規" userId="f68c5fd9-22d5-4c0a-9833-7fb0f5135313" providerId="ADAL" clId="{1FFDFDEC-295D-434A-B582-72A8CC8A5E88}" dt="2021-01-26T03:27:03.211" v="885" actId="1036"/>
          <ac:picMkLst>
            <pc:docMk/>
            <pc:sldMk cId="172008769" sldId="372"/>
            <ac:picMk id="19" creationId="{1818FF79-0FA6-4DDC-A3CE-FD7017CADC96}"/>
          </ac:picMkLst>
        </pc:picChg>
      </pc:sldChg>
      <pc:sldChg chg="del">
        <pc:chgData name="鈴木 秀規" userId="f68c5fd9-22d5-4c0a-9833-7fb0f5135313" providerId="ADAL" clId="{1FFDFDEC-295D-434A-B582-72A8CC8A5E88}" dt="2021-01-14T02:02:02.288" v="173" actId="2696"/>
        <pc:sldMkLst>
          <pc:docMk/>
          <pc:sldMk cId="1008457363" sldId="373"/>
        </pc:sldMkLst>
      </pc:sldChg>
      <pc:sldChg chg="del">
        <pc:chgData name="鈴木 秀規" userId="f68c5fd9-22d5-4c0a-9833-7fb0f5135313" providerId="ADAL" clId="{1FFDFDEC-295D-434A-B582-72A8CC8A5E88}" dt="2021-01-14T02:02:02.288" v="173" actId="2696"/>
        <pc:sldMkLst>
          <pc:docMk/>
          <pc:sldMk cId="3737915234" sldId="374"/>
        </pc:sldMkLst>
      </pc:sldChg>
      <pc:sldChg chg="addSp delSp modSp new mod modClrScheme chgLayout">
        <pc:chgData name="鈴木 秀規" userId="f68c5fd9-22d5-4c0a-9833-7fb0f5135313" providerId="ADAL" clId="{1FFDFDEC-295D-434A-B582-72A8CC8A5E88}" dt="2021-01-14T01:59:45.566" v="120" actId="20577"/>
        <pc:sldMkLst>
          <pc:docMk/>
          <pc:sldMk cId="1907161375" sldId="375"/>
        </pc:sldMkLst>
        <pc:spChg chg="mod ord">
          <ac:chgData name="鈴木 秀規" userId="f68c5fd9-22d5-4c0a-9833-7fb0f5135313" providerId="ADAL" clId="{1FFDFDEC-295D-434A-B582-72A8CC8A5E88}" dt="2021-01-14T01:54:25.584" v="9" actId="700"/>
          <ac:spMkLst>
            <pc:docMk/>
            <pc:sldMk cId="1907161375" sldId="375"/>
            <ac:spMk id="2" creationId="{F2C33459-1977-49C7-8169-E241134D1068}"/>
          </ac:spMkLst>
        </pc:spChg>
        <pc:spChg chg="del mod ord">
          <ac:chgData name="鈴木 秀規" userId="f68c5fd9-22d5-4c0a-9833-7fb0f5135313" providerId="ADAL" clId="{1FFDFDEC-295D-434A-B582-72A8CC8A5E88}" dt="2021-01-14T01:54:25.584" v="9" actId="700"/>
          <ac:spMkLst>
            <pc:docMk/>
            <pc:sldMk cId="1907161375" sldId="375"/>
            <ac:spMk id="3" creationId="{636E995A-F897-446B-8750-F1FA333D638B}"/>
          </ac:spMkLst>
        </pc:spChg>
        <pc:spChg chg="mod ord">
          <ac:chgData name="鈴木 秀規" userId="f68c5fd9-22d5-4c0a-9833-7fb0f5135313" providerId="ADAL" clId="{1FFDFDEC-295D-434A-B582-72A8CC8A5E88}" dt="2021-01-14T01:54:25.584" v="9" actId="700"/>
          <ac:spMkLst>
            <pc:docMk/>
            <pc:sldMk cId="1907161375" sldId="375"/>
            <ac:spMk id="4" creationId="{B2A3B6B7-9A60-4D01-AAEE-C2106AF10B28}"/>
          </ac:spMkLst>
        </pc:spChg>
        <pc:spChg chg="del mod ord">
          <ac:chgData name="鈴木 秀規" userId="f68c5fd9-22d5-4c0a-9833-7fb0f5135313" providerId="ADAL" clId="{1FFDFDEC-295D-434A-B582-72A8CC8A5E88}" dt="2021-01-14T01:54:25.584" v="9" actId="700"/>
          <ac:spMkLst>
            <pc:docMk/>
            <pc:sldMk cId="1907161375" sldId="375"/>
            <ac:spMk id="5" creationId="{B151D206-9F6E-4D12-A8D3-8A8829BB5028}"/>
          </ac:spMkLst>
        </pc:spChg>
        <pc:spChg chg="del">
          <ac:chgData name="鈴木 秀規" userId="f68c5fd9-22d5-4c0a-9833-7fb0f5135313" providerId="ADAL" clId="{1FFDFDEC-295D-434A-B582-72A8CC8A5E88}" dt="2021-01-14T01:54:25.584" v="9" actId="700"/>
          <ac:spMkLst>
            <pc:docMk/>
            <pc:sldMk cId="1907161375" sldId="375"/>
            <ac:spMk id="6" creationId="{D6696C33-9BDD-48AC-8E27-0A64C91D0D98}"/>
          </ac:spMkLst>
        </pc:spChg>
        <pc:spChg chg="del">
          <ac:chgData name="鈴木 秀規" userId="f68c5fd9-22d5-4c0a-9833-7fb0f5135313" providerId="ADAL" clId="{1FFDFDEC-295D-434A-B582-72A8CC8A5E88}" dt="2021-01-14T01:54:25.584" v="9" actId="700"/>
          <ac:spMkLst>
            <pc:docMk/>
            <pc:sldMk cId="1907161375" sldId="375"/>
            <ac:spMk id="7" creationId="{E4D4E024-E9E2-43D0-B1F1-F13EC947B786}"/>
          </ac:spMkLst>
        </pc:spChg>
        <pc:spChg chg="add mod ord">
          <ac:chgData name="鈴木 秀規" userId="f68c5fd9-22d5-4c0a-9833-7fb0f5135313" providerId="ADAL" clId="{1FFDFDEC-295D-434A-B582-72A8CC8A5E88}" dt="2021-01-14T01:58:04.334" v="101" actId="20577"/>
          <ac:spMkLst>
            <pc:docMk/>
            <pc:sldMk cId="1907161375" sldId="375"/>
            <ac:spMk id="8" creationId="{78B182D4-16E3-44FD-A2E5-1D567BDD09F0}"/>
          </ac:spMkLst>
        </pc:spChg>
        <pc:spChg chg="add mod ord">
          <ac:chgData name="鈴木 秀規" userId="f68c5fd9-22d5-4c0a-9833-7fb0f5135313" providerId="ADAL" clId="{1FFDFDEC-295D-434A-B582-72A8CC8A5E88}" dt="2021-01-14T01:59:03.773" v="108" actId="14100"/>
          <ac:spMkLst>
            <pc:docMk/>
            <pc:sldMk cId="1907161375" sldId="375"/>
            <ac:spMk id="9" creationId="{4F6550AC-7983-47F0-BE4F-14B2B41AE9EE}"/>
          </ac:spMkLst>
        </pc:spChg>
        <pc:spChg chg="add mod">
          <ac:chgData name="鈴木 秀規" userId="f68c5fd9-22d5-4c0a-9833-7fb0f5135313" providerId="ADAL" clId="{1FFDFDEC-295D-434A-B582-72A8CC8A5E88}" dt="2021-01-14T01:59:18.272" v="110" actId="1076"/>
          <ac:spMkLst>
            <pc:docMk/>
            <pc:sldMk cId="1907161375" sldId="375"/>
            <ac:spMk id="10" creationId="{07AAD370-75E4-4088-9385-8BD5A3B0B1FA}"/>
          </ac:spMkLst>
        </pc:spChg>
        <pc:spChg chg="add mod">
          <ac:chgData name="鈴木 秀規" userId="f68c5fd9-22d5-4c0a-9833-7fb0f5135313" providerId="ADAL" clId="{1FFDFDEC-295D-434A-B582-72A8CC8A5E88}" dt="2021-01-14T01:59:36.868" v="115" actId="207"/>
          <ac:spMkLst>
            <pc:docMk/>
            <pc:sldMk cId="1907161375" sldId="375"/>
            <ac:spMk id="14" creationId="{A20BE2EF-A56E-47BB-9FD3-66EB89F1CAB2}"/>
          </ac:spMkLst>
        </pc:spChg>
        <pc:spChg chg="add mod">
          <ac:chgData name="鈴木 秀規" userId="f68c5fd9-22d5-4c0a-9833-7fb0f5135313" providerId="ADAL" clId="{1FFDFDEC-295D-434A-B582-72A8CC8A5E88}" dt="2021-01-14T01:59:18.272" v="110" actId="1076"/>
          <ac:spMkLst>
            <pc:docMk/>
            <pc:sldMk cId="1907161375" sldId="375"/>
            <ac:spMk id="17" creationId="{21ED72EF-CCE7-4002-AA1A-6B5AC15DFF59}"/>
          </ac:spMkLst>
        </pc:spChg>
        <pc:spChg chg="add mod">
          <ac:chgData name="鈴木 秀規" userId="f68c5fd9-22d5-4c0a-9833-7fb0f5135313" providerId="ADAL" clId="{1FFDFDEC-295D-434A-B582-72A8CC8A5E88}" dt="2021-01-14T01:59:18.272" v="110" actId="1076"/>
          <ac:spMkLst>
            <pc:docMk/>
            <pc:sldMk cId="1907161375" sldId="375"/>
            <ac:spMk id="18" creationId="{0326BFB2-441C-48B3-A336-83EED185BD7F}"/>
          </ac:spMkLst>
        </pc:spChg>
        <pc:spChg chg="add mod">
          <ac:chgData name="鈴木 秀規" userId="f68c5fd9-22d5-4c0a-9833-7fb0f5135313" providerId="ADAL" clId="{1FFDFDEC-295D-434A-B582-72A8CC8A5E88}" dt="2021-01-14T01:59:18.272" v="110" actId="1076"/>
          <ac:spMkLst>
            <pc:docMk/>
            <pc:sldMk cId="1907161375" sldId="375"/>
            <ac:spMk id="19" creationId="{E7B78823-E559-44B9-B837-BC65C7418CA2}"/>
          </ac:spMkLst>
        </pc:spChg>
        <pc:spChg chg="add mod">
          <ac:chgData name="鈴木 秀規" userId="f68c5fd9-22d5-4c0a-9833-7fb0f5135313" providerId="ADAL" clId="{1FFDFDEC-295D-434A-B582-72A8CC8A5E88}" dt="2021-01-14T01:59:18.272" v="110" actId="1076"/>
          <ac:spMkLst>
            <pc:docMk/>
            <pc:sldMk cId="1907161375" sldId="375"/>
            <ac:spMk id="21" creationId="{9504068A-D6BB-4A8F-B6B6-F71AFA026404}"/>
          </ac:spMkLst>
        </pc:spChg>
        <pc:spChg chg="add mod">
          <ac:chgData name="鈴木 秀規" userId="f68c5fd9-22d5-4c0a-9833-7fb0f5135313" providerId="ADAL" clId="{1FFDFDEC-295D-434A-B582-72A8CC8A5E88}" dt="2021-01-14T01:59:18.272" v="110" actId="1076"/>
          <ac:spMkLst>
            <pc:docMk/>
            <pc:sldMk cId="1907161375" sldId="375"/>
            <ac:spMk id="25" creationId="{84546D2E-07EA-4D64-8042-B418A8D1EB7F}"/>
          </ac:spMkLst>
        </pc:spChg>
        <pc:spChg chg="add mod">
          <ac:chgData name="鈴木 秀規" userId="f68c5fd9-22d5-4c0a-9833-7fb0f5135313" providerId="ADAL" clId="{1FFDFDEC-295D-434A-B582-72A8CC8A5E88}" dt="2021-01-14T01:59:45.566" v="120" actId="20577"/>
          <ac:spMkLst>
            <pc:docMk/>
            <pc:sldMk cId="1907161375" sldId="375"/>
            <ac:spMk id="31" creationId="{05E58047-D705-49A5-9998-531FF0EE584D}"/>
          </ac:spMkLst>
        </pc:spChg>
        <pc:picChg chg="add mod">
          <ac:chgData name="鈴木 秀規" userId="f68c5fd9-22d5-4c0a-9833-7fb0f5135313" providerId="ADAL" clId="{1FFDFDEC-295D-434A-B582-72A8CC8A5E88}" dt="2021-01-14T01:59:18.272" v="110" actId="1076"/>
          <ac:picMkLst>
            <pc:docMk/>
            <pc:sldMk cId="1907161375" sldId="375"/>
            <ac:picMk id="11" creationId="{564BFD27-68F4-4E9B-BBD1-3DF2216B791D}"/>
          </ac:picMkLst>
        </pc:picChg>
        <pc:picChg chg="add mod">
          <ac:chgData name="鈴木 秀規" userId="f68c5fd9-22d5-4c0a-9833-7fb0f5135313" providerId="ADAL" clId="{1FFDFDEC-295D-434A-B582-72A8CC8A5E88}" dt="2021-01-14T01:59:18.272" v="110" actId="1076"/>
          <ac:picMkLst>
            <pc:docMk/>
            <pc:sldMk cId="1907161375" sldId="375"/>
            <ac:picMk id="12" creationId="{B50ED766-00D9-495F-A414-BBA5DB6E911F}"/>
          </ac:picMkLst>
        </pc:picChg>
        <pc:picChg chg="add mod">
          <ac:chgData name="鈴木 秀規" userId="f68c5fd9-22d5-4c0a-9833-7fb0f5135313" providerId="ADAL" clId="{1FFDFDEC-295D-434A-B582-72A8CC8A5E88}" dt="2021-01-14T01:59:18.272" v="110" actId="1076"/>
          <ac:picMkLst>
            <pc:docMk/>
            <pc:sldMk cId="1907161375" sldId="375"/>
            <ac:picMk id="13" creationId="{675DBB52-291D-4CFA-83BC-E791C49F2029}"/>
          </ac:picMkLst>
        </pc:picChg>
        <pc:picChg chg="add mod">
          <ac:chgData name="鈴木 秀規" userId="f68c5fd9-22d5-4c0a-9833-7fb0f5135313" providerId="ADAL" clId="{1FFDFDEC-295D-434A-B582-72A8CC8A5E88}" dt="2021-01-14T01:59:18.272" v="110" actId="1076"/>
          <ac:picMkLst>
            <pc:docMk/>
            <pc:sldMk cId="1907161375" sldId="375"/>
            <ac:picMk id="20" creationId="{C6F8F643-F6C2-48A3-A5B6-AD5484107388}"/>
          </ac:picMkLst>
        </pc:picChg>
        <pc:picChg chg="add mod">
          <ac:chgData name="鈴木 秀規" userId="f68c5fd9-22d5-4c0a-9833-7fb0f5135313" providerId="ADAL" clId="{1FFDFDEC-295D-434A-B582-72A8CC8A5E88}" dt="2021-01-14T01:59:18.272" v="110" actId="1076"/>
          <ac:picMkLst>
            <pc:docMk/>
            <pc:sldMk cId="1907161375" sldId="375"/>
            <ac:picMk id="23" creationId="{C8CD0E29-FC7E-401E-8953-904CC4E89018}"/>
          </ac:picMkLst>
        </pc:picChg>
        <pc:picChg chg="add mod">
          <ac:chgData name="鈴木 秀規" userId="f68c5fd9-22d5-4c0a-9833-7fb0f5135313" providerId="ADAL" clId="{1FFDFDEC-295D-434A-B582-72A8CC8A5E88}" dt="2021-01-14T01:59:18.272" v="110" actId="1076"/>
          <ac:picMkLst>
            <pc:docMk/>
            <pc:sldMk cId="1907161375" sldId="375"/>
            <ac:picMk id="24" creationId="{6AF5DD5D-6F24-49E8-9C70-34C2AB7E47BD}"/>
          </ac:picMkLst>
        </pc:picChg>
        <pc:picChg chg="add mod">
          <ac:chgData name="鈴木 秀規" userId="f68c5fd9-22d5-4c0a-9833-7fb0f5135313" providerId="ADAL" clId="{1FFDFDEC-295D-434A-B582-72A8CC8A5E88}" dt="2021-01-14T01:59:18.272" v="110" actId="1076"/>
          <ac:picMkLst>
            <pc:docMk/>
            <pc:sldMk cId="1907161375" sldId="375"/>
            <ac:picMk id="29" creationId="{4D35E043-D2AD-4290-8C14-32D0728BF532}"/>
          </ac:picMkLst>
        </pc:picChg>
        <pc:picChg chg="add mod">
          <ac:chgData name="鈴木 秀規" userId="f68c5fd9-22d5-4c0a-9833-7fb0f5135313" providerId="ADAL" clId="{1FFDFDEC-295D-434A-B582-72A8CC8A5E88}" dt="2021-01-14T01:59:18.272" v="110" actId="1076"/>
          <ac:picMkLst>
            <pc:docMk/>
            <pc:sldMk cId="1907161375" sldId="375"/>
            <ac:picMk id="30" creationId="{C010E05C-1871-42D5-9FB7-ABF30847EAF3}"/>
          </ac:picMkLst>
        </pc:picChg>
        <pc:picChg chg="add mod">
          <ac:chgData name="鈴木 秀規" userId="f68c5fd9-22d5-4c0a-9833-7fb0f5135313" providerId="ADAL" clId="{1FFDFDEC-295D-434A-B582-72A8CC8A5E88}" dt="2021-01-14T01:59:18.272" v="110" actId="1076"/>
          <ac:picMkLst>
            <pc:docMk/>
            <pc:sldMk cId="1907161375" sldId="375"/>
            <ac:picMk id="32" creationId="{E9F0B6A4-1999-4C8C-A73B-2901C433607C}"/>
          </ac:picMkLst>
        </pc:picChg>
        <pc:cxnChg chg="add mod">
          <ac:chgData name="鈴木 秀規" userId="f68c5fd9-22d5-4c0a-9833-7fb0f5135313" providerId="ADAL" clId="{1FFDFDEC-295D-434A-B582-72A8CC8A5E88}" dt="2021-01-14T01:59:18.272" v="110" actId="1076"/>
          <ac:cxnSpMkLst>
            <pc:docMk/>
            <pc:sldMk cId="1907161375" sldId="375"/>
            <ac:cxnSpMk id="15" creationId="{0F95D75C-089C-431C-9673-BAF8BC7E7B81}"/>
          </ac:cxnSpMkLst>
        </pc:cxnChg>
        <pc:cxnChg chg="add mod">
          <ac:chgData name="鈴木 秀規" userId="f68c5fd9-22d5-4c0a-9833-7fb0f5135313" providerId="ADAL" clId="{1FFDFDEC-295D-434A-B582-72A8CC8A5E88}" dt="2021-01-14T01:59:18.272" v="110" actId="1076"/>
          <ac:cxnSpMkLst>
            <pc:docMk/>
            <pc:sldMk cId="1907161375" sldId="375"/>
            <ac:cxnSpMk id="16" creationId="{EBAA7087-1D49-4E99-B6FE-4EE4FDA7636C}"/>
          </ac:cxnSpMkLst>
        </pc:cxnChg>
        <pc:cxnChg chg="add mod">
          <ac:chgData name="鈴木 秀規" userId="f68c5fd9-22d5-4c0a-9833-7fb0f5135313" providerId="ADAL" clId="{1FFDFDEC-295D-434A-B582-72A8CC8A5E88}" dt="2021-01-14T01:59:18.272" v="110" actId="1076"/>
          <ac:cxnSpMkLst>
            <pc:docMk/>
            <pc:sldMk cId="1907161375" sldId="375"/>
            <ac:cxnSpMk id="22" creationId="{FCC53815-0305-4D47-9C8D-837854022F3D}"/>
          </ac:cxnSpMkLst>
        </pc:cxnChg>
        <pc:cxnChg chg="add mod">
          <ac:chgData name="鈴木 秀規" userId="f68c5fd9-22d5-4c0a-9833-7fb0f5135313" providerId="ADAL" clId="{1FFDFDEC-295D-434A-B582-72A8CC8A5E88}" dt="2021-01-14T01:59:18.272" v="110" actId="1076"/>
          <ac:cxnSpMkLst>
            <pc:docMk/>
            <pc:sldMk cId="1907161375" sldId="375"/>
            <ac:cxnSpMk id="26" creationId="{6164547E-80FC-4466-ACDC-B8B858B19E4A}"/>
          </ac:cxnSpMkLst>
        </pc:cxnChg>
        <pc:cxnChg chg="add mod">
          <ac:chgData name="鈴木 秀規" userId="f68c5fd9-22d5-4c0a-9833-7fb0f5135313" providerId="ADAL" clId="{1FFDFDEC-295D-434A-B582-72A8CC8A5E88}" dt="2021-01-14T01:59:18.272" v="110" actId="1076"/>
          <ac:cxnSpMkLst>
            <pc:docMk/>
            <pc:sldMk cId="1907161375" sldId="375"/>
            <ac:cxnSpMk id="27" creationId="{C8083653-A187-4061-9CFC-9CA906255BB5}"/>
          </ac:cxnSpMkLst>
        </pc:cxnChg>
        <pc:cxnChg chg="add mod">
          <ac:chgData name="鈴木 秀規" userId="f68c5fd9-22d5-4c0a-9833-7fb0f5135313" providerId="ADAL" clId="{1FFDFDEC-295D-434A-B582-72A8CC8A5E88}" dt="2021-01-14T01:59:18.272" v="110" actId="1076"/>
          <ac:cxnSpMkLst>
            <pc:docMk/>
            <pc:sldMk cId="1907161375" sldId="375"/>
            <ac:cxnSpMk id="28" creationId="{B0B783CC-E721-469F-8E26-C91C6EA2D86D}"/>
          </ac:cxnSpMkLst>
        </pc:cxnChg>
      </pc:sldChg>
      <pc:sldChg chg="addSp modSp new del mod">
        <pc:chgData name="鈴木 秀規" userId="f68c5fd9-22d5-4c0a-9833-7fb0f5135313" providerId="ADAL" clId="{1FFDFDEC-295D-434A-B582-72A8CC8A5E88}" dt="2021-01-14T02:02:02.288" v="173" actId="2696"/>
        <pc:sldMkLst>
          <pc:docMk/>
          <pc:sldMk cId="2108988060" sldId="376"/>
        </pc:sldMkLst>
        <pc:spChg chg="mod">
          <ac:chgData name="鈴木 秀規" userId="f68c5fd9-22d5-4c0a-9833-7fb0f5135313" providerId="ADAL" clId="{1FFDFDEC-295D-434A-B582-72A8CC8A5E88}" dt="2021-01-14T02:00:18.963" v="141" actId="20577"/>
          <ac:spMkLst>
            <pc:docMk/>
            <pc:sldMk cId="2108988060" sldId="376"/>
            <ac:spMk id="3" creationId="{4034037C-2A01-447F-B387-82829C86D752}"/>
          </ac:spMkLst>
        </pc:spChg>
        <pc:spChg chg="mod">
          <ac:chgData name="鈴木 秀規" userId="f68c5fd9-22d5-4c0a-9833-7fb0f5135313" providerId="ADAL" clId="{1FFDFDEC-295D-434A-B582-72A8CC8A5E88}" dt="2021-01-14T02:00:42.734" v="149" actId="14100"/>
          <ac:spMkLst>
            <pc:docMk/>
            <pc:sldMk cId="2108988060" sldId="376"/>
            <ac:spMk id="5" creationId="{E15B8FA5-9AB3-4033-B52C-496ED6F99D7F}"/>
          </ac:spMkLst>
        </pc:spChg>
        <pc:spChg chg="add mod">
          <ac:chgData name="鈴木 秀規" userId="f68c5fd9-22d5-4c0a-9833-7fb0f5135313" providerId="ADAL" clId="{1FFDFDEC-295D-434A-B582-72A8CC8A5E88}" dt="2021-01-14T02:01:35.267" v="172" actId="2711"/>
          <ac:spMkLst>
            <pc:docMk/>
            <pc:sldMk cId="2108988060" sldId="376"/>
            <ac:spMk id="6" creationId="{0D2BEEBB-6965-4B5F-ACDB-F88BB098F84F}"/>
          </ac:spMkLst>
        </pc:spChg>
        <pc:spChg chg="add mod">
          <ac:chgData name="鈴木 秀規" userId="f68c5fd9-22d5-4c0a-9833-7fb0f5135313" providerId="ADAL" clId="{1FFDFDEC-295D-434A-B582-72A8CC8A5E88}" dt="2021-01-14T02:01:22.917" v="170" actId="2711"/>
          <ac:spMkLst>
            <pc:docMk/>
            <pc:sldMk cId="2108988060" sldId="376"/>
            <ac:spMk id="7" creationId="{0FCC3EBA-F893-40BB-B081-ACC77689B0FC}"/>
          </ac:spMkLst>
        </pc:spChg>
        <pc:spChg chg="add mod">
          <ac:chgData name="鈴木 秀規" userId="f68c5fd9-22d5-4c0a-9833-7fb0f5135313" providerId="ADAL" clId="{1FFDFDEC-295D-434A-B582-72A8CC8A5E88}" dt="2021-01-14T02:00:56.108" v="167" actId="1038"/>
          <ac:spMkLst>
            <pc:docMk/>
            <pc:sldMk cId="2108988060" sldId="376"/>
            <ac:spMk id="23" creationId="{1F6C9A36-E9A4-4BD6-825B-FC77DB8E9344}"/>
          </ac:spMkLst>
        </pc:spChg>
        <pc:picChg chg="add mod">
          <ac:chgData name="鈴木 秀規" userId="f68c5fd9-22d5-4c0a-9833-7fb0f5135313" providerId="ADAL" clId="{1FFDFDEC-295D-434A-B582-72A8CC8A5E88}" dt="2021-01-14T02:00:56.108" v="167" actId="1038"/>
          <ac:picMkLst>
            <pc:docMk/>
            <pc:sldMk cId="2108988060" sldId="376"/>
            <ac:picMk id="8" creationId="{7D4690F8-FC21-4394-B9FE-9B820E6B457B}"/>
          </ac:picMkLst>
        </pc:picChg>
        <pc:picChg chg="add mod">
          <ac:chgData name="鈴木 秀規" userId="f68c5fd9-22d5-4c0a-9833-7fb0f5135313" providerId="ADAL" clId="{1FFDFDEC-295D-434A-B582-72A8CC8A5E88}" dt="2021-01-14T02:00:56.108" v="167" actId="1038"/>
          <ac:picMkLst>
            <pc:docMk/>
            <pc:sldMk cId="2108988060" sldId="376"/>
            <ac:picMk id="9" creationId="{336C59ED-035D-4032-9BFD-BF65F969EDF1}"/>
          </ac:picMkLst>
        </pc:picChg>
        <pc:picChg chg="add mod">
          <ac:chgData name="鈴木 秀規" userId="f68c5fd9-22d5-4c0a-9833-7fb0f5135313" providerId="ADAL" clId="{1FFDFDEC-295D-434A-B582-72A8CC8A5E88}" dt="2021-01-14T02:00:56.108" v="167" actId="1038"/>
          <ac:picMkLst>
            <pc:docMk/>
            <pc:sldMk cId="2108988060" sldId="376"/>
            <ac:picMk id="10" creationId="{180159D8-3060-47E5-A3FF-F69BA91BCC65}"/>
          </ac:picMkLst>
        </pc:picChg>
        <pc:picChg chg="add mod">
          <ac:chgData name="鈴木 秀規" userId="f68c5fd9-22d5-4c0a-9833-7fb0f5135313" providerId="ADAL" clId="{1FFDFDEC-295D-434A-B582-72A8CC8A5E88}" dt="2021-01-14T02:00:56.108" v="167" actId="1038"/>
          <ac:picMkLst>
            <pc:docMk/>
            <pc:sldMk cId="2108988060" sldId="376"/>
            <ac:picMk id="11" creationId="{D0AA5A03-85CD-431A-AA28-AF9AF959A7D7}"/>
          </ac:picMkLst>
        </pc:picChg>
        <pc:picChg chg="add mod">
          <ac:chgData name="鈴木 秀規" userId="f68c5fd9-22d5-4c0a-9833-7fb0f5135313" providerId="ADAL" clId="{1FFDFDEC-295D-434A-B582-72A8CC8A5E88}" dt="2021-01-14T02:00:56.108" v="167" actId="1038"/>
          <ac:picMkLst>
            <pc:docMk/>
            <pc:sldMk cId="2108988060" sldId="376"/>
            <ac:picMk id="15" creationId="{80A29E5E-9321-468A-9CCA-AF71B189FBF3}"/>
          </ac:picMkLst>
        </pc:picChg>
        <pc:picChg chg="add mod">
          <ac:chgData name="鈴木 秀規" userId="f68c5fd9-22d5-4c0a-9833-7fb0f5135313" providerId="ADAL" clId="{1FFDFDEC-295D-434A-B582-72A8CC8A5E88}" dt="2021-01-14T02:00:56.108" v="167" actId="1038"/>
          <ac:picMkLst>
            <pc:docMk/>
            <pc:sldMk cId="2108988060" sldId="376"/>
            <ac:picMk id="17" creationId="{F611D90C-FAEF-4108-B794-0C74A595485A}"/>
          </ac:picMkLst>
        </pc:picChg>
        <pc:picChg chg="add mod">
          <ac:chgData name="鈴木 秀規" userId="f68c5fd9-22d5-4c0a-9833-7fb0f5135313" providerId="ADAL" clId="{1FFDFDEC-295D-434A-B582-72A8CC8A5E88}" dt="2021-01-14T02:00:56.108" v="167" actId="1038"/>
          <ac:picMkLst>
            <pc:docMk/>
            <pc:sldMk cId="2108988060" sldId="376"/>
            <ac:picMk id="19" creationId="{13B29F4B-524E-49F7-AB7F-930E08C2CCEC}"/>
          </ac:picMkLst>
        </pc:picChg>
        <pc:picChg chg="add mod">
          <ac:chgData name="鈴木 秀規" userId="f68c5fd9-22d5-4c0a-9833-7fb0f5135313" providerId="ADAL" clId="{1FFDFDEC-295D-434A-B582-72A8CC8A5E88}" dt="2021-01-14T02:00:56.108" v="167" actId="1038"/>
          <ac:picMkLst>
            <pc:docMk/>
            <pc:sldMk cId="2108988060" sldId="376"/>
            <ac:picMk id="20" creationId="{B096E803-6DF6-44E4-835A-4594EBFDE7DE}"/>
          </ac:picMkLst>
        </pc:picChg>
        <pc:cxnChg chg="add mod">
          <ac:chgData name="鈴木 秀規" userId="f68c5fd9-22d5-4c0a-9833-7fb0f5135313" providerId="ADAL" clId="{1FFDFDEC-295D-434A-B582-72A8CC8A5E88}" dt="2021-01-14T02:00:56.108" v="167" actId="1038"/>
          <ac:cxnSpMkLst>
            <pc:docMk/>
            <pc:sldMk cId="2108988060" sldId="376"/>
            <ac:cxnSpMk id="12" creationId="{9275C84D-51CF-4E43-9882-182A2890E520}"/>
          </ac:cxnSpMkLst>
        </pc:cxnChg>
        <pc:cxnChg chg="add mod">
          <ac:chgData name="鈴木 秀規" userId="f68c5fd9-22d5-4c0a-9833-7fb0f5135313" providerId="ADAL" clId="{1FFDFDEC-295D-434A-B582-72A8CC8A5E88}" dt="2021-01-14T02:00:56.108" v="167" actId="1038"/>
          <ac:cxnSpMkLst>
            <pc:docMk/>
            <pc:sldMk cId="2108988060" sldId="376"/>
            <ac:cxnSpMk id="13" creationId="{DF4E31EB-54A7-4852-8F50-0540BE9E3E92}"/>
          </ac:cxnSpMkLst>
        </pc:cxnChg>
        <pc:cxnChg chg="add mod">
          <ac:chgData name="鈴木 秀規" userId="f68c5fd9-22d5-4c0a-9833-7fb0f5135313" providerId="ADAL" clId="{1FFDFDEC-295D-434A-B582-72A8CC8A5E88}" dt="2021-01-14T02:00:56.108" v="167" actId="1038"/>
          <ac:cxnSpMkLst>
            <pc:docMk/>
            <pc:sldMk cId="2108988060" sldId="376"/>
            <ac:cxnSpMk id="14" creationId="{3756BD93-8BA4-4E4B-93AE-C0D53EC65ED2}"/>
          </ac:cxnSpMkLst>
        </pc:cxnChg>
        <pc:cxnChg chg="add mod">
          <ac:chgData name="鈴木 秀規" userId="f68c5fd9-22d5-4c0a-9833-7fb0f5135313" providerId="ADAL" clId="{1FFDFDEC-295D-434A-B582-72A8CC8A5E88}" dt="2021-01-14T02:00:56.108" v="167" actId="1038"/>
          <ac:cxnSpMkLst>
            <pc:docMk/>
            <pc:sldMk cId="2108988060" sldId="376"/>
            <ac:cxnSpMk id="16" creationId="{9361722C-727A-4C85-AFBE-03A5C414B66F}"/>
          </ac:cxnSpMkLst>
        </pc:cxnChg>
        <pc:cxnChg chg="add mod">
          <ac:chgData name="鈴木 秀規" userId="f68c5fd9-22d5-4c0a-9833-7fb0f5135313" providerId="ADAL" clId="{1FFDFDEC-295D-434A-B582-72A8CC8A5E88}" dt="2021-01-14T02:00:56.108" v="167" actId="1038"/>
          <ac:cxnSpMkLst>
            <pc:docMk/>
            <pc:sldMk cId="2108988060" sldId="376"/>
            <ac:cxnSpMk id="18" creationId="{7B9A898E-71D2-4F9C-9A94-21BFC2A57883}"/>
          </ac:cxnSpMkLst>
        </pc:cxnChg>
        <pc:cxnChg chg="add mod">
          <ac:chgData name="鈴木 秀規" userId="f68c5fd9-22d5-4c0a-9833-7fb0f5135313" providerId="ADAL" clId="{1FFDFDEC-295D-434A-B582-72A8CC8A5E88}" dt="2021-01-14T02:00:56.108" v="167" actId="1038"/>
          <ac:cxnSpMkLst>
            <pc:docMk/>
            <pc:sldMk cId="2108988060" sldId="376"/>
            <ac:cxnSpMk id="21" creationId="{DFB78371-7452-4CFF-828C-3F19969B1ECE}"/>
          </ac:cxnSpMkLst>
        </pc:cxnChg>
        <pc:cxnChg chg="add mod">
          <ac:chgData name="鈴木 秀規" userId="f68c5fd9-22d5-4c0a-9833-7fb0f5135313" providerId="ADAL" clId="{1FFDFDEC-295D-434A-B582-72A8CC8A5E88}" dt="2021-01-14T02:00:56.108" v="167" actId="1038"/>
          <ac:cxnSpMkLst>
            <pc:docMk/>
            <pc:sldMk cId="2108988060" sldId="376"/>
            <ac:cxnSpMk id="22" creationId="{B6B0AD38-13DB-41EA-9A1F-2C1952CFF914}"/>
          </ac:cxnSpMkLst>
        </pc:cxnChg>
      </pc:sldChg>
      <pc:sldChg chg="addSp modSp new mod">
        <pc:chgData name="鈴木 秀規" userId="f68c5fd9-22d5-4c0a-9833-7fb0f5135313" providerId="ADAL" clId="{1FFDFDEC-295D-434A-B582-72A8CC8A5E88}" dt="2021-01-14T02:02:38.621" v="211" actId="1076"/>
        <pc:sldMkLst>
          <pc:docMk/>
          <pc:sldMk cId="2720488262" sldId="376"/>
        </pc:sldMkLst>
        <pc:spChg chg="mod">
          <ac:chgData name="鈴木 秀規" userId="f68c5fd9-22d5-4c0a-9833-7fb0f5135313" providerId="ADAL" clId="{1FFDFDEC-295D-434A-B582-72A8CC8A5E88}" dt="2021-01-14T02:02:12.463" v="202" actId="20577"/>
          <ac:spMkLst>
            <pc:docMk/>
            <pc:sldMk cId="2720488262" sldId="376"/>
            <ac:spMk id="3" creationId="{7E76A76D-A4A9-46AF-854D-786E7BC777F0}"/>
          </ac:spMkLst>
        </pc:spChg>
        <pc:spChg chg="mod">
          <ac:chgData name="鈴木 秀規" userId="f68c5fd9-22d5-4c0a-9833-7fb0f5135313" providerId="ADAL" clId="{1FFDFDEC-295D-434A-B582-72A8CC8A5E88}" dt="2021-01-14T02:02:30.004" v="209" actId="207"/>
          <ac:spMkLst>
            <pc:docMk/>
            <pc:sldMk cId="2720488262" sldId="376"/>
            <ac:spMk id="5" creationId="{053BE284-A5FE-49E2-93EB-ED11556292A1}"/>
          </ac:spMkLst>
        </pc:spChg>
        <pc:spChg chg="add mod">
          <ac:chgData name="鈴木 秀規" userId="f68c5fd9-22d5-4c0a-9833-7fb0f5135313" providerId="ADAL" clId="{1FFDFDEC-295D-434A-B582-72A8CC8A5E88}" dt="2021-01-14T02:02:38.621" v="211" actId="1076"/>
          <ac:spMkLst>
            <pc:docMk/>
            <pc:sldMk cId="2720488262" sldId="376"/>
            <ac:spMk id="6" creationId="{3FDB19DB-E07E-4F5F-ADE2-8952BB7ABFD9}"/>
          </ac:spMkLst>
        </pc:spChg>
        <pc:spChg chg="add mod">
          <ac:chgData name="鈴木 秀規" userId="f68c5fd9-22d5-4c0a-9833-7fb0f5135313" providerId="ADAL" clId="{1FFDFDEC-295D-434A-B582-72A8CC8A5E88}" dt="2021-01-14T02:02:38.621" v="211" actId="1076"/>
          <ac:spMkLst>
            <pc:docMk/>
            <pc:sldMk cId="2720488262" sldId="376"/>
            <ac:spMk id="7" creationId="{7CF06173-29D3-4D35-835B-E0E1E7C5F04B}"/>
          </ac:spMkLst>
        </pc:spChg>
        <pc:spChg chg="add mod">
          <ac:chgData name="鈴木 秀規" userId="f68c5fd9-22d5-4c0a-9833-7fb0f5135313" providerId="ADAL" clId="{1FFDFDEC-295D-434A-B582-72A8CC8A5E88}" dt="2021-01-14T02:02:38.621" v="211" actId="1076"/>
          <ac:spMkLst>
            <pc:docMk/>
            <pc:sldMk cId="2720488262" sldId="376"/>
            <ac:spMk id="8" creationId="{E75346FE-F118-48D8-9BA4-5715319032B0}"/>
          </ac:spMkLst>
        </pc:spChg>
        <pc:spChg chg="add mod">
          <ac:chgData name="鈴木 秀規" userId="f68c5fd9-22d5-4c0a-9833-7fb0f5135313" providerId="ADAL" clId="{1FFDFDEC-295D-434A-B582-72A8CC8A5E88}" dt="2021-01-14T02:02:38.621" v="211" actId="1076"/>
          <ac:spMkLst>
            <pc:docMk/>
            <pc:sldMk cId="2720488262" sldId="376"/>
            <ac:spMk id="9" creationId="{CC214F5B-CCBE-4F4D-A63F-1C91155FD880}"/>
          </ac:spMkLst>
        </pc:spChg>
        <pc:spChg chg="add mod">
          <ac:chgData name="鈴木 秀規" userId="f68c5fd9-22d5-4c0a-9833-7fb0f5135313" providerId="ADAL" clId="{1FFDFDEC-295D-434A-B582-72A8CC8A5E88}" dt="2021-01-14T02:02:38.621" v="211" actId="1076"/>
          <ac:spMkLst>
            <pc:docMk/>
            <pc:sldMk cId="2720488262" sldId="376"/>
            <ac:spMk id="10" creationId="{4B8696C4-7CBC-49D4-BA27-0B15F1DA9A5A}"/>
          </ac:spMkLst>
        </pc:spChg>
        <pc:spChg chg="add mod">
          <ac:chgData name="鈴木 秀規" userId="f68c5fd9-22d5-4c0a-9833-7fb0f5135313" providerId="ADAL" clId="{1FFDFDEC-295D-434A-B582-72A8CC8A5E88}" dt="2021-01-14T02:02:38.621" v="211" actId="1076"/>
          <ac:spMkLst>
            <pc:docMk/>
            <pc:sldMk cId="2720488262" sldId="376"/>
            <ac:spMk id="11" creationId="{61531945-198A-4659-919F-54A6276F9688}"/>
          </ac:spMkLst>
        </pc:spChg>
        <pc:picChg chg="add mod">
          <ac:chgData name="鈴木 秀規" userId="f68c5fd9-22d5-4c0a-9833-7fb0f5135313" providerId="ADAL" clId="{1FFDFDEC-295D-434A-B582-72A8CC8A5E88}" dt="2021-01-14T02:02:38.621" v="211" actId="1076"/>
          <ac:picMkLst>
            <pc:docMk/>
            <pc:sldMk cId="2720488262" sldId="376"/>
            <ac:picMk id="12" creationId="{264B2629-3235-4C1F-81CC-0EB9738C6DF9}"/>
          </ac:picMkLst>
        </pc:picChg>
        <pc:picChg chg="add mod">
          <ac:chgData name="鈴木 秀規" userId="f68c5fd9-22d5-4c0a-9833-7fb0f5135313" providerId="ADAL" clId="{1FFDFDEC-295D-434A-B582-72A8CC8A5E88}" dt="2021-01-14T02:02:38.621" v="211" actId="1076"/>
          <ac:picMkLst>
            <pc:docMk/>
            <pc:sldMk cId="2720488262" sldId="376"/>
            <ac:picMk id="13" creationId="{07A0F9A4-F2B7-462B-87D6-F59F33309D73}"/>
          </ac:picMkLst>
        </pc:picChg>
        <pc:cxnChg chg="add mod">
          <ac:chgData name="鈴木 秀規" userId="f68c5fd9-22d5-4c0a-9833-7fb0f5135313" providerId="ADAL" clId="{1FFDFDEC-295D-434A-B582-72A8CC8A5E88}" dt="2021-01-14T02:02:38.621" v="211" actId="1076"/>
          <ac:cxnSpMkLst>
            <pc:docMk/>
            <pc:sldMk cId="2720488262" sldId="376"/>
            <ac:cxnSpMk id="14" creationId="{A021EA36-EAD1-413B-9C82-429596853257}"/>
          </ac:cxnSpMkLst>
        </pc:cxnChg>
        <pc:cxnChg chg="add mod">
          <ac:chgData name="鈴木 秀規" userId="f68c5fd9-22d5-4c0a-9833-7fb0f5135313" providerId="ADAL" clId="{1FFDFDEC-295D-434A-B582-72A8CC8A5E88}" dt="2021-01-14T02:02:38.621" v="211" actId="1076"/>
          <ac:cxnSpMkLst>
            <pc:docMk/>
            <pc:sldMk cId="2720488262" sldId="376"/>
            <ac:cxnSpMk id="15" creationId="{D5C25223-29DF-4B17-B420-0CB7560CD3AC}"/>
          </ac:cxnSpMkLst>
        </pc:cxnChg>
        <pc:cxnChg chg="add mod">
          <ac:chgData name="鈴木 秀規" userId="f68c5fd9-22d5-4c0a-9833-7fb0f5135313" providerId="ADAL" clId="{1FFDFDEC-295D-434A-B582-72A8CC8A5E88}" dt="2021-01-14T02:02:38.621" v="211" actId="1076"/>
          <ac:cxnSpMkLst>
            <pc:docMk/>
            <pc:sldMk cId="2720488262" sldId="376"/>
            <ac:cxnSpMk id="16" creationId="{24763586-9DAE-493B-8315-4FF9493818EE}"/>
          </ac:cxnSpMkLst>
        </pc:cxnChg>
        <pc:cxnChg chg="add mod">
          <ac:chgData name="鈴木 秀規" userId="f68c5fd9-22d5-4c0a-9833-7fb0f5135313" providerId="ADAL" clId="{1FFDFDEC-295D-434A-B582-72A8CC8A5E88}" dt="2021-01-14T02:02:38.621" v="211" actId="1076"/>
          <ac:cxnSpMkLst>
            <pc:docMk/>
            <pc:sldMk cId="2720488262" sldId="376"/>
            <ac:cxnSpMk id="17" creationId="{C098CE7A-3790-4DBB-B135-514F41130A01}"/>
          </ac:cxnSpMkLst>
        </pc:cxnChg>
      </pc:sldChg>
      <pc:sldChg chg="addSp delSp modSp new add del mod">
        <pc:chgData name="鈴木 秀規" userId="f68c5fd9-22d5-4c0a-9833-7fb0f5135313" providerId="ADAL" clId="{1FFDFDEC-295D-434A-B582-72A8CC8A5E88}" dt="2021-01-26T03:29:01.368" v="886" actId="14100"/>
        <pc:sldMkLst>
          <pc:docMk/>
          <pc:sldMk cId="3649920568" sldId="377"/>
        </pc:sldMkLst>
        <pc:spChg chg="mod">
          <ac:chgData name="鈴木 秀規" userId="f68c5fd9-22d5-4c0a-9833-7fb0f5135313" providerId="ADAL" clId="{1FFDFDEC-295D-434A-B582-72A8CC8A5E88}" dt="2021-01-14T02:03:05.174" v="223" actId="20577"/>
          <ac:spMkLst>
            <pc:docMk/>
            <pc:sldMk cId="3649920568" sldId="377"/>
            <ac:spMk id="3" creationId="{DF13203F-8593-420C-AE20-66E21972FB4D}"/>
          </ac:spMkLst>
        </pc:spChg>
        <pc:spChg chg="mod">
          <ac:chgData name="鈴木 秀規" userId="f68c5fd9-22d5-4c0a-9833-7fb0f5135313" providerId="ADAL" clId="{1FFDFDEC-295D-434A-B582-72A8CC8A5E88}" dt="2021-01-26T03:29:01.368" v="886" actId="14100"/>
          <ac:spMkLst>
            <pc:docMk/>
            <pc:sldMk cId="3649920568" sldId="377"/>
            <ac:spMk id="5" creationId="{63D511F6-27E6-40A2-9A93-B28B3EF22E08}"/>
          </ac:spMkLst>
        </pc:spChg>
        <pc:spChg chg="add del mod">
          <ac:chgData name="鈴木 秀規" userId="f68c5fd9-22d5-4c0a-9833-7fb0f5135313" providerId="ADAL" clId="{1FFDFDEC-295D-434A-B582-72A8CC8A5E88}" dt="2021-01-14T02:04:21.934" v="240" actId="478"/>
          <ac:spMkLst>
            <pc:docMk/>
            <pc:sldMk cId="3649920568" sldId="377"/>
            <ac:spMk id="6" creationId="{D2845405-5103-4C62-BB3C-E80E03C545AE}"/>
          </ac:spMkLst>
        </pc:spChg>
        <pc:spChg chg="add del mod">
          <ac:chgData name="鈴木 秀規" userId="f68c5fd9-22d5-4c0a-9833-7fb0f5135313" providerId="ADAL" clId="{1FFDFDEC-295D-434A-B582-72A8CC8A5E88}" dt="2021-01-14T02:04:21.934" v="240" actId="478"/>
          <ac:spMkLst>
            <pc:docMk/>
            <pc:sldMk cId="3649920568" sldId="377"/>
            <ac:spMk id="10" creationId="{E9941C32-1BEA-433B-B5DA-07AC1252A60F}"/>
          </ac:spMkLst>
        </pc:spChg>
        <pc:spChg chg="add del mod">
          <ac:chgData name="鈴木 秀規" userId="f68c5fd9-22d5-4c0a-9833-7fb0f5135313" providerId="ADAL" clId="{1FFDFDEC-295D-434A-B582-72A8CC8A5E88}" dt="2021-01-14T02:04:21.934" v="240" actId="478"/>
          <ac:spMkLst>
            <pc:docMk/>
            <pc:sldMk cId="3649920568" sldId="377"/>
            <ac:spMk id="13" creationId="{D98634BF-B3C5-4EDA-96E5-D352230508C6}"/>
          </ac:spMkLst>
        </pc:spChg>
        <pc:spChg chg="add del mod">
          <ac:chgData name="鈴木 秀規" userId="f68c5fd9-22d5-4c0a-9833-7fb0f5135313" providerId="ADAL" clId="{1FFDFDEC-295D-434A-B582-72A8CC8A5E88}" dt="2021-01-14T02:04:21.934" v="240" actId="478"/>
          <ac:spMkLst>
            <pc:docMk/>
            <pc:sldMk cId="3649920568" sldId="377"/>
            <ac:spMk id="14" creationId="{150B9EE1-73C9-4075-9A0E-D054ABA7F56A}"/>
          </ac:spMkLst>
        </pc:spChg>
        <pc:spChg chg="add del mod">
          <ac:chgData name="鈴木 秀規" userId="f68c5fd9-22d5-4c0a-9833-7fb0f5135313" providerId="ADAL" clId="{1FFDFDEC-295D-434A-B582-72A8CC8A5E88}" dt="2021-01-14T02:04:21.934" v="240" actId="478"/>
          <ac:spMkLst>
            <pc:docMk/>
            <pc:sldMk cId="3649920568" sldId="377"/>
            <ac:spMk id="16" creationId="{5E32583E-40E0-42F7-8034-4FFF71881D5C}"/>
          </ac:spMkLst>
        </pc:spChg>
        <pc:spChg chg="add del mod">
          <ac:chgData name="鈴木 秀規" userId="f68c5fd9-22d5-4c0a-9833-7fb0f5135313" providerId="ADAL" clId="{1FFDFDEC-295D-434A-B582-72A8CC8A5E88}" dt="2021-01-14T02:04:21.934" v="240" actId="478"/>
          <ac:spMkLst>
            <pc:docMk/>
            <pc:sldMk cId="3649920568" sldId="377"/>
            <ac:spMk id="17" creationId="{CF346F72-7AFE-4925-93DC-FDD7E804143F}"/>
          </ac:spMkLst>
        </pc:spChg>
        <pc:spChg chg="add del mod">
          <ac:chgData name="鈴木 秀規" userId="f68c5fd9-22d5-4c0a-9833-7fb0f5135313" providerId="ADAL" clId="{1FFDFDEC-295D-434A-B582-72A8CC8A5E88}" dt="2021-01-14T02:04:21.934" v="240" actId="478"/>
          <ac:spMkLst>
            <pc:docMk/>
            <pc:sldMk cId="3649920568" sldId="377"/>
            <ac:spMk id="20" creationId="{E9152E8C-4229-44F2-9DC1-CDC1BA9A5AD2}"/>
          </ac:spMkLst>
        </pc:spChg>
        <pc:spChg chg="add del mod">
          <ac:chgData name="鈴木 秀規" userId="f68c5fd9-22d5-4c0a-9833-7fb0f5135313" providerId="ADAL" clId="{1FFDFDEC-295D-434A-B582-72A8CC8A5E88}" dt="2021-01-14T02:04:21.934" v="240" actId="478"/>
          <ac:spMkLst>
            <pc:docMk/>
            <pc:sldMk cId="3649920568" sldId="377"/>
            <ac:spMk id="21" creationId="{05EAAF42-2527-44E6-9B7A-D3034CE102CC}"/>
          </ac:spMkLst>
        </pc:spChg>
        <pc:spChg chg="add del mod">
          <ac:chgData name="鈴木 秀規" userId="f68c5fd9-22d5-4c0a-9833-7fb0f5135313" providerId="ADAL" clId="{1FFDFDEC-295D-434A-B582-72A8CC8A5E88}" dt="2021-01-14T02:04:21.934" v="240" actId="478"/>
          <ac:spMkLst>
            <pc:docMk/>
            <pc:sldMk cId="3649920568" sldId="377"/>
            <ac:spMk id="22" creationId="{8A3C8E80-DD1C-4652-B997-D788E663BEE4}"/>
          </ac:spMkLst>
        </pc:spChg>
        <pc:spChg chg="add del mod">
          <ac:chgData name="鈴木 秀規" userId="f68c5fd9-22d5-4c0a-9833-7fb0f5135313" providerId="ADAL" clId="{1FFDFDEC-295D-434A-B582-72A8CC8A5E88}" dt="2021-01-14T02:04:21.934" v="240" actId="478"/>
          <ac:spMkLst>
            <pc:docMk/>
            <pc:sldMk cId="3649920568" sldId="377"/>
            <ac:spMk id="23" creationId="{8B17CD57-67F5-4E8B-9C1D-455AF85951A9}"/>
          </ac:spMkLst>
        </pc:spChg>
        <pc:spChg chg="add del mod">
          <ac:chgData name="鈴木 秀規" userId="f68c5fd9-22d5-4c0a-9833-7fb0f5135313" providerId="ADAL" clId="{1FFDFDEC-295D-434A-B582-72A8CC8A5E88}" dt="2021-01-14T02:04:21.934" v="240" actId="478"/>
          <ac:spMkLst>
            <pc:docMk/>
            <pc:sldMk cId="3649920568" sldId="377"/>
            <ac:spMk id="24" creationId="{0AA6CF66-5F0A-4C62-8899-D61D2AA31212}"/>
          </ac:spMkLst>
        </pc:spChg>
        <pc:spChg chg="add del mod">
          <ac:chgData name="鈴木 秀規" userId="f68c5fd9-22d5-4c0a-9833-7fb0f5135313" providerId="ADAL" clId="{1FFDFDEC-295D-434A-B582-72A8CC8A5E88}" dt="2021-01-14T02:04:21.934" v="240" actId="478"/>
          <ac:spMkLst>
            <pc:docMk/>
            <pc:sldMk cId="3649920568" sldId="377"/>
            <ac:spMk id="25" creationId="{A13B0CD3-F44A-4B4E-93FB-112CBFC0E562}"/>
          </ac:spMkLst>
        </pc:spChg>
        <pc:spChg chg="add del mod">
          <ac:chgData name="鈴木 秀規" userId="f68c5fd9-22d5-4c0a-9833-7fb0f5135313" providerId="ADAL" clId="{1FFDFDEC-295D-434A-B582-72A8CC8A5E88}" dt="2021-01-14T02:04:21.934" v="240" actId="478"/>
          <ac:spMkLst>
            <pc:docMk/>
            <pc:sldMk cId="3649920568" sldId="377"/>
            <ac:spMk id="26" creationId="{BF42F3B7-1C69-4091-AFEA-40E9B9421075}"/>
          </ac:spMkLst>
        </pc:spChg>
        <pc:spChg chg="add del mod">
          <ac:chgData name="鈴木 秀規" userId="f68c5fd9-22d5-4c0a-9833-7fb0f5135313" providerId="ADAL" clId="{1FFDFDEC-295D-434A-B582-72A8CC8A5E88}" dt="2021-01-14T02:05:27.788" v="286" actId="478"/>
          <ac:spMkLst>
            <pc:docMk/>
            <pc:sldMk cId="3649920568" sldId="377"/>
            <ac:spMk id="30" creationId="{0B4F687E-D4E0-4135-AC7C-527281EC3D14}"/>
          </ac:spMkLst>
        </pc:spChg>
        <pc:spChg chg="add mod">
          <ac:chgData name="鈴木 秀規" userId="f68c5fd9-22d5-4c0a-9833-7fb0f5135313" providerId="ADAL" clId="{1FFDFDEC-295D-434A-B582-72A8CC8A5E88}" dt="2021-01-14T03:36:28.590" v="767" actId="20577"/>
          <ac:spMkLst>
            <pc:docMk/>
            <pc:sldMk cId="3649920568" sldId="377"/>
            <ac:spMk id="31" creationId="{FFC60DF4-583B-4EF1-886C-A29A4130BA29}"/>
          </ac:spMkLst>
        </pc:spChg>
        <pc:spChg chg="add del mod">
          <ac:chgData name="鈴木 秀規" userId="f68c5fd9-22d5-4c0a-9833-7fb0f5135313" providerId="ADAL" clId="{1FFDFDEC-295D-434A-B582-72A8CC8A5E88}" dt="2021-01-14T02:16:36.835" v="446" actId="1076"/>
          <ac:spMkLst>
            <pc:docMk/>
            <pc:sldMk cId="3649920568" sldId="377"/>
            <ac:spMk id="34" creationId="{8F2C3383-3D92-46AC-BD0E-043B93B52929}"/>
          </ac:spMkLst>
        </pc:spChg>
        <pc:spChg chg="add del mod">
          <ac:chgData name="鈴木 秀規" userId="f68c5fd9-22d5-4c0a-9833-7fb0f5135313" providerId="ADAL" clId="{1FFDFDEC-295D-434A-B582-72A8CC8A5E88}" dt="2021-01-14T02:06:26.115" v="302" actId="478"/>
          <ac:spMkLst>
            <pc:docMk/>
            <pc:sldMk cId="3649920568" sldId="377"/>
            <ac:spMk id="35" creationId="{C69D6D9F-3157-4061-9774-8F87C0A7A76D}"/>
          </ac:spMkLst>
        </pc:spChg>
        <pc:spChg chg="add del mod">
          <ac:chgData name="鈴木 秀規" userId="f68c5fd9-22d5-4c0a-9833-7fb0f5135313" providerId="ADAL" clId="{1FFDFDEC-295D-434A-B582-72A8CC8A5E88}" dt="2021-01-14T02:16:31.942" v="445" actId="478"/>
          <ac:spMkLst>
            <pc:docMk/>
            <pc:sldMk cId="3649920568" sldId="377"/>
            <ac:spMk id="46" creationId="{F67477F8-6865-4B2A-A073-E83E5CC25623}"/>
          </ac:spMkLst>
        </pc:spChg>
        <pc:spChg chg="add del mod">
          <ac:chgData name="鈴木 秀規" userId="f68c5fd9-22d5-4c0a-9833-7fb0f5135313" providerId="ADAL" clId="{1FFDFDEC-295D-434A-B582-72A8CC8A5E88}" dt="2021-01-14T02:16:31.942" v="445" actId="478"/>
          <ac:spMkLst>
            <pc:docMk/>
            <pc:sldMk cId="3649920568" sldId="377"/>
            <ac:spMk id="47" creationId="{BB6E310E-301D-4047-8904-D7EA81227523}"/>
          </ac:spMkLst>
        </pc:spChg>
        <pc:spChg chg="add del mod">
          <ac:chgData name="鈴木 秀規" userId="f68c5fd9-22d5-4c0a-9833-7fb0f5135313" providerId="ADAL" clId="{1FFDFDEC-295D-434A-B582-72A8CC8A5E88}" dt="2021-01-14T02:16:01.629" v="442" actId="478"/>
          <ac:spMkLst>
            <pc:docMk/>
            <pc:sldMk cId="3649920568" sldId="377"/>
            <ac:spMk id="48" creationId="{BF786DD5-0EB2-4730-B00E-F22341692CD7}"/>
          </ac:spMkLst>
        </pc:spChg>
        <pc:spChg chg="add del mod">
          <ac:chgData name="鈴木 秀規" userId="f68c5fd9-22d5-4c0a-9833-7fb0f5135313" providerId="ADAL" clId="{1FFDFDEC-295D-434A-B582-72A8CC8A5E88}" dt="2021-01-14T02:16:01.629" v="442" actId="478"/>
          <ac:spMkLst>
            <pc:docMk/>
            <pc:sldMk cId="3649920568" sldId="377"/>
            <ac:spMk id="49" creationId="{77CA64BB-7E63-4245-8D28-F37677F8555D}"/>
          </ac:spMkLst>
        </pc:spChg>
        <pc:spChg chg="add del mod">
          <ac:chgData name="鈴木 秀規" userId="f68c5fd9-22d5-4c0a-9833-7fb0f5135313" providerId="ADAL" clId="{1FFDFDEC-295D-434A-B582-72A8CC8A5E88}" dt="2021-01-14T02:16:01.629" v="442" actId="478"/>
          <ac:spMkLst>
            <pc:docMk/>
            <pc:sldMk cId="3649920568" sldId="377"/>
            <ac:spMk id="50" creationId="{0A739127-191F-4C4F-8FF6-7AD938954C7B}"/>
          </ac:spMkLst>
        </pc:spChg>
        <pc:spChg chg="add del mod">
          <ac:chgData name="鈴木 秀規" userId="f68c5fd9-22d5-4c0a-9833-7fb0f5135313" providerId="ADAL" clId="{1FFDFDEC-295D-434A-B582-72A8CC8A5E88}" dt="2021-01-14T02:16:01.629" v="442" actId="478"/>
          <ac:spMkLst>
            <pc:docMk/>
            <pc:sldMk cId="3649920568" sldId="377"/>
            <ac:spMk id="51" creationId="{BAAC543E-D653-406C-BC24-004A738F98DF}"/>
          </ac:spMkLst>
        </pc:spChg>
        <pc:spChg chg="add mod">
          <ac:chgData name="鈴木 秀規" userId="f68c5fd9-22d5-4c0a-9833-7fb0f5135313" providerId="ADAL" clId="{1FFDFDEC-295D-434A-B582-72A8CC8A5E88}" dt="2021-01-14T02:11:52.343" v="379" actId="1076"/>
          <ac:spMkLst>
            <pc:docMk/>
            <pc:sldMk cId="3649920568" sldId="377"/>
            <ac:spMk id="52" creationId="{9FD0A5F7-3C21-449A-86AA-27C6C68FBB14}"/>
          </ac:spMkLst>
        </pc:spChg>
        <pc:spChg chg="add del mod">
          <ac:chgData name="鈴木 秀規" userId="f68c5fd9-22d5-4c0a-9833-7fb0f5135313" providerId="ADAL" clId="{1FFDFDEC-295D-434A-B582-72A8CC8A5E88}" dt="2021-01-14T02:16:01.629" v="442" actId="478"/>
          <ac:spMkLst>
            <pc:docMk/>
            <pc:sldMk cId="3649920568" sldId="377"/>
            <ac:spMk id="61" creationId="{83D46220-ADF8-4081-A483-E5B7CD8BA853}"/>
          </ac:spMkLst>
        </pc:spChg>
        <pc:spChg chg="add del mod">
          <ac:chgData name="鈴木 秀規" userId="f68c5fd9-22d5-4c0a-9833-7fb0f5135313" providerId="ADAL" clId="{1FFDFDEC-295D-434A-B582-72A8CC8A5E88}" dt="2021-01-14T02:16:01.629" v="442" actId="478"/>
          <ac:spMkLst>
            <pc:docMk/>
            <pc:sldMk cId="3649920568" sldId="377"/>
            <ac:spMk id="62" creationId="{D6CA32A0-C620-4951-966F-93FC0AB160BD}"/>
          </ac:spMkLst>
        </pc:spChg>
        <pc:spChg chg="add del mod">
          <ac:chgData name="鈴木 秀規" userId="f68c5fd9-22d5-4c0a-9833-7fb0f5135313" providerId="ADAL" clId="{1FFDFDEC-295D-434A-B582-72A8CC8A5E88}" dt="2021-01-14T02:19:36.642" v="496" actId="478"/>
          <ac:spMkLst>
            <pc:docMk/>
            <pc:sldMk cId="3649920568" sldId="377"/>
            <ac:spMk id="66" creationId="{E2C49944-ACA2-4A58-B0E5-0D3B7E65719E}"/>
          </ac:spMkLst>
        </pc:spChg>
        <pc:spChg chg="add mod">
          <ac:chgData name="鈴木 秀規" userId="f68c5fd9-22d5-4c0a-9833-7fb0f5135313" providerId="ADAL" clId="{1FFDFDEC-295D-434A-B582-72A8CC8A5E88}" dt="2021-01-14T02:21:14.524" v="523" actId="207"/>
          <ac:spMkLst>
            <pc:docMk/>
            <pc:sldMk cId="3649920568" sldId="377"/>
            <ac:spMk id="67" creationId="{0671154F-E1FA-4A93-B4CE-E5911A6852BA}"/>
          </ac:spMkLst>
        </pc:spChg>
        <pc:spChg chg="add mod">
          <ac:chgData name="鈴木 秀規" userId="f68c5fd9-22d5-4c0a-9833-7fb0f5135313" providerId="ADAL" clId="{1FFDFDEC-295D-434A-B582-72A8CC8A5E88}" dt="2021-01-14T02:22:21.665" v="553" actId="14100"/>
          <ac:spMkLst>
            <pc:docMk/>
            <pc:sldMk cId="3649920568" sldId="377"/>
            <ac:spMk id="68" creationId="{A3733B56-91A6-4B5A-8E5E-C9331ECCCC0B}"/>
          </ac:spMkLst>
        </pc:spChg>
        <pc:spChg chg="add mod">
          <ac:chgData name="鈴木 秀規" userId="f68c5fd9-22d5-4c0a-9833-7fb0f5135313" providerId="ADAL" clId="{1FFDFDEC-295D-434A-B582-72A8CC8A5E88}" dt="2021-01-14T02:22:32.890" v="556" actId="1035"/>
          <ac:spMkLst>
            <pc:docMk/>
            <pc:sldMk cId="3649920568" sldId="377"/>
            <ac:spMk id="69" creationId="{5E42E419-B13D-4016-8238-7F4799B6EB23}"/>
          </ac:spMkLst>
        </pc:spChg>
        <pc:spChg chg="add del mod">
          <ac:chgData name="鈴木 秀規" userId="f68c5fd9-22d5-4c0a-9833-7fb0f5135313" providerId="ADAL" clId="{1FFDFDEC-295D-434A-B582-72A8CC8A5E88}" dt="2021-01-14T03:36:49.050" v="769" actId="478"/>
          <ac:spMkLst>
            <pc:docMk/>
            <pc:sldMk cId="3649920568" sldId="377"/>
            <ac:spMk id="70" creationId="{75EE7C32-A449-48C9-858A-29C1A72E0B2F}"/>
          </ac:spMkLst>
        </pc:spChg>
        <pc:grpChg chg="add mod">
          <ac:chgData name="鈴木 秀規" userId="f68c5fd9-22d5-4c0a-9833-7fb0f5135313" providerId="ADAL" clId="{1FFDFDEC-295D-434A-B582-72A8CC8A5E88}" dt="2021-01-14T02:16:43.606" v="449" actId="1076"/>
          <ac:grpSpMkLst>
            <pc:docMk/>
            <pc:sldMk cId="3649920568" sldId="377"/>
            <ac:grpSpMk id="32" creationId="{A6E6B39E-1581-4318-9C25-C50545DCF6E5}"/>
          </ac:grpSpMkLst>
        </pc:grpChg>
        <pc:grpChg chg="add del mod">
          <ac:chgData name="鈴木 秀規" userId="f68c5fd9-22d5-4c0a-9833-7fb0f5135313" providerId="ADAL" clId="{1FFDFDEC-295D-434A-B582-72A8CC8A5E88}" dt="2021-01-14T02:16:01.629" v="442" actId="478"/>
          <ac:grpSpMkLst>
            <pc:docMk/>
            <pc:sldMk cId="3649920568" sldId="377"/>
            <ac:grpSpMk id="54" creationId="{D4036D75-2FD5-461E-A87F-4C388D4052D0}"/>
          </ac:grpSpMkLst>
        </pc:grpChg>
        <pc:picChg chg="add del mod">
          <ac:chgData name="鈴木 秀規" userId="f68c5fd9-22d5-4c0a-9833-7fb0f5135313" providerId="ADAL" clId="{1FFDFDEC-295D-434A-B582-72A8CC8A5E88}" dt="2021-01-14T02:04:21.934" v="240" actId="478"/>
          <ac:picMkLst>
            <pc:docMk/>
            <pc:sldMk cId="3649920568" sldId="377"/>
            <ac:picMk id="7" creationId="{E20396D6-2E5A-4A3C-866A-3EDECF145E1F}"/>
          </ac:picMkLst>
        </pc:picChg>
        <pc:picChg chg="add del mod">
          <ac:chgData name="鈴木 秀規" userId="f68c5fd9-22d5-4c0a-9833-7fb0f5135313" providerId="ADAL" clId="{1FFDFDEC-295D-434A-B582-72A8CC8A5E88}" dt="2021-01-14T02:04:21.934" v="240" actId="478"/>
          <ac:picMkLst>
            <pc:docMk/>
            <pc:sldMk cId="3649920568" sldId="377"/>
            <ac:picMk id="8" creationId="{E560B7DF-E113-4E23-B6A5-CAD857447DB8}"/>
          </ac:picMkLst>
        </pc:picChg>
        <pc:picChg chg="add del mod">
          <ac:chgData name="鈴木 秀規" userId="f68c5fd9-22d5-4c0a-9833-7fb0f5135313" providerId="ADAL" clId="{1FFDFDEC-295D-434A-B582-72A8CC8A5E88}" dt="2021-01-14T02:04:21.934" v="240" actId="478"/>
          <ac:picMkLst>
            <pc:docMk/>
            <pc:sldMk cId="3649920568" sldId="377"/>
            <ac:picMk id="9" creationId="{B194A6BA-DF1B-426E-9CDD-97A45AC51E7D}"/>
          </ac:picMkLst>
        </pc:picChg>
        <pc:picChg chg="add del mod">
          <ac:chgData name="鈴木 秀規" userId="f68c5fd9-22d5-4c0a-9833-7fb0f5135313" providerId="ADAL" clId="{1FFDFDEC-295D-434A-B582-72A8CC8A5E88}" dt="2021-01-14T02:04:21.934" v="240" actId="478"/>
          <ac:picMkLst>
            <pc:docMk/>
            <pc:sldMk cId="3649920568" sldId="377"/>
            <ac:picMk id="15" creationId="{7F2FFC44-3FB7-42E8-880F-3FA0352F329F}"/>
          </ac:picMkLst>
        </pc:picChg>
        <pc:picChg chg="add mod">
          <ac:chgData name="鈴木 秀規" userId="f68c5fd9-22d5-4c0a-9833-7fb0f5135313" providerId="ADAL" clId="{1FFDFDEC-295D-434A-B582-72A8CC8A5E88}" dt="2021-01-14T02:05:34.524" v="287" actId="164"/>
          <ac:picMkLst>
            <pc:docMk/>
            <pc:sldMk cId="3649920568" sldId="377"/>
            <ac:picMk id="27" creationId="{E93CA468-4AE8-485A-AB76-A2D114168246}"/>
          </ac:picMkLst>
        </pc:picChg>
        <pc:picChg chg="add mod">
          <ac:chgData name="鈴木 秀規" userId="f68c5fd9-22d5-4c0a-9833-7fb0f5135313" providerId="ADAL" clId="{1FFDFDEC-295D-434A-B582-72A8CC8A5E88}" dt="2021-01-14T02:05:34.524" v="287" actId="164"/>
          <ac:picMkLst>
            <pc:docMk/>
            <pc:sldMk cId="3649920568" sldId="377"/>
            <ac:picMk id="28" creationId="{AD28C022-22D5-4A58-AFE7-972EB062E364}"/>
          </ac:picMkLst>
        </pc:picChg>
        <pc:picChg chg="add mod">
          <ac:chgData name="鈴木 秀規" userId="f68c5fd9-22d5-4c0a-9833-7fb0f5135313" providerId="ADAL" clId="{1FFDFDEC-295D-434A-B582-72A8CC8A5E88}" dt="2021-01-14T02:05:34.524" v="287" actId="164"/>
          <ac:picMkLst>
            <pc:docMk/>
            <pc:sldMk cId="3649920568" sldId="377"/>
            <ac:picMk id="29" creationId="{9D45EBC1-DEE0-40E3-A104-46EB8914BDF4}"/>
          </ac:picMkLst>
        </pc:picChg>
        <pc:picChg chg="add del mod ord">
          <ac:chgData name="鈴木 秀規" userId="f68c5fd9-22d5-4c0a-9833-7fb0f5135313" providerId="ADAL" clId="{1FFDFDEC-295D-434A-B582-72A8CC8A5E88}" dt="2021-01-14T02:16:36.835" v="446" actId="1076"/>
          <ac:picMkLst>
            <pc:docMk/>
            <pc:sldMk cId="3649920568" sldId="377"/>
            <ac:picMk id="33" creationId="{0E9D1243-8407-457A-82BD-F88B5BBECD23}"/>
          </ac:picMkLst>
        </pc:picChg>
        <pc:picChg chg="add mod">
          <ac:chgData name="鈴木 秀規" userId="f68c5fd9-22d5-4c0a-9833-7fb0f5135313" providerId="ADAL" clId="{1FFDFDEC-295D-434A-B582-72A8CC8A5E88}" dt="2021-01-14T02:11:52.343" v="379" actId="1076"/>
          <ac:picMkLst>
            <pc:docMk/>
            <pc:sldMk cId="3649920568" sldId="377"/>
            <ac:picMk id="53" creationId="{0A86E771-969C-4F01-BFA0-1B211831F160}"/>
          </ac:picMkLst>
        </pc:picChg>
        <pc:cxnChg chg="add del mod">
          <ac:chgData name="鈴木 秀規" userId="f68c5fd9-22d5-4c0a-9833-7fb0f5135313" providerId="ADAL" clId="{1FFDFDEC-295D-434A-B582-72A8CC8A5E88}" dt="2021-01-14T02:04:21.934" v="240" actId="478"/>
          <ac:cxnSpMkLst>
            <pc:docMk/>
            <pc:sldMk cId="3649920568" sldId="377"/>
            <ac:cxnSpMk id="11" creationId="{0483F4C0-0407-44D3-A78F-49E51B86787C}"/>
          </ac:cxnSpMkLst>
        </pc:cxnChg>
        <pc:cxnChg chg="add del mod">
          <ac:chgData name="鈴木 秀規" userId="f68c5fd9-22d5-4c0a-9833-7fb0f5135313" providerId="ADAL" clId="{1FFDFDEC-295D-434A-B582-72A8CC8A5E88}" dt="2021-01-14T02:04:21.934" v="240" actId="478"/>
          <ac:cxnSpMkLst>
            <pc:docMk/>
            <pc:sldMk cId="3649920568" sldId="377"/>
            <ac:cxnSpMk id="12" creationId="{2E04BDFF-7969-411B-93A0-D8331BA8189C}"/>
          </ac:cxnSpMkLst>
        </pc:cxnChg>
        <pc:cxnChg chg="add del mod">
          <ac:chgData name="鈴木 秀規" userId="f68c5fd9-22d5-4c0a-9833-7fb0f5135313" providerId="ADAL" clId="{1FFDFDEC-295D-434A-B582-72A8CC8A5E88}" dt="2021-01-14T02:04:21.934" v="240" actId="478"/>
          <ac:cxnSpMkLst>
            <pc:docMk/>
            <pc:sldMk cId="3649920568" sldId="377"/>
            <ac:cxnSpMk id="18" creationId="{1C833306-77D8-44F7-AB46-81396D7788AF}"/>
          </ac:cxnSpMkLst>
        </pc:cxnChg>
        <pc:cxnChg chg="add del mod">
          <ac:chgData name="鈴木 秀規" userId="f68c5fd9-22d5-4c0a-9833-7fb0f5135313" providerId="ADAL" clId="{1FFDFDEC-295D-434A-B582-72A8CC8A5E88}" dt="2021-01-14T02:04:21.934" v="240" actId="478"/>
          <ac:cxnSpMkLst>
            <pc:docMk/>
            <pc:sldMk cId="3649920568" sldId="377"/>
            <ac:cxnSpMk id="19" creationId="{2B632CD0-09BA-467C-8CA1-BF1493109906}"/>
          </ac:cxnSpMkLst>
        </pc:cxnChg>
        <pc:cxnChg chg="add del mod">
          <ac:chgData name="鈴木 秀規" userId="f68c5fd9-22d5-4c0a-9833-7fb0f5135313" providerId="ADAL" clId="{1FFDFDEC-295D-434A-B582-72A8CC8A5E88}" dt="2021-01-14T02:16:31.942" v="445" actId="478"/>
          <ac:cxnSpMkLst>
            <pc:docMk/>
            <pc:sldMk cId="3649920568" sldId="377"/>
            <ac:cxnSpMk id="36" creationId="{AD6D5368-C535-4AA1-ADF8-B5E214C9BE42}"/>
          </ac:cxnSpMkLst>
        </pc:cxnChg>
        <pc:cxnChg chg="add del mod">
          <ac:chgData name="鈴木 秀規" userId="f68c5fd9-22d5-4c0a-9833-7fb0f5135313" providerId="ADAL" clId="{1FFDFDEC-295D-434A-B582-72A8CC8A5E88}" dt="2021-01-14T02:16:31.942" v="445" actId="478"/>
          <ac:cxnSpMkLst>
            <pc:docMk/>
            <pc:sldMk cId="3649920568" sldId="377"/>
            <ac:cxnSpMk id="41" creationId="{58F1D3BC-BF7A-4996-B9E2-60AA8D6F04E3}"/>
          </ac:cxnSpMkLst>
        </pc:cxnChg>
        <pc:cxnChg chg="add del mod">
          <ac:chgData name="鈴木 秀規" userId="f68c5fd9-22d5-4c0a-9833-7fb0f5135313" providerId="ADAL" clId="{1FFDFDEC-295D-434A-B582-72A8CC8A5E88}" dt="2021-01-14T02:16:01.629" v="442" actId="478"/>
          <ac:cxnSpMkLst>
            <pc:docMk/>
            <pc:sldMk cId="3649920568" sldId="377"/>
            <ac:cxnSpMk id="55" creationId="{BAEC9F89-E461-491B-94AE-A27E46E881FD}"/>
          </ac:cxnSpMkLst>
        </pc:cxnChg>
        <pc:cxnChg chg="add del mod">
          <ac:chgData name="鈴木 秀規" userId="f68c5fd9-22d5-4c0a-9833-7fb0f5135313" providerId="ADAL" clId="{1FFDFDEC-295D-434A-B582-72A8CC8A5E88}" dt="2021-01-14T02:16:01.629" v="442" actId="478"/>
          <ac:cxnSpMkLst>
            <pc:docMk/>
            <pc:sldMk cId="3649920568" sldId="377"/>
            <ac:cxnSpMk id="58" creationId="{410B3091-C760-4FE8-B549-D0650C6C8145}"/>
          </ac:cxnSpMkLst>
        </pc:cxnChg>
        <pc:cxnChg chg="add mod">
          <ac:chgData name="鈴木 秀規" userId="f68c5fd9-22d5-4c0a-9833-7fb0f5135313" providerId="ADAL" clId="{1FFDFDEC-295D-434A-B582-72A8CC8A5E88}" dt="2021-01-14T02:17:40.921" v="469" actId="1038"/>
          <ac:cxnSpMkLst>
            <pc:docMk/>
            <pc:sldMk cId="3649920568" sldId="377"/>
            <ac:cxnSpMk id="64" creationId="{100ADEA5-B42F-4347-9286-D7704FC7BE9D}"/>
          </ac:cxnSpMkLst>
        </pc:cxnChg>
        <pc:cxnChg chg="add del mod">
          <ac:chgData name="鈴木 秀規" userId="f68c5fd9-22d5-4c0a-9833-7fb0f5135313" providerId="ADAL" clId="{1FFDFDEC-295D-434A-B582-72A8CC8A5E88}" dt="2021-01-14T03:36:49.050" v="769" actId="478"/>
          <ac:cxnSpMkLst>
            <pc:docMk/>
            <pc:sldMk cId="3649920568" sldId="377"/>
            <ac:cxnSpMk id="65" creationId="{161C3D35-36D5-4C34-A872-287438D6956F}"/>
          </ac:cxnSpMkLst>
        </pc:cxnChg>
      </pc:sldChg>
      <pc:sldChg chg="delSp modSp add del mod">
        <pc:chgData name="鈴木 秀規" userId="f68c5fd9-22d5-4c0a-9833-7fb0f5135313" providerId="ADAL" clId="{1FFDFDEC-295D-434A-B582-72A8CC8A5E88}" dt="2021-01-14T02:29:25.757" v="739" actId="47"/>
        <pc:sldMkLst>
          <pc:docMk/>
          <pc:sldMk cId="2320012680" sldId="378"/>
        </pc:sldMkLst>
        <pc:spChg chg="mod">
          <ac:chgData name="鈴木 秀規" userId="f68c5fd9-22d5-4c0a-9833-7fb0f5135313" providerId="ADAL" clId="{1FFDFDEC-295D-434A-B582-72A8CC8A5E88}" dt="2021-01-14T02:14:54.356" v="440" actId="20577"/>
          <ac:spMkLst>
            <pc:docMk/>
            <pc:sldMk cId="2320012680" sldId="378"/>
            <ac:spMk id="3" creationId="{DF13203F-8593-420C-AE20-66E21972FB4D}"/>
          </ac:spMkLst>
        </pc:spChg>
        <pc:spChg chg="del">
          <ac:chgData name="鈴木 秀規" userId="f68c5fd9-22d5-4c0a-9833-7fb0f5135313" providerId="ADAL" clId="{1FFDFDEC-295D-434A-B582-72A8CC8A5E88}" dt="2021-01-14T02:22:56.356" v="557" actId="478"/>
          <ac:spMkLst>
            <pc:docMk/>
            <pc:sldMk cId="2320012680" sldId="378"/>
            <ac:spMk id="31" creationId="{FFC60DF4-583B-4EF1-886C-A29A4130BA29}"/>
          </ac:spMkLst>
        </pc:spChg>
        <pc:spChg chg="del">
          <ac:chgData name="鈴木 秀規" userId="f68c5fd9-22d5-4c0a-9833-7fb0f5135313" providerId="ADAL" clId="{1FFDFDEC-295D-434A-B582-72A8CC8A5E88}" dt="2021-01-14T02:22:56.356" v="557" actId="478"/>
          <ac:spMkLst>
            <pc:docMk/>
            <pc:sldMk cId="2320012680" sldId="378"/>
            <ac:spMk id="34" creationId="{8F2C3383-3D92-46AC-BD0E-043B93B52929}"/>
          </ac:spMkLst>
        </pc:spChg>
        <pc:spChg chg="del">
          <ac:chgData name="鈴木 秀規" userId="f68c5fd9-22d5-4c0a-9833-7fb0f5135313" providerId="ADAL" clId="{1FFDFDEC-295D-434A-B582-72A8CC8A5E88}" dt="2021-01-14T02:22:56.356" v="557" actId="478"/>
          <ac:spMkLst>
            <pc:docMk/>
            <pc:sldMk cId="2320012680" sldId="378"/>
            <ac:spMk id="46" creationId="{F67477F8-6865-4B2A-A073-E83E5CC25623}"/>
          </ac:spMkLst>
        </pc:spChg>
        <pc:spChg chg="del">
          <ac:chgData name="鈴木 秀規" userId="f68c5fd9-22d5-4c0a-9833-7fb0f5135313" providerId="ADAL" clId="{1FFDFDEC-295D-434A-B582-72A8CC8A5E88}" dt="2021-01-14T02:22:56.356" v="557" actId="478"/>
          <ac:spMkLst>
            <pc:docMk/>
            <pc:sldMk cId="2320012680" sldId="378"/>
            <ac:spMk id="47" creationId="{BB6E310E-301D-4047-8904-D7EA81227523}"/>
          </ac:spMkLst>
        </pc:spChg>
        <pc:spChg chg="del">
          <ac:chgData name="鈴木 秀規" userId="f68c5fd9-22d5-4c0a-9833-7fb0f5135313" providerId="ADAL" clId="{1FFDFDEC-295D-434A-B582-72A8CC8A5E88}" dt="2021-01-14T02:22:56.356" v="557" actId="478"/>
          <ac:spMkLst>
            <pc:docMk/>
            <pc:sldMk cId="2320012680" sldId="378"/>
            <ac:spMk id="61" creationId="{83D46220-ADF8-4081-A483-E5B7CD8BA853}"/>
          </ac:spMkLst>
        </pc:spChg>
        <pc:spChg chg="del">
          <ac:chgData name="鈴木 秀規" userId="f68c5fd9-22d5-4c0a-9833-7fb0f5135313" providerId="ADAL" clId="{1FFDFDEC-295D-434A-B582-72A8CC8A5E88}" dt="2021-01-14T02:22:56.356" v="557" actId="478"/>
          <ac:spMkLst>
            <pc:docMk/>
            <pc:sldMk cId="2320012680" sldId="378"/>
            <ac:spMk id="62" creationId="{D6CA32A0-C620-4951-966F-93FC0AB160BD}"/>
          </ac:spMkLst>
        </pc:spChg>
        <pc:grpChg chg="del">
          <ac:chgData name="鈴木 秀規" userId="f68c5fd9-22d5-4c0a-9833-7fb0f5135313" providerId="ADAL" clId="{1FFDFDEC-295D-434A-B582-72A8CC8A5E88}" dt="2021-01-14T02:22:56.356" v="557" actId="478"/>
          <ac:grpSpMkLst>
            <pc:docMk/>
            <pc:sldMk cId="2320012680" sldId="378"/>
            <ac:grpSpMk id="32" creationId="{A6E6B39E-1581-4318-9C25-C50545DCF6E5}"/>
          </ac:grpSpMkLst>
        </pc:grpChg>
        <pc:picChg chg="del">
          <ac:chgData name="鈴木 秀規" userId="f68c5fd9-22d5-4c0a-9833-7fb0f5135313" providerId="ADAL" clId="{1FFDFDEC-295D-434A-B582-72A8CC8A5E88}" dt="2021-01-14T02:22:56.356" v="557" actId="478"/>
          <ac:picMkLst>
            <pc:docMk/>
            <pc:sldMk cId="2320012680" sldId="378"/>
            <ac:picMk id="33" creationId="{0E9D1243-8407-457A-82BD-F88B5BBECD23}"/>
          </ac:picMkLst>
        </pc:picChg>
        <pc:cxnChg chg="del">
          <ac:chgData name="鈴木 秀規" userId="f68c5fd9-22d5-4c0a-9833-7fb0f5135313" providerId="ADAL" clId="{1FFDFDEC-295D-434A-B582-72A8CC8A5E88}" dt="2021-01-14T02:22:56.356" v="557" actId="478"/>
          <ac:cxnSpMkLst>
            <pc:docMk/>
            <pc:sldMk cId="2320012680" sldId="378"/>
            <ac:cxnSpMk id="36" creationId="{AD6D5368-C535-4AA1-ADF8-B5E214C9BE42}"/>
          </ac:cxnSpMkLst>
        </pc:cxnChg>
        <pc:cxnChg chg="del">
          <ac:chgData name="鈴木 秀規" userId="f68c5fd9-22d5-4c0a-9833-7fb0f5135313" providerId="ADAL" clId="{1FFDFDEC-295D-434A-B582-72A8CC8A5E88}" dt="2021-01-14T02:22:56.356" v="557" actId="478"/>
          <ac:cxnSpMkLst>
            <pc:docMk/>
            <pc:sldMk cId="2320012680" sldId="378"/>
            <ac:cxnSpMk id="41" creationId="{58F1D3BC-BF7A-4996-B9E2-60AA8D6F04E3}"/>
          </ac:cxnSpMkLst>
        </pc:cxnChg>
        <pc:cxnChg chg="del">
          <ac:chgData name="鈴木 秀規" userId="f68c5fd9-22d5-4c0a-9833-7fb0f5135313" providerId="ADAL" clId="{1FFDFDEC-295D-434A-B582-72A8CC8A5E88}" dt="2021-01-14T02:22:56.356" v="557" actId="478"/>
          <ac:cxnSpMkLst>
            <pc:docMk/>
            <pc:sldMk cId="2320012680" sldId="378"/>
            <ac:cxnSpMk id="55" creationId="{BAEC9F89-E461-491B-94AE-A27E46E881FD}"/>
          </ac:cxnSpMkLst>
        </pc:cxnChg>
        <pc:cxnChg chg="del">
          <ac:chgData name="鈴木 秀規" userId="f68c5fd9-22d5-4c0a-9833-7fb0f5135313" providerId="ADAL" clId="{1FFDFDEC-295D-434A-B582-72A8CC8A5E88}" dt="2021-01-14T02:22:56.356" v="557" actId="478"/>
          <ac:cxnSpMkLst>
            <pc:docMk/>
            <pc:sldMk cId="2320012680" sldId="378"/>
            <ac:cxnSpMk id="58" creationId="{410B3091-C760-4FE8-B549-D0650C6C8145}"/>
          </ac:cxnSpMkLst>
        </pc:cxnChg>
      </pc:sldChg>
      <pc:sldChg chg="addSp delSp modSp add mod">
        <pc:chgData name="鈴木 秀規" userId="f68c5fd9-22d5-4c0a-9833-7fb0f5135313" providerId="ADAL" clId="{1FFDFDEC-295D-434A-B582-72A8CC8A5E88}" dt="2021-01-26T03:29:33.385" v="892" actId="207"/>
        <pc:sldMkLst>
          <pc:docMk/>
          <pc:sldMk cId="958544309" sldId="379"/>
        </pc:sldMkLst>
        <pc:spChg chg="mod">
          <ac:chgData name="鈴木 秀規" userId="f68c5fd9-22d5-4c0a-9833-7fb0f5135313" providerId="ADAL" clId="{1FFDFDEC-295D-434A-B582-72A8CC8A5E88}" dt="2021-01-14T02:23:19.325" v="581" actId="20577"/>
          <ac:spMkLst>
            <pc:docMk/>
            <pc:sldMk cId="958544309" sldId="379"/>
            <ac:spMk id="3" creationId="{DF13203F-8593-420C-AE20-66E21972FB4D}"/>
          </ac:spMkLst>
        </pc:spChg>
        <pc:spChg chg="mod">
          <ac:chgData name="鈴木 秀規" userId="f68c5fd9-22d5-4c0a-9833-7fb0f5135313" providerId="ADAL" clId="{1FFDFDEC-295D-434A-B582-72A8CC8A5E88}" dt="2021-01-14T03:35:50.846" v="746" actId="1076"/>
          <ac:spMkLst>
            <pc:docMk/>
            <pc:sldMk cId="958544309" sldId="379"/>
            <ac:spMk id="5" creationId="{63D511F6-27E6-40A2-9A93-B28B3EF22E08}"/>
          </ac:spMkLst>
        </pc:spChg>
        <pc:spChg chg="add mod">
          <ac:chgData name="鈴木 秀規" userId="f68c5fd9-22d5-4c0a-9833-7fb0f5135313" providerId="ADAL" clId="{1FFDFDEC-295D-434A-B582-72A8CC8A5E88}" dt="2021-01-14T02:27:29.650" v="667" actId="1076"/>
          <ac:spMkLst>
            <pc:docMk/>
            <pc:sldMk cId="958544309" sldId="379"/>
            <ac:spMk id="19" creationId="{BFD7670E-D948-4916-A5B0-BC868BB5A7B8}"/>
          </ac:spMkLst>
        </pc:spChg>
        <pc:spChg chg="add mod">
          <ac:chgData name="鈴木 秀規" userId="f68c5fd9-22d5-4c0a-9833-7fb0f5135313" providerId="ADAL" clId="{1FFDFDEC-295D-434A-B582-72A8CC8A5E88}" dt="2021-01-14T02:27:29.650" v="667" actId="1076"/>
          <ac:spMkLst>
            <pc:docMk/>
            <pc:sldMk cId="958544309" sldId="379"/>
            <ac:spMk id="20" creationId="{342B2FC8-CEB9-4A3C-A4B9-0E07B43AA2D9}"/>
          </ac:spMkLst>
        </pc:spChg>
        <pc:spChg chg="add del mod">
          <ac:chgData name="鈴木 秀規" userId="f68c5fd9-22d5-4c0a-9833-7fb0f5135313" providerId="ADAL" clId="{1FFDFDEC-295D-434A-B582-72A8CC8A5E88}" dt="2021-01-14T03:35:53.946" v="747" actId="478"/>
          <ac:spMkLst>
            <pc:docMk/>
            <pc:sldMk cId="958544309" sldId="379"/>
            <ac:spMk id="21" creationId="{4CE962B2-0B0B-488B-B395-9937FEA31235}"/>
          </ac:spMkLst>
        </pc:spChg>
        <pc:spChg chg="add del mod">
          <ac:chgData name="鈴木 秀規" userId="f68c5fd9-22d5-4c0a-9833-7fb0f5135313" providerId="ADAL" clId="{1FFDFDEC-295D-434A-B582-72A8CC8A5E88}" dt="2021-01-14T03:35:53.946" v="747" actId="478"/>
          <ac:spMkLst>
            <pc:docMk/>
            <pc:sldMk cId="958544309" sldId="379"/>
            <ac:spMk id="22" creationId="{08473672-4663-4E76-AE85-614E63232CA2}"/>
          </ac:spMkLst>
        </pc:spChg>
        <pc:spChg chg="add del mod">
          <ac:chgData name="鈴木 秀規" userId="f68c5fd9-22d5-4c0a-9833-7fb0f5135313" providerId="ADAL" clId="{1FFDFDEC-295D-434A-B582-72A8CC8A5E88}" dt="2021-01-14T03:35:53.946" v="747" actId="478"/>
          <ac:spMkLst>
            <pc:docMk/>
            <pc:sldMk cId="958544309" sldId="379"/>
            <ac:spMk id="23" creationId="{9CEE2320-9DDB-4293-8B65-34AAC77B7A28}"/>
          </ac:spMkLst>
        </pc:spChg>
        <pc:spChg chg="add del mod">
          <ac:chgData name="鈴木 秀規" userId="f68c5fd9-22d5-4c0a-9833-7fb0f5135313" providerId="ADAL" clId="{1FFDFDEC-295D-434A-B582-72A8CC8A5E88}" dt="2021-01-14T03:35:53.946" v="747" actId="478"/>
          <ac:spMkLst>
            <pc:docMk/>
            <pc:sldMk cId="958544309" sldId="379"/>
            <ac:spMk id="24" creationId="{9EA7CECF-2E5C-48EB-89FD-A206EC488576}"/>
          </ac:spMkLst>
        </pc:spChg>
        <pc:spChg chg="mod">
          <ac:chgData name="鈴木 秀規" userId="f68c5fd9-22d5-4c0a-9833-7fb0f5135313" providerId="ADAL" clId="{1FFDFDEC-295D-434A-B582-72A8CC8A5E88}" dt="2021-01-14T02:27:21.306" v="666" actId="1038"/>
          <ac:spMkLst>
            <pc:docMk/>
            <pc:sldMk cId="958544309" sldId="379"/>
            <ac:spMk id="26" creationId="{E7DF1ACA-6CF0-40A9-9E99-DABEBFCB70AB}"/>
          </ac:spMkLst>
        </pc:spChg>
        <pc:spChg chg="del mod">
          <ac:chgData name="鈴木 秀規" userId="f68c5fd9-22d5-4c0a-9833-7fb0f5135313" providerId="ADAL" clId="{1FFDFDEC-295D-434A-B582-72A8CC8A5E88}" dt="2021-01-14T03:36:11.610" v="750" actId="478"/>
          <ac:spMkLst>
            <pc:docMk/>
            <pc:sldMk cId="958544309" sldId="379"/>
            <ac:spMk id="31" creationId="{FFC60DF4-583B-4EF1-886C-A29A4130BA29}"/>
          </ac:spMkLst>
        </pc:spChg>
        <pc:spChg chg="mod">
          <ac:chgData name="鈴木 秀規" userId="f68c5fd9-22d5-4c0a-9833-7fb0f5135313" providerId="ADAL" clId="{1FFDFDEC-295D-434A-B582-72A8CC8A5E88}" dt="2021-01-14T02:27:29.650" v="667" actId="1076"/>
          <ac:spMkLst>
            <pc:docMk/>
            <pc:sldMk cId="958544309" sldId="379"/>
            <ac:spMk id="34" creationId="{8F2C3383-3D92-46AC-BD0E-043B93B52929}"/>
          </ac:spMkLst>
        </pc:spChg>
        <pc:spChg chg="add mod">
          <ac:chgData name="鈴木 秀規" userId="f68c5fd9-22d5-4c0a-9833-7fb0f5135313" providerId="ADAL" clId="{1FFDFDEC-295D-434A-B582-72A8CC8A5E88}" dt="2021-01-14T02:27:06.061" v="657" actId="571"/>
          <ac:spMkLst>
            <pc:docMk/>
            <pc:sldMk cId="958544309" sldId="379"/>
            <ac:spMk id="37" creationId="{47831BC6-F284-47AB-A050-EAD5ACCAD148}"/>
          </ac:spMkLst>
        </pc:spChg>
        <pc:spChg chg="add mod">
          <ac:chgData name="鈴木 秀規" userId="f68c5fd9-22d5-4c0a-9833-7fb0f5135313" providerId="ADAL" clId="{1FFDFDEC-295D-434A-B582-72A8CC8A5E88}" dt="2021-01-14T02:27:06.061" v="657" actId="571"/>
          <ac:spMkLst>
            <pc:docMk/>
            <pc:sldMk cId="958544309" sldId="379"/>
            <ac:spMk id="38" creationId="{14CF0358-BECE-42C6-9A83-4C21DB825E4B}"/>
          </ac:spMkLst>
        </pc:spChg>
        <pc:spChg chg="add del mod">
          <ac:chgData name="鈴木 秀規" userId="f68c5fd9-22d5-4c0a-9833-7fb0f5135313" providerId="ADAL" clId="{1FFDFDEC-295D-434A-B582-72A8CC8A5E88}" dt="2021-01-14T03:35:47.969" v="744" actId="478"/>
          <ac:spMkLst>
            <pc:docMk/>
            <pc:sldMk cId="958544309" sldId="379"/>
            <ac:spMk id="41" creationId="{7E7E9EA2-6ECB-437C-B67E-E541576A4C98}"/>
          </ac:spMkLst>
        </pc:spChg>
        <pc:spChg chg="add del mod">
          <ac:chgData name="鈴木 秀規" userId="f68c5fd9-22d5-4c0a-9833-7fb0f5135313" providerId="ADAL" clId="{1FFDFDEC-295D-434A-B582-72A8CC8A5E88}" dt="2021-01-14T03:36:11.610" v="750" actId="478"/>
          <ac:spMkLst>
            <pc:docMk/>
            <pc:sldMk cId="958544309" sldId="379"/>
            <ac:spMk id="42" creationId="{B4F1AB1F-1298-4572-9A9F-3D1A30394D5D}"/>
          </ac:spMkLst>
        </pc:spChg>
        <pc:spChg chg="add del mod">
          <ac:chgData name="鈴木 秀規" userId="f68c5fd9-22d5-4c0a-9833-7fb0f5135313" providerId="ADAL" clId="{1FFDFDEC-295D-434A-B582-72A8CC8A5E88}" dt="2021-01-14T03:35:57.106" v="748" actId="478"/>
          <ac:spMkLst>
            <pc:docMk/>
            <pc:sldMk cId="958544309" sldId="379"/>
            <ac:spMk id="43" creationId="{3F27ACB4-8E48-4CC7-9582-119D2221438E}"/>
          </ac:spMkLst>
        </pc:spChg>
        <pc:spChg chg="add del mod">
          <ac:chgData name="鈴木 秀規" userId="f68c5fd9-22d5-4c0a-9833-7fb0f5135313" providerId="ADAL" clId="{1FFDFDEC-295D-434A-B582-72A8CC8A5E88}" dt="2021-01-14T03:35:47.969" v="744" actId="478"/>
          <ac:spMkLst>
            <pc:docMk/>
            <pc:sldMk cId="958544309" sldId="379"/>
            <ac:spMk id="44" creationId="{BDF61BC1-2F48-40F0-9086-6D8E83B221C3}"/>
          </ac:spMkLst>
        </pc:spChg>
        <pc:spChg chg="add mod">
          <ac:chgData name="鈴木 秀規" userId="f68c5fd9-22d5-4c0a-9833-7fb0f5135313" providerId="ADAL" clId="{1FFDFDEC-295D-434A-B582-72A8CC8A5E88}" dt="2021-01-26T03:29:33.385" v="892" actId="207"/>
          <ac:spMkLst>
            <pc:docMk/>
            <pc:sldMk cId="958544309" sldId="379"/>
            <ac:spMk id="46" creationId="{DFEF5E98-F257-46FC-9AC3-6F94A2A4DCB1}"/>
          </ac:spMkLst>
        </pc:spChg>
        <pc:spChg chg="add mod">
          <ac:chgData name="鈴木 秀規" userId="f68c5fd9-22d5-4c0a-9833-7fb0f5135313" providerId="ADAL" clId="{1FFDFDEC-295D-434A-B582-72A8CC8A5E88}" dt="2021-01-26T03:29:31.786" v="890" actId="207"/>
          <ac:spMkLst>
            <pc:docMk/>
            <pc:sldMk cId="958544309" sldId="379"/>
            <ac:spMk id="47" creationId="{712C7B56-3695-447A-B9B3-72DADE91B379}"/>
          </ac:spMkLst>
        </pc:spChg>
        <pc:spChg chg="add mod">
          <ac:chgData name="鈴木 秀規" userId="f68c5fd9-22d5-4c0a-9833-7fb0f5135313" providerId="ADAL" clId="{1FFDFDEC-295D-434A-B582-72A8CC8A5E88}" dt="2021-01-14T03:38:06.938" v="823" actId="207"/>
          <ac:spMkLst>
            <pc:docMk/>
            <pc:sldMk cId="958544309" sldId="379"/>
            <ac:spMk id="48" creationId="{1EE0B00C-5149-4751-9E8A-5739504BF85B}"/>
          </ac:spMkLst>
        </pc:spChg>
        <pc:spChg chg="del mod">
          <ac:chgData name="鈴木 秀規" userId="f68c5fd9-22d5-4c0a-9833-7fb0f5135313" providerId="ADAL" clId="{1FFDFDEC-295D-434A-B582-72A8CC8A5E88}" dt="2021-01-14T03:36:56.851" v="770" actId="478"/>
          <ac:spMkLst>
            <pc:docMk/>
            <pc:sldMk cId="958544309" sldId="379"/>
            <ac:spMk id="67" creationId="{0671154F-E1FA-4A93-B4CE-E5911A6852BA}"/>
          </ac:spMkLst>
        </pc:spChg>
        <pc:spChg chg="del mod">
          <ac:chgData name="鈴木 秀規" userId="f68c5fd9-22d5-4c0a-9833-7fb0f5135313" providerId="ADAL" clId="{1FFDFDEC-295D-434A-B582-72A8CC8A5E88}" dt="2021-01-14T03:36:56.851" v="770" actId="478"/>
          <ac:spMkLst>
            <pc:docMk/>
            <pc:sldMk cId="958544309" sldId="379"/>
            <ac:spMk id="68" creationId="{A3733B56-91A6-4B5A-8E5E-C9331ECCCC0B}"/>
          </ac:spMkLst>
        </pc:spChg>
        <pc:spChg chg="del mod">
          <ac:chgData name="鈴木 秀規" userId="f68c5fd9-22d5-4c0a-9833-7fb0f5135313" providerId="ADAL" clId="{1FFDFDEC-295D-434A-B582-72A8CC8A5E88}" dt="2021-01-14T03:36:56.851" v="770" actId="478"/>
          <ac:spMkLst>
            <pc:docMk/>
            <pc:sldMk cId="958544309" sldId="379"/>
            <ac:spMk id="69" creationId="{5E42E419-B13D-4016-8238-7F4799B6EB23}"/>
          </ac:spMkLst>
        </pc:spChg>
        <pc:spChg chg="mod">
          <ac:chgData name="鈴木 秀規" userId="f68c5fd9-22d5-4c0a-9833-7fb0f5135313" providerId="ADAL" clId="{1FFDFDEC-295D-434A-B582-72A8CC8A5E88}" dt="2021-01-14T02:27:29.650" v="667" actId="1076"/>
          <ac:spMkLst>
            <pc:docMk/>
            <pc:sldMk cId="958544309" sldId="379"/>
            <ac:spMk id="70" creationId="{75EE7C32-A449-48C9-858A-29C1A72E0B2F}"/>
          </ac:spMkLst>
        </pc:spChg>
        <pc:grpChg chg="add del mod">
          <ac:chgData name="鈴木 秀規" userId="f68c5fd9-22d5-4c0a-9833-7fb0f5135313" providerId="ADAL" clId="{1FFDFDEC-295D-434A-B582-72A8CC8A5E88}" dt="2021-01-14T03:36:02.778" v="749" actId="478"/>
          <ac:grpSpMkLst>
            <pc:docMk/>
            <pc:sldMk cId="958544309" sldId="379"/>
            <ac:grpSpMk id="25" creationId="{CF251A41-CE0D-496B-BA17-6C42231ED860}"/>
          </ac:grpSpMkLst>
        </pc:grpChg>
        <pc:grpChg chg="mod">
          <ac:chgData name="鈴木 秀規" userId="f68c5fd9-22d5-4c0a-9833-7fb0f5135313" providerId="ADAL" clId="{1FFDFDEC-295D-434A-B582-72A8CC8A5E88}" dt="2021-01-14T02:27:29.650" v="667" actId="1076"/>
          <ac:grpSpMkLst>
            <pc:docMk/>
            <pc:sldMk cId="958544309" sldId="379"/>
            <ac:grpSpMk id="32" creationId="{A6E6B39E-1581-4318-9C25-C50545DCF6E5}"/>
          </ac:grpSpMkLst>
        </pc:grpChg>
        <pc:picChg chg="mod">
          <ac:chgData name="鈴木 秀規" userId="f68c5fd9-22d5-4c0a-9833-7fb0f5135313" providerId="ADAL" clId="{1FFDFDEC-295D-434A-B582-72A8CC8A5E88}" dt="2021-01-14T02:27:21.306" v="666" actId="1038"/>
          <ac:picMkLst>
            <pc:docMk/>
            <pc:sldMk cId="958544309" sldId="379"/>
            <ac:picMk id="30" creationId="{9EA8748A-3EB3-43D4-9CA2-3A57C5E566FB}"/>
          </ac:picMkLst>
        </pc:picChg>
        <pc:picChg chg="mod">
          <ac:chgData name="鈴木 秀規" userId="f68c5fd9-22d5-4c0a-9833-7fb0f5135313" providerId="ADAL" clId="{1FFDFDEC-295D-434A-B582-72A8CC8A5E88}" dt="2021-01-14T02:27:29.650" v="667" actId="1076"/>
          <ac:picMkLst>
            <pc:docMk/>
            <pc:sldMk cId="958544309" sldId="379"/>
            <ac:picMk id="33" creationId="{0E9D1243-8407-457A-82BD-F88B5BBECD23}"/>
          </ac:picMkLst>
        </pc:picChg>
        <pc:cxnChg chg="add mod">
          <ac:chgData name="鈴木 秀規" userId="f68c5fd9-22d5-4c0a-9833-7fb0f5135313" providerId="ADAL" clId="{1FFDFDEC-295D-434A-B582-72A8CC8A5E88}" dt="2021-01-14T02:27:06.061" v="657" actId="571"/>
          <ac:cxnSpMkLst>
            <pc:docMk/>
            <pc:sldMk cId="958544309" sldId="379"/>
            <ac:cxnSpMk id="35" creationId="{9145D3A1-D0B7-4B5F-9A44-6B1E6DCF3564}"/>
          </ac:cxnSpMkLst>
        </pc:cxnChg>
        <pc:cxnChg chg="add mod">
          <ac:chgData name="鈴木 秀規" userId="f68c5fd9-22d5-4c0a-9833-7fb0f5135313" providerId="ADAL" clId="{1FFDFDEC-295D-434A-B582-72A8CC8A5E88}" dt="2021-01-14T02:27:06.061" v="657" actId="571"/>
          <ac:cxnSpMkLst>
            <pc:docMk/>
            <pc:sldMk cId="958544309" sldId="379"/>
            <ac:cxnSpMk id="36" creationId="{27189465-2A10-428A-B8BD-B9B0AACB95D7}"/>
          </ac:cxnSpMkLst>
        </pc:cxnChg>
        <pc:cxnChg chg="add del mod">
          <ac:chgData name="鈴木 秀規" userId="f68c5fd9-22d5-4c0a-9833-7fb0f5135313" providerId="ADAL" clId="{1FFDFDEC-295D-434A-B582-72A8CC8A5E88}" dt="2021-01-14T03:35:47.969" v="744" actId="478"/>
          <ac:cxnSpMkLst>
            <pc:docMk/>
            <pc:sldMk cId="958544309" sldId="379"/>
            <ac:cxnSpMk id="39" creationId="{E0E94342-9E08-4812-AB10-36E809847C8B}"/>
          </ac:cxnSpMkLst>
        </pc:cxnChg>
        <pc:cxnChg chg="add del mod">
          <ac:chgData name="鈴木 秀規" userId="f68c5fd9-22d5-4c0a-9833-7fb0f5135313" providerId="ADAL" clId="{1FFDFDEC-295D-434A-B582-72A8CC8A5E88}" dt="2021-01-14T03:35:47.969" v="744" actId="478"/>
          <ac:cxnSpMkLst>
            <pc:docMk/>
            <pc:sldMk cId="958544309" sldId="379"/>
            <ac:cxnSpMk id="40" creationId="{0B4CE507-17D6-44DD-B21E-7CB9FBC4E5CF}"/>
          </ac:cxnSpMkLst>
        </pc:cxnChg>
        <pc:cxnChg chg="add mod">
          <ac:chgData name="鈴木 秀規" userId="f68c5fd9-22d5-4c0a-9833-7fb0f5135313" providerId="ADAL" clId="{1FFDFDEC-295D-434A-B582-72A8CC8A5E88}" dt="2021-01-14T03:38:15.722" v="824" actId="208"/>
          <ac:cxnSpMkLst>
            <pc:docMk/>
            <pc:sldMk cId="958544309" sldId="379"/>
            <ac:cxnSpMk id="45" creationId="{CF0C4889-BCE8-4917-B51A-918A62203966}"/>
          </ac:cxnSpMkLst>
        </pc:cxnChg>
        <pc:cxnChg chg="del mod">
          <ac:chgData name="鈴木 秀規" userId="f68c5fd9-22d5-4c0a-9833-7fb0f5135313" providerId="ADAL" clId="{1FFDFDEC-295D-434A-B582-72A8CC8A5E88}" dt="2021-01-14T03:36:56.851" v="770" actId="478"/>
          <ac:cxnSpMkLst>
            <pc:docMk/>
            <pc:sldMk cId="958544309" sldId="379"/>
            <ac:cxnSpMk id="64" creationId="{100ADEA5-B42F-4347-9286-D7704FC7BE9D}"/>
          </ac:cxnSpMkLst>
        </pc:cxnChg>
        <pc:cxnChg chg="mod">
          <ac:chgData name="鈴木 秀規" userId="f68c5fd9-22d5-4c0a-9833-7fb0f5135313" providerId="ADAL" clId="{1FFDFDEC-295D-434A-B582-72A8CC8A5E88}" dt="2021-01-14T02:27:29.650" v="667" actId="1076"/>
          <ac:cxnSpMkLst>
            <pc:docMk/>
            <pc:sldMk cId="958544309" sldId="379"/>
            <ac:cxnSpMk id="65" creationId="{161C3D35-36D5-4C34-A872-287438D6956F}"/>
          </ac:cxnSpMkLst>
        </pc:cxnChg>
      </pc:sldChg>
      <pc:sldChg chg="addSp delSp modSp add mod">
        <pc:chgData name="鈴木 秀規" userId="f68c5fd9-22d5-4c0a-9833-7fb0f5135313" providerId="ADAL" clId="{1FFDFDEC-295D-434A-B582-72A8CC8A5E88}" dt="2021-01-14T03:40:27.213" v="842" actId="1076"/>
        <pc:sldMkLst>
          <pc:docMk/>
          <pc:sldMk cId="690129785" sldId="380"/>
        </pc:sldMkLst>
        <pc:spChg chg="mod">
          <ac:chgData name="鈴木 秀規" userId="f68c5fd9-22d5-4c0a-9833-7fb0f5135313" providerId="ADAL" clId="{1FFDFDEC-295D-434A-B582-72A8CC8A5E88}" dt="2021-01-14T03:35:31.183" v="743"/>
          <ac:spMkLst>
            <pc:docMk/>
            <pc:sldMk cId="690129785" sldId="380"/>
            <ac:spMk id="5" creationId="{63D511F6-27E6-40A2-9A93-B28B3EF22E08}"/>
          </ac:spMkLst>
        </pc:spChg>
        <pc:spChg chg="mod">
          <ac:chgData name="鈴木 秀規" userId="f68c5fd9-22d5-4c0a-9833-7fb0f5135313" providerId="ADAL" clId="{1FFDFDEC-295D-434A-B582-72A8CC8A5E88}" dt="2021-01-14T03:38:39.508" v="826" actId="207"/>
          <ac:spMkLst>
            <pc:docMk/>
            <pc:sldMk cId="690129785" sldId="380"/>
            <ac:spMk id="19" creationId="{BFD7670E-D948-4916-A5B0-BC868BB5A7B8}"/>
          </ac:spMkLst>
        </pc:spChg>
        <pc:spChg chg="mod">
          <ac:chgData name="鈴木 秀規" userId="f68c5fd9-22d5-4c0a-9833-7fb0f5135313" providerId="ADAL" clId="{1FFDFDEC-295D-434A-B582-72A8CC8A5E88}" dt="2021-01-14T03:38:39.508" v="826" actId="207"/>
          <ac:spMkLst>
            <pc:docMk/>
            <pc:sldMk cId="690129785" sldId="380"/>
            <ac:spMk id="20" creationId="{342B2FC8-CEB9-4A3C-A4B9-0E07B43AA2D9}"/>
          </ac:spMkLst>
        </pc:spChg>
        <pc:spChg chg="del">
          <ac:chgData name="鈴木 秀規" userId="f68c5fd9-22d5-4c0a-9833-7fb0f5135313" providerId="ADAL" clId="{1FFDFDEC-295D-434A-B582-72A8CC8A5E88}" dt="2021-01-14T03:38:57.355" v="829" actId="478"/>
          <ac:spMkLst>
            <pc:docMk/>
            <pc:sldMk cId="690129785" sldId="380"/>
            <ac:spMk id="31" creationId="{FFC60DF4-583B-4EF1-886C-A29A4130BA29}"/>
          </ac:spMkLst>
        </pc:spChg>
        <pc:spChg chg="add mod">
          <ac:chgData name="鈴木 秀規" userId="f68c5fd9-22d5-4c0a-9833-7fb0f5135313" providerId="ADAL" clId="{1FFDFDEC-295D-434A-B582-72A8CC8A5E88}" dt="2021-01-14T03:39:14.610" v="833" actId="1076"/>
          <ac:spMkLst>
            <pc:docMk/>
            <pc:sldMk cId="690129785" sldId="380"/>
            <ac:spMk id="35" creationId="{442AE633-127A-4F03-BFC5-1CFB48F3BC01}"/>
          </ac:spMkLst>
        </pc:spChg>
        <pc:spChg chg="add mod">
          <ac:chgData name="鈴木 秀規" userId="f68c5fd9-22d5-4c0a-9833-7fb0f5135313" providerId="ADAL" clId="{1FFDFDEC-295D-434A-B582-72A8CC8A5E88}" dt="2021-01-14T03:39:21.599" v="835" actId="6549"/>
          <ac:spMkLst>
            <pc:docMk/>
            <pc:sldMk cId="690129785" sldId="380"/>
            <ac:spMk id="36" creationId="{4D0D594F-AB92-4BC7-ADA3-5E3676F7A0D3}"/>
          </ac:spMkLst>
        </pc:spChg>
        <pc:spChg chg="del">
          <ac:chgData name="鈴木 秀規" userId="f68c5fd9-22d5-4c0a-9833-7fb0f5135313" providerId="ADAL" clId="{1FFDFDEC-295D-434A-B582-72A8CC8A5E88}" dt="2021-01-14T03:36:43.601" v="768" actId="478"/>
          <ac:spMkLst>
            <pc:docMk/>
            <pc:sldMk cId="690129785" sldId="380"/>
            <ac:spMk id="67" creationId="{0671154F-E1FA-4A93-B4CE-E5911A6852BA}"/>
          </ac:spMkLst>
        </pc:spChg>
        <pc:spChg chg="del">
          <ac:chgData name="鈴木 秀規" userId="f68c5fd9-22d5-4c0a-9833-7fb0f5135313" providerId="ADAL" clId="{1FFDFDEC-295D-434A-B582-72A8CC8A5E88}" dt="2021-01-14T03:36:43.601" v="768" actId="478"/>
          <ac:spMkLst>
            <pc:docMk/>
            <pc:sldMk cId="690129785" sldId="380"/>
            <ac:spMk id="68" creationId="{A3733B56-91A6-4B5A-8E5E-C9331ECCCC0B}"/>
          </ac:spMkLst>
        </pc:spChg>
        <pc:spChg chg="del">
          <ac:chgData name="鈴木 秀規" userId="f68c5fd9-22d5-4c0a-9833-7fb0f5135313" providerId="ADAL" clId="{1FFDFDEC-295D-434A-B582-72A8CC8A5E88}" dt="2021-01-14T03:36:43.601" v="768" actId="478"/>
          <ac:spMkLst>
            <pc:docMk/>
            <pc:sldMk cId="690129785" sldId="380"/>
            <ac:spMk id="69" creationId="{5E42E419-B13D-4016-8238-7F4799B6EB23}"/>
          </ac:spMkLst>
        </pc:spChg>
        <pc:spChg chg="mod">
          <ac:chgData name="鈴木 秀規" userId="f68c5fd9-22d5-4c0a-9833-7fb0f5135313" providerId="ADAL" clId="{1FFDFDEC-295D-434A-B582-72A8CC8A5E88}" dt="2021-01-14T03:38:43.857" v="827" actId="207"/>
          <ac:spMkLst>
            <pc:docMk/>
            <pc:sldMk cId="690129785" sldId="380"/>
            <ac:spMk id="70" creationId="{75EE7C32-A449-48C9-858A-29C1A72E0B2F}"/>
          </ac:spMkLst>
        </pc:spChg>
        <pc:picChg chg="add mod">
          <ac:chgData name="鈴木 秀規" userId="f68c5fd9-22d5-4c0a-9833-7fb0f5135313" providerId="ADAL" clId="{1FFDFDEC-295D-434A-B582-72A8CC8A5E88}" dt="2021-01-14T03:40:27.213" v="842" actId="1076"/>
          <ac:picMkLst>
            <pc:docMk/>
            <pc:sldMk cId="690129785" sldId="380"/>
            <ac:picMk id="7" creationId="{693BFE0A-79C3-4E5A-A460-85BD918A8380}"/>
          </ac:picMkLst>
        </pc:picChg>
        <pc:cxnChg chg="del">
          <ac:chgData name="鈴木 秀規" userId="f68c5fd9-22d5-4c0a-9833-7fb0f5135313" providerId="ADAL" clId="{1FFDFDEC-295D-434A-B582-72A8CC8A5E88}" dt="2021-01-14T03:36:43.601" v="768" actId="478"/>
          <ac:cxnSpMkLst>
            <pc:docMk/>
            <pc:sldMk cId="690129785" sldId="380"/>
            <ac:cxnSpMk id="64" creationId="{100ADEA5-B42F-4347-9286-D7704FC7BE9D}"/>
          </ac:cxnSpMkLst>
        </pc:cxnChg>
        <pc:cxnChg chg="mod">
          <ac:chgData name="鈴木 秀規" userId="f68c5fd9-22d5-4c0a-9833-7fb0f5135313" providerId="ADAL" clId="{1FFDFDEC-295D-434A-B582-72A8CC8A5E88}" dt="2021-01-14T03:38:47.556" v="828" actId="208"/>
          <ac:cxnSpMkLst>
            <pc:docMk/>
            <pc:sldMk cId="690129785" sldId="380"/>
            <ac:cxnSpMk id="65" creationId="{161C3D35-36D5-4C34-A872-287438D6956F}"/>
          </ac:cxnSpMkLst>
        </pc:cxnChg>
      </pc:sldChg>
      <pc:sldChg chg="new del">
        <pc:chgData name="鈴木 秀規" userId="f68c5fd9-22d5-4c0a-9833-7fb0f5135313" providerId="ADAL" clId="{1FFDFDEC-295D-434A-B582-72A8CC8A5E88}" dt="2021-01-14T03:35:11.845" v="741" actId="2696"/>
        <pc:sldMkLst>
          <pc:docMk/>
          <pc:sldMk cId="1494621647" sldId="380"/>
        </pc:sldMkLst>
      </pc:sldChg>
      <pc:sldChg chg="addSp delSp modSp new mod">
        <pc:chgData name="鈴木 秀規" userId="f68c5fd9-22d5-4c0a-9833-7fb0f5135313" providerId="ADAL" clId="{1FFDFDEC-295D-434A-B582-72A8CC8A5E88}" dt="2021-01-14T03:42:59.759" v="869" actId="207"/>
        <pc:sldMkLst>
          <pc:docMk/>
          <pc:sldMk cId="2547390421" sldId="381"/>
        </pc:sldMkLst>
        <pc:spChg chg="mod">
          <ac:chgData name="鈴木 秀規" userId="f68c5fd9-22d5-4c0a-9833-7fb0f5135313" providerId="ADAL" clId="{1FFDFDEC-295D-434A-B582-72A8CC8A5E88}" dt="2021-01-14T03:41:02.743" v="844"/>
          <ac:spMkLst>
            <pc:docMk/>
            <pc:sldMk cId="2547390421" sldId="381"/>
            <ac:spMk id="3" creationId="{236A2B6A-B051-4601-BC09-0A4E40E958EC}"/>
          </ac:spMkLst>
        </pc:spChg>
        <pc:spChg chg="mod">
          <ac:chgData name="鈴木 秀規" userId="f68c5fd9-22d5-4c0a-9833-7fb0f5135313" providerId="ADAL" clId="{1FFDFDEC-295D-434A-B582-72A8CC8A5E88}" dt="2021-01-14T03:42:59.759" v="869" actId="207"/>
          <ac:spMkLst>
            <pc:docMk/>
            <pc:sldMk cId="2547390421" sldId="381"/>
            <ac:spMk id="5" creationId="{2E8B918B-3E76-4823-84DC-91C8203F970A}"/>
          </ac:spMkLst>
        </pc:spChg>
        <pc:spChg chg="add mod">
          <ac:chgData name="鈴木 秀規" userId="f68c5fd9-22d5-4c0a-9833-7fb0f5135313" providerId="ADAL" clId="{1FFDFDEC-295D-434A-B582-72A8CC8A5E88}" dt="2021-01-14T03:41:44.623" v="854" actId="207"/>
          <ac:spMkLst>
            <pc:docMk/>
            <pc:sldMk cId="2547390421" sldId="381"/>
            <ac:spMk id="6" creationId="{B9C15A32-3348-4403-96B7-043F173C077F}"/>
          </ac:spMkLst>
        </pc:spChg>
        <pc:spChg chg="add mod">
          <ac:chgData name="鈴木 秀規" userId="f68c5fd9-22d5-4c0a-9833-7fb0f5135313" providerId="ADAL" clId="{1FFDFDEC-295D-434A-B582-72A8CC8A5E88}" dt="2021-01-14T03:42:25.827" v="860" actId="207"/>
          <ac:spMkLst>
            <pc:docMk/>
            <pc:sldMk cId="2547390421" sldId="381"/>
            <ac:spMk id="8" creationId="{67921FE2-D48F-40A3-9E4A-C0E39838B9C9}"/>
          </ac:spMkLst>
        </pc:spChg>
        <pc:spChg chg="add mod">
          <ac:chgData name="鈴木 秀規" userId="f68c5fd9-22d5-4c0a-9833-7fb0f5135313" providerId="ADAL" clId="{1FFDFDEC-295D-434A-B582-72A8CC8A5E88}" dt="2021-01-14T03:42:17.807" v="859" actId="13822"/>
          <ac:spMkLst>
            <pc:docMk/>
            <pc:sldMk cId="2547390421" sldId="381"/>
            <ac:spMk id="9" creationId="{70D21FF4-2AD4-4571-8733-6297D1F24FFB}"/>
          </ac:spMkLst>
        </pc:spChg>
        <pc:spChg chg="add del mod">
          <ac:chgData name="鈴木 秀規" userId="f68c5fd9-22d5-4c0a-9833-7fb0f5135313" providerId="ADAL" clId="{1FFDFDEC-295D-434A-B582-72A8CC8A5E88}" dt="2021-01-14T03:42:48.716" v="865"/>
          <ac:spMkLst>
            <pc:docMk/>
            <pc:sldMk cId="2547390421" sldId="381"/>
            <ac:spMk id="13" creationId="{BC61954F-4826-4D29-AB58-318DFEFC6CD8}"/>
          </ac:spMkLst>
        </pc:spChg>
        <pc:spChg chg="add del mod">
          <ac:chgData name="鈴木 秀規" userId="f68c5fd9-22d5-4c0a-9833-7fb0f5135313" providerId="ADAL" clId="{1FFDFDEC-295D-434A-B582-72A8CC8A5E88}" dt="2021-01-14T03:42:48.716" v="865"/>
          <ac:spMkLst>
            <pc:docMk/>
            <pc:sldMk cId="2547390421" sldId="381"/>
            <ac:spMk id="15" creationId="{200225F7-5DCA-4A81-97BA-18B028D6555C}"/>
          </ac:spMkLst>
        </pc:spChg>
        <pc:spChg chg="add del mod">
          <ac:chgData name="鈴木 秀規" userId="f68c5fd9-22d5-4c0a-9833-7fb0f5135313" providerId="ADAL" clId="{1FFDFDEC-295D-434A-B582-72A8CC8A5E88}" dt="2021-01-14T03:42:48.716" v="865"/>
          <ac:spMkLst>
            <pc:docMk/>
            <pc:sldMk cId="2547390421" sldId="381"/>
            <ac:spMk id="16" creationId="{A76A9395-02D3-4893-AA80-077B85EC34DE}"/>
          </ac:spMkLst>
        </pc:spChg>
        <pc:cxnChg chg="add mod">
          <ac:chgData name="鈴木 秀規" userId="f68c5fd9-22d5-4c0a-9833-7fb0f5135313" providerId="ADAL" clId="{1FFDFDEC-295D-434A-B582-72A8CC8A5E88}" dt="2021-01-14T03:41:58.185" v="857" actId="14100"/>
          <ac:cxnSpMkLst>
            <pc:docMk/>
            <pc:sldMk cId="2547390421" sldId="381"/>
            <ac:cxnSpMk id="7" creationId="{DFF4ED54-7A34-4A0C-945A-51688849F719}"/>
          </ac:cxnSpMkLst>
        </pc:cxnChg>
        <pc:cxnChg chg="add mod">
          <ac:chgData name="鈴木 秀規" userId="f68c5fd9-22d5-4c0a-9833-7fb0f5135313" providerId="ADAL" clId="{1FFDFDEC-295D-434A-B582-72A8CC8A5E88}" dt="2021-01-14T03:41:55.139" v="856" actId="14100"/>
          <ac:cxnSpMkLst>
            <pc:docMk/>
            <pc:sldMk cId="2547390421" sldId="381"/>
            <ac:cxnSpMk id="10" creationId="{02AED7FF-9D9D-4560-A387-F55F9D64CB0D}"/>
          </ac:cxnSpMkLst>
        </pc:cxnChg>
        <pc:cxnChg chg="add del mod">
          <ac:chgData name="鈴木 秀規" userId="f68c5fd9-22d5-4c0a-9833-7fb0f5135313" providerId="ADAL" clId="{1FFDFDEC-295D-434A-B582-72A8CC8A5E88}" dt="2021-01-14T03:42:48.716" v="865"/>
          <ac:cxnSpMkLst>
            <pc:docMk/>
            <pc:sldMk cId="2547390421" sldId="381"/>
            <ac:cxnSpMk id="14" creationId="{8C9E9DE6-058A-441C-A5F3-BF0A9865E5FB}"/>
          </ac:cxnSpMkLst>
        </pc:cxnChg>
        <pc:cxnChg chg="add del mod">
          <ac:chgData name="鈴木 秀規" userId="f68c5fd9-22d5-4c0a-9833-7fb0f5135313" providerId="ADAL" clId="{1FFDFDEC-295D-434A-B582-72A8CC8A5E88}" dt="2021-01-14T03:42:48.716" v="865"/>
          <ac:cxnSpMkLst>
            <pc:docMk/>
            <pc:sldMk cId="2547390421" sldId="381"/>
            <ac:cxnSpMk id="17" creationId="{AD1445E4-E103-46D7-B55D-14568F6ACA4F}"/>
          </ac:cxnSpMkLst>
        </pc:cxnChg>
      </pc:sldChg>
      <pc:sldChg chg="addSp delSp modSp new add del mod chgLayout">
        <pc:chgData name="鈴木 秀規" userId="f68c5fd9-22d5-4c0a-9833-7fb0f5135313" providerId="ADAL" clId="{1FFDFDEC-295D-434A-B582-72A8CC8A5E88}" dt="2021-01-26T04:14:36.735" v="1145" actId="2696"/>
        <pc:sldMkLst>
          <pc:docMk/>
          <pc:sldMk cId="4270902671" sldId="382"/>
        </pc:sldMkLst>
        <pc:spChg chg="del">
          <ac:chgData name="鈴木 秀規" userId="f68c5fd9-22d5-4c0a-9833-7fb0f5135313" providerId="ADAL" clId="{1FFDFDEC-295D-434A-B582-72A8CC8A5E88}" dt="2021-01-26T03:44:33.395" v="928" actId="478"/>
          <ac:spMkLst>
            <pc:docMk/>
            <pc:sldMk cId="4270902671" sldId="382"/>
            <ac:spMk id="2" creationId="{680AF992-1EFF-4152-AB8D-ED0F6CBCDA55}"/>
          </ac:spMkLst>
        </pc:spChg>
        <pc:spChg chg="mod ord">
          <ac:chgData name="鈴木 秀規" userId="f68c5fd9-22d5-4c0a-9833-7fb0f5135313" providerId="ADAL" clId="{1FFDFDEC-295D-434A-B582-72A8CC8A5E88}" dt="2021-01-26T03:48:51.751" v="991" actId="6264"/>
          <ac:spMkLst>
            <pc:docMk/>
            <pc:sldMk cId="4270902671" sldId="382"/>
            <ac:spMk id="3" creationId="{347745C2-842F-461A-8482-F5E3F2B33188}"/>
          </ac:spMkLst>
        </pc:spChg>
        <pc:spChg chg="mod ord">
          <ac:chgData name="鈴木 秀規" userId="f68c5fd9-22d5-4c0a-9833-7fb0f5135313" providerId="ADAL" clId="{1FFDFDEC-295D-434A-B582-72A8CC8A5E88}" dt="2021-01-26T03:48:51.751" v="991" actId="6264"/>
          <ac:spMkLst>
            <pc:docMk/>
            <pc:sldMk cId="4270902671" sldId="382"/>
            <ac:spMk id="4" creationId="{B2D33C3D-4F1E-4861-BEE1-D418CFD9014C}"/>
          </ac:spMkLst>
        </pc:spChg>
        <pc:spChg chg="mod ord">
          <ac:chgData name="鈴木 秀規" userId="f68c5fd9-22d5-4c0a-9833-7fb0f5135313" providerId="ADAL" clId="{1FFDFDEC-295D-434A-B582-72A8CC8A5E88}" dt="2021-01-26T03:48:51.751" v="991" actId="6264"/>
          <ac:spMkLst>
            <pc:docMk/>
            <pc:sldMk cId="4270902671" sldId="382"/>
            <ac:spMk id="5" creationId="{86E9EC95-4197-4F9B-96BF-D31C5A1A1A4D}"/>
          </ac:spMkLst>
        </pc:spChg>
        <pc:spChg chg="del">
          <ac:chgData name="鈴木 秀規" userId="f68c5fd9-22d5-4c0a-9833-7fb0f5135313" providerId="ADAL" clId="{1FFDFDEC-295D-434A-B582-72A8CC8A5E88}" dt="2021-01-26T03:44:33.395" v="928" actId="478"/>
          <ac:spMkLst>
            <pc:docMk/>
            <pc:sldMk cId="4270902671" sldId="382"/>
            <ac:spMk id="6" creationId="{7F70CC25-12EA-4832-BEC8-55567F25E694}"/>
          </ac:spMkLst>
        </pc:spChg>
        <pc:spChg chg="add mod">
          <ac:chgData name="鈴木 秀規" userId="f68c5fd9-22d5-4c0a-9833-7fb0f5135313" providerId="ADAL" clId="{1FFDFDEC-295D-434A-B582-72A8CC8A5E88}" dt="2021-01-26T03:45:11.198" v="938" actId="14100"/>
          <ac:spMkLst>
            <pc:docMk/>
            <pc:sldMk cId="4270902671" sldId="382"/>
            <ac:spMk id="10" creationId="{7C3760F5-0448-4B07-9357-5DD9243CD6A1}"/>
          </ac:spMkLst>
        </pc:spChg>
        <pc:spChg chg="add mod">
          <ac:chgData name="鈴木 秀規" userId="f68c5fd9-22d5-4c0a-9833-7fb0f5135313" providerId="ADAL" clId="{1FFDFDEC-295D-434A-B582-72A8CC8A5E88}" dt="2021-01-26T03:45:13.642" v="939" actId="14100"/>
          <ac:spMkLst>
            <pc:docMk/>
            <pc:sldMk cId="4270902671" sldId="382"/>
            <ac:spMk id="11" creationId="{6AFAD27C-B17C-4A26-8D46-B84638FE20C9}"/>
          </ac:spMkLst>
        </pc:spChg>
        <pc:spChg chg="add mod">
          <ac:chgData name="鈴木 秀規" userId="f68c5fd9-22d5-4c0a-9833-7fb0f5135313" providerId="ADAL" clId="{1FFDFDEC-295D-434A-B582-72A8CC8A5E88}" dt="2021-01-26T03:46:45.261" v="950" actId="1076"/>
          <ac:spMkLst>
            <pc:docMk/>
            <pc:sldMk cId="4270902671" sldId="382"/>
            <ac:spMk id="12" creationId="{4779DC12-997D-427C-8D5F-D3C32CCE9829}"/>
          </ac:spMkLst>
        </pc:spChg>
        <pc:spChg chg="add mod">
          <ac:chgData name="鈴木 秀規" userId="f68c5fd9-22d5-4c0a-9833-7fb0f5135313" providerId="ADAL" clId="{1FFDFDEC-295D-434A-B582-72A8CC8A5E88}" dt="2021-01-26T03:46:45.261" v="950" actId="1076"/>
          <ac:spMkLst>
            <pc:docMk/>
            <pc:sldMk cId="4270902671" sldId="382"/>
            <ac:spMk id="13" creationId="{17D11134-6A3C-4349-80D0-227C8553B2C2}"/>
          </ac:spMkLst>
        </pc:spChg>
        <pc:spChg chg="add mod">
          <ac:chgData name="鈴木 秀規" userId="f68c5fd9-22d5-4c0a-9833-7fb0f5135313" providerId="ADAL" clId="{1FFDFDEC-295D-434A-B582-72A8CC8A5E88}" dt="2021-01-26T03:46:45.261" v="950" actId="1076"/>
          <ac:spMkLst>
            <pc:docMk/>
            <pc:sldMk cId="4270902671" sldId="382"/>
            <ac:spMk id="15" creationId="{BF8B4138-1FB6-4D1C-AADA-7F5C45A6ECDD}"/>
          </ac:spMkLst>
        </pc:spChg>
        <pc:spChg chg="add mod">
          <ac:chgData name="鈴木 秀規" userId="f68c5fd9-22d5-4c0a-9833-7fb0f5135313" providerId="ADAL" clId="{1FFDFDEC-295D-434A-B582-72A8CC8A5E88}" dt="2021-01-26T03:46:45.261" v="950" actId="1076"/>
          <ac:spMkLst>
            <pc:docMk/>
            <pc:sldMk cId="4270902671" sldId="382"/>
            <ac:spMk id="18" creationId="{E28B5E37-BE31-4DBF-8316-79E231D1CCD1}"/>
          </ac:spMkLst>
        </pc:spChg>
        <pc:spChg chg="add mod">
          <ac:chgData name="鈴木 秀規" userId="f68c5fd9-22d5-4c0a-9833-7fb0f5135313" providerId="ADAL" clId="{1FFDFDEC-295D-434A-B582-72A8CC8A5E88}" dt="2021-01-26T03:46:45.261" v="950" actId="1076"/>
          <ac:spMkLst>
            <pc:docMk/>
            <pc:sldMk cId="4270902671" sldId="382"/>
            <ac:spMk id="24" creationId="{A9E63F44-7FDA-4B83-BD1E-2F9BC602BDFC}"/>
          </ac:spMkLst>
        </pc:spChg>
        <pc:spChg chg="add mod">
          <ac:chgData name="鈴木 秀規" userId="f68c5fd9-22d5-4c0a-9833-7fb0f5135313" providerId="ADAL" clId="{1FFDFDEC-295D-434A-B582-72A8CC8A5E88}" dt="2021-01-26T03:50:19.700" v="1008" actId="1582"/>
          <ac:spMkLst>
            <pc:docMk/>
            <pc:sldMk cId="4270902671" sldId="382"/>
            <ac:spMk id="25" creationId="{D203164A-16BB-4A33-A44C-D5005AB76239}"/>
          </ac:spMkLst>
        </pc:spChg>
        <pc:spChg chg="add del mod">
          <ac:chgData name="鈴木 秀規" userId="f68c5fd9-22d5-4c0a-9833-7fb0f5135313" providerId="ADAL" clId="{1FFDFDEC-295D-434A-B582-72A8CC8A5E88}" dt="2021-01-26T03:48:51.751" v="991" actId="6264"/>
          <ac:spMkLst>
            <pc:docMk/>
            <pc:sldMk cId="4270902671" sldId="382"/>
            <ac:spMk id="33" creationId="{373F4D12-7797-41A9-BB1E-6C465033A0A1}"/>
          </ac:spMkLst>
        </pc:spChg>
        <pc:spChg chg="add del mod">
          <ac:chgData name="鈴木 秀規" userId="f68c5fd9-22d5-4c0a-9833-7fb0f5135313" providerId="ADAL" clId="{1FFDFDEC-295D-434A-B582-72A8CC8A5E88}" dt="2021-01-26T03:48:51.751" v="991" actId="6264"/>
          <ac:spMkLst>
            <pc:docMk/>
            <pc:sldMk cId="4270902671" sldId="382"/>
            <ac:spMk id="34" creationId="{6AC6CE12-29A2-4E11-AA40-582DFEAC4BA6}"/>
          </ac:spMkLst>
        </pc:spChg>
        <pc:spChg chg="add del mod">
          <ac:chgData name="鈴木 秀規" userId="f68c5fd9-22d5-4c0a-9833-7fb0f5135313" providerId="ADAL" clId="{1FFDFDEC-295D-434A-B582-72A8CC8A5E88}" dt="2021-01-26T03:48:51.751" v="991" actId="6264"/>
          <ac:spMkLst>
            <pc:docMk/>
            <pc:sldMk cId="4270902671" sldId="382"/>
            <ac:spMk id="35" creationId="{B55A2A41-E70B-49B7-A2C1-E9ADC31A34F2}"/>
          </ac:spMkLst>
        </pc:spChg>
        <pc:spChg chg="add del mod ord">
          <ac:chgData name="鈴木 秀規" userId="f68c5fd9-22d5-4c0a-9833-7fb0f5135313" providerId="ADAL" clId="{1FFDFDEC-295D-434A-B582-72A8CC8A5E88}" dt="2021-01-26T03:48:58.807" v="992" actId="478"/>
          <ac:spMkLst>
            <pc:docMk/>
            <pc:sldMk cId="4270902671" sldId="382"/>
            <ac:spMk id="36" creationId="{8E4298F6-82EF-43C7-9819-DFC83B203660}"/>
          </ac:spMkLst>
        </pc:spChg>
        <pc:spChg chg="add mod ord">
          <ac:chgData name="鈴木 秀規" userId="f68c5fd9-22d5-4c0a-9833-7fb0f5135313" providerId="ADAL" clId="{1FFDFDEC-295D-434A-B582-72A8CC8A5E88}" dt="2021-01-26T03:49:45.941" v="1002" actId="20577"/>
          <ac:spMkLst>
            <pc:docMk/>
            <pc:sldMk cId="4270902671" sldId="382"/>
            <ac:spMk id="37" creationId="{BD46D08B-CDC1-40F7-B3B2-96E4746B3A1C}"/>
          </ac:spMkLst>
        </pc:spChg>
        <pc:picChg chg="add mod">
          <ac:chgData name="鈴木 秀規" userId="f68c5fd9-22d5-4c0a-9833-7fb0f5135313" providerId="ADAL" clId="{1FFDFDEC-295D-434A-B582-72A8CC8A5E88}" dt="2021-01-26T03:44:38.047" v="930" actId="1076"/>
          <ac:picMkLst>
            <pc:docMk/>
            <pc:sldMk cId="4270902671" sldId="382"/>
            <ac:picMk id="7" creationId="{ACC068A0-50E1-42AC-8287-E81E4235FF5C}"/>
          </ac:picMkLst>
        </pc:picChg>
        <pc:picChg chg="add mod">
          <ac:chgData name="鈴木 秀規" userId="f68c5fd9-22d5-4c0a-9833-7fb0f5135313" providerId="ADAL" clId="{1FFDFDEC-295D-434A-B582-72A8CC8A5E88}" dt="2021-01-26T03:44:38.047" v="930" actId="1076"/>
          <ac:picMkLst>
            <pc:docMk/>
            <pc:sldMk cId="4270902671" sldId="382"/>
            <ac:picMk id="8" creationId="{8D2F85B8-D0BB-4D5F-B8E8-359B9642BC18}"/>
          </ac:picMkLst>
        </pc:picChg>
        <pc:picChg chg="add mod">
          <ac:chgData name="鈴木 秀規" userId="f68c5fd9-22d5-4c0a-9833-7fb0f5135313" providerId="ADAL" clId="{1FFDFDEC-295D-434A-B582-72A8CC8A5E88}" dt="2021-01-26T03:44:38.047" v="930" actId="1076"/>
          <ac:picMkLst>
            <pc:docMk/>
            <pc:sldMk cId="4270902671" sldId="382"/>
            <ac:picMk id="9" creationId="{6567B165-D14C-4A46-B20C-33602CEB18CE}"/>
          </ac:picMkLst>
        </pc:picChg>
        <pc:picChg chg="add mod">
          <ac:chgData name="鈴木 秀規" userId="f68c5fd9-22d5-4c0a-9833-7fb0f5135313" providerId="ADAL" clId="{1FFDFDEC-295D-434A-B582-72A8CC8A5E88}" dt="2021-01-26T03:46:45.261" v="950" actId="1076"/>
          <ac:picMkLst>
            <pc:docMk/>
            <pc:sldMk cId="4270902671" sldId="382"/>
            <ac:picMk id="14" creationId="{89F5CAE8-7DD6-4E66-9E6B-8D828B62D848}"/>
          </ac:picMkLst>
        </pc:picChg>
        <pc:picChg chg="add mod">
          <ac:chgData name="鈴木 秀規" userId="f68c5fd9-22d5-4c0a-9833-7fb0f5135313" providerId="ADAL" clId="{1FFDFDEC-295D-434A-B582-72A8CC8A5E88}" dt="2021-01-26T03:46:45.261" v="950" actId="1076"/>
          <ac:picMkLst>
            <pc:docMk/>
            <pc:sldMk cId="4270902671" sldId="382"/>
            <ac:picMk id="17" creationId="{56C46E48-5776-47D9-8EE8-C88D764F6B56}"/>
          </ac:picMkLst>
        </pc:picChg>
        <pc:picChg chg="add mod">
          <ac:chgData name="鈴木 秀規" userId="f68c5fd9-22d5-4c0a-9833-7fb0f5135313" providerId="ADAL" clId="{1FFDFDEC-295D-434A-B582-72A8CC8A5E88}" dt="2021-01-26T03:46:45.261" v="950" actId="1076"/>
          <ac:picMkLst>
            <pc:docMk/>
            <pc:sldMk cId="4270902671" sldId="382"/>
            <ac:picMk id="22" creationId="{2076DD48-3ECF-49F3-93DF-4DA0CE8394BC}"/>
          </ac:picMkLst>
        </pc:picChg>
        <pc:picChg chg="add mod">
          <ac:chgData name="鈴木 秀規" userId="f68c5fd9-22d5-4c0a-9833-7fb0f5135313" providerId="ADAL" clId="{1FFDFDEC-295D-434A-B582-72A8CC8A5E88}" dt="2021-01-26T03:46:45.261" v="950" actId="1076"/>
          <ac:picMkLst>
            <pc:docMk/>
            <pc:sldMk cId="4270902671" sldId="382"/>
            <ac:picMk id="23" creationId="{3E2CE605-C0B8-4C18-98C1-B3840CD70767}"/>
          </ac:picMkLst>
        </pc:picChg>
        <pc:picChg chg="add mod">
          <ac:chgData name="鈴木 秀規" userId="f68c5fd9-22d5-4c0a-9833-7fb0f5135313" providerId="ADAL" clId="{1FFDFDEC-295D-434A-B582-72A8CC8A5E88}" dt="2021-01-26T03:46:04.691" v="945" actId="1076"/>
          <ac:picMkLst>
            <pc:docMk/>
            <pc:sldMk cId="4270902671" sldId="382"/>
            <ac:picMk id="26" creationId="{70D95F10-BF3B-4B19-9089-47831CF622D5}"/>
          </ac:picMkLst>
        </pc:picChg>
        <pc:cxnChg chg="add mod">
          <ac:chgData name="鈴木 秀規" userId="f68c5fd9-22d5-4c0a-9833-7fb0f5135313" providerId="ADAL" clId="{1FFDFDEC-295D-434A-B582-72A8CC8A5E88}" dt="2021-01-26T03:46:45.261" v="950" actId="1076"/>
          <ac:cxnSpMkLst>
            <pc:docMk/>
            <pc:sldMk cId="4270902671" sldId="382"/>
            <ac:cxnSpMk id="16" creationId="{8E32A4B4-C96D-4681-AEF9-EE7D9B309FBF}"/>
          </ac:cxnSpMkLst>
        </pc:cxnChg>
        <pc:cxnChg chg="add mod">
          <ac:chgData name="鈴木 秀規" userId="f68c5fd9-22d5-4c0a-9833-7fb0f5135313" providerId="ADAL" clId="{1FFDFDEC-295D-434A-B582-72A8CC8A5E88}" dt="2021-01-26T03:47:04.403" v="982" actId="1035"/>
          <ac:cxnSpMkLst>
            <pc:docMk/>
            <pc:sldMk cId="4270902671" sldId="382"/>
            <ac:cxnSpMk id="19" creationId="{F3DB8BCB-0D70-41DF-9FD3-2A8B659F17CF}"/>
          </ac:cxnSpMkLst>
        </pc:cxnChg>
        <pc:cxnChg chg="add mod">
          <ac:chgData name="鈴木 秀規" userId="f68c5fd9-22d5-4c0a-9833-7fb0f5135313" providerId="ADAL" clId="{1FFDFDEC-295D-434A-B582-72A8CC8A5E88}" dt="2021-01-26T03:46:45.261" v="950" actId="1076"/>
          <ac:cxnSpMkLst>
            <pc:docMk/>
            <pc:sldMk cId="4270902671" sldId="382"/>
            <ac:cxnSpMk id="20" creationId="{C35F15FD-C964-4627-B22E-64C02E3B1E13}"/>
          </ac:cxnSpMkLst>
        </pc:cxnChg>
        <pc:cxnChg chg="add mod">
          <ac:chgData name="鈴木 秀規" userId="f68c5fd9-22d5-4c0a-9833-7fb0f5135313" providerId="ADAL" clId="{1FFDFDEC-295D-434A-B582-72A8CC8A5E88}" dt="2021-01-26T03:47:41.189" v="983" actId="14100"/>
          <ac:cxnSpMkLst>
            <pc:docMk/>
            <pc:sldMk cId="4270902671" sldId="382"/>
            <ac:cxnSpMk id="21" creationId="{5E8CC0CA-3411-4CB6-8412-CE026E3E4961}"/>
          </ac:cxnSpMkLst>
        </pc:cxnChg>
        <pc:cxnChg chg="add mod">
          <ac:chgData name="鈴木 秀規" userId="f68c5fd9-22d5-4c0a-9833-7fb0f5135313" providerId="ADAL" clId="{1FFDFDEC-295D-434A-B582-72A8CC8A5E88}" dt="2021-01-26T03:48:36.080" v="990" actId="14100"/>
          <ac:cxnSpMkLst>
            <pc:docMk/>
            <pc:sldMk cId="4270902671" sldId="382"/>
            <ac:cxnSpMk id="28" creationId="{55404DBE-4FD6-4F92-8981-38B9A55EE093}"/>
          </ac:cxnSpMkLst>
        </pc:cxnChg>
        <pc:cxnChg chg="add mod">
          <ac:chgData name="鈴木 秀規" userId="f68c5fd9-22d5-4c0a-9833-7fb0f5135313" providerId="ADAL" clId="{1FFDFDEC-295D-434A-B582-72A8CC8A5E88}" dt="2021-01-26T03:48:08.374" v="989" actId="14100"/>
          <ac:cxnSpMkLst>
            <pc:docMk/>
            <pc:sldMk cId="4270902671" sldId="382"/>
            <ac:cxnSpMk id="30" creationId="{5862DF2C-3636-4E19-B516-9E62A13C3584}"/>
          </ac:cxnSpMkLst>
        </pc:cxnChg>
      </pc:sldChg>
      <pc:sldChg chg="addSp delSp modSp add del mod chgLayout">
        <pc:chgData name="鈴木 秀規" userId="f68c5fd9-22d5-4c0a-9833-7fb0f5135313" providerId="ADAL" clId="{1FFDFDEC-295D-434A-B582-72A8CC8A5E88}" dt="2021-01-26T04:14:36.735" v="1145" actId="2696"/>
        <pc:sldMkLst>
          <pc:docMk/>
          <pc:sldMk cId="3431740700" sldId="383"/>
        </pc:sldMkLst>
        <pc:spChg chg="mod ord">
          <ac:chgData name="鈴木 秀規" userId="f68c5fd9-22d5-4c0a-9833-7fb0f5135313" providerId="ADAL" clId="{1FFDFDEC-295D-434A-B582-72A8CC8A5E88}" dt="2021-01-26T04:02:31.002" v="1073" actId="6264"/>
          <ac:spMkLst>
            <pc:docMk/>
            <pc:sldMk cId="3431740700" sldId="383"/>
            <ac:spMk id="3" creationId="{347745C2-842F-461A-8482-F5E3F2B33188}"/>
          </ac:spMkLst>
        </pc:spChg>
        <pc:spChg chg="mod ord">
          <ac:chgData name="鈴木 秀規" userId="f68c5fd9-22d5-4c0a-9833-7fb0f5135313" providerId="ADAL" clId="{1FFDFDEC-295D-434A-B582-72A8CC8A5E88}" dt="2021-01-26T04:02:31.002" v="1073" actId="6264"/>
          <ac:spMkLst>
            <pc:docMk/>
            <pc:sldMk cId="3431740700" sldId="383"/>
            <ac:spMk id="4" creationId="{B2D33C3D-4F1E-4861-BEE1-D418CFD9014C}"/>
          </ac:spMkLst>
        </pc:spChg>
        <pc:spChg chg="mod ord">
          <ac:chgData name="鈴木 秀規" userId="f68c5fd9-22d5-4c0a-9833-7fb0f5135313" providerId="ADAL" clId="{1FFDFDEC-295D-434A-B582-72A8CC8A5E88}" dt="2021-01-26T04:02:31.002" v="1073" actId="6264"/>
          <ac:spMkLst>
            <pc:docMk/>
            <pc:sldMk cId="3431740700" sldId="383"/>
            <ac:spMk id="5" creationId="{86E9EC95-4197-4F9B-96BF-D31C5A1A1A4D}"/>
          </ac:spMkLst>
        </pc:spChg>
        <pc:spChg chg="add del mod">
          <ac:chgData name="鈴木 秀規" userId="f68c5fd9-22d5-4c0a-9833-7fb0f5135313" providerId="ADAL" clId="{1FFDFDEC-295D-434A-B582-72A8CC8A5E88}" dt="2021-01-26T03:59:15.368" v="1013" actId="478"/>
          <ac:spMkLst>
            <pc:docMk/>
            <pc:sldMk cId="3431740700" sldId="383"/>
            <ac:spMk id="6" creationId="{A4CFD6BF-E687-457B-A250-DEA51B3540B4}"/>
          </ac:spMkLst>
        </pc:spChg>
        <pc:spChg chg="del">
          <ac:chgData name="鈴木 秀規" userId="f68c5fd9-22d5-4c0a-9833-7fb0f5135313" providerId="ADAL" clId="{1FFDFDEC-295D-434A-B582-72A8CC8A5E88}" dt="2021-01-26T03:58:14.416" v="1010" actId="478"/>
          <ac:spMkLst>
            <pc:docMk/>
            <pc:sldMk cId="3431740700" sldId="383"/>
            <ac:spMk id="10" creationId="{7C3760F5-0448-4B07-9357-5DD9243CD6A1}"/>
          </ac:spMkLst>
        </pc:spChg>
        <pc:spChg chg="del">
          <ac:chgData name="鈴木 秀規" userId="f68c5fd9-22d5-4c0a-9833-7fb0f5135313" providerId="ADAL" clId="{1FFDFDEC-295D-434A-B582-72A8CC8A5E88}" dt="2021-01-26T03:58:14.416" v="1010" actId="478"/>
          <ac:spMkLst>
            <pc:docMk/>
            <pc:sldMk cId="3431740700" sldId="383"/>
            <ac:spMk id="11" creationId="{6AFAD27C-B17C-4A26-8D46-B84638FE20C9}"/>
          </ac:spMkLst>
        </pc:spChg>
        <pc:spChg chg="del">
          <ac:chgData name="鈴木 秀規" userId="f68c5fd9-22d5-4c0a-9833-7fb0f5135313" providerId="ADAL" clId="{1FFDFDEC-295D-434A-B582-72A8CC8A5E88}" dt="2021-01-26T03:58:14.416" v="1010" actId="478"/>
          <ac:spMkLst>
            <pc:docMk/>
            <pc:sldMk cId="3431740700" sldId="383"/>
            <ac:spMk id="12" creationId="{4779DC12-997D-427C-8D5F-D3C32CCE9829}"/>
          </ac:spMkLst>
        </pc:spChg>
        <pc:spChg chg="del">
          <ac:chgData name="鈴木 秀規" userId="f68c5fd9-22d5-4c0a-9833-7fb0f5135313" providerId="ADAL" clId="{1FFDFDEC-295D-434A-B582-72A8CC8A5E88}" dt="2021-01-26T03:58:14.416" v="1010" actId="478"/>
          <ac:spMkLst>
            <pc:docMk/>
            <pc:sldMk cId="3431740700" sldId="383"/>
            <ac:spMk id="13" creationId="{17D11134-6A3C-4349-80D0-227C8553B2C2}"/>
          </ac:spMkLst>
        </pc:spChg>
        <pc:spChg chg="del">
          <ac:chgData name="鈴木 秀規" userId="f68c5fd9-22d5-4c0a-9833-7fb0f5135313" providerId="ADAL" clId="{1FFDFDEC-295D-434A-B582-72A8CC8A5E88}" dt="2021-01-26T03:58:14.416" v="1010" actId="478"/>
          <ac:spMkLst>
            <pc:docMk/>
            <pc:sldMk cId="3431740700" sldId="383"/>
            <ac:spMk id="15" creationId="{BF8B4138-1FB6-4D1C-AADA-7F5C45A6ECDD}"/>
          </ac:spMkLst>
        </pc:spChg>
        <pc:spChg chg="del">
          <ac:chgData name="鈴木 秀規" userId="f68c5fd9-22d5-4c0a-9833-7fb0f5135313" providerId="ADAL" clId="{1FFDFDEC-295D-434A-B582-72A8CC8A5E88}" dt="2021-01-26T03:58:14.416" v="1010" actId="478"/>
          <ac:spMkLst>
            <pc:docMk/>
            <pc:sldMk cId="3431740700" sldId="383"/>
            <ac:spMk id="18" creationId="{E28B5E37-BE31-4DBF-8316-79E231D1CCD1}"/>
          </ac:spMkLst>
        </pc:spChg>
        <pc:spChg chg="del">
          <ac:chgData name="鈴木 秀規" userId="f68c5fd9-22d5-4c0a-9833-7fb0f5135313" providerId="ADAL" clId="{1FFDFDEC-295D-434A-B582-72A8CC8A5E88}" dt="2021-01-26T03:58:14.416" v="1010" actId="478"/>
          <ac:spMkLst>
            <pc:docMk/>
            <pc:sldMk cId="3431740700" sldId="383"/>
            <ac:spMk id="24" creationId="{A9E63F44-7FDA-4B83-BD1E-2F9BC602BDFC}"/>
          </ac:spMkLst>
        </pc:spChg>
        <pc:spChg chg="del">
          <ac:chgData name="鈴木 秀規" userId="f68c5fd9-22d5-4c0a-9833-7fb0f5135313" providerId="ADAL" clId="{1FFDFDEC-295D-434A-B582-72A8CC8A5E88}" dt="2021-01-26T03:58:14.416" v="1010" actId="478"/>
          <ac:spMkLst>
            <pc:docMk/>
            <pc:sldMk cId="3431740700" sldId="383"/>
            <ac:spMk id="25" creationId="{D203164A-16BB-4A33-A44C-D5005AB76239}"/>
          </ac:spMkLst>
        </pc:spChg>
        <pc:spChg chg="add del mod">
          <ac:chgData name="鈴木 秀規" userId="f68c5fd9-22d5-4c0a-9833-7fb0f5135313" providerId="ADAL" clId="{1FFDFDEC-295D-434A-B582-72A8CC8A5E88}" dt="2021-01-26T04:02:31.002" v="1073" actId="6264"/>
          <ac:spMkLst>
            <pc:docMk/>
            <pc:sldMk cId="3431740700" sldId="383"/>
            <ac:spMk id="29" creationId="{2A5D0E9E-56FA-473F-9905-EC3AB66EE25A}"/>
          </ac:spMkLst>
        </pc:spChg>
        <pc:spChg chg="add mod">
          <ac:chgData name="鈴木 秀規" userId="f68c5fd9-22d5-4c0a-9833-7fb0f5135313" providerId="ADAL" clId="{1FFDFDEC-295D-434A-B582-72A8CC8A5E88}" dt="2021-01-26T04:01:45.805" v="1071" actId="207"/>
          <ac:spMkLst>
            <pc:docMk/>
            <pc:sldMk cId="3431740700" sldId="383"/>
            <ac:spMk id="32" creationId="{E0F1595E-F0A3-4E14-9651-C87ED18BF9DA}"/>
          </ac:spMkLst>
        </pc:spChg>
        <pc:spChg chg="add mod">
          <ac:chgData name="鈴木 秀規" userId="f68c5fd9-22d5-4c0a-9833-7fb0f5135313" providerId="ADAL" clId="{1FFDFDEC-295D-434A-B582-72A8CC8A5E88}" dt="2021-01-26T04:09:56.305" v="1133" actId="1076"/>
          <ac:spMkLst>
            <pc:docMk/>
            <pc:sldMk cId="3431740700" sldId="383"/>
            <ac:spMk id="34" creationId="{F7EDC701-37B8-4468-97D8-52607030CA94}"/>
          </ac:spMkLst>
        </pc:spChg>
        <pc:spChg chg="add mod">
          <ac:chgData name="鈴木 秀規" userId="f68c5fd9-22d5-4c0a-9833-7fb0f5135313" providerId="ADAL" clId="{1FFDFDEC-295D-434A-B582-72A8CC8A5E88}" dt="2021-01-26T04:09:59.136" v="1134" actId="1076"/>
          <ac:spMkLst>
            <pc:docMk/>
            <pc:sldMk cId="3431740700" sldId="383"/>
            <ac:spMk id="35" creationId="{8EA723BF-2FD8-4A16-A3C8-BFD746C683D1}"/>
          </ac:spMkLst>
        </pc:spChg>
        <pc:spChg chg="add del mod">
          <ac:chgData name="鈴木 秀規" userId="f68c5fd9-22d5-4c0a-9833-7fb0f5135313" providerId="ADAL" clId="{1FFDFDEC-295D-434A-B582-72A8CC8A5E88}" dt="2021-01-26T04:01:11.785" v="1048" actId="478"/>
          <ac:spMkLst>
            <pc:docMk/>
            <pc:sldMk cId="3431740700" sldId="383"/>
            <ac:spMk id="36" creationId="{6B158A07-162D-47DD-AB6B-E1D320D975E0}"/>
          </ac:spMkLst>
        </pc:spChg>
        <pc:spChg chg="del">
          <ac:chgData name="鈴木 秀規" userId="f68c5fd9-22d5-4c0a-9833-7fb0f5135313" providerId="ADAL" clId="{1FFDFDEC-295D-434A-B582-72A8CC8A5E88}" dt="2021-01-26T03:59:02.800" v="1011" actId="478"/>
          <ac:spMkLst>
            <pc:docMk/>
            <pc:sldMk cId="3431740700" sldId="383"/>
            <ac:spMk id="37" creationId="{BD46D08B-CDC1-40F7-B3B2-96E4746B3A1C}"/>
          </ac:spMkLst>
        </pc:spChg>
        <pc:spChg chg="add mod">
          <ac:chgData name="鈴木 秀規" userId="f68c5fd9-22d5-4c0a-9833-7fb0f5135313" providerId="ADAL" clId="{1FFDFDEC-295D-434A-B582-72A8CC8A5E88}" dt="2021-01-26T04:01:32.103" v="1068" actId="14100"/>
          <ac:spMkLst>
            <pc:docMk/>
            <pc:sldMk cId="3431740700" sldId="383"/>
            <ac:spMk id="38" creationId="{40FD59BC-B13E-4715-9DC8-5CB6A9E68577}"/>
          </ac:spMkLst>
        </pc:spChg>
        <pc:spChg chg="add del mod">
          <ac:chgData name="鈴木 秀規" userId="f68c5fd9-22d5-4c0a-9833-7fb0f5135313" providerId="ADAL" clId="{1FFDFDEC-295D-434A-B582-72A8CC8A5E88}" dt="2021-01-26T04:02:31.002" v="1073" actId="6264"/>
          <ac:spMkLst>
            <pc:docMk/>
            <pc:sldMk cId="3431740700" sldId="383"/>
            <ac:spMk id="39" creationId="{72F8AD91-8F73-4C4F-AB59-5F3FD39C1312}"/>
          </ac:spMkLst>
        </pc:spChg>
        <pc:spChg chg="add del mod">
          <ac:chgData name="鈴木 秀規" userId="f68c5fd9-22d5-4c0a-9833-7fb0f5135313" providerId="ADAL" clId="{1FFDFDEC-295D-434A-B582-72A8CC8A5E88}" dt="2021-01-26T04:02:31.002" v="1073" actId="6264"/>
          <ac:spMkLst>
            <pc:docMk/>
            <pc:sldMk cId="3431740700" sldId="383"/>
            <ac:spMk id="40" creationId="{42A095DC-2541-467D-84CE-0FD53E764CA5}"/>
          </ac:spMkLst>
        </pc:spChg>
        <pc:spChg chg="add del mod ord">
          <ac:chgData name="鈴木 秀規" userId="f68c5fd9-22d5-4c0a-9833-7fb0f5135313" providerId="ADAL" clId="{1FFDFDEC-295D-434A-B582-72A8CC8A5E88}" dt="2021-01-26T04:02:37.244" v="1074" actId="478"/>
          <ac:spMkLst>
            <pc:docMk/>
            <pc:sldMk cId="3431740700" sldId="383"/>
            <ac:spMk id="41" creationId="{EB08CBDB-7389-4C58-9794-DD4F1F3C7E58}"/>
          </ac:spMkLst>
        </pc:spChg>
        <pc:spChg chg="add mod ord">
          <ac:chgData name="鈴木 秀規" userId="f68c5fd9-22d5-4c0a-9833-7fb0f5135313" providerId="ADAL" clId="{1FFDFDEC-295D-434A-B582-72A8CC8A5E88}" dt="2021-01-26T04:10:02.911" v="1143" actId="12"/>
          <ac:spMkLst>
            <pc:docMk/>
            <pc:sldMk cId="3431740700" sldId="383"/>
            <ac:spMk id="42" creationId="{C2B7E0DC-5323-408A-937A-1D9A8EEEF045}"/>
          </ac:spMkLst>
        </pc:spChg>
        <pc:grpChg chg="add mod">
          <ac:chgData name="鈴木 秀規" userId="f68c5fd9-22d5-4c0a-9833-7fb0f5135313" providerId="ADAL" clId="{1FFDFDEC-295D-434A-B582-72A8CC8A5E88}" dt="2021-01-26T04:01:37.979" v="1069" actId="1076"/>
          <ac:grpSpMkLst>
            <pc:docMk/>
            <pc:sldMk cId="3431740700" sldId="383"/>
            <ac:grpSpMk id="27" creationId="{BEDB55EE-07B8-464D-A27C-24F43E1B2BCB}"/>
          </ac:grpSpMkLst>
        </pc:grpChg>
        <pc:picChg chg="del">
          <ac:chgData name="鈴木 秀規" userId="f68c5fd9-22d5-4c0a-9833-7fb0f5135313" providerId="ADAL" clId="{1FFDFDEC-295D-434A-B582-72A8CC8A5E88}" dt="2021-01-26T03:58:14.416" v="1010" actId="478"/>
          <ac:picMkLst>
            <pc:docMk/>
            <pc:sldMk cId="3431740700" sldId="383"/>
            <ac:picMk id="7" creationId="{ACC068A0-50E1-42AC-8287-E81E4235FF5C}"/>
          </ac:picMkLst>
        </pc:picChg>
        <pc:picChg chg="del">
          <ac:chgData name="鈴木 秀規" userId="f68c5fd9-22d5-4c0a-9833-7fb0f5135313" providerId="ADAL" clId="{1FFDFDEC-295D-434A-B582-72A8CC8A5E88}" dt="2021-01-26T03:58:14.416" v="1010" actId="478"/>
          <ac:picMkLst>
            <pc:docMk/>
            <pc:sldMk cId="3431740700" sldId="383"/>
            <ac:picMk id="8" creationId="{8D2F85B8-D0BB-4D5F-B8E8-359B9642BC18}"/>
          </ac:picMkLst>
        </pc:picChg>
        <pc:picChg chg="del">
          <ac:chgData name="鈴木 秀規" userId="f68c5fd9-22d5-4c0a-9833-7fb0f5135313" providerId="ADAL" clId="{1FFDFDEC-295D-434A-B582-72A8CC8A5E88}" dt="2021-01-26T03:58:14.416" v="1010" actId="478"/>
          <ac:picMkLst>
            <pc:docMk/>
            <pc:sldMk cId="3431740700" sldId="383"/>
            <ac:picMk id="9" creationId="{6567B165-D14C-4A46-B20C-33602CEB18CE}"/>
          </ac:picMkLst>
        </pc:picChg>
        <pc:picChg chg="del">
          <ac:chgData name="鈴木 秀規" userId="f68c5fd9-22d5-4c0a-9833-7fb0f5135313" providerId="ADAL" clId="{1FFDFDEC-295D-434A-B582-72A8CC8A5E88}" dt="2021-01-26T03:58:14.416" v="1010" actId="478"/>
          <ac:picMkLst>
            <pc:docMk/>
            <pc:sldMk cId="3431740700" sldId="383"/>
            <ac:picMk id="14" creationId="{89F5CAE8-7DD6-4E66-9E6B-8D828B62D848}"/>
          </ac:picMkLst>
        </pc:picChg>
        <pc:picChg chg="del">
          <ac:chgData name="鈴木 秀規" userId="f68c5fd9-22d5-4c0a-9833-7fb0f5135313" providerId="ADAL" clId="{1FFDFDEC-295D-434A-B582-72A8CC8A5E88}" dt="2021-01-26T03:58:14.416" v="1010" actId="478"/>
          <ac:picMkLst>
            <pc:docMk/>
            <pc:sldMk cId="3431740700" sldId="383"/>
            <ac:picMk id="17" creationId="{56C46E48-5776-47D9-8EE8-C88D764F6B56}"/>
          </ac:picMkLst>
        </pc:picChg>
        <pc:picChg chg="del">
          <ac:chgData name="鈴木 秀規" userId="f68c5fd9-22d5-4c0a-9833-7fb0f5135313" providerId="ADAL" clId="{1FFDFDEC-295D-434A-B582-72A8CC8A5E88}" dt="2021-01-26T03:58:14.416" v="1010" actId="478"/>
          <ac:picMkLst>
            <pc:docMk/>
            <pc:sldMk cId="3431740700" sldId="383"/>
            <ac:picMk id="22" creationId="{2076DD48-3ECF-49F3-93DF-4DA0CE8394BC}"/>
          </ac:picMkLst>
        </pc:picChg>
        <pc:picChg chg="del">
          <ac:chgData name="鈴木 秀規" userId="f68c5fd9-22d5-4c0a-9833-7fb0f5135313" providerId="ADAL" clId="{1FFDFDEC-295D-434A-B582-72A8CC8A5E88}" dt="2021-01-26T03:58:14.416" v="1010" actId="478"/>
          <ac:picMkLst>
            <pc:docMk/>
            <pc:sldMk cId="3431740700" sldId="383"/>
            <ac:picMk id="23" creationId="{3E2CE605-C0B8-4C18-98C1-B3840CD70767}"/>
          </ac:picMkLst>
        </pc:picChg>
        <pc:picChg chg="del">
          <ac:chgData name="鈴木 秀規" userId="f68c5fd9-22d5-4c0a-9833-7fb0f5135313" providerId="ADAL" clId="{1FFDFDEC-295D-434A-B582-72A8CC8A5E88}" dt="2021-01-26T03:58:14.416" v="1010" actId="478"/>
          <ac:picMkLst>
            <pc:docMk/>
            <pc:sldMk cId="3431740700" sldId="383"/>
            <ac:picMk id="26" creationId="{70D95F10-BF3B-4B19-9089-47831CF622D5}"/>
          </ac:picMkLst>
        </pc:picChg>
        <pc:picChg chg="add mod">
          <ac:chgData name="鈴木 秀規" userId="f68c5fd9-22d5-4c0a-9833-7fb0f5135313" providerId="ADAL" clId="{1FFDFDEC-295D-434A-B582-72A8CC8A5E88}" dt="2021-01-26T04:09:59.660" v="1135" actId="14100"/>
          <ac:picMkLst>
            <pc:docMk/>
            <pc:sldMk cId="3431740700" sldId="383"/>
            <ac:picMk id="31" creationId="{1200ADEE-A09A-459A-B06D-58A20EB6F05F}"/>
          </ac:picMkLst>
        </pc:picChg>
        <pc:picChg chg="add mod">
          <ac:chgData name="鈴木 秀規" userId="f68c5fd9-22d5-4c0a-9833-7fb0f5135313" providerId="ADAL" clId="{1FFDFDEC-295D-434A-B582-72A8CC8A5E88}" dt="2021-01-26T04:01:01.321" v="1047" actId="164"/>
          <ac:picMkLst>
            <pc:docMk/>
            <pc:sldMk cId="3431740700" sldId="383"/>
            <ac:picMk id="33" creationId="{7F719B36-A8B6-4247-8535-E1D2F51893DB}"/>
          </ac:picMkLst>
        </pc:picChg>
        <pc:cxnChg chg="del">
          <ac:chgData name="鈴木 秀規" userId="f68c5fd9-22d5-4c0a-9833-7fb0f5135313" providerId="ADAL" clId="{1FFDFDEC-295D-434A-B582-72A8CC8A5E88}" dt="2021-01-26T03:58:14.416" v="1010" actId="478"/>
          <ac:cxnSpMkLst>
            <pc:docMk/>
            <pc:sldMk cId="3431740700" sldId="383"/>
            <ac:cxnSpMk id="16" creationId="{8E32A4B4-C96D-4681-AEF9-EE7D9B309FBF}"/>
          </ac:cxnSpMkLst>
        </pc:cxnChg>
        <pc:cxnChg chg="del">
          <ac:chgData name="鈴木 秀規" userId="f68c5fd9-22d5-4c0a-9833-7fb0f5135313" providerId="ADAL" clId="{1FFDFDEC-295D-434A-B582-72A8CC8A5E88}" dt="2021-01-26T03:58:14.416" v="1010" actId="478"/>
          <ac:cxnSpMkLst>
            <pc:docMk/>
            <pc:sldMk cId="3431740700" sldId="383"/>
            <ac:cxnSpMk id="19" creationId="{F3DB8BCB-0D70-41DF-9FD3-2A8B659F17CF}"/>
          </ac:cxnSpMkLst>
        </pc:cxnChg>
        <pc:cxnChg chg="del">
          <ac:chgData name="鈴木 秀規" userId="f68c5fd9-22d5-4c0a-9833-7fb0f5135313" providerId="ADAL" clId="{1FFDFDEC-295D-434A-B582-72A8CC8A5E88}" dt="2021-01-26T03:58:14.416" v="1010" actId="478"/>
          <ac:cxnSpMkLst>
            <pc:docMk/>
            <pc:sldMk cId="3431740700" sldId="383"/>
            <ac:cxnSpMk id="20" creationId="{C35F15FD-C964-4627-B22E-64C02E3B1E13}"/>
          </ac:cxnSpMkLst>
        </pc:cxnChg>
        <pc:cxnChg chg="del">
          <ac:chgData name="鈴木 秀規" userId="f68c5fd9-22d5-4c0a-9833-7fb0f5135313" providerId="ADAL" clId="{1FFDFDEC-295D-434A-B582-72A8CC8A5E88}" dt="2021-01-26T03:58:14.416" v="1010" actId="478"/>
          <ac:cxnSpMkLst>
            <pc:docMk/>
            <pc:sldMk cId="3431740700" sldId="383"/>
            <ac:cxnSpMk id="21" creationId="{5E8CC0CA-3411-4CB6-8412-CE026E3E4961}"/>
          </ac:cxnSpMkLst>
        </pc:cxnChg>
        <pc:cxnChg chg="del">
          <ac:chgData name="鈴木 秀規" userId="f68c5fd9-22d5-4c0a-9833-7fb0f5135313" providerId="ADAL" clId="{1FFDFDEC-295D-434A-B582-72A8CC8A5E88}" dt="2021-01-26T03:58:14.416" v="1010" actId="478"/>
          <ac:cxnSpMkLst>
            <pc:docMk/>
            <pc:sldMk cId="3431740700" sldId="383"/>
            <ac:cxnSpMk id="28" creationId="{55404DBE-4FD6-4F92-8981-38B9A55EE093}"/>
          </ac:cxnSpMkLst>
        </pc:cxnChg>
        <pc:cxnChg chg="del">
          <ac:chgData name="鈴木 秀規" userId="f68c5fd9-22d5-4c0a-9833-7fb0f5135313" providerId="ADAL" clId="{1FFDFDEC-295D-434A-B582-72A8CC8A5E88}" dt="2021-01-26T03:58:14.416" v="1010" actId="478"/>
          <ac:cxnSpMkLst>
            <pc:docMk/>
            <pc:sldMk cId="3431740700" sldId="383"/>
            <ac:cxnSpMk id="30" creationId="{5862DF2C-3636-4E19-B516-9E62A13C3584}"/>
          </ac:cxnSpMkLst>
        </pc:cxnChg>
      </pc:sldChg>
      <pc:sldChg chg="addSp delSp modSp new del mod modClrScheme chgLayout">
        <pc:chgData name="鈴木 秀規" userId="f68c5fd9-22d5-4c0a-9833-7fb0f5135313" providerId="ADAL" clId="{1FFDFDEC-295D-434A-B582-72A8CC8A5E88}" dt="2021-01-26T04:09:55.234" v="1132" actId="680"/>
        <pc:sldMkLst>
          <pc:docMk/>
          <pc:sldMk cId="949411827" sldId="384"/>
        </pc:sldMkLst>
        <pc:spChg chg="add del mod ord">
          <ac:chgData name="鈴木 秀規" userId="f68c5fd9-22d5-4c0a-9833-7fb0f5135313" providerId="ADAL" clId="{1FFDFDEC-295D-434A-B582-72A8CC8A5E88}" dt="2021-01-26T04:09:54.227" v="1131" actId="700"/>
          <ac:spMkLst>
            <pc:docMk/>
            <pc:sldMk cId="949411827" sldId="384"/>
            <ac:spMk id="2" creationId="{D6F808A7-7307-4EC5-864E-FC8208B0AE46}"/>
          </ac:spMkLst>
        </pc:spChg>
        <pc:spChg chg="add del mod ord">
          <ac:chgData name="鈴木 秀規" userId="f68c5fd9-22d5-4c0a-9833-7fb0f5135313" providerId="ADAL" clId="{1FFDFDEC-295D-434A-B582-72A8CC8A5E88}" dt="2021-01-26T04:09:54.227" v="1131" actId="700"/>
          <ac:spMkLst>
            <pc:docMk/>
            <pc:sldMk cId="949411827" sldId="384"/>
            <ac:spMk id="3" creationId="{03C746A9-C96B-46DF-BD82-8B507DB22135}"/>
          </ac:spMkLst>
        </pc:spChg>
        <pc:spChg chg="mod ord">
          <ac:chgData name="鈴木 秀規" userId="f68c5fd9-22d5-4c0a-9833-7fb0f5135313" providerId="ADAL" clId="{1FFDFDEC-295D-434A-B582-72A8CC8A5E88}" dt="2021-01-26T04:09:54.227" v="1131" actId="700"/>
          <ac:spMkLst>
            <pc:docMk/>
            <pc:sldMk cId="949411827" sldId="384"/>
            <ac:spMk id="4" creationId="{2268533C-B512-4CED-9B27-7769E939632A}"/>
          </ac:spMkLst>
        </pc:spChg>
        <pc:spChg chg="mod ord">
          <ac:chgData name="鈴木 秀規" userId="f68c5fd9-22d5-4c0a-9833-7fb0f5135313" providerId="ADAL" clId="{1FFDFDEC-295D-434A-B582-72A8CC8A5E88}" dt="2021-01-26T04:09:54.227" v="1131" actId="700"/>
          <ac:spMkLst>
            <pc:docMk/>
            <pc:sldMk cId="949411827" sldId="384"/>
            <ac:spMk id="5" creationId="{F2A78FC6-8266-4153-942F-A3792617271D}"/>
          </ac:spMkLst>
        </pc:spChg>
        <pc:spChg chg="add del">
          <ac:chgData name="鈴木 秀規" userId="f68c5fd9-22d5-4c0a-9833-7fb0f5135313" providerId="ADAL" clId="{1FFDFDEC-295D-434A-B582-72A8CC8A5E88}" dt="2021-01-26T04:09:54.227" v="1131" actId="700"/>
          <ac:spMkLst>
            <pc:docMk/>
            <pc:sldMk cId="949411827" sldId="384"/>
            <ac:spMk id="6" creationId="{21B4622A-D25A-435E-B470-22F1DB6C998F}"/>
          </ac:spMkLst>
        </pc:spChg>
        <pc:spChg chg="add del mod ord">
          <ac:chgData name="鈴木 秀規" userId="f68c5fd9-22d5-4c0a-9833-7fb0f5135313" providerId="ADAL" clId="{1FFDFDEC-295D-434A-B582-72A8CC8A5E88}" dt="2021-01-26T04:09:54.227" v="1131" actId="700"/>
          <ac:spMkLst>
            <pc:docMk/>
            <pc:sldMk cId="949411827" sldId="384"/>
            <ac:spMk id="7" creationId="{0DA1857B-2EDE-4CE3-B404-59D7C225D7CB}"/>
          </ac:spMkLst>
        </pc:spChg>
        <pc:spChg chg="add del mod ord">
          <ac:chgData name="鈴木 秀規" userId="f68c5fd9-22d5-4c0a-9833-7fb0f5135313" providerId="ADAL" clId="{1FFDFDEC-295D-434A-B582-72A8CC8A5E88}" dt="2021-01-26T04:09:54.227" v="1131" actId="700"/>
          <ac:spMkLst>
            <pc:docMk/>
            <pc:sldMk cId="949411827" sldId="384"/>
            <ac:spMk id="8" creationId="{46B998EA-E1C7-43BB-B136-2B9F4052217F}"/>
          </ac:spMkLst>
        </pc:spChg>
        <pc:spChg chg="add del mod">
          <ac:chgData name="鈴木 秀規" userId="f68c5fd9-22d5-4c0a-9833-7fb0f5135313" providerId="ADAL" clId="{1FFDFDEC-295D-434A-B582-72A8CC8A5E88}" dt="2021-01-26T04:09:53.169" v="1129" actId="6264"/>
          <ac:spMkLst>
            <pc:docMk/>
            <pc:sldMk cId="949411827" sldId="384"/>
            <ac:spMk id="9" creationId="{3B461521-F8A2-4A0C-B060-3695402786D2}"/>
          </ac:spMkLst>
        </pc:spChg>
        <pc:spChg chg="add del mod">
          <ac:chgData name="鈴木 秀規" userId="f68c5fd9-22d5-4c0a-9833-7fb0f5135313" providerId="ADAL" clId="{1FFDFDEC-295D-434A-B582-72A8CC8A5E88}" dt="2021-01-26T04:09:53.169" v="1129" actId="6264"/>
          <ac:spMkLst>
            <pc:docMk/>
            <pc:sldMk cId="949411827" sldId="384"/>
            <ac:spMk id="10" creationId="{FCA127BC-C7DF-4689-87BE-C8BA567A2BBA}"/>
          </ac:spMkLst>
        </pc:spChg>
        <pc:spChg chg="add del mod">
          <ac:chgData name="鈴木 秀規" userId="f68c5fd9-22d5-4c0a-9833-7fb0f5135313" providerId="ADAL" clId="{1FFDFDEC-295D-434A-B582-72A8CC8A5E88}" dt="2021-01-26T04:09:53.169" v="1129" actId="6264"/>
          <ac:spMkLst>
            <pc:docMk/>
            <pc:sldMk cId="949411827" sldId="384"/>
            <ac:spMk id="11" creationId="{0EBDD992-35B1-4057-A6DD-F87ABE74E2B7}"/>
          </ac:spMkLst>
        </pc:spChg>
        <pc:spChg chg="add del mod ord">
          <ac:chgData name="鈴木 秀規" userId="f68c5fd9-22d5-4c0a-9833-7fb0f5135313" providerId="ADAL" clId="{1FFDFDEC-295D-434A-B582-72A8CC8A5E88}" dt="2021-01-26T04:09:53.169" v="1129" actId="6264"/>
          <ac:spMkLst>
            <pc:docMk/>
            <pc:sldMk cId="949411827" sldId="384"/>
            <ac:spMk id="12" creationId="{57D0D45A-7F80-4DF4-BA60-0514BC220F1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234AFD3-FB40-4AD7-9E76-44AC2B8BF1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8E19C006-516A-4D24-A011-BF64DE39F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36D31-DA28-4230-A80A-E7470AB13509}" type="datetimeFigureOut">
              <a:rPr kumimoji="1" lang="ja-JP" altLang="en-US" smtClean="0"/>
              <a:t>2025/3/19</a:t>
            </a:fld>
            <a:endParaRPr kumimoji="1" lang="ja-JP" altLang="en-US"/>
          </a:p>
        </p:txBody>
      </p:sp>
      <p:sp>
        <p:nvSpPr>
          <p:cNvPr id="4" name="フッター プレースホルダー 3">
            <a:extLst>
              <a:ext uri="{FF2B5EF4-FFF2-40B4-BE49-F238E27FC236}">
                <a16:creationId xmlns:a16="http://schemas.microsoft.com/office/drawing/2014/main" id="{536DDE9A-A582-478B-9738-8CFAA37FAF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A9326B9-E2C3-4532-A2D6-3EB1B422B9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BDFF3F-36BC-4947-A6C6-058FFD27CC25}" type="slidenum">
              <a:rPr kumimoji="1" lang="ja-JP" altLang="en-US" smtClean="0"/>
              <a:t>‹#›</a:t>
            </a:fld>
            <a:endParaRPr kumimoji="1" lang="ja-JP" altLang="en-US"/>
          </a:p>
        </p:txBody>
      </p:sp>
    </p:spTree>
    <p:extLst>
      <p:ext uri="{BB962C8B-B14F-4D97-AF65-F5344CB8AC3E}">
        <p14:creationId xmlns:p14="http://schemas.microsoft.com/office/powerpoint/2010/main" val="30954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381820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3371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r>
              <a:rPr kumimoji="1" lang="ja-JP" altLang="en-US" dirty="0"/>
              <a:t>コマンドプロンプトの立ち上げ方法もいろいろあります。知らない受講生も多いので講師の判断で適当な立ち上げ方を教えてあげてください。</a:t>
            </a:r>
            <a:br>
              <a:rPr kumimoji="1" lang="ja-JP" altLang="en-US" dirty="0"/>
            </a:br>
            <a:r>
              <a:rPr kumimoji="1" lang="en-US" altLang="ja-JP" dirty="0" err="1"/>
              <a:t>Windows+R</a:t>
            </a:r>
            <a:r>
              <a:rPr kumimoji="1" lang="ja-JP" altLang="en-US" dirty="0"/>
              <a:t>で</a:t>
            </a:r>
            <a:r>
              <a:rPr kumimoji="1" lang="en-US" altLang="ja-JP" dirty="0" err="1"/>
              <a:t>cmd</a:t>
            </a:r>
            <a:r>
              <a:rPr kumimoji="1" lang="ja-JP" altLang="en-US" dirty="0"/>
              <a:t>と入力、がおススメかとは思います。</a:t>
            </a:r>
            <a:endParaRPr kumimoji="1" lang="en-US" altLang="ja-JP" dirty="0"/>
          </a:p>
          <a:p>
            <a:r>
              <a:rPr kumimoji="1" lang="ja-JP" altLang="en-US" dirty="0"/>
              <a:t>もちろん、コマンドプロンプトを立ち上げたときにカレントディレクトリが</a:t>
            </a:r>
            <a:r>
              <a:rPr kumimoji="1" lang="en-US" altLang="ja-JP" dirty="0"/>
              <a:t>C:</a:t>
            </a:r>
            <a:r>
              <a:rPr kumimoji="1" lang="ja-JP" altLang="en-US" dirty="0"/>
              <a:t>～なら入力するコマンドは「</a:t>
            </a:r>
            <a:r>
              <a:rPr kumimoji="1" lang="en-US" altLang="ja-JP" dirty="0"/>
              <a:t>cd \work</a:t>
            </a:r>
            <a:r>
              <a:rPr kumimoji="1" lang="ja-JP" altLang="en-US" dirty="0"/>
              <a:t>」だけで</a:t>
            </a:r>
            <a:r>
              <a:rPr kumimoji="1" lang="en-US" altLang="ja-JP" dirty="0"/>
              <a:t>OK</a:t>
            </a:r>
            <a:r>
              <a:rPr kumimoji="1" lang="ja-JP" altLang="en-US" dirty="0"/>
              <a:t>です。</a:t>
            </a:r>
            <a:br>
              <a:rPr kumimoji="1" lang="ja-JP" altLang="en-US" dirty="0"/>
            </a:br>
            <a:r>
              <a:rPr kumimoji="1" lang="ja-JP" altLang="en-US" dirty="0"/>
              <a:t>少なくとも受講生の</a:t>
            </a:r>
            <a:r>
              <a:rPr kumimoji="1" lang="en-US" altLang="ja-JP" dirty="0"/>
              <a:t>PC</a:t>
            </a:r>
            <a:r>
              <a:rPr kumimoji="1" lang="ja-JP" altLang="en-US" dirty="0"/>
              <a:t>はみんな「</a:t>
            </a:r>
            <a:r>
              <a:rPr kumimoji="1" lang="en-US" altLang="ja-JP" dirty="0"/>
              <a:t>C:</a:t>
            </a:r>
            <a:r>
              <a:rPr kumimoji="1" lang="ja-JP" altLang="en-US" dirty="0"/>
              <a:t>～」で立ち上がるはずなので最初から「</a:t>
            </a:r>
            <a:r>
              <a:rPr kumimoji="1" lang="en-US" altLang="ja-JP" dirty="0"/>
              <a:t>cd \work</a:t>
            </a:r>
            <a:r>
              <a:rPr kumimoji="1" lang="ja-JP" altLang="en-US" dirty="0"/>
              <a:t>」で教えてもいいです。</a:t>
            </a:r>
            <a:endParaRPr kumimoji="1" lang="en-US" altLang="ja-JP" dirty="0"/>
          </a:p>
          <a:p>
            <a:endParaRPr kumimoji="1" lang="ja-JP" altLang="en-US" dirty="0"/>
          </a:p>
        </p:txBody>
      </p:sp>
    </p:spTree>
    <p:extLst>
      <p:ext uri="{BB962C8B-B14F-4D97-AF65-F5344CB8AC3E}">
        <p14:creationId xmlns:p14="http://schemas.microsoft.com/office/powerpoint/2010/main" val="31455270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r>
              <a:rPr kumimoji="1" lang="ja-JP" altLang="en-US" dirty="0"/>
              <a:t>今の</a:t>
            </a:r>
            <a:r>
              <a:rPr kumimoji="1" lang="en-US" altLang="ja-JP" dirty="0"/>
              <a:t>JDK</a:t>
            </a:r>
            <a:r>
              <a:rPr kumimoji="1" lang="ja-JP" altLang="en-US" dirty="0"/>
              <a:t>はインストール時にシステム環境変数</a:t>
            </a:r>
            <a:r>
              <a:rPr kumimoji="1" lang="en-US" altLang="ja-JP" dirty="0"/>
              <a:t>path</a:t>
            </a:r>
            <a:r>
              <a:rPr kumimoji="1" lang="ja-JP" altLang="en-US" dirty="0"/>
              <a:t>の設定もしてくれるので</a:t>
            </a:r>
            <a:r>
              <a:rPr kumimoji="1" lang="en-US" altLang="ja-JP" dirty="0"/>
              <a:t>path</a:t>
            </a:r>
            <a:r>
              <a:rPr kumimoji="1" lang="ja-JP" altLang="en-US" dirty="0"/>
              <a:t>の説明は不要。</a:t>
            </a:r>
            <a:r>
              <a:rPr kumimoji="1" lang="en-US" altLang="ja-JP" dirty="0"/>
              <a:t>javac.exe</a:t>
            </a:r>
            <a:r>
              <a:rPr kumimoji="1" lang="ja-JP" altLang="en-US" dirty="0"/>
              <a:t>ファイルがどこにあるかも知らなくても困らない。</a:t>
            </a:r>
          </a:p>
        </p:txBody>
      </p:sp>
    </p:spTree>
    <p:extLst>
      <p:ext uri="{BB962C8B-B14F-4D97-AF65-F5344CB8AC3E}">
        <p14:creationId xmlns:p14="http://schemas.microsoft.com/office/powerpoint/2010/main" val="40827158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30111526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タイトル スライド">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EA1B8483-F5A8-4F30-96A0-EDAFA70B0F27}"/>
              </a:ext>
            </a:extLst>
          </p:cNvPr>
          <p:cNvSpPr/>
          <p:nvPr/>
        </p:nvSpPr>
        <p:spPr>
          <a:xfrm>
            <a:off x="1169100" y="400050"/>
            <a:ext cx="7554900" cy="38424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50" charset="0"/>
            </a:endParaRPr>
          </a:p>
        </p:txBody>
      </p:sp>
      <p:sp>
        <p:nvSpPr>
          <p:cNvPr id="7" name="Google Shape;11;p2">
            <a:extLst>
              <a:ext uri="{FF2B5EF4-FFF2-40B4-BE49-F238E27FC236}">
                <a16:creationId xmlns:a16="http://schemas.microsoft.com/office/drawing/2014/main" id="{983BA885-2074-450F-AE06-7909906D9F48}"/>
              </a:ext>
            </a:extLst>
          </p:cNvPr>
          <p:cNvSpPr txBox="1">
            <a:spLocks noGrp="1"/>
          </p:cNvSpPr>
          <p:nvPr>
            <p:ph type="ctrTitle"/>
          </p:nvPr>
        </p:nvSpPr>
        <p:spPr>
          <a:xfrm>
            <a:off x="546012" y="456607"/>
            <a:ext cx="5041200" cy="3150600"/>
          </a:xfrm>
          <a:prstGeom prst="rect">
            <a:avLst/>
          </a:prstGeom>
          <a:ln w="114300" cap="flat" cmpd="sng">
            <a:solidFill>
              <a:srgbClr val="FF33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48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pic>
        <p:nvPicPr>
          <p:cNvPr id="2" name="図 1">
            <a:extLst>
              <a:ext uri="{FF2B5EF4-FFF2-40B4-BE49-F238E27FC236}">
                <a16:creationId xmlns:a16="http://schemas.microsoft.com/office/drawing/2014/main" id="{02032C93-7552-4839-AF39-0C4F3C5A3543}"/>
              </a:ext>
            </a:extLst>
          </p:cNvPr>
          <p:cNvPicPr>
            <a:picLocks noChangeAspect="1"/>
          </p:cNvPicPr>
          <p:nvPr/>
        </p:nvPicPr>
        <p:blipFill>
          <a:blip r:embed="rId2"/>
          <a:stretch>
            <a:fillRect/>
          </a:stretch>
        </p:blipFill>
        <p:spPr>
          <a:xfrm>
            <a:off x="7426629" y="4563450"/>
            <a:ext cx="1297371" cy="360000"/>
          </a:xfrm>
          <a:prstGeom prst="rect">
            <a:avLst/>
          </a:prstGeom>
        </p:spPr>
      </p:pic>
      <p:sp>
        <p:nvSpPr>
          <p:cNvPr id="9" name="フッター プレースホルダー 4">
            <a:extLst>
              <a:ext uri="{FF2B5EF4-FFF2-40B4-BE49-F238E27FC236}">
                <a16:creationId xmlns:a16="http://schemas.microsoft.com/office/drawing/2014/main" id="{BBFC6E56-6F9E-4EB5-93D5-B6A41EF330A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p>
        </p:txBody>
      </p:sp>
    </p:spTree>
    <p:extLst>
      <p:ext uri="{BB962C8B-B14F-4D97-AF65-F5344CB8AC3E}">
        <p14:creationId xmlns:p14="http://schemas.microsoft.com/office/powerpoint/2010/main" val="413471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noAutofit/>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1409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64116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212422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noAutofit/>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45155565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タイトル、見出し、コード">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a:solidFill>
            <a:schemeClr val="bg1"/>
          </a:solidFill>
        </p:spPr>
        <p:txBody>
          <a:bodyPr>
            <a:noAutofit/>
          </a:bodyPr>
          <a:lstStyle>
            <a:lvl1pPr>
              <a:defRPr sz="1400" baseline="0">
                <a:latin typeface="MyricaM M" panose="020B0509020203020207" pitchFamily="49" charset="-128"/>
                <a:ea typeface="BIZ UDゴシック" panose="020B0400000000000000" pitchFamily="49" charset="-128"/>
              </a:defRPr>
            </a:lvl1pPr>
            <a:lvl2pPr>
              <a:defRPr sz="1400" baseline="0">
                <a:latin typeface="MyricaM M" panose="020B0509020203020207" pitchFamily="49" charset="-128"/>
                <a:ea typeface="BIZ UDゴシック" panose="020B0400000000000000" pitchFamily="49" charset="-128"/>
              </a:defRPr>
            </a:lvl2pPr>
            <a:lvl3pPr>
              <a:defRPr sz="1400" baseline="0">
                <a:latin typeface="MyricaM M" panose="020B0509020203020207" pitchFamily="49" charset="-128"/>
                <a:ea typeface="BIZ UDゴシック" panose="020B0400000000000000" pitchFamily="49" charset="-128"/>
              </a:defRPr>
            </a:lvl3pPr>
            <a:lvl4pPr>
              <a:defRPr sz="1400" baseline="0">
                <a:latin typeface="MyricaM M" panose="020B0509020203020207" pitchFamily="49" charset="-128"/>
                <a:ea typeface="BIZ UDゴシック" panose="020B0400000000000000" pitchFamily="49" charset="-128"/>
              </a:defRPr>
            </a:lvl4pPr>
            <a:lvl5pPr>
              <a:defRPr sz="1400" baseline="0">
                <a:latin typeface="MyricaM M" panose="020B0509020203020207" pitchFamily="49" charset="-128"/>
                <a:ea typeface="BIZ UDゴシック" panose="020B0400000000000000" pitchFamily="49"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57660531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学習のポイント付き本文">
    <p:spTree>
      <p:nvGrpSpPr>
        <p:cNvPr id="1" name=""/>
        <p:cNvGrpSpPr/>
        <p:nvPr/>
      </p:nvGrpSpPr>
      <p:grpSpPr>
        <a:xfrm>
          <a:off x="0" y="0"/>
          <a:ext cx="0" cy="0"/>
          <a:chOff x="0" y="0"/>
          <a:chExt cx="0" cy="0"/>
        </a:xfrm>
      </p:grpSpPr>
      <p:sp>
        <p:nvSpPr>
          <p:cNvPr id="12" name="Google Shape;29;p6">
            <a:extLst>
              <a:ext uri="{FF2B5EF4-FFF2-40B4-BE49-F238E27FC236}">
                <a16:creationId xmlns:a16="http://schemas.microsoft.com/office/drawing/2014/main" id="{72035EF0-464F-433E-8728-9DD54C9F7E85}"/>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2295035"/>
            <a:ext cx="8216900" cy="2489053"/>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テキスト プレースホルダー 4">
            <a:extLst>
              <a:ext uri="{FF2B5EF4-FFF2-40B4-BE49-F238E27FC236}">
                <a16:creationId xmlns:a16="http://schemas.microsoft.com/office/drawing/2014/main" id="{FC8E89EF-C81C-40F7-8F70-59B820485326}"/>
              </a:ext>
            </a:extLst>
          </p:cNvPr>
          <p:cNvSpPr>
            <a:spLocks noGrp="1"/>
          </p:cNvSpPr>
          <p:nvPr>
            <p:ph type="body" sz="quarter" idx="15"/>
          </p:nvPr>
        </p:nvSpPr>
        <p:spPr>
          <a:xfrm>
            <a:off x="463549" y="1023814"/>
            <a:ext cx="7177471" cy="1142410"/>
          </a:xfrm>
          <a:prstGeom prst="roundRect">
            <a:avLst>
              <a:gd name="adj" fmla="val 9044"/>
            </a:avLst>
          </a:prstGeom>
          <a:ln>
            <a:solidFill>
              <a:schemeClr val="tx2"/>
            </a:solidFill>
          </a:ln>
        </p:spPr>
        <p:txBody>
          <a:bodyPr tIns="252000"/>
          <a:lstStyle>
            <a:lvl1pPr marL="388800" indent="-284400">
              <a:buSzPct val="169000"/>
              <a:defRPr b="1"/>
            </a:lvl1pPr>
            <a:lvl2pPr marL="748800" indent="-284400">
              <a:buSzPct val="169000"/>
              <a:defRPr b="1"/>
            </a:lvl2pPr>
            <a:lvl3pPr marL="1108800" indent="-284400">
              <a:buSzPct val="169000"/>
              <a:defRPr b="1"/>
            </a:lvl3pPr>
            <a:lvl4pPr marL="1468800" indent="-284400">
              <a:buSzPct val="169000"/>
              <a:defRPr b="1"/>
            </a:lvl4pPr>
            <a:lvl5pPr marL="1828800" indent="-284400">
              <a:buSzPct val="169000"/>
              <a:defRPr b="1"/>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9" name="テキスト プレースホルダー 28">
            <a:extLst>
              <a:ext uri="{FF2B5EF4-FFF2-40B4-BE49-F238E27FC236}">
                <a16:creationId xmlns:a16="http://schemas.microsoft.com/office/drawing/2014/main" id="{F1010722-FF6A-41D2-851B-EC3F0B7BDEA0}"/>
              </a:ext>
            </a:extLst>
          </p:cNvPr>
          <p:cNvSpPr>
            <a:spLocks noGrp="1"/>
          </p:cNvSpPr>
          <p:nvPr>
            <p:ph type="body" sz="quarter" idx="16" hasCustomPrompt="1"/>
          </p:nvPr>
        </p:nvSpPr>
        <p:spPr>
          <a:xfrm>
            <a:off x="848575" y="898771"/>
            <a:ext cx="1095840" cy="265721"/>
          </a:xfrm>
          <a:blipFill dpi="0" rotWithShape="1">
            <a:blip r:embed="rId2">
              <a:extLst>
                <a:ext uri="{28A0092B-C50C-407E-A947-70E740481C1C}">
                  <a14:useLocalDpi xmlns:a14="http://schemas.microsoft.com/office/drawing/2010/main" val="0"/>
                </a:ext>
              </a:extLst>
            </a:blip>
            <a:srcRect/>
            <a:stretch>
              <a:fillRect/>
            </a:stretch>
          </a:blipFill>
        </p:spPr>
        <p:txBody>
          <a:bodyPr wrap="none" lIns="72000" tIns="46800"/>
          <a:lstStyle>
            <a:lvl1pPr algn="ctr">
              <a:buNone/>
              <a:defRPr sz="800" b="0" cap="none" spc="0">
                <a:ln w="0"/>
                <a:solidFill>
                  <a:schemeClr val="tx2"/>
                </a:solidFill>
                <a:effectLst/>
                <a:latin typeface="Gill Sans Ultra Bold" panose="020B0A02020104020203" pitchFamily="34" charset="0"/>
              </a:defRPr>
            </a:lvl1pPr>
          </a:lstStyle>
          <a:p>
            <a:pPr lvl="0"/>
            <a:r>
              <a:rPr kumimoji="1" lang="en-US" altLang="ja-JP" dirty="0"/>
              <a:t>-</a:t>
            </a:r>
            <a:endParaRPr kumimoji="1" lang="ja-JP" altLang="en-US" dirty="0"/>
          </a:p>
        </p:txBody>
      </p:sp>
    </p:spTree>
    <p:extLst>
      <p:ext uri="{BB962C8B-B14F-4D97-AF65-F5344CB8AC3E}">
        <p14:creationId xmlns:p14="http://schemas.microsoft.com/office/powerpoint/2010/main" val="70762609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96432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460450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05251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dirty="0"/>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4432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3550" y="119734"/>
            <a:ext cx="8216900" cy="541192"/>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462876" y="859490"/>
            <a:ext cx="8216900" cy="3924597"/>
          </a:xfrm>
          <a:prstGeom prst="rect">
            <a:avLst/>
          </a:prstGeom>
        </p:spPr>
        <p:txBody>
          <a:bodyPr vert="horz" lIns="91440" tIns="45720" rIns="91440" bIns="4572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3028950" y="4866125"/>
            <a:ext cx="3086100" cy="254493"/>
          </a:xfrm>
          <a:prstGeom prst="rect">
            <a:avLst/>
          </a:prstGeom>
        </p:spPr>
        <p:txBody>
          <a:bodyPr vert="horz" lIns="91440" tIns="45720" rIns="91440" bIns="45720" rtlCol="0" anchor="ctr"/>
          <a:lstStyle>
            <a:lvl1pPr algn="ct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6" name="Slide Number Placeholder 5"/>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Tree>
    <p:extLst>
      <p:ext uri="{BB962C8B-B14F-4D97-AF65-F5344CB8AC3E}">
        <p14:creationId xmlns:p14="http://schemas.microsoft.com/office/powerpoint/2010/main" val="264449744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60" r:id="rId8"/>
    <p:sldLayoutId id="2147483661" r:id="rId9"/>
    <p:sldLayoutId id="2147483663" r:id="rId10"/>
    <p:sldLayoutId id="2147483662" r:id="rId11"/>
  </p:sldLayoutIdLst>
  <p:transition>
    <p:fade thruBlk="1"/>
  </p:transition>
  <p:hf hdr="0" dt="0"/>
  <p:txStyles>
    <p:titleStyle>
      <a:lvl1pPr algn="l" defTabSz="685800" rtl="0" eaLnBrk="1" latinLnBrk="0" hangingPunct="1">
        <a:lnSpc>
          <a:spcPct val="90000"/>
        </a:lnSpc>
        <a:spcBef>
          <a:spcPct val="0"/>
        </a:spcBef>
        <a:buNone/>
        <a:defRPr kumimoji="1" sz="2400" b="1" kern="1200" baseline="0">
          <a:solidFill>
            <a:schemeClr val="tx1"/>
          </a:solidFill>
          <a:latin typeface="+mj-lt"/>
          <a:ea typeface="+mj-ea"/>
          <a:cs typeface="+mj-cs"/>
        </a:defRPr>
      </a:lvl1pPr>
    </p:titleStyle>
    <p:body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11.sv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11.sv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13309E-1E83-61D3-9195-1FC38B2D9D39}"/>
            </a:ext>
          </a:extLst>
        </p:cNvPr>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5524438-F2E8-8E7D-4E3C-460CF03ABED5}"/>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yricaM M"/>
                <a:ea typeface="BIZ UDゴシック"/>
                <a:cs typeface="+mn-cs"/>
              </a:rPr>
              <a:t>copyright ©ITCollege All Rights Reserved</a:t>
            </a:r>
            <a:endParaRPr kumimoji="1" lang="ja-JP" altLang="en-US" sz="1000" b="0" i="0" u="none" strike="noStrike" kern="1200" cap="none" spc="0" normalizeH="0" baseline="0" noProof="0">
              <a:ln>
                <a:noFill/>
              </a:ln>
              <a:solidFill>
                <a:prstClr val="black"/>
              </a:solidFill>
              <a:effectLst/>
              <a:uLnTx/>
              <a:uFillTx/>
              <a:latin typeface="MyricaM M"/>
              <a:ea typeface="BIZ UDゴシック"/>
              <a:cs typeface="+mn-cs"/>
            </a:endParaRPr>
          </a:p>
        </p:txBody>
      </p:sp>
      <p:sp>
        <p:nvSpPr>
          <p:cNvPr id="6" name="タイトル 5">
            <a:extLst>
              <a:ext uri="{FF2B5EF4-FFF2-40B4-BE49-F238E27FC236}">
                <a16:creationId xmlns:a16="http://schemas.microsoft.com/office/drawing/2014/main" id="{A0C36208-17CA-62F4-2B27-D9BF222078AE}"/>
              </a:ext>
            </a:extLst>
          </p:cNvPr>
          <p:cNvSpPr>
            <a:spLocks noGrp="1"/>
          </p:cNvSpPr>
          <p:nvPr>
            <p:ph type="ctrTitle"/>
          </p:nvPr>
        </p:nvSpPr>
        <p:spPr/>
        <p:txBody>
          <a:bodyPr/>
          <a:lstStyle/>
          <a:p>
            <a:r>
              <a:rPr lang="ja-JP" altLang="en-US" dirty="0"/>
              <a:t>改訂履歴</a:t>
            </a:r>
          </a:p>
        </p:txBody>
      </p:sp>
      <p:sp>
        <p:nvSpPr>
          <p:cNvPr id="3" name="スライド番号プレースホルダー 2">
            <a:extLst>
              <a:ext uri="{FF2B5EF4-FFF2-40B4-BE49-F238E27FC236}">
                <a16:creationId xmlns:a16="http://schemas.microsoft.com/office/drawing/2014/main" id="{24D226EF-CD34-9907-6261-58249F153993}"/>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C4605C-D4BC-457C-A820-CB9DC8935472}" type="slidenum">
              <a:rPr kumimoji="1" lang="ja-JP" altLang="en-US" sz="1200" b="0" i="0" u="none" strike="noStrike" kern="1200" cap="none" spc="0" normalizeH="0" baseline="0" noProof="0" smtClean="0">
                <a:ln>
                  <a:noFill/>
                </a:ln>
                <a:solidFill>
                  <a:prstClr val="black"/>
                </a:solidFill>
                <a:effectLst/>
                <a:uLnTx/>
                <a:uFillTx/>
                <a:latin typeface="MyricaM M"/>
                <a:ea typeface="BIZ UDゴシック"/>
                <a:cs typeface="+mn-cs"/>
              </a:rPr>
              <a:pPr marL="0" marR="0" lvl="0" indent="0" algn="r" defTabSz="457200" rtl="0" eaLnBrk="1" fontAlgn="auto" latinLnBrk="0" hangingPunct="1">
                <a:lnSpc>
                  <a:spcPct val="100000"/>
                </a:lnSpc>
                <a:spcBef>
                  <a:spcPts val="0"/>
                </a:spcBef>
                <a:spcAft>
                  <a:spcPts val="0"/>
                </a:spcAft>
                <a:buClrTx/>
                <a:buSzTx/>
                <a:buFontTx/>
                <a:buNone/>
                <a:tabLst/>
                <a:defRPr/>
              </a:pPr>
              <a:t>0</a:t>
            </a:fld>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p:txBody>
      </p:sp>
      <p:graphicFrame>
        <p:nvGraphicFramePr>
          <p:cNvPr id="17" name="表 16">
            <a:extLst>
              <a:ext uri="{FF2B5EF4-FFF2-40B4-BE49-F238E27FC236}">
                <a16:creationId xmlns:a16="http://schemas.microsoft.com/office/drawing/2014/main" id="{DE01C969-FD9C-BD07-E7D3-1588174D5D94}"/>
              </a:ext>
            </a:extLst>
          </p:cNvPr>
          <p:cNvGraphicFramePr>
            <a:graphicFrameLocks noGrp="1"/>
          </p:cNvGraphicFramePr>
          <p:nvPr/>
        </p:nvGraphicFramePr>
        <p:xfrm>
          <a:off x="463550" y="992754"/>
          <a:ext cx="8143556" cy="3721859"/>
        </p:xfrm>
        <a:graphic>
          <a:graphicData uri="http://schemas.openxmlformats.org/drawingml/2006/table">
            <a:tbl>
              <a:tblPr firstRow="1" bandRow="1">
                <a:tableStyleId>{CDAC1B92-06B8-4DD9-B31C-A81573C5778B}</a:tableStyleId>
              </a:tblPr>
              <a:tblGrid>
                <a:gridCol w="1231026">
                  <a:extLst>
                    <a:ext uri="{9D8B030D-6E8A-4147-A177-3AD203B41FA5}">
                      <a16:colId xmlns:a16="http://schemas.microsoft.com/office/drawing/2014/main" val="3251459634"/>
                    </a:ext>
                  </a:extLst>
                </a:gridCol>
                <a:gridCol w="1442907">
                  <a:extLst>
                    <a:ext uri="{9D8B030D-6E8A-4147-A177-3AD203B41FA5}">
                      <a16:colId xmlns:a16="http://schemas.microsoft.com/office/drawing/2014/main" val="2128131194"/>
                    </a:ext>
                  </a:extLst>
                </a:gridCol>
                <a:gridCol w="1459684">
                  <a:extLst>
                    <a:ext uri="{9D8B030D-6E8A-4147-A177-3AD203B41FA5}">
                      <a16:colId xmlns:a16="http://schemas.microsoft.com/office/drawing/2014/main" val="3450983996"/>
                    </a:ext>
                  </a:extLst>
                </a:gridCol>
                <a:gridCol w="3229761">
                  <a:extLst>
                    <a:ext uri="{9D8B030D-6E8A-4147-A177-3AD203B41FA5}">
                      <a16:colId xmlns:a16="http://schemas.microsoft.com/office/drawing/2014/main" val="1822196195"/>
                    </a:ext>
                  </a:extLst>
                </a:gridCol>
                <a:gridCol w="780178">
                  <a:extLst>
                    <a:ext uri="{9D8B030D-6E8A-4147-A177-3AD203B41FA5}">
                      <a16:colId xmlns:a16="http://schemas.microsoft.com/office/drawing/2014/main" val="2042661203"/>
                    </a:ext>
                  </a:extLst>
                </a:gridCol>
              </a:tblGrid>
              <a:tr h="341369">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発行日</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修正者</a:t>
                      </a: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確認者</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改訂箇所</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改訂内容</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rPr>
                        <a:t>PDF</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化</a:t>
                      </a:r>
                      <a:endPar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lumMod val="85000"/>
                      </a:schemeClr>
                    </a:solidFill>
                  </a:tcPr>
                </a:tc>
                <a:extLst>
                  <a:ext uri="{0D108BD9-81ED-4DB2-BD59-A6C34878D82A}">
                    <a16:rowId xmlns:a16="http://schemas.microsoft.com/office/drawing/2014/main" val="3064794747"/>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例：</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2024/1/1</a:t>
                      </a: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山田</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田中</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P4</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 </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MAC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アドレス</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誤：</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a:ln>
                          <a:noFill/>
                        </a:ln>
                        <a:solidFill>
                          <a:prstClr val="black"/>
                        </a:solidFill>
                        <a:effectLst/>
                        <a:uLnTx/>
                        <a:uFillTx/>
                        <a:latin typeface="MyricaM M"/>
                        <a:ea typeface="BIZ UDゴシック"/>
                        <a:cs typeface="+mn-cs"/>
                      </a:endParaRPr>
                    </a:p>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a:ln>
                            <a:noFill/>
                          </a:ln>
                          <a:solidFill>
                            <a:prstClr val="black"/>
                          </a:solidFill>
                          <a:effectLst/>
                          <a:uLnTx/>
                          <a:uFillTx/>
                          <a:latin typeface="MyricaM M"/>
                          <a:ea typeface="BIZ UDゴシック"/>
                          <a:cs typeface="+mn-cs"/>
                        </a:rPr>
                        <a:t>正</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a:t>
                      </a:r>
                      <a:r>
                        <a:rPr kumimoji="1" lang="en-US" altLang="ja-JP" sz="1200" b="0" i="0" u="none" strike="noStrike" kern="1200" cap="none" spc="0" normalizeH="0" baseline="0" noProof="0" dirty="0">
                          <a:ln>
                            <a:noFill/>
                          </a:ln>
                          <a:solidFill>
                            <a:srgbClr val="FF0000"/>
                          </a:solidFill>
                          <a:effectLst/>
                          <a:uLnTx/>
                          <a:uFillTx/>
                          <a:latin typeface="MyricaM M"/>
                          <a:ea typeface="BIZ UDゴシック"/>
                          <a:cs typeface="+mn-cs"/>
                        </a:rPr>
                        <a:t>A</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済</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60224204"/>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22983751"/>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10990003"/>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73708898"/>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888540859"/>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3633470471"/>
                  </a:ext>
                </a:extLst>
              </a:tr>
            </a:tbl>
          </a:graphicData>
        </a:graphic>
      </p:graphicFrame>
    </p:spTree>
    <p:extLst>
      <p:ext uri="{BB962C8B-B14F-4D97-AF65-F5344CB8AC3E}">
        <p14:creationId xmlns:p14="http://schemas.microsoft.com/office/powerpoint/2010/main" val="282482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1"/>
          <p:cNvSpPr txBox="1">
            <a:spLocks noGrp="1"/>
          </p:cNvSpPr>
          <p:nvPr>
            <p:ph type="ctrTitle"/>
          </p:nvPr>
        </p:nvSpPr>
        <p:spPr>
          <a:xfrm>
            <a:off x="546012" y="456607"/>
            <a:ext cx="5041200" cy="3150600"/>
          </a:xfrm>
        </p:spPr>
        <p:txBody>
          <a:bodyPr/>
          <a:lstStyle/>
          <a:p>
            <a:r>
              <a:rPr lang="ja-JP" altLang="ja-JP" dirty="0"/>
              <a:t>プログラムの</a:t>
            </a:r>
            <a:br>
              <a:rPr lang="en-US" altLang="ja-JP" dirty="0"/>
            </a:br>
            <a:r>
              <a:rPr lang="ja-JP" altLang="ja-JP" dirty="0"/>
              <a:t>書き方</a:t>
            </a:r>
            <a:endParaRPr lang="ja-JP" altLang="en-US" dirty="0"/>
          </a:p>
        </p:txBody>
      </p:sp>
      <p:sp>
        <p:nvSpPr>
          <p:cNvPr id="3" name="フッター プレースホルダー 2">
            <a:extLst>
              <a:ext uri="{FF2B5EF4-FFF2-40B4-BE49-F238E27FC236}">
                <a16:creationId xmlns:a16="http://schemas.microsoft.com/office/drawing/2014/main" id="{1AF37D55-893C-40DE-8876-567A09F9C298}"/>
              </a:ext>
            </a:extLst>
          </p:cNvPr>
          <p:cNvSpPr>
            <a:spLocks noGrp="1"/>
          </p:cNvSpPr>
          <p:nvPr>
            <p:ph type="ftr" sz="quarter" idx="11"/>
          </p:nvPr>
        </p:nvSpPr>
        <p:spPr>
          <a:xfrm>
            <a:off x="3028950" y="4866125"/>
            <a:ext cx="3086100" cy="254493"/>
          </a:xfrm>
        </p:spPr>
        <p:txBody>
          <a:bodyPr/>
          <a:lstStyle/>
          <a:p>
            <a:r>
              <a:rPr lang="en-US" altLang="ja-JP" dirty="0"/>
              <a:t>copyright ©ITCollege All Rights Reserved</a:t>
            </a:r>
            <a:endParaRPr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F3941853-6FD3-4122-A071-E1BCBCDF59D4}"/>
              </a:ext>
            </a:extLst>
          </p:cNvPr>
          <p:cNvSpPr>
            <a:spLocks noGrp="1"/>
          </p:cNvSpPr>
          <p:nvPr>
            <p:ph type="body" idx="1"/>
          </p:nvPr>
        </p:nvSpPr>
        <p:spPr/>
        <p:txBody>
          <a:bodyPr/>
          <a:lstStyle/>
          <a:p>
            <a:r>
              <a:rPr kumimoji="1" lang="ja-JP" altLang="en-US" dirty="0"/>
              <a:t>このテキストを終えると・・・</a:t>
            </a:r>
          </a:p>
        </p:txBody>
      </p:sp>
      <p:sp>
        <p:nvSpPr>
          <p:cNvPr id="6" name="タイトル 5">
            <a:extLst>
              <a:ext uri="{FF2B5EF4-FFF2-40B4-BE49-F238E27FC236}">
                <a16:creationId xmlns:a16="http://schemas.microsoft.com/office/drawing/2014/main" id="{296F413B-E489-4470-92CF-59B185034A28}"/>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ゴール</a:t>
            </a:r>
            <a:endParaRPr lang="ja-JP" altLang="en-US" dirty="0"/>
          </a:p>
        </p:txBody>
      </p:sp>
      <p:sp>
        <p:nvSpPr>
          <p:cNvPr id="2" name="フッター プレースホルダー 1">
            <a:extLst>
              <a:ext uri="{FF2B5EF4-FFF2-40B4-BE49-F238E27FC236}">
                <a16:creationId xmlns:a16="http://schemas.microsoft.com/office/drawing/2014/main" id="{40FB9845-3211-4E75-B8F8-E4AD28A089F9}"/>
              </a:ext>
            </a:extLst>
          </p:cNvPr>
          <p:cNvSpPr>
            <a:spLocks noGrp="1"/>
          </p:cNvSpPr>
          <p:nvPr>
            <p:ph type="ftr" sz="quarter" idx="11"/>
          </p:nvPr>
        </p:nvSpPr>
        <p:spPr/>
        <p:txBody>
          <a:bodyPr/>
          <a:lstStyle/>
          <a:p>
            <a:r>
              <a:rPr kumimoji="1" lang="en-US" altLang="ja-JP" dirty="0"/>
              <a:t>copyright ©ITCollege All Rights Reserved</a:t>
            </a:r>
            <a:endParaRPr kumimoji="1" lang="ja-JP" altLang="en-US" sz="1000" dirty="0"/>
          </a:p>
        </p:txBody>
      </p:sp>
      <p:sp>
        <p:nvSpPr>
          <p:cNvPr id="4" name="スライド番号プレースホルダー 3">
            <a:extLst>
              <a:ext uri="{FF2B5EF4-FFF2-40B4-BE49-F238E27FC236}">
                <a16:creationId xmlns:a16="http://schemas.microsoft.com/office/drawing/2014/main" id="{334718C7-3237-4F5B-8C4E-46AD01EC8B16}"/>
              </a:ext>
            </a:extLst>
          </p:cNvPr>
          <p:cNvSpPr>
            <a:spLocks noGrp="1"/>
          </p:cNvSpPr>
          <p:nvPr>
            <p:ph type="sldNum" sz="quarter" idx="12"/>
          </p:nvPr>
        </p:nvSpPr>
        <p:spPr/>
        <p:txBody>
          <a:bodyPr/>
          <a:lstStyle/>
          <a:p>
            <a:fld id="{00000000-1234-1234-1234-123412341234}" type="slidenum">
              <a:rPr lang="en" smtClean="0"/>
              <a:pPr/>
              <a:t>2</a:t>
            </a:fld>
            <a:endParaRPr lang="en" dirty="0"/>
          </a:p>
        </p:txBody>
      </p:sp>
      <p:sp>
        <p:nvSpPr>
          <p:cNvPr id="9" name="テキスト プレースホルダー 8">
            <a:extLst>
              <a:ext uri="{FF2B5EF4-FFF2-40B4-BE49-F238E27FC236}">
                <a16:creationId xmlns:a16="http://schemas.microsoft.com/office/drawing/2014/main" id="{A4832727-EA7F-44D6-A9F2-E4AE0246960A}"/>
              </a:ext>
            </a:extLst>
          </p:cNvPr>
          <p:cNvSpPr>
            <a:spLocks noGrp="1"/>
          </p:cNvSpPr>
          <p:nvPr>
            <p:ph type="body" sz="quarter" idx="14"/>
          </p:nvPr>
        </p:nvSpPr>
        <p:spPr>
          <a:xfrm>
            <a:off x="3012774" y="1629908"/>
            <a:ext cx="5737526" cy="3051421"/>
          </a:xfrm>
        </p:spPr>
        <p:txBody>
          <a:bodyPr vert="horz" lIns="91440" tIns="45720" rIns="91440" bIns="45720" rtlCol="0" anchor="t">
            <a:normAutofit/>
          </a:bodyPr>
          <a:lstStyle/>
          <a:p>
            <a:pPr marL="444500" indent="-342900">
              <a:buFont typeface="+mj-lt"/>
              <a:buAutoNum type="arabicPeriod"/>
            </a:pPr>
            <a:r>
              <a:rPr lang="en-US" altLang="ja-JP" dirty="0"/>
              <a:t>Java</a:t>
            </a:r>
            <a:r>
              <a:rPr lang="ja-JP" altLang="en-US" dirty="0"/>
              <a:t>でシステムを開発するための流れについてを理解すること</a:t>
            </a:r>
          </a:p>
          <a:p>
            <a:pPr marL="444500" indent="-342900">
              <a:buFont typeface="+mj-lt"/>
              <a:buAutoNum type="arabicPeriod"/>
            </a:pPr>
            <a:r>
              <a:rPr lang="ja-JP" altLang="en-US" dirty="0"/>
              <a:t>ソースコードの作成</a:t>
            </a:r>
          </a:p>
          <a:p>
            <a:pPr marL="444500" indent="-342900">
              <a:buFont typeface="+mj-lt"/>
              <a:buAutoNum type="arabicPeriod"/>
            </a:pPr>
            <a:r>
              <a:rPr lang="ja-JP" altLang="en-US" dirty="0"/>
              <a:t>プログラム言語のコンパイル</a:t>
            </a:r>
            <a:endParaRPr lang="en-US" altLang="ja-JP" dirty="0"/>
          </a:p>
          <a:p>
            <a:pPr marL="444500" indent="-342900">
              <a:buFont typeface="+mj-lt"/>
              <a:buAutoNum type="arabicPeriod"/>
            </a:pPr>
            <a:r>
              <a:rPr lang="en-US" altLang="ja-JP" dirty="0"/>
              <a:t>Java</a:t>
            </a:r>
            <a:r>
              <a:rPr lang="ja-JP" altLang="en-US" dirty="0"/>
              <a:t>プログラムの実行</a:t>
            </a:r>
            <a:endParaRPr lang="en-US" altLang="ja-JP" dirty="0"/>
          </a:p>
          <a:p>
            <a:pPr marL="444500" indent="-342900">
              <a:buFont typeface="+mj-lt"/>
              <a:buAutoNum type="arabicPeriod"/>
            </a:pPr>
            <a:endParaRPr kumimoji="1" lang="en-US" altLang="ja-JP" dirty="0"/>
          </a:p>
          <a:p>
            <a:pPr marL="444500" indent="-342900">
              <a:buFont typeface="+mj-lt"/>
              <a:buAutoNum type="arabicPeriod"/>
            </a:pPr>
            <a:endParaRPr kumimoji="1" lang="en-US" altLang="ja-JP" dirty="0"/>
          </a:p>
          <a:p>
            <a:pPr marL="96838" indent="0">
              <a:buNone/>
            </a:pPr>
            <a:r>
              <a:rPr lang="ja-JP" altLang="en-US" dirty="0"/>
              <a:t>ができるようになります。</a:t>
            </a:r>
            <a:endParaRPr lang="en-US" altLang="ja-JP" dirty="0">
              <a:solidFill>
                <a:schemeClr val="tx2"/>
              </a:solidFill>
            </a:endParaRPr>
          </a:p>
          <a:p>
            <a:pPr marL="96838" indent="0">
              <a:buNone/>
            </a:pPr>
            <a:endParaRPr kumimoji="1" lang="ja-JP" altLang="en-US" dirty="0"/>
          </a:p>
          <a:p>
            <a:pPr marL="439738" indent="-342900">
              <a:buFont typeface="+mj-lt"/>
              <a:buAutoNum type="arabicPeriod"/>
            </a:pPr>
            <a:endParaRPr lang="ja-JP" altLang="en-US" dirty="0"/>
          </a:p>
        </p:txBody>
      </p:sp>
    </p:spTree>
    <p:extLst>
      <p:ext uri="{BB962C8B-B14F-4D97-AF65-F5344CB8AC3E}">
        <p14:creationId xmlns:p14="http://schemas.microsoft.com/office/powerpoint/2010/main" val="166884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F991990-0DC6-4730-83E5-36F909A6129F}"/>
              </a:ext>
            </a:extLst>
          </p:cNvPr>
          <p:cNvSpPr>
            <a:spLocks noGrp="1"/>
          </p:cNvSpPr>
          <p:nvPr>
            <p:ph type="body" idx="1"/>
          </p:nvPr>
        </p:nvSpPr>
        <p:spPr/>
        <p:txBody>
          <a:bodyPr/>
          <a:lstStyle/>
          <a:p>
            <a:r>
              <a:rPr kumimoji="1" lang="ja-JP" altLang="en-US" dirty="0"/>
              <a:t>このテキストでは</a:t>
            </a:r>
          </a:p>
          <a:p>
            <a:endParaRPr kumimoji="1" lang="ja-JP" altLang="en-US" dirty="0"/>
          </a:p>
        </p:txBody>
      </p:sp>
      <p:sp>
        <p:nvSpPr>
          <p:cNvPr id="3" name="タイトル 2">
            <a:extLst>
              <a:ext uri="{FF2B5EF4-FFF2-40B4-BE49-F238E27FC236}">
                <a16:creationId xmlns:a16="http://schemas.microsoft.com/office/drawing/2014/main" id="{AA9BFD7B-04B5-49CD-8E91-4AC76C8C681F}"/>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流れ</a:t>
            </a:r>
            <a:endParaRPr kumimoji="1" lang="ja-JP" altLang="en-US" dirty="0"/>
          </a:p>
        </p:txBody>
      </p:sp>
      <p:sp>
        <p:nvSpPr>
          <p:cNvPr id="4" name="フッター プレースホルダー 3">
            <a:extLst>
              <a:ext uri="{FF2B5EF4-FFF2-40B4-BE49-F238E27FC236}">
                <a16:creationId xmlns:a16="http://schemas.microsoft.com/office/drawing/2014/main" id="{CA8524E1-6DFF-4647-8FD1-738AA4991EDC}"/>
              </a:ext>
            </a:extLst>
          </p:cNvPr>
          <p:cNvSpPr>
            <a:spLocks noGrp="1"/>
          </p:cNvSpPr>
          <p:nvPr>
            <p:ph type="ftr" sz="quarter" idx="11"/>
          </p:nvPr>
        </p:nvSpPr>
        <p:spPr/>
        <p:txBody>
          <a:bodyPr/>
          <a:lstStyle/>
          <a:p>
            <a:r>
              <a:rPr kumimoji="1" lang="en-US" altLang="ja-JP" dirty="0"/>
              <a:t>copyright ©ITCollege All Rights Reserved</a:t>
            </a:r>
            <a:endParaRPr kumimoji="1" lang="ja-JP" altLang="en-US" dirty="0"/>
          </a:p>
        </p:txBody>
      </p:sp>
      <p:sp>
        <p:nvSpPr>
          <p:cNvPr id="5" name="スライド番号プレースホルダー 4">
            <a:extLst>
              <a:ext uri="{FF2B5EF4-FFF2-40B4-BE49-F238E27FC236}">
                <a16:creationId xmlns:a16="http://schemas.microsoft.com/office/drawing/2014/main" id="{6FFB24F3-38DB-45A5-BA62-DD27EF2E4AA2}"/>
              </a:ext>
            </a:extLst>
          </p:cNvPr>
          <p:cNvSpPr>
            <a:spLocks noGrp="1"/>
          </p:cNvSpPr>
          <p:nvPr>
            <p:ph type="sldNum" sz="quarter" idx="12"/>
          </p:nvPr>
        </p:nvSpPr>
        <p:spPr/>
        <p:txBody>
          <a:bodyPr/>
          <a:lstStyle/>
          <a:p>
            <a:fld id="{00000000-1234-1234-1234-123412341234}" type="slidenum">
              <a:rPr lang="en" smtClean="0"/>
              <a:pPr/>
              <a:t>3</a:t>
            </a:fld>
            <a:endParaRPr lang="en" dirty="0"/>
          </a:p>
        </p:txBody>
      </p:sp>
      <p:sp>
        <p:nvSpPr>
          <p:cNvPr id="6" name="テキスト プレースホルダー 5">
            <a:extLst>
              <a:ext uri="{FF2B5EF4-FFF2-40B4-BE49-F238E27FC236}">
                <a16:creationId xmlns:a16="http://schemas.microsoft.com/office/drawing/2014/main" id="{D0F3BEAC-A5EA-4EE4-95C7-0AEC1107FD29}"/>
              </a:ext>
            </a:extLst>
          </p:cNvPr>
          <p:cNvSpPr>
            <a:spLocks noGrp="1"/>
          </p:cNvSpPr>
          <p:nvPr>
            <p:ph type="body" sz="quarter" idx="14"/>
          </p:nvPr>
        </p:nvSpPr>
        <p:spPr/>
        <p:txBody>
          <a:bodyPr/>
          <a:lstStyle/>
          <a:p>
            <a:pPr marL="444500" indent="-342900">
              <a:buFont typeface="+mj-lt"/>
              <a:buAutoNum type="arabicPeriod"/>
            </a:pPr>
            <a:r>
              <a:rPr lang="en-US" altLang="ja-JP" dirty="0"/>
              <a:t>Java</a:t>
            </a:r>
            <a:r>
              <a:rPr lang="ja-JP" altLang="en-US" dirty="0"/>
              <a:t>開発の流れ</a:t>
            </a:r>
          </a:p>
          <a:p>
            <a:pPr marL="444500" indent="-342900">
              <a:buFont typeface="+mj-lt"/>
              <a:buAutoNum type="arabicPeriod"/>
            </a:pPr>
            <a:r>
              <a:rPr lang="ja-JP" altLang="en-US" dirty="0"/>
              <a:t>ソースコードの作成</a:t>
            </a:r>
          </a:p>
          <a:p>
            <a:pPr marL="444500" indent="-342900">
              <a:buFont typeface="+mj-lt"/>
              <a:buAutoNum type="arabicPeriod"/>
            </a:pPr>
            <a:r>
              <a:rPr lang="ja-JP" altLang="en-US" dirty="0"/>
              <a:t>コンパイル</a:t>
            </a:r>
          </a:p>
          <a:p>
            <a:pPr marL="444500" indent="-342900">
              <a:buFont typeface="+mj-lt"/>
              <a:buAutoNum type="arabicPeriod"/>
            </a:pPr>
            <a:r>
              <a:rPr lang="en-US" altLang="ja-JP" dirty="0"/>
              <a:t>Java</a:t>
            </a:r>
            <a:r>
              <a:rPr lang="ja-JP" altLang="en-US" dirty="0"/>
              <a:t>プログラムの実行</a:t>
            </a:r>
            <a:endParaRPr lang="en-US" altLang="ja-JP" dirty="0"/>
          </a:p>
          <a:p>
            <a:pPr marL="96838" indent="0">
              <a:buNone/>
            </a:pPr>
            <a:endParaRPr kumimoji="1" lang="en-US" altLang="ja-JP" dirty="0"/>
          </a:p>
          <a:p>
            <a:pPr marL="96838" indent="0">
              <a:buNone/>
            </a:pPr>
            <a:endParaRPr kumimoji="1" lang="en-US" altLang="ja-JP" dirty="0"/>
          </a:p>
          <a:p>
            <a:pPr marL="96838" indent="0">
              <a:buNone/>
            </a:pPr>
            <a:r>
              <a:rPr lang="ja-JP" altLang="en-US" dirty="0"/>
              <a:t>の順に進めていきます。</a:t>
            </a:r>
            <a:endParaRPr kumimoji="1" lang="en-US" altLang="ja-JP" dirty="0">
              <a:solidFill>
                <a:schemeClr val="tx2"/>
              </a:solidFill>
            </a:endParaRP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26712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BFC7A35D-1013-4B1B-8268-48793F136D4C}"/>
              </a:ext>
            </a:extLst>
          </p:cNvPr>
          <p:cNvSpPr>
            <a:spLocks noGrp="1"/>
          </p:cNvSpPr>
          <p:nvPr>
            <p:ph type="ftr" sz="quarter" idx="11"/>
          </p:nvPr>
        </p:nvSpPr>
        <p:spPr/>
        <p:txBody>
          <a:bodyPr/>
          <a:lstStyle/>
          <a:p>
            <a:r>
              <a:rPr kumimoji="1" lang="en-US" altLang="ja-JP"/>
              <a:t>copyright ©ITCollege All Rights Reserved</a:t>
            </a:r>
            <a:endParaRPr kumimoji="1" lang="ja-JP" altLang="en-US" sz="1000"/>
          </a:p>
        </p:txBody>
      </p:sp>
      <p:sp>
        <p:nvSpPr>
          <p:cNvPr id="6" name="タイトル 5">
            <a:extLst>
              <a:ext uri="{FF2B5EF4-FFF2-40B4-BE49-F238E27FC236}">
                <a16:creationId xmlns:a16="http://schemas.microsoft.com/office/drawing/2014/main" id="{0F81E6C4-7841-4153-9948-3830F64F1715}"/>
              </a:ext>
            </a:extLst>
          </p:cNvPr>
          <p:cNvSpPr>
            <a:spLocks noGrp="1"/>
          </p:cNvSpPr>
          <p:nvPr>
            <p:ph type="ctrTitle"/>
          </p:nvPr>
        </p:nvSpPr>
        <p:spPr/>
        <p:txBody>
          <a:bodyPr/>
          <a:lstStyle/>
          <a:p>
            <a:r>
              <a:rPr kumimoji="1" lang="en-US" altLang="ja-JP" dirty="0"/>
              <a:t>Java</a:t>
            </a:r>
            <a:r>
              <a:rPr kumimoji="1" lang="ja-JP" altLang="en-US" dirty="0"/>
              <a:t>開発の流れ</a:t>
            </a:r>
            <a:endParaRPr lang="ja-JP" altLang="en-US" dirty="0"/>
          </a:p>
        </p:txBody>
      </p:sp>
      <p:sp>
        <p:nvSpPr>
          <p:cNvPr id="3" name="スライド番号プレースホルダー 2">
            <a:extLst>
              <a:ext uri="{FF2B5EF4-FFF2-40B4-BE49-F238E27FC236}">
                <a16:creationId xmlns:a16="http://schemas.microsoft.com/office/drawing/2014/main" id="{F54F27B3-DDBF-476A-AD49-46F9A05EE6D4}"/>
              </a:ext>
            </a:extLst>
          </p:cNvPr>
          <p:cNvSpPr>
            <a:spLocks noGrp="1"/>
          </p:cNvSpPr>
          <p:nvPr>
            <p:ph type="sldNum" sz="quarter" idx="4"/>
          </p:nvPr>
        </p:nvSpPr>
        <p:spPr/>
        <p:txBody>
          <a:bodyPr/>
          <a:lstStyle/>
          <a:p>
            <a:fld id="{6EC4605C-D4BC-457C-A820-CB9DC8935472}" type="slidenum">
              <a:rPr kumimoji="1" lang="ja-JP" altLang="en-US" smtClean="0"/>
              <a:pPr/>
              <a:t>4</a:t>
            </a:fld>
            <a:endParaRPr kumimoji="1" lang="ja-JP" altLang="en-US" sz="1200"/>
          </a:p>
        </p:txBody>
      </p:sp>
      <p:sp>
        <p:nvSpPr>
          <p:cNvPr id="8" name="テキスト プレースホルダー 7">
            <a:extLst>
              <a:ext uri="{FF2B5EF4-FFF2-40B4-BE49-F238E27FC236}">
                <a16:creationId xmlns:a16="http://schemas.microsoft.com/office/drawing/2014/main" id="{DC47DB6E-DE5F-461B-8DA6-D7E7BFB3D9CA}"/>
              </a:ext>
            </a:extLst>
          </p:cNvPr>
          <p:cNvSpPr>
            <a:spLocks noGrp="1"/>
          </p:cNvSpPr>
          <p:nvPr>
            <p:ph type="body" sz="quarter" idx="15"/>
          </p:nvPr>
        </p:nvSpPr>
        <p:spPr>
          <a:xfrm>
            <a:off x="463549" y="1023815"/>
            <a:ext cx="7177471" cy="1118544"/>
          </a:xfrm>
        </p:spPr>
        <p:txBody>
          <a:bodyPr/>
          <a:lstStyle/>
          <a:p>
            <a:pPr marL="387350" indent="-285750">
              <a:buFont typeface="Arial" panose="020B0604020202020204" pitchFamily="34" charset="0"/>
              <a:buChar char="•"/>
            </a:pPr>
            <a:r>
              <a:rPr lang="en-US" altLang="ja-JP" sz="1200" b="1" dirty="0"/>
              <a:t>Java</a:t>
            </a:r>
            <a:r>
              <a:rPr lang="ja-JP" altLang="en-US" sz="1200" b="1" dirty="0"/>
              <a:t>の開発の流れは以下の</a:t>
            </a:r>
            <a:r>
              <a:rPr lang="en-US" altLang="ja-JP" sz="1200" dirty="0"/>
              <a:t>3</a:t>
            </a:r>
            <a:r>
              <a:rPr lang="ja-JP" altLang="en-US" sz="1200" dirty="0"/>
              <a:t>ステップ</a:t>
            </a:r>
            <a:br>
              <a:rPr lang="en-US" altLang="ja-JP" sz="1200" dirty="0"/>
            </a:br>
            <a:r>
              <a:rPr lang="en-US" altLang="ja-JP" sz="1200" dirty="0"/>
              <a:t>1.</a:t>
            </a:r>
            <a:r>
              <a:rPr lang="ja-JP" altLang="en-US" sz="1200" dirty="0"/>
              <a:t>ソースコードの作成</a:t>
            </a:r>
            <a:br>
              <a:rPr lang="ja-JP" altLang="en-US" sz="1200" dirty="0"/>
            </a:br>
            <a:r>
              <a:rPr lang="en-US" altLang="ja-JP" sz="1200" dirty="0"/>
              <a:t>2.</a:t>
            </a:r>
            <a:r>
              <a:rPr lang="ja-JP" altLang="en-US" sz="1200" dirty="0"/>
              <a:t>コンパイル</a:t>
            </a:r>
            <a:br>
              <a:rPr lang="ja-JP" altLang="en-US" sz="1200" dirty="0"/>
            </a:br>
            <a:r>
              <a:rPr lang="en-US" altLang="ja-JP" sz="1200" dirty="0"/>
              <a:t>3.</a:t>
            </a:r>
            <a:r>
              <a:rPr lang="ja-JP" altLang="en-US" sz="1200" dirty="0"/>
              <a:t>実行</a:t>
            </a:r>
            <a:endParaRPr lang="en-US" altLang="ja-JP" sz="1200" b="1" dirty="0"/>
          </a:p>
        </p:txBody>
      </p:sp>
      <p:sp>
        <p:nvSpPr>
          <p:cNvPr id="9" name="テキスト プレースホルダー 8">
            <a:extLst>
              <a:ext uri="{FF2B5EF4-FFF2-40B4-BE49-F238E27FC236}">
                <a16:creationId xmlns:a16="http://schemas.microsoft.com/office/drawing/2014/main" id="{3B4B4B26-E1BE-4F2F-85DB-B4EB50CCB2D1}"/>
              </a:ext>
            </a:extLst>
          </p:cNvPr>
          <p:cNvSpPr>
            <a:spLocks noGrp="1"/>
          </p:cNvSpPr>
          <p:nvPr>
            <p:ph type="body" sz="quarter" idx="16"/>
          </p:nvPr>
        </p:nvSpPr>
        <p:spPr/>
        <p:txBody>
          <a:bodyPr/>
          <a:lstStyle/>
          <a:p>
            <a:endParaRPr lang="ja-JP" altLang="en-US"/>
          </a:p>
        </p:txBody>
      </p:sp>
      <p:sp>
        <p:nvSpPr>
          <p:cNvPr id="10" name="四角形: 角を丸くする 9">
            <a:extLst>
              <a:ext uri="{FF2B5EF4-FFF2-40B4-BE49-F238E27FC236}">
                <a16:creationId xmlns:a16="http://schemas.microsoft.com/office/drawing/2014/main" id="{406C004A-CC5D-4F97-859E-30E5EECF679D}"/>
              </a:ext>
            </a:extLst>
          </p:cNvPr>
          <p:cNvSpPr/>
          <p:nvPr/>
        </p:nvSpPr>
        <p:spPr>
          <a:xfrm>
            <a:off x="680936" y="2571750"/>
            <a:ext cx="2052536" cy="2000250"/>
          </a:xfrm>
          <a:prstGeom prst="roundRect">
            <a:avLst/>
          </a:prstGeom>
          <a:solidFill>
            <a:schemeClr val="accent6">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400" b="1" dirty="0">
                <a:solidFill>
                  <a:srgbClr val="C00000"/>
                </a:solidFill>
              </a:rPr>
              <a:t>ソースコードの作成</a:t>
            </a:r>
          </a:p>
          <a:p>
            <a:endParaRPr kumimoji="1" lang="en-US" altLang="ja-JP" sz="1400" dirty="0">
              <a:solidFill>
                <a:schemeClr val="tx1"/>
              </a:solidFill>
            </a:endParaRPr>
          </a:p>
          <a:p>
            <a:r>
              <a:rPr kumimoji="1" lang="ja-JP" altLang="en-US" sz="1400" dirty="0">
                <a:solidFill>
                  <a:schemeClr val="tx1"/>
                </a:solidFill>
              </a:rPr>
              <a:t>まずは人間が見て読みやすいプログラムを作成します。</a:t>
            </a:r>
            <a:endParaRPr kumimoji="1" lang="en-US" altLang="ja-JP" sz="1400" dirty="0">
              <a:solidFill>
                <a:schemeClr val="tx1"/>
              </a:solidFill>
            </a:endParaRPr>
          </a:p>
          <a:p>
            <a:r>
              <a:rPr kumimoji="1" lang="ja-JP" altLang="en-US" sz="1400" dirty="0">
                <a:solidFill>
                  <a:schemeClr val="tx1"/>
                </a:solidFill>
              </a:rPr>
              <a:t>これを</a:t>
            </a:r>
            <a:r>
              <a:rPr kumimoji="1" lang="ja-JP" altLang="en-US" sz="1400" b="1" dirty="0">
                <a:solidFill>
                  <a:srgbClr val="C00000"/>
                </a:solidFill>
              </a:rPr>
              <a:t>ソースコード</a:t>
            </a:r>
            <a:br>
              <a:rPr kumimoji="1" lang="ja-JP" altLang="en-US" sz="1400" dirty="0">
                <a:solidFill>
                  <a:schemeClr val="tx1"/>
                </a:solidFill>
              </a:rPr>
            </a:br>
            <a:r>
              <a:rPr kumimoji="1" lang="en-US" altLang="ja-JP" sz="1400" dirty="0">
                <a:solidFill>
                  <a:schemeClr val="tx1"/>
                </a:solidFill>
              </a:rPr>
              <a:t>(</a:t>
            </a:r>
            <a:r>
              <a:rPr kumimoji="1" lang="ja-JP" altLang="en-US" sz="1400" b="1" dirty="0">
                <a:solidFill>
                  <a:srgbClr val="C00000"/>
                </a:solidFill>
              </a:rPr>
              <a:t>ソース</a:t>
            </a:r>
            <a:r>
              <a:rPr kumimoji="1" lang="en-US" altLang="ja-JP" sz="1400" dirty="0">
                <a:solidFill>
                  <a:schemeClr val="tx1"/>
                </a:solidFill>
              </a:rPr>
              <a:t>)</a:t>
            </a:r>
            <a:r>
              <a:rPr kumimoji="1" lang="ja-JP" altLang="en-US" sz="1400" dirty="0">
                <a:solidFill>
                  <a:schemeClr val="tx1"/>
                </a:solidFill>
              </a:rPr>
              <a:t>と言います。</a:t>
            </a:r>
          </a:p>
          <a:p>
            <a:endParaRPr kumimoji="1" lang="ja-JP" altLang="en-US" sz="1400" dirty="0">
              <a:solidFill>
                <a:schemeClr val="tx1"/>
              </a:solidFill>
            </a:endParaRPr>
          </a:p>
        </p:txBody>
      </p:sp>
      <p:sp>
        <p:nvSpPr>
          <p:cNvPr id="11" name="四角形: 角を丸くする 10">
            <a:extLst>
              <a:ext uri="{FF2B5EF4-FFF2-40B4-BE49-F238E27FC236}">
                <a16:creationId xmlns:a16="http://schemas.microsoft.com/office/drawing/2014/main" id="{4611FC80-30ED-4EEA-B45E-08C852407BF8}"/>
              </a:ext>
            </a:extLst>
          </p:cNvPr>
          <p:cNvSpPr/>
          <p:nvPr/>
        </p:nvSpPr>
        <p:spPr>
          <a:xfrm>
            <a:off x="3545732" y="2571750"/>
            <a:ext cx="2052536" cy="2000250"/>
          </a:xfrm>
          <a:prstGeom prst="roundRect">
            <a:avLst/>
          </a:prstGeom>
          <a:solidFill>
            <a:schemeClr val="accent6">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400" b="1" dirty="0">
                <a:solidFill>
                  <a:srgbClr val="C00000"/>
                </a:solidFill>
              </a:rPr>
              <a:t>コンパイル</a:t>
            </a:r>
          </a:p>
          <a:p>
            <a:endParaRPr kumimoji="1" lang="en-US" altLang="ja-JP" sz="1400" dirty="0">
              <a:solidFill>
                <a:schemeClr val="tx1"/>
              </a:solidFill>
            </a:endParaRPr>
          </a:p>
          <a:p>
            <a:r>
              <a:rPr kumimoji="1" lang="ja-JP" altLang="en-US" sz="1400" dirty="0">
                <a:solidFill>
                  <a:schemeClr val="tx1"/>
                </a:solidFill>
              </a:rPr>
              <a:t>ソースコードはコンピュータには理解できないのでコンピュータに理解できる命令</a:t>
            </a:r>
            <a:r>
              <a:rPr kumimoji="1" lang="en-US" altLang="ja-JP" sz="1400" dirty="0">
                <a:solidFill>
                  <a:schemeClr val="tx1"/>
                </a:solidFill>
              </a:rPr>
              <a:t>(</a:t>
            </a:r>
            <a:r>
              <a:rPr kumimoji="1" lang="ja-JP" altLang="en-US" sz="1400" b="1" dirty="0">
                <a:solidFill>
                  <a:srgbClr val="C00000"/>
                </a:solidFill>
              </a:rPr>
              <a:t>バイトコード</a:t>
            </a:r>
            <a:r>
              <a:rPr kumimoji="1" lang="en-US" altLang="ja-JP" sz="1400" dirty="0">
                <a:solidFill>
                  <a:schemeClr val="tx1"/>
                </a:solidFill>
              </a:rPr>
              <a:t>)</a:t>
            </a:r>
            <a:r>
              <a:rPr kumimoji="1" lang="ja-JP" altLang="en-US" sz="1400" dirty="0">
                <a:solidFill>
                  <a:schemeClr val="tx1"/>
                </a:solidFill>
              </a:rPr>
              <a:t>に変換します。</a:t>
            </a:r>
          </a:p>
          <a:p>
            <a:endParaRPr kumimoji="1" lang="ja-JP" altLang="en-US" sz="1400" dirty="0">
              <a:solidFill>
                <a:schemeClr val="tx1"/>
              </a:solidFill>
            </a:endParaRPr>
          </a:p>
        </p:txBody>
      </p:sp>
      <p:sp>
        <p:nvSpPr>
          <p:cNvPr id="12" name="四角形: 角を丸くする 11">
            <a:extLst>
              <a:ext uri="{FF2B5EF4-FFF2-40B4-BE49-F238E27FC236}">
                <a16:creationId xmlns:a16="http://schemas.microsoft.com/office/drawing/2014/main" id="{650C85D8-D122-4B51-897F-F27A2A5B71FC}"/>
              </a:ext>
            </a:extLst>
          </p:cNvPr>
          <p:cNvSpPr/>
          <p:nvPr/>
        </p:nvSpPr>
        <p:spPr>
          <a:xfrm>
            <a:off x="6410528" y="2571750"/>
            <a:ext cx="2052536" cy="2000250"/>
          </a:xfrm>
          <a:prstGeom prst="roundRect">
            <a:avLst/>
          </a:prstGeom>
          <a:solidFill>
            <a:schemeClr val="accent6">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400" b="1" dirty="0">
                <a:solidFill>
                  <a:srgbClr val="C00000"/>
                </a:solidFill>
              </a:rPr>
              <a:t>実行</a:t>
            </a:r>
          </a:p>
          <a:p>
            <a:endParaRPr kumimoji="1" lang="en-US" altLang="ja-JP" sz="1400" dirty="0">
              <a:solidFill>
                <a:schemeClr val="tx1"/>
              </a:solidFill>
            </a:endParaRPr>
          </a:p>
          <a:p>
            <a:r>
              <a:rPr kumimoji="1" lang="ja-JP" altLang="en-US" sz="1400" dirty="0">
                <a:solidFill>
                  <a:schemeClr val="tx1"/>
                </a:solidFill>
              </a:rPr>
              <a:t>バイトコードが</a:t>
            </a:r>
            <a:br>
              <a:rPr kumimoji="1" lang="ja-JP" altLang="en-US" sz="1400" dirty="0">
                <a:solidFill>
                  <a:schemeClr val="tx1"/>
                </a:solidFill>
              </a:rPr>
            </a:br>
            <a:r>
              <a:rPr kumimoji="1" lang="ja-JP" altLang="en-US" sz="1400" dirty="0">
                <a:solidFill>
                  <a:schemeClr val="tx1"/>
                </a:solidFill>
              </a:rPr>
              <a:t>できても「それを実行しなさい」という命令を出さないとプログラムは動きません。</a:t>
            </a:r>
          </a:p>
        </p:txBody>
      </p:sp>
      <p:sp>
        <p:nvSpPr>
          <p:cNvPr id="13" name="矢印: 右 12">
            <a:extLst>
              <a:ext uri="{FF2B5EF4-FFF2-40B4-BE49-F238E27FC236}">
                <a16:creationId xmlns:a16="http://schemas.microsoft.com/office/drawing/2014/main" id="{D9EE3985-3EAC-49D8-83B0-005FA1B9AEBE}"/>
              </a:ext>
            </a:extLst>
          </p:cNvPr>
          <p:cNvSpPr/>
          <p:nvPr/>
        </p:nvSpPr>
        <p:spPr>
          <a:xfrm>
            <a:off x="2898843" y="3278221"/>
            <a:ext cx="544748" cy="437745"/>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4" name="矢印: 右 13">
            <a:extLst>
              <a:ext uri="{FF2B5EF4-FFF2-40B4-BE49-F238E27FC236}">
                <a16:creationId xmlns:a16="http://schemas.microsoft.com/office/drawing/2014/main" id="{2DF9FC2E-9F35-4B18-BEE1-D47292518C61}"/>
              </a:ext>
            </a:extLst>
          </p:cNvPr>
          <p:cNvSpPr/>
          <p:nvPr/>
        </p:nvSpPr>
        <p:spPr>
          <a:xfrm>
            <a:off x="5700409" y="3278221"/>
            <a:ext cx="544748" cy="437745"/>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Tree>
    <p:extLst>
      <p:ext uri="{BB962C8B-B14F-4D97-AF65-F5344CB8AC3E}">
        <p14:creationId xmlns:p14="http://schemas.microsoft.com/office/powerpoint/2010/main" val="1008457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6DC238B-EE56-4E60-9254-5D7461C2FECA}"/>
              </a:ext>
            </a:extLst>
          </p:cNvPr>
          <p:cNvSpPr>
            <a:spLocks noGrp="1"/>
          </p:cNvSpPr>
          <p:nvPr>
            <p:ph type="ftr" sz="quarter" idx="11"/>
          </p:nvPr>
        </p:nvSpPr>
        <p:spPr>
          <a:xfrm>
            <a:off x="3028950" y="4866125"/>
            <a:ext cx="3086100" cy="254493"/>
          </a:xfrm>
        </p:spPr>
        <p:txBody>
          <a:bodyPr/>
          <a:lstStyle/>
          <a:p>
            <a:r>
              <a:rPr lang="en-US" altLang="ja-JP"/>
              <a:t>copyright ©ITCollege All Rights Reserved</a:t>
            </a:r>
            <a:endParaRPr lang="ja-JP" altLang="en-US" dirty="0"/>
          </a:p>
        </p:txBody>
      </p:sp>
      <p:sp>
        <p:nvSpPr>
          <p:cNvPr id="7" name="タイトル 6">
            <a:extLst>
              <a:ext uri="{FF2B5EF4-FFF2-40B4-BE49-F238E27FC236}">
                <a16:creationId xmlns:a16="http://schemas.microsoft.com/office/drawing/2014/main" id="{58177CF6-E256-4D88-B489-5F2EFF09AC4C}"/>
              </a:ext>
            </a:extLst>
          </p:cNvPr>
          <p:cNvSpPr>
            <a:spLocks noGrp="1"/>
          </p:cNvSpPr>
          <p:nvPr>
            <p:ph type="ctrTitle"/>
          </p:nvPr>
        </p:nvSpPr>
        <p:spPr>
          <a:xfrm>
            <a:off x="463550" y="119734"/>
            <a:ext cx="8216900" cy="541192"/>
          </a:xfrm>
        </p:spPr>
        <p:txBody>
          <a:bodyPr/>
          <a:lstStyle/>
          <a:p>
            <a:r>
              <a:rPr lang="en-US" altLang="ja-JP" dirty="0"/>
              <a:t>Java</a:t>
            </a:r>
            <a:r>
              <a:rPr lang="ja-JP" altLang="en-US" dirty="0"/>
              <a:t>開発の流れ</a:t>
            </a:r>
          </a:p>
        </p:txBody>
      </p:sp>
      <p:sp>
        <p:nvSpPr>
          <p:cNvPr id="5" name="スライド番号プレースホルダー 4">
            <a:extLst>
              <a:ext uri="{FF2B5EF4-FFF2-40B4-BE49-F238E27FC236}">
                <a16:creationId xmlns:a16="http://schemas.microsoft.com/office/drawing/2014/main" id="{CAF52E47-E0BD-4CE1-8C78-272007650A0D}"/>
              </a:ext>
            </a:extLst>
          </p:cNvPr>
          <p:cNvSpPr>
            <a:spLocks noGrp="1"/>
          </p:cNvSpPr>
          <p:nvPr>
            <p:ph type="sldNum" sz="quarter" idx="4"/>
          </p:nvPr>
        </p:nvSpPr>
        <p:spPr>
          <a:xfrm>
            <a:off x="218226" y="4862076"/>
            <a:ext cx="630348" cy="254494"/>
          </a:xfrm>
        </p:spPr>
        <p:txBody>
          <a:bodyPr/>
          <a:lstStyle/>
          <a:p>
            <a:fld id="{00000000-1234-1234-1234-123412341234}" type="slidenum">
              <a:rPr lang="en" smtClean="0"/>
              <a:pPr/>
              <a:t>5</a:t>
            </a:fld>
            <a:endParaRPr lang="en" dirty="0"/>
          </a:p>
        </p:txBody>
      </p:sp>
      <p:sp>
        <p:nvSpPr>
          <p:cNvPr id="8" name="テキスト プレースホルダー 7">
            <a:extLst>
              <a:ext uri="{FF2B5EF4-FFF2-40B4-BE49-F238E27FC236}">
                <a16:creationId xmlns:a16="http://schemas.microsoft.com/office/drawing/2014/main" id="{C57C43D1-E1C5-418D-A114-931FDA96CE3D}"/>
              </a:ext>
            </a:extLst>
          </p:cNvPr>
          <p:cNvSpPr>
            <a:spLocks noGrp="1"/>
          </p:cNvSpPr>
          <p:nvPr>
            <p:ph type="body" sz="quarter" idx="14"/>
          </p:nvPr>
        </p:nvSpPr>
        <p:spPr>
          <a:xfrm>
            <a:off x="463550" y="858839"/>
            <a:ext cx="8216900" cy="444667"/>
          </a:xfrm>
        </p:spPr>
        <p:txBody>
          <a:bodyPr/>
          <a:lstStyle/>
          <a:p>
            <a:pPr marL="96838" indent="0">
              <a:buNone/>
            </a:pPr>
            <a:r>
              <a:rPr lang="ja-JP" altLang="en-US" dirty="0"/>
              <a:t>ソースコード作成にはテキストエディタ、コンパイルにはコンパイラ、</a:t>
            </a:r>
            <a:br>
              <a:rPr lang="ja-JP" altLang="en-US" dirty="0"/>
            </a:br>
            <a:r>
              <a:rPr lang="ja-JP" altLang="en-US" dirty="0"/>
              <a:t>実行には</a:t>
            </a:r>
            <a:r>
              <a:rPr lang="en-US" altLang="ja-JP" dirty="0"/>
              <a:t>JVM</a:t>
            </a:r>
            <a:r>
              <a:rPr lang="ja-JP" altLang="en-US" dirty="0"/>
              <a:t>というソフトウェアが必要です。</a:t>
            </a:r>
          </a:p>
        </p:txBody>
      </p:sp>
      <p:pic>
        <p:nvPicPr>
          <p:cNvPr id="11" name="図 10">
            <a:extLst>
              <a:ext uri="{FF2B5EF4-FFF2-40B4-BE49-F238E27FC236}">
                <a16:creationId xmlns:a16="http://schemas.microsoft.com/office/drawing/2014/main" id="{5E2E7114-4005-4493-AFC7-F88AE0211223}"/>
              </a:ext>
            </a:extLst>
          </p:cNvPr>
          <p:cNvPicPr>
            <a:picLocks noChangeAspect="1"/>
          </p:cNvPicPr>
          <p:nvPr/>
        </p:nvPicPr>
        <p:blipFill>
          <a:blip r:embed="rId2"/>
          <a:stretch>
            <a:fillRect/>
          </a:stretch>
        </p:blipFill>
        <p:spPr>
          <a:xfrm>
            <a:off x="533400" y="1388248"/>
            <a:ext cx="759980" cy="785509"/>
          </a:xfrm>
          <a:prstGeom prst="rect">
            <a:avLst/>
          </a:prstGeom>
        </p:spPr>
      </p:pic>
      <p:sp>
        <p:nvSpPr>
          <p:cNvPr id="25" name="矢印: 右 24">
            <a:extLst>
              <a:ext uri="{FF2B5EF4-FFF2-40B4-BE49-F238E27FC236}">
                <a16:creationId xmlns:a16="http://schemas.microsoft.com/office/drawing/2014/main" id="{E8D180A5-ACA5-4ACD-A090-72902AC96198}"/>
              </a:ext>
            </a:extLst>
          </p:cNvPr>
          <p:cNvSpPr/>
          <p:nvPr/>
        </p:nvSpPr>
        <p:spPr>
          <a:xfrm>
            <a:off x="1361872" y="1562129"/>
            <a:ext cx="1274323" cy="437745"/>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ソース作成</a:t>
            </a:r>
          </a:p>
        </p:txBody>
      </p:sp>
      <p:sp>
        <p:nvSpPr>
          <p:cNvPr id="27" name="四角形: 角を丸くする 26">
            <a:extLst>
              <a:ext uri="{FF2B5EF4-FFF2-40B4-BE49-F238E27FC236}">
                <a16:creationId xmlns:a16="http://schemas.microsoft.com/office/drawing/2014/main" id="{E8C3D8D1-9F9B-4D65-8875-F01ACE23F412}"/>
              </a:ext>
            </a:extLst>
          </p:cNvPr>
          <p:cNvSpPr/>
          <p:nvPr/>
        </p:nvSpPr>
        <p:spPr>
          <a:xfrm>
            <a:off x="2704687" y="1501107"/>
            <a:ext cx="1711670" cy="559788"/>
          </a:xfrm>
          <a:prstGeom prst="roundRect">
            <a:avLst/>
          </a:prstGeom>
          <a:solidFill>
            <a:schemeClr val="accent6">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kumimoji="1" lang="ja-JP" altLang="en-US" sz="1400" b="1" dirty="0">
                <a:solidFill>
                  <a:srgbClr val="C00000"/>
                </a:solidFill>
              </a:rPr>
              <a:t>テキストエディタ</a:t>
            </a:r>
            <a:endParaRPr kumimoji="1" lang="en-US" altLang="ja-JP" sz="1400" dirty="0">
              <a:solidFill>
                <a:schemeClr val="tx1"/>
              </a:solidFill>
            </a:endParaRPr>
          </a:p>
        </p:txBody>
      </p:sp>
      <p:sp>
        <p:nvSpPr>
          <p:cNvPr id="28" name="Google Shape;102;p15">
            <a:extLst>
              <a:ext uri="{FF2B5EF4-FFF2-40B4-BE49-F238E27FC236}">
                <a16:creationId xmlns:a16="http://schemas.microsoft.com/office/drawing/2014/main" id="{EBBDC89A-5EA2-4C3F-A82B-69DAFA80A57F}"/>
              </a:ext>
            </a:extLst>
          </p:cNvPr>
          <p:cNvSpPr/>
          <p:nvPr/>
        </p:nvSpPr>
        <p:spPr>
          <a:xfrm>
            <a:off x="5410477" y="1303506"/>
            <a:ext cx="3361568" cy="1016015"/>
          </a:xfrm>
          <a:prstGeom prst="roundRect">
            <a:avLst>
              <a:gd name="adj" fmla="val 16667"/>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1600" b="0" i="0" u="none" strike="noStrike" cap="none" dirty="0">
                <a:solidFill>
                  <a:schemeClr val="dk1"/>
                </a:solidFill>
                <a:cs typeface="MS Gothic"/>
                <a:sym typeface="MS Gothic"/>
              </a:rPr>
              <a:t>println("Javaの世界へ～");</a:t>
            </a:r>
            <a:endParaRPr dirty="0"/>
          </a:p>
          <a:p>
            <a:pPr marL="0" marR="0" lvl="0" indent="0" algn="l" rtl="0">
              <a:spcBef>
                <a:spcPts val="0"/>
              </a:spcBef>
              <a:spcAft>
                <a:spcPts val="0"/>
              </a:spcAft>
              <a:buNone/>
            </a:pPr>
            <a:r>
              <a:rPr lang="ja-JP" sz="1600" dirty="0">
                <a:solidFill>
                  <a:schemeClr val="dk1"/>
                </a:solidFill>
                <a:cs typeface="MS Gothic"/>
                <a:sym typeface="MS Gothic"/>
              </a:rPr>
              <a:t>print("4+5×6～");</a:t>
            </a:r>
            <a:endParaRPr sz="1600" dirty="0">
              <a:solidFill>
                <a:schemeClr val="dk1"/>
              </a:solidFill>
              <a:cs typeface="MS Gothic"/>
              <a:sym typeface="MS Gothic"/>
            </a:endParaRPr>
          </a:p>
          <a:p>
            <a:pPr marL="0" marR="0" lvl="0" indent="0" algn="l" rtl="0">
              <a:spcBef>
                <a:spcPts val="0"/>
              </a:spcBef>
              <a:spcAft>
                <a:spcPts val="0"/>
              </a:spcAft>
              <a:buNone/>
            </a:pPr>
            <a:r>
              <a:rPr lang="ja-JP" sz="1600" dirty="0">
                <a:solidFill>
                  <a:schemeClr val="dk1"/>
                </a:solidFill>
                <a:cs typeface="MS Gothic"/>
                <a:sym typeface="MS Gothic"/>
              </a:rPr>
              <a:t>println(4+5*6～);</a:t>
            </a:r>
            <a:endParaRPr sz="1600" dirty="0">
              <a:solidFill>
                <a:schemeClr val="dk1"/>
              </a:solidFill>
              <a:cs typeface="MS Gothic"/>
              <a:sym typeface="MS Gothic"/>
            </a:endParaRPr>
          </a:p>
        </p:txBody>
      </p:sp>
      <p:sp>
        <p:nvSpPr>
          <p:cNvPr id="29" name="テキスト プレースホルダー 7">
            <a:extLst>
              <a:ext uri="{FF2B5EF4-FFF2-40B4-BE49-F238E27FC236}">
                <a16:creationId xmlns:a16="http://schemas.microsoft.com/office/drawing/2014/main" id="{33242A8C-25AA-44C5-BCC9-850EF97BA528}"/>
              </a:ext>
            </a:extLst>
          </p:cNvPr>
          <p:cNvSpPr txBox="1">
            <a:spLocks/>
          </p:cNvSpPr>
          <p:nvPr/>
        </p:nvSpPr>
        <p:spPr>
          <a:xfrm>
            <a:off x="5410477" y="1081417"/>
            <a:ext cx="1403810" cy="3222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lgn="ctr">
              <a:buFont typeface="Arial" panose="020B0604020202020204" pitchFamily="34" charset="0"/>
              <a:buNone/>
            </a:pPr>
            <a:r>
              <a:rPr lang="ja-JP" altLang="ja-JP" b="1" dirty="0"/>
              <a:t>ソースコード</a:t>
            </a:r>
            <a:endParaRPr lang="ja-JP" altLang="en-US" b="1" dirty="0"/>
          </a:p>
        </p:txBody>
      </p:sp>
      <p:sp>
        <p:nvSpPr>
          <p:cNvPr id="31" name="矢印: 右 30">
            <a:extLst>
              <a:ext uri="{FF2B5EF4-FFF2-40B4-BE49-F238E27FC236}">
                <a16:creationId xmlns:a16="http://schemas.microsoft.com/office/drawing/2014/main" id="{595E1EA8-E051-4E84-9DCE-341C15BB0C62}"/>
              </a:ext>
            </a:extLst>
          </p:cNvPr>
          <p:cNvSpPr/>
          <p:nvPr/>
        </p:nvSpPr>
        <p:spPr>
          <a:xfrm>
            <a:off x="4484849" y="1562129"/>
            <a:ext cx="826453" cy="437745"/>
          </a:xfrm>
          <a:prstGeom prst="righ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保存</a:t>
            </a:r>
          </a:p>
        </p:txBody>
      </p:sp>
      <p:pic>
        <p:nvPicPr>
          <p:cNvPr id="32" name="図 31">
            <a:extLst>
              <a:ext uri="{FF2B5EF4-FFF2-40B4-BE49-F238E27FC236}">
                <a16:creationId xmlns:a16="http://schemas.microsoft.com/office/drawing/2014/main" id="{CCEF8E8F-6E93-4DBA-9C16-ECAF51504169}"/>
              </a:ext>
            </a:extLst>
          </p:cNvPr>
          <p:cNvPicPr>
            <a:picLocks noChangeAspect="1"/>
          </p:cNvPicPr>
          <p:nvPr/>
        </p:nvPicPr>
        <p:blipFill>
          <a:blip r:embed="rId2"/>
          <a:stretch>
            <a:fillRect/>
          </a:stretch>
        </p:blipFill>
        <p:spPr>
          <a:xfrm>
            <a:off x="533400" y="2319521"/>
            <a:ext cx="759980" cy="785509"/>
          </a:xfrm>
          <a:prstGeom prst="rect">
            <a:avLst/>
          </a:prstGeom>
        </p:spPr>
      </p:pic>
      <p:sp>
        <p:nvSpPr>
          <p:cNvPr id="33" name="矢印: 右 32">
            <a:extLst>
              <a:ext uri="{FF2B5EF4-FFF2-40B4-BE49-F238E27FC236}">
                <a16:creationId xmlns:a16="http://schemas.microsoft.com/office/drawing/2014/main" id="{0B761E6A-0AEA-4238-8615-70A0D04D4C4D}"/>
              </a:ext>
            </a:extLst>
          </p:cNvPr>
          <p:cNvSpPr/>
          <p:nvPr/>
        </p:nvSpPr>
        <p:spPr>
          <a:xfrm>
            <a:off x="1361872" y="2493402"/>
            <a:ext cx="1274323" cy="437745"/>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コンパイル</a:t>
            </a:r>
          </a:p>
        </p:txBody>
      </p:sp>
      <p:sp>
        <p:nvSpPr>
          <p:cNvPr id="34" name="四角形: 角を丸くする 33">
            <a:extLst>
              <a:ext uri="{FF2B5EF4-FFF2-40B4-BE49-F238E27FC236}">
                <a16:creationId xmlns:a16="http://schemas.microsoft.com/office/drawing/2014/main" id="{F65751FC-3931-43A0-8A9E-32805246B4E6}"/>
              </a:ext>
            </a:extLst>
          </p:cNvPr>
          <p:cNvSpPr/>
          <p:nvPr/>
        </p:nvSpPr>
        <p:spPr>
          <a:xfrm>
            <a:off x="2704687" y="2432380"/>
            <a:ext cx="1711670" cy="559788"/>
          </a:xfrm>
          <a:prstGeom prst="roundRect">
            <a:avLst/>
          </a:prstGeom>
          <a:solidFill>
            <a:schemeClr val="accent6">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kumimoji="1" lang="ja-JP" altLang="en-US" sz="1400" b="1" dirty="0">
                <a:solidFill>
                  <a:srgbClr val="C00000"/>
                </a:solidFill>
              </a:rPr>
              <a:t>コンパイラ</a:t>
            </a:r>
            <a:endParaRPr kumimoji="1" lang="en-US" altLang="ja-JP" sz="1400" dirty="0">
              <a:solidFill>
                <a:schemeClr val="tx1"/>
              </a:solidFill>
            </a:endParaRPr>
          </a:p>
        </p:txBody>
      </p:sp>
      <p:sp>
        <p:nvSpPr>
          <p:cNvPr id="35" name="Google Shape;103;p15">
            <a:extLst>
              <a:ext uri="{FF2B5EF4-FFF2-40B4-BE49-F238E27FC236}">
                <a16:creationId xmlns:a16="http://schemas.microsoft.com/office/drawing/2014/main" id="{96B6D6DF-1C25-4870-9912-B59CF9876813}"/>
              </a:ext>
            </a:extLst>
          </p:cNvPr>
          <p:cNvSpPr/>
          <p:nvPr/>
        </p:nvSpPr>
        <p:spPr>
          <a:xfrm>
            <a:off x="5349481" y="2618153"/>
            <a:ext cx="3016305" cy="343948"/>
          </a:xfrm>
          <a:prstGeom prst="roundRect">
            <a:avLst>
              <a:gd name="adj" fmla="val 16667"/>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1800">
                <a:solidFill>
                  <a:schemeClr val="dk1"/>
                </a:solidFill>
                <a:cs typeface="Meiryo"/>
                <a:sym typeface="Meiryo"/>
              </a:rPr>
              <a:t>000110100100100101101101</a:t>
            </a:r>
            <a:endParaRPr sz="1800">
              <a:solidFill>
                <a:schemeClr val="dk1"/>
              </a:solidFill>
              <a:cs typeface="Meiryo"/>
              <a:sym typeface="Meiryo"/>
            </a:endParaRPr>
          </a:p>
        </p:txBody>
      </p:sp>
      <p:sp>
        <p:nvSpPr>
          <p:cNvPr id="36" name="テキスト プレースホルダー 7">
            <a:extLst>
              <a:ext uri="{FF2B5EF4-FFF2-40B4-BE49-F238E27FC236}">
                <a16:creationId xmlns:a16="http://schemas.microsoft.com/office/drawing/2014/main" id="{37FCA2B6-210B-4E0F-88CC-F9E39CA3D1E4}"/>
              </a:ext>
            </a:extLst>
          </p:cNvPr>
          <p:cNvSpPr txBox="1">
            <a:spLocks/>
          </p:cNvSpPr>
          <p:nvPr/>
        </p:nvSpPr>
        <p:spPr>
          <a:xfrm>
            <a:off x="5349481" y="2343161"/>
            <a:ext cx="1403811" cy="27499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lgn="ctr">
              <a:buFont typeface="Arial" panose="020B0604020202020204" pitchFamily="34" charset="0"/>
              <a:buNone/>
            </a:pPr>
            <a:r>
              <a:rPr lang="ja-JP" altLang="en-US" b="1" dirty="0"/>
              <a:t>バイトコード</a:t>
            </a:r>
          </a:p>
        </p:txBody>
      </p:sp>
      <p:sp>
        <p:nvSpPr>
          <p:cNvPr id="37" name="矢印: 右 36">
            <a:extLst>
              <a:ext uri="{FF2B5EF4-FFF2-40B4-BE49-F238E27FC236}">
                <a16:creationId xmlns:a16="http://schemas.microsoft.com/office/drawing/2014/main" id="{21315097-4751-403E-8939-88088DE12F79}"/>
              </a:ext>
            </a:extLst>
          </p:cNvPr>
          <p:cNvSpPr/>
          <p:nvPr/>
        </p:nvSpPr>
        <p:spPr>
          <a:xfrm>
            <a:off x="4484849" y="2609564"/>
            <a:ext cx="826453" cy="437745"/>
          </a:xfrm>
          <a:prstGeom prst="righ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作成</a:t>
            </a:r>
          </a:p>
        </p:txBody>
      </p:sp>
      <p:sp>
        <p:nvSpPr>
          <p:cNvPr id="38" name="矢印: 右 37">
            <a:extLst>
              <a:ext uri="{FF2B5EF4-FFF2-40B4-BE49-F238E27FC236}">
                <a16:creationId xmlns:a16="http://schemas.microsoft.com/office/drawing/2014/main" id="{6FDB713E-8C5F-43C6-B828-A518802BBFE8}"/>
              </a:ext>
            </a:extLst>
          </p:cNvPr>
          <p:cNvSpPr/>
          <p:nvPr/>
        </p:nvSpPr>
        <p:spPr>
          <a:xfrm rot="20670050" flipH="1">
            <a:off x="4428021" y="2166212"/>
            <a:ext cx="934047" cy="437745"/>
          </a:xfrm>
          <a:prstGeom prst="righ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読込</a:t>
            </a:r>
          </a:p>
        </p:txBody>
      </p:sp>
      <p:pic>
        <p:nvPicPr>
          <p:cNvPr id="39" name="図 38">
            <a:extLst>
              <a:ext uri="{FF2B5EF4-FFF2-40B4-BE49-F238E27FC236}">
                <a16:creationId xmlns:a16="http://schemas.microsoft.com/office/drawing/2014/main" id="{95CF212E-1836-4DAD-83D6-A2E2C13C7CAF}"/>
              </a:ext>
            </a:extLst>
          </p:cNvPr>
          <p:cNvPicPr>
            <a:picLocks noChangeAspect="1"/>
          </p:cNvPicPr>
          <p:nvPr/>
        </p:nvPicPr>
        <p:blipFill>
          <a:blip r:embed="rId2"/>
          <a:stretch>
            <a:fillRect/>
          </a:stretch>
        </p:blipFill>
        <p:spPr>
          <a:xfrm>
            <a:off x="533400" y="3240396"/>
            <a:ext cx="759980" cy="785509"/>
          </a:xfrm>
          <a:prstGeom prst="rect">
            <a:avLst/>
          </a:prstGeom>
        </p:spPr>
      </p:pic>
      <p:sp>
        <p:nvSpPr>
          <p:cNvPr id="40" name="矢印: 右 39">
            <a:extLst>
              <a:ext uri="{FF2B5EF4-FFF2-40B4-BE49-F238E27FC236}">
                <a16:creationId xmlns:a16="http://schemas.microsoft.com/office/drawing/2014/main" id="{97F8F756-8244-4DF8-BF77-78A6B9F34F4E}"/>
              </a:ext>
            </a:extLst>
          </p:cNvPr>
          <p:cNvSpPr/>
          <p:nvPr/>
        </p:nvSpPr>
        <p:spPr>
          <a:xfrm>
            <a:off x="1361872" y="3414277"/>
            <a:ext cx="1274323" cy="437745"/>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実行</a:t>
            </a:r>
          </a:p>
        </p:txBody>
      </p:sp>
      <p:sp>
        <p:nvSpPr>
          <p:cNvPr id="41" name="四角形: 角を丸くする 40">
            <a:extLst>
              <a:ext uri="{FF2B5EF4-FFF2-40B4-BE49-F238E27FC236}">
                <a16:creationId xmlns:a16="http://schemas.microsoft.com/office/drawing/2014/main" id="{DE68F41C-030C-4ECF-81CB-3C74FA958AD2}"/>
              </a:ext>
            </a:extLst>
          </p:cNvPr>
          <p:cNvSpPr/>
          <p:nvPr/>
        </p:nvSpPr>
        <p:spPr>
          <a:xfrm>
            <a:off x="2704687" y="3353255"/>
            <a:ext cx="1711670" cy="559788"/>
          </a:xfrm>
          <a:prstGeom prst="roundRect">
            <a:avLst/>
          </a:prstGeom>
          <a:solidFill>
            <a:schemeClr val="accent6">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kumimoji="1" lang="en-US" altLang="ja-JP" sz="1400" b="1" dirty="0">
                <a:solidFill>
                  <a:srgbClr val="C00000"/>
                </a:solidFill>
              </a:rPr>
              <a:t>JVM</a:t>
            </a:r>
            <a:endParaRPr kumimoji="1" lang="en-US" altLang="ja-JP" sz="1400" dirty="0">
              <a:solidFill>
                <a:schemeClr val="tx1"/>
              </a:solidFill>
            </a:endParaRPr>
          </a:p>
        </p:txBody>
      </p:sp>
      <p:sp>
        <p:nvSpPr>
          <p:cNvPr id="42" name="矢印: 右 41">
            <a:extLst>
              <a:ext uri="{FF2B5EF4-FFF2-40B4-BE49-F238E27FC236}">
                <a16:creationId xmlns:a16="http://schemas.microsoft.com/office/drawing/2014/main" id="{D5F0B766-4757-4405-BDDA-1C43A06CA68A}"/>
              </a:ext>
            </a:extLst>
          </p:cNvPr>
          <p:cNvSpPr/>
          <p:nvPr/>
        </p:nvSpPr>
        <p:spPr>
          <a:xfrm>
            <a:off x="4484849" y="3530439"/>
            <a:ext cx="826453" cy="437745"/>
          </a:xfrm>
          <a:prstGeom prst="righ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表示</a:t>
            </a:r>
          </a:p>
        </p:txBody>
      </p:sp>
      <p:grpSp>
        <p:nvGrpSpPr>
          <p:cNvPr id="43" name="グループ化 42">
            <a:extLst>
              <a:ext uri="{FF2B5EF4-FFF2-40B4-BE49-F238E27FC236}">
                <a16:creationId xmlns:a16="http://schemas.microsoft.com/office/drawing/2014/main" id="{B05E10B8-A1A4-436C-96B3-A93C27AE1ED9}"/>
              </a:ext>
            </a:extLst>
          </p:cNvPr>
          <p:cNvGrpSpPr/>
          <p:nvPr/>
        </p:nvGrpSpPr>
        <p:grpSpPr>
          <a:xfrm>
            <a:off x="5349481" y="3012724"/>
            <a:ext cx="2114550" cy="2202696"/>
            <a:chOff x="5825490" y="2466156"/>
            <a:chExt cx="2395920" cy="2395920"/>
          </a:xfrm>
        </p:grpSpPr>
        <p:pic>
          <p:nvPicPr>
            <p:cNvPr id="44" name="グラフィックス 43" descr="テレビ 単色塗りつぶし">
              <a:extLst>
                <a:ext uri="{FF2B5EF4-FFF2-40B4-BE49-F238E27FC236}">
                  <a16:creationId xmlns:a16="http://schemas.microsoft.com/office/drawing/2014/main" id="{0AA563C6-0F72-4F8D-B02C-51811FDB176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25490" y="2466156"/>
              <a:ext cx="2395920" cy="2395920"/>
            </a:xfrm>
            <a:prstGeom prst="rect">
              <a:avLst/>
            </a:prstGeom>
          </p:spPr>
        </p:pic>
        <p:sp>
          <p:nvSpPr>
            <p:cNvPr id="45" name="Google Shape;105;p15">
              <a:extLst>
                <a:ext uri="{FF2B5EF4-FFF2-40B4-BE49-F238E27FC236}">
                  <a16:creationId xmlns:a16="http://schemas.microsoft.com/office/drawing/2014/main" id="{8074FF91-E328-4C0E-B3ED-3C5B8BEA7171}"/>
                </a:ext>
              </a:extLst>
            </p:cNvPr>
            <p:cNvSpPr/>
            <p:nvPr/>
          </p:nvSpPr>
          <p:spPr>
            <a:xfrm>
              <a:off x="5992099" y="2887774"/>
              <a:ext cx="2069861" cy="1310846"/>
            </a:xfrm>
            <a:prstGeom prst="rect">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1800" dirty="0">
                  <a:solidFill>
                    <a:schemeClr val="lt1"/>
                  </a:solidFill>
                  <a:cs typeface="Meiryo"/>
                  <a:sym typeface="Meiryo"/>
                </a:rPr>
                <a:t>Javaの世界へ～</a:t>
              </a:r>
              <a:endParaRPr dirty="0"/>
            </a:p>
            <a:p>
              <a:pPr marL="0" marR="0" lvl="0" indent="0" algn="l" rtl="0">
                <a:spcBef>
                  <a:spcPts val="0"/>
                </a:spcBef>
                <a:spcAft>
                  <a:spcPts val="0"/>
                </a:spcAft>
                <a:buNone/>
              </a:pPr>
              <a:r>
                <a:rPr lang="en-US" altLang="ja-JP" sz="1800" dirty="0">
                  <a:solidFill>
                    <a:schemeClr val="lt1"/>
                  </a:solidFill>
                  <a:cs typeface="Meiryo"/>
                  <a:sym typeface="Meiryo"/>
                </a:rPr>
                <a:t>4+5</a:t>
              </a:r>
              <a:r>
                <a:rPr lang="ja-JP" sz="1800" dirty="0">
                  <a:solidFill>
                    <a:schemeClr val="lt1"/>
                  </a:solidFill>
                  <a:cs typeface="Meiryo"/>
                  <a:sym typeface="Meiryo"/>
                </a:rPr>
                <a:t>×</a:t>
              </a:r>
              <a:r>
                <a:rPr lang="en-US" altLang="ja-JP" sz="1800" dirty="0">
                  <a:solidFill>
                    <a:schemeClr val="lt1"/>
                  </a:solidFill>
                  <a:cs typeface="Meiryo"/>
                  <a:sym typeface="Meiryo"/>
                </a:rPr>
                <a:t>6</a:t>
              </a:r>
              <a:r>
                <a:rPr lang="ja-JP" sz="1800" dirty="0">
                  <a:solidFill>
                    <a:schemeClr val="lt1"/>
                  </a:solidFill>
                  <a:cs typeface="Meiryo"/>
                  <a:sym typeface="Meiryo"/>
                </a:rPr>
                <a:t>～</a:t>
              </a:r>
              <a:endParaRPr sz="1800" dirty="0">
                <a:solidFill>
                  <a:schemeClr val="lt1"/>
                </a:solidFill>
                <a:cs typeface="Meiryo"/>
                <a:sym typeface="Meiryo"/>
              </a:endParaRPr>
            </a:p>
          </p:txBody>
        </p:sp>
      </p:grpSp>
      <p:sp>
        <p:nvSpPr>
          <p:cNvPr id="46" name="テキスト プレースホルダー 7">
            <a:extLst>
              <a:ext uri="{FF2B5EF4-FFF2-40B4-BE49-F238E27FC236}">
                <a16:creationId xmlns:a16="http://schemas.microsoft.com/office/drawing/2014/main" id="{80D194DE-488A-4947-9A14-A239CA65290E}"/>
              </a:ext>
            </a:extLst>
          </p:cNvPr>
          <p:cNvSpPr txBox="1">
            <a:spLocks/>
          </p:cNvSpPr>
          <p:nvPr/>
        </p:nvSpPr>
        <p:spPr>
          <a:xfrm>
            <a:off x="5195558" y="3065386"/>
            <a:ext cx="1403810" cy="3222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lgn="ctr">
              <a:buFont typeface="Arial" panose="020B0604020202020204" pitchFamily="34" charset="0"/>
              <a:buNone/>
            </a:pPr>
            <a:r>
              <a:rPr lang="ja-JP" altLang="en-US" b="1" dirty="0"/>
              <a:t>実行結果</a:t>
            </a:r>
          </a:p>
        </p:txBody>
      </p:sp>
      <p:sp>
        <p:nvSpPr>
          <p:cNvPr id="47" name="矢印: 右 46">
            <a:extLst>
              <a:ext uri="{FF2B5EF4-FFF2-40B4-BE49-F238E27FC236}">
                <a16:creationId xmlns:a16="http://schemas.microsoft.com/office/drawing/2014/main" id="{74666F72-7E2C-4F4F-BD25-654DCDAFB6B8}"/>
              </a:ext>
            </a:extLst>
          </p:cNvPr>
          <p:cNvSpPr/>
          <p:nvPr/>
        </p:nvSpPr>
        <p:spPr>
          <a:xfrm rot="20670050" flipH="1">
            <a:off x="4428021" y="3030867"/>
            <a:ext cx="934047" cy="437745"/>
          </a:xfrm>
          <a:prstGeom prst="righ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読込</a:t>
            </a:r>
          </a:p>
        </p:txBody>
      </p:sp>
    </p:spTree>
    <p:extLst>
      <p:ext uri="{BB962C8B-B14F-4D97-AF65-F5344CB8AC3E}">
        <p14:creationId xmlns:p14="http://schemas.microsoft.com/office/powerpoint/2010/main" val="3741968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BFC7A35D-1013-4B1B-8268-48793F136D4C}"/>
              </a:ext>
            </a:extLst>
          </p:cNvPr>
          <p:cNvSpPr>
            <a:spLocks noGrp="1"/>
          </p:cNvSpPr>
          <p:nvPr>
            <p:ph type="ftr" sz="quarter" idx="11"/>
          </p:nvPr>
        </p:nvSpPr>
        <p:spPr/>
        <p:txBody>
          <a:bodyPr/>
          <a:lstStyle/>
          <a:p>
            <a:r>
              <a:rPr kumimoji="1" lang="en-US" altLang="ja-JP"/>
              <a:t>copyright ©ITCollege All Rights Reserved</a:t>
            </a:r>
            <a:endParaRPr kumimoji="1" lang="ja-JP" altLang="en-US" sz="1000"/>
          </a:p>
        </p:txBody>
      </p:sp>
      <p:sp>
        <p:nvSpPr>
          <p:cNvPr id="6" name="タイトル 5">
            <a:extLst>
              <a:ext uri="{FF2B5EF4-FFF2-40B4-BE49-F238E27FC236}">
                <a16:creationId xmlns:a16="http://schemas.microsoft.com/office/drawing/2014/main" id="{0F81E6C4-7841-4153-9948-3830F64F1715}"/>
              </a:ext>
            </a:extLst>
          </p:cNvPr>
          <p:cNvSpPr>
            <a:spLocks noGrp="1"/>
          </p:cNvSpPr>
          <p:nvPr>
            <p:ph type="ctrTitle"/>
          </p:nvPr>
        </p:nvSpPr>
        <p:spPr/>
        <p:txBody>
          <a:bodyPr/>
          <a:lstStyle/>
          <a:p>
            <a:r>
              <a:rPr kumimoji="1" lang="ja-JP" altLang="en-US" dirty="0"/>
              <a:t>必要なソフトウェアのインストール</a:t>
            </a:r>
            <a:endParaRPr lang="ja-JP" altLang="en-US" dirty="0"/>
          </a:p>
        </p:txBody>
      </p:sp>
      <p:sp>
        <p:nvSpPr>
          <p:cNvPr id="3" name="スライド番号プレースホルダー 2">
            <a:extLst>
              <a:ext uri="{FF2B5EF4-FFF2-40B4-BE49-F238E27FC236}">
                <a16:creationId xmlns:a16="http://schemas.microsoft.com/office/drawing/2014/main" id="{F54F27B3-DDBF-476A-AD49-46F9A05EE6D4}"/>
              </a:ext>
            </a:extLst>
          </p:cNvPr>
          <p:cNvSpPr>
            <a:spLocks noGrp="1"/>
          </p:cNvSpPr>
          <p:nvPr>
            <p:ph type="sldNum" sz="quarter" idx="4"/>
          </p:nvPr>
        </p:nvSpPr>
        <p:spPr/>
        <p:txBody>
          <a:bodyPr/>
          <a:lstStyle/>
          <a:p>
            <a:fld id="{6EC4605C-D4BC-457C-A820-CB9DC8935472}" type="slidenum">
              <a:rPr kumimoji="1" lang="ja-JP" altLang="en-US" smtClean="0"/>
              <a:pPr/>
              <a:t>6</a:t>
            </a:fld>
            <a:endParaRPr kumimoji="1" lang="ja-JP" altLang="en-US" sz="1200"/>
          </a:p>
        </p:txBody>
      </p:sp>
      <p:sp>
        <p:nvSpPr>
          <p:cNvPr id="8" name="テキスト プレースホルダー 7">
            <a:extLst>
              <a:ext uri="{FF2B5EF4-FFF2-40B4-BE49-F238E27FC236}">
                <a16:creationId xmlns:a16="http://schemas.microsoft.com/office/drawing/2014/main" id="{DC47DB6E-DE5F-461B-8DA6-D7E7BFB3D9CA}"/>
              </a:ext>
            </a:extLst>
          </p:cNvPr>
          <p:cNvSpPr>
            <a:spLocks noGrp="1"/>
          </p:cNvSpPr>
          <p:nvPr>
            <p:ph type="body" sz="quarter" idx="15"/>
          </p:nvPr>
        </p:nvSpPr>
        <p:spPr>
          <a:xfrm>
            <a:off x="463549" y="1023815"/>
            <a:ext cx="7177471" cy="841464"/>
          </a:xfrm>
        </p:spPr>
        <p:txBody>
          <a:bodyPr/>
          <a:lstStyle/>
          <a:p>
            <a:pPr marL="387350" indent="-285750">
              <a:buFont typeface="Arial" panose="020B0604020202020204" pitchFamily="34" charset="0"/>
              <a:buChar char="•"/>
            </a:pPr>
            <a:r>
              <a:rPr lang="ja-JP" altLang="en-US" sz="1200" dirty="0"/>
              <a:t>インストールするのは以下の</a:t>
            </a:r>
            <a:r>
              <a:rPr lang="en-US" altLang="ja-JP" sz="1200" dirty="0"/>
              <a:t>2</a:t>
            </a:r>
            <a:r>
              <a:rPr lang="ja-JP" altLang="en-US" sz="1200" dirty="0"/>
              <a:t>つ</a:t>
            </a:r>
            <a:br>
              <a:rPr lang="en-US" altLang="ja-JP" sz="1200" dirty="0"/>
            </a:br>
            <a:r>
              <a:rPr lang="en-US" altLang="ja-JP" sz="1200" dirty="0"/>
              <a:t>1.</a:t>
            </a:r>
            <a:r>
              <a:rPr lang="ja-JP" altLang="en-US" sz="1200" dirty="0"/>
              <a:t>サクラエディタ</a:t>
            </a:r>
            <a:br>
              <a:rPr lang="ja-JP" altLang="en-US" sz="1200" dirty="0"/>
            </a:br>
            <a:r>
              <a:rPr lang="en-US" altLang="ja-JP" sz="1200" dirty="0"/>
              <a:t>2.JDK</a:t>
            </a:r>
            <a:endParaRPr lang="en-US" altLang="ja-JP" sz="1200" b="1" dirty="0"/>
          </a:p>
        </p:txBody>
      </p:sp>
      <p:sp>
        <p:nvSpPr>
          <p:cNvPr id="9" name="テキスト プレースホルダー 8">
            <a:extLst>
              <a:ext uri="{FF2B5EF4-FFF2-40B4-BE49-F238E27FC236}">
                <a16:creationId xmlns:a16="http://schemas.microsoft.com/office/drawing/2014/main" id="{3B4B4B26-E1BE-4F2F-85DB-B4EB50CCB2D1}"/>
              </a:ext>
            </a:extLst>
          </p:cNvPr>
          <p:cNvSpPr>
            <a:spLocks noGrp="1"/>
          </p:cNvSpPr>
          <p:nvPr>
            <p:ph type="body" sz="quarter" idx="16"/>
          </p:nvPr>
        </p:nvSpPr>
        <p:spPr/>
        <p:txBody>
          <a:bodyPr/>
          <a:lstStyle/>
          <a:p>
            <a:endParaRPr lang="ja-JP" altLang="en-US"/>
          </a:p>
        </p:txBody>
      </p:sp>
      <p:sp>
        <p:nvSpPr>
          <p:cNvPr id="15" name="テキスト プレースホルダー 4">
            <a:extLst>
              <a:ext uri="{FF2B5EF4-FFF2-40B4-BE49-F238E27FC236}">
                <a16:creationId xmlns:a16="http://schemas.microsoft.com/office/drawing/2014/main" id="{376EC21E-E0CC-4C0F-9EEB-359304C17F7E}"/>
              </a:ext>
            </a:extLst>
          </p:cNvPr>
          <p:cNvSpPr>
            <a:spLocks noGrp="1"/>
          </p:cNvSpPr>
          <p:nvPr>
            <p:ph type="body" sz="quarter" idx="14"/>
          </p:nvPr>
        </p:nvSpPr>
        <p:spPr>
          <a:xfrm>
            <a:off x="462875" y="1990323"/>
            <a:ext cx="8216900" cy="2793765"/>
          </a:xfrm>
        </p:spPr>
        <p:txBody>
          <a:bodyPr/>
          <a:lstStyle/>
          <a:p>
            <a:pPr marL="96838" indent="0">
              <a:buNone/>
            </a:pPr>
            <a:r>
              <a:rPr kumimoji="1" lang="ja-JP" altLang="en-US" dirty="0"/>
              <a:t>テキストエディタにはいろいろな種類があります。「メモ帳」もテキストエディタです。</a:t>
            </a:r>
          </a:p>
          <a:p>
            <a:pPr marL="96838" indent="0">
              <a:buNone/>
            </a:pPr>
            <a:r>
              <a:rPr lang="ja-JP" altLang="en-US" dirty="0"/>
              <a:t>この研修では「</a:t>
            </a:r>
            <a:r>
              <a:rPr lang="ja-JP" altLang="en-US" b="1" dirty="0">
                <a:solidFill>
                  <a:srgbClr val="C00000"/>
                </a:solidFill>
              </a:rPr>
              <a:t>サクラエディタ</a:t>
            </a:r>
            <a:r>
              <a:rPr lang="ja-JP" altLang="en-US" dirty="0"/>
              <a:t>」というソフトウェアを使います。</a:t>
            </a:r>
          </a:p>
          <a:p>
            <a:pPr marL="96838" indent="0">
              <a:buNone/>
            </a:pPr>
            <a:endParaRPr kumimoji="1" lang="ja-JP" altLang="en-US" dirty="0"/>
          </a:p>
          <a:p>
            <a:pPr marL="96838" indent="0">
              <a:buNone/>
            </a:pPr>
            <a:r>
              <a:rPr lang="ja-JP" altLang="en-US" dirty="0"/>
              <a:t>コンパイラと</a:t>
            </a:r>
            <a:r>
              <a:rPr lang="en-US" altLang="ja-JP" dirty="0"/>
              <a:t>JVM</a:t>
            </a:r>
            <a:r>
              <a:rPr lang="ja-JP" altLang="en-US" dirty="0"/>
              <a:t>は別々にインストールすることもできますが、</a:t>
            </a:r>
            <a:r>
              <a:rPr kumimoji="1" lang="en-US" altLang="ja-JP" b="1" dirty="0">
                <a:solidFill>
                  <a:srgbClr val="C00000"/>
                </a:solidFill>
              </a:rPr>
              <a:t>JDK</a:t>
            </a:r>
            <a:r>
              <a:rPr kumimoji="1" lang="ja-JP" altLang="en-US" dirty="0"/>
              <a:t>（</a:t>
            </a:r>
            <a:r>
              <a:rPr kumimoji="1" lang="en-US" altLang="ja-JP" dirty="0"/>
              <a:t>Java SE Development Kit</a:t>
            </a:r>
            <a:r>
              <a:rPr kumimoji="1" lang="ja-JP" altLang="en-US" dirty="0"/>
              <a:t>）という開発者向けのパッケージ</a:t>
            </a:r>
            <a:r>
              <a:rPr lang="ja-JP" altLang="en-US" dirty="0"/>
              <a:t>にまとまっていますので、</a:t>
            </a:r>
            <a:r>
              <a:rPr lang="en-US" altLang="ja-JP" dirty="0"/>
              <a:t>JDK</a:t>
            </a:r>
            <a:r>
              <a:rPr lang="ja-JP" altLang="en-US" dirty="0"/>
              <a:t>をインストールします。</a:t>
            </a:r>
            <a:endParaRPr lang="en-US" altLang="ja-JP" dirty="0"/>
          </a:p>
          <a:p>
            <a:pPr marL="96838" indent="0">
              <a:buNone/>
            </a:pPr>
            <a:r>
              <a:rPr lang="en-US" altLang="ja-JP" dirty="0"/>
              <a:t>JDK</a:t>
            </a:r>
            <a:r>
              <a:rPr lang="ja-JP" altLang="en-US" dirty="0"/>
              <a:t>にもいろいろ種類がありますが、この研修では</a:t>
            </a:r>
            <a:r>
              <a:rPr lang="en-US" altLang="ja-JP" dirty="0"/>
              <a:t>Java</a:t>
            </a:r>
            <a:r>
              <a:rPr lang="ja-JP" altLang="en-US" dirty="0"/>
              <a:t>開発元の</a:t>
            </a:r>
            <a:r>
              <a:rPr lang="en-US" altLang="ja-JP" dirty="0"/>
              <a:t>Oracle</a:t>
            </a:r>
            <a:r>
              <a:rPr lang="ja-JP" altLang="en-US" dirty="0"/>
              <a:t>が公開している</a:t>
            </a:r>
            <a:r>
              <a:rPr lang="en-US" altLang="ja-JP" b="1" dirty="0">
                <a:solidFill>
                  <a:srgbClr val="C00000"/>
                </a:solidFill>
              </a:rPr>
              <a:t>Oracle JDK</a:t>
            </a:r>
            <a:r>
              <a:rPr lang="ja-JP" altLang="en-US" dirty="0"/>
              <a:t>を使うことにします。</a:t>
            </a:r>
          </a:p>
          <a:p>
            <a:pPr marL="96838" indent="0">
              <a:buNone/>
            </a:pPr>
            <a:r>
              <a:rPr kumimoji="1" lang="ja-JP" altLang="en-US" dirty="0"/>
              <a:t>どちらも講師の指示に従ってインストールしてください。</a:t>
            </a:r>
          </a:p>
        </p:txBody>
      </p:sp>
    </p:spTree>
    <p:extLst>
      <p:ext uri="{BB962C8B-B14F-4D97-AF65-F5344CB8AC3E}">
        <p14:creationId xmlns:p14="http://schemas.microsoft.com/office/powerpoint/2010/main" val="2445657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BFC7A35D-1013-4B1B-8268-48793F136D4C}"/>
              </a:ext>
            </a:extLst>
          </p:cNvPr>
          <p:cNvSpPr>
            <a:spLocks noGrp="1"/>
          </p:cNvSpPr>
          <p:nvPr>
            <p:ph type="ftr" sz="quarter" idx="11"/>
          </p:nvPr>
        </p:nvSpPr>
        <p:spPr/>
        <p:txBody>
          <a:bodyPr/>
          <a:lstStyle/>
          <a:p>
            <a:r>
              <a:rPr kumimoji="1" lang="en-US" altLang="ja-JP"/>
              <a:t>copyright ©ITCollege All Rights Reserved</a:t>
            </a:r>
            <a:endParaRPr kumimoji="1" lang="ja-JP" altLang="en-US" sz="1000"/>
          </a:p>
        </p:txBody>
      </p:sp>
      <p:sp>
        <p:nvSpPr>
          <p:cNvPr id="6" name="タイトル 5">
            <a:extLst>
              <a:ext uri="{FF2B5EF4-FFF2-40B4-BE49-F238E27FC236}">
                <a16:creationId xmlns:a16="http://schemas.microsoft.com/office/drawing/2014/main" id="{0F81E6C4-7841-4153-9948-3830F64F1715}"/>
              </a:ext>
            </a:extLst>
          </p:cNvPr>
          <p:cNvSpPr>
            <a:spLocks noGrp="1"/>
          </p:cNvSpPr>
          <p:nvPr>
            <p:ph type="ctrTitle"/>
          </p:nvPr>
        </p:nvSpPr>
        <p:spPr/>
        <p:txBody>
          <a:bodyPr/>
          <a:lstStyle/>
          <a:p>
            <a:r>
              <a:rPr kumimoji="1" lang="ja-JP" altLang="en-US" dirty="0"/>
              <a:t>ソースコードの作成</a:t>
            </a:r>
            <a:endParaRPr lang="ja-JP" altLang="en-US" dirty="0"/>
          </a:p>
        </p:txBody>
      </p:sp>
      <p:sp>
        <p:nvSpPr>
          <p:cNvPr id="3" name="スライド番号プレースホルダー 2">
            <a:extLst>
              <a:ext uri="{FF2B5EF4-FFF2-40B4-BE49-F238E27FC236}">
                <a16:creationId xmlns:a16="http://schemas.microsoft.com/office/drawing/2014/main" id="{F54F27B3-DDBF-476A-AD49-46F9A05EE6D4}"/>
              </a:ext>
            </a:extLst>
          </p:cNvPr>
          <p:cNvSpPr>
            <a:spLocks noGrp="1"/>
          </p:cNvSpPr>
          <p:nvPr>
            <p:ph type="sldNum" sz="quarter" idx="4"/>
          </p:nvPr>
        </p:nvSpPr>
        <p:spPr/>
        <p:txBody>
          <a:bodyPr/>
          <a:lstStyle/>
          <a:p>
            <a:fld id="{6EC4605C-D4BC-457C-A820-CB9DC8935472}" type="slidenum">
              <a:rPr kumimoji="1" lang="ja-JP" altLang="en-US" smtClean="0"/>
              <a:pPr/>
              <a:t>7</a:t>
            </a:fld>
            <a:endParaRPr kumimoji="1" lang="ja-JP" altLang="en-US" sz="1200"/>
          </a:p>
        </p:txBody>
      </p:sp>
      <p:sp>
        <p:nvSpPr>
          <p:cNvPr id="8" name="テキスト プレースホルダー 7">
            <a:extLst>
              <a:ext uri="{FF2B5EF4-FFF2-40B4-BE49-F238E27FC236}">
                <a16:creationId xmlns:a16="http://schemas.microsoft.com/office/drawing/2014/main" id="{DC47DB6E-DE5F-461B-8DA6-D7E7BFB3D9CA}"/>
              </a:ext>
            </a:extLst>
          </p:cNvPr>
          <p:cNvSpPr>
            <a:spLocks noGrp="1"/>
          </p:cNvSpPr>
          <p:nvPr>
            <p:ph type="body" sz="quarter" idx="15"/>
          </p:nvPr>
        </p:nvSpPr>
        <p:spPr>
          <a:xfrm>
            <a:off x="463549" y="1023814"/>
            <a:ext cx="7177471" cy="1199175"/>
          </a:xfrm>
        </p:spPr>
        <p:txBody>
          <a:bodyPr/>
          <a:lstStyle/>
          <a:p>
            <a:pPr marL="387350" indent="-285750">
              <a:buFont typeface="Arial" panose="020B0604020202020204" pitchFamily="34" charset="0"/>
              <a:buChar char="•"/>
            </a:pPr>
            <a:r>
              <a:rPr lang="ja-JP" altLang="en-US" sz="1200" dirty="0"/>
              <a:t>テキストドキュメントを作成し、拡張子を「</a:t>
            </a:r>
            <a:r>
              <a:rPr lang="en-US" altLang="ja-JP" sz="1200" dirty="0"/>
              <a:t>.java</a:t>
            </a:r>
            <a:r>
              <a:rPr lang="ja-JP" altLang="en-US" sz="1200" dirty="0"/>
              <a:t>」とする</a:t>
            </a:r>
          </a:p>
          <a:p>
            <a:pPr marL="387350" indent="-285750">
              <a:buFont typeface="Arial" panose="020B0604020202020204" pitchFamily="34" charset="0"/>
              <a:buChar char="•"/>
            </a:pPr>
            <a:r>
              <a:rPr lang="ja-JP" altLang="en-US" sz="1200" dirty="0"/>
              <a:t>作成したテキストドキュメントファイルをテキストエディタで開き、ソースコードを入力する</a:t>
            </a:r>
          </a:p>
          <a:p>
            <a:pPr marL="387350" indent="-285750">
              <a:buFont typeface="Arial" panose="020B0604020202020204" pitchFamily="34" charset="0"/>
              <a:buChar char="•"/>
            </a:pPr>
            <a:r>
              <a:rPr lang="ja-JP" altLang="en-US" sz="1200" b="1" dirty="0"/>
              <a:t>入力が終わったら保存</a:t>
            </a:r>
            <a:r>
              <a:rPr lang="en-US" altLang="ja-JP" sz="1200" b="1" dirty="0"/>
              <a:t>(</a:t>
            </a:r>
            <a:r>
              <a:rPr lang="ja-JP" altLang="en-US" sz="1200" b="1" dirty="0"/>
              <a:t>上書き保存</a:t>
            </a:r>
            <a:r>
              <a:rPr lang="en-US" altLang="ja-JP" sz="1200" b="1" dirty="0"/>
              <a:t>)</a:t>
            </a:r>
            <a:r>
              <a:rPr lang="ja-JP" altLang="en-US" sz="1200" b="1" dirty="0"/>
              <a:t>する</a:t>
            </a:r>
            <a:endParaRPr lang="en-US" altLang="ja-JP" sz="1200" b="1" dirty="0"/>
          </a:p>
        </p:txBody>
      </p:sp>
      <p:sp>
        <p:nvSpPr>
          <p:cNvPr id="9" name="テキスト プレースホルダー 8">
            <a:extLst>
              <a:ext uri="{FF2B5EF4-FFF2-40B4-BE49-F238E27FC236}">
                <a16:creationId xmlns:a16="http://schemas.microsoft.com/office/drawing/2014/main" id="{3B4B4B26-E1BE-4F2F-85DB-B4EB50CCB2D1}"/>
              </a:ext>
            </a:extLst>
          </p:cNvPr>
          <p:cNvSpPr>
            <a:spLocks noGrp="1"/>
          </p:cNvSpPr>
          <p:nvPr>
            <p:ph type="body" sz="quarter" idx="16"/>
          </p:nvPr>
        </p:nvSpPr>
        <p:spPr/>
        <p:txBody>
          <a:bodyPr/>
          <a:lstStyle/>
          <a:p>
            <a:endParaRPr lang="ja-JP" altLang="en-US"/>
          </a:p>
        </p:txBody>
      </p:sp>
      <p:sp>
        <p:nvSpPr>
          <p:cNvPr id="15" name="テキスト プレースホルダー 4">
            <a:extLst>
              <a:ext uri="{FF2B5EF4-FFF2-40B4-BE49-F238E27FC236}">
                <a16:creationId xmlns:a16="http://schemas.microsoft.com/office/drawing/2014/main" id="{376EC21E-E0CC-4C0F-9EEB-359304C17F7E}"/>
              </a:ext>
            </a:extLst>
          </p:cNvPr>
          <p:cNvSpPr>
            <a:spLocks noGrp="1"/>
          </p:cNvSpPr>
          <p:nvPr>
            <p:ph type="body" sz="quarter" idx="14"/>
          </p:nvPr>
        </p:nvSpPr>
        <p:spPr>
          <a:xfrm>
            <a:off x="462875" y="2305027"/>
            <a:ext cx="4129915" cy="2479061"/>
          </a:xfrm>
        </p:spPr>
        <p:txBody>
          <a:bodyPr/>
          <a:lstStyle/>
          <a:p>
            <a:pPr marL="96838" indent="0">
              <a:buNone/>
            </a:pPr>
            <a:r>
              <a:rPr kumimoji="1" lang="ja-JP" altLang="en-US" dirty="0"/>
              <a:t>まず、ソースコードを入れるフォルダを作成します。</a:t>
            </a:r>
          </a:p>
          <a:p>
            <a:pPr marL="96838" indent="0">
              <a:buNone/>
            </a:pPr>
            <a:r>
              <a:rPr kumimoji="1" lang="ja-JP" altLang="en-US" b="1" dirty="0">
                <a:solidFill>
                  <a:schemeClr val="tx2"/>
                </a:solidFill>
              </a:rPr>
              <a:t>Ｃドライブ直下</a:t>
            </a:r>
            <a:r>
              <a:rPr kumimoji="1" lang="ja-JP" altLang="en-US" dirty="0"/>
              <a:t>に新規フォルダを作成して、</a:t>
            </a:r>
            <a:r>
              <a:rPr kumimoji="1" lang="en-US" altLang="ja-JP" b="1" dirty="0">
                <a:solidFill>
                  <a:schemeClr val="tx2"/>
                </a:solidFill>
              </a:rPr>
              <a:t>work</a:t>
            </a:r>
            <a:r>
              <a:rPr kumimoji="1" lang="ja-JP" altLang="en-US" dirty="0"/>
              <a:t>という名前に変更します。</a:t>
            </a:r>
          </a:p>
          <a:p>
            <a:pPr marL="96838" indent="0">
              <a:buNone/>
            </a:pPr>
            <a:r>
              <a:rPr kumimoji="1" lang="ja-JP" altLang="en-US" dirty="0"/>
              <a:t>次に</a:t>
            </a:r>
            <a:r>
              <a:rPr kumimoji="1" lang="ja-JP" altLang="en-US" b="1" dirty="0">
                <a:solidFill>
                  <a:schemeClr val="tx2"/>
                </a:solidFill>
              </a:rPr>
              <a:t>拡張子を表示する</a:t>
            </a:r>
            <a:r>
              <a:rPr kumimoji="1" lang="ja-JP" altLang="en-US" dirty="0"/>
              <a:t>ように設定を変更します。</a:t>
            </a:r>
          </a:p>
          <a:p>
            <a:pPr marL="96838" indent="0">
              <a:buNone/>
            </a:pPr>
            <a:r>
              <a:rPr kumimoji="1" lang="ja-JP" altLang="en-US" dirty="0"/>
              <a:t>それから</a:t>
            </a:r>
            <a:r>
              <a:rPr kumimoji="1" lang="en-US" altLang="ja-JP" dirty="0"/>
              <a:t>work</a:t>
            </a:r>
            <a:r>
              <a:rPr kumimoji="1" lang="ja-JP" altLang="en-US" dirty="0"/>
              <a:t>フォルダの中に新規でテキストドキュメントを作成し、ファイル名を</a:t>
            </a:r>
            <a:r>
              <a:rPr kumimoji="1" lang="en-US" altLang="ja-JP" b="1" dirty="0">
                <a:solidFill>
                  <a:schemeClr val="tx2"/>
                </a:solidFill>
              </a:rPr>
              <a:t>Hello.java</a:t>
            </a:r>
            <a:r>
              <a:rPr kumimoji="1" lang="ja-JP" altLang="en-US" dirty="0"/>
              <a:t>に変更します。</a:t>
            </a:r>
          </a:p>
          <a:p>
            <a:pPr marL="96838" indent="0">
              <a:buNone/>
            </a:pPr>
            <a:endParaRPr kumimoji="1" lang="ja-JP" altLang="en-US" dirty="0"/>
          </a:p>
        </p:txBody>
      </p:sp>
      <p:pic>
        <p:nvPicPr>
          <p:cNvPr id="10" name="Google Shape;129;p17">
            <a:extLst>
              <a:ext uri="{FF2B5EF4-FFF2-40B4-BE49-F238E27FC236}">
                <a16:creationId xmlns:a16="http://schemas.microsoft.com/office/drawing/2014/main" id="{CFC56693-6D99-4FDF-8081-AC72CD6742D0}"/>
              </a:ext>
            </a:extLst>
          </p:cNvPr>
          <p:cNvPicPr preferRelativeResize="0"/>
          <p:nvPr/>
        </p:nvPicPr>
        <p:blipFill rotWithShape="1">
          <a:blip r:embed="rId2">
            <a:alphaModFix/>
          </a:blip>
          <a:srcRect l="9839" t="32664" r="35037" b="6578"/>
          <a:stretch/>
        </p:blipFill>
        <p:spPr>
          <a:xfrm>
            <a:off x="4667493" y="2305027"/>
            <a:ext cx="4129915" cy="2479061"/>
          </a:xfrm>
          <a:prstGeom prst="rect">
            <a:avLst/>
          </a:prstGeom>
          <a:noFill/>
          <a:ln>
            <a:noFill/>
          </a:ln>
        </p:spPr>
      </p:pic>
      <p:sp>
        <p:nvSpPr>
          <p:cNvPr id="2" name="正方形/長方形 1">
            <a:extLst>
              <a:ext uri="{FF2B5EF4-FFF2-40B4-BE49-F238E27FC236}">
                <a16:creationId xmlns:a16="http://schemas.microsoft.com/office/drawing/2014/main" id="{E0F354C7-49F4-4921-B67E-55918C1BBB8D}"/>
              </a:ext>
            </a:extLst>
          </p:cNvPr>
          <p:cNvSpPr/>
          <p:nvPr/>
        </p:nvSpPr>
        <p:spPr>
          <a:xfrm>
            <a:off x="5369668" y="4095345"/>
            <a:ext cx="612843" cy="155642"/>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1" name="正方形/長方形 10">
            <a:extLst>
              <a:ext uri="{FF2B5EF4-FFF2-40B4-BE49-F238E27FC236}">
                <a16:creationId xmlns:a16="http://schemas.microsoft.com/office/drawing/2014/main" id="{B763FD98-68A8-42D1-9486-3E7BDB3277EE}"/>
              </a:ext>
            </a:extLst>
          </p:cNvPr>
          <p:cNvSpPr/>
          <p:nvPr/>
        </p:nvSpPr>
        <p:spPr>
          <a:xfrm>
            <a:off x="7028177" y="3628416"/>
            <a:ext cx="929049" cy="155643"/>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Tree>
    <p:extLst>
      <p:ext uri="{BB962C8B-B14F-4D97-AF65-F5344CB8AC3E}">
        <p14:creationId xmlns:p14="http://schemas.microsoft.com/office/powerpoint/2010/main" val="695860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ED2DAB84-E155-4913-A27B-0721AE86CD54}"/>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6E45B32F-995B-4AB3-B186-3FFD8D07DCEE}"/>
              </a:ext>
            </a:extLst>
          </p:cNvPr>
          <p:cNvSpPr>
            <a:spLocks noGrp="1"/>
          </p:cNvSpPr>
          <p:nvPr>
            <p:ph type="ctrTitle"/>
          </p:nvPr>
        </p:nvSpPr>
        <p:spPr/>
        <p:txBody>
          <a:bodyPr/>
          <a:lstStyle/>
          <a:p>
            <a:r>
              <a:rPr kumimoji="1" lang="ja-JP" altLang="en-US" dirty="0"/>
              <a:t>ソースコードの作成</a:t>
            </a:r>
          </a:p>
        </p:txBody>
      </p:sp>
      <p:sp>
        <p:nvSpPr>
          <p:cNvPr id="4" name="スライド番号プレースホルダー 3">
            <a:extLst>
              <a:ext uri="{FF2B5EF4-FFF2-40B4-BE49-F238E27FC236}">
                <a16:creationId xmlns:a16="http://schemas.microsoft.com/office/drawing/2014/main" id="{0798842C-FC38-4C12-BBBB-14A9BD5B0F91}"/>
              </a:ext>
            </a:extLst>
          </p:cNvPr>
          <p:cNvSpPr>
            <a:spLocks noGrp="1"/>
          </p:cNvSpPr>
          <p:nvPr>
            <p:ph type="sldNum" sz="quarter" idx="4"/>
          </p:nvPr>
        </p:nvSpPr>
        <p:spPr/>
        <p:txBody>
          <a:bodyPr/>
          <a:lstStyle/>
          <a:p>
            <a:fld id="{00000000-1234-1234-1234-123412341234}" type="slidenum">
              <a:rPr lang="en" smtClean="0"/>
              <a:pPr/>
              <a:t>8</a:t>
            </a:fld>
            <a:endParaRPr lang="en" dirty="0"/>
          </a:p>
        </p:txBody>
      </p:sp>
      <p:sp>
        <p:nvSpPr>
          <p:cNvPr id="5" name="テキスト プレースホルダー 4">
            <a:extLst>
              <a:ext uri="{FF2B5EF4-FFF2-40B4-BE49-F238E27FC236}">
                <a16:creationId xmlns:a16="http://schemas.microsoft.com/office/drawing/2014/main" id="{2BB3DC36-EADC-458F-8869-24DE6ADB9A03}"/>
              </a:ext>
            </a:extLst>
          </p:cNvPr>
          <p:cNvSpPr>
            <a:spLocks noGrp="1"/>
          </p:cNvSpPr>
          <p:nvPr>
            <p:ph type="body" sz="quarter" idx="14"/>
          </p:nvPr>
        </p:nvSpPr>
        <p:spPr>
          <a:xfrm>
            <a:off x="462875" y="859491"/>
            <a:ext cx="8216900" cy="1053129"/>
          </a:xfrm>
        </p:spPr>
        <p:txBody>
          <a:bodyPr/>
          <a:lstStyle/>
          <a:p>
            <a:pPr marL="96838" indent="0">
              <a:buNone/>
            </a:pPr>
            <a:r>
              <a:rPr kumimoji="1" lang="ja-JP" altLang="en-US" dirty="0"/>
              <a:t>このまま</a:t>
            </a:r>
            <a:r>
              <a:rPr kumimoji="1" lang="en-US" altLang="ja-JP" dirty="0"/>
              <a:t>Hello.java</a:t>
            </a:r>
            <a:r>
              <a:rPr kumimoji="1" lang="ja-JP" altLang="en-US" dirty="0"/>
              <a:t>を</a:t>
            </a:r>
            <a:r>
              <a:rPr kumimoji="1" lang="ja-JP" altLang="en-US" b="1" dirty="0">
                <a:solidFill>
                  <a:schemeClr val="tx2"/>
                </a:solidFill>
              </a:rPr>
              <a:t>ダブルクリックしてもサクラエディタを使うことはできません</a:t>
            </a:r>
            <a:r>
              <a:rPr kumimoji="1" lang="ja-JP" altLang="en-US" dirty="0"/>
              <a:t>。</a:t>
            </a:r>
            <a:endParaRPr kumimoji="1" lang="en-US" altLang="ja-JP" dirty="0"/>
          </a:p>
          <a:p>
            <a:pPr marL="96838" indent="0">
              <a:buNone/>
            </a:pPr>
            <a:r>
              <a:rPr kumimoji="1" lang="ja-JP" altLang="en-US" dirty="0"/>
              <a:t>ファイルをダブルクリックすると「このファイルを開く方法を選択してください」画面が表示されるので、サクラエディタを選択して、</a:t>
            </a:r>
            <a:r>
              <a:rPr kumimoji="1" lang="en-US" altLang="ja-JP" dirty="0"/>
              <a:t>OK</a:t>
            </a:r>
            <a:r>
              <a:rPr kumimoji="1" lang="ja-JP" altLang="en-US" dirty="0"/>
              <a:t>ボタンをクリックしてください。</a:t>
            </a:r>
          </a:p>
        </p:txBody>
      </p:sp>
      <p:pic>
        <p:nvPicPr>
          <p:cNvPr id="8" name="図 7">
            <a:extLst>
              <a:ext uri="{FF2B5EF4-FFF2-40B4-BE49-F238E27FC236}">
                <a16:creationId xmlns:a16="http://schemas.microsoft.com/office/drawing/2014/main" id="{43F8FFF7-FDAC-4EF6-9B93-C17116CE4C63}"/>
              </a:ext>
            </a:extLst>
          </p:cNvPr>
          <p:cNvPicPr>
            <a:picLocks noChangeAspect="1"/>
          </p:cNvPicPr>
          <p:nvPr/>
        </p:nvPicPr>
        <p:blipFill>
          <a:blip r:embed="rId2"/>
          <a:stretch>
            <a:fillRect/>
          </a:stretch>
        </p:blipFill>
        <p:spPr>
          <a:xfrm>
            <a:off x="3379730" y="1644785"/>
            <a:ext cx="2383190" cy="3172192"/>
          </a:xfrm>
          <a:prstGeom prst="rect">
            <a:avLst/>
          </a:prstGeom>
        </p:spPr>
      </p:pic>
    </p:spTree>
    <p:extLst>
      <p:ext uri="{BB962C8B-B14F-4D97-AF65-F5344CB8AC3E}">
        <p14:creationId xmlns:p14="http://schemas.microsoft.com/office/powerpoint/2010/main" val="3461199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5F656E4D-AA19-4184-8938-CB002E93AA1B}"/>
              </a:ext>
            </a:extLst>
          </p:cNvPr>
          <p:cNvPicPr>
            <a:picLocks noChangeAspect="1"/>
          </p:cNvPicPr>
          <p:nvPr/>
        </p:nvPicPr>
        <p:blipFill>
          <a:blip r:embed="rId2"/>
          <a:stretch>
            <a:fillRect/>
          </a:stretch>
        </p:blipFill>
        <p:spPr>
          <a:xfrm>
            <a:off x="2048284" y="1782967"/>
            <a:ext cx="5390083" cy="2818215"/>
          </a:xfrm>
          <a:prstGeom prst="rect">
            <a:avLst/>
          </a:prstGeom>
        </p:spPr>
      </p:pic>
      <p:sp>
        <p:nvSpPr>
          <p:cNvPr id="2" name="フッター プレースホルダー 1">
            <a:extLst>
              <a:ext uri="{FF2B5EF4-FFF2-40B4-BE49-F238E27FC236}">
                <a16:creationId xmlns:a16="http://schemas.microsoft.com/office/drawing/2014/main" id="{F113062D-8CCD-4DAC-92D4-EC0EAFD848E1}"/>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02EA919B-5C95-4C18-8CFF-A5ACA4DB182E}"/>
              </a:ext>
            </a:extLst>
          </p:cNvPr>
          <p:cNvSpPr>
            <a:spLocks noGrp="1"/>
          </p:cNvSpPr>
          <p:nvPr>
            <p:ph type="ctrTitle"/>
          </p:nvPr>
        </p:nvSpPr>
        <p:spPr/>
        <p:txBody>
          <a:bodyPr/>
          <a:lstStyle/>
          <a:p>
            <a:r>
              <a:rPr kumimoji="1" lang="ja-JP" altLang="en-US" dirty="0"/>
              <a:t>ソースコードの作成</a:t>
            </a:r>
          </a:p>
        </p:txBody>
      </p:sp>
      <p:sp>
        <p:nvSpPr>
          <p:cNvPr id="4" name="スライド番号プレースホルダー 3">
            <a:extLst>
              <a:ext uri="{FF2B5EF4-FFF2-40B4-BE49-F238E27FC236}">
                <a16:creationId xmlns:a16="http://schemas.microsoft.com/office/drawing/2014/main" id="{3D1D6B57-EB6F-419C-B9E8-91A85791F906}"/>
              </a:ext>
            </a:extLst>
          </p:cNvPr>
          <p:cNvSpPr>
            <a:spLocks noGrp="1"/>
          </p:cNvSpPr>
          <p:nvPr>
            <p:ph type="sldNum" sz="quarter" idx="4"/>
          </p:nvPr>
        </p:nvSpPr>
        <p:spPr/>
        <p:txBody>
          <a:bodyPr/>
          <a:lstStyle/>
          <a:p>
            <a:fld id="{00000000-1234-1234-1234-123412341234}" type="slidenum">
              <a:rPr lang="en" smtClean="0"/>
              <a:pPr/>
              <a:t>9</a:t>
            </a:fld>
            <a:endParaRPr lang="en" dirty="0"/>
          </a:p>
        </p:txBody>
      </p:sp>
      <p:sp>
        <p:nvSpPr>
          <p:cNvPr id="5" name="テキスト プレースホルダー 4">
            <a:extLst>
              <a:ext uri="{FF2B5EF4-FFF2-40B4-BE49-F238E27FC236}">
                <a16:creationId xmlns:a16="http://schemas.microsoft.com/office/drawing/2014/main" id="{48BF89F5-B1F6-4732-A48D-5FDDE3A0E801}"/>
              </a:ext>
            </a:extLst>
          </p:cNvPr>
          <p:cNvSpPr>
            <a:spLocks noGrp="1"/>
          </p:cNvSpPr>
          <p:nvPr>
            <p:ph type="body" sz="quarter" idx="14"/>
          </p:nvPr>
        </p:nvSpPr>
        <p:spPr>
          <a:xfrm>
            <a:off x="462875" y="859491"/>
            <a:ext cx="8216900" cy="885489"/>
          </a:xfrm>
        </p:spPr>
        <p:txBody>
          <a:bodyPr/>
          <a:lstStyle/>
          <a:p>
            <a:pPr marL="96838" indent="0">
              <a:buNone/>
            </a:pPr>
            <a:r>
              <a:rPr kumimoji="1" lang="en-US" altLang="ja-JP" dirty="0"/>
              <a:t>Hello.java</a:t>
            </a:r>
            <a:r>
              <a:rPr kumimoji="1" lang="ja-JP" altLang="en-US" dirty="0"/>
              <a:t>をサクラエディタで開くことができたら以下の１行を入力しましょう。</a:t>
            </a:r>
          </a:p>
          <a:p>
            <a:pPr marL="96838" indent="0">
              <a:buNone/>
            </a:pPr>
            <a:r>
              <a:rPr kumimoji="1" lang="ja-JP" altLang="en-US" dirty="0"/>
              <a:t>入力した単語に応じて自動的に文字の色が変わります。</a:t>
            </a:r>
          </a:p>
          <a:p>
            <a:pPr marL="96838" indent="0">
              <a:buNone/>
            </a:pPr>
            <a:r>
              <a:rPr kumimoji="1" lang="ja-JP" altLang="en-US" b="1" dirty="0">
                <a:solidFill>
                  <a:srgbClr val="C00000"/>
                </a:solidFill>
              </a:rPr>
              <a:t>半角で入力すること、大文字と小文字を間違えないこと</a:t>
            </a:r>
            <a:r>
              <a:rPr kumimoji="1" lang="ja-JP" altLang="en-US" dirty="0"/>
              <a:t>に入力しましょう。</a:t>
            </a:r>
          </a:p>
          <a:p>
            <a:pPr marL="96838" indent="0">
              <a:buNone/>
            </a:pPr>
            <a:endParaRPr kumimoji="1" lang="ja-JP" altLang="en-US" dirty="0"/>
          </a:p>
        </p:txBody>
      </p:sp>
      <p:sp>
        <p:nvSpPr>
          <p:cNvPr id="7" name="Google Shape;147;p19">
            <a:extLst>
              <a:ext uri="{FF2B5EF4-FFF2-40B4-BE49-F238E27FC236}">
                <a16:creationId xmlns:a16="http://schemas.microsoft.com/office/drawing/2014/main" id="{5D20DD92-21EA-420F-8DAC-3DC8CF59A2C1}"/>
              </a:ext>
            </a:extLst>
          </p:cNvPr>
          <p:cNvSpPr/>
          <p:nvPr/>
        </p:nvSpPr>
        <p:spPr>
          <a:xfrm>
            <a:off x="2957208" y="1744980"/>
            <a:ext cx="1127111" cy="417370"/>
          </a:xfrm>
          <a:prstGeom prst="rect">
            <a:avLst/>
          </a:prstGeom>
          <a:no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8" name="Google Shape;148;p19">
            <a:extLst>
              <a:ext uri="{FF2B5EF4-FFF2-40B4-BE49-F238E27FC236}">
                <a16:creationId xmlns:a16="http://schemas.microsoft.com/office/drawing/2014/main" id="{855DD384-E575-4E59-8B92-CF01F5F2C561}"/>
              </a:ext>
            </a:extLst>
          </p:cNvPr>
          <p:cNvSpPr/>
          <p:nvPr/>
        </p:nvSpPr>
        <p:spPr>
          <a:xfrm>
            <a:off x="3680300" y="2930894"/>
            <a:ext cx="590143" cy="299055"/>
          </a:xfrm>
          <a:prstGeom prst="rect">
            <a:avLst/>
          </a:prstGeom>
          <a:no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9" name="Google Shape;149;p19">
            <a:extLst>
              <a:ext uri="{FF2B5EF4-FFF2-40B4-BE49-F238E27FC236}">
                <a16:creationId xmlns:a16="http://schemas.microsoft.com/office/drawing/2014/main" id="{1EDBCA61-2D5E-4A4B-B9C3-159F9F0E76D9}"/>
              </a:ext>
            </a:extLst>
          </p:cNvPr>
          <p:cNvSpPr/>
          <p:nvPr/>
        </p:nvSpPr>
        <p:spPr>
          <a:xfrm>
            <a:off x="5222424" y="2253612"/>
            <a:ext cx="3395796" cy="1455077"/>
          </a:xfrm>
          <a:prstGeom prst="rect">
            <a:avLst/>
          </a:prstGeom>
          <a:solidFill>
            <a:schemeClr val="lt1"/>
          </a:solid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1400" dirty="0">
                <a:solidFill>
                  <a:schemeClr val="dk1"/>
                </a:solidFill>
                <a:cs typeface="Meiryo"/>
                <a:sym typeface="Meiryo"/>
              </a:rPr>
              <a:t>「class」と{ }の間に書かれている</a:t>
            </a:r>
            <a:endParaRPr sz="1400" dirty="0"/>
          </a:p>
          <a:p>
            <a:pPr marL="0" marR="0" lvl="0" indent="0" algn="l" rtl="0">
              <a:spcBef>
                <a:spcPts val="0"/>
              </a:spcBef>
              <a:spcAft>
                <a:spcPts val="0"/>
              </a:spcAft>
              <a:buNone/>
            </a:pPr>
            <a:r>
              <a:rPr lang="ja-JP" sz="1400" dirty="0">
                <a:solidFill>
                  <a:schemeClr val="dk1"/>
                </a:solidFill>
                <a:cs typeface="Meiryo"/>
                <a:sym typeface="Meiryo"/>
              </a:rPr>
              <a:t>のが</a:t>
            </a:r>
            <a:r>
              <a:rPr lang="ja-JP" sz="1400" b="1" dirty="0">
                <a:solidFill>
                  <a:srgbClr val="C00000"/>
                </a:solidFill>
                <a:cs typeface="Meiryo"/>
                <a:sym typeface="Meiryo"/>
              </a:rPr>
              <a:t>クラス名</a:t>
            </a:r>
            <a:r>
              <a:rPr lang="ja-JP" sz="1400" dirty="0">
                <a:solidFill>
                  <a:schemeClr val="dk1"/>
                </a:solidFill>
                <a:cs typeface="Meiryo"/>
                <a:sym typeface="Meiryo"/>
              </a:rPr>
              <a:t>です。</a:t>
            </a:r>
            <a:endParaRPr sz="1400" dirty="0"/>
          </a:p>
          <a:p>
            <a:pPr marL="0" marR="0" lvl="0" indent="0" algn="l" rtl="0">
              <a:spcBef>
                <a:spcPts val="0"/>
              </a:spcBef>
              <a:spcAft>
                <a:spcPts val="0"/>
              </a:spcAft>
              <a:buNone/>
            </a:pPr>
            <a:r>
              <a:rPr lang="ja-JP" sz="1400" dirty="0">
                <a:solidFill>
                  <a:schemeClr val="dk1"/>
                </a:solidFill>
                <a:cs typeface="Meiryo"/>
                <a:sym typeface="Meiryo"/>
              </a:rPr>
              <a:t>クラス名はファイル名と同じ</a:t>
            </a:r>
            <a:endParaRPr sz="1400" dirty="0"/>
          </a:p>
          <a:p>
            <a:pPr marL="0" marR="0" lvl="0" indent="0" algn="l" rtl="0">
              <a:spcBef>
                <a:spcPts val="0"/>
              </a:spcBef>
              <a:spcAft>
                <a:spcPts val="0"/>
              </a:spcAft>
              <a:buNone/>
            </a:pPr>
            <a:r>
              <a:rPr lang="ja-JP" sz="1400" dirty="0">
                <a:solidFill>
                  <a:schemeClr val="dk1"/>
                </a:solidFill>
                <a:cs typeface="Meiryo"/>
                <a:sym typeface="Meiryo"/>
              </a:rPr>
              <a:t>（ファイル名＝クラス名.java）</a:t>
            </a:r>
            <a:endParaRPr sz="1400" dirty="0">
              <a:solidFill>
                <a:schemeClr val="dk1"/>
              </a:solidFill>
              <a:cs typeface="Meiryo"/>
              <a:sym typeface="Meiryo"/>
            </a:endParaRPr>
          </a:p>
          <a:p>
            <a:pPr marL="0" marR="0" lvl="0" indent="0" algn="l" rtl="0">
              <a:spcBef>
                <a:spcPts val="0"/>
              </a:spcBef>
              <a:spcAft>
                <a:spcPts val="0"/>
              </a:spcAft>
              <a:buNone/>
            </a:pPr>
            <a:r>
              <a:rPr lang="ja-JP" sz="1400" dirty="0">
                <a:solidFill>
                  <a:schemeClr val="dk1"/>
                </a:solidFill>
                <a:cs typeface="Meiryo"/>
                <a:sym typeface="Meiryo"/>
              </a:rPr>
              <a:t>となっていることに注意しましょう。</a:t>
            </a:r>
            <a:endParaRPr sz="1400" dirty="0"/>
          </a:p>
        </p:txBody>
      </p:sp>
      <p:cxnSp>
        <p:nvCxnSpPr>
          <p:cNvPr id="10" name="Google Shape;151;p19">
            <a:extLst>
              <a:ext uri="{FF2B5EF4-FFF2-40B4-BE49-F238E27FC236}">
                <a16:creationId xmlns:a16="http://schemas.microsoft.com/office/drawing/2014/main" id="{91194AC1-584D-4C3A-B077-94C5154B4399}"/>
              </a:ext>
            </a:extLst>
          </p:cNvPr>
          <p:cNvCxnSpPr>
            <a:cxnSpLocks/>
            <a:endCxn id="7" idx="3"/>
          </p:cNvCxnSpPr>
          <p:nvPr/>
        </p:nvCxnSpPr>
        <p:spPr>
          <a:xfrm flipH="1" flipV="1">
            <a:off x="4084319" y="1953665"/>
            <a:ext cx="1138106" cy="299054"/>
          </a:xfrm>
          <a:prstGeom prst="straightConnector1">
            <a:avLst/>
          </a:prstGeom>
          <a:noFill/>
          <a:ln w="38100" cap="flat" cmpd="sng">
            <a:solidFill>
              <a:srgbClr val="C00000"/>
            </a:solidFill>
            <a:prstDash val="solid"/>
            <a:round/>
            <a:headEnd type="none" w="sm" len="sm"/>
            <a:tailEnd type="triangle" w="med" len="med"/>
          </a:ln>
        </p:spPr>
      </p:cxnSp>
      <p:cxnSp>
        <p:nvCxnSpPr>
          <p:cNvPr id="13" name="Google Shape;151;p19">
            <a:extLst>
              <a:ext uri="{FF2B5EF4-FFF2-40B4-BE49-F238E27FC236}">
                <a16:creationId xmlns:a16="http://schemas.microsoft.com/office/drawing/2014/main" id="{40C146C6-A279-40A2-8FFC-CDF438AD8EC6}"/>
              </a:ext>
            </a:extLst>
          </p:cNvPr>
          <p:cNvCxnSpPr>
            <a:cxnSpLocks/>
          </p:cNvCxnSpPr>
          <p:nvPr/>
        </p:nvCxnSpPr>
        <p:spPr>
          <a:xfrm flipH="1">
            <a:off x="4355433" y="2655651"/>
            <a:ext cx="866992" cy="275243"/>
          </a:xfrm>
          <a:prstGeom prst="straightConnector1">
            <a:avLst/>
          </a:prstGeom>
          <a:noFill/>
          <a:ln w="38100" cap="flat" cmpd="sng">
            <a:solidFill>
              <a:srgbClr val="C00000"/>
            </a:solidFill>
            <a:prstDash val="solid"/>
            <a:round/>
            <a:headEnd type="none" w="sm" len="sm"/>
            <a:tailEnd type="triangle" w="med" len="med"/>
          </a:ln>
        </p:spPr>
      </p:cxnSp>
    </p:spTree>
    <p:extLst>
      <p:ext uri="{BB962C8B-B14F-4D97-AF65-F5344CB8AC3E}">
        <p14:creationId xmlns:p14="http://schemas.microsoft.com/office/powerpoint/2010/main" val="3052400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0F3A716A-92E9-4EC2-9974-268AD41EDCCA}"/>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596BC9A-A7A4-4BAC-8F7B-8472A7B4F315}"/>
              </a:ext>
            </a:extLst>
          </p:cNvPr>
          <p:cNvSpPr>
            <a:spLocks noGrp="1"/>
          </p:cNvSpPr>
          <p:nvPr>
            <p:ph type="ctrTitle"/>
          </p:nvPr>
        </p:nvSpPr>
        <p:spPr/>
        <p:txBody>
          <a:bodyPr/>
          <a:lstStyle/>
          <a:p>
            <a:r>
              <a:rPr kumimoji="1" lang="ja-JP" altLang="en-US" dirty="0"/>
              <a:t>ソースコードの作成</a:t>
            </a:r>
          </a:p>
        </p:txBody>
      </p:sp>
      <p:sp>
        <p:nvSpPr>
          <p:cNvPr id="4" name="スライド番号プレースホルダー 3">
            <a:extLst>
              <a:ext uri="{FF2B5EF4-FFF2-40B4-BE49-F238E27FC236}">
                <a16:creationId xmlns:a16="http://schemas.microsoft.com/office/drawing/2014/main" id="{738C18BA-4F89-46D6-A7EB-45DE758E8832}"/>
              </a:ext>
            </a:extLst>
          </p:cNvPr>
          <p:cNvSpPr>
            <a:spLocks noGrp="1"/>
          </p:cNvSpPr>
          <p:nvPr>
            <p:ph type="sldNum" sz="quarter" idx="4"/>
          </p:nvPr>
        </p:nvSpPr>
        <p:spPr/>
        <p:txBody>
          <a:bodyPr/>
          <a:lstStyle/>
          <a:p>
            <a:fld id="{00000000-1234-1234-1234-123412341234}" type="slidenum">
              <a:rPr lang="en" smtClean="0"/>
              <a:pPr/>
              <a:t>10</a:t>
            </a:fld>
            <a:endParaRPr lang="en" dirty="0"/>
          </a:p>
        </p:txBody>
      </p:sp>
      <p:sp>
        <p:nvSpPr>
          <p:cNvPr id="5" name="テキスト プレースホルダー 4">
            <a:extLst>
              <a:ext uri="{FF2B5EF4-FFF2-40B4-BE49-F238E27FC236}">
                <a16:creationId xmlns:a16="http://schemas.microsoft.com/office/drawing/2014/main" id="{D8171BAF-394E-4801-BF60-705D3F952BF7}"/>
              </a:ext>
            </a:extLst>
          </p:cNvPr>
          <p:cNvSpPr>
            <a:spLocks noGrp="1"/>
          </p:cNvSpPr>
          <p:nvPr>
            <p:ph type="body" sz="quarter" idx="14"/>
          </p:nvPr>
        </p:nvSpPr>
        <p:spPr>
          <a:xfrm>
            <a:off x="462875" y="859491"/>
            <a:ext cx="8216900" cy="321609"/>
          </a:xfrm>
        </p:spPr>
        <p:txBody>
          <a:bodyPr/>
          <a:lstStyle/>
          <a:p>
            <a:pPr marL="96838" indent="0">
              <a:buNone/>
            </a:pPr>
            <a:r>
              <a:rPr kumimoji="1" lang="ja-JP" altLang="en-US" dirty="0"/>
              <a:t>次に波カッコ</a:t>
            </a:r>
            <a:r>
              <a:rPr kumimoji="1" lang="en-US" altLang="ja-JP" dirty="0"/>
              <a:t>(</a:t>
            </a:r>
            <a:r>
              <a:rPr kumimoji="1" lang="en-US" altLang="ja-JP" b="1" dirty="0">
                <a:solidFill>
                  <a:srgbClr val="C00000"/>
                </a:solidFill>
              </a:rPr>
              <a:t>{ }</a:t>
            </a:r>
            <a:r>
              <a:rPr kumimoji="1" lang="ja-JP" altLang="en-US" dirty="0"/>
              <a:t>のことです</a:t>
            </a:r>
            <a:r>
              <a:rPr kumimoji="1" lang="en-US" altLang="ja-JP" dirty="0"/>
              <a:t>)</a:t>
            </a:r>
            <a:r>
              <a:rPr kumimoji="1" lang="ja-JP" altLang="en-US" dirty="0"/>
              <a:t> の間に改行を入れて、その中に以下のように書きます。</a:t>
            </a:r>
          </a:p>
        </p:txBody>
      </p:sp>
      <p:sp>
        <p:nvSpPr>
          <p:cNvPr id="6" name="テキスト プレースホルダー 4">
            <a:extLst>
              <a:ext uri="{FF2B5EF4-FFF2-40B4-BE49-F238E27FC236}">
                <a16:creationId xmlns:a16="http://schemas.microsoft.com/office/drawing/2014/main" id="{E9940D2C-EA16-4D24-8B58-85831276F97C}"/>
              </a:ext>
            </a:extLst>
          </p:cNvPr>
          <p:cNvSpPr txBox="1">
            <a:spLocks/>
          </p:cNvSpPr>
          <p:nvPr/>
        </p:nvSpPr>
        <p:spPr>
          <a:xfrm>
            <a:off x="1120141" y="1218860"/>
            <a:ext cx="7071359" cy="88426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public class Hello {</a:t>
            </a:r>
          </a:p>
          <a:p>
            <a:pPr marL="96838" indent="0">
              <a:buFont typeface="Arial" panose="020B0604020202020204" pitchFamily="34" charset="0"/>
              <a:buNone/>
            </a:pPr>
            <a:r>
              <a:rPr lang="en-US" altLang="ja-JP" dirty="0"/>
              <a:t>    </a:t>
            </a:r>
            <a:r>
              <a:rPr lang="en-US" altLang="ja-JP" b="1" dirty="0">
                <a:solidFill>
                  <a:schemeClr val="accent1"/>
                </a:solidFill>
              </a:rPr>
              <a:t>public static void main(String[] </a:t>
            </a:r>
            <a:r>
              <a:rPr lang="en-US" altLang="ja-JP" b="1" dirty="0" err="1">
                <a:solidFill>
                  <a:schemeClr val="accent1"/>
                </a:solidFill>
              </a:rPr>
              <a:t>args</a:t>
            </a:r>
            <a:r>
              <a:rPr lang="en-US" altLang="ja-JP" b="1" dirty="0">
                <a:solidFill>
                  <a:schemeClr val="accent1"/>
                </a:solidFill>
              </a:rPr>
              <a:t>) {}</a:t>
            </a:r>
          </a:p>
          <a:p>
            <a:pPr marL="96838" indent="0">
              <a:buFont typeface="Arial" panose="020B0604020202020204" pitchFamily="34" charset="0"/>
              <a:buNone/>
            </a:pPr>
            <a:r>
              <a:rPr lang="en-US" altLang="ja-JP" dirty="0"/>
              <a:t>}</a:t>
            </a:r>
          </a:p>
        </p:txBody>
      </p:sp>
      <p:sp>
        <p:nvSpPr>
          <p:cNvPr id="7" name="テキスト プレースホルダー 4">
            <a:extLst>
              <a:ext uri="{FF2B5EF4-FFF2-40B4-BE49-F238E27FC236}">
                <a16:creationId xmlns:a16="http://schemas.microsoft.com/office/drawing/2014/main" id="{127814C8-398F-4FB0-8BFD-8CA89A09E47F}"/>
              </a:ext>
            </a:extLst>
          </p:cNvPr>
          <p:cNvSpPr txBox="1">
            <a:spLocks/>
          </p:cNvSpPr>
          <p:nvPr/>
        </p:nvSpPr>
        <p:spPr>
          <a:xfrm>
            <a:off x="462875" y="2140880"/>
            <a:ext cx="8216900" cy="25606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marR="0" lvl="0" indent="0" algn="l" rtl="0">
              <a:lnSpc>
                <a:spcPct val="100000"/>
              </a:lnSpc>
              <a:spcBef>
                <a:spcPts val="0"/>
              </a:spcBef>
              <a:spcAft>
                <a:spcPts val="0"/>
              </a:spcAft>
              <a:buClr>
                <a:srgbClr val="3F3F3F"/>
              </a:buClr>
              <a:buSzPts val="1800"/>
              <a:buFont typeface="Noto Sans Symbols"/>
              <a:buNone/>
            </a:pPr>
            <a:r>
              <a:rPr lang="ja-JP" altLang="en-US" sz="1400" b="0" dirty="0">
                <a:solidFill>
                  <a:srgbClr val="3F3F3F"/>
                </a:solidFill>
                <a:cs typeface="Quattrocento Sans"/>
                <a:sym typeface="Quattrocento Sans"/>
              </a:rPr>
              <a:t>長くて複雑ですが、</a:t>
            </a:r>
            <a:r>
              <a:rPr lang="en-US" altLang="ja-JP" sz="1400" b="0" dirty="0">
                <a:solidFill>
                  <a:srgbClr val="3F3F3F"/>
                </a:solidFill>
                <a:cs typeface="Quattrocento Sans"/>
                <a:sym typeface="Quattrocento Sans"/>
              </a:rPr>
              <a:t>2</a:t>
            </a:r>
            <a:r>
              <a:rPr lang="ja-JP" altLang="en-US" sz="1400" b="0" dirty="0">
                <a:solidFill>
                  <a:srgbClr val="3F3F3F"/>
                </a:solidFill>
                <a:cs typeface="Quattrocento Sans"/>
                <a:sym typeface="Quattrocento Sans"/>
              </a:rPr>
              <a:t>行目は</a:t>
            </a:r>
            <a:r>
              <a:rPr lang="ja-JP" altLang="en-US" sz="1400" b="1" dirty="0">
                <a:solidFill>
                  <a:srgbClr val="C00000"/>
                </a:solidFill>
                <a:cs typeface="Quattrocento Sans"/>
                <a:sym typeface="Quattrocento Sans"/>
              </a:rPr>
              <a:t>いつでも同じことを書かなければいけません</a:t>
            </a:r>
            <a:r>
              <a:rPr lang="ja-JP" altLang="en-US" sz="1400" b="0" dirty="0">
                <a:solidFill>
                  <a:srgbClr val="3F3F3F"/>
                </a:solidFill>
                <a:cs typeface="Quattrocento Sans"/>
                <a:sym typeface="Quattrocento Sans"/>
              </a:rPr>
              <a:t>。</a:t>
            </a:r>
            <a:endParaRPr lang="ja-JP" altLang="en-US" dirty="0"/>
          </a:p>
          <a:p>
            <a:pPr marL="0" marR="0" lvl="0" indent="0" algn="l" rtl="0">
              <a:lnSpc>
                <a:spcPct val="100000"/>
              </a:lnSpc>
              <a:spcBef>
                <a:spcPts val="1200"/>
              </a:spcBef>
              <a:spcAft>
                <a:spcPts val="0"/>
              </a:spcAft>
              <a:buClr>
                <a:srgbClr val="3F3F3F"/>
              </a:buClr>
              <a:buSzPts val="1800"/>
              <a:buFont typeface="Noto Sans Symbols"/>
              <a:buNone/>
            </a:pPr>
            <a:r>
              <a:rPr lang="ja-JP" altLang="en-US" sz="1400" b="0" dirty="0">
                <a:solidFill>
                  <a:srgbClr val="3F3F3F"/>
                </a:solidFill>
                <a:cs typeface="Quattrocento Sans"/>
                <a:sym typeface="Quattrocento Sans"/>
              </a:rPr>
              <a:t>何度も書くうちに覚えてしまいますので、頑張って覚えましょう。</a:t>
            </a:r>
          </a:p>
          <a:p>
            <a:pPr marL="0" marR="0" lvl="0" indent="0" algn="l" rtl="0">
              <a:lnSpc>
                <a:spcPct val="100000"/>
              </a:lnSpc>
              <a:spcBef>
                <a:spcPts val="1200"/>
              </a:spcBef>
              <a:spcAft>
                <a:spcPts val="0"/>
              </a:spcAft>
              <a:buClr>
                <a:srgbClr val="3F3F3F"/>
              </a:buClr>
              <a:buSzPts val="1800"/>
              <a:buFont typeface="Noto Sans Symbols"/>
              <a:buNone/>
            </a:pPr>
            <a:r>
              <a:rPr lang="ja-JP" altLang="en-US" sz="1400" b="0" dirty="0">
                <a:solidFill>
                  <a:srgbClr val="3F3F3F"/>
                </a:solidFill>
                <a:cs typeface="Quattrocento Sans"/>
                <a:sym typeface="Quattrocento Sans"/>
              </a:rPr>
              <a:t>ここでも大文字と小文字を間違えないように気をつけてください。</a:t>
            </a:r>
            <a:endParaRPr lang="ja-JP" altLang="en-US" dirty="0"/>
          </a:p>
          <a:p>
            <a:pPr marL="0" marR="0" lvl="0" indent="0" algn="l" rtl="0">
              <a:lnSpc>
                <a:spcPct val="100000"/>
              </a:lnSpc>
              <a:spcBef>
                <a:spcPts val="1200"/>
              </a:spcBef>
              <a:spcAft>
                <a:spcPts val="0"/>
              </a:spcAft>
              <a:buClr>
                <a:srgbClr val="3F3F3F"/>
              </a:buClr>
              <a:buSzPts val="1800"/>
              <a:buFont typeface="Noto Sans Symbols"/>
              <a:buNone/>
            </a:pPr>
            <a:r>
              <a:rPr lang="ja-JP" altLang="en-US" sz="1400" b="0" dirty="0">
                <a:solidFill>
                  <a:srgbClr val="3F3F3F"/>
                </a:solidFill>
                <a:cs typeface="Quattrocento Sans"/>
                <a:sym typeface="Quattrocento Sans"/>
              </a:rPr>
              <a:t>上のプログラムの</a:t>
            </a:r>
            <a:r>
              <a:rPr lang="en-US" altLang="ja-JP" sz="1400" b="0" dirty="0">
                <a:solidFill>
                  <a:srgbClr val="3F3F3F"/>
                </a:solidFill>
                <a:cs typeface="Quattrocento Sans"/>
                <a:sym typeface="Quattrocento Sans"/>
              </a:rPr>
              <a:t>2</a:t>
            </a:r>
            <a:r>
              <a:rPr lang="ja-JP" altLang="en-US" sz="1400" b="0" dirty="0">
                <a:solidFill>
                  <a:srgbClr val="3F3F3F"/>
                </a:solidFill>
                <a:cs typeface="Quattrocento Sans"/>
                <a:sym typeface="Quattrocento Sans"/>
              </a:rPr>
              <a:t>行目の書き方が</a:t>
            </a:r>
            <a:r>
              <a:rPr lang="ja-JP" altLang="en-US" sz="1400" b="1" dirty="0">
                <a:solidFill>
                  <a:srgbClr val="C00000"/>
                </a:solidFill>
                <a:cs typeface="Quattrocento Sans"/>
                <a:sym typeface="Quattrocento Sans"/>
              </a:rPr>
              <a:t>プログラムの開始位置</a:t>
            </a:r>
            <a:r>
              <a:rPr lang="ja-JP" altLang="en-US" sz="1400" b="0" dirty="0">
                <a:solidFill>
                  <a:srgbClr val="3F3F3F"/>
                </a:solidFill>
                <a:cs typeface="Quattrocento Sans"/>
                <a:sym typeface="Quattrocento Sans"/>
              </a:rPr>
              <a:t>（</a:t>
            </a:r>
            <a:r>
              <a:rPr lang="ja-JP" altLang="en-US" sz="1400" b="1" dirty="0">
                <a:solidFill>
                  <a:srgbClr val="C00000"/>
                </a:solidFill>
                <a:cs typeface="Quattrocento Sans"/>
                <a:sym typeface="Quattrocento Sans"/>
              </a:rPr>
              <a:t>エントリポイント</a:t>
            </a:r>
            <a:r>
              <a:rPr lang="ja-JP" altLang="en-US" sz="1400" b="0" dirty="0">
                <a:solidFill>
                  <a:srgbClr val="3F3F3F"/>
                </a:solidFill>
                <a:cs typeface="Quattrocento Sans"/>
                <a:sym typeface="Quattrocento Sans"/>
              </a:rPr>
              <a:t>といいます）を</a:t>
            </a:r>
            <a:br>
              <a:rPr lang="en-US" altLang="ja-JP" sz="1400" b="0" dirty="0">
                <a:solidFill>
                  <a:srgbClr val="3F3F3F"/>
                </a:solidFill>
                <a:cs typeface="Quattrocento Sans"/>
                <a:sym typeface="Quattrocento Sans"/>
              </a:rPr>
            </a:br>
            <a:r>
              <a:rPr lang="ja-JP" altLang="en-US" sz="1400" b="0" dirty="0">
                <a:solidFill>
                  <a:srgbClr val="3F3F3F"/>
                </a:solidFill>
                <a:cs typeface="Quattrocento Sans"/>
                <a:sym typeface="Quattrocento Sans"/>
              </a:rPr>
              <a:t>表します。</a:t>
            </a:r>
          </a:p>
        </p:txBody>
      </p:sp>
    </p:spTree>
    <p:extLst>
      <p:ext uri="{BB962C8B-B14F-4D97-AF65-F5344CB8AC3E}">
        <p14:creationId xmlns:p14="http://schemas.microsoft.com/office/powerpoint/2010/main" val="862296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D67BD475-FE88-485F-B255-249D6328E213}"/>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82651AF8-825E-488C-97AE-6777181F4848}"/>
              </a:ext>
            </a:extLst>
          </p:cNvPr>
          <p:cNvSpPr>
            <a:spLocks noGrp="1"/>
          </p:cNvSpPr>
          <p:nvPr>
            <p:ph type="ctrTitle"/>
          </p:nvPr>
        </p:nvSpPr>
        <p:spPr/>
        <p:txBody>
          <a:bodyPr/>
          <a:lstStyle/>
          <a:p>
            <a:r>
              <a:rPr kumimoji="1" lang="ja-JP" altLang="en-US" dirty="0"/>
              <a:t>ソースコードの作成</a:t>
            </a:r>
          </a:p>
        </p:txBody>
      </p:sp>
      <p:sp>
        <p:nvSpPr>
          <p:cNvPr id="4" name="スライド番号プレースホルダー 3">
            <a:extLst>
              <a:ext uri="{FF2B5EF4-FFF2-40B4-BE49-F238E27FC236}">
                <a16:creationId xmlns:a16="http://schemas.microsoft.com/office/drawing/2014/main" id="{BF50448A-F6A4-4F13-BDA4-F57A2822002B}"/>
              </a:ext>
            </a:extLst>
          </p:cNvPr>
          <p:cNvSpPr>
            <a:spLocks noGrp="1"/>
          </p:cNvSpPr>
          <p:nvPr>
            <p:ph type="sldNum" sz="quarter" idx="4"/>
          </p:nvPr>
        </p:nvSpPr>
        <p:spPr/>
        <p:txBody>
          <a:bodyPr/>
          <a:lstStyle/>
          <a:p>
            <a:fld id="{00000000-1234-1234-1234-123412341234}" type="slidenum">
              <a:rPr lang="en" smtClean="0"/>
              <a:pPr/>
              <a:t>11</a:t>
            </a:fld>
            <a:endParaRPr lang="en" dirty="0"/>
          </a:p>
        </p:txBody>
      </p:sp>
      <p:sp>
        <p:nvSpPr>
          <p:cNvPr id="5" name="テキスト プレースホルダー 4">
            <a:extLst>
              <a:ext uri="{FF2B5EF4-FFF2-40B4-BE49-F238E27FC236}">
                <a16:creationId xmlns:a16="http://schemas.microsoft.com/office/drawing/2014/main" id="{64D92467-3673-4ABC-81DF-B7F0E6026917}"/>
              </a:ext>
            </a:extLst>
          </p:cNvPr>
          <p:cNvSpPr>
            <a:spLocks noGrp="1"/>
          </p:cNvSpPr>
          <p:nvPr>
            <p:ph type="body" sz="quarter" idx="14"/>
          </p:nvPr>
        </p:nvSpPr>
        <p:spPr>
          <a:xfrm>
            <a:off x="462875" y="859491"/>
            <a:ext cx="8216900" cy="344469"/>
          </a:xfrm>
        </p:spPr>
        <p:txBody>
          <a:bodyPr/>
          <a:lstStyle/>
          <a:p>
            <a:pPr marL="96838" indent="0">
              <a:buNone/>
            </a:pPr>
            <a:r>
              <a:rPr lang="ja-JP" altLang="en-US" dirty="0"/>
              <a:t>さらに</a:t>
            </a:r>
            <a:r>
              <a:rPr kumimoji="1" lang="ja-JP" altLang="en-US" dirty="0"/>
              <a:t>波カッコ</a:t>
            </a:r>
            <a:r>
              <a:rPr lang="ja-JP" altLang="en-US" dirty="0"/>
              <a:t>の間に改行を入れて、その中に以下のように書きます。</a:t>
            </a:r>
          </a:p>
        </p:txBody>
      </p:sp>
      <p:sp>
        <p:nvSpPr>
          <p:cNvPr id="6" name="テキスト プレースホルダー 4">
            <a:extLst>
              <a:ext uri="{FF2B5EF4-FFF2-40B4-BE49-F238E27FC236}">
                <a16:creationId xmlns:a16="http://schemas.microsoft.com/office/drawing/2014/main" id="{42227182-5641-490B-87D8-0F9C7746E19F}"/>
              </a:ext>
            </a:extLst>
          </p:cNvPr>
          <p:cNvSpPr txBox="1">
            <a:spLocks/>
          </p:cNvSpPr>
          <p:nvPr/>
        </p:nvSpPr>
        <p:spPr>
          <a:xfrm>
            <a:off x="1120141" y="1218860"/>
            <a:ext cx="7071359" cy="144052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public class Hello {</a:t>
            </a:r>
          </a:p>
          <a:p>
            <a:pPr marL="96838" indent="0">
              <a:buFont typeface="Arial" panose="020B0604020202020204" pitchFamily="34" charset="0"/>
              <a:buNone/>
            </a:pPr>
            <a:r>
              <a:rPr lang="en-US" altLang="ja-JP" dirty="0"/>
              <a:t>    public static void main(String[] </a:t>
            </a:r>
            <a:r>
              <a:rPr lang="en-US" altLang="ja-JP" dirty="0" err="1"/>
              <a:t>args</a:t>
            </a:r>
            <a:r>
              <a:rPr lang="en-US" altLang="ja-JP" dirty="0"/>
              <a:t>) {</a:t>
            </a:r>
          </a:p>
          <a:p>
            <a:pPr marL="96838" indent="0">
              <a:buFont typeface="Arial" panose="020B0604020202020204" pitchFamily="34" charset="0"/>
              <a:buNone/>
            </a:pPr>
            <a:r>
              <a:rPr lang="en-US" altLang="ja-JP" b="1" dirty="0">
                <a:solidFill>
                  <a:schemeClr val="accent1"/>
                </a:solidFill>
              </a:rPr>
              <a:t>        </a:t>
            </a:r>
            <a:r>
              <a:rPr lang="en-US" altLang="ja-JP" b="1" dirty="0" err="1">
                <a:solidFill>
                  <a:schemeClr val="accent1"/>
                </a:solidFill>
              </a:rPr>
              <a:t>System.out.println</a:t>
            </a:r>
            <a:r>
              <a:rPr lang="en-US" altLang="ja-JP" b="1" dirty="0">
                <a:solidFill>
                  <a:schemeClr val="accent1"/>
                </a:solidFill>
              </a:rPr>
              <a:t>("");</a:t>
            </a:r>
          </a:p>
          <a:p>
            <a:pPr marL="96838" indent="0">
              <a:buFont typeface="Arial" panose="020B0604020202020204" pitchFamily="34" charset="0"/>
              <a:buNone/>
            </a:pPr>
            <a:r>
              <a:rPr lang="en-US" altLang="ja-JP" dirty="0"/>
              <a:t>    }</a:t>
            </a:r>
          </a:p>
          <a:p>
            <a:pPr marL="96838" indent="0">
              <a:buFont typeface="Arial" panose="020B0604020202020204" pitchFamily="34" charset="0"/>
              <a:buNone/>
            </a:pPr>
            <a:r>
              <a:rPr lang="en-US" altLang="ja-JP" dirty="0"/>
              <a:t>}</a:t>
            </a:r>
          </a:p>
        </p:txBody>
      </p:sp>
      <p:sp>
        <p:nvSpPr>
          <p:cNvPr id="7" name="テキスト プレースホルダー 4">
            <a:extLst>
              <a:ext uri="{FF2B5EF4-FFF2-40B4-BE49-F238E27FC236}">
                <a16:creationId xmlns:a16="http://schemas.microsoft.com/office/drawing/2014/main" id="{F7D6E1F9-5D75-44E5-88A9-E91D05C29E75}"/>
              </a:ext>
            </a:extLst>
          </p:cNvPr>
          <p:cNvSpPr txBox="1">
            <a:spLocks/>
          </p:cNvSpPr>
          <p:nvPr/>
        </p:nvSpPr>
        <p:spPr>
          <a:xfrm>
            <a:off x="462875" y="2695436"/>
            <a:ext cx="8216900" cy="122920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大文字と小文字を間違えないようにするのはここでも同じです。</a:t>
            </a:r>
          </a:p>
          <a:p>
            <a:pPr marL="96838" indent="0">
              <a:buFont typeface="Arial" panose="020B0604020202020204" pitchFamily="34" charset="0"/>
              <a:buNone/>
            </a:pPr>
            <a:r>
              <a:rPr lang="en-US" altLang="ja-JP" b="1" dirty="0" err="1">
                <a:solidFill>
                  <a:srgbClr val="C00000"/>
                </a:solidFill>
              </a:rPr>
              <a:t>System.out.println</a:t>
            </a:r>
            <a:r>
              <a:rPr lang="en-US" altLang="ja-JP" b="1" dirty="0">
                <a:solidFill>
                  <a:srgbClr val="C00000"/>
                </a:solidFill>
              </a:rPr>
              <a:t>(  );</a:t>
            </a:r>
            <a:r>
              <a:rPr lang="ja-JP" altLang="en-US" dirty="0"/>
              <a:t>　は丸カッコの中のデータを</a:t>
            </a:r>
            <a:r>
              <a:rPr lang="ja-JP" altLang="en-US" b="1" dirty="0">
                <a:solidFill>
                  <a:srgbClr val="C00000"/>
                </a:solidFill>
              </a:rPr>
              <a:t>画面に表示する命令</a:t>
            </a:r>
            <a:r>
              <a:rPr lang="ja-JP" altLang="en-US" dirty="0"/>
              <a:t>です。</a:t>
            </a:r>
          </a:p>
          <a:p>
            <a:pPr marL="96838" indent="0">
              <a:buFont typeface="Arial" panose="020B0604020202020204" pitchFamily="34" charset="0"/>
              <a:buNone/>
            </a:pPr>
            <a:r>
              <a:rPr lang="ja-JP" altLang="en-US" dirty="0"/>
              <a:t>最後に「</a:t>
            </a:r>
            <a:r>
              <a:rPr lang="en-US" altLang="ja-JP" dirty="0"/>
              <a:t>;</a:t>
            </a:r>
            <a:r>
              <a:rPr lang="ja-JP" altLang="en-US" dirty="0"/>
              <a:t>」（</a:t>
            </a:r>
            <a:r>
              <a:rPr lang="ja-JP" altLang="en-US" b="1" dirty="0">
                <a:solidFill>
                  <a:srgbClr val="C00000"/>
                </a:solidFill>
              </a:rPr>
              <a:t>セミコロン</a:t>
            </a:r>
            <a:r>
              <a:rPr lang="ja-JP" altLang="en-US" dirty="0"/>
              <a:t>）を書くのを忘れないようにしてください。</a:t>
            </a:r>
          </a:p>
          <a:p>
            <a:pPr marL="96838" indent="0">
              <a:buFont typeface="Arial" panose="020B0604020202020204" pitchFamily="34" charset="0"/>
              <a:buNone/>
            </a:pPr>
            <a:r>
              <a:rPr lang="ja-JP" altLang="en-US" dirty="0"/>
              <a:t>「</a:t>
            </a:r>
            <a:r>
              <a:rPr lang="en-US" altLang="ja-JP" dirty="0"/>
              <a:t>"</a:t>
            </a:r>
            <a:r>
              <a:rPr lang="ja-JP" altLang="en-US" dirty="0"/>
              <a:t>」（</a:t>
            </a:r>
            <a:r>
              <a:rPr lang="ja-JP" altLang="en-US" b="1" dirty="0">
                <a:solidFill>
                  <a:srgbClr val="C00000"/>
                </a:solidFill>
              </a:rPr>
              <a:t>二重引用符・ダブルクォーテーション</a:t>
            </a:r>
            <a:r>
              <a:rPr lang="ja-JP" altLang="en-US" dirty="0"/>
              <a:t>）は「文字列」を表す記号です。</a:t>
            </a:r>
          </a:p>
        </p:txBody>
      </p:sp>
    </p:spTree>
    <p:extLst>
      <p:ext uri="{BB962C8B-B14F-4D97-AF65-F5344CB8AC3E}">
        <p14:creationId xmlns:p14="http://schemas.microsoft.com/office/powerpoint/2010/main" val="711956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37EDFFC-1835-4CBD-BFDB-8D07C8D801FF}"/>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A1BBB616-58A6-4DCF-9488-D83FF45930DE}"/>
              </a:ext>
            </a:extLst>
          </p:cNvPr>
          <p:cNvSpPr>
            <a:spLocks noGrp="1"/>
          </p:cNvSpPr>
          <p:nvPr>
            <p:ph type="ctrTitle"/>
          </p:nvPr>
        </p:nvSpPr>
        <p:spPr/>
        <p:txBody>
          <a:bodyPr/>
          <a:lstStyle/>
          <a:p>
            <a:r>
              <a:rPr kumimoji="1" lang="ja-JP" altLang="en-US" dirty="0"/>
              <a:t>ソースコードの作成</a:t>
            </a:r>
          </a:p>
        </p:txBody>
      </p:sp>
      <p:sp>
        <p:nvSpPr>
          <p:cNvPr id="4" name="スライド番号プレースホルダー 3">
            <a:extLst>
              <a:ext uri="{FF2B5EF4-FFF2-40B4-BE49-F238E27FC236}">
                <a16:creationId xmlns:a16="http://schemas.microsoft.com/office/drawing/2014/main" id="{5E8939B4-9FB4-4CED-BD85-84FE94C76316}"/>
              </a:ext>
            </a:extLst>
          </p:cNvPr>
          <p:cNvSpPr>
            <a:spLocks noGrp="1"/>
          </p:cNvSpPr>
          <p:nvPr>
            <p:ph type="sldNum" sz="quarter" idx="4"/>
          </p:nvPr>
        </p:nvSpPr>
        <p:spPr/>
        <p:txBody>
          <a:bodyPr/>
          <a:lstStyle/>
          <a:p>
            <a:fld id="{00000000-1234-1234-1234-123412341234}" type="slidenum">
              <a:rPr lang="en" smtClean="0"/>
              <a:pPr/>
              <a:t>12</a:t>
            </a:fld>
            <a:endParaRPr lang="en" dirty="0"/>
          </a:p>
        </p:txBody>
      </p:sp>
      <p:sp>
        <p:nvSpPr>
          <p:cNvPr id="5" name="テキスト プレースホルダー 4">
            <a:extLst>
              <a:ext uri="{FF2B5EF4-FFF2-40B4-BE49-F238E27FC236}">
                <a16:creationId xmlns:a16="http://schemas.microsoft.com/office/drawing/2014/main" id="{8A8A797E-89B7-4BD7-88FA-D35416C08F53}"/>
              </a:ext>
            </a:extLst>
          </p:cNvPr>
          <p:cNvSpPr>
            <a:spLocks noGrp="1"/>
          </p:cNvSpPr>
          <p:nvPr>
            <p:ph type="body" sz="quarter" idx="14"/>
          </p:nvPr>
        </p:nvSpPr>
        <p:spPr>
          <a:xfrm>
            <a:off x="462875" y="859491"/>
            <a:ext cx="8216900" cy="321609"/>
          </a:xfrm>
        </p:spPr>
        <p:txBody>
          <a:bodyPr/>
          <a:lstStyle/>
          <a:p>
            <a:pPr marL="96838" indent="0">
              <a:buNone/>
            </a:pPr>
            <a:r>
              <a:rPr kumimoji="1" lang="ja-JP" altLang="en-US" dirty="0"/>
              <a:t>最後に表示したい文字を入力してソースコードの完成です。</a:t>
            </a:r>
          </a:p>
        </p:txBody>
      </p:sp>
      <p:sp>
        <p:nvSpPr>
          <p:cNvPr id="6" name="テキスト プレースホルダー 4">
            <a:extLst>
              <a:ext uri="{FF2B5EF4-FFF2-40B4-BE49-F238E27FC236}">
                <a16:creationId xmlns:a16="http://schemas.microsoft.com/office/drawing/2014/main" id="{EC63BC0A-320C-4FC3-BF2C-D6A942277324}"/>
              </a:ext>
            </a:extLst>
          </p:cNvPr>
          <p:cNvSpPr txBox="1">
            <a:spLocks/>
          </p:cNvSpPr>
          <p:nvPr/>
        </p:nvSpPr>
        <p:spPr>
          <a:xfrm>
            <a:off x="1120141" y="1218860"/>
            <a:ext cx="7071359" cy="144052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public class Hello {</a:t>
            </a:r>
          </a:p>
          <a:p>
            <a:pPr marL="96838" indent="0">
              <a:buFont typeface="Arial" panose="020B0604020202020204" pitchFamily="34" charset="0"/>
              <a:buNone/>
            </a:pPr>
            <a:r>
              <a:rPr lang="en-US" altLang="ja-JP" dirty="0"/>
              <a:t>    public static void main(String[] </a:t>
            </a:r>
            <a:r>
              <a:rPr lang="en-US" altLang="ja-JP" dirty="0" err="1"/>
              <a:t>args</a:t>
            </a:r>
            <a:r>
              <a:rPr lang="en-US" altLang="ja-JP" dirty="0"/>
              <a:t>) {</a:t>
            </a:r>
          </a:p>
          <a:p>
            <a:pPr marL="96838" indent="0">
              <a:buFont typeface="Arial" panose="020B0604020202020204" pitchFamily="34" charset="0"/>
              <a:buNone/>
            </a:pPr>
            <a:r>
              <a:rPr lang="en-US" altLang="ja-JP" dirty="0"/>
              <a:t>        </a:t>
            </a:r>
            <a:r>
              <a:rPr lang="en-US" altLang="ja-JP" dirty="0" err="1"/>
              <a:t>System.out.println</a:t>
            </a:r>
            <a:r>
              <a:rPr lang="en-US" altLang="ja-JP" dirty="0"/>
              <a:t>(“</a:t>
            </a:r>
            <a:r>
              <a:rPr lang="en-US" altLang="ja-JP" b="1" dirty="0">
                <a:solidFill>
                  <a:schemeClr val="accent1"/>
                </a:solidFill>
              </a:rPr>
              <a:t>Hello</a:t>
            </a:r>
            <a:r>
              <a:rPr lang="en-US" altLang="ja-JP" dirty="0"/>
              <a:t>");</a:t>
            </a:r>
          </a:p>
          <a:p>
            <a:pPr marL="96838" indent="0">
              <a:buFont typeface="Arial" panose="020B0604020202020204" pitchFamily="34" charset="0"/>
              <a:buNone/>
            </a:pPr>
            <a:r>
              <a:rPr lang="en-US" altLang="ja-JP" dirty="0"/>
              <a:t>    }</a:t>
            </a:r>
          </a:p>
          <a:p>
            <a:pPr marL="96838" indent="0">
              <a:buFont typeface="Arial" panose="020B0604020202020204" pitchFamily="34" charset="0"/>
              <a:buNone/>
            </a:pPr>
            <a:r>
              <a:rPr lang="en-US" altLang="ja-JP" dirty="0"/>
              <a:t>}</a:t>
            </a:r>
          </a:p>
        </p:txBody>
      </p:sp>
      <p:sp>
        <p:nvSpPr>
          <p:cNvPr id="7" name="Google Shape;180;p22">
            <a:extLst>
              <a:ext uri="{FF2B5EF4-FFF2-40B4-BE49-F238E27FC236}">
                <a16:creationId xmlns:a16="http://schemas.microsoft.com/office/drawing/2014/main" id="{325405FA-6B6E-4A36-8AD9-307989E714CD}"/>
              </a:ext>
            </a:extLst>
          </p:cNvPr>
          <p:cNvSpPr/>
          <p:nvPr/>
        </p:nvSpPr>
        <p:spPr>
          <a:xfrm>
            <a:off x="1603055" y="1520875"/>
            <a:ext cx="3822385" cy="754240"/>
          </a:xfrm>
          <a:prstGeom prst="rect">
            <a:avLst/>
          </a:prstGeom>
          <a:solidFill>
            <a:srgbClr val="00B050">
              <a:alpha val="20000"/>
            </a:srgbClr>
          </a:solidFill>
          <a:ln w="1905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8" name="Google Shape;181;p22">
            <a:extLst>
              <a:ext uri="{FF2B5EF4-FFF2-40B4-BE49-F238E27FC236}">
                <a16:creationId xmlns:a16="http://schemas.microsoft.com/office/drawing/2014/main" id="{E4211231-2A54-41D8-A8AB-F44B04A91620}"/>
              </a:ext>
            </a:extLst>
          </p:cNvPr>
          <p:cNvSpPr/>
          <p:nvPr/>
        </p:nvSpPr>
        <p:spPr>
          <a:xfrm>
            <a:off x="1971525" y="1745414"/>
            <a:ext cx="2600475" cy="334846"/>
          </a:xfrm>
          <a:prstGeom prst="rect">
            <a:avLst/>
          </a:prstGeom>
          <a:solidFill>
            <a:srgbClr val="7030A0">
              <a:alpha val="29803"/>
            </a:srgbClr>
          </a:solidFill>
          <a:ln w="1905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9" name="テキスト プレースホルダー 4">
            <a:extLst>
              <a:ext uri="{FF2B5EF4-FFF2-40B4-BE49-F238E27FC236}">
                <a16:creationId xmlns:a16="http://schemas.microsoft.com/office/drawing/2014/main" id="{BFD16DC8-D589-4F05-9187-58E5D81AA0F3}"/>
              </a:ext>
            </a:extLst>
          </p:cNvPr>
          <p:cNvSpPr txBox="1">
            <a:spLocks/>
          </p:cNvSpPr>
          <p:nvPr/>
        </p:nvSpPr>
        <p:spPr>
          <a:xfrm>
            <a:off x="462875" y="2723114"/>
            <a:ext cx="8216900" cy="2054626"/>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プログラムはこのような</a:t>
            </a:r>
            <a:r>
              <a:rPr lang="ja-JP" altLang="en-US" b="1" dirty="0">
                <a:solidFill>
                  <a:srgbClr val="C00000"/>
                </a:solidFill>
              </a:rPr>
              <a:t>階層構造</a:t>
            </a:r>
            <a:r>
              <a:rPr lang="ja-JP" altLang="en-US" dirty="0"/>
              <a:t>になっていることがわかります。</a:t>
            </a:r>
          </a:p>
          <a:p>
            <a:pPr marL="96838" indent="0">
              <a:buFont typeface="Arial" panose="020B0604020202020204" pitchFamily="34" charset="0"/>
              <a:buNone/>
            </a:pPr>
            <a:r>
              <a:rPr lang="ja-JP" altLang="en-US" dirty="0"/>
              <a:t>また、ここまで書いてきた順番が大事です。</a:t>
            </a:r>
          </a:p>
          <a:p>
            <a:pPr marL="96838" indent="0">
              <a:buFont typeface="Arial" panose="020B0604020202020204" pitchFamily="34" charset="0"/>
              <a:buNone/>
            </a:pPr>
            <a:r>
              <a:rPr lang="ja-JP" altLang="en-US" dirty="0"/>
              <a:t>プログラムは</a:t>
            </a:r>
            <a:r>
              <a:rPr lang="ja-JP" altLang="en-US" b="1" dirty="0">
                <a:solidFill>
                  <a:srgbClr val="C00000"/>
                </a:solidFill>
              </a:rPr>
              <a:t>上から下ではなく、外から中</a:t>
            </a:r>
            <a:r>
              <a:rPr lang="ja-JP" altLang="en-US" dirty="0"/>
              <a:t>の順番で書くと間違いが少なくなります。</a:t>
            </a:r>
          </a:p>
          <a:p>
            <a:pPr marL="96838" indent="0">
              <a:buFont typeface="Arial" panose="020B0604020202020204" pitchFamily="34" charset="0"/>
              <a:buNone/>
            </a:pPr>
            <a:r>
              <a:rPr lang="ja-JP" altLang="en-US" dirty="0"/>
              <a:t>今から習慣をつけておきましょう。</a:t>
            </a:r>
          </a:p>
        </p:txBody>
      </p:sp>
    </p:spTree>
    <p:extLst>
      <p:ext uri="{BB962C8B-B14F-4D97-AF65-F5344CB8AC3E}">
        <p14:creationId xmlns:p14="http://schemas.microsoft.com/office/powerpoint/2010/main" val="1557861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0B6FED31-E10A-44E0-BB3A-41C0CB035370}"/>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C47C131-377F-4C4A-A024-CD67178495EE}"/>
              </a:ext>
            </a:extLst>
          </p:cNvPr>
          <p:cNvSpPr>
            <a:spLocks noGrp="1"/>
          </p:cNvSpPr>
          <p:nvPr>
            <p:ph type="ctrTitle"/>
          </p:nvPr>
        </p:nvSpPr>
        <p:spPr/>
        <p:txBody>
          <a:bodyPr/>
          <a:lstStyle/>
          <a:p>
            <a:r>
              <a:rPr lang="ja-JP" altLang="ja-JP" dirty="0"/>
              <a:t>ソースコードの作成</a:t>
            </a:r>
            <a:endParaRPr kumimoji="1" lang="ja-JP" altLang="en-US" dirty="0"/>
          </a:p>
        </p:txBody>
      </p:sp>
      <p:sp>
        <p:nvSpPr>
          <p:cNvPr id="4" name="スライド番号プレースホルダー 3">
            <a:extLst>
              <a:ext uri="{FF2B5EF4-FFF2-40B4-BE49-F238E27FC236}">
                <a16:creationId xmlns:a16="http://schemas.microsoft.com/office/drawing/2014/main" id="{DC324829-5AEC-45AC-83F0-A699AABB7A24}"/>
              </a:ext>
            </a:extLst>
          </p:cNvPr>
          <p:cNvSpPr>
            <a:spLocks noGrp="1"/>
          </p:cNvSpPr>
          <p:nvPr>
            <p:ph type="sldNum" sz="quarter" idx="4"/>
          </p:nvPr>
        </p:nvSpPr>
        <p:spPr/>
        <p:txBody>
          <a:bodyPr/>
          <a:lstStyle/>
          <a:p>
            <a:fld id="{00000000-1234-1234-1234-123412341234}" type="slidenum">
              <a:rPr lang="en" smtClean="0"/>
              <a:pPr/>
              <a:t>13</a:t>
            </a:fld>
            <a:endParaRPr lang="en" dirty="0"/>
          </a:p>
        </p:txBody>
      </p:sp>
      <p:sp>
        <p:nvSpPr>
          <p:cNvPr id="5" name="テキスト プレースホルダー 4">
            <a:extLst>
              <a:ext uri="{FF2B5EF4-FFF2-40B4-BE49-F238E27FC236}">
                <a16:creationId xmlns:a16="http://schemas.microsoft.com/office/drawing/2014/main" id="{A398E838-A2A7-414A-970E-EA11A895399A}"/>
              </a:ext>
            </a:extLst>
          </p:cNvPr>
          <p:cNvSpPr>
            <a:spLocks noGrp="1"/>
          </p:cNvSpPr>
          <p:nvPr>
            <p:ph type="body" sz="quarter" idx="14"/>
          </p:nvPr>
        </p:nvSpPr>
        <p:spPr>
          <a:xfrm>
            <a:off x="462875" y="859491"/>
            <a:ext cx="8216900" cy="336849"/>
          </a:xfrm>
        </p:spPr>
        <p:txBody>
          <a:bodyPr/>
          <a:lstStyle/>
          <a:p>
            <a:pPr marL="96838" indent="0">
              <a:buNone/>
            </a:pPr>
            <a:r>
              <a:rPr kumimoji="1" lang="ja-JP" altLang="en-US" dirty="0"/>
              <a:t>階層構造を視覚的に分かりやすくするために行の書き始めの位置をずらしています。</a:t>
            </a:r>
          </a:p>
          <a:p>
            <a:pPr marL="96838" indent="0">
              <a:buNone/>
            </a:pPr>
            <a:endParaRPr kumimoji="1" lang="ja-JP" altLang="en-US" dirty="0"/>
          </a:p>
        </p:txBody>
      </p:sp>
      <p:sp>
        <p:nvSpPr>
          <p:cNvPr id="9" name="テキスト プレースホルダー 4">
            <a:extLst>
              <a:ext uri="{FF2B5EF4-FFF2-40B4-BE49-F238E27FC236}">
                <a16:creationId xmlns:a16="http://schemas.microsoft.com/office/drawing/2014/main" id="{B18C3434-8094-4D11-9DCE-11BC3134EB32}"/>
              </a:ext>
            </a:extLst>
          </p:cNvPr>
          <p:cNvSpPr txBox="1">
            <a:spLocks/>
          </p:cNvSpPr>
          <p:nvPr/>
        </p:nvSpPr>
        <p:spPr>
          <a:xfrm>
            <a:off x="1120141" y="1218860"/>
            <a:ext cx="7071359" cy="144052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public class Hello {</a:t>
            </a:r>
          </a:p>
          <a:p>
            <a:pPr marL="96838" indent="0">
              <a:buFont typeface="Arial" panose="020B0604020202020204" pitchFamily="34" charset="0"/>
              <a:buNone/>
            </a:pPr>
            <a:r>
              <a:rPr lang="en-US" altLang="ja-JP" dirty="0"/>
              <a:t>    public static void main(String[] </a:t>
            </a:r>
            <a:r>
              <a:rPr lang="en-US" altLang="ja-JP" dirty="0" err="1"/>
              <a:t>args</a:t>
            </a:r>
            <a:r>
              <a:rPr lang="en-US" altLang="ja-JP" dirty="0"/>
              <a:t>) {</a:t>
            </a:r>
          </a:p>
          <a:p>
            <a:pPr marL="96838" indent="0">
              <a:buFont typeface="Arial" panose="020B0604020202020204" pitchFamily="34" charset="0"/>
              <a:buNone/>
            </a:pPr>
            <a:r>
              <a:rPr lang="en-US" altLang="ja-JP" dirty="0"/>
              <a:t>        </a:t>
            </a:r>
            <a:r>
              <a:rPr lang="en-US" altLang="ja-JP" dirty="0" err="1"/>
              <a:t>System.out.println</a:t>
            </a:r>
            <a:r>
              <a:rPr lang="en-US" altLang="ja-JP" dirty="0"/>
              <a:t>(“</a:t>
            </a:r>
            <a:r>
              <a:rPr lang="en-US" altLang="ja-JP" b="1" dirty="0">
                <a:solidFill>
                  <a:schemeClr val="accent1"/>
                </a:solidFill>
              </a:rPr>
              <a:t>Hello</a:t>
            </a:r>
            <a:r>
              <a:rPr lang="en-US" altLang="ja-JP" dirty="0"/>
              <a:t>");</a:t>
            </a:r>
          </a:p>
          <a:p>
            <a:pPr marL="96838" indent="0">
              <a:buFont typeface="Arial" panose="020B0604020202020204" pitchFamily="34" charset="0"/>
              <a:buNone/>
            </a:pPr>
            <a:r>
              <a:rPr lang="en-US" altLang="ja-JP" dirty="0"/>
              <a:t>    }</a:t>
            </a:r>
          </a:p>
          <a:p>
            <a:pPr marL="96838" indent="0">
              <a:buFont typeface="Arial" panose="020B0604020202020204" pitchFamily="34" charset="0"/>
              <a:buNone/>
            </a:pPr>
            <a:r>
              <a:rPr lang="en-US" altLang="ja-JP" dirty="0"/>
              <a:t>}</a:t>
            </a:r>
          </a:p>
        </p:txBody>
      </p:sp>
      <p:sp>
        <p:nvSpPr>
          <p:cNvPr id="10" name="Google Shape;180;p22">
            <a:extLst>
              <a:ext uri="{FF2B5EF4-FFF2-40B4-BE49-F238E27FC236}">
                <a16:creationId xmlns:a16="http://schemas.microsoft.com/office/drawing/2014/main" id="{DF76AE1A-859A-4594-88B7-91BE98A8E033}"/>
              </a:ext>
            </a:extLst>
          </p:cNvPr>
          <p:cNvSpPr/>
          <p:nvPr/>
        </p:nvSpPr>
        <p:spPr>
          <a:xfrm>
            <a:off x="1603055" y="1520875"/>
            <a:ext cx="3822385" cy="754240"/>
          </a:xfrm>
          <a:prstGeom prst="rect">
            <a:avLst/>
          </a:prstGeom>
          <a:solidFill>
            <a:srgbClr val="00B050">
              <a:alpha val="20000"/>
            </a:srgbClr>
          </a:solidFill>
          <a:ln w="1905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11" name="Google Shape;181;p22">
            <a:extLst>
              <a:ext uri="{FF2B5EF4-FFF2-40B4-BE49-F238E27FC236}">
                <a16:creationId xmlns:a16="http://schemas.microsoft.com/office/drawing/2014/main" id="{DC219308-7BB1-4571-B6C2-AF593F39CA0D}"/>
              </a:ext>
            </a:extLst>
          </p:cNvPr>
          <p:cNvSpPr/>
          <p:nvPr/>
        </p:nvSpPr>
        <p:spPr>
          <a:xfrm>
            <a:off x="1971525" y="1745414"/>
            <a:ext cx="2600475" cy="334846"/>
          </a:xfrm>
          <a:prstGeom prst="rect">
            <a:avLst/>
          </a:prstGeom>
          <a:solidFill>
            <a:srgbClr val="7030A0">
              <a:alpha val="29803"/>
            </a:srgbClr>
          </a:solidFill>
          <a:ln w="1905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12" name="テキスト プレースホルダー 4">
            <a:extLst>
              <a:ext uri="{FF2B5EF4-FFF2-40B4-BE49-F238E27FC236}">
                <a16:creationId xmlns:a16="http://schemas.microsoft.com/office/drawing/2014/main" id="{D827973A-B285-444D-B8E2-2C1ADF444989}"/>
              </a:ext>
            </a:extLst>
          </p:cNvPr>
          <p:cNvSpPr txBox="1">
            <a:spLocks/>
          </p:cNvSpPr>
          <p:nvPr/>
        </p:nvSpPr>
        <p:spPr>
          <a:xfrm>
            <a:off x="462875" y="2681900"/>
            <a:ext cx="8216900" cy="86902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このようにずらすことを</a:t>
            </a:r>
            <a:r>
              <a:rPr lang="ja-JP" altLang="en-US" b="1" dirty="0">
                <a:solidFill>
                  <a:srgbClr val="C00000"/>
                </a:solidFill>
              </a:rPr>
              <a:t>インデント</a:t>
            </a:r>
            <a:r>
              <a:rPr lang="ja-JP" altLang="en-US" dirty="0"/>
              <a:t>とか</a:t>
            </a:r>
            <a:r>
              <a:rPr lang="ja-JP" altLang="en-US" b="1" dirty="0">
                <a:solidFill>
                  <a:srgbClr val="C00000"/>
                </a:solidFill>
              </a:rPr>
              <a:t>字下げ</a:t>
            </a:r>
            <a:r>
              <a:rPr lang="ja-JP" altLang="en-US" dirty="0"/>
              <a:t>といいます。</a:t>
            </a:r>
          </a:p>
          <a:p>
            <a:pPr marL="96838" indent="0">
              <a:buFont typeface="Arial" panose="020B0604020202020204" pitchFamily="34" charset="0"/>
              <a:buNone/>
            </a:pPr>
            <a:r>
              <a:rPr lang="ja-JP" altLang="en-US" dirty="0"/>
              <a:t>インデントしなくてもプログラムは動きますが、階層構造が分かりにくくなるため</a:t>
            </a:r>
            <a:r>
              <a:rPr lang="ja-JP" altLang="en-US" b="1" dirty="0">
                <a:solidFill>
                  <a:schemeClr val="tx2"/>
                </a:solidFill>
              </a:rPr>
              <a:t>必ず</a:t>
            </a:r>
            <a:r>
              <a:rPr lang="ja-JP" altLang="en-US" dirty="0"/>
              <a:t>インデントするようにしてください。</a:t>
            </a:r>
          </a:p>
        </p:txBody>
      </p:sp>
      <p:sp>
        <p:nvSpPr>
          <p:cNvPr id="13" name="Google Shape;194;p23">
            <a:extLst>
              <a:ext uri="{FF2B5EF4-FFF2-40B4-BE49-F238E27FC236}">
                <a16:creationId xmlns:a16="http://schemas.microsoft.com/office/drawing/2014/main" id="{090E20F7-1963-4594-A854-A0007B5562F3}"/>
              </a:ext>
            </a:extLst>
          </p:cNvPr>
          <p:cNvSpPr/>
          <p:nvPr/>
        </p:nvSpPr>
        <p:spPr>
          <a:xfrm>
            <a:off x="1283014" y="1520875"/>
            <a:ext cx="320041" cy="224539"/>
          </a:xfrm>
          <a:prstGeom prst="rightArrow">
            <a:avLst>
              <a:gd name="adj1" fmla="val 50000"/>
              <a:gd name="adj2" fmla="val 50000"/>
            </a:avLst>
          </a:prstGeom>
          <a:solidFill>
            <a:schemeClr val="tx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mn-ea"/>
              <a:cs typeface="Meiryo"/>
              <a:sym typeface="Meiryo"/>
            </a:endParaRPr>
          </a:p>
        </p:txBody>
      </p:sp>
      <p:sp>
        <p:nvSpPr>
          <p:cNvPr id="15" name="Google Shape;194;p23">
            <a:extLst>
              <a:ext uri="{FF2B5EF4-FFF2-40B4-BE49-F238E27FC236}">
                <a16:creationId xmlns:a16="http://schemas.microsoft.com/office/drawing/2014/main" id="{E753C64B-05EF-45FD-978D-013CE4F0EFBD}"/>
              </a:ext>
            </a:extLst>
          </p:cNvPr>
          <p:cNvSpPr/>
          <p:nvPr/>
        </p:nvSpPr>
        <p:spPr>
          <a:xfrm>
            <a:off x="1283014" y="1785725"/>
            <a:ext cx="320041" cy="224539"/>
          </a:xfrm>
          <a:prstGeom prst="rightArrow">
            <a:avLst>
              <a:gd name="adj1" fmla="val 50000"/>
              <a:gd name="adj2" fmla="val 50000"/>
            </a:avLst>
          </a:prstGeom>
          <a:solidFill>
            <a:schemeClr val="tx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mn-ea"/>
              <a:cs typeface="Meiryo"/>
              <a:sym typeface="Meiryo"/>
            </a:endParaRPr>
          </a:p>
        </p:txBody>
      </p:sp>
      <p:sp>
        <p:nvSpPr>
          <p:cNvPr id="16" name="Google Shape;194;p23">
            <a:extLst>
              <a:ext uri="{FF2B5EF4-FFF2-40B4-BE49-F238E27FC236}">
                <a16:creationId xmlns:a16="http://schemas.microsoft.com/office/drawing/2014/main" id="{CCB14EDC-88EE-4401-B02E-6086E5CBABE6}"/>
              </a:ext>
            </a:extLst>
          </p:cNvPr>
          <p:cNvSpPr/>
          <p:nvPr/>
        </p:nvSpPr>
        <p:spPr>
          <a:xfrm>
            <a:off x="1283014" y="2058810"/>
            <a:ext cx="320041" cy="224539"/>
          </a:xfrm>
          <a:prstGeom prst="rightArrow">
            <a:avLst>
              <a:gd name="adj1" fmla="val 50000"/>
              <a:gd name="adj2" fmla="val 50000"/>
            </a:avLst>
          </a:prstGeom>
          <a:solidFill>
            <a:schemeClr val="tx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mn-ea"/>
              <a:cs typeface="Meiryo"/>
              <a:sym typeface="Meiryo"/>
            </a:endParaRPr>
          </a:p>
        </p:txBody>
      </p:sp>
      <p:sp>
        <p:nvSpPr>
          <p:cNvPr id="17" name="Google Shape;194;p23">
            <a:extLst>
              <a:ext uri="{FF2B5EF4-FFF2-40B4-BE49-F238E27FC236}">
                <a16:creationId xmlns:a16="http://schemas.microsoft.com/office/drawing/2014/main" id="{F0C64602-7B94-47EE-80D2-378BDFD473FD}"/>
              </a:ext>
            </a:extLst>
          </p:cNvPr>
          <p:cNvSpPr/>
          <p:nvPr/>
        </p:nvSpPr>
        <p:spPr>
          <a:xfrm>
            <a:off x="1637743" y="1785725"/>
            <a:ext cx="320041" cy="224539"/>
          </a:xfrm>
          <a:prstGeom prst="rightArrow">
            <a:avLst>
              <a:gd name="adj1" fmla="val 50000"/>
              <a:gd name="adj2" fmla="val 50000"/>
            </a:avLst>
          </a:prstGeom>
          <a:solidFill>
            <a:schemeClr val="tx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mn-ea"/>
              <a:cs typeface="Meiryo"/>
              <a:sym typeface="Meiryo"/>
            </a:endParaRPr>
          </a:p>
        </p:txBody>
      </p:sp>
    </p:spTree>
    <p:extLst>
      <p:ext uri="{BB962C8B-B14F-4D97-AF65-F5344CB8AC3E}">
        <p14:creationId xmlns:p14="http://schemas.microsoft.com/office/powerpoint/2010/main" val="2106963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0B6FED31-E10A-44E0-BB3A-41C0CB035370}"/>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C47C131-377F-4C4A-A024-CD67178495EE}"/>
              </a:ext>
            </a:extLst>
          </p:cNvPr>
          <p:cNvSpPr>
            <a:spLocks noGrp="1"/>
          </p:cNvSpPr>
          <p:nvPr>
            <p:ph type="ctrTitle"/>
          </p:nvPr>
        </p:nvSpPr>
        <p:spPr/>
        <p:txBody>
          <a:bodyPr/>
          <a:lstStyle/>
          <a:p>
            <a:r>
              <a:rPr lang="ja-JP" altLang="ja-JP" dirty="0"/>
              <a:t>ソースコードの作成</a:t>
            </a:r>
            <a:endParaRPr kumimoji="1" lang="ja-JP" altLang="en-US" dirty="0"/>
          </a:p>
        </p:txBody>
      </p:sp>
      <p:sp>
        <p:nvSpPr>
          <p:cNvPr id="4" name="スライド番号プレースホルダー 3">
            <a:extLst>
              <a:ext uri="{FF2B5EF4-FFF2-40B4-BE49-F238E27FC236}">
                <a16:creationId xmlns:a16="http://schemas.microsoft.com/office/drawing/2014/main" id="{DC324829-5AEC-45AC-83F0-A699AABB7A24}"/>
              </a:ext>
            </a:extLst>
          </p:cNvPr>
          <p:cNvSpPr>
            <a:spLocks noGrp="1"/>
          </p:cNvSpPr>
          <p:nvPr>
            <p:ph type="sldNum" sz="quarter" idx="4"/>
          </p:nvPr>
        </p:nvSpPr>
        <p:spPr/>
        <p:txBody>
          <a:bodyPr/>
          <a:lstStyle/>
          <a:p>
            <a:fld id="{00000000-1234-1234-1234-123412341234}" type="slidenum">
              <a:rPr lang="en" smtClean="0"/>
              <a:pPr/>
              <a:t>14</a:t>
            </a:fld>
            <a:endParaRPr lang="en" dirty="0"/>
          </a:p>
        </p:txBody>
      </p:sp>
      <p:sp>
        <p:nvSpPr>
          <p:cNvPr id="5" name="テキスト プレースホルダー 4">
            <a:extLst>
              <a:ext uri="{FF2B5EF4-FFF2-40B4-BE49-F238E27FC236}">
                <a16:creationId xmlns:a16="http://schemas.microsoft.com/office/drawing/2014/main" id="{A398E838-A2A7-414A-970E-EA11A895399A}"/>
              </a:ext>
            </a:extLst>
          </p:cNvPr>
          <p:cNvSpPr>
            <a:spLocks noGrp="1"/>
          </p:cNvSpPr>
          <p:nvPr>
            <p:ph type="body" sz="quarter" idx="14"/>
          </p:nvPr>
        </p:nvSpPr>
        <p:spPr>
          <a:xfrm>
            <a:off x="462875" y="859491"/>
            <a:ext cx="8216900" cy="4002585"/>
          </a:xfrm>
        </p:spPr>
        <p:txBody>
          <a:bodyPr/>
          <a:lstStyle/>
          <a:p>
            <a:pPr marL="96838" indent="0">
              <a:buNone/>
            </a:pPr>
            <a:r>
              <a:rPr kumimoji="1" lang="ja-JP" altLang="en-US" dirty="0"/>
              <a:t>もう</a:t>
            </a:r>
            <a:r>
              <a:rPr kumimoji="1" lang="en-US" altLang="ja-JP" dirty="0"/>
              <a:t>1</a:t>
            </a:r>
            <a:r>
              <a:rPr kumimoji="1" lang="ja-JP" altLang="en-US" dirty="0"/>
              <a:t>度、ソースコードを作成するときの注意点をおさらいします。</a:t>
            </a:r>
          </a:p>
          <a:p>
            <a:pPr marL="96838" indent="0">
              <a:buNone/>
            </a:pPr>
            <a:endParaRPr lang="en-US" altLang="ja-JP" dirty="0"/>
          </a:p>
          <a:p>
            <a:pPr marL="96838" indent="0">
              <a:buNone/>
            </a:pPr>
            <a:r>
              <a:rPr lang="ja-JP" altLang="en-US" dirty="0"/>
              <a:t>・ファイル名は「クラス名</a:t>
            </a:r>
            <a:r>
              <a:rPr lang="en-US" altLang="ja-JP" dirty="0"/>
              <a:t>+.java</a:t>
            </a:r>
            <a:r>
              <a:rPr lang="ja-JP" altLang="en-US" dirty="0"/>
              <a:t>」となるようにすること</a:t>
            </a:r>
          </a:p>
          <a:p>
            <a:pPr marL="96838" indent="0">
              <a:buNone/>
            </a:pPr>
            <a:endParaRPr kumimoji="1" lang="en-US" altLang="ja-JP" dirty="0"/>
          </a:p>
          <a:p>
            <a:pPr marL="96838" indent="0">
              <a:buNone/>
            </a:pPr>
            <a:r>
              <a:rPr kumimoji="1" lang="ja-JP" altLang="en-US" dirty="0"/>
              <a:t>・ソースコードは原則半角文字で入力すること</a:t>
            </a:r>
          </a:p>
          <a:p>
            <a:pPr marL="96838" indent="0">
              <a:buNone/>
            </a:pPr>
            <a:endParaRPr lang="en-US" altLang="ja-JP" dirty="0"/>
          </a:p>
          <a:p>
            <a:pPr marL="96838" indent="0">
              <a:buNone/>
            </a:pPr>
            <a:r>
              <a:rPr lang="ja-JP" altLang="en-US" dirty="0"/>
              <a:t>・大文字と小文字も間違えずに入力すること</a:t>
            </a:r>
          </a:p>
          <a:p>
            <a:pPr marL="96838" indent="0">
              <a:buNone/>
            </a:pPr>
            <a:endParaRPr kumimoji="1" lang="en-US" altLang="ja-JP" dirty="0"/>
          </a:p>
          <a:p>
            <a:pPr marL="96838" indent="0">
              <a:buNone/>
            </a:pPr>
            <a:r>
              <a:rPr kumimoji="1" lang="ja-JP" altLang="en-US" dirty="0"/>
              <a:t>・ソースコードは上から下ではなく、外から中の順番で記述すること</a:t>
            </a:r>
            <a:endParaRPr kumimoji="1" lang="en-US" altLang="ja-JP" dirty="0"/>
          </a:p>
          <a:p>
            <a:pPr marL="96838" indent="0">
              <a:buNone/>
            </a:pPr>
            <a:endParaRPr lang="en-US" altLang="ja-JP" dirty="0"/>
          </a:p>
          <a:p>
            <a:pPr marL="96838" indent="0">
              <a:buNone/>
            </a:pPr>
            <a:r>
              <a:rPr lang="ja-JP" altLang="en-US" dirty="0"/>
              <a:t>・</a:t>
            </a:r>
            <a:r>
              <a:rPr lang="en-US" altLang="ja-JP" dirty="0"/>
              <a:t>2</a:t>
            </a:r>
            <a:r>
              <a:rPr lang="ja-JP" altLang="en-US" dirty="0"/>
              <a:t>行目</a:t>
            </a:r>
            <a:r>
              <a:rPr lang="en-US" altLang="ja-JP" dirty="0"/>
              <a:t>(public static void main(String[] </a:t>
            </a:r>
            <a:r>
              <a:rPr lang="en-US" altLang="ja-JP" dirty="0" err="1"/>
              <a:t>args</a:t>
            </a:r>
            <a:r>
              <a:rPr lang="en-US" altLang="ja-JP" dirty="0"/>
              <a:t>) {})</a:t>
            </a:r>
            <a:r>
              <a:rPr lang="ja-JP" altLang="en-US" dirty="0"/>
              <a:t>は毎回同じことを書くこと</a:t>
            </a:r>
            <a:endParaRPr kumimoji="1" lang="ja-JP" altLang="en-US" dirty="0"/>
          </a:p>
          <a:p>
            <a:pPr marL="96838" indent="0">
              <a:buNone/>
            </a:pPr>
            <a:endParaRPr lang="en-US" altLang="ja-JP" dirty="0"/>
          </a:p>
          <a:p>
            <a:pPr marL="96838" indent="0">
              <a:buNone/>
            </a:pPr>
            <a:r>
              <a:rPr lang="ja-JP" altLang="en-US" dirty="0"/>
              <a:t>・階層構造が分かりやすいようにインデントを行うこと</a:t>
            </a:r>
            <a:endParaRPr kumimoji="1" lang="ja-JP" altLang="en-US" dirty="0"/>
          </a:p>
        </p:txBody>
      </p:sp>
    </p:spTree>
    <p:extLst>
      <p:ext uri="{BB962C8B-B14F-4D97-AF65-F5344CB8AC3E}">
        <p14:creationId xmlns:p14="http://schemas.microsoft.com/office/powerpoint/2010/main" val="1403677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0B6FED31-E10A-44E0-BB3A-41C0CB035370}"/>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C47C131-377F-4C4A-A024-CD67178495EE}"/>
              </a:ext>
            </a:extLst>
          </p:cNvPr>
          <p:cNvSpPr>
            <a:spLocks noGrp="1"/>
          </p:cNvSpPr>
          <p:nvPr>
            <p:ph type="ctrTitle"/>
          </p:nvPr>
        </p:nvSpPr>
        <p:spPr/>
        <p:txBody>
          <a:bodyPr/>
          <a:lstStyle/>
          <a:p>
            <a:r>
              <a:rPr lang="ja-JP" altLang="ja-JP" dirty="0"/>
              <a:t>ソースコードの作成</a:t>
            </a:r>
            <a:endParaRPr kumimoji="1" lang="ja-JP" altLang="en-US" dirty="0"/>
          </a:p>
        </p:txBody>
      </p:sp>
      <p:sp>
        <p:nvSpPr>
          <p:cNvPr id="4" name="スライド番号プレースホルダー 3">
            <a:extLst>
              <a:ext uri="{FF2B5EF4-FFF2-40B4-BE49-F238E27FC236}">
                <a16:creationId xmlns:a16="http://schemas.microsoft.com/office/drawing/2014/main" id="{DC324829-5AEC-45AC-83F0-A699AABB7A24}"/>
              </a:ext>
            </a:extLst>
          </p:cNvPr>
          <p:cNvSpPr>
            <a:spLocks noGrp="1"/>
          </p:cNvSpPr>
          <p:nvPr>
            <p:ph type="sldNum" sz="quarter" idx="4"/>
          </p:nvPr>
        </p:nvSpPr>
        <p:spPr/>
        <p:txBody>
          <a:bodyPr/>
          <a:lstStyle/>
          <a:p>
            <a:fld id="{00000000-1234-1234-1234-123412341234}" type="slidenum">
              <a:rPr lang="en" smtClean="0"/>
              <a:pPr/>
              <a:t>15</a:t>
            </a:fld>
            <a:endParaRPr lang="en" dirty="0"/>
          </a:p>
        </p:txBody>
      </p:sp>
      <p:sp>
        <p:nvSpPr>
          <p:cNvPr id="5" name="テキスト プレースホルダー 4">
            <a:extLst>
              <a:ext uri="{FF2B5EF4-FFF2-40B4-BE49-F238E27FC236}">
                <a16:creationId xmlns:a16="http://schemas.microsoft.com/office/drawing/2014/main" id="{A398E838-A2A7-414A-970E-EA11A895399A}"/>
              </a:ext>
            </a:extLst>
          </p:cNvPr>
          <p:cNvSpPr>
            <a:spLocks noGrp="1"/>
          </p:cNvSpPr>
          <p:nvPr>
            <p:ph type="body" sz="quarter" idx="14"/>
          </p:nvPr>
        </p:nvSpPr>
        <p:spPr>
          <a:xfrm>
            <a:off x="462875" y="859491"/>
            <a:ext cx="8216900" cy="4002585"/>
          </a:xfrm>
        </p:spPr>
        <p:txBody>
          <a:bodyPr/>
          <a:lstStyle/>
          <a:p>
            <a:pPr marL="96838" indent="0">
              <a:buNone/>
            </a:pPr>
            <a:r>
              <a:rPr kumimoji="1" lang="ja-JP" altLang="en-US" dirty="0"/>
              <a:t>作成したソースは</a:t>
            </a:r>
            <a:r>
              <a:rPr kumimoji="1" lang="ja-JP" altLang="en-US" b="1" dirty="0">
                <a:solidFill>
                  <a:srgbClr val="C00000"/>
                </a:solidFill>
              </a:rPr>
              <a:t>上書き保存</a:t>
            </a:r>
            <a:r>
              <a:rPr kumimoji="1" lang="ja-JP" altLang="en-US" dirty="0"/>
              <a:t>します。</a:t>
            </a:r>
            <a:br>
              <a:rPr kumimoji="1" lang="en-US" altLang="ja-JP" dirty="0"/>
            </a:br>
            <a:r>
              <a:rPr kumimoji="1" lang="ja-JP" altLang="en-US" dirty="0"/>
              <a:t>ファイルメニューからでもできますが、</a:t>
            </a:r>
            <a:r>
              <a:rPr kumimoji="1" lang="en-US" altLang="ja-JP" dirty="0" err="1"/>
              <a:t>Ctrl+S</a:t>
            </a:r>
            <a:r>
              <a:rPr kumimoji="1" lang="ja-JP" altLang="en-US" dirty="0"/>
              <a:t>の方が簡単です。</a:t>
            </a:r>
            <a:endParaRPr kumimoji="1" lang="en-US" altLang="ja-JP" dirty="0"/>
          </a:p>
          <a:p>
            <a:pPr marL="96838" indent="0">
              <a:buNone/>
            </a:pPr>
            <a:r>
              <a:rPr lang="ja-JP" altLang="en-US" dirty="0"/>
              <a:t>慣れてくると保存することを忘れて次のコンパイルしてしまうことがあるので</a:t>
            </a:r>
            <a:br>
              <a:rPr lang="ja-JP" altLang="en-US" dirty="0"/>
            </a:br>
            <a:r>
              <a:rPr lang="ja-JP" altLang="en-US" b="1" dirty="0">
                <a:solidFill>
                  <a:srgbClr val="C00000"/>
                </a:solidFill>
              </a:rPr>
              <a:t>忘れないように注意</a:t>
            </a:r>
            <a:r>
              <a:rPr lang="ja-JP" altLang="en-US" dirty="0"/>
              <a:t>しましょう。</a:t>
            </a:r>
            <a:endParaRPr lang="en-US" altLang="ja-JP" dirty="0"/>
          </a:p>
        </p:txBody>
      </p:sp>
      <p:pic>
        <p:nvPicPr>
          <p:cNvPr id="11" name="図 10">
            <a:extLst>
              <a:ext uri="{FF2B5EF4-FFF2-40B4-BE49-F238E27FC236}">
                <a16:creationId xmlns:a16="http://schemas.microsoft.com/office/drawing/2014/main" id="{75E4A678-6D43-4545-8BC9-117A815C2118}"/>
              </a:ext>
            </a:extLst>
          </p:cNvPr>
          <p:cNvPicPr>
            <a:picLocks noChangeAspect="1"/>
          </p:cNvPicPr>
          <p:nvPr/>
        </p:nvPicPr>
        <p:blipFill>
          <a:blip r:embed="rId2"/>
          <a:stretch>
            <a:fillRect/>
          </a:stretch>
        </p:blipFill>
        <p:spPr>
          <a:xfrm>
            <a:off x="322171" y="2066842"/>
            <a:ext cx="5172797" cy="2695951"/>
          </a:xfrm>
          <a:prstGeom prst="rect">
            <a:avLst/>
          </a:prstGeom>
        </p:spPr>
      </p:pic>
      <p:sp>
        <p:nvSpPr>
          <p:cNvPr id="12" name="吹き出し: 角を丸めた四角形 11">
            <a:extLst>
              <a:ext uri="{FF2B5EF4-FFF2-40B4-BE49-F238E27FC236}">
                <a16:creationId xmlns:a16="http://schemas.microsoft.com/office/drawing/2014/main" id="{E899859F-0BAB-47B3-A238-E6638A040C0E}"/>
              </a:ext>
            </a:extLst>
          </p:cNvPr>
          <p:cNvSpPr/>
          <p:nvPr/>
        </p:nvSpPr>
        <p:spPr>
          <a:xfrm>
            <a:off x="5635672" y="2647992"/>
            <a:ext cx="3184807" cy="1922758"/>
          </a:xfrm>
          <a:prstGeom prst="wedgeRoundRectCallout">
            <a:avLst>
              <a:gd name="adj1" fmla="val -106146"/>
              <a:gd name="adj2" fmla="val 52663"/>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この部分が「</a:t>
            </a:r>
            <a:r>
              <a:rPr kumimoji="1" lang="en-US" altLang="ja-JP" sz="1400" dirty="0">
                <a:solidFill>
                  <a:schemeClr val="tx1"/>
                </a:solidFill>
              </a:rPr>
              <a:t>UTF-8</a:t>
            </a:r>
            <a:r>
              <a:rPr kumimoji="1" lang="ja-JP" altLang="en-US" sz="1400" dirty="0">
                <a:solidFill>
                  <a:schemeClr val="tx1"/>
                </a:solidFill>
              </a:rPr>
              <a:t>」になっている場合はダブルクリックして「</a:t>
            </a:r>
            <a:r>
              <a:rPr kumimoji="1" lang="en-US" altLang="ja-JP" sz="1400" dirty="0">
                <a:solidFill>
                  <a:schemeClr val="tx1"/>
                </a:solidFill>
              </a:rPr>
              <a:t>SJIS</a:t>
            </a:r>
            <a:r>
              <a:rPr kumimoji="1" lang="ja-JP" altLang="en-US" sz="1400" dirty="0">
                <a:solidFill>
                  <a:schemeClr val="tx1"/>
                </a:solidFill>
              </a:rPr>
              <a:t>」に変更してから</a:t>
            </a:r>
            <a:br>
              <a:rPr kumimoji="1" lang="en-US" altLang="ja-JP" sz="1400" dirty="0">
                <a:solidFill>
                  <a:schemeClr val="tx1"/>
                </a:solidFill>
              </a:rPr>
            </a:br>
            <a:r>
              <a:rPr kumimoji="1" lang="ja-JP" altLang="en-US" sz="1400" dirty="0">
                <a:solidFill>
                  <a:schemeClr val="tx1"/>
                </a:solidFill>
              </a:rPr>
              <a:t>上書き保存してください。</a:t>
            </a:r>
          </a:p>
        </p:txBody>
      </p:sp>
      <p:sp>
        <p:nvSpPr>
          <p:cNvPr id="8" name="Google Shape;147;p19">
            <a:extLst>
              <a:ext uri="{FF2B5EF4-FFF2-40B4-BE49-F238E27FC236}">
                <a16:creationId xmlns:a16="http://schemas.microsoft.com/office/drawing/2014/main" id="{6FD2E70F-F782-43FB-BFF1-A9674DF4EAED}"/>
              </a:ext>
            </a:extLst>
          </p:cNvPr>
          <p:cNvSpPr/>
          <p:nvPr/>
        </p:nvSpPr>
        <p:spPr>
          <a:xfrm>
            <a:off x="616964" y="3192001"/>
            <a:ext cx="2513694" cy="225375"/>
          </a:xfrm>
          <a:prstGeom prst="rect">
            <a:avLst/>
          </a:prstGeom>
          <a:no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Tree>
    <p:extLst>
      <p:ext uri="{BB962C8B-B14F-4D97-AF65-F5344CB8AC3E}">
        <p14:creationId xmlns:p14="http://schemas.microsoft.com/office/powerpoint/2010/main" val="2859560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6DC238B-EE56-4E60-9254-5D7461C2FECA}"/>
              </a:ext>
            </a:extLst>
          </p:cNvPr>
          <p:cNvSpPr>
            <a:spLocks noGrp="1"/>
          </p:cNvSpPr>
          <p:nvPr>
            <p:ph type="ftr" sz="quarter" idx="11"/>
          </p:nvPr>
        </p:nvSpPr>
        <p:spPr>
          <a:xfrm>
            <a:off x="3028950" y="4866125"/>
            <a:ext cx="3086100" cy="254493"/>
          </a:xfrm>
        </p:spPr>
        <p:txBody>
          <a:bodyPr/>
          <a:lstStyle/>
          <a:p>
            <a:r>
              <a:rPr lang="en-US" altLang="ja-JP"/>
              <a:t>copyright ©ITCollege All Rights Reserved</a:t>
            </a:r>
            <a:endParaRPr lang="ja-JP" altLang="en-US" dirty="0"/>
          </a:p>
        </p:txBody>
      </p:sp>
      <p:sp>
        <p:nvSpPr>
          <p:cNvPr id="7" name="タイトル 6">
            <a:extLst>
              <a:ext uri="{FF2B5EF4-FFF2-40B4-BE49-F238E27FC236}">
                <a16:creationId xmlns:a16="http://schemas.microsoft.com/office/drawing/2014/main" id="{58177CF6-E256-4D88-B489-5F2EFF09AC4C}"/>
              </a:ext>
            </a:extLst>
          </p:cNvPr>
          <p:cNvSpPr>
            <a:spLocks noGrp="1"/>
          </p:cNvSpPr>
          <p:nvPr>
            <p:ph type="ctrTitle"/>
          </p:nvPr>
        </p:nvSpPr>
        <p:spPr>
          <a:xfrm>
            <a:off x="463550" y="119734"/>
            <a:ext cx="8216900" cy="541192"/>
          </a:xfrm>
        </p:spPr>
        <p:txBody>
          <a:bodyPr/>
          <a:lstStyle/>
          <a:p>
            <a:r>
              <a:rPr lang="ja-JP" altLang="en-US" dirty="0"/>
              <a:t>今の状態</a:t>
            </a:r>
          </a:p>
        </p:txBody>
      </p:sp>
      <p:sp>
        <p:nvSpPr>
          <p:cNvPr id="5" name="スライド番号プレースホルダー 4">
            <a:extLst>
              <a:ext uri="{FF2B5EF4-FFF2-40B4-BE49-F238E27FC236}">
                <a16:creationId xmlns:a16="http://schemas.microsoft.com/office/drawing/2014/main" id="{CAF52E47-E0BD-4CE1-8C78-272007650A0D}"/>
              </a:ext>
            </a:extLst>
          </p:cNvPr>
          <p:cNvSpPr>
            <a:spLocks noGrp="1"/>
          </p:cNvSpPr>
          <p:nvPr>
            <p:ph type="sldNum" sz="quarter" idx="4"/>
          </p:nvPr>
        </p:nvSpPr>
        <p:spPr>
          <a:xfrm>
            <a:off x="218226" y="4862076"/>
            <a:ext cx="630348" cy="254494"/>
          </a:xfrm>
        </p:spPr>
        <p:txBody>
          <a:bodyPr/>
          <a:lstStyle/>
          <a:p>
            <a:fld id="{00000000-1234-1234-1234-123412341234}" type="slidenum">
              <a:rPr lang="en" smtClean="0"/>
              <a:pPr/>
              <a:t>16</a:t>
            </a:fld>
            <a:endParaRPr lang="en" dirty="0"/>
          </a:p>
        </p:txBody>
      </p:sp>
      <p:sp>
        <p:nvSpPr>
          <p:cNvPr id="8" name="テキスト プレースホルダー 7">
            <a:extLst>
              <a:ext uri="{FF2B5EF4-FFF2-40B4-BE49-F238E27FC236}">
                <a16:creationId xmlns:a16="http://schemas.microsoft.com/office/drawing/2014/main" id="{C57C43D1-E1C5-418D-A114-931FDA96CE3D}"/>
              </a:ext>
            </a:extLst>
          </p:cNvPr>
          <p:cNvSpPr>
            <a:spLocks noGrp="1"/>
          </p:cNvSpPr>
          <p:nvPr>
            <p:ph type="body" sz="quarter" idx="14"/>
          </p:nvPr>
        </p:nvSpPr>
        <p:spPr>
          <a:xfrm>
            <a:off x="463550" y="858839"/>
            <a:ext cx="8216900" cy="444667"/>
          </a:xfrm>
        </p:spPr>
        <p:txBody>
          <a:bodyPr/>
          <a:lstStyle/>
          <a:p>
            <a:pPr marL="96838" indent="0">
              <a:buNone/>
            </a:pPr>
            <a:r>
              <a:rPr lang="ja-JP" altLang="en-US" dirty="0"/>
              <a:t>ソースコードができたので次はコンパイルを行います。</a:t>
            </a:r>
          </a:p>
        </p:txBody>
      </p:sp>
      <p:pic>
        <p:nvPicPr>
          <p:cNvPr id="11" name="図 10">
            <a:extLst>
              <a:ext uri="{FF2B5EF4-FFF2-40B4-BE49-F238E27FC236}">
                <a16:creationId xmlns:a16="http://schemas.microsoft.com/office/drawing/2014/main" id="{5E2E7114-4005-4493-AFC7-F88AE0211223}"/>
              </a:ext>
            </a:extLst>
          </p:cNvPr>
          <p:cNvPicPr>
            <a:picLocks noChangeAspect="1"/>
          </p:cNvPicPr>
          <p:nvPr/>
        </p:nvPicPr>
        <p:blipFill>
          <a:blip r:embed="rId2"/>
          <a:stretch>
            <a:fillRect/>
          </a:stretch>
        </p:blipFill>
        <p:spPr>
          <a:xfrm>
            <a:off x="533400" y="1388248"/>
            <a:ext cx="759980" cy="785509"/>
          </a:xfrm>
          <a:prstGeom prst="rect">
            <a:avLst/>
          </a:prstGeom>
        </p:spPr>
      </p:pic>
      <p:sp>
        <p:nvSpPr>
          <p:cNvPr id="25" name="矢印: 右 24">
            <a:extLst>
              <a:ext uri="{FF2B5EF4-FFF2-40B4-BE49-F238E27FC236}">
                <a16:creationId xmlns:a16="http://schemas.microsoft.com/office/drawing/2014/main" id="{E8D180A5-ACA5-4ACD-A090-72902AC96198}"/>
              </a:ext>
            </a:extLst>
          </p:cNvPr>
          <p:cNvSpPr/>
          <p:nvPr/>
        </p:nvSpPr>
        <p:spPr>
          <a:xfrm>
            <a:off x="1361872" y="1562129"/>
            <a:ext cx="1274323" cy="437745"/>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ソース作成</a:t>
            </a:r>
          </a:p>
        </p:txBody>
      </p:sp>
      <p:sp>
        <p:nvSpPr>
          <p:cNvPr id="27" name="四角形: 角を丸くする 26">
            <a:extLst>
              <a:ext uri="{FF2B5EF4-FFF2-40B4-BE49-F238E27FC236}">
                <a16:creationId xmlns:a16="http://schemas.microsoft.com/office/drawing/2014/main" id="{E8C3D8D1-9F9B-4D65-8875-F01ACE23F412}"/>
              </a:ext>
            </a:extLst>
          </p:cNvPr>
          <p:cNvSpPr/>
          <p:nvPr/>
        </p:nvSpPr>
        <p:spPr>
          <a:xfrm>
            <a:off x="2704687" y="1501107"/>
            <a:ext cx="1711670" cy="559788"/>
          </a:xfrm>
          <a:prstGeom prst="roundRect">
            <a:avLst/>
          </a:prstGeom>
          <a:solidFill>
            <a:schemeClr val="accent6">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kumimoji="1" lang="ja-JP" altLang="en-US" sz="1400" b="1" dirty="0">
                <a:solidFill>
                  <a:srgbClr val="C00000"/>
                </a:solidFill>
              </a:rPr>
              <a:t>テキストエディタ</a:t>
            </a:r>
            <a:endParaRPr kumimoji="1" lang="en-US" altLang="ja-JP" sz="1400" dirty="0">
              <a:solidFill>
                <a:schemeClr val="tx1"/>
              </a:solidFill>
            </a:endParaRPr>
          </a:p>
        </p:txBody>
      </p:sp>
      <p:sp>
        <p:nvSpPr>
          <p:cNvPr id="28" name="Google Shape;102;p15">
            <a:extLst>
              <a:ext uri="{FF2B5EF4-FFF2-40B4-BE49-F238E27FC236}">
                <a16:creationId xmlns:a16="http://schemas.microsoft.com/office/drawing/2014/main" id="{EBBDC89A-5EA2-4C3F-A82B-69DAFA80A57F}"/>
              </a:ext>
            </a:extLst>
          </p:cNvPr>
          <p:cNvSpPr/>
          <p:nvPr/>
        </p:nvSpPr>
        <p:spPr>
          <a:xfrm>
            <a:off x="5410477" y="1303506"/>
            <a:ext cx="3361568" cy="1016015"/>
          </a:xfrm>
          <a:prstGeom prst="roundRect">
            <a:avLst>
              <a:gd name="adj" fmla="val 16667"/>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1600" b="0" i="0" u="none" strike="noStrike" cap="none" dirty="0">
                <a:solidFill>
                  <a:schemeClr val="dk1"/>
                </a:solidFill>
                <a:cs typeface="MS Gothic"/>
                <a:sym typeface="MS Gothic"/>
              </a:rPr>
              <a:t>println("Javaの世界へ～");</a:t>
            </a:r>
            <a:endParaRPr dirty="0"/>
          </a:p>
          <a:p>
            <a:pPr marL="0" marR="0" lvl="0" indent="0" algn="l" rtl="0">
              <a:spcBef>
                <a:spcPts val="0"/>
              </a:spcBef>
              <a:spcAft>
                <a:spcPts val="0"/>
              </a:spcAft>
              <a:buNone/>
            </a:pPr>
            <a:r>
              <a:rPr lang="ja-JP" sz="1600" dirty="0">
                <a:solidFill>
                  <a:schemeClr val="dk1"/>
                </a:solidFill>
                <a:cs typeface="MS Gothic"/>
                <a:sym typeface="MS Gothic"/>
              </a:rPr>
              <a:t>print("4+5×6～");</a:t>
            </a:r>
            <a:endParaRPr sz="1600" dirty="0">
              <a:solidFill>
                <a:schemeClr val="dk1"/>
              </a:solidFill>
              <a:cs typeface="MS Gothic"/>
              <a:sym typeface="MS Gothic"/>
            </a:endParaRPr>
          </a:p>
          <a:p>
            <a:pPr marL="0" marR="0" lvl="0" indent="0" algn="l" rtl="0">
              <a:spcBef>
                <a:spcPts val="0"/>
              </a:spcBef>
              <a:spcAft>
                <a:spcPts val="0"/>
              </a:spcAft>
              <a:buNone/>
            </a:pPr>
            <a:r>
              <a:rPr lang="ja-JP" sz="1600" dirty="0">
                <a:solidFill>
                  <a:schemeClr val="dk1"/>
                </a:solidFill>
                <a:cs typeface="MS Gothic"/>
                <a:sym typeface="MS Gothic"/>
              </a:rPr>
              <a:t>println(4+5*6～);</a:t>
            </a:r>
            <a:endParaRPr sz="1600" dirty="0">
              <a:solidFill>
                <a:schemeClr val="dk1"/>
              </a:solidFill>
              <a:cs typeface="MS Gothic"/>
              <a:sym typeface="MS Gothic"/>
            </a:endParaRPr>
          </a:p>
        </p:txBody>
      </p:sp>
      <p:sp>
        <p:nvSpPr>
          <p:cNvPr id="29" name="テキスト プレースホルダー 7">
            <a:extLst>
              <a:ext uri="{FF2B5EF4-FFF2-40B4-BE49-F238E27FC236}">
                <a16:creationId xmlns:a16="http://schemas.microsoft.com/office/drawing/2014/main" id="{33242A8C-25AA-44C5-BCC9-850EF97BA528}"/>
              </a:ext>
            </a:extLst>
          </p:cNvPr>
          <p:cNvSpPr txBox="1">
            <a:spLocks/>
          </p:cNvSpPr>
          <p:nvPr/>
        </p:nvSpPr>
        <p:spPr>
          <a:xfrm>
            <a:off x="5410477" y="1081417"/>
            <a:ext cx="2625394" cy="3222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ja-JP" b="1" dirty="0"/>
              <a:t>ソースコード</a:t>
            </a:r>
            <a:r>
              <a:rPr lang="en-US" altLang="ja-JP" b="1" dirty="0"/>
              <a:t>(Hello.java)</a:t>
            </a:r>
            <a:endParaRPr lang="ja-JP" altLang="en-US" b="1" dirty="0"/>
          </a:p>
        </p:txBody>
      </p:sp>
      <p:sp>
        <p:nvSpPr>
          <p:cNvPr id="31" name="矢印: 右 30">
            <a:extLst>
              <a:ext uri="{FF2B5EF4-FFF2-40B4-BE49-F238E27FC236}">
                <a16:creationId xmlns:a16="http://schemas.microsoft.com/office/drawing/2014/main" id="{595E1EA8-E051-4E84-9DCE-341C15BB0C62}"/>
              </a:ext>
            </a:extLst>
          </p:cNvPr>
          <p:cNvSpPr/>
          <p:nvPr/>
        </p:nvSpPr>
        <p:spPr>
          <a:xfrm>
            <a:off x="4484849" y="1562129"/>
            <a:ext cx="826453" cy="437745"/>
          </a:xfrm>
          <a:prstGeom prst="righ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保存</a:t>
            </a:r>
          </a:p>
        </p:txBody>
      </p:sp>
      <p:pic>
        <p:nvPicPr>
          <p:cNvPr id="32" name="図 31">
            <a:extLst>
              <a:ext uri="{FF2B5EF4-FFF2-40B4-BE49-F238E27FC236}">
                <a16:creationId xmlns:a16="http://schemas.microsoft.com/office/drawing/2014/main" id="{CCEF8E8F-6E93-4DBA-9C16-ECAF51504169}"/>
              </a:ext>
            </a:extLst>
          </p:cNvPr>
          <p:cNvPicPr>
            <a:picLocks noChangeAspect="1"/>
          </p:cNvPicPr>
          <p:nvPr/>
        </p:nvPicPr>
        <p:blipFill>
          <a:blip r:embed="rId2"/>
          <a:stretch>
            <a:fillRect/>
          </a:stretch>
        </p:blipFill>
        <p:spPr>
          <a:xfrm>
            <a:off x="533400" y="2319521"/>
            <a:ext cx="759980" cy="785509"/>
          </a:xfrm>
          <a:prstGeom prst="rect">
            <a:avLst/>
          </a:prstGeom>
        </p:spPr>
      </p:pic>
      <p:sp>
        <p:nvSpPr>
          <p:cNvPr id="33" name="矢印: 右 32">
            <a:extLst>
              <a:ext uri="{FF2B5EF4-FFF2-40B4-BE49-F238E27FC236}">
                <a16:creationId xmlns:a16="http://schemas.microsoft.com/office/drawing/2014/main" id="{0B761E6A-0AEA-4238-8615-70A0D04D4C4D}"/>
              </a:ext>
            </a:extLst>
          </p:cNvPr>
          <p:cNvSpPr/>
          <p:nvPr/>
        </p:nvSpPr>
        <p:spPr>
          <a:xfrm>
            <a:off x="1361872" y="2493402"/>
            <a:ext cx="1274323" cy="437745"/>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コンパイル</a:t>
            </a:r>
          </a:p>
        </p:txBody>
      </p:sp>
      <p:sp>
        <p:nvSpPr>
          <p:cNvPr id="34" name="四角形: 角を丸くする 33">
            <a:extLst>
              <a:ext uri="{FF2B5EF4-FFF2-40B4-BE49-F238E27FC236}">
                <a16:creationId xmlns:a16="http://schemas.microsoft.com/office/drawing/2014/main" id="{F65751FC-3931-43A0-8A9E-32805246B4E6}"/>
              </a:ext>
            </a:extLst>
          </p:cNvPr>
          <p:cNvSpPr/>
          <p:nvPr/>
        </p:nvSpPr>
        <p:spPr>
          <a:xfrm>
            <a:off x="2704687" y="2432380"/>
            <a:ext cx="1711670" cy="559788"/>
          </a:xfrm>
          <a:prstGeom prst="roundRect">
            <a:avLst/>
          </a:prstGeom>
          <a:solidFill>
            <a:schemeClr val="accent6">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kumimoji="1" lang="ja-JP" altLang="en-US" sz="1400" b="1" dirty="0">
                <a:solidFill>
                  <a:schemeClr val="tx2">
                    <a:lumMod val="40000"/>
                    <a:lumOff val="60000"/>
                  </a:schemeClr>
                </a:solidFill>
              </a:rPr>
              <a:t>コンパイラ</a:t>
            </a:r>
            <a:endParaRPr kumimoji="1" lang="en-US" altLang="ja-JP" sz="1400" dirty="0">
              <a:solidFill>
                <a:schemeClr val="tx2">
                  <a:lumMod val="40000"/>
                  <a:lumOff val="60000"/>
                </a:schemeClr>
              </a:solidFill>
            </a:endParaRPr>
          </a:p>
        </p:txBody>
      </p:sp>
      <p:sp>
        <p:nvSpPr>
          <p:cNvPr id="35" name="Google Shape;103;p15">
            <a:extLst>
              <a:ext uri="{FF2B5EF4-FFF2-40B4-BE49-F238E27FC236}">
                <a16:creationId xmlns:a16="http://schemas.microsoft.com/office/drawing/2014/main" id="{96B6D6DF-1C25-4870-9912-B59CF9876813}"/>
              </a:ext>
            </a:extLst>
          </p:cNvPr>
          <p:cNvSpPr/>
          <p:nvPr/>
        </p:nvSpPr>
        <p:spPr>
          <a:xfrm>
            <a:off x="5349481" y="2618153"/>
            <a:ext cx="3016305" cy="343948"/>
          </a:xfrm>
          <a:prstGeom prst="roundRect">
            <a:avLst>
              <a:gd name="adj" fmla="val 16667"/>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1800" dirty="0">
                <a:solidFill>
                  <a:schemeClr val="bg1">
                    <a:lumMod val="65000"/>
                  </a:schemeClr>
                </a:solidFill>
                <a:cs typeface="Meiryo"/>
                <a:sym typeface="Meiryo"/>
              </a:rPr>
              <a:t>000110100100100101101101</a:t>
            </a:r>
            <a:endParaRPr sz="1800" dirty="0">
              <a:solidFill>
                <a:schemeClr val="bg1">
                  <a:lumMod val="65000"/>
                </a:schemeClr>
              </a:solidFill>
              <a:cs typeface="Meiryo"/>
              <a:sym typeface="Meiryo"/>
            </a:endParaRPr>
          </a:p>
        </p:txBody>
      </p:sp>
      <p:sp>
        <p:nvSpPr>
          <p:cNvPr id="36" name="テキスト プレースホルダー 7">
            <a:extLst>
              <a:ext uri="{FF2B5EF4-FFF2-40B4-BE49-F238E27FC236}">
                <a16:creationId xmlns:a16="http://schemas.microsoft.com/office/drawing/2014/main" id="{37FCA2B6-210B-4E0F-88CC-F9E39CA3D1E4}"/>
              </a:ext>
            </a:extLst>
          </p:cNvPr>
          <p:cNvSpPr txBox="1">
            <a:spLocks/>
          </p:cNvSpPr>
          <p:nvPr/>
        </p:nvSpPr>
        <p:spPr>
          <a:xfrm>
            <a:off x="5349481" y="2343161"/>
            <a:ext cx="1403811" cy="27499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lgn="ctr">
              <a:buFont typeface="Arial" panose="020B0604020202020204" pitchFamily="34" charset="0"/>
              <a:buNone/>
            </a:pPr>
            <a:r>
              <a:rPr lang="ja-JP" altLang="en-US" b="1" dirty="0">
                <a:solidFill>
                  <a:schemeClr val="bg1">
                    <a:lumMod val="65000"/>
                  </a:schemeClr>
                </a:solidFill>
              </a:rPr>
              <a:t>バイトコード</a:t>
            </a:r>
          </a:p>
        </p:txBody>
      </p:sp>
      <p:sp>
        <p:nvSpPr>
          <p:cNvPr id="37" name="矢印: 右 36">
            <a:extLst>
              <a:ext uri="{FF2B5EF4-FFF2-40B4-BE49-F238E27FC236}">
                <a16:creationId xmlns:a16="http://schemas.microsoft.com/office/drawing/2014/main" id="{21315097-4751-403E-8939-88088DE12F79}"/>
              </a:ext>
            </a:extLst>
          </p:cNvPr>
          <p:cNvSpPr/>
          <p:nvPr/>
        </p:nvSpPr>
        <p:spPr>
          <a:xfrm>
            <a:off x="4484849" y="2609564"/>
            <a:ext cx="826453" cy="437745"/>
          </a:xfrm>
          <a:prstGeom prst="rightArrow">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作成</a:t>
            </a:r>
          </a:p>
        </p:txBody>
      </p:sp>
      <p:sp>
        <p:nvSpPr>
          <p:cNvPr id="38" name="矢印: 右 37">
            <a:extLst>
              <a:ext uri="{FF2B5EF4-FFF2-40B4-BE49-F238E27FC236}">
                <a16:creationId xmlns:a16="http://schemas.microsoft.com/office/drawing/2014/main" id="{6FDB713E-8C5F-43C6-B828-A518802BBFE8}"/>
              </a:ext>
            </a:extLst>
          </p:cNvPr>
          <p:cNvSpPr/>
          <p:nvPr/>
        </p:nvSpPr>
        <p:spPr>
          <a:xfrm rot="20670050" flipH="1">
            <a:off x="4428021" y="2166212"/>
            <a:ext cx="934047" cy="437745"/>
          </a:xfrm>
          <a:prstGeom prst="rightArrow">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読込</a:t>
            </a:r>
          </a:p>
        </p:txBody>
      </p:sp>
      <p:pic>
        <p:nvPicPr>
          <p:cNvPr id="39" name="図 38">
            <a:extLst>
              <a:ext uri="{FF2B5EF4-FFF2-40B4-BE49-F238E27FC236}">
                <a16:creationId xmlns:a16="http://schemas.microsoft.com/office/drawing/2014/main" id="{95CF212E-1836-4DAD-83D6-A2E2C13C7CAF}"/>
              </a:ext>
            </a:extLst>
          </p:cNvPr>
          <p:cNvPicPr>
            <a:picLocks noChangeAspect="1"/>
          </p:cNvPicPr>
          <p:nvPr/>
        </p:nvPicPr>
        <p:blipFill>
          <a:blip r:embed="rId2"/>
          <a:stretch>
            <a:fillRect/>
          </a:stretch>
        </p:blipFill>
        <p:spPr>
          <a:xfrm>
            <a:off x="533400" y="3240396"/>
            <a:ext cx="759980" cy="785509"/>
          </a:xfrm>
          <a:prstGeom prst="rect">
            <a:avLst/>
          </a:prstGeom>
        </p:spPr>
      </p:pic>
      <p:sp>
        <p:nvSpPr>
          <p:cNvPr id="40" name="矢印: 右 39">
            <a:extLst>
              <a:ext uri="{FF2B5EF4-FFF2-40B4-BE49-F238E27FC236}">
                <a16:creationId xmlns:a16="http://schemas.microsoft.com/office/drawing/2014/main" id="{97F8F756-8244-4DF8-BF77-78A6B9F34F4E}"/>
              </a:ext>
            </a:extLst>
          </p:cNvPr>
          <p:cNvSpPr/>
          <p:nvPr/>
        </p:nvSpPr>
        <p:spPr>
          <a:xfrm>
            <a:off x="1361872" y="3414277"/>
            <a:ext cx="1274323" cy="437745"/>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実行</a:t>
            </a:r>
          </a:p>
        </p:txBody>
      </p:sp>
      <p:sp>
        <p:nvSpPr>
          <p:cNvPr id="41" name="四角形: 角を丸くする 40">
            <a:extLst>
              <a:ext uri="{FF2B5EF4-FFF2-40B4-BE49-F238E27FC236}">
                <a16:creationId xmlns:a16="http://schemas.microsoft.com/office/drawing/2014/main" id="{DE68F41C-030C-4ECF-81CB-3C74FA958AD2}"/>
              </a:ext>
            </a:extLst>
          </p:cNvPr>
          <p:cNvSpPr/>
          <p:nvPr/>
        </p:nvSpPr>
        <p:spPr>
          <a:xfrm>
            <a:off x="2704687" y="3353255"/>
            <a:ext cx="1711670" cy="559788"/>
          </a:xfrm>
          <a:prstGeom prst="roundRect">
            <a:avLst/>
          </a:prstGeom>
          <a:solidFill>
            <a:schemeClr val="accent6">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kumimoji="1" lang="en-US" altLang="ja-JP" sz="1400" b="1" dirty="0">
                <a:solidFill>
                  <a:schemeClr val="tx2">
                    <a:lumMod val="40000"/>
                    <a:lumOff val="60000"/>
                  </a:schemeClr>
                </a:solidFill>
              </a:rPr>
              <a:t>JVM</a:t>
            </a:r>
            <a:endParaRPr kumimoji="1" lang="en-US" altLang="ja-JP" sz="1400" dirty="0">
              <a:solidFill>
                <a:schemeClr val="tx2">
                  <a:lumMod val="40000"/>
                  <a:lumOff val="60000"/>
                </a:schemeClr>
              </a:solidFill>
            </a:endParaRPr>
          </a:p>
        </p:txBody>
      </p:sp>
      <p:sp>
        <p:nvSpPr>
          <p:cNvPr id="42" name="矢印: 右 41">
            <a:extLst>
              <a:ext uri="{FF2B5EF4-FFF2-40B4-BE49-F238E27FC236}">
                <a16:creationId xmlns:a16="http://schemas.microsoft.com/office/drawing/2014/main" id="{D5F0B766-4757-4405-BDDA-1C43A06CA68A}"/>
              </a:ext>
            </a:extLst>
          </p:cNvPr>
          <p:cNvSpPr/>
          <p:nvPr/>
        </p:nvSpPr>
        <p:spPr>
          <a:xfrm>
            <a:off x="4484849" y="3530439"/>
            <a:ext cx="826453" cy="437745"/>
          </a:xfrm>
          <a:prstGeom prst="rightArrow">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表示</a:t>
            </a:r>
          </a:p>
        </p:txBody>
      </p:sp>
      <p:grpSp>
        <p:nvGrpSpPr>
          <p:cNvPr id="43" name="グループ化 42">
            <a:extLst>
              <a:ext uri="{FF2B5EF4-FFF2-40B4-BE49-F238E27FC236}">
                <a16:creationId xmlns:a16="http://schemas.microsoft.com/office/drawing/2014/main" id="{B05E10B8-A1A4-436C-96B3-A93C27AE1ED9}"/>
              </a:ext>
            </a:extLst>
          </p:cNvPr>
          <p:cNvGrpSpPr/>
          <p:nvPr/>
        </p:nvGrpSpPr>
        <p:grpSpPr>
          <a:xfrm>
            <a:off x="5349481" y="3012724"/>
            <a:ext cx="2114550" cy="2202696"/>
            <a:chOff x="5825490" y="2466156"/>
            <a:chExt cx="2395920" cy="2395920"/>
          </a:xfrm>
          <a:solidFill>
            <a:schemeClr val="bg1">
              <a:lumMod val="65000"/>
            </a:schemeClr>
          </a:solidFill>
        </p:grpSpPr>
        <p:pic>
          <p:nvPicPr>
            <p:cNvPr id="44" name="グラフィックス 43" descr="テレビ 単色塗りつぶし">
              <a:extLst>
                <a:ext uri="{FF2B5EF4-FFF2-40B4-BE49-F238E27FC236}">
                  <a16:creationId xmlns:a16="http://schemas.microsoft.com/office/drawing/2014/main" id="{0AA563C6-0F72-4F8D-B02C-51811FDB176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25490" y="2466156"/>
              <a:ext cx="2395920" cy="2395920"/>
            </a:xfrm>
            <a:prstGeom prst="rect">
              <a:avLst/>
            </a:prstGeom>
          </p:spPr>
        </p:pic>
        <p:sp>
          <p:nvSpPr>
            <p:cNvPr id="45" name="Google Shape;105;p15">
              <a:extLst>
                <a:ext uri="{FF2B5EF4-FFF2-40B4-BE49-F238E27FC236}">
                  <a16:creationId xmlns:a16="http://schemas.microsoft.com/office/drawing/2014/main" id="{8074FF91-E328-4C0E-B3ED-3C5B8BEA7171}"/>
                </a:ext>
              </a:extLst>
            </p:cNvPr>
            <p:cNvSpPr/>
            <p:nvPr/>
          </p:nvSpPr>
          <p:spPr>
            <a:xfrm>
              <a:off x="5992099" y="2887774"/>
              <a:ext cx="2069861" cy="1310846"/>
            </a:xfrm>
            <a:prstGeom prst="rect">
              <a:avLst/>
            </a:prstGeom>
            <a:grp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1800" dirty="0">
                  <a:solidFill>
                    <a:schemeClr val="lt1"/>
                  </a:solidFill>
                  <a:cs typeface="Meiryo"/>
                  <a:sym typeface="Meiryo"/>
                </a:rPr>
                <a:t>Javaの世界へ～</a:t>
              </a:r>
              <a:endParaRPr dirty="0"/>
            </a:p>
            <a:p>
              <a:pPr marL="0" marR="0" lvl="0" indent="0" algn="l" rtl="0">
                <a:spcBef>
                  <a:spcPts val="0"/>
                </a:spcBef>
                <a:spcAft>
                  <a:spcPts val="0"/>
                </a:spcAft>
                <a:buNone/>
              </a:pPr>
              <a:r>
                <a:rPr lang="en-US" altLang="ja-JP" sz="1800" dirty="0">
                  <a:solidFill>
                    <a:schemeClr val="lt1"/>
                  </a:solidFill>
                  <a:cs typeface="Meiryo"/>
                  <a:sym typeface="Meiryo"/>
                </a:rPr>
                <a:t>4+5</a:t>
              </a:r>
              <a:r>
                <a:rPr lang="ja-JP" sz="1800" dirty="0">
                  <a:solidFill>
                    <a:schemeClr val="lt1"/>
                  </a:solidFill>
                  <a:cs typeface="Meiryo"/>
                  <a:sym typeface="Meiryo"/>
                </a:rPr>
                <a:t>×</a:t>
              </a:r>
              <a:r>
                <a:rPr lang="en-US" altLang="ja-JP" sz="1800" dirty="0">
                  <a:solidFill>
                    <a:schemeClr val="lt1"/>
                  </a:solidFill>
                  <a:cs typeface="Meiryo"/>
                  <a:sym typeface="Meiryo"/>
                </a:rPr>
                <a:t>6</a:t>
              </a:r>
              <a:r>
                <a:rPr lang="ja-JP" sz="1800" dirty="0">
                  <a:solidFill>
                    <a:schemeClr val="lt1"/>
                  </a:solidFill>
                  <a:cs typeface="Meiryo"/>
                  <a:sym typeface="Meiryo"/>
                </a:rPr>
                <a:t>～</a:t>
              </a:r>
              <a:endParaRPr sz="1800" dirty="0">
                <a:solidFill>
                  <a:schemeClr val="lt1"/>
                </a:solidFill>
                <a:cs typeface="Meiryo"/>
                <a:sym typeface="Meiryo"/>
              </a:endParaRPr>
            </a:p>
          </p:txBody>
        </p:sp>
      </p:grpSp>
      <p:sp>
        <p:nvSpPr>
          <p:cNvPr id="46" name="テキスト プレースホルダー 7">
            <a:extLst>
              <a:ext uri="{FF2B5EF4-FFF2-40B4-BE49-F238E27FC236}">
                <a16:creationId xmlns:a16="http://schemas.microsoft.com/office/drawing/2014/main" id="{80D194DE-488A-4947-9A14-A239CA65290E}"/>
              </a:ext>
            </a:extLst>
          </p:cNvPr>
          <p:cNvSpPr txBox="1">
            <a:spLocks/>
          </p:cNvSpPr>
          <p:nvPr/>
        </p:nvSpPr>
        <p:spPr>
          <a:xfrm>
            <a:off x="5195558" y="3065386"/>
            <a:ext cx="1403810" cy="3222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lgn="ctr">
              <a:buFont typeface="Arial" panose="020B0604020202020204" pitchFamily="34" charset="0"/>
              <a:buNone/>
            </a:pPr>
            <a:r>
              <a:rPr lang="ja-JP" altLang="en-US" b="1" dirty="0">
                <a:solidFill>
                  <a:schemeClr val="bg1">
                    <a:lumMod val="65000"/>
                  </a:schemeClr>
                </a:solidFill>
              </a:rPr>
              <a:t>実行結果</a:t>
            </a:r>
          </a:p>
        </p:txBody>
      </p:sp>
      <p:sp>
        <p:nvSpPr>
          <p:cNvPr id="47" name="矢印: 右 46">
            <a:extLst>
              <a:ext uri="{FF2B5EF4-FFF2-40B4-BE49-F238E27FC236}">
                <a16:creationId xmlns:a16="http://schemas.microsoft.com/office/drawing/2014/main" id="{74666F72-7E2C-4F4F-BD25-654DCDAFB6B8}"/>
              </a:ext>
            </a:extLst>
          </p:cNvPr>
          <p:cNvSpPr/>
          <p:nvPr/>
        </p:nvSpPr>
        <p:spPr>
          <a:xfrm rot="20670050" flipH="1">
            <a:off x="4428021" y="3030867"/>
            <a:ext cx="934047" cy="437745"/>
          </a:xfrm>
          <a:prstGeom prst="rightArrow">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読込</a:t>
            </a:r>
          </a:p>
        </p:txBody>
      </p:sp>
    </p:spTree>
    <p:extLst>
      <p:ext uri="{BB962C8B-B14F-4D97-AF65-F5344CB8AC3E}">
        <p14:creationId xmlns:p14="http://schemas.microsoft.com/office/powerpoint/2010/main" val="24699157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BFC7A35D-1013-4B1B-8268-48793F136D4C}"/>
              </a:ext>
            </a:extLst>
          </p:cNvPr>
          <p:cNvSpPr>
            <a:spLocks noGrp="1"/>
          </p:cNvSpPr>
          <p:nvPr>
            <p:ph type="ftr" sz="quarter" idx="11"/>
          </p:nvPr>
        </p:nvSpPr>
        <p:spPr/>
        <p:txBody>
          <a:bodyPr/>
          <a:lstStyle/>
          <a:p>
            <a:r>
              <a:rPr kumimoji="1" lang="en-US" altLang="ja-JP"/>
              <a:t>copyright ©ITCollege All Rights Reserved</a:t>
            </a:r>
            <a:endParaRPr kumimoji="1" lang="ja-JP" altLang="en-US" sz="1000"/>
          </a:p>
        </p:txBody>
      </p:sp>
      <p:sp>
        <p:nvSpPr>
          <p:cNvPr id="6" name="タイトル 5">
            <a:extLst>
              <a:ext uri="{FF2B5EF4-FFF2-40B4-BE49-F238E27FC236}">
                <a16:creationId xmlns:a16="http://schemas.microsoft.com/office/drawing/2014/main" id="{0F81E6C4-7841-4153-9948-3830F64F1715}"/>
              </a:ext>
            </a:extLst>
          </p:cNvPr>
          <p:cNvSpPr>
            <a:spLocks noGrp="1"/>
          </p:cNvSpPr>
          <p:nvPr>
            <p:ph type="ctrTitle"/>
          </p:nvPr>
        </p:nvSpPr>
        <p:spPr/>
        <p:txBody>
          <a:bodyPr/>
          <a:lstStyle/>
          <a:p>
            <a:r>
              <a:rPr kumimoji="1" lang="ja-JP" altLang="en-US" dirty="0"/>
              <a:t>コンパイル</a:t>
            </a:r>
            <a:endParaRPr lang="ja-JP" altLang="en-US" dirty="0"/>
          </a:p>
        </p:txBody>
      </p:sp>
      <p:sp>
        <p:nvSpPr>
          <p:cNvPr id="3" name="スライド番号プレースホルダー 2">
            <a:extLst>
              <a:ext uri="{FF2B5EF4-FFF2-40B4-BE49-F238E27FC236}">
                <a16:creationId xmlns:a16="http://schemas.microsoft.com/office/drawing/2014/main" id="{F54F27B3-DDBF-476A-AD49-46F9A05EE6D4}"/>
              </a:ext>
            </a:extLst>
          </p:cNvPr>
          <p:cNvSpPr>
            <a:spLocks noGrp="1"/>
          </p:cNvSpPr>
          <p:nvPr>
            <p:ph type="sldNum" sz="quarter" idx="4"/>
          </p:nvPr>
        </p:nvSpPr>
        <p:spPr/>
        <p:txBody>
          <a:bodyPr/>
          <a:lstStyle/>
          <a:p>
            <a:fld id="{6EC4605C-D4BC-457C-A820-CB9DC8935472}" type="slidenum">
              <a:rPr kumimoji="1" lang="ja-JP" altLang="en-US" smtClean="0"/>
              <a:pPr/>
              <a:t>17</a:t>
            </a:fld>
            <a:endParaRPr kumimoji="1" lang="ja-JP" altLang="en-US" sz="1200"/>
          </a:p>
        </p:txBody>
      </p:sp>
      <p:sp>
        <p:nvSpPr>
          <p:cNvPr id="8" name="テキスト プレースホルダー 7">
            <a:extLst>
              <a:ext uri="{FF2B5EF4-FFF2-40B4-BE49-F238E27FC236}">
                <a16:creationId xmlns:a16="http://schemas.microsoft.com/office/drawing/2014/main" id="{DC47DB6E-DE5F-461B-8DA6-D7E7BFB3D9CA}"/>
              </a:ext>
            </a:extLst>
          </p:cNvPr>
          <p:cNvSpPr>
            <a:spLocks noGrp="1"/>
          </p:cNvSpPr>
          <p:nvPr>
            <p:ph type="body" sz="quarter" idx="15"/>
          </p:nvPr>
        </p:nvSpPr>
        <p:spPr>
          <a:xfrm>
            <a:off x="463549" y="1023814"/>
            <a:ext cx="7177471" cy="1199175"/>
          </a:xfrm>
        </p:spPr>
        <p:txBody>
          <a:bodyPr/>
          <a:lstStyle/>
          <a:p>
            <a:pPr marL="387350" indent="-285750">
              <a:buFont typeface="Arial" panose="020B0604020202020204" pitchFamily="34" charset="0"/>
              <a:buChar char="•"/>
            </a:pPr>
            <a:r>
              <a:rPr lang="ja-JP" altLang="en-US" sz="1200" dirty="0"/>
              <a:t>コンパイルするためにはコマンドプロンプトというアプリを使用する</a:t>
            </a:r>
          </a:p>
          <a:p>
            <a:pPr marL="387350" indent="-285750">
              <a:buFont typeface="Arial" panose="020B0604020202020204" pitchFamily="34" charset="0"/>
              <a:buChar char="•"/>
            </a:pPr>
            <a:r>
              <a:rPr lang="ja-JP" altLang="en-US" sz="1200" dirty="0"/>
              <a:t>コンパイルするコマンドは「</a:t>
            </a:r>
            <a:r>
              <a:rPr lang="en-US" altLang="ja-JP" sz="1200" dirty="0" err="1"/>
              <a:t>javac</a:t>
            </a:r>
            <a:r>
              <a:rPr lang="en-US" altLang="ja-JP" sz="1200" dirty="0"/>
              <a:t>  </a:t>
            </a:r>
            <a:r>
              <a:rPr lang="ja-JP" altLang="en-US" sz="1200" dirty="0"/>
              <a:t>ソースコードのファイル名</a:t>
            </a:r>
            <a:r>
              <a:rPr lang="en-US" altLang="ja-JP" sz="1200" dirty="0"/>
              <a:t>(</a:t>
            </a:r>
            <a:r>
              <a:rPr lang="ja-JP" altLang="en-US" sz="1200" dirty="0"/>
              <a:t>拡張子付き</a:t>
            </a:r>
            <a:r>
              <a:rPr lang="en-US" altLang="ja-JP" sz="1200" dirty="0"/>
              <a:t>)</a:t>
            </a:r>
            <a:r>
              <a:rPr lang="ja-JP" altLang="en-US" sz="1200" dirty="0"/>
              <a:t>」</a:t>
            </a:r>
          </a:p>
          <a:p>
            <a:pPr marL="387350" indent="-285750">
              <a:buFont typeface="Arial" panose="020B0604020202020204" pitchFamily="34" charset="0"/>
              <a:buChar char="•"/>
            </a:pPr>
            <a:r>
              <a:rPr lang="ja-JP" altLang="en-US" sz="1200" b="1" dirty="0"/>
              <a:t>コンパイルエラーになることもあるのでエラーの見方も慣れておく必要がある</a:t>
            </a:r>
            <a:endParaRPr lang="en-US" altLang="ja-JP" sz="1200" b="1" dirty="0"/>
          </a:p>
        </p:txBody>
      </p:sp>
      <p:sp>
        <p:nvSpPr>
          <p:cNvPr id="9" name="テキスト プレースホルダー 8">
            <a:extLst>
              <a:ext uri="{FF2B5EF4-FFF2-40B4-BE49-F238E27FC236}">
                <a16:creationId xmlns:a16="http://schemas.microsoft.com/office/drawing/2014/main" id="{3B4B4B26-E1BE-4F2F-85DB-B4EB50CCB2D1}"/>
              </a:ext>
            </a:extLst>
          </p:cNvPr>
          <p:cNvSpPr>
            <a:spLocks noGrp="1"/>
          </p:cNvSpPr>
          <p:nvPr>
            <p:ph type="body" sz="quarter" idx="16"/>
          </p:nvPr>
        </p:nvSpPr>
        <p:spPr/>
        <p:txBody>
          <a:bodyPr/>
          <a:lstStyle/>
          <a:p>
            <a:endParaRPr lang="ja-JP" altLang="en-US"/>
          </a:p>
        </p:txBody>
      </p:sp>
      <p:sp>
        <p:nvSpPr>
          <p:cNvPr id="15" name="テキスト プレースホルダー 4">
            <a:extLst>
              <a:ext uri="{FF2B5EF4-FFF2-40B4-BE49-F238E27FC236}">
                <a16:creationId xmlns:a16="http://schemas.microsoft.com/office/drawing/2014/main" id="{376EC21E-E0CC-4C0F-9EEB-359304C17F7E}"/>
              </a:ext>
            </a:extLst>
          </p:cNvPr>
          <p:cNvSpPr>
            <a:spLocks noGrp="1"/>
          </p:cNvSpPr>
          <p:nvPr>
            <p:ph type="body" sz="quarter" idx="14"/>
          </p:nvPr>
        </p:nvSpPr>
        <p:spPr>
          <a:xfrm>
            <a:off x="462875" y="2305027"/>
            <a:ext cx="4014531" cy="2479061"/>
          </a:xfrm>
        </p:spPr>
        <p:txBody>
          <a:bodyPr/>
          <a:lstStyle/>
          <a:p>
            <a:pPr marL="96838" indent="0">
              <a:buNone/>
            </a:pPr>
            <a:r>
              <a:rPr kumimoji="1" lang="ja-JP" altLang="en-US" dirty="0"/>
              <a:t>コンパイルするためにはコマンドを入力して、</a:t>
            </a:r>
            <a:r>
              <a:rPr kumimoji="1" lang="en-US" altLang="ja-JP" b="1" dirty="0">
                <a:solidFill>
                  <a:schemeClr val="tx2"/>
                </a:solidFill>
              </a:rPr>
              <a:t>javac.exe</a:t>
            </a:r>
            <a:r>
              <a:rPr kumimoji="1" lang="ja-JP" altLang="en-US" dirty="0"/>
              <a:t>という</a:t>
            </a:r>
            <a:r>
              <a:rPr kumimoji="1" lang="ja-JP" altLang="en-US" b="1" dirty="0">
                <a:solidFill>
                  <a:schemeClr val="tx2"/>
                </a:solidFill>
              </a:rPr>
              <a:t>コンパイラ</a:t>
            </a:r>
            <a:r>
              <a:rPr kumimoji="1" lang="ja-JP" altLang="en-US" dirty="0"/>
              <a:t>のプログラムを起動する必要があります。</a:t>
            </a:r>
          </a:p>
          <a:p>
            <a:pPr marL="96838" indent="0">
              <a:buNone/>
            </a:pPr>
            <a:r>
              <a:rPr kumimoji="1" lang="ja-JP" altLang="en-US" dirty="0"/>
              <a:t>まずはコマンドプロンプトを立ち上げて、ソースコードを作成した</a:t>
            </a:r>
            <a:br>
              <a:rPr kumimoji="1" lang="ja-JP" altLang="en-US" dirty="0"/>
            </a:br>
            <a:r>
              <a:rPr kumimoji="1" lang="en-US" altLang="ja-JP" dirty="0"/>
              <a:t>C:\work</a:t>
            </a:r>
            <a:r>
              <a:rPr kumimoji="1" lang="ja-JP" altLang="en-US" dirty="0"/>
              <a:t>フォルダに移動する必要があります。</a:t>
            </a:r>
            <a:br>
              <a:rPr kumimoji="1" lang="ja-JP" altLang="en-US" dirty="0"/>
            </a:br>
            <a:r>
              <a:rPr kumimoji="1" lang="en-US" altLang="ja-JP" b="1" dirty="0">
                <a:solidFill>
                  <a:schemeClr val="tx2"/>
                </a:solidFill>
              </a:rPr>
              <a:t>cd C:\work </a:t>
            </a:r>
            <a:r>
              <a:rPr kumimoji="1" lang="ja-JP" altLang="en-US" dirty="0"/>
              <a:t>と入力して</a:t>
            </a:r>
            <a:r>
              <a:rPr kumimoji="1" lang="en-US" altLang="ja-JP" dirty="0"/>
              <a:t>Enter</a:t>
            </a:r>
            <a:r>
              <a:rPr kumimoji="1" lang="ja-JP" altLang="en-US" dirty="0"/>
              <a:t>キーを押して下さい。</a:t>
            </a:r>
          </a:p>
          <a:p>
            <a:pPr marL="96838" indent="0">
              <a:buNone/>
            </a:pPr>
            <a:endParaRPr kumimoji="1" lang="ja-JP" altLang="en-US" dirty="0"/>
          </a:p>
        </p:txBody>
      </p:sp>
      <p:pic>
        <p:nvPicPr>
          <p:cNvPr id="12" name="Google Shape;246;p28">
            <a:extLst>
              <a:ext uri="{FF2B5EF4-FFF2-40B4-BE49-F238E27FC236}">
                <a16:creationId xmlns:a16="http://schemas.microsoft.com/office/drawing/2014/main" id="{5CBEF26E-3BC8-4A4B-BD07-66797430A5F1}"/>
              </a:ext>
            </a:extLst>
          </p:cNvPr>
          <p:cNvPicPr preferRelativeResize="0"/>
          <p:nvPr/>
        </p:nvPicPr>
        <p:blipFill rotWithShape="1">
          <a:blip r:embed="rId3">
            <a:alphaModFix/>
          </a:blip>
          <a:srcRect/>
          <a:stretch/>
        </p:blipFill>
        <p:spPr>
          <a:xfrm>
            <a:off x="4477406" y="2346960"/>
            <a:ext cx="4352465" cy="2327516"/>
          </a:xfrm>
          <a:prstGeom prst="rect">
            <a:avLst/>
          </a:prstGeom>
          <a:noFill/>
          <a:ln>
            <a:noFill/>
          </a:ln>
        </p:spPr>
      </p:pic>
    </p:spTree>
    <p:extLst>
      <p:ext uri="{BB962C8B-B14F-4D97-AF65-F5344CB8AC3E}">
        <p14:creationId xmlns:p14="http://schemas.microsoft.com/office/powerpoint/2010/main" val="2430579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42E2CE5E-25C8-4A75-990E-DA92F817DB30}"/>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5902A05F-050D-4547-92B0-FDFB23B15993}"/>
              </a:ext>
            </a:extLst>
          </p:cNvPr>
          <p:cNvSpPr>
            <a:spLocks noGrp="1"/>
          </p:cNvSpPr>
          <p:nvPr>
            <p:ph type="ctrTitle"/>
          </p:nvPr>
        </p:nvSpPr>
        <p:spPr/>
        <p:txBody>
          <a:bodyPr/>
          <a:lstStyle/>
          <a:p>
            <a:r>
              <a:rPr lang="ja-JP" altLang="ja-JP" dirty="0"/>
              <a:t>コンパイル</a:t>
            </a:r>
            <a:endParaRPr kumimoji="1" lang="ja-JP" altLang="en-US" dirty="0"/>
          </a:p>
        </p:txBody>
      </p:sp>
      <p:sp>
        <p:nvSpPr>
          <p:cNvPr id="4" name="スライド番号プレースホルダー 3">
            <a:extLst>
              <a:ext uri="{FF2B5EF4-FFF2-40B4-BE49-F238E27FC236}">
                <a16:creationId xmlns:a16="http://schemas.microsoft.com/office/drawing/2014/main" id="{48893F22-C77F-4797-A7D2-E0E590933550}"/>
              </a:ext>
            </a:extLst>
          </p:cNvPr>
          <p:cNvSpPr>
            <a:spLocks noGrp="1"/>
          </p:cNvSpPr>
          <p:nvPr>
            <p:ph type="sldNum" sz="quarter" idx="4"/>
          </p:nvPr>
        </p:nvSpPr>
        <p:spPr/>
        <p:txBody>
          <a:bodyPr/>
          <a:lstStyle/>
          <a:p>
            <a:fld id="{00000000-1234-1234-1234-123412341234}" type="slidenum">
              <a:rPr lang="en" smtClean="0"/>
              <a:pPr/>
              <a:t>18</a:t>
            </a:fld>
            <a:endParaRPr lang="en" dirty="0"/>
          </a:p>
        </p:txBody>
      </p:sp>
      <p:sp>
        <p:nvSpPr>
          <p:cNvPr id="5" name="テキスト プレースホルダー 4">
            <a:extLst>
              <a:ext uri="{FF2B5EF4-FFF2-40B4-BE49-F238E27FC236}">
                <a16:creationId xmlns:a16="http://schemas.microsoft.com/office/drawing/2014/main" id="{343594CE-8AC7-47D0-9120-E9E98483AA2E}"/>
              </a:ext>
            </a:extLst>
          </p:cNvPr>
          <p:cNvSpPr>
            <a:spLocks noGrp="1"/>
          </p:cNvSpPr>
          <p:nvPr>
            <p:ph type="body" sz="quarter" idx="14"/>
          </p:nvPr>
        </p:nvSpPr>
        <p:spPr>
          <a:xfrm>
            <a:off x="462875" y="859491"/>
            <a:ext cx="8216900" cy="908349"/>
          </a:xfrm>
        </p:spPr>
        <p:txBody>
          <a:bodyPr/>
          <a:lstStyle/>
          <a:p>
            <a:pPr marL="96838" indent="0">
              <a:buNone/>
            </a:pPr>
            <a:r>
              <a:rPr lang="en-US" altLang="ja-JP" dirty="0"/>
              <a:t>C:\work</a:t>
            </a:r>
            <a:r>
              <a:rPr lang="ja-JP" altLang="en-US" dirty="0"/>
              <a:t>フォルダに入っているソースコードをコンパイルする場合はいつも前のページの作業が必要になります。</a:t>
            </a:r>
            <a:br>
              <a:rPr lang="ja-JP" altLang="en-US" dirty="0"/>
            </a:br>
            <a:r>
              <a:rPr lang="ja-JP" altLang="en-US" dirty="0"/>
              <a:t>毎回「</a:t>
            </a:r>
            <a:r>
              <a:rPr lang="en-US" altLang="ja-JP" dirty="0"/>
              <a:t>cd C:\work</a:t>
            </a:r>
            <a:r>
              <a:rPr lang="ja-JP" altLang="en-US" dirty="0"/>
              <a:t>」とコマンドを入力するのも面倒なため、ショートカットを作っておくと効率よく作業できます。</a:t>
            </a:r>
          </a:p>
          <a:p>
            <a:pPr marL="96838" indent="0">
              <a:buNone/>
            </a:pPr>
            <a:endParaRPr kumimoji="1" lang="ja-JP" altLang="en-US" dirty="0"/>
          </a:p>
        </p:txBody>
      </p:sp>
      <p:pic>
        <p:nvPicPr>
          <p:cNvPr id="6" name="Google Shape;254;p29">
            <a:extLst>
              <a:ext uri="{FF2B5EF4-FFF2-40B4-BE49-F238E27FC236}">
                <a16:creationId xmlns:a16="http://schemas.microsoft.com/office/drawing/2014/main" id="{5916466E-AD58-4AB9-BBE1-3BC48071FE35}"/>
              </a:ext>
            </a:extLst>
          </p:cNvPr>
          <p:cNvPicPr preferRelativeResize="0"/>
          <p:nvPr/>
        </p:nvPicPr>
        <p:blipFill rotWithShape="1">
          <a:blip r:embed="rId2">
            <a:alphaModFix/>
          </a:blip>
          <a:srcRect/>
          <a:stretch/>
        </p:blipFill>
        <p:spPr>
          <a:xfrm>
            <a:off x="665694" y="1767840"/>
            <a:ext cx="2991906" cy="2954663"/>
          </a:xfrm>
          <a:prstGeom prst="rect">
            <a:avLst/>
          </a:prstGeom>
          <a:noFill/>
          <a:ln>
            <a:noFill/>
          </a:ln>
        </p:spPr>
      </p:pic>
      <p:sp>
        <p:nvSpPr>
          <p:cNvPr id="7" name="テキスト プレースホルダー 4">
            <a:extLst>
              <a:ext uri="{FF2B5EF4-FFF2-40B4-BE49-F238E27FC236}">
                <a16:creationId xmlns:a16="http://schemas.microsoft.com/office/drawing/2014/main" id="{B7182EBC-6550-4E14-B8CE-0A438FACA553}"/>
              </a:ext>
            </a:extLst>
          </p:cNvPr>
          <p:cNvSpPr txBox="1">
            <a:spLocks/>
          </p:cNvSpPr>
          <p:nvPr/>
        </p:nvSpPr>
        <p:spPr>
          <a:xfrm>
            <a:off x="3764279" y="1783080"/>
            <a:ext cx="4915495" cy="148590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marR="0" lvl="0" indent="0" algn="l" rtl="0">
              <a:lnSpc>
                <a:spcPct val="100000"/>
              </a:lnSpc>
              <a:spcBef>
                <a:spcPts val="0"/>
              </a:spcBef>
              <a:spcAft>
                <a:spcPts val="0"/>
              </a:spcAft>
              <a:buClr>
                <a:srgbClr val="3F3F3F"/>
              </a:buClr>
              <a:buSzPts val="1800"/>
              <a:buFont typeface="Noto Sans Symbols"/>
              <a:buNone/>
            </a:pPr>
            <a:r>
              <a:rPr lang="ja-JP" altLang="en-US" dirty="0"/>
              <a:t>コマンドプロンプトのショートカットを作成し、プロパティ画面の「作業フォルダ」に</a:t>
            </a:r>
            <a:endParaRPr lang="en-US" altLang="ja-JP" dirty="0"/>
          </a:p>
          <a:p>
            <a:pPr marL="0" marR="0" lvl="0" indent="0" algn="l" rtl="0">
              <a:lnSpc>
                <a:spcPct val="100000"/>
              </a:lnSpc>
              <a:spcBef>
                <a:spcPts val="0"/>
              </a:spcBef>
              <a:spcAft>
                <a:spcPts val="0"/>
              </a:spcAft>
              <a:buClr>
                <a:srgbClr val="3F3F3F"/>
              </a:buClr>
              <a:buSzPts val="1800"/>
              <a:buFont typeface="Noto Sans Symbols"/>
              <a:buNone/>
            </a:pPr>
            <a:endParaRPr lang="ja-JP" altLang="en-US" dirty="0"/>
          </a:p>
          <a:p>
            <a:pPr marL="0" marR="0" lvl="0" indent="0" algn="l" rtl="0">
              <a:lnSpc>
                <a:spcPct val="100000"/>
              </a:lnSpc>
              <a:spcBef>
                <a:spcPts val="0"/>
              </a:spcBef>
              <a:spcAft>
                <a:spcPts val="0"/>
              </a:spcAft>
              <a:buClr>
                <a:srgbClr val="3F3F3F"/>
              </a:buClr>
              <a:buSzPts val="1800"/>
              <a:buFont typeface="Noto Sans Symbols"/>
              <a:buNone/>
            </a:pPr>
            <a:r>
              <a:rPr lang="en-US" altLang="ja-JP" dirty="0"/>
              <a:t>C:\work</a:t>
            </a:r>
          </a:p>
          <a:p>
            <a:pPr marL="0" marR="0" lvl="0" indent="0" algn="l" rtl="0">
              <a:lnSpc>
                <a:spcPct val="100000"/>
              </a:lnSpc>
              <a:spcBef>
                <a:spcPts val="0"/>
              </a:spcBef>
              <a:spcAft>
                <a:spcPts val="0"/>
              </a:spcAft>
              <a:buClr>
                <a:srgbClr val="3F3F3F"/>
              </a:buClr>
              <a:buSzPts val="1800"/>
              <a:buFont typeface="Noto Sans Symbols"/>
              <a:buNone/>
            </a:pPr>
            <a:endParaRPr lang="en-US" altLang="ja-JP" dirty="0"/>
          </a:p>
          <a:p>
            <a:pPr marL="0" marR="0" lvl="0" indent="0" algn="l" rtl="0">
              <a:lnSpc>
                <a:spcPct val="100000"/>
              </a:lnSpc>
              <a:spcBef>
                <a:spcPts val="0"/>
              </a:spcBef>
              <a:spcAft>
                <a:spcPts val="0"/>
              </a:spcAft>
              <a:buClr>
                <a:srgbClr val="3F3F3F"/>
              </a:buClr>
              <a:buSzPts val="1800"/>
              <a:buFont typeface="Noto Sans Symbols"/>
              <a:buNone/>
            </a:pPr>
            <a:r>
              <a:rPr lang="ja-JP" altLang="en-US" dirty="0"/>
              <a:t>と入力し、</a:t>
            </a:r>
            <a:r>
              <a:rPr lang="en-US" altLang="ja-JP" dirty="0"/>
              <a:t>OK</a:t>
            </a:r>
            <a:r>
              <a:rPr lang="ja-JP" altLang="en-US" dirty="0"/>
              <a:t>ボタンを押します。</a:t>
            </a:r>
            <a:endParaRPr lang="ja-JP" altLang="en-US" sz="1400" b="0" dirty="0">
              <a:solidFill>
                <a:srgbClr val="3F3F3F"/>
              </a:solidFill>
              <a:latin typeface="+mn-ea"/>
              <a:cs typeface="Quattrocento Sans"/>
              <a:sym typeface="Quattrocento Sans"/>
            </a:endParaRPr>
          </a:p>
        </p:txBody>
      </p:sp>
      <p:sp>
        <p:nvSpPr>
          <p:cNvPr id="8" name="Google Shape;148;p19">
            <a:extLst>
              <a:ext uri="{FF2B5EF4-FFF2-40B4-BE49-F238E27FC236}">
                <a16:creationId xmlns:a16="http://schemas.microsoft.com/office/drawing/2014/main" id="{27AFD1E1-F860-448A-BDCE-B372E6B90576}"/>
              </a:ext>
            </a:extLst>
          </p:cNvPr>
          <p:cNvSpPr/>
          <p:nvPr/>
        </p:nvSpPr>
        <p:spPr>
          <a:xfrm>
            <a:off x="1464042" y="3006947"/>
            <a:ext cx="1953334" cy="193453"/>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Tree>
    <p:extLst>
      <p:ext uri="{BB962C8B-B14F-4D97-AF65-F5344CB8AC3E}">
        <p14:creationId xmlns:p14="http://schemas.microsoft.com/office/powerpoint/2010/main" val="3666005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E108204D-7704-4037-B81C-A816BDDF2D76}"/>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5F1371B-71A4-4508-9B77-DF2662B99B76}"/>
              </a:ext>
            </a:extLst>
          </p:cNvPr>
          <p:cNvSpPr>
            <a:spLocks noGrp="1"/>
          </p:cNvSpPr>
          <p:nvPr>
            <p:ph type="ctrTitle"/>
          </p:nvPr>
        </p:nvSpPr>
        <p:spPr/>
        <p:txBody>
          <a:bodyPr/>
          <a:lstStyle/>
          <a:p>
            <a:r>
              <a:rPr lang="ja-JP" altLang="ja-JP" dirty="0"/>
              <a:t>コンパイル</a:t>
            </a:r>
            <a:endParaRPr kumimoji="1" lang="ja-JP" altLang="en-US" dirty="0"/>
          </a:p>
        </p:txBody>
      </p:sp>
      <p:sp>
        <p:nvSpPr>
          <p:cNvPr id="4" name="スライド番号プレースホルダー 3">
            <a:extLst>
              <a:ext uri="{FF2B5EF4-FFF2-40B4-BE49-F238E27FC236}">
                <a16:creationId xmlns:a16="http://schemas.microsoft.com/office/drawing/2014/main" id="{6074033A-BF31-4F45-898D-72D9CA6994C1}"/>
              </a:ext>
            </a:extLst>
          </p:cNvPr>
          <p:cNvSpPr>
            <a:spLocks noGrp="1"/>
          </p:cNvSpPr>
          <p:nvPr>
            <p:ph type="sldNum" sz="quarter" idx="4"/>
          </p:nvPr>
        </p:nvSpPr>
        <p:spPr/>
        <p:txBody>
          <a:bodyPr/>
          <a:lstStyle/>
          <a:p>
            <a:fld id="{00000000-1234-1234-1234-123412341234}" type="slidenum">
              <a:rPr lang="en" smtClean="0"/>
              <a:pPr/>
              <a:t>19</a:t>
            </a:fld>
            <a:endParaRPr lang="en" dirty="0"/>
          </a:p>
        </p:txBody>
      </p:sp>
      <p:sp>
        <p:nvSpPr>
          <p:cNvPr id="5" name="テキスト プレースホルダー 4">
            <a:extLst>
              <a:ext uri="{FF2B5EF4-FFF2-40B4-BE49-F238E27FC236}">
                <a16:creationId xmlns:a16="http://schemas.microsoft.com/office/drawing/2014/main" id="{703B0AF1-C94F-4BE9-B427-FD46F93BDB88}"/>
              </a:ext>
            </a:extLst>
          </p:cNvPr>
          <p:cNvSpPr>
            <a:spLocks noGrp="1"/>
          </p:cNvSpPr>
          <p:nvPr>
            <p:ph type="body" sz="quarter" idx="14"/>
          </p:nvPr>
        </p:nvSpPr>
        <p:spPr>
          <a:xfrm>
            <a:off x="462875" y="859491"/>
            <a:ext cx="8216900" cy="1495089"/>
          </a:xfrm>
        </p:spPr>
        <p:txBody>
          <a:bodyPr/>
          <a:lstStyle/>
          <a:p>
            <a:pPr marL="96838" indent="0">
              <a:buNone/>
            </a:pPr>
            <a:r>
              <a:rPr kumimoji="1" lang="ja-JP" altLang="en-US" dirty="0"/>
              <a:t>コンパイルするためには、ソースコードの入っているフォルダに移動し、</a:t>
            </a:r>
          </a:p>
          <a:p>
            <a:pPr marL="96838" indent="0">
              <a:buNone/>
            </a:pPr>
            <a:r>
              <a:rPr lang="en-US" altLang="ja-JP" dirty="0"/>
              <a:t>	</a:t>
            </a:r>
            <a:r>
              <a:rPr kumimoji="1" lang="en-US" altLang="ja-JP" b="1" dirty="0" err="1">
                <a:solidFill>
                  <a:schemeClr val="tx2"/>
                </a:solidFill>
              </a:rPr>
              <a:t>javac</a:t>
            </a:r>
            <a:r>
              <a:rPr kumimoji="1" lang="en-US" altLang="ja-JP" b="1" dirty="0">
                <a:solidFill>
                  <a:schemeClr val="tx2"/>
                </a:solidFill>
              </a:rPr>
              <a:t>  </a:t>
            </a:r>
            <a:r>
              <a:rPr kumimoji="1" lang="ja-JP" altLang="en-US" b="1" dirty="0">
                <a:solidFill>
                  <a:schemeClr val="tx2"/>
                </a:solidFill>
              </a:rPr>
              <a:t>ソースコードのファイル名</a:t>
            </a:r>
            <a:r>
              <a:rPr kumimoji="1" lang="en-US" altLang="ja-JP" b="1" dirty="0">
                <a:solidFill>
                  <a:schemeClr val="tx2"/>
                </a:solidFill>
              </a:rPr>
              <a:t>(</a:t>
            </a:r>
            <a:r>
              <a:rPr kumimoji="1" lang="ja-JP" altLang="en-US" b="1" dirty="0">
                <a:solidFill>
                  <a:schemeClr val="tx2"/>
                </a:solidFill>
              </a:rPr>
              <a:t>拡張子付き</a:t>
            </a:r>
            <a:r>
              <a:rPr kumimoji="1" lang="en-US" altLang="ja-JP" b="1" dirty="0">
                <a:solidFill>
                  <a:schemeClr val="tx2"/>
                </a:solidFill>
              </a:rPr>
              <a:t>)</a:t>
            </a:r>
          </a:p>
          <a:p>
            <a:pPr marL="96838" indent="0">
              <a:buNone/>
            </a:pPr>
            <a:r>
              <a:rPr kumimoji="1" lang="ja-JP" altLang="en-US" dirty="0"/>
              <a:t>と入力します。以下のように何もメッセージが出ずに</a:t>
            </a:r>
          </a:p>
          <a:p>
            <a:pPr marL="96838" indent="0">
              <a:buNone/>
            </a:pPr>
            <a:r>
              <a:rPr kumimoji="1" lang="en-US" altLang="ja-JP" b="1" dirty="0">
                <a:solidFill>
                  <a:schemeClr val="tx2"/>
                </a:solidFill>
              </a:rPr>
              <a:t>C:\work&gt;</a:t>
            </a:r>
          </a:p>
          <a:p>
            <a:pPr marL="96838" indent="0">
              <a:buNone/>
            </a:pPr>
            <a:r>
              <a:rPr kumimoji="1" lang="ja-JP" altLang="en-US" dirty="0"/>
              <a:t>が出ればコンパイル成功です。</a:t>
            </a:r>
            <a:endParaRPr kumimoji="1" lang="en-US" altLang="ja-JP" dirty="0"/>
          </a:p>
          <a:p>
            <a:pPr marL="96838" indent="0">
              <a:buNone/>
            </a:pPr>
            <a:r>
              <a:rPr kumimoji="1" lang="ja-JP" altLang="en-US" dirty="0"/>
              <a:t>コンパイルが正常に終わるとソースコードと同じフォルダ（</a:t>
            </a:r>
            <a:r>
              <a:rPr kumimoji="1" lang="en-US" altLang="ja-JP" dirty="0"/>
              <a:t>C:\work</a:t>
            </a:r>
            <a:r>
              <a:rPr kumimoji="1" lang="ja-JP" altLang="en-US" dirty="0"/>
              <a:t>）に</a:t>
            </a:r>
          </a:p>
          <a:p>
            <a:pPr marL="96838" indent="0">
              <a:buNone/>
            </a:pPr>
            <a:r>
              <a:rPr kumimoji="1" lang="en-US" altLang="ja-JP" dirty="0" err="1"/>
              <a:t>Hello.class</a:t>
            </a:r>
            <a:endParaRPr kumimoji="1" lang="en-US" altLang="ja-JP" dirty="0"/>
          </a:p>
          <a:p>
            <a:pPr marL="96838" indent="0">
              <a:buNone/>
            </a:pPr>
            <a:r>
              <a:rPr kumimoji="1" lang="ja-JP" altLang="en-US" dirty="0"/>
              <a:t>というファイルができるはずです。</a:t>
            </a:r>
          </a:p>
          <a:p>
            <a:pPr marL="96838" indent="0">
              <a:buNone/>
            </a:pPr>
            <a:r>
              <a:rPr kumimoji="1" lang="ja-JP" altLang="en-US" dirty="0"/>
              <a:t>これが</a:t>
            </a:r>
            <a:r>
              <a:rPr kumimoji="1" lang="ja-JP" altLang="en-US" b="1" dirty="0">
                <a:solidFill>
                  <a:srgbClr val="C00000"/>
                </a:solidFill>
              </a:rPr>
              <a:t>バイトコード</a:t>
            </a:r>
            <a:r>
              <a:rPr kumimoji="1" lang="ja-JP" altLang="en-US" dirty="0"/>
              <a:t>です。</a:t>
            </a:r>
          </a:p>
          <a:p>
            <a:pPr marL="96838" indent="0">
              <a:buNone/>
            </a:pPr>
            <a:endParaRPr kumimoji="1" lang="ja-JP" altLang="en-US" dirty="0"/>
          </a:p>
          <a:p>
            <a:pPr marL="96838" indent="0">
              <a:buNone/>
            </a:pPr>
            <a:endParaRPr kumimoji="1" lang="ja-JP" altLang="en-US" dirty="0"/>
          </a:p>
        </p:txBody>
      </p:sp>
      <p:pic>
        <p:nvPicPr>
          <p:cNvPr id="6" name="Google Shape;263;p30">
            <a:extLst>
              <a:ext uri="{FF2B5EF4-FFF2-40B4-BE49-F238E27FC236}">
                <a16:creationId xmlns:a16="http://schemas.microsoft.com/office/drawing/2014/main" id="{E253F3D9-75D1-411D-BECC-77F0F489DCB0}"/>
              </a:ext>
            </a:extLst>
          </p:cNvPr>
          <p:cNvPicPr preferRelativeResize="0"/>
          <p:nvPr/>
        </p:nvPicPr>
        <p:blipFill rotWithShape="1">
          <a:blip r:embed="rId3">
            <a:alphaModFix/>
          </a:blip>
          <a:srcRect/>
          <a:stretch/>
        </p:blipFill>
        <p:spPr>
          <a:xfrm>
            <a:off x="4217178" y="2553145"/>
            <a:ext cx="4462597" cy="2324882"/>
          </a:xfrm>
          <a:prstGeom prst="rect">
            <a:avLst/>
          </a:prstGeom>
          <a:noFill/>
          <a:ln>
            <a:noFill/>
          </a:ln>
        </p:spPr>
      </p:pic>
    </p:spTree>
    <p:extLst>
      <p:ext uri="{BB962C8B-B14F-4D97-AF65-F5344CB8AC3E}">
        <p14:creationId xmlns:p14="http://schemas.microsoft.com/office/powerpoint/2010/main" val="1424616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E108204D-7704-4037-B81C-A816BDDF2D76}"/>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5F1371B-71A4-4508-9B77-DF2662B99B76}"/>
              </a:ext>
            </a:extLst>
          </p:cNvPr>
          <p:cNvSpPr>
            <a:spLocks noGrp="1"/>
          </p:cNvSpPr>
          <p:nvPr>
            <p:ph type="ctrTitle"/>
          </p:nvPr>
        </p:nvSpPr>
        <p:spPr/>
        <p:txBody>
          <a:bodyPr/>
          <a:lstStyle/>
          <a:p>
            <a:r>
              <a:rPr lang="ja-JP" altLang="ja-JP" dirty="0"/>
              <a:t>コンパイル</a:t>
            </a:r>
            <a:r>
              <a:rPr lang="ja-JP" altLang="en-US" dirty="0"/>
              <a:t>エラー</a:t>
            </a:r>
            <a:endParaRPr kumimoji="1" lang="ja-JP" altLang="en-US" dirty="0"/>
          </a:p>
        </p:txBody>
      </p:sp>
      <p:sp>
        <p:nvSpPr>
          <p:cNvPr id="4" name="スライド番号プレースホルダー 3">
            <a:extLst>
              <a:ext uri="{FF2B5EF4-FFF2-40B4-BE49-F238E27FC236}">
                <a16:creationId xmlns:a16="http://schemas.microsoft.com/office/drawing/2014/main" id="{6074033A-BF31-4F45-898D-72D9CA6994C1}"/>
              </a:ext>
            </a:extLst>
          </p:cNvPr>
          <p:cNvSpPr>
            <a:spLocks noGrp="1"/>
          </p:cNvSpPr>
          <p:nvPr>
            <p:ph type="sldNum" sz="quarter" idx="4"/>
          </p:nvPr>
        </p:nvSpPr>
        <p:spPr/>
        <p:txBody>
          <a:bodyPr/>
          <a:lstStyle/>
          <a:p>
            <a:fld id="{00000000-1234-1234-1234-123412341234}" type="slidenum">
              <a:rPr lang="en" smtClean="0"/>
              <a:pPr/>
              <a:t>20</a:t>
            </a:fld>
            <a:endParaRPr lang="en" dirty="0"/>
          </a:p>
        </p:txBody>
      </p:sp>
      <p:sp>
        <p:nvSpPr>
          <p:cNvPr id="5" name="テキスト プレースホルダー 4">
            <a:extLst>
              <a:ext uri="{FF2B5EF4-FFF2-40B4-BE49-F238E27FC236}">
                <a16:creationId xmlns:a16="http://schemas.microsoft.com/office/drawing/2014/main" id="{703B0AF1-C94F-4BE9-B427-FD46F93BDB88}"/>
              </a:ext>
            </a:extLst>
          </p:cNvPr>
          <p:cNvSpPr>
            <a:spLocks noGrp="1"/>
          </p:cNvSpPr>
          <p:nvPr>
            <p:ph type="body" sz="quarter" idx="14"/>
          </p:nvPr>
        </p:nvSpPr>
        <p:spPr>
          <a:xfrm>
            <a:off x="462875" y="859491"/>
            <a:ext cx="8216900" cy="339503"/>
          </a:xfrm>
        </p:spPr>
        <p:txBody>
          <a:bodyPr/>
          <a:lstStyle/>
          <a:p>
            <a:pPr marL="96838" indent="0">
              <a:buNone/>
            </a:pPr>
            <a:r>
              <a:rPr kumimoji="1" lang="ja-JP" altLang="en-US" dirty="0"/>
              <a:t>前のページのようにコンパイルがいつも成功するとは限りません。</a:t>
            </a:r>
          </a:p>
          <a:p>
            <a:pPr marL="96838" indent="0">
              <a:buNone/>
            </a:pPr>
            <a:endParaRPr kumimoji="1" lang="ja-JP" altLang="en-US" dirty="0"/>
          </a:p>
        </p:txBody>
      </p:sp>
      <p:sp>
        <p:nvSpPr>
          <p:cNvPr id="7" name="テキスト プレースホルダー 4">
            <a:extLst>
              <a:ext uri="{FF2B5EF4-FFF2-40B4-BE49-F238E27FC236}">
                <a16:creationId xmlns:a16="http://schemas.microsoft.com/office/drawing/2014/main" id="{32F5E087-9438-4FC7-A028-2B2C32B474EF}"/>
              </a:ext>
            </a:extLst>
          </p:cNvPr>
          <p:cNvSpPr txBox="1">
            <a:spLocks/>
          </p:cNvSpPr>
          <p:nvPr/>
        </p:nvSpPr>
        <p:spPr>
          <a:xfrm>
            <a:off x="1232452" y="1162373"/>
            <a:ext cx="6559825" cy="1317356"/>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C:\work&gt;javac Hello.java</a:t>
            </a:r>
          </a:p>
          <a:p>
            <a:pPr marL="96838" indent="0">
              <a:buFont typeface="Arial" panose="020B0604020202020204" pitchFamily="34" charset="0"/>
              <a:buNone/>
            </a:pPr>
            <a:r>
              <a:rPr lang="en-US" altLang="ja-JP" dirty="0"/>
              <a:t>Hello.java:3: </a:t>
            </a:r>
            <a:r>
              <a:rPr lang="ja-JP" altLang="en-US" dirty="0"/>
              <a:t>エラー</a:t>
            </a:r>
            <a:r>
              <a:rPr lang="en-US" altLang="ja-JP" dirty="0"/>
              <a:t>: ';'</a:t>
            </a:r>
            <a:r>
              <a:rPr lang="ja-JP" altLang="en-US" dirty="0"/>
              <a:t>がありません</a:t>
            </a:r>
          </a:p>
          <a:p>
            <a:pPr marL="96838" indent="0">
              <a:buFont typeface="Arial" panose="020B0604020202020204" pitchFamily="34" charset="0"/>
              <a:buNone/>
            </a:pPr>
            <a:r>
              <a:rPr lang="ja-JP" altLang="en-US" dirty="0"/>
              <a:t>                </a:t>
            </a:r>
            <a:r>
              <a:rPr lang="en-US" altLang="ja-JP" dirty="0" err="1"/>
              <a:t>System.out.println</a:t>
            </a:r>
            <a:r>
              <a:rPr lang="en-US" altLang="ja-JP" dirty="0"/>
              <a:t>("Hello")</a:t>
            </a:r>
          </a:p>
          <a:p>
            <a:pPr marL="96838" indent="0">
              <a:buFont typeface="Arial" panose="020B0604020202020204" pitchFamily="34" charset="0"/>
              <a:buNone/>
            </a:pPr>
            <a:r>
              <a:rPr lang="en-US" altLang="ja-JP" dirty="0"/>
              <a:t>                                           ^</a:t>
            </a:r>
          </a:p>
          <a:p>
            <a:pPr marL="96838" indent="0">
              <a:buFont typeface="Arial" panose="020B0604020202020204" pitchFamily="34" charset="0"/>
              <a:buNone/>
            </a:pPr>
            <a:r>
              <a:rPr lang="ja-JP" altLang="en-US" dirty="0"/>
              <a:t>エラー</a:t>
            </a:r>
            <a:r>
              <a:rPr lang="en-US" altLang="ja-JP" dirty="0"/>
              <a:t>1</a:t>
            </a:r>
            <a:r>
              <a:rPr lang="ja-JP" altLang="en-US" dirty="0"/>
              <a:t>個</a:t>
            </a:r>
          </a:p>
        </p:txBody>
      </p:sp>
      <p:sp>
        <p:nvSpPr>
          <p:cNvPr id="8" name="吹き出し: 角を丸めた四角形 7">
            <a:extLst>
              <a:ext uri="{FF2B5EF4-FFF2-40B4-BE49-F238E27FC236}">
                <a16:creationId xmlns:a16="http://schemas.microsoft.com/office/drawing/2014/main" id="{DE0F7C38-5E85-4011-8309-DDE99C2C9D56}"/>
              </a:ext>
            </a:extLst>
          </p:cNvPr>
          <p:cNvSpPr/>
          <p:nvPr/>
        </p:nvSpPr>
        <p:spPr>
          <a:xfrm>
            <a:off x="354078" y="1759287"/>
            <a:ext cx="1995290" cy="708570"/>
          </a:xfrm>
          <a:prstGeom prst="wedgeRoundRectCallout">
            <a:avLst>
              <a:gd name="adj1" fmla="val 53913"/>
              <a:gd name="adj2" fmla="val -65869"/>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solidFill>
              </a:rPr>
              <a:t>Hello.java</a:t>
            </a:r>
            <a:r>
              <a:rPr kumimoji="1" lang="ja-JP" altLang="en-US" sz="1400" dirty="0">
                <a:solidFill>
                  <a:schemeClr val="tx1"/>
                </a:solidFill>
              </a:rPr>
              <a:t>というファイルの</a:t>
            </a:r>
            <a:r>
              <a:rPr kumimoji="1" lang="en-US" altLang="ja-JP" sz="1400" dirty="0">
                <a:solidFill>
                  <a:schemeClr val="tx1"/>
                </a:solidFill>
              </a:rPr>
              <a:t>3</a:t>
            </a:r>
            <a:r>
              <a:rPr kumimoji="1" lang="ja-JP" altLang="en-US" sz="1400" dirty="0">
                <a:solidFill>
                  <a:schemeClr val="tx1"/>
                </a:solidFill>
              </a:rPr>
              <a:t>行目でエラーになっています。</a:t>
            </a:r>
          </a:p>
        </p:txBody>
      </p:sp>
      <p:sp>
        <p:nvSpPr>
          <p:cNvPr id="9" name="吹き出し: 角を丸めた四角形 8">
            <a:extLst>
              <a:ext uri="{FF2B5EF4-FFF2-40B4-BE49-F238E27FC236}">
                <a16:creationId xmlns:a16="http://schemas.microsoft.com/office/drawing/2014/main" id="{3F5842F0-72C9-41D9-AA8F-6927AB2110D4}"/>
              </a:ext>
            </a:extLst>
          </p:cNvPr>
          <p:cNvSpPr/>
          <p:nvPr/>
        </p:nvSpPr>
        <p:spPr>
          <a:xfrm>
            <a:off x="6041636" y="806064"/>
            <a:ext cx="1995290" cy="708570"/>
          </a:xfrm>
          <a:prstGeom prst="wedgeRoundRectCallout">
            <a:avLst>
              <a:gd name="adj1" fmla="val -117797"/>
              <a:gd name="adj2" fmla="val 47584"/>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簡単なエラー理由が表示されます。</a:t>
            </a:r>
          </a:p>
        </p:txBody>
      </p:sp>
      <p:sp>
        <p:nvSpPr>
          <p:cNvPr id="10" name="吹き出し: 角を丸めた四角形 9">
            <a:extLst>
              <a:ext uri="{FF2B5EF4-FFF2-40B4-BE49-F238E27FC236}">
                <a16:creationId xmlns:a16="http://schemas.microsoft.com/office/drawing/2014/main" id="{A6D0ECA1-5646-4BBC-94E5-4999A27977E9}"/>
              </a:ext>
            </a:extLst>
          </p:cNvPr>
          <p:cNvSpPr/>
          <p:nvPr/>
        </p:nvSpPr>
        <p:spPr>
          <a:xfrm>
            <a:off x="6913903" y="1514634"/>
            <a:ext cx="1995290" cy="708570"/>
          </a:xfrm>
          <a:prstGeom prst="wedgeRoundRectCallout">
            <a:avLst>
              <a:gd name="adj1" fmla="val -128671"/>
              <a:gd name="adj2" fmla="val 25711"/>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エラーの位置を表示しています。</a:t>
            </a:r>
          </a:p>
        </p:txBody>
      </p:sp>
      <p:sp>
        <p:nvSpPr>
          <p:cNvPr id="11" name="テキスト プレースホルダー 4">
            <a:extLst>
              <a:ext uri="{FF2B5EF4-FFF2-40B4-BE49-F238E27FC236}">
                <a16:creationId xmlns:a16="http://schemas.microsoft.com/office/drawing/2014/main" id="{6FFE466B-9A86-4D98-9940-2B8498790681}"/>
              </a:ext>
            </a:extLst>
          </p:cNvPr>
          <p:cNvSpPr txBox="1">
            <a:spLocks/>
          </p:cNvSpPr>
          <p:nvPr/>
        </p:nvSpPr>
        <p:spPr>
          <a:xfrm>
            <a:off x="1232452" y="3520201"/>
            <a:ext cx="6559825" cy="1317356"/>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C:\work&gt;javac Hello.java</a:t>
            </a:r>
          </a:p>
          <a:p>
            <a:pPr marL="96838" indent="0">
              <a:buFont typeface="Arial" panose="020B0604020202020204" pitchFamily="34" charset="0"/>
              <a:buNone/>
            </a:pPr>
            <a:r>
              <a:rPr lang="en-US" altLang="ja-JP" dirty="0"/>
              <a:t>Hello.java:2: </a:t>
            </a:r>
            <a:r>
              <a:rPr lang="ja-JP" altLang="en-US" dirty="0"/>
              <a:t>エラー</a:t>
            </a:r>
            <a:r>
              <a:rPr lang="en-US" altLang="ja-JP" dirty="0"/>
              <a:t>: &lt;identifier&gt;</a:t>
            </a:r>
            <a:r>
              <a:rPr lang="ja-JP" altLang="en-US" dirty="0"/>
              <a:t>がありません</a:t>
            </a:r>
          </a:p>
          <a:p>
            <a:pPr marL="96838" indent="0">
              <a:buFont typeface="Arial" panose="020B0604020202020204" pitchFamily="34" charset="0"/>
              <a:buNone/>
            </a:pPr>
            <a:r>
              <a:rPr lang="ja-JP" altLang="en-US" dirty="0"/>
              <a:t>        </a:t>
            </a:r>
            <a:r>
              <a:rPr lang="en-US" altLang="ja-JP" dirty="0"/>
              <a:t>public Static void main(String[] </a:t>
            </a:r>
            <a:r>
              <a:rPr lang="en-US" altLang="ja-JP" dirty="0" err="1"/>
              <a:t>args</a:t>
            </a:r>
            <a:r>
              <a:rPr lang="en-US" altLang="ja-JP" dirty="0"/>
              <a:t>) {</a:t>
            </a:r>
          </a:p>
          <a:p>
            <a:pPr marL="96838" indent="0">
              <a:buFont typeface="Arial" panose="020B0604020202020204" pitchFamily="34" charset="0"/>
              <a:buNone/>
            </a:pPr>
            <a:r>
              <a:rPr lang="en-US" altLang="ja-JP" dirty="0"/>
              <a:t>                     ^</a:t>
            </a:r>
          </a:p>
          <a:p>
            <a:pPr marL="96838" indent="0">
              <a:buFont typeface="Arial" panose="020B0604020202020204" pitchFamily="34" charset="0"/>
              <a:buNone/>
            </a:pPr>
            <a:r>
              <a:rPr lang="ja-JP" altLang="en-US" dirty="0"/>
              <a:t>エラー</a:t>
            </a:r>
            <a:r>
              <a:rPr lang="en-US" altLang="ja-JP" dirty="0"/>
              <a:t>1</a:t>
            </a:r>
            <a:r>
              <a:rPr lang="ja-JP" altLang="en-US" dirty="0"/>
              <a:t>個</a:t>
            </a:r>
          </a:p>
        </p:txBody>
      </p:sp>
      <p:sp>
        <p:nvSpPr>
          <p:cNvPr id="12" name="テキスト プレースホルダー 4">
            <a:extLst>
              <a:ext uri="{FF2B5EF4-FFF2-40B4-BE49-F238E27FC236}">
                <a16:creationId xmlns:a16="http://schemas.microsoft.com/office/drawing/2014/main" id="{F12C20A1-B153-4294-A038-B94F6B3D9D53}"/>
              </a:ext>
            </a:extLst>
          </p:cNvPr>
          <p:cNvSpPr txBox="1">
            <a:spLocks/>
          </p:cNvSpPr>
          <p:nvPr/>
        </p:nvSpPr>
        <p:spPr>
          <a:xfrm>
            <a:off x="462875" y="2548264"/>
            <a:ext cx="8216900" cy="917693"/>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下の例は</a:t>
            </a:r>
            <a:r>
              <a:rPr lang="en-US" altLang="ja-JP" dirty="0"/>
              <a:t>static</a:t>
            </a:r>
            <a:r>
              <a:rPr lang="ja-JP" altLang="en-US" dirty="0"/>
              <a:t>の先頭文字を誤って大文字で書いてしまったためにエラーになっています。</a:t>
            </a:r>
            <a:br>
              <a:rPr lang="ja-JP" altLang="en-US" dirty="0"/>
            </a:br>
            <a:r>
              <a:rPr lang="ja-JP" altLang="en-US" dirty="0"/>
              <a:t>このように大文字小文字が違うだけでもエラーになることが多いです。</a:t>
            </a:r>
            <a:br>
              <a:rPr lang="ja-JP" altLang="en-US" dirty="0"/>
            </a:br>
            <a:r>
              <a:rPr lang="ja-JP" altLang="en-US" dirty="0"/>
              <a:t>そのような場合、エラーメッセージは「大文字と小文字が違います」とは表示されないので注意が必要です。</a:t>
            </a:r>
          </a:p>
        </p:txBody>
      </p:sp>
      <p:sp>
        <p:nvSpPr>
          <p:cNvPr id="13" name="吹き出し: 角を丸めた四角形 12">
            <a:extLst>
              <a:ext uri="{FF2B5EF4-FFF2-40B4-BE49-F238E27FC236}">
                <a16:creationId xmlns:a16="http://schemas.microsoft.com/office/drawing/2014/main" id="{852DC53A-0432-4709-94B6-66CF3D7863B1}"/>
              </a:ext>
            </a:extLst>
          </p:cNvPr>
          <p:cNvSpPr/>
          <p:nvPr/>
        </p:nvSpPr>
        <p:spPr>
          <a:xfrm>
            <a:off x="6794632" y="3180207"/>
            <a:ext cx="1995290" cy="708570"/>
          </a:xfrm>
          <a:prstGeom prst="wedgeRoundRectCallout">
            <a:avLst>
              <a:gd name="adj1" fmla="val -114302"/>
              <a:gd name="adj2" fmla="val 46490"/>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このエラーメッセージでは理由がわかりません。</a:t>
            </a:r>
          </a:p>
        </p:txBody>
      </p:sp>
      <p:sp>
        <p:nvSpPr>
          <p:cNvPr id="14" name="吹き出し: 角を丸めた四角形 13">
            <a:extLst>
              <a:ext uri="{FF2B5EF4-FFF2-40B4-BE49-F238E27FC236}">
                <a16:creationId xmlns:a16="http://schemas.microsoft.com/office/drawing/2014/main" id="{D066D5ED-06E3-49AE-BCC4-C54382C43A21}"/>
              </a:ext>
            </a:extLst>
          </p:cNvPr>
          <p:cNvSpPr/>
          <p:nvPr/>
        </p:nvSpPr>
        <p:spPr>
          <a:xfrm>
            <a:off x="5916258" y="4183231"/>
            <a:ext cx="1995290" cy="708570"/>
          </a:xfrm>
          <a:prstGeom prst="wedgeRoundRectCallout">
            <a:avLst>
              <a:gd name="adj1" fmla="val -175276"/>
              <a:gd name="adj2" fmla="val -14754"/>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エラーの位置もずれています。</a:t>
            </a:r>
          </a:p>
        </p:txBody>
      </p:sp>
    </p:spTree>
    <p:extLst>
      <p:ext uri="{BB962C8B-B14F-4D97-AF65-F5344CB8AC3E}">
        <p14:creationId xmlns:p14="http://schemas.microsoft.com/office/powerpoint/2010/main" val="39660075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E108204D-7704-4037-B81C-A816BDDF2D76}"/>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5F1371B-71A4-4508-9B77-DF2662B99B76}"/>
              </a:ext>
            </a:extLst>
          </p:cNvPr>
          <p:cNvSpPr>
            <a:spLocks noGrp="1"/>
          </p:cNvSpPr>
          <p:nvPr>
            <p:ph type="ctrTitle"/>
          </p:nvPr>
        </p:nvSpPr>
        <p:spPr/>
        <p:txBody>
          <a:bodyPr/>
          <a:lstStyle/>
          <a:p>
            <a:r>
              <a:rPr lang="ja-JP" altLang="ja-JP" dirty="0"/>
              <a:t>コンパイル</a:t>
            </a:r>
            <a:r>
              <a:rPr lang="ja-JP" altLang="en-US" dirty="0"/>
              <a:t>エラー</a:t>
            </a:r>
            <a:endParaRPr kumimoji="1" lang="ja-JP" altLang="en-US" dirty="0"/>
          </a:p>
        </p:txBody>
      </p:sp>
      <p:sp>
        <p:nvSpPr>
          <p:cNvPr id="4" name="スライド番号プレースホルダー 3">
            <a:extLst>
              <a:ext uri="{FF2B5EF4-FFF2-40B4-BE49-F238E27FC236}">
                <a16:creationId xmlns:a16="http://schemas.microsoft.com/office/drawing/2014/main" id="{6074033A-BF31-4F45-898D-72D9CA6994C1}"/>
              </a:ext>
            </a:extLst>
          </p:cNvPr>
          <p:cNvSpPr>
            <a:spLocks noGrp="1"/>
          </p:cNvSpPr>
          <p:nvPr>
            <p:ph type="sldNum" sz="quarter" idx="4"/>
          </p:nvPr>
        </p:nvSpPr>
        <p:spPr/>
        <p:txBody>
          <a:bodyPr/>
          <a:lstStyle/>
          <a:p>
            <a:fld id="{00000000-1234-1234-1234-123412341234}" type="slidenum">
              <a:rPr lang="en" smtClean="0"/>
              <a:pPr/>
              <a:t>21</a:t>
            </a:fld>
            <a:endParaRPr lang="en" dirty="0"/>
          </a:p>
        </p:txBody>
      </p:sp>
      <p:sp>
        <p:nvSpPr>
          <p:cNvPr id="5" name="テキスト プレースホルダー 4">
            <a:extLst>
              <a:ext uri="{FF2B5EF4-FFF2-40B4-BE49-F238E27FC236}">
                <a16:creationId xmlns:a16="http://schemas.microsoft.com/office/drawing/2014/main" id="{703B0AF1-C94F-4BE9-B427-FD46F93BDB88}"/>
              </a:ext>
            </a:extLst>
          </p:cNvPr>
          <p:cNvSpPr>
            <a:spLocks noGrp="1"/>
          </p:cNvSpPr>
          <p:nvPr>
            <p:ph type="body" sz="quarter" idx="14"/>
          </p:nvPr>
        </p:nvSpPr>
        <p:spPr>
          <a:xfrm>
            <a:off x="462875" y="859491"/>
            <a:ext cx="8216900" cy="339503"/>
          </a:xfrm>
        </p:spPr>
        <p:txBody>
          <a:bodyPr/>
          <a:lstStyle/>
          <a:p>
            <a:pPr marL="96838" indent="0">
              <a:buNone/>
            </a:pPr>
            <a:r>
              <a:rPr kumimoji="1" lang="ja-JP" altLang="en-US" dirty="0"/>
              <a:t>このコンパイルエラーもよく見かけますので注意しましょう。</a:t>
            </a:r>
          </a:p>
        </p:txBody>
      </p:sp>
      <p:sp>
        <p:nvSpPr>
          <p:cNvPr id="7" name="テキスト プレースホルダー 4">
            <a:extLst>
              <a:ext uri="{FF2B5EF4-FFF2-40B4-BE49-F238E27FC236}">
                <a16:creationId xmlns:a16="http://schemas.microsoft.com/office/drawing/2014/main" id="{32F5E087-9438-4FC7-A028-2B2C32B474EF}"/>
              </a:ext>
            </a:extLst>
          </p:cNvPr>
          <p:cNvSpPr txBox="1">
            <a:spLocks/>
          </p:cNvSpPr>
          <p:nvPr/>
        </p:nvSpPr>
        <p:spPr>
          <a:xfrm>
            <a:off x="1232452" y="1162373"/>
            <a:ext cx="6559825" cy="2216258"/>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C:\work&gt;javac Hello.java</a:t>
            </a:r>
          </a:p>
          <a:p>
            <a:pPr marL="96838" indent="0">
              <a:buFont typeface="Arial" panose="020B0604020202020204" pitchFamily="34" charset="0"/>
              <a:buNone/>
            </a:pPr>
            <a:r>
              <a:rPr lang="en-US" altLang="ja-JP" dirty="0"/>
              <a:t>Hello.java:3: </a:t>
            </a:r>
            <a:r>
              <a:rPr lang="ja-JP" altLang="en-US" dirty="0"/>
              <a:t>エラー</a:t>
            </a:r>
            <a:r>
              <a:rPr lang="en-US" altLang="ja-JP" dirty="0"/>
              <a:t>: '\u3000'</a:t>
            </a:r>
            <a:r>
              <a:rPr lang="ja-JP" altLang="en-US" dirty="0"/>
              <a:t>は不正な文字です</a:t>
            </a:r>
          </a:p>
          <a:p>
            <a:pPr marL="96838" indent="0">
              <a:buFont typeface="Arial" panose="020B0604020202020204" pitchFamily="34" charset="0"/>
              <a:buNone/>
            </a:pPr>
            <a:r>
              <a:rPr lang="ja-JP" altLang="en-US" dirty="0"/>
              <a:t>        　　</a:t>
            </a:r>
            <a:r>
              <a:rPr lang="en-US" altLang="ja-JP" dirty="0" err="1"/>
              <a:t>System.out.println</a:t>
            </a:r>
            <a:r>
              <a:rPr lang="en-US" altLang="ja-JP" dirty="0"/>
              <a:t>("Hello");</a:t>
            </a:r>
          </a:p>
          <a:p>
            <a:pPr marL="96838" indent="0">
              <a:buFont typeface="Arial" panose="020B0604020202020204" pitchFamily="34" charset="0"/>
              <a:buNone/>
            </a:pPr>
            <a:r>
              <a:rPr lang="en-US" altLang="ja-JP" dirty="0"/>
              <a:t>        ^</a:t>
            </a:r>
          </a:p>
          <a:p>
            <a:pPr marL="96838" indent="0">
              <a:buFont typeface="Arial" panose="020B0604020202020204" pitchFamily="34" charset="0"/>
              <a:buNone/>
            </a:pPr>
            <a:r>
              <a:rPr lang="en-US" altLang="ja-JP" dirty="0"/>
              <a:t>Hello.java:3: </a:t>
            </a:r>
            <a:r>
              <a:rPr lang="ja-JP" altLang="en-US" dirty="0"/>
              <a:t>エラー</a:t>
            </a:r>
            <a:r>
              <a:rPr lang="en-US" altLang="ja-JP" dirty="0"/>
              <a:t>: '\u3000'</a:t>
            </a:r>
            <a:r>
              <a:rPr lang="ja-JP" altLang="en-US" dirty="0"/>
              <a:t>は不正な文字です</a:t>
            </a:r>
          </a:p>
          <a:p>
            <a:pPr marL="96838" indent="0">
              <a:buFont typeface="Arial" panose="020B0604020202020204" pitchFamily="34" charset="0"/>
              <a:buNone/>
            </a:pPr>
            <a:r>
              <a:rPr lang="ja-JP" altLang="en-US" dirty="0"/>
              <a:t>        　　</a:t>
            </a:r>
            <a:r>
              <a:rPr lang="en-US" altLang="ja-JP" dirty="0" err="1"/>
              <a:t>System.out.println</a:t>
            </a:r>
            <a:r>
              <a:rPr lang="en-US" altLang="ja-JP" dirty="0"/>
              <a:t>("Hello");</a:t>
            </a:r>
          </a:p>
          <a:p>
            <a:pPr marL="96838" indent="0">
              <a:buFont typeface="Arial" panose="020B0604020202020204" pitchFamily="34" charset="0"/>
              <a:buNone/>
            </a:pPr>
            <a:r>
              <a:rPr lang="en-US" altLang="ja-JP" dirty="0"/>
              <a:t>         ^</a:t>
            </a:r>
          </a:p>
          <a:p>
            <a:pPr marL="96838" indent="0">
              <a:buFont typeface="Arial" panose="020B0604020202020204" pitchFamily="34" charset="0"/>
              <a:buNone/>
            </a:pPr>
            <a:r>
              <a:rPr lang="ja-JP" altLang="en-US" dirty="0"/>
              <a:t>エラー</a:t>
            </a:r>
            <a:r>
              <a:rPr lang="en-US" altLang="ja-JP" dirty="0"/>
              <a:t>2</a:t>
            </a:r>
            <a:r>
              <a:rPr lang="ja-JP" altLang="en-US" dirty="0"/>
              <a:t>個</a:t>
            </a:r>
          </a:p>
        </p:txBody>
      </p:sp>
      <p:sp>
        <p:nvSpPr>
          <p:cNvPr id="14" name="吹き出し: 角を丸めた四角形 13">
            <a:extLst>
              <a:ext uri="{FF2B5EF4-FFF2-40B4-BE49-F238E27FC236}">
                <a16:creationId xmlns:a16="http://schemas.microsoft.com/office/drawing/2014/main" id="{D066D5ED-06E3-49AE-BCC4-C54382C43A21}"/>
              </a:ext>
            </a:extLst>
          </p:cNvPr>
          <p:cNvSpPr/>
          <p:nvPr/>
        </p:nvSpPr>
        <p:spPr>
          <a:xfrm>
            <a:off x="5606291" y="1783897"/>
            <a:ext cx="1995290" cy="1083290"/>
          </a:xfrm>
          <a:prstGeom prst="wedgeRoundRectCallout">
            <a:avLst>
              <a:gd name="adj1" fmla="val -216832"/>
              <a:gd name="adj2" fmla="val -22259"/>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全角スペースが</a:t>
            </a:r>
            <a:r>
              <a:rPr kumimoji="1" lang="en-US" altLang="ja-JP" sz="1400" dirty="0">
                <a:solidFill>
                  <a:schemeClr val="tx1"/>
                </a:solidFill>
              </a:rPr>
              <a:t>System</a:t>
            </a:r>
            <a:r>
              <a:rPr kumimoji="1" lang="ja-JP" altLang="en-US" sz="1400" dirty="0">
                <a:solidFill>
                  <a:schemeClr val="tx1"/>
                </a:solidFill>
              </a:rPr>
              <a:t>の前に</a:t>
            </a:r>
            <a:r>
              <a:rPr kumimoji="1" lang="en-US" altLang="ja-JP" sz="1400" dirty="0">
                <a:solidFill>
                  <a:schemeClr val="tx1"/>
                </a:solidFill>
              </a:rPr>
              <a:t>2</a:t>
            </a:r>
            <a:r>
              <a:rPr kumimoji="1" lang="ja-JP" altLang="en-US" sz="1400" dirty="0">
                <a:solidFill>
                  <a:schemeClr val="tx1"/>
                </a:solidFill>
              </a:rPr>
              <a:t>個書かれているためにエラーになりました。</a:t>
            </a:r>
          </a:p>
        </p:txBody>
      </p:sp>
      <p:sp>
        <p:nvSpPr>
          <p:cNvPr id="15" name="吹き出し: 角を丸めた四角形 14">
            <a:extLst>
              <a:ext uri="{FF2B5EF4-FFF2-40B4-BE49-F238E27FC236}">
                <a16:creationId xmlns:a16="http://schemas.microsoft.com/office/drawing/2014/main" id="{636DAAF6-89FA-4107-9EE3-AA873C11BA01}"/>
              </a:ext>
            </a:extLst>
          </p:cNvPr>
          <p:cNvSpPr/>
          <p:nvPr/>
        </p:nvSpPr>
        <p:spPr>
          <a:xfrm>
            <a:off x="6041636" y="806064"/>
            <a:ext cx="1995290" cy="708570"/>
          </a:xfrm>
          <a:prstGeom prst="wedgeRoundRectCallout">
            <a:avLst>
              <a:gd name="adj1" fmla="val -155081"/>
              <a:gd name="adj2" fmla="val 41022"/>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solidFill>
              </a:rPr>
              <a:t>'\u3000'</a:t>
            </a:r>
            <a:r>
              <a:rPr kumimoji="1" lang="ja-JP" altLang="en-US" sz="1400" dirty="0">
                <a:solidFill>
                  <a:schemeClr val="tx1"/>
                </a:solidFill>
              </a:rPr>
              <a:t>は全角スペースを表しています。</a:t>
            </a:r>
          </a:p>
        </p:txBody>
      </p:sp>
      <p:sp>
        <p:nvSpPr>
          <p:cNvPr id="16" name="テキスト プレースホルダー 4">
            <a:extLst>
              <a:ext uri="{FF2B5EF4-FFF2-40B4-BE49-F238E27FC236}">
                <a16:creationId xmlns:a16="http://schemas.microsoft.com/office/drawing/2014/main" id="{002122D1-0D46-4F98-87F4-C3B9D4C6681A}"/>
              </a:ext>
            </a:extLst>
          </p:cNvPr>
          <p:cNvSpPr txBox="1">
            <a:spLocks/>
          </p:cNvSpPr>
          <p:nvPr/>
        </p:nvSpPr>
        <p:spPr>
          <a:xfrm>
            <a:off x="462875" y="3511761"/>
            <a:ext cx="8216900" cy="124621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プログラムは基本的に半角文字で書くということを改めて注意しましょう。</a:t>
            </a:r>
            <a:endParaRPr lang="en-US" altLang="ja-JP" dirty="0"/>
          </a:p>
          <a:p>
            <a:pPr marL="96838" indent="0">
              <a:buFont typeface="Arial" panose="020B0604020202020204" pitchFamily="34" charset="0"/>
              <a:buNone/>
            </a:pPr>
            <a:endParaRPr lang="en-US" altLang="ja-JP" dirty="0"/>
          </a:p>
          <a:p>
            <a:pPr marL="96838" indent="0">
              <a:buFont typeface="Arial" panose="020B0604020202020204" pitchFamily="34" charset="0"/>
              <a:buNone/>
            </a:pPr>
            <a:r>
              <a:rPr lang="ja-JP" altLang="en-US" dirty="0"/>
              <a:t>プログラムが長くなるとエラーが大量に発生する場合もありますが、一番上のエラーから根気強く</a:t>
            </a:r>
            <a:r>
              <a:rPr lang="en-US" altLang="ja-JP" dirty="0"/>
              <a:t>1</a:t>
            </a:r>
            <a:r>
              <a:rPr lang="ja-JP" altLang="en-US" dirty="0"/>
              <a:t>つ</a:t>
            </a:r>
            <a:r>
              <a:rPr lang="en-US" altLang="ja-JP" dirty="0"/>
              <a:t>1</a:t>
            </a:r>
            <a:r>
              <a:rPr lang="ja-JP" altLang="en-US" dirty="0"/>
              <a:t>つ原因を調べて直していきましょう。最初のエラーを直すだけで全部のエラーが解消することもあります。</a:t>
            </a:r>
          </a:p>
        </p:txBody>
      </p:sp>
    </p:spTree>
    <p:extLst>
      <p:ext uri="{BB962C8B-B14F-4D97-AF65-F5344CB8AC3E}">
        <p14:creationId xmlns:p14="http://schemas.microsoft.com/office/powerpoint/2010/main" val="39096907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6DC238B-EE56-4E60-9254-5D7461C2FECA}"/>
              </a:ext>
            </a:extLst>
          </p:cNvPr>
          <p:cNvSpPr>
            <a:spLocks noGrp="1"/>
          </p:cNvSpPr>
          <p:nvPr>
            <p:ph type="ftr" sz="quarter" idx="11"/>
          </p:nvPr>
        </p:nvSpPr>
        <p:spPr>
          <a:xfrm>
            <a:off x="3028950" y="4866125"/>
            <a:ext cx="3086100" cy="254493"/>
          </a:xfrm>
        </p:spPr>
        <p:txBody>
          <a:bodyPr/>
          <a:lstStyle/>
          <a:p>
            <a:r>
              <a:rPr lang="en-US" altLang="ja-JP"/>
              <a:t>copyright ©ITCollege All Rights Reserved</a:t>
            </a:r>
            <a:endParaRPr lang="ja-JP" altLang="en-US" dirty="0"/>
          </a:p>
        </p:txBody>
      </p:sp>
      <p:sp>
        <p:nvSpPr>
          <p:cNvPr id="7" name="タイトル 6">
            <a:extLst>
              <a:ext uri="{FF2B5EF4-FFF2-40B4-BE49-F238E27FC236}">
                <a16:creationId xmlns:a16="http://schemas.microsoft.com/office/drawing/2014/main" id="{58177CF6-E256-4D88-B489-5F2EFF09AC4C}"/>
              </a:ext>
            </a:extLst>
          </p:cNvPr>
          <p:cNvSpPr>
            <a:spLocks noGrp="1"/>
          </p:cNvSpPr>
          <p:nvPr>
            <p:ph type="ctrTitle"/>
          </p:nvPr>
        </p:nvSpPr>
        <p:spPr>
          <a:xfrm>
            <a:off x="463550" y="119734"/>
            <a:ext cx="8216900" cy="541192"/>
          </a:xfrm>
        </p:spPr>
        <p:txBody>
          <a:bodyPr/>
          <a:lstStyle/>
          <a:p>
            <a:r>
              <a:rPr lang="ja-JP" altLang="en-US" dirty="0"/>
              <a:t>今の状態</a:t>
            </a:r>
          </a:p>
        </p:txBody>
      </p:sp>
      <p:sp>
        <p:nvSpPr>
          <p:cNvPr id="5" name="スライド番号プレースホルダー 4">
            <a:extLst>
              <a:ext uri="{FF2B5EF4-FFF2-40B4-BE49-F238E27FC236}">
                <a16:creationId xmlns:a16="http://schemas.microsoft.com/office/drawing/2014/main" id="{CAF52E47-E0BD-4CE1-8C78-272007650A0D}"/>
              </a:ext>
            </a:extLst>
          </p:cNvPr>
          <p:cNvSpPr>
            <a:spLocks noGrp="1"/>
          </p:cNvSpPr>
          <p:nvPr>
            <p:ph type="sldNum" sz="quarter" idx="4"/>
          </p:nvPr>
        </p:nvSpPr>
        <p:spPr>
          <a:xfrm>
            <a:off x="218226" y="4862076"/>
            <a:ext cx="630348" cy="254494"/>
          </a:xfrm>
        </p:spPr>
        <p:txBody>
          <a:bodyPr/>
          <a:lstStyle/>
          <a:p>
            <a:fld id="{00000000-1234-1234-1234-123412341234}" type="slidenum">
              <a:rPr lang="en" smtClean="0"/>
              <a:pPr/>
              <a:t>22</a:t>
            </a:fld>
            <a:endParaRPr lang="en" dirty="0"/>
          </a:p>
        </p:txBody>
      </p:sp>
      <p:sp>
        <p:nvSpPr>
          <p:cNvPr id="8" name="テキスト プレースホルダー 7">
            <a:extLst>
              <a:ext uri="{FF2B5EF4-FFF2-40B4-BE49-F238E27FC236}">
                <a16:creationId xmlns:a16="http://schemas.microsoft.com/office/drawing/2014/main" id="{C57C43D1-E1C5-418D-A114-931FDA96CE3D}"/>
              </a:ext>
            </a:extLst>
          </p:cNvPr>
          <p:cNvSpPr>
            <a:spLocks noGrp="1"/>
          </p:cNvSpPr>
          <p:nvPr>
            <p:ph type="body" sz="quarter" idx="14"/>
          </p:nvPr>
        </p:nvSpPr>
        <p:spPr>
          <a:xfrm>
            <a:off x="463550" y="858839"/>
            <a:ext cx="8216900" cy="444667"/>
          </a:xfrm>
        </p:spPr>
        <p:txBody>
          <a:bodyPr/>
          <a:lstStyle/>
          <a:p>
            <a:pPr marL="96838" indent="0">
              <a:buNone/>
            </a:pPr>
            <a:r>
              <a:rPr lang="ja-JP" altLang="en-US" dirty="0"/>
              <a:t>バイトコードができたので次はいよいよプログラムを実行します。</a:t>
            </a:r>
            <a:endParaRPr lang="en-US" altLang="ja-JP" dirty="0"/>
          </a:p>
        </p:txBody>
      </p:sp>
      <p:pic>
        <p:nvPicPr>
          <p:cNvPr id="11" name="図 10">
            <a:extLst>
              <a:ext uri="{FF2B5EF4-FFF2-40B4-BE49-F238E27FC236}">
                <a16:creationId xmlns:a16="http://schemas.microsoft.com/office/drawing/2014/main" id="{5E2E7114-4005-4493-AFC7-F88AE0211223}"/>
              </a:ext>
            </a:extLst>
          </p:cNvPr>
          <p:cNvPicPr>
            <a:picLocks noChangeAspect="1"/>
          </p:cNvPicPr>
          <p:nvPr/>
        </p:nvPicPr>
        <p:blipFill>
          <a:blip r:embed="rId2"/>
          <a:stretch>
            <a:fillRect/>
          </a:stretch>
        </p:blipFill>
        <p:spPr>
          <a:xfrm>
            <a:off x="533400" y="1388248"/>
            <a:ext cx="759980" cy="785509"/>
          </a:xfrm>
          <a:prstGeom prst="rect">
            <a:avLst/>
          </a:prstGeom>
        </p:spPr>
      </p:pic>
      <p:sp>
        <p:nvSpPr>
          <p:cNvPr id="25" name="矢印: 右 24">
            <a:extLst>
              <a:ext uri="{FF2B5EF4-FFF2-40B4-BE49-F238E27FC236}">
                <a16:creationId xmlns:a16="http://schemas.microsoft.com/office/drawing/2014/main" id="{E8D180A5-ACA5-4ACD-A090-72902AC96198}"/>
              </a:ext>
            </a:extLst>
          </p:cNvPr>
          <p:cNvSpPr/>
          <p:nvPr/>
        </p:nvSpPr>
        <p:spPr>
          <a:xfrm>
            <a:off x="1361872" y="1562129"/>
            <a:ext cx="1274323" cy="437745"/>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ソース作成</a:t>
            </a:r>
          </a:p>
        </p:txBody>
      </p:sp>
      <p:sp>
        <p:nvSpPr>
          <p:cNvPr id="27" name="四角形: 角を丸くする 26">
            <a:extLst>
              <a:ext uri="{FF2B5EF4-FFF2-40B4-BE49-F238E27FC236}">
                <a16:creationId xmlns:a16="http://schemas.microsoft.com/office/drawing/2014/main" id="{E8C3D8D1-9F9B-4D65-8875-F01ACE23F412}"/>
              </a:ext>
            </a:extLst>
          </p:cNvPr>
          <p:cNvSpPr/>
          <p:nvPr/>
        </p:nvSpPr>
        <p:spPr>
          <a:xfrm>
            <a:off x="2704687" y="1501107"/>
            <a:ext cx="1711670" cy="559788"/>
          </a:xfrm>
          <a:prstGeom prst="roundRect">
            <a:avLst/>
          </a:prstGeom>
          <a:solidFill>
            <a:schemeClr val="accent6">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kumimoji="1" lang="ja-JP" altLang="en-US" sz="1400" b="1" dirty="0">
                <a:solidFill>
                  <a:srgbClr val="C00000"/>
                </a:solidFill>
              </a:rPr>
              <a:t>テキストエディタ</a:t>
            </a:r>
            <a:endParaRPr kumimoji="1" lang="en-US" altLang="ja-JP" sz="1400" dirty="0">
              <a:solidFill>
                <a:schemeClr val="tx1"/>
              </a:solidFill>
            </a:endParaRPr>
          </a:p>
        </p:txBody>
      </p:sp>
      <p:sp>
        <p:nvSpPr>
          <p:cNvPr id="28" name="Google Shape;102;p15">
            <a:extLst>
              <a:ext uri="{FF2B5EF4-FFF2-40B4-BE49-F238E27FC236}">
                <a16:creationId xmlns:a16="http://schemas.microsoft.com/office/drawing/2014/main" id="{EBBDC89A-5EA2-4C3F-A82B-69DAFA80A57F}"/>
              </a:ext>
            </a:extLst>
          </p:cNvPr>
          <p:cNvSpPr/>
          <p:nvPr/>
        </p:nvSpPr>
        <p:spPr>
          <a:xfrm>
            <a:off x="5410477" y="1303506"/>
            <a:ext cx="3361568" cy="1016015"/>
          </a:xfrm>
          <a:prstGeom prst="roundRect">
            <a:avLst>
              <a:gd name="adj" fmla="val 16667"/>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1600" b="0" i="0" u="none" strike="noStrike" cap="none" dirty="0">
                <a:solidFill>
                  <a:schemeClr val="dk1"/>
                </a:solidFill>
                <a:cs typeface="MS Gothic"/>
                <a:sym typeface="MS Gothic"/>
              </a:rPr>
              <a:t>println("Javaの世界へ～");</a:t>
            </a:r>
            <a:endParaRPr dirty="0"/>
          </a:p>
          <a:p>
            <a:pPr marL="0" marR="0" lvl="0" indent="0" algn="l" rtl="0">
              <a:spcBef>
                <a:spcPts val="0"/>
              </a:spcBef>
              <a:spcAft>
                <a:spcPts val="0"/>
              </a:spcAft>
              <a:buNone/>
            </a:pPr>
            <a:r>
              <a:rPr lang="ja-JP" sz="1600" dirty="0">
                <a:solidFill>
                  <a:schemeClr val="dk1"/>
                </a:solidFill>
                <a:cs typeface="MS Gothic"/>
                <a:sym typeface="MS Gothic"/>
              </a:rPr>
              <a:t>print("4+5×6～");</a:t>
            </a:r>
            <a:endParaRPr sz="1600" dirty="0">
              <a:solidFill>
                <a:schemeClr val="dk1"/>
              </a:solidFill>
              <a:cs typeface="MS Gothic"/>
              <a:sym typeface="MS Gothic"/>
            </a:endParaRPr>
          </a:p>
          <a:p>
            <a:pPr marL="0" marR="0" lvl="0" indent="0" algn="l" rtl="0">
              <a:spcBef>
                <a:spcPts val="0"/>
              </a:spcBef>
              <a:spcAft>
                <a:spcPts val="0"/>
              </a:spcAft>
              <a:buNone/>
            </a:pPr>
            <a:r>
              <a:rPr lang="ja-JP" sz="1600" dirty="0">
                <a:solidFill>
                  <a:schemeClr val="dk1"/>
                </a:solidFill>
                <a:cs typeface="MS Gothic"/>
                <a:sym typeface="MS Gothic"/>
              </a:rPr>
              <a:t>println(4+5*6～);</a:t>
            </a:r>
            <a:endParaRPr sz="1600" dirty="0">
              <a:solidFill>
                <a:schemeClr val="dk1"/>
              </a:solidFill>
              <a:cs typeface="MS Gothic"/>
              <a:sym typeface="MS Gothic"/>
            </a:endParaRPr>
          </a:p>
        </p:txBody>
      </p:sp>
      <p:sp>
        <p:nvSpPr>
          <p:cNvPr id="29" name="テキスト プレースホルダー 7">
            <a:extLst>
              <a:ext uri="{FF2B5EF4-FFF2-40B4-BE49-F238E27FC236}">
                <a16:creationId xmlns:a16="http://schemas.microsoft.com/office/drawing/2014/main" id="{33242A8C-25AA-44C5-BCC9-850EF97BA528}"/>
              </a:ext>
            </a:extLst>
          </p:cNvPr>
          <p:cNvSpPr txBox="1">
            <a:spLocks/>
          </p:cNvSpPr>
          <p:nvPr/>
        </p:nvSpPr>
        <p:spPr>
          <a:xfrm>
            <a:off x="5410476" y="1081417"/>
            <a:ext cx="2524655" cy="3222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ja-JP" b="1" dirty="0"/>
              <a:t>ソースコード</a:t>
            </a:r>
            <a:r>
              <a:rPr lang="en-US" altLang="ja-JP" b="1" dirty="0"/>
              <a:t>(Hello.java)</a:t>
            </a:r>
            <a:endParaRPr lang="ja-JP" altLang="en-US" b="1" dirty="0"/>
          </a:p>
        </p:txBody>
      </p:sp>
      <p:sp>
        <p:nvSpPr>
          <p:cNvPr id="31" name="矢印: 右 30">
            <a:extLst>
              <a:ext uri="{FF2B5EF4-FFF2-40B4-BE49-F238E27FC236}">
                <a16:creationId xmlns:a16="http://schemas.microsoft.com/office/drawing/2014/main" id="{595E1EA8-E051-4E84-9DCE-341C15BB0C62}"/>
              </a:ext>
            </a:extLst>
          </p:cNvPr>
          <p:cNvSpPr/>
          <p:nvPr/>
        </p:nvSpPr>
        <p:spPr>
          <a:xfrm>
            <a:off x="4484849" y="1562129"/>
            <a:ext cx="826453" cy="437745"/>
          </a:xfrm>
          <a:prstGeom prst="righ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保存</a:t>
            </a:r>
          </a:p>
        </p:txBody>
      </p:sp>
      <p:pic>
        <p:nvPicPr>
          <p:cNvPr id="32" name="図 31">
            <a:extLst>
              <a:ext uri="{FF2B5EF4-FFF2-40B4-BE49-F238E27FC236}">
                <a16:creationId xmlns:a16="http://schemas.microsoft.com/office/drawing/2014/main" id="{CCEF8E8F-6E93-4DBA-9C16-ECAF51504169}"/>
              </a:ext>
            </a:extLst>
          </p:cNvPr>
          <p:cNvPicPr>
            <a:picLocks noChangeAspect="1"/>
          </p:cNvPicPr>
          <p:nvPr/>
        </p:nvPicPr>
        <p:blipFill>
          <a:blip r:embed="rId2"/>
          <a:stretch>
            <a:fillRect/>
          </a:stretch>
        </p:blipFill>
        <p:spPr>
          <a:xfrm>
            <a:off x="533400" y="2319521"/>
            <a:ext cx="759980" cy="785509"/>
          </a:xfrm>
          <a:prstGeom prst="rect">
            <a:avLst/>
          </a:prstGeom>
        </p:spPr>
      </p:pic>
      <p:sp>
        <p:nvSpPr>
          <p:cNvPr id="33" name="矢印: 右 32">
            <a:extLst>
              <a:ext uri="{FF2B5EF4-FFF2-40B4-BE49-F238E27FC236}">
                <a16:creationId xmlns:a16="http://schemas.microsoft.com/office/drawing/2014/main" id="{0B761E6A-0AEA-4238-8615-70A0D04D4C4D}"/>
              </a:ext>
            </a:extLst>
          </p:cNvPr>
          <p:cNvSpPr/>
          <p:nvPr/>
        </p:nvSpPr>
        <p:spPr>
          <a:xfrm>
            <a:off x="1361872" y="2493402"/>
            <a:ext cx="1274323" cy="437745"/>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コンパイル</a:t>
            </a:r>
          </a:p>
        </p:txBody>
      </p:sp>
      <p:sp>
        <p:nvSpPr>
          <p:cNvPr id="34" name="四角形: 角を丸くする 33">
            <a:extLst>
              <a:ext uri="{FF2B5EF4-FFF2-40B4-BE49-F238E27FC236}">
                <a16:creationId xmlns:a16="http://schemas.microsoft.com/office/drawing/2014/main" id="{F65751FC-3931-43A0-8A9E-32805246B4E6}"/>
              </a:ext>
            </a:extLst>
          </p:cNvPr>
          <p:cNvSpPr/>
          <p:nvPr/>
        </p:nvSpPr>
        <p:spPr>
          <a:xfrm>
            <a:off x="2704687" y="2432380"/>
            <a:ext cx="1711670" cy="559788"/>
          </a:xfrm>
          <a:prstGeom prst="roundRect">
            <a:avLst/>
          </a:prstGeom>
          <a:solidFill>
            <a:schemeClr val="accent6">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kumimoji="1" lang="ja-JP" altLang="en-US" sz="1400" b="1" dirty="0">
                <a:solidFill>
                  <a:srgbClr val="C00000"/>
                </a:solidFill>
              </a:rPr>
              <a:t>コンパイラ</a:t>
            </a:r>
            <a:endParaRPr kumimoji="1" lang="en-US" altLang="ja-JP" sz="1400" dirty="0">
              <a:solidFill>
                <a:srgbClr val="C00000"/>
              </a:solidFill>
            </a:endParaRPr>
          </a:p>
        </p:txBody>
      </p:sp>
      <p:sp>
        <p:nvSpPr>
          <p:cNvPr id="35" name="Google Shape;103;p15">
            <a:extLst>
              <a:ext uri="{FF2B5EF4-FFF2-40B4-BE49-F238E27FC236}">
                <a16:creationId xmlns:a16="http://schemas.microsoft.com/office/drawing/2014/main" id="{96B6D6DF-1C25-4870-9912-B59CF9876813}"/>
              </a:ext>
            </a:extLst>
          </p:cNvPr>
          <p:cNvSpPr/>
          <p:nvPr/>
        </p:nvSpPr>
        <p:spPr>
          <a:xfrm>
            <a:off x="5349481" y="2618153"/>
            <a:ext cx="3016305" cy="343948"/>
          </a:xfrm>
          <a:prstGeom prst="roundRect">
            <a:avLst>
              <a:gd name="adj" fmla="val 16667"/>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1800" dirty="0">
                <a:cs typeface="Meiryo"/>
                <a:sym typeface="Meiryo"/>
              </a:rPr>
              <a:t>000110100100100101101101</a:t>
            </a:r>
            <a:endParaRPr sz="1800" dirty="0">
              <a:cs typeface="Meiryo"/>
              <a:sym typeface="Meiryo"/>
            </a:endParaRPr>
          </a:p>
        </p:txBody>
      </p:sp>
      <p:sp>
        <p:nvSpPr>
          <p:cNvPr id="36" name="テキスト プレースホルダー 7">
            <a:extLst>
              <a:ext uri="{FF2B5EF4-FFF2-40B4-BE49-F238E27FC236}">
                <a16:creationId xmlns:a16="http://schemas.microsoft.com/office/drawing/2014/main" id="{37FCA2B6-210B-4E0F-88CC-F9E39CA3D1E4}"/>
              </a:ext>
            </a:extLst>
          </p:cNvPr>
          <p:cNvSpPr txBox="1">
            <a:spLocks/>
          </p:cNvSpPr>
          <p:nvPr/>
        </p:nvSpPr>
        <p:spPr>
          <a:xfrm>
            <a:off x="5349481" y="2343161"/>
            <a:ext cx="2585650" cy="27499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lgn="ctr">
              <a:buFont typeface="Arial" panose="020B0604020202020204" pitchFamily="34" charset="0"/>
              <a:buNone/>
            </a:pPr>
            <a:r>
              <a:rPr lang="ja-JP" altLang="en-US" b="1" dirty="0"/>
              <a:t>バイトコード</a:t>
            </a:r>
            <a:r>
              <a:rPr lang="en-US" altLang="ja-JP" b="1" dirty="0"/>
              <a:t>(</a:t>
            </a:r>
            <a:r>
              <a:rPr lang="en-US" altLang="ja-JP" b="1" dirty="0" err="1"/>
              <a:t>Hello.class</a:t>
            </a:r>
            <a:r>
              <a:rPr lang="en-US" altLang="ja-JP" b="1" dirty="0"/>
              <a:t>)</a:t>
            </a:r>
            <a:endParaRPr lang="ja-JP" altLang="en-US" b="1" dirty="0"/>
          </a:p>
        </p:txBody>
      </p:sp>
      <p:sp>
        <p:nvSpPr>
          <p:cNvPr id="37" name="矢印: 右 36">
            <a:extLst>
              <a:ext uri="{FF2B5EF4-FFF2-40B4-BE49-F238E27FC236}">
                <a16:creationId xmlns:a16="http://schemas.microsoft.com/office/drawing/2014/main" id="{21315097-4751-403E-8939-88088DE12F79}"/>
              </a:ext>
            </a:extLst>
          </p:cNvPr>
          <p:cNvSpPr/>
          <p:nvPr/>
        </p:nvSpPr>
        <p:spPr>
          <a:xfrm>
            <a:off x="4484849" y="2609564"/>
            <a:ext cx="826453" cy="437745"/>
          </a:xfrm>
          <a:prstGeom prst="righ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作成</a:t>
            </a:r>
          </a:p>
        </p:txBody>
      </p:sp>
      <p:sp>
        <p:nvSpPr>
          <p:cNvPr id="38" name="矢印: 右 37">
            <a:extLst>
              <a:ext uri="{FF2B5EF4-FFF2-40B4-BE49-F238E27FC236}">
                <a16:creationId xmlns:a16="http://schemas.microsoft.com/office/drawing/2014/main" id="{6FDB713E-8C5F-43C6-B828-A518802BBFE8}"/>
              </a:ext>
            </a:extLst>
          </p:cNvPr>
          <p:cNvSpPr/>
          <p:nvPr/>
        </p:nvSpPr>
        <p:spPr>
          <a:xfrm rot="20670050" flipH="1">
            <a:off x="4428021" y="2166212"/>
            <a:ext cx="934047" cy="437745"/>
          </a:xfrm>
          <a:prstGeom prst="righ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読込</a:t>
            </a:r>
          </a:p>
        </p:txBody>
      </p:sp>
      <p:pic>
        <p:nvPicPr>
          <p:cNvPr id="39" name="図 38">
            <a:extLst>
              <a:ext uri="{FF2B5EF4-FFF2-40B4-BE49-F238E27FC236}">
                <a16:creationId xmlns:a16="http://schemas.microsoft.com/office/drawing/2014/main" id="{95CF212E-1836-4DAD-83D6-A2E2C13C7CAF}"/>
              </a:ext>
            </a:extLst>
          </p:cNvPr>
          <p:cNvPicPr>
            <a:picLocks noChangeAspect="1"/>
          </p:cNvPicPr>
          <p:nvPr/>
        </p:nvPicPr>
        <p:blipFill>
          <a:blip r:embed="rId2"/>
          <a:stretch>
            <a:fillRect/>
          </a:stretch>
        </p:blipFill>
        <p:spPr>
          <a:xfrm>
            <a:off x="533400" y="3240396"/>
            <a:ext cx="759980" cy="785509"/>
          </a:xfrm>
          <a:prstGeom prst="rect">
            <a:avLst/>
          </a:prstGeom>
        </p:spPr>
      </p:pic>
      <p:sp>
        <p:nvSpPr>
          <p:cNvPr id="40" name="矢印: 右 39">
            <a:extLst>
              <a:ext uri="{FF2B5EF4-FFF2-40B4-BE49-F238E27FC236}">
                <a16:creationId xmlns:a16="http://schemas.microsoft.com/office/drawing/2014/main" id="{97F8F756-8244-4DF8-BF77-78A6B9F34F4E}"/>
              </a:ext>
            </a:extLst>
          </p:cNvPr>
          <p:cNvSpPr/>
          <p:nvPr/>
        </p:nvSpPr>
        <p:spPr>
          <a:xfrm>
            <a:off x="1361872" y="3414277"/>
            <a:ext cx="1274323" cy="437745"/>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実行</a:t>
            </a:r>
          </a:p>
        </p:txBody>
      </p:sp>
      <p:sp>
        <p:nvSpPr>
          <p:cNvPr id="41" name="四角形: 角を丸くする 40">
            <a:extLst>
              <a:ext uri="{FF2B5EF4-FFF2-40B4-BE49-F238E27FC236}">
                <a16:creationId xmlns:a16="http://schemas.microsoft.com/office/drawing/2014/main" id="{DE68F41C-030C-4ECF-81CB-3C74FA958AD2}"/>
              </a:ext>
            </a:extLst>
          </p:cNvPr>
          <p:cNvSpPr/>
          <p:nvPr/>
        </p:nvSpPr>
        <p:spPr>
          <a:xfrm>
            <a:off x="2704687" y="3353255"/>
            <a:ext cx="1711670" cy="559788"/>
          </a:xfrm>
          <a:prstGeom prst="roundRect">
            <a:avLst/>
          </a:prstGeom>
          <a:solidFill>
            <a:schemeClr val="accent6">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kumimoji="1" lang="en-US" altLang="ja-JP" sz="1400" b="1" dirty="0">
                <a:solidFill>
                  <a:schemeClr val="tx2">
                    <a:lumMod val="40000"/>
                    <a:lumOff val="60000"/>
                  </a:schemeClr>
                </a:solidFill>
              </a:rPr>
              <a:t>JVM</a:t>
            </a:r>
            <a:endParaRPr kumimoji="1" lang="en-US" altLang="ja-JP" sz="1400" dirty="0">
              <a:solidFill>
                <a:schemeClr val="tx2">
                  <a:lumMod val="40000"/>
                  <a:lumOff val="60000"/>
                </a:schemeClr>
              </a:solidFill>
            </a:endParaRPr>
          </a:p>
        </p:txBody>
      </p:sp>
      <p:sp>
        <p:nvSpPr>
          <p:cNvPr id="42" name="矢印: 右 41">
            <a:extLst>
              <a:ext uri="{FF2B5EF4-FFF2-40B4-BE49-F238E27FC236}">
                <a16:creationId xmlns:a16="http://schemas.microsoft.com/office/drawing/2014/main" id="{D5F0B766-4757-4405-BDDA-1C43A06CA68A}"/>
              </a:ext>
            </a:extLst>
          </p:cNvPr>
          <p:cNvSpPr/>
          <p:nvPr/>
        </p:nvSpPr>
        <p:spPr>
          <a:xfrm>
            <a:off x="4484849" y="3530439"/>
            <a:ext cx="826453" cy="437745"/>
          </a:xfrm>
          <a:prstGeom prst="rightArrow">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表示</a:t>
            </a:r>
          </a:p>
        </p:txBody>
      </p:sp>
      <p:grpSp>
        <p:nvGrpSpPr>
          <p:cNvPr id="43" name="グループ化 42">
            <a:extLst>
              <a:ext uri="{FF2B5EF4-FFF2-40B4-BE49-F238E27FC236}">
                <a16:creationId xmlns:a16="http://schemas.microsoft.com/office/drawing/2014/main" id="{B05E10B8-A1A4-436C-96B3-A93C27AE1ED9}"/>
              </a:ext>
            </a:extLst>
          </p:cNvPr>
          <p:cNvGrpSpPr/>
          <p:nvPr/>
        </p:nvGrpSpPr>
        <p:grpSpPr>
          <a:xfrm>
            <a:off x="5349481" y="3012724"/>
            <a:ext cx="2114550" cy="2202696"/>
            <a:chOff x="5825490" y="2466156"/>
            <a:chExt cx="2395920" cy="2395920"/>
          </a:xfrm>
          <a:solidFill>
            <a:schemeClr val="bg1">
              <a:lumMod val="65000"/>
            </a:schemeClr>
          </a:solidFill>
        </p:grpSpPr>
        <p:pic>
          <p:nvPicPr>
            <p:cNvPr id="44" name="グラフィックス 43" descr="テレビ 単色塗りつぶし">
              <a:extLst>
                <a:ext uri="{FF2B5EF4-FFF2-40B4-BE49-F238E27FC236}">
                  <a16:creationId xmlns:a16="http://schemas.microsoft.com/office/drawing/2014/main" id="{0AA563C6-0F72-4F8D-B02C-51811FDB176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25490" y="2466156"/>
              <a:ext cx="2395920" cy="2395920"/>
            </a:xfrm>
            <a:prstGeom prst="rect">
              <a:avLst/>
            </a:prstGeom>
          </p:spPr>
        </p:pic>
        <p:sp>
          <p:nvSpPr>
            <p:cNvPr id="45" name="Google Shape;105;p15">
              <a:extLst>
                <a:ext uri="{FF2B5EF4-FFF2-40B4-BE49-F238E27FC236}">
                  <a16:creationId xmlns:a16="http://schemas.microsoft.com/office/drawing/2014/main" id="{8074FF91-E328-4C0E-B3ED-3C5B8BEA7171}"/>
                </a:ext>
              </a:extLst>
            </p:cNvPr>
            <p:cNvSpPr/>
            <p:nvPr/>
          </p:nvSpPr>
          <p:spPr>
            <a:xfrm>
              <a:off x="5992099" y="2887774"/>
              <a:ext cx="2069861" cy="1310846"/>
            </a:xfrm>
            <a:prstGeom prst="rect">
              <a:avLst/>
            </a:prstGeom>
            <a:grp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1800" dirty="0">
                  <a:solidFill>
                    <a:schemeClr val="lt1"/>
                  </a:solidFill>
                  <a:cs typeface="Meiryo"/>
                  <a:sym typeface="Meiryo"/>
                </a:rPr>
                <a:t>Javaの世界へ～</a:t>
              </a:r>
              <a:endParaRPr dirty="0"/>
            </a:p>
            <a:p>
              <a:pPr marL="0" marR="0" lvl="0" indent="0" algn="l" rtl="0">
                <a:spcBef>
                  <a:spcPts val="0"/>
                </a:spcBef>
                <a:spcAft>
                  <a:spcPts val="0"/>
                </a:spcAft>
                <a:buNone/>
              </a:pPr>
              <a:r>
                <a:rPr lang="en-US" altLang="ja-JP" sz="1800" dirty="0">
                  <a:solidFill>
                    <a:schemeClr val="lt1"/>
                  </a:solidFill>
                  <a:cs typeface="Meiryo"/>
                  <a:sym typeface="Meiryo"/>
                </a:rPr>
                <a:t>4+5</a:t>
              </a:r>
              <a:r>
                <a:rPr lang="ja-JP" sz="1800" dirty="0">
                  <a:solidFill>
                    <a:schemeClr val="lt1"/>
                  </a:solidFill>
                  <a:cs typeface="Meiryo"/>
                  <a:sym typeface="Meiryo"/>
                </a:rPr>
                <a:t>×</a:t>
              </a:r>
              <a:r>
                <a:rPr lang="en-US" altLang="ja-JP" sz="1800" dirty="0">
                  <a:solidFill>
                    <a:schemeClr val="lt1"/>
                  </a:solidFill>
                  <a:cs typeface="Meiryo"/>
                  <a:sym typeface="Meiryo"/>
                </a:rPr>
                <a:t>6</a:t>
              </a:r>
              <a:r>
                <a:rPr lang="ja-JP" sz="1800" dirty="0">
                  <a:solidFill>
                    <a:schemeClr val="lt1"/>
                  </a:solidFill>
                  <a:cs typeface="Meiryo"/>
                  <a:sym typeface="Meiryo"/>
                </a:rPr>
                <a:t>～</a:t>
              </a:r>
              <a:endParaRPr sz="1800" dirty="0">
                <a:solidFill>
                  <a:schemeClr val="lt1"/>
                </a:solidFill>
                <a:cs typeface="Meiryo"/>
                <a:sym typeface="Meiryo"/>
              </a:endParaRPr>
            </a:p>
          </p:txBody>
        </p:sp>
      </p:grpSp>
      <p:sp>
        <p:nvSpPr>
          <p:cNvPr id="46" name="テキスト プレースホルダー 7">
            <a:extLst>
              <a:ext uri="{FF2B5EF4-FFF2-40B4-BE49-F238E27FC236}">
                <a16:creationId xmlns:a16="http://schemas.microsoft.com/office/drawing/2014/main" id="{80D194DE-488A-4947-9A14-A239CA65290E}"/>
              </a:ext>
            </a:extLst>
          </p:cNvPr>
          <p:cNvSpPr txBox="1">
            <a:spLocks/>
          </p:cNvSpPr>
          <p:nvPr/>
        </p:nvSpPr>
        <p:spPr>
          <a:xfrm>
            <a:off x="5195558" y="3065386"/>
            <a:ext cx="1403810" cy="3222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lgn="ctr">
              <a:buFont typeface="Arial" panose="020B0604020202020204" pitchFamily="34" charset="0"/>
              <a:buNone/>
            </a:pPr>
            <a:r>
              <a:rPr lang="ja-JP" altLang="en-US" b="1" dirty="0">
                <a:solidFill>
                  <a:schemeClr val="bg1">
                    <a:lumMod val="65000"/>
                  </a:schemeClr>
                </a:solidFill>
              </a:rPr>
              <a:t>実行結果</a:t>
            </a:r>
          </a:p>
        </p:txBody>
      </p:sp>
      <p:sp>
        <p:nvSpPr>
          <p:cNvPr id="47" name="矢印: 右 46">
            <a:extLst>
              <a:ext uri="{FF2B5EF4-FFF2-40B4-BE49-F238E27FC236}">
                <a16:creationId xmlns:a16="http://schemas.microsoft.com/office/drawing/2014/main" id="{74666F72-7E2C-4F4F-BD25-654DCDAFB6B8}"/>
              </a:ext>
            </a:extLst>
          </p:cNvPr>
          <p:cNvSpPr/>
          <p:nvPr/>
        </p:nvSpPr>
        <p:spPr>
          <a:xfrm rot="20670050" flipH="1">
            <a:off x="4428021" y="3030867"/>
            <a:ext cx="934047" cy="437745"/>
          </a:xfrm>
          <a:prstGeom prst="rightArrow">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読込</a:t>
            </a:r>
          </a:p>
        </p:txBody>
      </p:sp>
    </p:spTree>
    <p:extLst>
      <p:ext uri="{BB962C8B-B14F-4D97-AF65-F5344CB8AC3E}">
        <p14:creationId xmlns:p14="http://schemas.microsoft.com/office/powerpoint/2010/main" val="28329795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BFC7A35D-1013-4B1B-8268-48793F136D4C}"/>
              </a:ext>
            </a:extLst>
          </p:cNvPr>
          <p:cNvSpPr>
            <a:spLocks noGrp="1"/>
          </p:cNvSpPr>
          <p:nvPr>
            <p:ph type="ftr" sz="quarter" idx="11"/>
          </p:nvPr>
        </p:nvSpPr>
        <p:spPr/>
        <p:txBody>
          <a:bodyPr/>
          <a:lstStyle/>
          <a:p>
            <a:r>
              <a:rPr kumimoji="1" lang="en-US" altLang="ja-JP"/>
              <a:t>copyright ©ITCollege All Rights Reserved</a:t>
            </a:r>
            <a:endParaRPr kumimoji="1" lang="ja-JP" altLang="en-US" sz="1000"/>
          </a:p>
        </p:txBody>
      </p:sp>
      <p:sp>
        <p:nvSpPr>
          <p:cNvPr id="6" name="タイトル 5">
            <a:extLst>
              <a:ext uri="{FF2B5EF4-FFF2-40B4-BE49-F238E27FC236}">
                <a16:creationId xmlns:a16="http://schemas.microsoft.com/office/drawing/2014/main" id="{0F81E6C4-7841-4153-9948-3830F64F1715}"/>
              </a:ext>
            </a:extLst>
          </p:cNvPr>
          <p:cNvSpPr>
            <a:spLocks noGrp="1"/>
          </p:cNvSpPr>
          <p:nvPr>
            <p:ph type="ctrTitle"/>
          </p:nvPr>
        </p:nvSpPr>
        <p:spPr/>
        <p:txBody>
          <a:bodyPr/>
          <a:lstStyle/>
          <a:p>
            <a:r>
              <a:rPr kumimoji="1" lang="ja-JP" altLang="en-US"/>
              <a:t>実行</a:t>
            </a:r>
            <a:endParaRPr lang="ja-JP" altLang="en-US" dirty="0"/>
          </a:p>
        </p:txBody>
      </p:sp>
      <p:sp>
        <p:nvSpPr>
          <p:cNvPr id="3" name="スライド番号プレースホルダー 2">
            <a:extLst>
              <a:ext uri="{FF2B5EF4-FFF2-40B4-BE49-F238E27FC236}">
                <a16:creationId xmlns:a16="http://schemas.microsoft.com/office/drawing/2014/main" id="{F54F27B3-DDBF-476A-AD49-46F9A05EE6D4}"/>
              </a:ext>
            </a:extLst>
          </p:cNvPr>
          <p:cNvSpPr>
            <a:spLocks noGrp="1"/>
          </p:cNvSpPr>
          <p:nvPr>
            <p:ph type="sldNum" sz="quarter" idx="4"/>
          </p:nvPr>
        </p:nvSpPr>
        <p:spPr/>
        <p:txBody>
          <a:bodyPr/>
          <a:lstStyle/>
          <a:p>
            <a:fld id="{6EC4605C-D4BC-457C-A820-CB9DC8935472}" type="slidenum">
              <a:rPr kumimoji="1" lang="ja-JP" altLang="en-US" smtClean="0"/>
              <a:pPr/>
              <a:t>23</a:t>
            </a:fld>
            <a:endParaRPr kumimoji="1" lang="ja-JP" altLang="en-US" sz="1200"/>
          </a:p>
        </p:txBody>
      </p:sp>
      <p:sp>
        <p:nvSpPr>
          <p:cNvPr id="8" name="テキスト プレースホルダー 7">
            <a:extLst>
              <a:ext uri="{FF2B5EF4-FFF2-40B4-BE49-F238E27FC236}">
                <a16:creationId xmlns:a16="http://schemas.microsoft.com/office/drawing/2014/main" id="{DC47DB6E-DE5F-461B-8DA6-D7E7BFB3D9CA}"/>
              </a:ext>
            </a:extLst>
          </p:cNvPr>
          <p:cNvSpPr>
            <a:spLocks noGrp="1"/>
          </p:cNvSpPr>
          <p:nvPr>
            <p:ph type="body" sz="quarter" idx="15"/>
          </p:nvPr>
        </p:nvSpPr>
        <p:spPr>
          <a:xfrm>
            <a:off x="463549" y="1023815"/>
            <a:ext cx="7177471" cy="541192"/>
          </a:xfrm>
        </p:spPr>
        <p:txBody>
          <a:bodyPr/>
          <a:lstStyle/>
          <a:p>
            <a:pPr marL="387350" indent="-285750">
              <a:buFont typeface="Arial" panose="020B0604020202020204" pitchFamily="34" charset="0"/>
              <a:buChar char="•"/>
            </a:pPr>
            <a:r>
              <a:rPr lang="ja-JP" altLang="en-US" sz="1200" dirty="0"/>
              <a:t>実行するコマンドは「</a:t>
            </a:r>
            <a:r>
              <a:rPr lang="en-US" altLang="ja-JP" sz="1200" dirty="0"/>
              <a:t>java  </a:t>
            </a:r>
            <a:r>
              <a:rPr lang="ja-JP" altLang="en-US" sz="1200" dirty="0"/>
              <a:t>クラス名</a:t>
            </a:r>
            <a:r>
              <a:rPr lang="en-US" altLang="ja-JP" sz="1200" dirty="0"/>
              <a:t>(</a:t>
            </a:r>
            <a:r>
              <a:rPr lang="ja-JP" altLang="en-US" sz="1200" dirty="0"/>
              <a:t>拡張子なし</a:t>
            </a:r>
            <a:r>
              <a:rPr lang="en-US" altLang="ja-JP" sz="1200" dirty="0"/>
              <a:t>)</a:t>
            </a:r>
            <a:r>
              <a:rPr lang="ja-JP" altLang="en-US" sz="1200" dirty="0"/>
              <a:t>」</a:t>
            </a:r>
          </a:p>
        </p:txBody>
      </p:sp>
      <p:sp>
        <p:nvSpPr>
          <p:cNvPr id="9" name="テキスト プレースホルダー 8">
            <a:extLst>
              <a:ext uri="{FF2B5EF4-FFF2-40B4-BE49-F238E27FC236}">
                <a16:creationId xmlns:a16="http://schemas.microsoft.com/office/drawing/2014/main" id="{3B4B4B26-E1BE-4F2F-85DB-B4EB50CCB2D1}"/>
              </a:ext>
            </a:extLst>
          </p:cNvPr>
          <p:cNvSpPr>
            <a:spLocks noGrp="1"/>
          </p:cNvSpPr>
          <p:nvPr>
            <p:ph type="body" sz="quarter" idx="16"/>
          </p:nvPr>
        </p:nvSpPr>
        <p:spPr/>
        <p:txBody>
          <a:bodyPr/>
          <a:lstStyle/>
          <a:p>
            <a:endParaRPr lang="ja-JP" altLang="en-US"/>
          </a:p>
        </p:txBody>
      </p:sp>
      <p:sp>
        <p:nvSpPr>
          <p:cNvPr id="15" name="テキスト プレースホルダー 4">
            <a:extLst>
              <a:ext uri="{FF2B5EF4-FFF2-40B4-BE49-F238E27FC236}">
                <a16:creationId xmlns:a16="http://schemas.microsoft.com/office/drawing/2014/main" id="{376EC21E-E0CC-4C0F-9EEB-359304C17F7E}"/>
              </a:ext>
            </a:extLst>
          </p:cNvPr>
          <p:cNvSpPr>
            <a:spLocks noGrp="1"/>
          </p:cNvSpPr>
          <p:nvPr>
            <p:ph type="body" sz="quarter" idx="14"/>
          </p:nvPr>
        </p:nvSpPr>
        <p:spPr>
          <a:xfrm>
            <a:off x="462875" y="1690051"/>
            <a:ext cx="4014531" cy="2998186"/>
          </a:xfrm>
        </p:spPr>
        <p:txBody>
          <a:bodyPr/>
          <a:lstStyle/>
          <a:p>
            <a:pPr marL="96838" indent="0">
              <a:buNone/>
            </a:pPr>
            <a:r>
              <a:rPr kumimoji="1" lang="ja-JP" altLang="en-US" dirty="0"/>
              <a:t>コンパイルが正常に終わったら、いよいよプログラムを実行します。</a:t>
            </a:r>
          </a:p>
          <a:p>
            <a:pPr marL="96838" indent="0">
              <a:buNone/>
            </a:pPr>
            <a:r>
              <a:rPr kumimoji="1" lang="ja-JP" altLang="en-US" dirty="0"/>
              <a:t>実行するときもコマンドプロンプトからコマンドを入力します。</a:t>
            </a:r>
            <a:br>
              <a:rPr kumimoji="1" lang="ja-JP" altLang="en-US" dirty="0"/>
            </a:br>
            <a:r>
              <a:rPr kumimoji="1" lang="ja-JP" altLang="en-US" dirty="0"/>
              <a:t>入力するコマンドは、</a:t>
            </a:r>
            <a:r>
              <a:rPr kumimoji="1" lang="en-US" altLang="ja-JP" b="1" dirty="0">
                <a:solidFill>
                  <a:srgbClr val="C00000"/>
                </a:solidFill>
              </a:rPr>
              <a:t>java </a:t>
            </a:r>
            <a:r>
              <a:rPr kumimoji="1" lang="ja-JP" altLang="en-US" b="1" dirty="0">
                <a:solidFill>
                  <a:srgbClr val="C00000"/>
                </a:solidFill>
              </a:rPr>
              <a:t>クラス名</a:t>
            </a:r>
            <a:r>
              <a:rPr kumimoji="1" lang="ja-JP" altLang="en-US" dirty="0"/>
              <a:t>です。</a:t>
            </a:r>
          </a:p>
          <a:p>
            <a:pPr marL="96838" indent="0">
              <a:buNone/>
            </a:pPr>
            <a:r>
              <a:rPr kumimoji="1" lang="ja-JP" altLang="en-US" dirty="0"/>
              <a:t>バイトコードを実行するので、誤って</a:t>
            </a:r>
          </a:p>
          <a:p>
            <a:pPr marL="96838" indent="0">
              <a:buNone/>
            </a:pPr>
            <a:r>
              <a:rPr kumimoji="1" lang="en-US" altLang="ja-JP" b="1" dirty="0">
                <a:solidFill>
                  <a:srgbClr val="C00000"/>
                </a:solidFill>
              </a:rPr>
              <a:t>java </a:t>
            </a:r>
            <a:r>
              <a:rPr kumimoji="1" lang="en-US" altLang="ja-JP" b="1" dirty="0" err="1">
                <a:solidFill>
                  <a:srgbClr val="C00000"/>
                </a:solidFill>
              </a:rPr>
              <a:t>Hello.class</a:t>
            </a:r>
            <a:endParaRPr kumimoji="1" lang="en-US" altLang="ja-JP" b="1" dirty="0">
              <a:solidFill>
                <a:srgbClr val="C00000"/>
              </a:solidFill>
            </a:endParaRPr>
          </a:p>
          <a:p>
            <a:pPr marL="96838" indent="0">
              <a:buNone/>
            </a:pPr>
            <a:r>
              <a:rPr kumimoji="1" lang="ja-JP" altLang="en-US" dirty="0"/>
              <a:t>のように拡張子（</a:t>
            </a:r>
            <a:r>
              <a:rPr kumimoji="1" lang="en-US" altLang="ja-JP" dirty="0"/>
              <a:t>.class</a:t>
            </a:r>
            <a:r>
              <a:rPr kumimoji="1" lang="ja-JP" altLang="en-US" dirty="0"/>
              <a:t>）を付けて入力する人がいますが、</a:t>
            </a:r>
            <a:r>
              <a:rPr kumimoji="1" lang="ja-JP" altLang="en-US" b="1" dirty="0">
                <a:solidFill>
                  <a:srgbClr val="C00000"/>
                </a:solidFill>
              </a:rPr>
              <a:t>付けないでください</a:t>
            </a:r>
            <a:r>
              <a:rPr kumimoji="1" lang="ja-JP" altLang="en-US" dirty="0"/>
              <a:t>。</a:t>
            </a:r>
          </a:p>
          <a:p>
            <a:pPr marL="96838" indent="0">
              <a:buNone/>
            </a:pPr>
            <a:r>
              <a:rPr kumimoji="1" lang="en-US" altLang="ja-JP" dirty="0"/>
              <a:t>Hello</a:t>
            </a:r>
          </a:p>
          <a:p>
            <a:pPr marL="96838" indent="0">
              <a:buNone/>
            </a:pPr>
            <a:r>
              <a:rPr kumimoji="1" lang="ja-JP" altLang="en-US" dirty="0"/>
              <a:t>と出力されれば成功です。</a:t>
            </a:r>
          </a:p>
        </p:txBody>
      </p:sp>
      <p:pic>
        <p:nvPicPr>
          <p:cNvPr id="10" name="Google Shape;315;p35">
            <a:extLst>
              <a:ext uri="{FF2B5EF4-FFF2-40B4-BE49-F238E27FC236}">
                <a16:creationId xmlns:a16="http://schemas.microsoft.com/office/drawing/2014/main" id="{3EAA35BF-20E2-4525-B7DF-1E38DCEEAFCD}"/>
              </a:ext>
            </a:extLst>
          </p:cNvPr>
          <p:cNvPicPr preferRelativeResize="0"/>
          <p:nvPr/>
        </p:nvPicPr>
        <p:blipFill rotWithShape="1">
          <a:blip r:embed="rId3">
            <a:alphaModFix/>
          </a:blip>
          <a:srcRect/>
          <a:stretch/>
        </p:blipFill>
        <p:spPr>
          <a:xfrm>
            <a:off x="4572000" y="2665708"/>
            <a:ext cx="4192544" cy="1965483"/>
          </a:xfrm>
          <a:prstGeom prst="rect">
            <a:avLst/>
          </a:prstGeom>
          <a:noFill/>
          <a:ln>
            <a:noFill/>
          </a:ln>
        </p:spPr>
      </p:pic>
    </p:spTree>
    <p:extLst>
      <p:ext uri="{BB962C8B-B14F-4D97-AF65-F5344CB8AC3E}">
        <p14:creationId xmlns:p14="http://schemas.microsoft.com/office/powerpoint/2010/main" val="14227864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2F26BB9F-B324-4319-8593-5BC220577AD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1FD9D44-5203-49ED-8FE9-6083BC387142}"/>
              </a:ext>
            </a:extLst>
          </p:cNvPr>
          <p:cNvSpPr>
            <a:spLocks noGrp="1"/>
          </p:cNvSpPr>
          <p:nvPr>
            <p:ph type="ctrTitle"/>
          </p:nvPr>
        </p:nvSpPr>
        <p:spPr/>
        <p:txBody>
          <a:bodyPr/>
          <a:lstStyle/>
          <a:p>
            <a:r>
              <a:rPr kumimoji="1" lang="ja-JP" altLang="en-US" dirty="0"/>
              <a:t>プログラムの書き方のまとめ</a:t>
            </a:r>
          </a:p>
        </p:txBody>
      </p:sp>
      <p:sp>
        <p:nvSpPr>
          <p:cNvPr id="4" name="スライド番号プレースホルダー 3">
            <a:extLst>
              <a:ext uri="{FF2B5EF4-FFF2-40B4-BE49-F238E27FC236}">
                <a16:creationId xmlns:a16="http://schemas.microsoft.com/office/drawing/2014/main" id="{B01B1A1D-8B39-41B5-95E2-F657E27E0847}"/>
              </a:ext>
            </a:extLst>
          </p:cNvPr>
          <p:cNvSpPr>
            <a:spLocks noGrp="1"/>
          </p:cNvSpPr>
          <p:nvPr>
            <p:ph type="sldNum" sz="quarter" idx="4"/>
          </p:nvPr>
        </p:nvSpPr>
        <p:spPr/>
        <p:txBody>
          <a:bodyPr/>
          <a:lstStyle/>
          <a:p>
            <a:fld id="{00000000-1234-1234-1234-123412341234}" type="slidenum">
              <a:rPr lang="en" smtClean="0"/>
              <a:pPr/>
              <a:t>24</a:t>
            </a:fld>
            <a:endParaRPr lang="en" dirty="0"/>
          </a:p>
        </p:txBody>
      </p:sp>
      <p:sp>
        <p:nvSpPr>
          <p:cNvPr id="5" name="テキスト プレースホルダー 4">
            <a:extLst>
              <a:ext uri="{FF2B5EF4-FFF2-40B4-BE49-F238E27FC236}">
                <a16:creationId xmlns:a16="http://schemas.microsoft.com/office/drawing/2014/main" id="{F6A601C1-65D2-47B5-A6D3-39D657C59F5E}"/>
              </a:ext>
            </a:extLst>
          </p:cNvPr>
          <p:cNvSpPr>
            <a:spLocks noGrp="1"/>
          </p:cNvSpPr>
          <p:nvPr>
            <p:ph type="body" sz="quarter" idx="14"/>
          </p:nvPr>
        </p:nvSpPr>
        <p:spPr/>
        <p:txBody>
          <a:bodyPr/>
          <a:lstStyle/>
          <a:p>
            <a:r>
              <a:rPr lang="en-US" altLang="ja-JP" dirty="0"/>
              <a:t>Java</a:t>
            </a:r>
            <a:r>
              <a:rPr lang="ja-JP" altLang="en-US" dirty="0"/>
              <a:t>でシステムを開発するための流れは？</a:t>
            </a:r>
            <a:endParaRPr lang="en-US" altLang="ja-JP" dirty="0"/>
          </a:p>
          <a:p>
            <a:pPr marL="96838" indent="0">
              <a:buNone/>
            </a:pPr>
            <a:endParaRPr lang="en-US" altLang="ja-JP" dirty="0"/>
          </a:p>
          <a:p>
            <a:r>
              <a:rPr lang="ja-JP" altLang="en-US" dirty="0"/>
              <a:t>ソースのクラス名は何と対応している？</a:t>
            </a:r>
            <a:endParaRPr lang="en-US" altLang="ja-JP" dirty="0"/>
          </a:p>
          <a:p>
            <a:pPr marL="96838" indent="0">
              <a:buNone/>
            </a:pPr>
            <a:endParaRPr lang="en-US" altLang="ja-JP" dirty="0"/>
          </a:p>
          <a:p>
            <a:r>
              <a:rPr lang="en-US" altLang="ja-JP" dirty="0"/>
              <a:t>『p</a:t>
            </a:r>
            <a:r>
              <a:rPr kumimoji="1" lang="en-US" altLang="ja-JP" dirty="0"/>
              <a:t>ublic static void main(String[] </a:t>
            </a:r>
            <a:r>
              <a:rPr kumimoji="1" lang="en-US" altLang="ja-JP" dirty="0" err="1"/>
              <a:t>args</a:t>
            </a:r>
            <a:r>
              <a:rPr kumimoji="1" lang="en-US" altLang="ja-JP" dirty="0"/>
              <a:t>) {}』</a:t>
            </a:r>
            <a:r>
              <a:rPr kumimoji="1" lang="ja-JP" altLang="en-US" dirty="0"/>
              <a:t>という記述は</a:t>
            </a:r>
            <a:r>
              <a:rPr lang="ja-JP" altLang="en-US" dirty="0"/>
              <a:t>何を表している？</a:t>
            </a:r>
            <a:endParaRPr lang="en-US" altLang="ja-JP" dirty="0"/>
          </a:p>
          <a:p>
            <a:endParaRPr lang="en-US" altLang="ja-JP" dirty="0"/>
          </a:p>
          <a:p>
            <a:r>
              <a:rPr lang="ja-JP" altLang="en-US" dirty="0"/>
              <a:t>プログラムの階層構造を視覚的にわかりやすくするために用いられている工夫は？</a:t>
            </a:r>
            <a:endParaRPr lang="en-US" altLang="ja-JP" dirty="0"/>
          </a:p>
          <a:p>
            <a:endParaRPr lang="en-US" altLang="ja-JP" dirty="0"/>
          </a:p>
          <a:p>
            <a:r>
              <a:rPr lang="ja-JP" altLang="en-US" dirty="0"/>
              <a:t>ソースコードをコンパイルするためのコマンドは？</a:t>
            </a:r>
            <a:endParaRPr lang="en-US" altLang="ja-JP" dirty="0"/>
          </a:p>
          <a:p>
            <a:endParaRPr lang="en-US" altLang="ja-JP" dirty="0"/>
          </a:p>
          <a:p>
            <a:r>
              <a:rPr lang="ja-JP" altLang="en-US" dirty="0"/>
              <a:t>バイトコードを実行するためのコマンドは？</a:t>
            </a:r>
            <a:endParaRPr lang="en-US" altLang="ja-JP" dirty="0"/>
          </a:p>
          <a:p>
            <a:endParaRPr lang="en-US" altLang="ja-JP" dirty="0"/>
          </a:p>
        </p:txBody>
      </p:sp>
    </p:spTree>
    <p:extLst>
      <p:ext uri="{BB962C8B-B14F-4D97-AF65-F5344CB8AC3E}">
        <p14:creationId xmlns:p14="http://schemas.microsoft.com/office/powerpoint/2010/main" val="1808360622"/>
      </p:ext>
    </p:extLst>
  </p:cSld>
  <p:clrMapOvr>
    <a:masterClrMapping/>
  </p:clrMapOvr>
</p:sld>
</file>

<file path=ppt/theme/theme1.xml><?xml version="1.0" encoding="utf-8"?>
<a:theme xmlns:a="http://schemas.openxmlformats.org/drawingml/2006/main" name="template">
  <a:themeElements>
    <a:clrScheme name="ユーザー定義 2">
      <a:dk1>
        <a:sysClr val="windowText" lastClr="000000"/>
      </a:dk1>
      <a:lt1>
        <a:sysClr val="window" lastClr="FFFFFF"/>
      </a:lt1>
      <a:dk2>
        <a:srgbClr val="E10000"/>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954F72"/>
      </a:folHlink>
    </a:clrScheme>
    <a:fontScheme name="ユーザー定義 4">
      <a:majorFont>
        <a:latin typeface="MyricaM M"/>
        <a:ea typeface="BIZ UDゴシック"/>
        <a:cs typeface=""/>
      </a:majorFont>
      <a:minorFont>
        <a:latin typeface="MyricaM M"/>
        <a:ea typeface="BIZ UD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lumMod val="20000"/>
            <a:lumOff val="80000"/>
          </a:schemeClr>
        </a:solidFill>
        <a:ln>
          <a:solidFill>
            <a:schemeClr val="tx2"/>
          </a:solidFill>
        </a:ln>
      </a:spPr>
      <a:bodyPr rtlCol="0" anchor="ctr"/>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square" rtlCol="0">
        <a:noAutofit/>
      </a:bodyPr>
      <a:lstStyle>
        <a:defPPr algn="l">
          <a:defRPr kumimoji="1" sz="1400" baseline="0" dirty="0">
            <a:solidFill>
              <a:schemeClr val="tx1"/>
            </a:solidFill>
          </a:defRPr>
        </a:defPPr>
      </a:lstStyle>
    </a:txDef>
  </a:objectDefaults>
  <a:extraClrSchemeLst/>
  <a:extLst>
    <a:ext uri="{05A4C25C-085E-4340-85A3-A5531E510DB2}">
      <thm15:themeFamily xmlns:thm15="http://schemas.microsoft.com/office/thememl/2012/main" name="プレゼンテーション1" id="{F0295CA2-4D04-418E-9880-A080A4FA0EA6}" vid="{795711FB-1E41-4FEF-B680-294A3F6A0E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1506</TotalTime>
  <Words>2495</Words>
  <Application>Microsoft Office PowerPoint</Application>
  <PresentationFormat>画面に合わせる (16:9)</PresentationFormat>
  <Paragraphs>324</Paragraphs>
  <Slides>25</Slides>
  <Notes>4</Notes>
  <HiddenSlides>1</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25</vt:i4>
      </vt:variant>
    </vt:vector>
  </HeadingPairs>
  <TitlesOfParts>
    <vt:vector size="36" baseType="lpstr">
      <vt:lpstr>BIZ UDゴシック</vt:lpstr>
      <vt:lpstr>MyricaM M</vt:lpstr>
      <vt:lpstr>Gill Sans Ultra Bold</vt:lpstr>
      <vt:lpstr>MS Gothic</vt:lpstr>
      <vt:lpstr>Arial</vt:lpstr>
      <vt:lpstr>Meiryo</vt:lpstr>
      <vt:lpstr>Montserrat</vt:lpstr>
      <vt:lpstr>Quattrocento Sans</vt:lpstr>
      <vt:lpstr>Noto Sans Symbols</vt:lpstr>
      <vt:lpstr>游ゴシック</vt:lpstr>
      <vt:lpstr>template</vt:lpstr>
      <vt:lpstr>改訂履歴</vt:lpstr>
      <vt:lpstr>プログラムの 書き方</vt:lpstr>
      <vt:lpstr>テキストの ゴール</vt:lpstr>
      <vt:lpstr>テキストの 流れ</vt:lpstr>
      <vt:lpstr>Java開発の流れ</vt:lpstr>
      <vt:lpstr>Java開発の流れ</vt:lpstr>
      <vt:lpstr>必要なソフトウェアのインストール</vt:lpstr>
      <vt:lpstr>ソースコードの作成</vt:lpstr>
      <vt:lpstr>ソースコードの作成</vt:lpstr>
      <vt:lpstr>ソースコードの作成</vt:lpstr>
      <vt:lpstr>ソースコードの作成</vt:lpstr>
      <vt:lpstr>ソースコードの作成</vt:lpstr>
      <vt:lpstr>ソースコードの作成</vt:lpstr>
      <vt:lpstr>ソースコードの作成</vt:lpstr>
      <vt:lpstr>ソースコードの作成</vt:lpstr>
      <vt:lpstr>ソースコードの作成</vt:lpstr>
      <vt:lpstr>今の状態</vt:lpstr>
      <vt:lpstr>コンパイル</vt:lpstr>
      <vt:lpstr>コンパイル</vt:lpstr>
      <vt:lpstr>コンパイル</vt:lpstr>
      <vt:lpstr>コンパイルエラー</vt:lpstr>
      <vt:lpstr>コンパイルエラー</vt:lpstr>
      <vt:lpstr>今の状態</vt:lpstr>
      <vt:lpstr>実行</vt:lpstr>
      <vt:lpstr>プログラムの書き方のまとめ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営業サーバ</dc:creator>
  <cp:lastModifiedBy>a031-031</cp:lastModifiedBy>
  <cp:revision>26</cp:revision>
  <dcterms:created xsi:type="dcterms:W3CDTF">2020-11-26T07:05:51Z</dcterms:created>
  <dcterms:modified xsi:type="dcterms:W3CDTF">2025-03-19T07:52:19Z</dcterms:modified>
</cp:coreProperties>
</file>