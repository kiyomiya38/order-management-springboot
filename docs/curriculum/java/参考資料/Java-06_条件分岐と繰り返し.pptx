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trictFirstAndLastChars="0" embedTrueTypeFonts="1" saveSubsetFonts="1" autoCompressPictures="0">
  <p:sldMasterIdLst>
    <p:sldMasterId id="2147483665" r:id="rId1"/>
  </p:sldMasterIdLst>
  <p:notesMasterIdLst>
    <p:notesMasterId r:id="rId50"/>
  </p:notesMasterIdLst>
  <p:handoutMasterIdLst>
    <p:handoutMasterId r:id="rId51"/>
  </p:handoutMasterIdLst>
  <p:sldIdLst>
    <p:sldId id="411" r:id="rId2"/>
    <p:sldId id="256" r:id="rId3"/>
    <p:sldId id="360" r:id="rId4"/>
    <p:sldId id="361" r:id="rId5"/>
    <p:sldId id="400" r:id="rId6"/>
    <p:sldId id="362" r:id="rId7"/>
    <p:sldId id="401" r:id="rId8"/>
    <p:sldId id="364" r:id="rId9"/>
    <p:sldId id="365" r:id="rId10"/>
    <p:sldId id="375" r:id="rId11"/>
    <p:sldId id="376" r:id="rId12"/>
    <p:sldId id="377" r:id="rId13"/>
    <p:sldId id="378" r:id="rId14"/>
    <p:sldId id="402" r:id="rId15"/>
    <p:sldId id="367" r:id="rId16"/>
    <p:sldId id="368" r:id="rId17"/>
    <p:sldId id="385" r:id="rId18"/>
    <p:sldId id="403" r:id="rId19"/>
    <p:sldId id="369" r:id="rId20"/>
    <p:sldId id="370" r:id="rId21"/>
    <p:sldId id="404" r:id="rId22"/>
    <p:sldId id="371" r:id="rId23"/>
    <p:sldId id="372" r:id="rId24"/>
    <p:sldId id="373" r:id="rId25"/>
    <p:sldId id="374" r:id="rId26"/>
    <p:sldId id="405" r:id="rId27"/>
    <p:sldId id="379" r:id="rId28"/>
    <p:sldId id="380" r:id="rId29"/>
    <p:sldId id="381" r:id="rId30"/>
    <p:sldId id="382" r:id="rId31"/>
    <p:sldId id="383" r:id="rId32"/>
    <p:sldId id="387" r:id="rId33"/>
    <p:sldId id="388" r:id="rId34"/>
    <p:sldId id="406" r:id="rId35"/>
    <p:sldId id="390" r:id="rId36"/>
    <p:sldId id="391" r:id="rId37"/>
    <p:sldId id="407" r:id="rId38"/>
    <p:sldId id="392" r:id="rId39"/>
    <p:sldId id="393" r:id="rId40"/>
    <p:sldId id="408" r:id="rId41"/>
    <p:sldId id="394" r:id="rId42"/>
    <p:sldId id="395" r:id="rId43"/>
    <p:sldId id="396" r:id="rId44"/>
    <p:sldId id="397" r:id="rId45"/>
    <p:sldId id="398" r:id="rId46"/>
    <p:sldId id="409" r:id="rId47"/>
    <p:sldId id="410" r:id="rId48"/>
    <p:sldId id="399" r:id="rId49"/>
  </p:sldIdLst>
  <p:sldSz cx="9144000" cy="5143500" type="screen16x9"/>
  <p:notesSz cx="6858000" cy="9144000"/>
  <p:embeddedFontLst>
    <p:embeddedFont>
      <p:font typeface="MyricaM M" panose="020B0600070205080204" charset="-128"/>
      <p:regular r:id="rId52"/>
    </p:embeddedFont>
    <p:embeddedFont>
      <p:font typeface="Meiryo" panose="020B0604030504040204" pitchFamily="50" charset="-128"/>
      <p:regular r:id="rId53"/>
      <p:bold r:id="rId54"/>
      <p:italic r:id="rId55"/>
      <p:boldItalic r:id="rId56"/>
    </p:embeddedFont>
    <p:embeddedFont>
      <p:font typeface="BIZ UDゴシック" panose="020B0400000000000000" pitchFamily="49" charset="-128"/>
      <p:regular r:id="rId57"/>
      <p:bold r:id="rId58"/>
    </p:embeddedFont>
    <p:embeddedFont>
      <p:font typeface="Gill Sans Ultra Bold" panose="020B0A02020104020203" pitchFamily="34" charset="0"/>
      <p:regular r:id="rId59"/>
    </p:embeddedFont>
    <p:embeddedFont>
      <p:font typeface="HGP創英角ﾎﾟｯﾌﾟ体" panose="040B0A00000000000000" pitchFamily="50" charset="-128"/>
      <p:regular r:id="rId60"/>
    </p:embeddedFont>
    <p:embeddedFont>
      <p:font typeface="Montserrat" panose="00000500000000000000" pitchFamily="2" charset="0"/>
      <p:regular r:id="rId61"/>
      <p:bold r:id="rId62"/>
      <p:italic r:id="rId63"/>
      <p:boldItalic r:id="rId64"/>
    </p:embeddedFont>
    <p:embeddedFont>
      <p:font typeface="Quattrocento Sans" panose="020B0502050000020003" pitchFamily="34" charset="0"/>
      <p:regular r:id="rId65"/>
      <p:bold r:id="rId66"/>
      <p:italic r:id="rId67"/>
      <p:boldItalic r:id="rId68"/>
    </p:embeddedFont>
    <p:embeddedFont>
      <p:font typeface="游ゴシック" panose="020B0400000000000000" pitchFamily="50" charset="-128"/>
      <p:regular r:id="rId69"/>
      <p:bold r:id="rId7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10000"/>
    <a:srgbClr val="000000"/>
    <a:srgbClr val="FF0000"/>
    <a:srgbClr val="FF9900"/>
    <a:srgbClr val="7D7D7D"/>
    <a:srgbClr val="4D4D4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DAC1B92-06B8-4DD9-B31C-A81573C5778B}">
  <a:tblStyle styleId="{CDAC1B92-06B8-4DD9-B31C-A81573C5778B}"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EC20E35-A176-4012-BC5E-935CFFF8708E}" styleName="スタイル (中間)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7B26C5-4107-4FEC-AEDC-1716B250A1EF}" styleName="スタイル (淡色)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淡色スタイル 1 - アクセント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DBED569-4797-4DF1-A0F4-6AAB3CD982D8}" styleName="淡色スタイル 3 - アクセント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55" autoAdjust="0"/>
    <p:restoredTop sz="95728" autoAdjust="0"/>
  </p:normalViewPr>
  <p:slideViewPr>
    <p:cSldViewPr snapToGrid="0">
      <p:cViewPr varScale="1">
        <p:scale>
          <a:sx n="104" d="100"/>
          <a:sy n="104" d="100"/>
        </p:scale>
        <p:origin x="288" y="102"/>
      </p:cViewPr>
      <p:guideLst/>
    </p:cSldViewPr>
  </p:slideViewPr>
  <p:outlineViewPr>
    <p:cViewPr>
      <p:scale>
        <a:sx n="33" d="100"/>
        <a:sy n="33" d="100"/>
      </p:scale>
      <p:origin x="0" y="0"/>
    </p:cViewPr>
    <p:sldLst>
      <p:sld r:id="rId1" collapse="1"/>
    </p:sldLst>
  </p:outlineViewPr>
  <p:notesTextViewPr>
    <p:cViewPr>
      <p:scale>
        <a:sx n="1" d="1"/>
        <a:sy n="1" d="1"/>
      </p:scale>
      <p:origin x="0" y="0"/>
    </p:cViewPr>
  </p:notesTextViewPr>
  <p:notesViewPr>
    <p:cSldViewPr snapToGrid="0">
      <p:cViewPr varScale="1">
        <p:scale>
          <a:sx n="52" d="100"/>
          <a:sy n="52" d="100"/>
        </p:scale>
        <p:origin x="2862" y="8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font" Target="fonts/font17.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font" Target="fonts/font18.fntdata"/><Relationship Id="rId8" Type="http://schemas.openxmlformats.org/officeDocument/2006/relationships/slide" Target="slides/slide7.xml"/><Relationship Id="rId51" Type="http://schemas.openxmlformats.org/officeDocument/2006/relationships/handoutMaster" Target="handoutMasters/handoutMaster1.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font" Target="fonts/font16.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font" Target="fonts/font19.fntdata"/><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notesMaster" Target="notesMasters/notesMaster1.xml"/><Relationship Id="rId55" Type="http://schemas.openxmlformats.org/officeDocument/2006/relationships/font" Target="fonts/font4.fntdata"/><Relationship Id="rId7" Type="http://schemas.openxmlformats.org/officeDocument/2006/relationships/slide" Target="slides/slide6.xml"/><Relationship Id="rId71"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営業サーバ" userId="c35045ed-c185-45de-8f58-be20a28877d8" providerId="ADAL" clId="{81BA2269-0CCF-4E1F-934C-BDF85A1F2E3D}"/>
    <pc:docChg chg="modSld">
      <pc:chgData name="営業サーバ" userId="c35045ed-c185-45de-8f58-be20a28877d8" providerId="ADAL" clId="{81BA2269-0CCF-4E1F-934C-BDF85A1F2E3D}" dt="2021-03-04T23:52:31.984" v="7" actId="20577"/>
      <pc:docMkLst>
        <pc:docMk/>
      </pc:docMkLst>
      <pc:sldChg chg="modSp mod">
        <pc:chgData name="営業サーバ" userId="c35045ed-c185-45de-8f58-be20a28877d8" providerId="ADAL" clId="{81BA2269-0CCF-4E1F-934C-BDF85A1F2E3D}" dt="2021-03-04T23:52:31.984" v="7" actId="20577"/>
        <pc:sldMkLst>
          <pc:docMk/>
          <pc:sldMk cId="0" sldId="256"/>
        </pc:sldMkLst>
        <pc:spChg chg="mod">
          <ac:chgData name="営業サーバ" userId="c35045ed-c185-45de-8f58-be20a28877d8" providerId="ADAL" clId="{81BA2269-0CCF-4E1F-934C-BDF85A1F2E3D}" dt="2021-03-04T23:52:31.984" v="7" actId="20577"/>
          <ac:spMkLst>
            <pc:docMk/>
            <pc:sldMk cId="0" sldId="256"/>
            <ac:spMk id="56" creationId="{00000000-0000-0000-0000-000000000000}"/>
          </ac:spMkLst>
        </pc:spChg>
      </pc:sldChg>
    </pc:docChg>
  </pc:docChgLst>
  <pc:docChgLst>
    <pc:chgData name="吉田 雅之" userId="30033929-dfd8-4220-a5b4-c6b0a4bb5d3e" providerId="ADAL" clId="{1C409CFA-30FE-426B-B014-BDAA23C1C133}"/>
    <pc:docChg chg="modSld">
      <pc:chgData name="吉田 雅之" userId="30033929-dfd8-4220-a5b4-c6b0a4bb5d3e" providerId="ADAL" clId="{1C409CFA-30FE-426B-B014-BDAA23C1C133}" dt="2020-12-09T06:48:49.298" v="0" actId="20577"/>
      <pc:docMkLst>
        <pc:docMk/>
      </pc:docMkLst>
      <pc:sldChg chg="modSp mod">
        <pc:chgData name="吉田 雅之" userId="30033929-dfd8-4220-a5b4-c6b0a4bb5d3e" providerId="ADAL" clId="{1C409CFA-30FE-426B-B014-BDAA23C1C133}" dt="2020-12-09T06:48:49.298" v="0" actId="20577"/>
        <pc:sldMkLst>
          <pc:docMk/>
          <pc:sldMk cId="1431651866" sldId="368"/>
        </pc:sldMkLst>
        <pc:graphicFrameChg chg="modGraphic">
          <ac:chgData name="吉田 雅之" userId="30033929-dfd8-4220-a5b4-c6b0a4bb5d3e" providerId="ADAL" clId="{1C409CFA-30FE-426B-B014-BDAA23C1C133}" dt="2020-12-09T06:48:49.298" v="0" actId="20577"/>
          <ac:graphicFrameMkLst>
            <pc:docMk/>
            <pc:sldMk cId="1431651866" sldId="368"/>
            <ac:graphicFrameMk id="6" creationId="{A5C776C1-5736-6E41-AFE0-D7FC9EBFA87B}"/>
          </ac:graphicFrameMkLst>
        </pc:graphicFrameChg>
      </pc:sldChg>
    </pc:docChg>
  </pc:docChgLst>
  <pc:docChgLst>
    <pc:chgData name="鈴木 秀規" userId="S::h_suzuki@rhizome01.onmicrosoft.com::f68c5fd9-22d5-4c0a-9833-7fb0f5135313" providerId="AD" clId="Web-{15F4B5FC-CFF5-4BB4-8C11-86A17B095605}"/>
    <pc:docChg chg="modSld">
      <pc:chgData name="鈴木 秀規" userId="S::h_suzuki@rhizome01.onmicrosoft.com::f68c5fd9-22d5-4c0a-9833-7fb0f5135313" providerId="AD" clId="Web-{15F4B5FC-CFF5-4BB4-8C11-86A17B095605}" dt="2020-12-02T03:49:52.859" v="0" actId="1076"/>
      <pc:docMkLst>
        <pc:docMk/>
      </pc:docMkLst>
      <pc:sldChg chg="modSp">
        <pc:chgData name="鈴木 秀規" userId="S::h_suzuki@rhizome01.onmicrosoft.com::f68c5fd9-22d5-4c0a-9833-7fb0f5135313" providerId="AD" clId="Web-{15F4B5FC-CFF5-4BB4-8C11-86A17B095605}" dt="2020-12-02T03:49:52.859" v="0" actId="1076"/>
        <pc:sldMkLst>
          <pc:docMk/>
          <pc:sldMk cId="510692425" sldId="259"/>
        </pc:sldMkLst>
        <pc:spChg chg="mod">
          <ac:chgData name="鈴木 秀規" userId="S::h_suzuki@rhizome01.onmicrosoft.com::f68c5fd9-22d5-4c0a-9833-7fb0f5135313" providerId="AD" clId="Web-{15F4B5FC-CFF5-4BB4-8C11-86A17B095605}" dt="2020-12-02T03:49:52.859" v="0" actId="1076"/>
          <ac:spMkLst>
            <pc:docMk/>
            <pc:sldMk cId="510692425" sldId="259"/>
            <ac:spMk id="15" creationId="{ED5AD4F3-B985-664A-86AC-B10F1F90B886}"/>
          </ac:spMkLst>
        </pc:spChg>
      </pc:sldChg>
    </pc:docChg>
  </pc:docChgLst>
  <pc:docChgLst>
    <pc:chgData name="営業サーバ" userId="c35045ed-c185-45de-8f58-be20a28877d8" providerId="ADAL" clId="{0FC3A6E2-F395-4B6D-99FD-86F57DB42901}"/>
    <pc:docChg chg="undo custSel addSld delSld modSld">
      <pc:chgData name="営業サーバ" userId="c35045ed-c185-45de-8f58-be20a28877d8" providerId="ADAL" clId="{0FC3A6E2-F395-4B6D-99FD-86F57DB42901}" dt="2020-11-26T07:07:48.066" v="10" actId="47"/>
      <pc:docMkLst>
        <pc:docMk/>
      </pc:docMkLst>
      <pc:sldChg chg="add del">
        <pc:chgData name="営業サーバ" userId="c35045ed-c185-45de-8f58-be20a28877d8" providerId="ADAL" clId="{0FC3A6E2-F395-4B6D-99FD-86F57DB42901}" dt="2020-11-26T07:06:56.254" v="3" actId="47"/>
        <pc:sldMkLst>
          <pc:docMk/>
          <pc:sldMk cId="4126943593" sldId="257"/>
        </pc:sldMkLst>
      </pc:sldChg>
      <pc:sldChg chg="add del">
        <pc:chgData name="営業サーバ" userId="c35045ed-c185-45de-8f58-be20a28877d8" providerId="ADAL" clId="{0FC3A6E2-F395-4B6D-99FD-86F57DB42901}" dt="2020-11-26T07:07:48.066" v="10" actId="47"/>
        <pc:sldMkLst>
          <pc:docMk/>
          <pc:sldMk cId="1511176286" sldId="261"/>
        </pc:sldMkLst>
      </pc:sldChg>
      <pc:sldChg chg="addSp delSp modSp mod">
        <pc:chgData name="営業サーバ" userId="c35045ed-c185-45de-8f58-be20a28877d8" providerId="ADAL" clId="{0FC3A6E2-F395-4B6D-99FD-86F57DB42901}" dt="2020-11-26T07:07:14.137" v="6"/>
        <pc:sldMkLst>
          <pc:docMk/>
          <pc:sldMk cId="1668843990" sldId="360"/>
        </pc:sldMkLst>
        <pc:spChg chg="add del">
          <ac:chgData name="営業サーバ" userId="c35045ed-c185-45de-8f58-be20a28877d8" providerId="ADAL" clId="{0FC3A6E2-F395-4B6D-99FD-86F57DB42901}" dt="2020-11-26T07:07:09.144" v="5" actId="22"/>
          <ac:spMkLst>
            <pc:docMk/>
            <pc:sldMk cId="1668843990" sldId="360"/>
            <ac:spMk id="8" creationId="{5414D97A-0555-4817-87C8-0DCE217B7E2F}"/>
          </ac:spMkLst>
        </pc:spChg>
        <pc:spChg chg="mod">
          <ac:chgData name="営業サーバ" userId="c35045ed-c185-45de-8f58-be20a28877d8" providerId="ADAL" clId="{0FC3A6E2-F395-4B6D-99FD-86F57DB42901}" dt="2020-11-26T07:07:14.137" v="6"/>
          <ac:spMkLst>
            <pc:docMk/>
            <pc:sldMk cId="1668843990" sldId="360"/>
            <ac:spMk id="9" creationId="{A4832727-EA7F-44D6-A9F2-E4AE0246960A}"/>
          </ac:spMkLst>
        </pc:spChg>
      </pc:sldChg>
      <pc:sldChg chg="modSp mod">
        <pc:chgData name="営業サーバ" userId="c35045ed-c185-45de-8f58-be20a28877d8" providerId="ADAL" clId="{0FC3A6E2-F395-4B6D-99FD-86F57DB42901}" dt="2020-11-26T07:07:24.362" v="7"/>
        <pc:sldMkLst>
          <pc:docMk/>
          <pc:sldMk cId="267129399" sldId="361"/>
        </pc:sldMkLst>
        <pc:spChg chg="mod">
          <ac:chgData name="営業サーバ" userId="c35045ed-c185-45de-8f58-be20a28877d8" providerId="ADAL" clId="{0FC3A6E2-F395-4B6D-99FD-86F57DB42901}" dt="2020-11-26T07:07:24.362" v="7"/>
          <ac:spMkLst>
            <pc:docMk/>
            <pc:sldMk cId="267129399" sldId="361"/>
            <ac:spMk id="6" creationId="{D0F3BEAC-A5EA-4EE4-95C7-0AEC1107FD29}"/>
          </ac:spMkLst>
        </pc:spChg>
      </pc:sldChg>
      <pc:sldChg chg="del">
        <pc:chgData name="営業サーバ" userId="c35045ed-c185-45de-8f58-be20a28877d8" providerId="ADAL" clId="{0FC3A6E2-F395-4B6D-99FD-86F57DB42901}" dt="2020-11-26T07:07:33.923" v="8" actId="47"/>
        <pc:sldMkLst>
          <pc:docMk/>
          <pc:sldMk cId="1833190690" sldId="362"/>
        </pc:sldMkLst>
      </pc:sldChg>
      <pc:sldMasterChg chg="delSldLayout">
        <pc:chgData name="営業サーバ" userId="c35045ed-c185-45de-8f58-be20a28877d8" providerId="ADAL" clId="{0FC3A6E2-F395-4B6D-99FD-86F57DB42901}" dt="2020-11-26T07:06:56.254" v="3" actId="47"/>
        <pc:sldMasterMkLst>
          <pc:docMk/>
          <pc:sldMasterMk cId="435389543" sldId="2147483658"/>
        </pc:sldMasterMkLst>
        <pc:sldLayoutChg chg="del">
          <pc:chgData name="営業サーバ" userId="c35045ed-c185-45de-8f58-be20a28877d8" providerId="ADAL" clId="{0FC3A6E2-F395-4B6D-99FD-86F57DB42901}" dt="2020-11-26T07:06:56.254" v="3" actId="47"/>
          <pc:sldLayoutMkLst>
            <pc:docMk/>
            <pc:sldMasterMk cId="435389543" sldId="2147483658"/>
            <pc:sldLayoutMk cId="686024632" sldId="2147483664"/>
          </pc:sldLayoutMkLst>
        </pc:sldLayoutChg>
        <pc:sldLayoutChg chg="del">
          <pc:chgData name="営業サーバ" userId="c35045ed-c185-45de-8f58-be20a28877d8" providerId="ADAL" clId="{0FC3A6E2-F395-4B6D-99FD-86F57DB42901}" dt="2020-11-26T07:06:44.742" v="1" actId="47"/>
          <pc:sldLayoutMkLst>
            <pc:docMk/>
            <pc:sldMasterMk cId="435389543" sldId="2147483658"/>
            <pc:sldLayoutMk cId="3103958700" sldId="2147483664"/>
          </pc:sldLayoutMkLst>
        </pc:sldLayoutChg>
      </pc:sldMasterChg>
    </pc:docChg>
  </pc:docChgLst>
  <pc:docChgLst>
    <pc:chgData name="美好 健太" userId="7c604b94-b96e-4672-9c86-bb51d9d6f567" providerId="ADAL" clId="{D6D47FD0-8ED4-4FD6-9A11-3BE451BB8CAA}"/>
    <pc:docChg chg="custSel modSld">
      <pc:chgData name="美好 健太" userId="7c604b94-b96e-4672-9c86-bb51d9d6f567" providerId="ADAL" clId="{D6D47FD0-8ED4-4FD6-9A11-3BE451BB8CAA}" dt="2021-03-04T23:54:52.764" v="123" actId="20577"/>
      <pc:docMkLst>
        <pc:docMk/>
      </pc:docMkLst>
      <pc:sldChg chg="modSp mod">
        <pc:chgData name="美好 健太" userId="7c604b94-b96e-4672-9c86-bb51d9d6f567" providerId="ADAL" clId="{D6D47FD0-8ED4-4FD6-9A11-3BE451BB8CAA}" dt="2021-03-04T23:54:52.764" v="123" actId="20577"/>
        <pc:sldMkLst>
          <pc:docMk/>
          <pc:sldMk cId="0" sldId="256"/>
        </pc:sldMkLst>
        <pc:spChg chg="mod">
          <ac:chgData name="美好 健太" userId="7c604b94-b96e-4672-9c86-bb51d9d6f567" providerId="ADAL" clId="{D6D47FD0-8ED4-4FD6-9A11-3BE451BB8CAA}" dt="2021-03-04T23:54:52.764" v="123" actId="20577"/>
          <ac:spMkLst>
            <pc:docMk/>
            <pc:sldMk cId="0" sldId="256"/>
            <ac:spMk id="56" creationId="{00000000-0000-0000-0000-000000000000}"/>
          </ac:spMkLst>
        </pc:spChg>
      </pc:sldChg>
      <pc:sldChg chg="modSp mod">
        <pc:chgData name="美好 健太" userId="7c604b94-b96e-4672-9c86-bb51d9d6f567" providerId="ADAL" clId="{D6D47FD0-8ED4-4FD6-9A11-3BE451BB8CAA}" dt="2021-03-04T23:52:24.763" v="109" actId="20577"/>
        <pc:sldMkLst>
          <pc:docMk/>
          <pc:sldMk cId="3337611443" sldId="374"/>
        </pc:sldMkLst>
        <pc:graphicFrameChg chg="modGraphic">
          <ac:chgData name="美好 健太" userId="7c604b94-b96e-4672-9c86-bb51d9d6f567" providerId="ADAL" clId="{D6D47FD0-8ED4-4FD6-9A11-3BE451BB8CAA}" dt="2021-03-04T23:52:24.763" v="109" actId="20577"/>
          <ac:graphicFrameMkLst>
            <pc:docMk/>
            <pc:sldMk cId="3337611443" sldId="374"/>
            <ac:graphicFrameMk id="6" creationId="{C8D06F01-1809-47E1-9F43-3FDBE39B2DFA}"/>
          </ac:graphicFrameMkLst>
        </pc:graphicFrameChg>
      </pc:sldChg>
      <pc:sldChg chg="modSp mod">
        <pc:chgData name="美好 健太" userId="7c604b94-b96e-4672-9c86-bb51d9d6f567" providerId="ADAL" clId="{D6D47FD0-8ED4-4FD6-9A11-3BE451BB8CAA}" dt="2021-03-03T06:13:54.692" v="49"/>
        <pc:sldMkLst>
          <pc:docMk/>
          <pc:sldMk cId="941335972" sldId="376"/>
        </pc:sldMkLst>
        <pc:spChg chg="mod">
          <ac:chgData name="美好 健太" userId="7c604b94-b96e-4672-9c86-bb51d9d6f567" providerId="ADAL" clId="{D6D47FD0-8ED4-4FD6-9A11-3BE451BB8CAA}" dt="2021-03-03T06:13:54.692" v="49"/>
          <ac:spMkLst>
            <pc:docMk/>
            <pc:sldMk cId="941335972" sldId="376"/>
            <ac:spMk id="5" creationId="{B8CB535A-3CCB-4067-A5E6-C7F335F4C81D}"/>
          </ac:spMkLst>
        </pc:spChg>
      </pc:sldChg>
      <pc:sldChg chg="modSp mod">
        <pc:chgData name="美好 健太" userId="7c604b94-b96e-4672-9c86-bb51d9d6f567" providerId="ADAL" clId="{D6D47FD0-8ED4-4FD6-9A11-3BE451BB8CAA}" dt="2021-03-03T06:14:54.159" v="68" actId="20577"/>
        <pc:sldMkLst>
          <pc:docMk/>
          <pc:sldMk cId="3737758823" sldId="382"/>
        </pc:sldMkLst>
        <pc:spChg chg="mod">
          <ac:chgData name="美好 健太" userId="7c604b94-b96e-4672-9c86-bb51d9d6f567" providerId="ADAL" clId="{D6D47FD0-8ED4-4FD6-9A11-3BE451BB8CAA}" dt="2021-03-03T06:14:54.159" v="68" actId="20577"/>
          <ac:spMkLst>
            <pc:docMk/>
            <pc:sldMk cId="3737758823" sldId="382"/>
            <ac:spMk id="7" creationId="{5AA8E07E-E209-4FAB-B08E-DC75AEC347D2}"/>
          </ac:spMkLst>
        </pc:spChg>
      </pc:sldChg>
    </pc:docChg>
  </pc:docChgLst>
  <pc:docChgLst>
    <pc:chgData name="半田 拓哉" userId="1e4433e6-5c02-4084-a745-ce0b57f2b267" providerId="ADAL" clId="{FDDF979F-815D-4260-BC17-14D7C62BAD1A}"/>
    <pc:docChg chg="undo custSel modSld">
      <pc:chgData name="半田 拓哉" userId="1e4433e6-5c02-4084-a745-ce0b57f2b267" providerId="ADAL" clId="{FDDF979F-815D-4260-BC17-14D7C62BAD1A}" dt="2022-03-29T00:42:31.639" v="29"/>
      <pc:docMkLst>
        <pc:docMk/>
      </pc:docMkLst>
      <pc:sldChg chg="modSp mod">
        <pc:chgData name="半田 拓哉" userId="1e4433e6-5c02-4084-a745-ce0b57f2b267" providerId="ADAL" clId="{FDDF979F-815D-4260-BC17-14D7C62BAD1A}" dt="2022-03-29T00:42:31.639" v="29"/>
        <pc:sldMkLst>
          <pc:docMk/>
          <pc:sldMk cId="3198427957" sldId="385"/>
        </pc:sldMkLst>
        <pc:spChg chg="mod">
          <ac:chgData name="半田 拓哉" userId="1e4433e6-5c02-4084-a745-ce0b57f2b267" providerId="ADAL" clId="{FDDF979F-815D-4260-BC17-14D7C62BAD1A}" dt="2022-03-29T00:42:31.639" v="29"/>
          <ac:spMkLst>
            <pc:docMk/>
            <pc:sldMk cId="3198427957" sldId="385"/>
            <ac:spMk id="3" creationId="{9C66717B-DC5D-4BC5-8268-8396B695A418}"/>
          </ac:spMkLst>
        </pc:spChg>
      </pc:sldChg>
      <pc:sldChg chg="modSp mod">
        <pc:chgData name="半田 拓哉" userId="1e4433e6-5c02-4084-a745-ce0b57f2b267" providerId="ADAL" clId="{FDDF979F-815D-4260-BC17-14D7C62BAD1A}" dt="2022-03-29T00:28:49.502" v="5" actId="20577"/>
        <pc:sldMkLst>
          <pc:docMk/>
          <pc:sldMk cId="1701927156" sldId="402"/>
        </pc:sldMkLst>
        <pc:spChg chg="mod">
          <ac:chgData name="半田 拓哉" userId="1e4433e6-5c02-4084-a745-ce0b57f2b267" providerId="ADAL" clId="{FDDF979F-815D-4260-BC17-14D7C62BAD1A}" dt="2022-03-29T00:28:49.502" v="5" actId="20577"/>
          <ac:spMkLst>
            <pc:docMk/>
            <pc:sldMk cId="1701927156" sldId="402"/>
            <ac:spMk id="3" creationId="{C89FF5A0-D3B5-4029-A1B1-DEE93326B4E8}"/>
          </ac:spMkLst>
        </pc:spChg>
      </pc:sldChg>
    </pc:docChg>
  </pc:docChgLst>
  <pc:docChgLst>
    <pc:chgData name="稔章 今野" userId="9659808f-245f-46a7-991e-983cdf43b7a2" providerId="ADAL" clId="{DF962565-D441-48D0-8D50-24D59946F024}"/>
    <pc:docChg chg="addSld modSld sldOrd">
      <pc:chgData name="稔章 今野" userId="9659808f-245f-46a7-991e-983cdf43b7a2" providerId="ADAL" clId="{DF962565-D441-48D0-8D50-24D59946F024}" dt="2021-12-23T04:13:29.801" v="11" actId="680"/>
      <pc:docMkLst>
        <pc:docMk/>
      </pc:docMkLst>
      <pc:sldChg chg="ord">
        <pc:chgData name="稔章 今野" userId="9659808f-245f-46a7-991e-983cdf43b7a2" providerId="ADAL" clId="{DF962565-D441-48D0-8D50-24D59946F024}" dt="2021-12-23T04:06:22.624" v="3"/>
        <pc:sldMkLst>
          <pc:docMk/>
          <pc:sldMk cId="571433644" sldId="375"/>
        </pc:sldMkLst>
      </pc:sldChg>
      <pc:sldChg chg="ord">
        <pc:chgData name="稔章 今野" userId="9659808f-245f-46a7-991e-983cdf43b7a2" providerId="ADAL" clId="{DF962565-D441-48D0-8D50-24D59946F024}" dt="2021-12-23T04:06:22.624" v="3"/>
        <pc:sldMkLst>
          <pc:docMk/>
          <pc:sldMk cId="941335972" sldId="376"/>
        </pc:sldMkLst>
      </pc:sldChg>
      <pc:sldChg chg="ord">
        <pc:chgData name="稔章 今野" userId="9659808f-245f-46a7-991e-983cdf43b7a2" providerId="ADAL" clId="{DF962565-D441-48D0-8D50-24D59946F024}" dt="2021-12-23T04:06:22.624" v="3"/>
        <pc:sldMkLst>
          <pc:docMk/>
          <pc:sldMk cId="2664152079" sldId="377"/>
        </pc:sldMkLst>
      </pc:sldChg>
      <pc:sldChg chg="ord">
        <pc:chgData name="稔章 今野" userId="9659808f-245f-46a7-991e-983cdf43b7a2" providerId="ADAL" clId="{DF962565-D441-48D0-8D50-24D59946F024}" dt="2021-12-23T04:06:22.624" v="3"/>
        <pc:sldMkLst>
          <pc:docMk/>
          <pc:sldMk cId="3649152916" sldId="378"/>
        </pc:sldMkLst>
      </pc:sldChg>
      <pc:sldChg chg="new">
        <pc:chgData name="稔章 今野" userId="9659808f-245f-46a7-991e-983cdf43b7a2" providerId="ADAL" clId="{DF962565-D441-48D0-8D50-24D59946F024}" dt="2021-12-23T04:04:16.476" v="0" actId="680"/>
        <pc:sldMkLst>
          <pc:docMk/>
          <pc:sldMk cId="2238721126" sldId="400"/>
        </pc:sldMkLst>
      </pc:sldChg>
      <pc:sldChg chg="new">
        <pc:chgData name="稔章 今野" userId="9659808f-245f-46a7-991e-983cdf43b7a2" providerId="ADAL" clId="{DF962565-D441-48D0-8D50-24D59946F024}" dt="2021-12-23T04:04:24.897" v="1" actId="680"/>
        <pc:sldMkLst>
          <pc:docMk/>
          <pc:sldMk cId="2089056773" sldId="401"/>
        </pc:sldMkLst>
      </pc:sldChg>
      <pc:sldChg chg="new">
        <pc:chgData name="稔章 今野" userId="9659808f-245f-46a7-991e-983cdf43b7a2" providerId="ADAL" clId="{DF962565-D441-48D0-8D50-24D59946F024}" dt="2021-12-23T04:07:10.296" v="4" actId="680"/>
        <pc:sldMkLst>
          <pc:docMk/>
          <pc:sldMk cId="1701927156" sldId="402"/>
        </pc:sldMkLst>
      </pc:sldChg>
      <pc:sldChg chg="new">
        <pc:chgData name="稔章 今野" userId="9659808f-245f-46a7-991e-983cdf43b7a2" providerId="ADAL" clId="{DF962565-D441-48D0-8D50-24D59946F024}" dt="2021-12-23T04:07:20.106" v="5" actId="680"/>
        <pc:sldMkLst>
          <pc:docMk/>
          <pc:sldMk cId="3916132815" sldId="403"/>
        </pc:sldMkLst>
      </pc:sldChg>
      <pc:sldChg chg="new">
        <pc:chgData name="稔章 今野" userId="9659808f-245f-46a7-991e-983cdf43b7a2" providerId="ADAL" clId="{DF962565-D441-48D0-8D50-24D59946F024}" dt="2021-12-23T04:08:51.741" v="6" actId="680"/>
        <pc:sldMkLst>
          <pc:docMk/>
          <pc:sldMk cId="1328525668" sldId="404"/>
        </pc:sldMkLst>
      </pc:sldChg>
      <pc:sldChg chg="new">
        <pc:chgData name="稔章 今野" userId="9659808f-245f-46a7-991e-983cdf43b7a2" providerId="ADAL" clId="{DF962565-D441-48D0-8D50-24D59946F024}" dt="2021-12-23T04:11:21.142" v="7" actId="680"/>
        <pc:sldMkLst>
          <pc:docMk/>
          <pc:sldMk cId="232046140" sldId="405"/>
        </pc:sldMkLst>
      </pc:sldChg>
      <pc:sldChg chg="new">
        <pc:chgData name="稔章 今野" userId="9659808f-245f-46a7-991e-983cdf43b7a2" providerId="ADAL" clId="{DF962565-D441-48D0-8D50-24D59946F024}" dt="2021-12-23T04:11:45.797" v="8" actId="680"/>
        <pc:sldMkLst>
          <pc:docMk/>
          <pc:sldMk cId="2113283621" sldId="406"/>
        </pc:sldMkLst>
      </pc:sldChg>
      <pc:sldChg chg="new">
        <pc:chgData name="稔章 今野" userId="9659808f-245f-46a7-991e-983cdf43b7a2" providerId="ADAL" clId="{DF962565-D441-48D0-8D50-24D59946F024}" dt="2021-12-23T04:12:54.111" v="9" actId="680"/>
        <pc:sldMkLst>
          <pc:docMk/>
          <pc:sldMk cId="2959974634" sldId="407"/>
        </pc:sldMkLst>
      </pc:sldChg>
      <pc:sldChg chg="new">
        <pc:chgData name="稔章 今野" userId="9659808f-245f-46a7-991e-983cdf43b7a2" providerId="ADAL" clId="{DF962565-D441-48D0-8D50-24D59946F024}" dt="2021-12-23T04:13:10.060" v="10" actId="680"/>
        <pc:sldMkLst>
          <pc:docMk/>
          <pc:sldMk cId="1691462790" sldId="408"/>
        </pc:sldMkLst>
      </pc:sldChg>
      <pc:sldChg chg="new">
        <pc:chgData name="稔章 今野" userId="9659808f-245f-46a7-991e-983cdf43b7a2" providerId="ADAL" clId="{DF962565-D441-48D0-8D50-24D59946F024}" dt="2021-12-23T04:13:29.801" v="11" actId="680"/>
        <pc:sldMkLst>
          <pc:docMk/>
          <pc:sldMk cId="3135009258" sldId="409"/>
        </pc:sldMkLst>
      </pc:sldChg>
    </pc:docChg>
  </pc:docChgLst>
  <pc:docChgLst>
    <pc:chgData name="鈴木 秀規" userId="f68c5fd9-22d5-4c0a-9833-7fb0f5135313" providerId="ADAL" clId="{31AF745B-ECEE-4C51-8828-E2A47B117181}"/>
    <pc:docChg chg="undo custSel addSld delSld modSld">
      <pc:chgData name="鈴木 秀規" userId="f68c5fd9-22d5-4c0a-9833-7fb0f5135313" providerId="ADAL" clId="{31AF745B-ECEE-4C51-8828-E2A47B117181}" dt="2021-01-26T06:43:26.060" v="923" actId="207"/>
      <pc:docMkLst>
        <pc:docMk/>
      </pc:docMkLst>
      <pc:sldChg chg="addSp delSp modSp mod chgLayout">
        <pc:chgData name="鈴木 秀規" userId="f68c5fd9-22d5-4c0a-9833-7fb0f5135313" providerId="ADAL" clId="{31AF745B-ECEE-4C51-8828-E2A47B117181}" dt="2021-01-26T05:27:18.174" v="2" actId="6264"/>
        <pc:sldMkLst>
          <pc:docMk/>
          <pc:sldMk cId="0" sldId="256"/>
        </pc:sldMkLst>
        <pc:spChg chg="add del mod">
          <ac:chgData name="鈴木 秀規" userId="f68c5fd9-22d5-4c0a-9833-7fb0f5135313" providerId="ADAL" clId="{31AF745B-ECEE-4C51-8828-E2A47B117181}" dt="2021-01-26T05:27:18.174" v="2" actId="6264"/>
          <ac:spMkLst>
            <pc:docMk/>
            <pc:sldMk cId="0" sldId="256"/>
            <ac:spMk id="2" creationId="{AAC1F4E5-4919-40F8-BC22-DB091A09B42E}"/>
          </ac:spMkLst>
        </pc:spChg>
        <pc:spChg chg="mod ord">
          <ac:chgData name="鈴木 秀規" userId="f68c5fd9-22d5-4c0a-9833-7fb0f5135313" providerId="ADAL" clId="{31AF745B-ECEE-4C51-8828-E2A47B117181}" dt="2021-01-26T05:27:18.174" v="2" actId="6264"/>
          <ac:spMkLst>
            <pc:docMk/>
            <pc:sldMk cId="0" sldId="256"/>
            <ac:spMk id="3" creationId="{1AF37D55-893C-40DE-8876-567A09F9C298}"/>
          </ac:spMkLst>
        </pc:spChg>
        <pc:spChg chg="add del mod">
          <ac:chgData name="鈴木 秀規" userId="f68c5fd9-22d5-4c0a-9833-7fb0f5135313" providerId="ADAL" clId="{31AF745B-ECEE-4C51-8828-E2A47B117181}" dt="2021-01-26T05:27:18.174" v="2" actId="6264"/>
          <ac:spMkLst>
            <pc:docMk/>
            <pc:sldMk cId="0" sldId="256"/>
            <ac:spMk id="4" creationId="{99B5B906-E3DE-4475-819B-52FC435D0AAC}"/>
          </ac:spMkLst>
        </pc:spChg>
        <pc:spChg chg="mod ord">
          <ac:chgData name="鈴木 秀規" userId="f68c5fd9-22d5-4c0a-9833-7fb0f5135313" providerId="ADAL" clId="{31AF745B-ECEE-4C51-8828-E2A47B117181}" dt="2021-01-26T05:27:18.174" v="2" actId="6264"/>
          <ac:spMkLst>
            <pc:docMk/>
            <pc:sldMk cId="0" sldId="256"/>
            <ac:spMk id="56" creationId="{00000000-0000-0000-0000-000000000000}"/>
          </ac:spMkLst>
        </pc:spChg>
      </pc:sldChg>
      <pc:sldChg chg="addSp delSp modSp mod chgLayout">
        <pc:chgData name="鈴木 秀規" userId="f68c5fd9-22d5-4c0a-9833-7fb0f5135313" providerId="ADAL" clId="{31AF745B-ECEE-4C51-8828-E2A47B117181}" dt="2021-01-26T05:29:25.821" v="38" actId="207"/>
        <pc:sldMkLst>
          <pc:docMk/>
          <pc:sldMk cId="1859091905" sldId="362"/>
        </pc:sldMkLst>
        <pc:spChg chg="add del mod">
          <ac:chgData name="鈴木 秀規" userId="f68c5fd9-22d5-4c0a-9833-7fb0f5135313" providerId="ADAL" clId="{31AF745B-ECEE-4C51-8828-E2A47B117181}" dt="2021-01-26T05:27:45.457" v="5" actId="6264"/>
          <ac:spMkLst>
            <pc:docMk/>
            <pc:sldMk cId="1859091905" sldId="362"/>
            <ac:spMk id="2" creationId="{81D45471-5359-43A1-BA9D-057F21388F8E}"/>
          </ac:spMkLst>
        </pc:spChg>
        <pc:spChg chg="add del mod">
          <ac:chgData name="鈴木 秀規" userId="f68c5fd9-22d5-4c0a-9833-7fb0f5135313" providerId="ADAL" clId="{31AF745B-ECEE-4C51-8828-E2A47B117181}" dt="2021-01-26T05:27:45.457" v="5" actId="6264"/>
          <ac:spMkLst>
            <pc:docMk/>
            <pc:sldMk cId="1859091905" sldId="362"/>
            <ac:spMk id="3" creationId="{E8C900C4-2969-4F59-8149-7EBB2AB18B87}"/>
          </ac:spMkLst>
        </pc:spChg>
        <pc:spChg chg="mod ord">
          <ac:chgData name="鈴木 秀規" userId="f68c5fd9-22d5-4c0a-9833-7fb0f5135313" providerId="ADAL" clId="{31AF745B-ECEE-4C51-8828-E2A47B117181}" dt="2021-01-26T05:27:45.457" v="5" actId="6264"/>
          <ac:spMkLst>
            <pc:docMk/>
            <pc:sldMk cId="1859091905" sldId="362"/>
            <ac:spMk id="4" creationId="{D6DC238B-EE56-4E60-9254-5D7461C2FECA}"/>
          </ac:spMkLst>
        </pc:spChg>
        <pc:spChg chg="mod ord">
          <ac:chgData name="鈴木 秀規" userId="f68c5fd9-22d5-4c0a-9833-7fb0f5135313" providerId="ADAL" clId="{31AF745B-ECEE-4C51-8828-E2A47B117181}" dt="2021-01-26T05:27:45.457" v="5" actId="6264"/>
          <ac:spMkLst>
            <pc:docMk/>
            <pc:sldMk cId="1859091905" sldId="362"/>
            <ac:spMk id="5" creationId="{CAF52E47-E0BD-4CE1-8C78-272007650A0D}"/>
          </ac:spMkLst>
        </pc:spChg>
        <pc:spChg chg="add del mod">
          <ac:chgData name="鈴木 秀規" userId="f68c5fd9-22d5-4c0a-9833-7fb0f5135313" providerId="ADAL" clId="{31AF745B-ECEE-4C51-8828-E2A47B117181}" dt="2021-01-26T05:27:45.457" v="5" actId="6264"/>
          <ac:spMkLst>
            <pc:docMk/>
            <pc:sldMk cId="1859091905" sldId="362"/>
            <ac:spMk id="6" creationId="{03F706AC-E67C-4FBC-B10E-E5C37DE6710B}"/>
          </ac:spMkLst>
        </pc:spChg>
        <pc:spChg chg="mod ord">
          <ac:chgData name="鈴木 秀規" userId="f68c5fd9-22d5-4c0a-9833-7fb0f5135313" providerId="ADAL" clId="{31AF745B-ECEE-4C51-8828-E2A47B117181}" dt="2021-01-26T05:27:45.457" v="5" actId="6264"/>
          <ac:spMkLst>
            <pc:docMk/>
            <pc:sldMk cId="1859091905" sldId="362"/>
            <ac:spMk id="7" creationId="{58177CF6-E256-4D88-B489-5F2EFF09AC4C}"/>
          </ac:spMkLst>
        </pc:spChg>
        <pc:spChg chg="mod ord">
          <ac:chgData name="鈴木 秀規" userId="f68c5fd9-22d5-4c0a-9833-7fb0f5135313" providerId="ADAL" clId="{31AF745B-ECEE-4C51-8828-E2A47B117181}" dt="2021-01-26T05:29:25.821" v="38" actId="207"/>
          <ac:spMkLst>
            <pc:docMk/>
            <pc:sldMk cId="1859091905" sldId="362"/>
            <ac:spMk id="8" creationId="{C57C43D1-E1C5-418D-A114-931FDA96CE3D}"/>
          </ac:spMkLst>
        </pc:spChg>
        <pc:spChg chg="add del mod">
          <ac:chgData name="鈴木 秀規" userId="f68c5fd9-22d5-4c0a-9833-7fb0f5135313" providerId="ADAL" clId="{31AF745B-ECEE-4C51-8828-E2A47B117181}" dt="2021-01-26T05:27:45.457" v="5" actId="6264"/>
          <ac:spMkLst>
            <pc:docMk/>
            <pc:sldMk cId="1859091905" sldId="362"/>
            <ac:spMk id="11" creationId="{1CA23A0F-2EC6-48D9-BA9D-147A13C1712E}"/>
          </ac:spMkLst>
        </pc:spChg>
        <pc:picChg chg="del">
          <ac:chgData name="鈴木 秀規" userId="f68c5fd9-22d5-4c0a-9833-7fb0f5135313" providerId="ADAL" clId="{31AF745B-ECEE-4C51-8828-E2A47B117181}" dt="2021-01-26T05:27:43.713" v="4" actId="478"/>
          <ac:picMkLst>
            <pc:docMk/>
            <pc:sldMk cId="1859091905" sldId="362"/>
            <ac:picMk id="9" creationId="{BA5D05B1-6F0D-4655-AFC1-495F71BCF81C}"/>
          </ac:picMkLst>
        </pc:picChg>
        <pc:picChg chg="del">
          <ac:chgData name="鈴木 秀規" userId="f68c5fd9-22d5-4c0a-9833-7fb0f5135313" providerId="ADAL" clId="{31AF745B-ECEE-4C51-8828-E2A47B117181}" dt="2021-01-26T05:27:43.713" v="4" actId="478"/>
          <ac:picMkLst>
            <pc:docMk/>
            <pc:sldMk cId="1859091905" sldId="362"/>
            <ac:picMk id="10" creationId="{899D8770-B1F7-436F-BE7F-0F92A7770FDF}"/>
          </ac:picMkLst>
        </pc:picChg>
      </pc:sldChg>
      <pc:sldChg chg="del">
        <pc:chgData name="鈴木 秀規" userId="f68c5fd9-22d5-4c0a-9833-7fb0f5135313" providerId="ADAL" clId="{31AF745B-ECEE-4C51-8828-E2A47B117181}" dt="2021-01-26T05:29:36.440" v="39" actId="2696"/>
        <pc:sldMkLst>
          <pc:docMk/>
          <pc:sldMk cId="2364365537" sldId="363"/>
        </pc:sldMkLst>
      </pc:sldChg>
      <pc:sldChg chg="addSp delSp modSp add mod">
        <pc:chgData name="鈴木 秀規" userId="f68c5fd9-22d5-4c0a-9833-7fb0f5135313" providerId="ADAL" clId="{31AF745B-ECEE-4C51-8828-E2A47B117181}" dt="2021-01-26T06:02:00.797" v="427" actId="207"/>
        <pc:sldMkLst>
          <pc:docMk/>
          <pc:sldMk cId="3069677134" sldId="363"/>
        </pc:sldMkLst>
        <pc:spChg chg="add mod">
          <ac:chgData name="鈴木 秀規" userId="f68c5fd9-22d5-4c0a-9833-7fb0f5135313" providerId="ADAL" clId="{31AF745B-ECEE-4C51-8828-E2A47B117181}" dt="2021-01-26T06:02:00.797" v="427" actId="207"/>
          <ac:spMkLst>
            <pc:docMk/>
            <pc:sldMk cId="3069677134" sldId="363"/>
            <ac:spMk id="6" creationId="{38BD198A-45C5-4FAA-840E-91F5B04F0190}"/>
          </ac:spMkLst>
        </pc:spChg>
        <pc:spChg chg="mod">
          <ac:chgData name="鈴木 秀規" userId="f68c5fd9-22d5-4c0a-9833-7fb0f5135313" providerId="ADAL" clId="{31AF745B-ECEE-4C51-8828-E2A47B117181}" dt="2021-01-26T05:29:51.710" v="42"/>
          <ac:spMkLst>
            <pc:docMk/>
            <pc:sldMk cId="3069677134" sldId="363"/>
            <ac:spMk id="7" creationId="{58177CF6-E256-4D88-B489-5F2EFF09AC4C}"/>
          </ac:spMkLst>
        </pc:spChg>
        <pc:spChg chg="mod">
          <ac:chgData name="鈴木 秀規" userId="f68c5fd9-22d5-4c0a-9833-7fb0f5135313" providerId="ADAL" clId="{31AF745B-ECEE-4C51-8828-E2A47B117181}" dt="2021-01-26T05:30:17.469" v="49" actId="14100"/>
          <ac:spMkLst>
            <pc:docMk/>
            <pc:sldMk cId="3069677134" sldId="363"/>
            <ac:spMk id="8" creationId="{C57C43D1-E1C5-418D-A114-931FDA96CE3D}"/>
          </ac:spMkLst>
        </pc:spChg>
        <pc:spChg chg="add mod">
          <ac:chgData name="鈴木 秀規" userId="f68c5fd9-22d5-4c0a-9833-7fb0f5135313" providerId="ADAL" clId="{31AF745B-ECEE-4C51-8828-E2A47B117181}" dt="2021-01-26T06:02:00.797" v="427" actId="207"/>
          <ac:spMkLst>
            <pc:docMk/>
            <pc:sldMk cId="3069677134" sldId="363"/>
            <ac:spMk id="9" creationId="{D2E307B1-7723-43FC-8836-0FD381C2C92D}"/>
          </ac:spMkLst>
        </pc:spChg>
        <pc:spChg chg="add mod ord">
          <ac:chgData name="鈴木 秀規" userId="f68c5fd9-22d5-4c0a-9833-7fb0f5135313" providerId="ADAL" clId="{31AF745B-ECEE-4C51-8828-E2A47B117181}" dt="2021-01-26T05:31:38.336" v="65" actId="164"/>
          <ac:spMkLst>
            <pc:docMk/>
            <pc:sldMk cId="3069677134" sldId="363"/>
            <ac:spMk id="10" creationId="{58889299-DE75-4976-B40D-11F3B12ED1C8}"/>
          </ac:spMkLst>
        </pc:spChg>
        <pc:spChg chg="add mod">
          <ac:chgData name="鈴木 秀規" userId="f68c5fd9-22d5-4c0a-9833-7fb0f5135313" providerId="ADAL" clId="{31AF745B-ECEE-4C51-8828-E2A47B117181}" dt="2021-01-26T05:32:41.392" v="102" actId="122"/>
          <ac:spMkLst>
            <pc:docMk/>
            <pc:sldMk cId="3069677134" sldId="363"/>
            <ac:spMk id="13" creationId="{CC9A591B-F0AA-49CF-82A7-C15FC2982F5C}"/>
          </ac:spMkLst>
        </pc:spChg>
        <pc:spChg chg="add mod">
          <ac:chgData name="鈴木 秀規" userId="f68c5fd9-22d5-4c0a-9833-7fb0f5135313" providerId="ADAL" clId="{31AF745B-ECEE-4C51-8828-E2A47B117181}" dt="2021-01-26T05:32:41.392" v="102" actId="122"/>
          <ac:spMkLst>
            <pc:docMk/>
            <pc:sldMk cId="3069677134" sldId="363"/>
            <ac:spMk id="14" creationId="{30693ED5-8BD0-4764-BF66-1563C369FD82}"/>
          </ac:spMkLst>
        </pc:spChg>
        <pc:spChg chg="add mod">
          <ac:chgData name="鈴木 秀規" userId="f68c5fd9-22d5-4c0a-9833-7fb0f5135313" providerId="ADAL" clId="{31AF745B-ECEE-4C51-8828-E2A47B117181}" dt="2021-01-26T05:33:00.042" v="130" actId="20577"/>
          <ac:spMkLst>
            <pc:docMk/>
            <pc:sldMk cId="3069677134" sldId="363"/>
            <ac:spMk id="15" creationId="{E8764635-AC6A-4789-B1B6-76C4A2E21CA0}"/>
          </ac:spMkLst>
        </pc:spChg>
        <pc:spChg chg="add mod">
          <ac:chgData name="鈴木 秀規" userId="f68c5fd9-22d5-4c0a-9833-7fb0f5135313" providerId="ADAL" clId="{31AF745B-ECEE-4C51-8828-E2A47B117181}" dt="2021-01-26T05:34:04.688" v="144" actId="207"/>
          <ac:spMkLst>
            <pc:docMk/>
            <pc:sldMk cId="3069677134" sldId="363"/>
            <ac:spMk id="16" creationId="{3428C0D5-6ABA-4E8C-86D6-3E0DA01FD8B3}"/>
          </ac:spMkLst>
        </pc:spChg>
        <pc:spChg chg="add mod">
          <ac:chgData name="鈴木 秀規" userId="f68c5fd9-22d5-4c0a-9833-7fb0f5135313" providerId="ADAL" clId="{31AF745B-ECEE-4C51-8828-E2A47B117181}" dt="2021-01-26T05:34:04.688" v="144" actId="207"/>
          <ac:spMkLst>
            <pc:docMk/>
            <pc:sldMk cId="3069677134" sldId="363"/>
            <ac:spMk id="17" creationId="{04420666-7F7C-4D8D-A79D-FA917CF5CA9C}"/>
          </ac:spMkLst>
        </pc:spChg>
        <pc:spChg chg="add mod">
          <ac:chgData name="鈴木 秀規" userId="f68c5fd9-22d5-4c0a-9833-7fb0f5135313" providerId="ADAL" clId="{31AF745B-ECEE-4C51-8828-E2A47B117181}" dt="2021-01-26T05:34:04.688" v="144" actId="207"/>
          <ac:spMkLst>
            <pc:docMk/>
            <pc:sldMk cId="3069677134" sldId="363"/>
            <ac:spMk id="18" creationId="{4D78CBCE-AC2A-4063-B0FB-4EB18C3B7078}"/>
          </ac:spMkLst>
        </pc:spChg>
        <pc:spChg chg="add mod">
          <ac:chgData name="鈴木 秀規" userId="f68c5fd9-22d5-4c0a-9833-7fb0f5135313" providerId="ADAL" clId="{31AF745B-ECEE-4C51-8828-E2A47B117181}" dt="2021-01-26T05:35:36.609" v="147" actId="208"/>
          <ac:spMkLst>
            <pc:docMk/>
            <pc:sldMk cId="3069677134" sldId="363"/>
            <ac:spMk id="19" creationId="{83B1D786-7A83-47F7-869E-20FB625672DD}"/>
          </ac:spMkLst>
        </pc:spChg>
        <pc:spChg chg="add mod">
          <ac:chgData name="鈴木 秀規" userId="f68c5fd9-22d5-4c0a-9833-7fb0f5135313" providerId="ADAL" clId="{31AF745B-ECEE-4C51-8828-E2A47B117181}" dt="2021-01-26T05:35:36.609" v="147" actId="208"/>
          <ac:spMkLst>
            <pc:docMk/>
            <pc:sldMk cId="3069677134" sldId="363"/>
            <ac:spMk id="20" creationId="{D8B38DF2-D9DD-4078-9912-0C892AE020A4}"/>
          </ac:spMkLst>
        </pc:spChg>
        <pc:spChg chg="add mod">
          <ac:chgData name="鈴木 秀規" userId="f68c5fd9-22d5-4c0a-9833-7fb0f5135313" providerId="ADAL" clId="{31AF745B-ECEE-4C51-8828-E2A47B117181}" dt="2021-01-26T05:35:36.609" v="147" actId="208"/>
          <ac:spMkLst>
            <pc:docMk/>
            <pc:sldMk cId="3069677134" sldId="363"/>
            <ac:spMk id="21" creationId="{EA4F305F-B6E2-40BE-AC86-52FFA99EFB3C}"/>
          </ac:spMkLst>
        </pc:spChg>
        <pc:spChg chg="add mod">
          <ac:chgData name="鈴木 秀規" userId="f68c5fd9-22d5-4c0a-9833-7fb0f5135313" providerId="ADAL" clId="{31AF745B-ECEE-4C51-8828-E2A47B117181}" dt="2021-01-26T05:35:36.609" v="147" actId="208"/>
          <ac:spMkLst>
            <pc:docMk/>
            <pc:sldMk cId="3069677134" sldId="363"/>
            <ac:spMk id="22" creationId="{0CD52328-B3FC-4632-85D5-EE521EC8DE29}"/>
          </ac:spMkLst>
        </pc:spChg>
        <pc:spChg chg="add mod">
          <ac:chgData name="鈴木 秀規" userId="f68c5fd9-22d5-4c0a-9833-7fb0f5135313" providerId="ADAL" clId="{31AF745B-ECEE-4C51-8828-E2A47B117181}" dt="2021-01-26T05:35:36.609" v="147" actId="208"/>
          <ac:spMkLst>
            <pc:docMk/>
            <pc:sldMk cId="3069677134" sldId="363"/>
            <ac:spMk id="23" creationId="{3303D6ED-CBB3-4BA1-9F51-AA71707D9F8F}"/>
          </ac:spMkLst>
        </pc:spChg>
        <pc:grpChg chg="add mod">
          <ac:chgData name="鈴木 秀規" userId="f68c5fd9-22d5-4c0a-9833-7fb0f5135313" providerId="ADAL" clId="{31AF745B-ECEE-4C51-8828-E2A47B117181}" dt="2021-01-26T05:32:46.794" v="103" actId="1076"/>
          <ac:grpSpMkLst>
            <pc:docMk/>
            <pc:sldMk cId="3069677134" sldId="363"/>
            <ac:grpSpMk id="12" creationId="{045A9BF9-4DCC-4D05-ABAC-B81EA2A3B824}"/>
          </ac:grpSpMkLst>
        </pc:grpChg>
        <pc:picChg chg="add mod">
          <ac:chgData name="鈴木 秀規" userId="f68c5fd9-22d5-4c0a-9833-7fb0f5135313" providerId="ADAL" clId="{31AF745B-ECEE-4C51-8828-E2A47B117181}" dt="2021-01-26T05:31:38.336" v="65" actId="164"/>
          <ac:picMkLst>
            <pc:docMk/>
            <pc:sldMk cId="3069677134" sldId="363"/>
            <ac:picMk id="3" creationId="{3FA39F5F-8AAB-42FB-BCE4-E2F2F280C031}"/>
          </ac:picMkLst>
        </pc:picChg>
        <pc:picChg chg="add del mod">
          <ac:chgData name="鈴木 秀規" userId="f68c5fd9-22d5-4c0a-9833-7fb0f5135313" providerId="ADAL" clId="{31AF745B-ECEE-4C51-8828-E2A47B117181}" dt="2021-01-26T05:30:54.281" v="55" actId="478"/>
          <ac:picMkLst>
            <pc:docMk/>
            <pc:sldMk cId="3069677134" sldId="363"/>
            <ac:picMk id="11" creationId="{743A604D-2762-43E7-B3F5-E40759F0A3EA}"/>
          </ac:picMkLst>
        </pc:picChg>
      </pc:sldChg>
      <pc:sldChg chg="addSp modSp new mod">
        <pc:chgData name="鈴木 秀規" userId="f68c5fd9-22d5-4c0a-9833-7fb0f5135313" providerId="ADAL" clId="{31AF745B-ECEE-4C51-8828-E2A47B117181}" dt="2021-01-26T05:38:26.733" v="163" actId="14100"/>
        <pc:sldMkLst>
          <pc:docMk/>
          <pc:sldMk cId="2175104273" sldId="364"/>
        </pc:sldMkLst>
        <pc:spChg chg="mod">
          <ac:chgData name="鈴木 秀規" userId="f68c5fd9-22d5-4c0a-9833-7fb0f5135313" providerId="ADAL" clId="{31AF745B-ECEE-4C51-8828-E2A47B117181}" dt="2021-01-26T05:37:30.386" v="149"/>
          <ac:spMkLst>
            <pc:docMk/>
            <pc:sldMk cId="2175104273" sldId="364"/>
            <ac:spMk id="3" creationId="{68A200FD-AC57-4315-913B-56C0E750E146}"/>
          </ac:spMkLst>
        </pc:spChg>
        <pc:spChg chg="mod">
          <ac:chgData name="鈴木 秀規" userId="f68c5fd9-22d5-4c0a-9833-7fb0f5135313" providerId="ADAL" clId="{31AF745B-ECEE-4C51-8828-E2A47B117181}" dt="2021-01-26T05:38:26.733" v="163" actId="14100"/>
          <ac:spMkLst>
            <pc:docMk/>
            <pc:sldMk cId="2175104273" sldId="364"/>
            <ac:spMk id="5" creationId="{63039A32-9C71-4288-8DAD-C20E447795E0}"/>
          </ac:spMkLst>
        </pc:spChg>
        <pc:picChg chg="add mod">
          <ac:chgData name="鈴木 秀規" userId="f68c5fd9-22d5-4c0a-9833-7fb0f5135313" providerId="ADAL" clId="{31AF745B-ECEE-4C51-8828-E2A47B117181}" dt="2021-01-26T05:37:55.190" v="156" actId="1076"/>
          <ac:picMkLst>
            <pc:docMk/>
            <pc:sldMk cId="2175104273" sldId="364"/>
            <ac:picMk id="6" creationId="{48526432-448A-4B53-AA05-85009A3CA012}"/>
          </ac:picMkLst>
        </pc:picChg>
      </pc:sldChg>
      <pc:sldChg chg="del">
        <pc:chgData name="鈴木 秀規" userId="f68c5fd9-22d5-4c0a-9833-7fb0f5135313" providerId="ADAL" clId="{31AF745B-ECEE-4C51-8828-E2A47B117181}" dt="2021-01-26T05:29:36.440" v="39" actId="2696"/>
        <pc:sldMkLst>
          <pc:docMk/>
          <pc:sldMk cId="2741627324" sldId="364"/>
        </pc:sldMkLst>
      </pc:sldChg>
      <pc:sldChg chg="addSp modSp new mod">
        <pc:chgData name="鈴木 秀規" userId="f68c5fd9-22d5-4c0a-9833-7fb0f5135313" providerId="ADAL" clId="{31AF745B-ECEE-4C51-8828-E2A47B117181}" dt="2021-01-26T05:40:04.254" v="180" actId="207"/>
        <pc:sldMkLst>
          <pc:docMk/>
          <pc:sldMk cId="1672930496" sldId="365"/>
        </pc:sldMkLst>
        <pc:spChg chg="mod">
          <ac:chgData name="鈴木 秀規" userId="f68c5fd9-22d5-4c0a-9833-7fb0f5135313" providerId="ADAL" clId="{31AF745B-ECEE-4C51-8828-E2A47B117181}" dt="2021-01-26T05:39:10.166" v="165"/>
          <ac:spMkLst>
            <pc:docMk/>
            <pc:sldMk cId="1672930496" sldId="365"/>
            <ac:spMk id="3" creationId="{FC03AFB9-CD6E-4994-8138-120931D53538}"/>
          </ac:spMkLst>
        </pc:spChg>
        <pc:spChg chg="mod">
          <ac:chgData name="鈴木 秀規" userId="f68c5fd9-22d5-4c0a-9833-7fb0f5135313" providerId="ADAL" clId="{31AF745B-ECEE-4C51-8828-E2A47B117181}" dt="2021-01-26T05:40:04.254" v="180" actId="207"/>
          <ac:spMkLst>
            <pc:docMk/>
            <pc:sldMk cId="1672930496" sldId="365"/>
            <ac:spMk id="5" creationId="{EC4F853D-C579-41B5-814B-5663927E9ACA}"/>
          </ac:spMkLst>
        </pc:spChg>
        <pc:picChg chg="add mod">
          <ac:chgData name="鈴木 秀規" userId="f68c5fd9-22d5-4c0a-9833-7fb0f5135313" providerId="ADAL" clId="{31AF745B-ECEE-4C51-8828-E2A47B117181}" dt="2021-01-26T05:39:36.638" v="172" actId="1076"/>
          <ac:picMkLst>
            <pc:docMk/>
            <pc:sldMk cId="1672930496" sldId="365"/>
            <ac:picMk id="6" creationId="{5927628E-87B8-45C1-8363-06C30D78DA31}"/>
          </ac:picMkLst>
        </pc:picChg>
      </pc:sldChg>
      <pc:sldChg chg="del">
        <pc:chgData name="鈴木 秀規" userId="f68c5fd9-22d5-4c0a-9833-7fb0f5135313" providerId="ADAL" clId="{31AF745B-ECEE-4C51-8828-E2A47B117181}" dt="2021-01-26T05:29:36.440" v="39" actId="2696"/>
        <pc:sldMkLst>
          <pc:docMk/>
          <pc:sldMk cId="2463410247" sldId="365"/>
        </pc:sldMkLst>
      </pc:sldChg>
      <pc:sldChg chg="del">
        <pc:chgData name="鈴木 秀規" userId="f68c5fd9-22d5-4c0a-9833-7fb0f5135313" providerId="ADAL" clId="{31AF745B-ECEE-4C51-8828-E2A47B117181}" dt="2021-01-26T05:29:36.440" v="39" actId="2696"/>
        <pc:sldMkLst>
          <pc:docMk/>
          <pc:sldMk cId="2468282938" sldId="366"/>
        </pc:sldMkLst>
      </pc:sldChg>
      <pc:sldChg chg="addSp modSp new mod">
        <pc:chgData name="鈴木 秀規" userId="f68c5fd9-22d5-4c0a-9833-7fb0f5135313" providerId="ADAL" clId="{31AF745B-ECEE-4C51-8828-E2A47B117181}" dt="2021-01-26T05:41:35.974" v="195" actId="207"/>
        <pc:sldMkLst>
          <pc:docMk/>
          <pc:sldMk cId="3813337944" sldId="366"/>
        </pc:sldMkLst>
        <pc:spChg chg="mod">
          <ac:chgData name="鈴木 秀規" userId="f68c5fd9-22d5-4c0a-9833-7fb0f5135313" providerId="ADAL" clId="{31AF745B-ECEE-4C51-8828-E2A47B117181}" dt="2021-01-26T05:40:51.193" v="182"/>
          <ac:spMkLst>
            <pc:docMk/>
            <pc:sldMk cId="3813337944" sldId="366"/>
            <ac:spMk id="3" creationId="{6E45B32F-995B-4AB3-B186-3FFD8D07DCEE}"/>
          </ac:spMkLst>
        </pc:spChg>
        <pc:spChg chg="mod">
          <ac:chgData name="鈴木 秀規" userId="f68c5fd9-22d5-4c0a-9833-7fb0f5135313" providerId="ADAL" clId="{31AF745B-ECEE-4C51-8828-E2A47B117181}" dt="2021-01-26T05:41:35.974" v="195" actId="207"/>
          <ac:spMkLst>
            <pc:docMk/>
            <pc:sldMk cId="3813337944" sldId="366"/>
            <ac:spMk id="5" creationId="{2BB3DC36-EADC-458F-8869-24DE6ADB9A03}"/>
          </ac:spMkLst>
        </pc:spChg>
        <pc:picChg chg="add mod">
          <ac:chgData name="鈴木 秀規" userId="f68c5fd9-22d5-4c0a-9833-7fb0f5135313" providerId="ADAL" clId="{31AF745B-ECEE-4C51-8828-E2A47B117181}" dt="2021-01-26T05:41:23.377" v="193" actId="1035"/>
          <ac:picMkLst>
            <pc:docMk/>
            <pc:sldMk cId="3813337944" sldId="366"/>
            <ac:picMk id="6" creationId="{3B1C6911-2005-4619-B980-DCA4DECDC8ED}"/>
          </ac:picMkLst>
        </pc:picChg>
      </pc:sldChg>
      <pc:sldChg chg="addSp modSp new mod">
        <pc:chgData name="鈴木 秀規" userId="f68c5fd9-22d5-4c0a-9833-7fb0f5135313" providerId="ADAL" clId="{31AF745B-ECEE-4C51-8828-E2A47B117181}" dt="2021-01-26T05:44:37.466" v="237" actId="14100"/>
        <pc:sldMkLst>
          <pc:docMk/>
          <pc:sldMk cId="926421663" sldId="367"/>
        </pc:sldMkLst>
        <pc:spChg chg="mod">
          <ac:chgData name="鈴木 秀規" userId="f68c5fd9-22d5-4c0a-9833-7fb0f5135313" providerId="ADAL" clId="{31AF745B-ECEE-4C51-8828-E2A47B117181}" dt="2021-01-26T05:42:14.150" v="197"/>
          <ac:spMkLst>
            <pc:docMk/>
            <pc:sldMk cId="926421663" sldId="367"/>
            <ac:spMk id="3" creationId="{02EA919B-5C95-4C18-8CFF-A5ACA4DB182E}"/>
          </ac:spMkLst>
        </pc:spChg>
        <pc:spChg chg="mod">
          <ac:chgData name="鈴木 秀規" userId="f68c5fd9-22d5-4c0a-9833-7fb0f5135313" providerId="ADAL" clId="{31AF745B-ECEE-4C51-8828-E2A47B117181}" dt="2021-01-26T05:42:41.558" v="202" actId="207"/>
          <ac:spMkLst>
            <pc:docMk/>
            <pc:sldMk cId="926421663" sldId="367"/>
            <ac:spMk id="5" creationId="{48BF89F5-B1F6-4732-A48D-5FDDE3A0E801}"/>
          </ac:spMkLst>
        </pc:spChg>
        <pc:spChg chg="add mod">
          <ac:chgData name="鈴木 秀規" userId="f68c5fd9-22d5-4c0a-9833-7fb0f5135313" providerId="ADAL" clId="{31AF745B-ECEE-4C51-8828-E2A47B117181}" dt="2021-01-26T05:43:15.354" v="216" actId="14100"/>
          <ac:spMkLst>
            <pc:docMk/>
            <pc:sldMk cId="926421663" sldId="367"/>
            <ac:spMk id="7" creationId="{5D20DD92-21EA-420F-8DAC-3DC8CF59A2C1}"/>
          </ac:spMkLst>
        </pc:spChg>
        <pc:spChg chg="add mod">
          <ac:chgData name="鈴木 秀規" userId="f68c5fd9-22d5-4c0a-9833-7fb0f5135313" providerId="ADAL" clId="{31AF745B-ECEE-4C51-8828-E2A47B117181}" dt="2021-01-26T05:43:25.979" v="220" actId="1076"/>
          <ac:spMkLst>
            <pc:docMk/>
            <pc:sldMk cId="926421663" sldId="367"/>
            <ac:spMk id="8" creationId="{855DD384-E575-4E59-8B92-CF01F5F2C561}"/>
          </ac:spMkLst>
        </pc:spChg>
        <pc:spChg chg="add mod">
          <ac:chgData name="鈴木 秀規" userId="f68c5fd9-22d5-4c0a-9833-7fb0f5135313" providerId="ADAL" clId="{31AF745B-ECEE-4C51-8828-E2A47B117181}" dt="2021-01-26T05:43:49.504" v="230" actId="1076"/>
          <ac:spMkLst>
            <pc:docMk/>
            <pc:sldMk cId="926421663" sldId="367"/>
            <ac:spMk id="9" creationId="{1EDBCA61-2D5E-4A4B-B9C3-159F9F0E76D9}"/>
          </ac:spMkLst>
        </pc:spChg>
        <pc:picChg chg="add mod">
          <ac:chgData name="鈴木 秀規" userId="f68c5fd9-22d5-4c0a-9833-7fb0f5135313" providerId="ADAL" clId="{31AF745B-ECEE-4C51-8828-E2A47B117181}" dt="2021-01-26T05:43:20.219" v="219" actId="1076"/>
          <ac:picMkLst>
            <pc:docMk/>
            <pc:sldMk cId="926421663" sldId="367"/>
            <ac:picMk id="6" creationId="{846C54FA-5739-48C7-AB21-730876D36E88}"/>
          </ac:picMkLst>
        </pc:picChg>
        <pc:cxnChg chg="add mod">
          <ac:chgData name="鈴木 秀規" userId="f68c5fd9-22d5-4c0a-9833-7fb0f5135313" providerId="ADAL" clId="{31AF745B-ECEE-4C51-8828-E2A47B117181}" dt="2021-01-26T05:44:28.770" v="233" actId="14100"/>
          <ac:cxnSpMkLst>
            <pc:docMk/>
            <pc:sldMk cId="926421663" sldId="367"/>
            <ac:cxnSpMk id="10" creationId="{91194AC1-584D-4C3A-B077-94C5154B4399}"/>
          </ac:cxnSpMkLst>
        </pc:cxnChg>
        <pc:cxnChg chg="add mod">
          <ac:chgData name="鈴木 秀規" userId="f68c5fd9-22d5-4c0a-9833-7fb0f5135313" providerId="ADAL" clId="{31AF745B-ECEE-4C51-8828-E2A47B117181}" dt="2021-01-26T05:44:37.466" v="237" actId="14100"/>
          <ac:cxnSpMkLst>
            <pc:docMk/>
            <pc:sldMk cId="926421663" sldId="367"/>
            <ac:cxnSpMk id="13" creationId="{40C146C6-A279-40A2-8FFC-CDF438AD8EC6}"/>
          </ac:cxnSpMkLst>
        </pc:cxnChg>
      </pc:sldChg>
      <pc:sldChg chg="addSp modSp new mod">
        <pc:chgData name="鈴木 秀規" userId="f68c5fd9-22d5-4c0a-9833-7fb0f5135313" providerId="ADAL" clId="{31AF745B-ECEE-4C51-8828-E2A47B117181}" dt="2021-01-26T05:48:56.625" v="261" actId="207"/>
        <pc:sldMkLst>
          <pc:docMk/>
          <pc:sldMk cId="1591258520" sldId="368"/>
        </pc:sldMkLst>
        <pc:spChg chg="mod">
          <ac:chgData name="鈴木 秀規" userId="f68c5fd9-22d5-4c0a-9833-7fb0f5135313" providerId="ADAL" clId="{31AF745B-ECEE-4C51-8828-E2A47B117181}" dt="2021-01-26T05:47:07.331" v="239"/>
          <ac:spMkLst>
            <pc:docMk/>
            <pc:sldMk cId="1591258520" sldId="368"/>
            <ac:spMk id="3" creationId="{F596BC9A-A7A4-4BAC-8F7B-8472A7B4F315}"/>
          </ac:spMkLst>
        </pc:spChg>
        <pc:spChg chg="mod">
          <ac:chgData name="鈴木 秀規" userId="f68c5fd9-22d5-4c0a-9833-7fb0f5135313" providerId="ADAL" clId="{31AF745B-ECEE-4C51-8828-E2A47B117181}" dt="2021-01-26T05:47:27.657" v="243" actId="14100"/>
          <ac:spMkLst>
            <pc:docMk/>
            <pc:sldMk cId="1591258520" sldId="368"/>
            <ac:spMk id="5" creationId="{D8171BAF-394E-4801-BF60-705D3F952BF7}"/>
          </ac:spMkLst>
        </pc:spChg>
        <pc:spChg chg="add mod">
          <ac:chgData name="鈴木 秀規" userId="f68c5fd9-22d5-4c0a-9833-7fb0f5135313" providerId="ADAL" clId="{31AF745B-ECEE-4C51-8828-E2A47B117181}" dt="2021-01-26T05:48:56.625" v="261" actId="207"/>
          <ac:spMkLst>
            <pc:docMk/>
            <pc:sldMk cId="1591258520" sldId="368"/>
            <ac:spMk id="6" creationId="{E9940D2C-EA16-4D24-8B58-85831276F97C}"/>
          </ac:spMkLst>
        </pc:spChg>
        <pc:spChg chg="add mod">
          <ac:chgData name="鈴木 秀規" userId="f68c5fd9-22d5-4c0a-9833-7fb0f5135313" providerId="ADAL" clId="{31AF745B-ECEE-4C51-8828-E2A47B117181}" dt="2021-01-26T05:48:42.364" v="259" actId="20577"/>
          <ac:spMkLst>
            <pc:docMk/>
            <pc:sldMk cId="1591258520" sldId="368"/>
            <ac:spMk id="7" creationId="{127814C8-398F-4FB0-8BFD-8CA89A09E47F}"/>
          </ac:spMkLst>
        </pc:spChg>
      </pc:sldChg>
      <pc:sldChg chg="addSp modSp new mod">
        <pc:chgData name="鈴木 秀規" userId="f68c5fd9-22d5-4c0a-9833-7fb0f5135313" providerId="ADAL" clId="{31AF745B-ECEE-4C51-8828-E2A47B117181}" dt="2021-01-26T05:51:06.501" v="286" actId="207"/>
        <pc:sldMkLst>
          <pc:docMk/>
          <pc:sldMk cId="4005864456" sldId="369"/>
        </pc:sldMkLst>
        <pc:spChg chg="mod">
          <ac:chgData name="鈴木 秀規" userId="f68c5fd9-22d5-4c0a-9833-7fb0f5135313" providerId="ADAL" clId="{31AF745B-ECEE-4C51-8828-E2A47B117181}" dt="2021-01-26T05:49:24.071" v="263"/>
          <ac:spMkLst>
            <pc:docMk/>
            <pc:sldMk cId="4005864456" sldId="369"/>
            <ac:spMk id="3" creationId="{82651AF8-825E-488C-97AE-6777181F4848}"/>
          </ac:spMkLst>
        </pc:spChg>
        <pc:spChg chg="mod">
          <ac:chgData name="鈴木 秀規" userId="f68c5fd9-22d5-4c0a-9833-7fb0f5135313" providerId="ADAL" clId="{31AF745B-ECEE-4C51-8828-E2A47B117181}" dt="2021-01-26T05:49:39.474" v="269" actId="14100"/>
          <ac:spMkLst>
            <pc:docMk/>
            <pc:sldMk cId="4005864456" sldId="369"/>
            <ac:spMk id="5" creationId="{64D92467-3673-4ABC-81DF-B7F0E6026917}"/>
          </ac:spMkLst>
        </pc:spChg>
        <pc:spChg chg="add mod">
          <ac:chgData name="鈴木 秀規" userId="f68c5fd9-22d5-4c0a-9833-7fb0f5135313" providerId="ADAL" clId="{31AF745B-ECEE-4C51-8828-E2A47B117181}" dt="2021-01-26T05:50:13.238" v="275" actId="207"/>
          <ac:spMkLst>
            <pc:docMk/>
            <pc:sldMk cId="4005864456" sldId="369"/>
            <ac:spMk id="6" creationId="{42227182-5641-490B-87D8-0F9C7746E19F}"/>
          </ac:spMkLst>
        </pc:spChg>
        <pc:spChg chg="add mod">
          <ac:chgData name="鈴木 秀規" userId="f68c5fd9-22d5-4c0a-9833-7fb0f5135313" providerId="ADAL" clId="{31AF745B-ECEE-4C51-8828-E2A47B117181}" dt="2021-01-26T05:51:06.501" v="286" actId="207"/>
          <ac:spMkLst>
            <pc:docMk/>
            <pc:sldMk cId="4005864456" sldId="369"/>
            <ac:spMk id="7" creationId="{F7D6E1F9-5D75-44E5-88A9-E91D05C29E75}"/>
          </ac:spMkLst>
        </pc:spChg>
      </pc:sldChg>
      <pc:sldChg chg="addSp modSp new mod">
        <pc:chgData name="鈴木 秀規" userId="f68c5fd9-22d5-4c0a-9833-7fb0f5135313" providerId="ADAL" clId="{31AF745B-ECEE-4C51-8828-E2A47B117181}" dt="2021-01-26T05:53:27.759" v="315" actId="14100"/>
        <pc:sldMkLst>
          <pc:docMk/>
          <pc:sldMk cId="1111639589" sldId="370"/>
        </pc:sldMkLst>
        <pc:spChg chg="mod">
          <ac:chgData name="鈴木 秀規" userId="f68c5fd9-22d5-4c0a-9833-7fb0f5135313" providerId="ADAL" clId="{31AF745B-ECEE-4C51-8828-E2A47B117181}" dt="2021-01-26T05:51:35.742" v="288"/>
          <ac:spMkLst>
            <pc:docMk/>
            <pc:sldMk cId="1111639589" sldId="370"/>
            <ac:spMk id="3" creationId="{A1BBB616-58A6-4DCF-9488-D83FF45930DE}"/>
          </ac:spMkLst>
        </pc:spChg>
        <pc:spChg chg="mod">
          <ac:chgData name="鈴木 秀規" userId="f68c5fd9-22d5-4c0a-9833-7fb0f5135313" providerId="ADAL" clId="{31AF745B-ECEE-4C51-8828-E2A47B117181}" dt="2021-01-26T05:51:55.047" v="292" actId="14100"/>
          <ac:spMkLst>
            <pc:docMk/>
            <pc:sldMk cId="1111639589" sldId="370"/>
            <ac:spMk id="5" creationId="{8A8A797E-89B7-4BD7-88FA-D35416C08F53}"/>
          </ac:spMkLst>
        </pc:spChg>
        <pc:spChg chg="add mod">
          <ac:chgData name="鈴木 秀規" userId="f68c5fd9-22d5-4c0a-9833-7fb0f5135313" providerId="ADAL" clId="{31AF745B-ECEE-4C51-8828-E2A47B117181}" dt="2021-01-26T05:52:20.583" v="303" actId="207"/>
          <ac:spMkLst>
            <pc:docMk/>
            <pc:sldMk cId="1111639589" sldId="370"/>
            <ac:spMk id="6" creationId="{EC63BC0A-320C-4FC3-BF2C-D6A942277324}"/>
          </ac:spMkLst>
        </pc:spChg>
        <pc:spChg chg="add mod">
          <ac:chgData name="鈴木 秀規" userId="f68c5fd9-22d5-4c0a-9833-7fb0f5135313" providerId="ADAL" clId="{31AF745B-ECEE-4C51-8828-E2A47B117181}" dt="2021-01-26T05:52:38.376" v="306" actId="14100"/>
          <ac:spMkLst>
            <pc:docMk/>
            <pc:sldMk cId="1111639589" sldId="370"/>
            <ac:spMk id="7" creationId="{325405FA-6B6E-4A36-8AD9-307989E714CD}"/>
          </ac:spMkLst>
        </pc:spChg>
        <pc:spChg chg="add mod">
          <ac:chgData name="鈴木 秀規" userId="f68c5fd9-22d5-4c0a-9833-7fb0f5135313" providerId="ADAL" clId="{31AF745B-ECEE-4C51-8828-E2A47B117181}" dt="2021-01-26T05:52:47.085" v="308" actId="14100"/>
          <ac:spMkLst>
            <pc:docMk/>
            <pc:sldMk cId="1111639589" sldId="370"/>
            <ac:spMk id="8" creationId="{E4211231-2A54-41D8-A8AB-F44B04A91620}"/>
          </ac:spMkLst>
        </pc:spChg>
        <pc:spChg chg="add mod">
          <ac:chgData name="鈴木 秀規" userId="f68c5fd9-22d5-4c0a-9833-7fb0f5135313" providerId="ADAL" clId="{31AF745B-ECEE-4C51-8828-E2A47B117181}" dt="2021-01-26T05:53:27.759" v="315" actId="14100"/>
          <ac:spMkLst>
            <pc:docMk/>
            <pc:sldMk cId="1111639589" sldId="370"/>
            <ac:spMk id="9" creationId="{BFD16DC8-D589-4F05-9187-58E5D81AA0F3}"/>
          </ac:spMkLst>
        </pc:spChg>
      </pc:sldChg>
      <pc:sldChg chg="addSp delSp modSp new mod">
        <pc:chgData name="鈴木 秀規" userId="f68c5fd9-22d5-4c0a-9833-7fb0f5135313" providerId="ADAL" clId="{31AF745B-ECEE-4C51-8828-E2A47B117181}" dt="2021-01-26T05:56:27.120" v="352" actId="207"/>
        <pc:sldMkLst>
          <pc:docMk/>
          <pc:sldMk cId="1449548173" sldId="371"/>
        </pc:sldMkLst>
        <pc:spChg chg="mod">
          <ac:chgData name="鈴木 秀規" userId="f68c5fd9-22d5-4c0a-9833-7fb0f5135313" providerId="ADAL" clId="{31AF745B-ECEE-4C51-8828-E2A47B117181}" dt="2021-01-26T05:53:44.779" v="317"/>
          <ac:spMkLst>
            <pc:docMk/>
            <pc:sldMk cId="1449548173" sldId="371"/>
            <ac:spMk id="3" creationId="{BC47C131-377F-4C4A-A024-CD67178495EE}"/>
          </ac:spMkLst>
        </pc:spChg>
        <pc:spChg chg="mod">
          <ac:chgData name="鈴木 秀規" userId="f68c5fd9-22d5-4c0a-9833-7fb0f5135313" providerId="ADAL" clId="{31AF745B-ECEE-4C51-8828-E2A47B117181}" dt="2021-01-26T05:53:59.021" v="321" actId="14100"/>
          <ac:spMkLst>
            <pc:docMk/>
            <pc:sldMk cId="1449548173" sldId="371"/>
            <ac:spMk id="5" creationId="{A398E838-A2A7-414A-970E-EA11A895399A}"/>
          </ac:spMkLst>
        </pc:spChg>
        <pc:spChg chg="add del mod">
          <ac:chgData name="鈴木 秀規" userId="f68c5fd9-22d5-4c0a-9833-7fb0f5135313" providerId="ADAL" clId="{31AF745B-ECEE-4C51-8828-E2A47B117181}" dt="2021-01-26T05:54:37.173" v="324" actId="478"/>
          <ac:spMkLst>
            <pc:docMk/>
            <pc:sldMk cId="1449548173" sldId="371"/>
            <ac:spMk id="6" creationId="{20EE99AF-89FE-4A02-A3E1-FD99A56F5AEE}"/>
          </ac:spMkLst>
        </pc:spChg>
        <pc:spChg chg="add del mod">
          <ac:chgData name="鈴木 秀規" userId="f68c5fd9-22d5-4c0a-9833-7fb0f5135313" providerId="ADAL" clId="{31AF745B-ECEE-4C51-8828-E2A47B117181}" dt="2021-01-26T05:54:37.173" v="324" actId="478"/>
          <ac:spMkLst>
            <pc:docMk/>
            <pc:sldMk cId="1449548173" sldId="371"/>
            <ac:spMk id="7" creationId="{A3814B59-5B96-45A1-84A4-AD6CD9B9164C}"/>
          </ac:spMkLst>
        </pc:spChg>
        <pc:spChg chg="add del mod">
          <ac:chgData name="鈴木 秀規" userId="f68c5fd9-22d5-4c0a-9833-7fb0f5135313" providerId="ADAL" clId="{31AF745B-ECEE-4C51-8828-E2A47B117181}" dt="2021-01-26T05:54:37.173" v="324" actId="478"/>
          <ac:spMkLst>
            <pc:docMk/>
            <pc:sldMk cId="1449548173" sldId="371"/>
            <ac:spMk id="8" creationId="{3C6CD0D2-B84A-44AC-A21A-64C2CAE96310}"/>
          </ac:spMkLst>
        </pc:spChg>
        <pc:spChg chg="add mod">
          <ac:chgData name="鈴木 秀規" userId="f68c5fd9-22d5-4c0a-9833-7fb0f5135313" providerId="ADAL" clId="{31AF745B-ECEE-4C51-8828-E2A47B117181}" dt="2021-01-26T05:54:44.543" v="325"/>
          <ac:spMkLst>
            <pc:docMk/>
            <pc:sldMk cId="1449548173" sldId="371"/>
            <ac:spMk id="9" creationId="{B18C3434-8094-4D11-9DCE-11BC3134EB32}"/>
          </ac:spMkLst>
        </pc:spChg>
        <pc:spChg chg="add mod">
          <ac:chgData name="鈴木 秀規" userId="f68c5fd9-22d5-4c0a-9833-7fb0f5135313" providerId="ADAL" clId="{31AF745B-ECEE-4C51-8828-E2A47B117181}" dt="2021-01-26T05:54:44.543" v="325"/>
          <ac:spMkLst>
            <pc:docMk/>
            <pc:sldMk cId="1449548173" sldId="371"/>
            <ac:spMk id="10" creationId="{DF76AE1A-859A-4594-88B7-91BE98A8E033}"/>
          </ac:spMkLst>
        </pc:spChg>
        <pc:spChg chg="add mod">
          <ac:chgData name="鈴木 秀規" userId="f68c5fd9-22d5-4c0a-9833-7fb0f5135313" providerId="ADAL" clId="{31AF745B-ECEE-4C51-8828-E2A47B117181}" dt="2021-01-26T05:54:44.543" v="325"/>
          <ac:spMkLst>
            <pc:docMk/>
            <pc:sldMk cId="1449548173" sldId="371"/>
            <ac:spMk id="11" creationId="{DC219308-7BB1-4571-B6C2-AF593F39CA0D}"/>
          </ac:spMkLst>
        </pc:spChg>
        <pc:spChg chg="add mod">
          <ac:chgData name="鈴木 秀規" userId="f68c5fd9-22d5-4c0a-9833-7fb0f5135313" providerId="ADAL" clId="{31AF745B-ECEE-4C51-8828-E2A47B117181}" dt="2021-01-26T05:56:27.120" v="352" actId="207"/>
          <ac:spMkLst>
            <pc:docMk/>
            <pc:sldMk cId="1449548173" sldId="371"/>
            <ac:spMk id="12" creationId="{D827973A-B285-444D-B8E2-2C1ADF444989}"/>
          </ac:spMkLst>
        </pc:spChg>
        <pc:spChg chg="add mod">
          <ac:chgData name="鈴木 秀規" userId="f68c5fd9-22d5-4c0a-9833-7fb0f5135313" providerId="ADAL" clId="{31AF745B-ECEE-4C51-8828-E2A47B117181}" dt="2021-01-26T05:55:51.921" v="340" actId="1076"/>
          <ac:spMkLst>
            <pc:docMk/>
            <pc:sldMk cId="1449548173" sldId="371"/>
            <ac:spMk id="13" creationId="{090E20F7-1963-4594-A854-A0007B5562F3}"/>
          </ac:spMkLst>
        </pc:spChg>
        <pc:spChg chg="add del mod">
          <ac:chgData name="鈴木 秀規" userId="f68c5fd9-22d5-4c0a-9833-7fb0f5135313" providerId="ADAL" clId="{31AF745B-ECEE-4C51-8828-E2A47B117181}" dt="2021-01-26T05:55:40.547" v="337" actId="478"/>
          <ac:spMkLst>
            <pc:docMk/>
            <pc:sldMk cId="1449548173" sldId="371"/>
            <ac:spMk id="14" creationId="{E8DD0F15-F557-4960-B7CA-8C81D69C2ED8}"/>
          </ac:spMkLst>
        </pc:spChg>
        <pc:spChg chg="add mod">
          <ac:chgData name="鈴木 秀規" userId="f68c5fd9-22d5-4c0a-9833-7fb0f5135313" providerId="ADAL" clId="{31AF745B-ECEE-4C51-8828-E2A47B117181}" dt="2021-01-26T05:55:54.465" v="341" actId="571"/>
          <ac:spMkLst>
            <pc:docMk/>
            <pc:sldMk cId="1449548173" sldId="371"/>
            <ac:spMk id="15" creationId="{E753C64B-05EF-45FD-978D-013CE4F0EFBD}"/>
          </ac:spMkLst>
        </pc:spChg>
        <pc:spChg chg="add mod">
          <ac:chgData name="鈴木 秀規" userId="f68c5fd9-22d5-4c0a-9833-7fb0f5135313" providerId="ADAL" clId="{31AF745B-ECEE-4C51-8828-E2A47B117181}" dt="2021-01-26T05:55:57.256" v="342" actId="571"/>
          <ac:spMkLst>
            <pc:docMk/>
            <pc:sldMk cId="1449548173" sldId="371"/>
            <ac:spMk id="16" creationId="{CCB14EDC-88EE-4401-B02E-6086E5CBABE6}"/>
          </ac:spMkLst>
        </pc:spChg>
        <pc:spChg chg="add mod">
          <ac:chgData name="鈴木 秀規" userId="f68c5fd9-22d5-4c0a-9833-7fb0f5135313" providerId="ADAL" clId="{31AF745B-ECEE-4C51-8828-E2A47B117181}" dt="2021-01-26T05:56:04.338" v="346" actId="1037"/>
          <ac:spMkLst>
            <pc:docMk/>
            <pc:sldMk cId="1449548173" sldId="371"/>
            <ac:spMk id="17" creationId="{F0C64602-7B94-47EE-80D2-378BDFD473FD}"/>
          </ac:spMkLst>
        </pc:spChg>
      </pc:sldChg>
      <pc:sldChg chg="addSp modSp new mod">
        <pc:chgData name="鈴木 秀規" userId="f68c5fd9-22d5-4c0a-9833-7fb0f5135313" providerId="ADAL" clId="{31AF745B-ECEE-4C51-8828-E2A47B117181}" dt="2021-01-26T05:57:30.135" v="366" actId="207"/>
        <pc:sldMkLst>
          <pc:docMk/>
          <pc:sldMk cId="944436562" sldId="372"/>
        </pc:sldMkLst>
        <pc:spChg chg="mod">
          <ac:chgData name="鈴木 秀規" userId="f68c5fd9-22d5-4c0a-9833-7fb0f5135313" providerId="ADAL" clId="{31AF745B-ECEE-4C51-8828-E2A47B117181}" dt="2021-01-26T05:56:41.264" v="354"/>
          <ac:spMkLst>
            <pc:docMk/>
            <pc:sldMk cId="944436562" sldId="372"/>
            <ac:spMk id="3" creationId="{B1C65F3E-F31A-478E-B126-D35EA375B4B9}"/>
          </ac:spMkLst>
        </pc:spChg>
        <pc:spChg chg="mod">
          <ac:chgData name="鈴木 秀規" userId="f68c5fd9-22d5-4c0a-9833-7fb0f5135313" providerId="ADAL" clId="{31AF745B-ECEE-4C51-8828-E2A47B117181}" dt="2021-01-26T05:56:55.555" v="358" actId="14100"/>
          <ac:spMkLst>
            <pc:docMk/>
            <pc:sldMk cId="944436562" sldId="372"/>
            <ac:spMk id="5" creationId="{A3976CD6-7AC6-4459-9B75-3D9965BC48B5}"/>
          </ac:spMkLst>
        </pc:spChg>
        <pc:spChg chg="add mod">
          <ac:chgData name="鈴木 秀規" userId="f68c5fd9-22d5-4c0a-9833-7fb0f5135313" providerId="ADAL" clId="{31AF745B-ECEE-4C51-8828-E2A47B117181}" dt="2021-01-26T05:57:30.135" v="366" actId="207"/>
          <ac:spMkLst>
            <pc:docMk/>
            <pc:sldMk cId="944436562" sldId="372"/>
            <ac:spMk id="6" creationId="{76116D8C-213F-4158-830F-F3C1EB4D300E}"/>
          </ac:spMkLst>
        </pc:spChg>
      </pc:sldChg>
      <pc:sldChg chg="modSp new mod">
        <pc:chgData name="鈴木 秀規" userId="f68c5fd9-22d5-4c0a-9833-7fb0f5135313" providerId="ADAL" clId="{31AF745B-ECEE-4C51-8828-E2A47B117181}" dt="2021-01-26T06:00:43.897" v="419" actId="207"/>
        <pc:sldMkLst>
          <pc:docMk/>
          <pc:sldMk cId="35644827" sldId="373"/>
        </pc:sldMkLst>
        <pc:spChg chg="mod">
          <ac:chgData name="鈴木 秀規" userId="f68c5fd9-22d5-4c0a-9833-7fb0f5135313" providerId="ADAL" clId="{31AF745B-ECEE-4C51-8828-E2A47B117181}" dt="2021-01-26T05:58:05.850" v="368"/>
          <ac:spMkLst>
            <pc:docMk/>
            <pc:sldMk cId="35644827" sldId="373"/>
            <ac:spMk id="3" creationId="{90D8C1E3-2B7F-4D7A-A557-615C8F733A5A}"/>
          </ac:spMkLst>
        </pc:spChg>
        <pc:spChg chg="mod">
          <ac:chgData name="鈴木 秀規" userId="f68c5fd9-22d5-4c0a-9833-7fb0f5135313" providerId="ADAL" clId="{31AF745B-ECEE-4C51-8828-E2A47B117181}" dt="2021-01-26T06:00:43.897" v="419" actId="207"/>
          <ac:spMkLst>
            <pc:docMk/>
            <pc:sldMk cId="35644827" sldId="373"/>
            <ac:spMk id="5" creationId="{A53D55A4-4B24-4FF1-846F-0CB6B88DE619}"/>
          </ac:spMkLst>
        </pc:spChg>
      </pc:sldChg>
      <pc:sldChg chg="addSp modSp new mod">
        <pc:chgData name="鈴木 秀規" userId="f68c5fd9-22d5-4c0a-9833-7fb0f5135313" providerId="ADAL" clId="{31AF745B-ECEE-4C51-8828-E2A47B117181}" dt="2021-01-26T06:02:45.300" v="431" actId="207"/>
        <pc:sldMkLst>
          <pc:docMk/>
          <pc:sldMk cId="3586215112" sldId="374"/>
        </pc:sldMkLst>
        <pc:spChg chg="mod">
          <ac:chgData name="鈴木 秀規" userId="f68c5fd9-22d5-4c0a-9833-7fb0f5135313" providerId="ADAL" clId="{31AF745B-ECEE-4C51-8828-E2A47B117181}" dt="2021-01-26T06:01:06.626" v="421"/>
          <ac:spMkLst>
            <pc:docMk/>
            <pc:sldMk cId="3586215112" sldId="374"/>
            <ac:spMk id="3" creationId="{74D68A83-1EE1-4F3F-974D-BDDEE2D6DE8D}"/>
          </ac:spMkLst>
        </pc:spChg>
        <pc:spChg chg="mod">
          <ac:chgData name="鈴木 秀規" userId="f68c5fd9-22d5-4c0a-9833-7fb0f5135313" providerId="ADAL" clId="{31AF745B-ECEE-4C51-8828-E2A47B117181}" dt="2021-01-26T06:01:38.951" v="425" actId="14100"/>
          <ac:spMkLst>
            <pc:docMk/>
            <pc:sldMk cId="3586215112" sldId="374"/>
            <ac:spMk id="5" creationId="{AF0D17FF-0DBB-4085-9AA1-467745BDFE3D}"/>
          </ac:spMkLst>
        </pc:spChg>
        <pc:spChg chg="add mod">
          <ac:chgData name="鈴木 秀規" userId="f68c5fd9-22d5-4c0a-9833-7fb0f5135313" providerId="ADAL" clId="{31AF745B-ECEE-4C51-8828-E2A47B117181}" dt="2021-01-26T06:02:13.344" v="428" actId="207"/>
          <ac:spMkLst>
            <pc:docMk/>
            <pc:sldMk cId="3586215112" sldId="374"/>
            <ac:spMk id="6" creationId="{0B8A4289-ED12-4E18-B5F7-E7D1B8A16A4C}"/>
          </ac:spMkLst>
        </pc:spChg>
        <pc:spChg chg="add mod">
          <ac:chgData name="鈴木 秀規" userId="f68c5fd9-22d5-4c0a-9833-7fb0f5135313" providerId="ADAL" clId="{31AF745B-ECEE-4C51-8828-E2A47B117181}" dt="2021-01-26T06:02:45.300" v="431" actId="207"/>
          <ac:spMkLst>
            <pc:docMk/>
            <pc:sldMk cId="3586215112" sldId="374"/>
            <ac:spMk id="7" creationId="{F4B9C825-0773-4BD6-8947-DA5740E334B3}"/>
          </ac:spMkLst>
        </pc:spChg>
        <pc:spChg chg="mod">
          <ac:chgData name="鈴木 秀規" userId="f68c5fd9-22d5-4c0a-9833-7fb0f5135313" providerId="ADAL" clId="{31AF745B-ECEE-4C51-8828-E2A47B117181}" dt="2021-01-26T06:02:45.300" v="431" actId="207"/>
          <ac:spMkLst>
            <pc:docMk/>
            <pc:sldMk cId="3586215112" sldId="374"/>
            <ac:spMk id="10" creationId="{1A58A6C4-889B-450F-924F-C9F545EB2A3D}"/>
          </ac:spMkLst>
        </pc:spChg>
        <pc:spChg chg="add mod">
          <ac:chgData name="鈴木 秀規" userId="f68c5fd9-22d5-4c0a-9833-7fb0f5135313" providerId="ADAL" clId="{31AF745B-ECEE-4C51-8828-E2A47B117181}" dt="2021-01-26T06:01:48.608" v="426"/>
          <ac:spMkLst>
            <pc:docMk/>
            <pc:sldMk cId="3586215112" sldId="374"/>
            <ac:spMk id="11" creationId="{785644FA-8A03-4258-8728-9595832CB15E}"/>
          </ac:spMkLst>
        </pc:spChg>
        <pc:spChg chg="add mod">
          <ac:chgData name="鈴木 秀規" userId="f68c5fd9-22d5-4c0a-9833-7fb0f5135313" providerId="ADAL" clId="{31AF745B-ECEE-4C51-8828-E2A47B117181}" dt="2021-01-26T06:01:48.608" v="426"/>
          <ac:spMkLst>
            <pc:docMk/>
            <pc:sldMk cId="3586215112" sldId="374"/>
            <ac:spMk id="12" creationId="{44CA81F1-EBE9-4C1F-B2BB-3C3E1806F921}"/>
          </ac:spMkLst>
        </pc:spChg>
        <pc:spChg chg="add mod">
          <ac:chgData name="鈴木 秀規" userId="f68c5fd9-22d5-4c0a-9833-7fb0f5135313" providerId="ADAL" clId="{31AF745B-ECEE-4C51-8828-E2A47B117181}" dt="2021-01-26T06:01:48.608" v="426"/>
          <ac:spMkLst>
            <pc:docMk/>
            <pc:sldMk cId="3586215112" sldId="374"/>
            <ac:spMk id="13" creationId="{D210470C-7BC6-479C-B32D-52F62FAFF5CE}"/>
          </ac:spMkLst>
        </pc:spChg>
        <pc:spChg chg="add mod">
          <ac:chgData name="鈴木 秀規" userId="f68c5fd9-22d5-4c0a-9833-7fb0f5135313" providerId="ADAL" clId="{31AF745B-ECEE-4C51-8828-E2A47B117181}" dt="2021-01-26T06:01:48.608" v="426"/>
          <ac:spMkLst>
            <pc:docMk/>
            <pc:sldMk cId="3586215112" sldId="374"/>
            <ac:spMk id="14" creationId="{F4BE28F0-CEB5-4A84-AD56-459DC396288E}"/>
          </ac:spMkLst>
        </pc:spChg>
        <pc:spChg chg="add mod">
          <ac:chgData name="鈴木 秀規" userId="f68c5fd9-22d5-4c0a-9833-7fb0f5135313" providerId="ADAL" clId="{31AF745B-ECEE-4C51-8828-E2A47B117181}" dt="2021-01-26T06:01:48.608" v="426"/>
          <ac:spMkLst>
            <pc:docMk/>
            <pc:sldMk cId="3586215112" sldId="374"/>
            <ac:spMk id="15" creationId="{661AEE13-AF85-4E8C-8C36-56CAB1375768}"/>
          </ac:spMkLst>
        </pc:spChg>
        <pc:spChg chg="add mod">
          <ac:chgData name="鈴木 秀規" userId="f68c5fd9-22d5-4c0a-9833-7fb0f5135313" providerId="ADAL" clId="{31AF745B-ECEE-4C51-8828-E2A47B117181}" dt="2021-01-26T06:02:45.300" v="431" actId="207"/>
          <ac:spMkLst>
            <pc:docMk/>
            <pc:sldMk cId="3586215112" sldId="374"/>
            <ac:spMk id="16" creationId="{D1EACF3D-DA3C-4F24-896C-812A2FC32232}"/>
          </ac:spMkLst>
        </pc:spChg>
        <pc:spChg chg="add mod">
          <ac:chgData name="鈴木 秀規" userId="f68c5fd9-22d5-4c0a-9833-7fb0f5135313" providerId="ADAL" clId="{31AF745B-ECEE-4C51-8828-E2A47B117181}" dt="2021-01-26T06:01:48.608" v="426"/>
          <ac:spMkLst>
            <pc:docMk/>
            <pc:sldMk cId="3586215112" sldId="374"/>
            <ac:spMk id="17" creationId="{80B22573-0B48-4DA1-9DEE-17DA1FB51570}"/>
          </ac:spMkLst>
        </pc:spChg>
        <pc:spChg chg="add mod">
          <ac:chgData name="鈴木 秀規" userId="f68c5fd9-22d5-4c0a-9833-7fb0f5135313" providerId="ADAL" clId="{31AF745B-ECEE-4C51-8828-E2A47B117181}" dt="2021-01-26T06:02:45.300" v="431" actId="207"/>
          <ac:spMkLst>
            <pc:docMk/>
            <pc:sldMk cId="3586215112" sldId="374"/>
            <ac:spMk id="18" creationId="{513C1E0F-51B7-4C19-852B-0F5F03C2E927}"/>
          </ac:spMkLst>
        </pc:spChg>
        <pc:spChg chg="add mod">
          <ac:chgData name="鈴木 秀規" userId="f68c5fd9-22d5-4c0a-9833-7fb0f5135313" providerId="ADAL" clId="{31AF745B-ECEE-4C51-8828-E2A47B117181}" dt="2021-01-26T06:01:48.608" v="426"/>
          <ac:spMkLst>
            <pc:docMk/>
            <pc:sldMk cId="3586215112" sldId="374"/>
            <ac:spMk id="19" creationId="{FE000A22-00CE-4A4E-9761-E983CE3DF0EA}"/>
          </ac:spMkLst>
        </pc:spChg>
        <pc:spChg chg="add mod">
          <ac:chgData name="鈴木 秀規" userId="f68c5fd9-22d5-4c0a-9833-7fb0f5135313" providerId="ADAL" clId="{31AF745B-ECEE-4C51-8828-E2A47B117181}" dt="2021-01-26T06:02:45.300" v="431" actId="207"/>
          <ac:spMkLst>
            <pc:docMk/>
            <pc:sldMk cId="3586215112" sldId="374"/>
            <ac:spMk id="20" creationId="{3F0298FF-3F68-4E80-A5AA-D970F1BFBF47}"/>
          </ac:spMkLst>
        </pc:spChg>
        <pc:spChg chg="add mod">
          <ac:chgData name="鈴木 秀規" userId="f68c5fd9-22d5-4c0a-9833-7fb0f5135313" providerId="ADAL" clId="{31AF745B-ECEE-4C51-8828-E2A47B117181}" dt="2021-01-26T06:02:45.300" v="431" actId="207"/>
          <ac:spMkLst>
            <pc:docMk/>
            <pc:sldMk cId="3586215112" sldId="374"/>
            <ac:spMk id="21" creationId="{E5BCB49B-FCEA-418B-89AD-26AC10F600E3}"/>
          </ac:spMkLst>
        </pc:spChg>
        <pc:grpChg chg="add mod">
          <ac:chgData name="鈴木 秀規" userId="f68c5fd9-22d5-4c0a-9833-7fb0f5135313" providerId="ADAL" clId="{31AF745B-ECEE-4C51-8828-E2A47B117181}" dt="2021-01-26T06:02:32.131" v="429" actId="207"/>
          <ac:grpSpMkLst>
            <pc:docMk/>
            <pc:sldMk cId="3586215112" sldId="374"/>
            <ac:grpSpMk id="8" creationId="{38A860E3-00EF-4C43-9483-BB46C4DE9FEB}"/>
          </ac:grpSpMkLst>
        </pc:grpChg>
        <pc:picChg chg="mod">
          <ac:chgData name="鈴木 秀規" userId="f68c5fd9-22d5-4c0a-9833-7fb0f5135313" providerId="ADAL" clId="{31AF745B-ECEE-4C51-8828-E2A47B117181}" dt="2021-01-26T06:02:36.046" v="430" actId="2085"/>
          <ac:picMkLst>
            <pc:docMk/>
            <pc:sldMk cId="3586215112" sldId="374"/>
            <ac:picMk id="9" creationId="{013D4F2E-DF4F-4A12-B460-481349442D09}"/>
          </ac:picMkLst>
        </pc:picChg>
      </pc:sldChg>
      <pc:sldChg chg="addSp delSp modSp new mod">
        <pc:chgData name="鈴木 秀規" userId="f68c5fd9-22d5-4c0a-9833-7fb0f5135313" providerId="ADAL" clId="{31AF745B-ECEE-4C51-8828-E2A47B117181}" dt="2021-01-26T06:04:25.418" v="447" actId="207"/>
        <pc:sldMkLst>
          <pc:docMk/>
          <pc:sldMk cId="3278431197" sldId="375"/>
        </pc:sldMkLst>
        <pc:spChg chg="mod">
          <ac:chgData name="鈴木 秀規" userId="f68c5fd9-22d5-4c0a-9833-7fb0f5135313" providerId="ADAL" clId="{31AF745B-ECEE-4C51-8828-E2A47B117181}" dt="2021-01-26T06:03:09.564" v="433"/>
          <ac:spMkLst>
            <pc:docMk/>
            <pc:sldMk cId="3278431197" sldId="375"/>
            <ac:spMk id="3" creationId="{94A7F50B-029D-4344-A3E9-0852F39D0574}"/>
          </ac:spMkLst>
        </pc:spChg>
        <pc:spChg chg="mod">
          <ac:chgData name="鈴木 秀規" userId="f68c5fd9-22d5-4c0a-9833-7fb0f5135313" providerId="ADAL" clId="{31AF745B-ECEE-4C51-8828-E2A47B117181}" dt="2021-01-26T06:04:25.418" v="447" actId="207"/>
          <ac:spMkLst>
            <pc:docMk/>
            <pc:sldMk cId="3278431197" sldId="375"/>
            <ac:spMk id="5" creationId="{A8AED195-2A30-4E22-8D64-829F1A2C8A9E}"/>
          </ac:spMkLst>
        </pc:spChg>
        <pc:spChg chg="add del">
          <ac:chgData name="鈴木 秀規" userId="f68c5fd9-22d5-4c0a-9833-7fb0f5135313" providerId="ADAL" clId="{31AF745B-ECEE-4C51-8828-E2A47B117181}" dt="2021-01-26T06:03:36.760" v="438" actId="22"/>
          <ac:spMkLst>
            <pc:docMk/>
            <pc:sldMk cId="3278431197" sldId="375"/>
            <ac:spMk id="7" creationId="{04B419E0-8A32-4DA8-9E0C-BCCD4A7E3CB1}"/>
          </ac:spMkLst>
        </pc:spChg>
        <pc:spChg chg="add mod">
          <ac:chgData name="鈴木 秀規" userId="f68c5fd9-22d5-4c0a-9833-7fb0f5135313" providerId="ADAL" clId="{31AF745B-ECEE-4C51-8828-E2A47B117181}" dt="2021-01-26T06:04:16.314" v="445" actId="2711"/>
          <ac:spMkLst>
            <pc:docMk/>
            <pc:sldMk cId="3278431197" sldId="375"/>
            <ac:spMk id="8" creationId="{F61EE197-FC4B-4674-93BC-5A4123AB904B}"/>
          </ac:spMkLst>
        </pc:spChg>
      </pc:sldChg>
      <pc:sldChg chg="addSp modSp new mod">
        <pc:chgData name="鈴木 秀規" userId="f68c5fd9-22d5-4c0a-9833-7fb0f5135313" providerId="ADAL" clId="{31AF745B-ECEE-4C51-8828-E2A47B117181}" dt="2021-01-26T06:06:05.186" v="465" actId="207"/>
        <pc:sldMkLst>
          <pc:docMk/>
          <pc:sldMk cId="3335697102" sldId="376"/>
        </pc:sldMkLst>
        <pc:spChg chg="mod">
          <ac:chgData name="鈴木 秀規" userId="f68c5fd9-22d5-4c0a-9833-7fb0f5135313" providerId="ADAL" clId="{31AF745B-ECEE-4C51-8828-E2A47B117181}" dt="2021-01-26T06:04:44.258" v="449"/>
          <ac:spMkLst>
            <pc:docMk/>
            <pc:sldMk cId="3335697102" sldId="376"/>
            <ac:spMk id="3" creationId="{84CDAE99-51E1-45AD-ABEF-403422322C7B}"/>
          </ac:spMkLst>
        </pc:spChg>
        <pc:spChg chg="mod">
          <ac:chgData name="鈴木 秀規" userId="f68c5fd9-22d5-4c0a-9833-7fb0f5135313" providerId="ADAL" clId="{31AF745B-ECEE-4C51-8828-E2A47B117181}" dt="2021-01-26T06:06:05.186" v="465" actId="207"/>
          <ac:spMkLst>
            <pc:docMk/>
            <pc:sldMk cId="3335697102" sldId="376"/>
            <ac:spMk id="5" creationId="{45CA0F9F-0661-4575-B06E-144A0490A7CF}"/>
          </ac:spMkLst>
        </pc:spChg>
        <pc:picChg chg="add mod">
          <ac:chgData name="鈴木 秀規" userId="f68c5fd9-22d5-4c0a-9833-7fb0f5135313" providerId="ADAL" clId="{31AF745B-ECEE-4C51-8828-E2A47B117181}" dt="2021-01-26T06:05:46.939" v="459" actId="1076"/>
          <ac:picMkLst>
            <pc:docMk/>
            <pc:sldMk cId="3335697102" sldId="376"/>
            <ac:picMk id="6" creationId="{A1B21CC7-914D-4704-A426-7BA33ED50D88}"/>
          </ac:picMkLst>
        </pc:picChg>
      </pc:sldChg>
      <pc:sldChg chg="addSp modSp new mod">
        <pc:chgData name="鈴木 秀規" userId="f68c5fd9-22d5-4c0a-9833-7fb0f5135313" providerId="ADAL" clId="{31AF745B-ECEE-4C51-8828-E2A47B117181}" dt="2021-01-26T06:07:09.151" v="481" actId="14100"/>
        <pc:sldMkLst>
          <pc:docMk/>
          <pc:sldMk cId="1075370688" sldId="377"/>
        </pc:sldMkLst>
        <pc:spChg chg="mod">
          <ac:chgData name="鈴木 秀規" userId="f68c5fd9-22d5-4c0a-9833-7fb0f5135313" providerId="ADAL" clId="{31AF745B-ECEE-4C51-8828-E2A47B117181}" dt="2021-01-26T06:06:19.113" v="467"/>
          <ac:spMkLst>
            <pc:docMk/>
            <pc:sldMk cId="1075370688" sldId="377"/>
            <ac:spMk id="3" creationId="{5902A05F-050D-4547-92B0-FDFB23B15993}"/>
          </ac:spMkLst>
        </pc:spChg>
        <pc:spChg chg="mod">
          <ac:chgData name="鈴木 秀規" userId="f68c5fd9-22d5-4c0a-9833-7fb0f5135313" providerId="ADAL" clId="{31AF745B-ECEE-4C51-8828-E2A47B117181}" dt="2021-01-26T06:06:40.182" v="470" actId="14100"/>
          <ac:spMkLst>
            <pc:docMk/>
            <pc:sldMk cId="1075370688" sldId="377"/>
            <ac:spMk id="5" creationId="{343594CE-8AC7-47D0-9120-E9E98483AA2E}"/>
          </ac:spMkLst>
        </pc:spChg>
        <pc:spChg chg="add mod">
          <ac:chgData name="鈴木 秀規" userId="f68c5fd9-22d5-4c0a-9833-7fb0f5135313" providerId="ADAL" clId="{31AF745B-ECEE-4C51-8828-E2A47B117181}" dt="2021-01-26T06:07:09.151" v="481" actId="14100"/>
          <ac:spMkLst>
            <pc:docMk/>
            <pc:sldMk cId="1075370688" sldId="377"/>
            <ac:spMk id="7" creationId="{B7182EBC-6550-4E14-B8CE-0A438FACA553}"/>
          </ac:spMkLst>
        </pc:spChg>
        <pc:picChg chg="add mod">
          <ac:chgData name="鈴木 秀規" userId="f68c5fd9-22d5-4c0a-9833-7fb0f5135313" providerId="ADAL" clId="{31AF745B-ECEE-4C51-8828-E2A47B117181}" dt="2021-01-26T06:06:54.744" v="477" actId="14100"/>
          <ac:picMkLst>
            <pc:docMk/>
            <pc:sldMk cId="1075370688" sldId="377"/>
            <ac:picMk id="6" creationId="{5916466E-AD58-4AB9-BBE1-3BC48071FE35}"/>
          </ac:picMkLst>
        </pc:picChg>
      </pc:sldChg>
      <pc:sldChg chg="addSp modSp new mod">
        <pc:chgData name="鈴木 秀規" userId="f68c5fd9-22d5-4c0a-9833-7fb0f5135313" providerId="ADAL" clId="{31AF745B-ECEE-4C51-8828-E2A47B117181}" dt="2021-01-26T06:08:15.670" v="497" actId="1076"/>
        <pc:sldMkLst>
          <pc:docMk/>
          <pc:sldMk cId="2580646882" sldId="378"/>
        </pc:sldMkLst>
        <pc:spChg chg="mod">
          <ac:chgData name="鈴木 秀規" userId="f68c5fd9-22d5-4c0a-9833-7fb0f5135313" providerId="ADAL" clId="{31AF745B-ECEE-4C51-8828-E2A47B117181}" dt="2021-01-26T06:07:27.101" v="483"/>
          <ac:spMkLst>
            <pc:docMk/>
            <pc:sldMk cId="2580646882" sldId="378"/>
            <ac:spMk id="3" creationId="{F5F1371B-71A4-4508-9B77-DF2662B99B76}"/>
          </ac:spMkLst>
        </pc:spChg>
        <pc:spChg chg="mod">
          <ac:chgData name="鈴木 秀規" userId="f68c5fd9-22d5-4c0a-9833-7fb0f5135313" providerId="ADAL" clId="{31AF745B-ECEE-4C51-8828-E2A47B117181}" dt="2021-01-26T06:08:11.564" v="496" actId="207"/>
          <ac:spMkLst>
            <pc:docMk/>
            <pc:sldMk cId="2580646882" sldId="378"/>
            <ac:spMk id="5" creationId="{703B0AF1-C94F-4BE9-B427-FD46F93BDB88}"/>
          </ac:spMkLst>
        </pc:spChg>
        <pc:picChg chg="add mod">
          <ac:chgData name="鈴木 秀規" userId="f68c5fd9-22d5-4c0a-9833-7fb0f5135313" providerId="ADAL" clId="{31AF745B-ECEE-4C51-8828-E2A47B117181}" dt="2021-01-26T06:08:15.670" v="497" actId="1076"/>
          <ac:picMkLst>
            <pc:docMk/>
            <pc:sldMk cId="2580646882" sldId="378"/>
            <ac:picMk id="6" creationId="{E253F3D9-75D1-411D-BECC-77F0F489DCB0}"/>
          </ac:picMkLst>
        </pc:picChg>
      </pc:sldChg>
      <pc:sldChg chg="addSp modSp new mod">
        <pc:chgData name="鈴木 秀規" userId="f68c5fd9-22d5-4c0a-9833-7fb0f5135313" providerId="ADAL" clId="{31AF745B-ECEE-4C51-8828-E2A47B117181}" dt="2021-01-26T06:09:27.356" v="531" actId="1076"/>
        <pc:sldMkLst>
          <pc:docMk/>
          <pc:sldMk cId="3868544456" sldId="379"/>
        </pc:sldMkLst>
        <pc:spChg chg="mod">
          <ac:chgData name="鈴木 秀規" userId="f68c5fd9-22d5-4c0a-9833-7fb0f5135313" providerId="ADAL" clId="{31AF745B-ECEE-4C51-8828-E2A47B117181}" dt="2021-01-26T06:08:30.695" v="515" actId="20577"/>
          <ac:spMkLst>
            <pc:docMk/>
            <pc:sldMk cId="3868544456" sldId="379"/>
            <ac:spMk id="3" creationId="{9EB609AC-AB06-4D53-BF14-5EA6B1B9539A}"/>
          </ac:spMkLst>
        </pc:spChg>
        <pc:spChg chg="mod">
          <ac:chgData name="鈴木 秀規" userId="f68c5fd9-22d5-4c0a-9833-7fb0f5135313" providerId="ADAL" clId="{31AF745B-ECEE-4C51-8828-E2A47B117181}" dt="2021-01-26T06:08:40.335" v="518" actId="14100"/>
          <ac:spMkLst>
            <pc:docMk/>
            <pc:sldMk cId="3868544456" sldId="379"/>
            <ac:spMk id="5" creationId="{E7676D1F-6FF7-44EB-92F1-BAB6B9F0EFF4}"/>
          </ac:spMkLst>
        </pc:spChg>
        <pc:spChg chg="add mod">
          <ac:chgData name="鈴木 秀規" userId="f68c5fd9-22d5-4c0a-9833-7fb0f5135313" providerId="ADAL" clId="{31AF745B-ECEE-4C51-8828-E2A47B117181}" dt="2021-01-26T06:09:24.847" v="530" actId="14100"/>
          <ac:spMkLst>
            <pc:docMk/>
            <pc:sldMk cId="3868544456" sldId="379"/>
            <ac:spMk id="7" creationId="{C7286050-2DF8-497C-81E3-306493288BC4}"/>
          </ac:spMkLst>
        </pc:spChg>
        <pc:picChg chg="add mod">
          <ac:chgData name="鈴木 秀規" userId="f68c5fd9-22d5-4c0a-9833-7fb0f5135313" providerId="ADAL" clId="{31AF745B-ECEE-4C51-8828-E2A47B117181}" dt="2021-01-26T06:09:27.356" v="531" actId="1076"/>
          <ac:picMkLst>
            <pc:docMk/>
            <pc:sldMk cId="3868544456" sldId="379"/>
            <ac:picMk id="6" creationId="{20E0678B-2E0C-47BA-BAC4-30647E14495E}"/>
          </ac:picMkLst>
        </pc:picChg>
      </pc:sldChg>
      <pc:sldChg chg="addSp modSp new mod">
        <pc:chgData name="鈴木 秀規" userId="f68c5fd9-22d5-4c0a-9833-7fb0f5135313" providerId="ADAL" clId="{31AF745B-ECEE-4C51-8828-E2A47B117181}" dt="2021-01-26T06:10:26.206" v="544" actId="2711"/>
        <pc:sldMkLst>
          <pc:docMk/>
          <pc:sldMk cId="1868720455" sldId="380"/>
        </pc:sldMkLst>
        <pc:spChg chg="mod">
          <ac:chgData name="鈴木 秀規" userId="f68c5fd9-22d5-4c0a-9833-7fb0f5135313" providerId="ADAL" clId="{31AF745B-ECEE-4C51-8828-E2A47B117181}" dt="2021-01-26T06:09:39.286" v="533"/>
          <ac:spMkLst>
            <pc:docMk/>
            <pc:sldMk cId="1868720455" sldId="380"/>
            <ac:spMk id="3" creationId="{2C9F7F4C-4D1A-44F1-8504-3194AD12030E}"/>
          </ac:spMkLst>
        </pc:spChg>
        <pc:spChg chg="mod">
          <ac:chgData name="鈴木 秀規" userId="f68c5fd9-22d5-4c0a-9833-7fb0f5135313" providerId="ADAL" clId="{31AF745B-ECEE-4C51-8828-E2A47B117181}" dt="2021-01-26T06:09:51.095" v="536" actId="14100"/>
          <ac:spMkLst>
            <pc:docMk/>
            <pc:sldMk cId="1868720455" sldId="380"/>
            <ac:spMk id="5" creationId="{67D649D8-E2AC-4205-A3F3-CD0E0162A14B}"/>
          </ac:spMkLst>
        </pc:spChg>
        <pc:spChg chg="add mod">
          <ac:chgData name="鈴木 秀規" userId="f68c5fd9-22d5-4c0a-9833-7fb0f5135313" providerId="ADAL" clId="{31AF745B-ECEE-4C51-8828-E2A47B117181}" dt="2021-01-26T06:10:26.206" v="544" actId="2711"/>
          <ac:spMkLst>
            <pc:docMk/>
            <pc:sldMk cId="1868720455" sldId="380"/>
            <ac:spMk id="7" creationId="{65F9B8C6-FC9A-4EF2-BBA3-212563842F5B}"/>
          </ac:spMkLst>
        </pc:spChg>
        <pc:picChg chg="add mod">
          <ac:chgData name="鈴木 秀規" userId="f68c5fd9-22d5-4c0a-9833-7fb0f5135313" providerId="ADAL" clId="{31AF745B-ECEE-4C51-8828-E2A47B117181}" dt="2021-01-26T06:09:59.920" v="539" actId="1076"/>
          <ac:picMkLst>
            <pc:docMk/>
            <pc:sldMk cId="1868720455" sldId="380"/>
            <ac:picMk id="6" creationId="{2A23E1E0-788A-446D-BEF7-9FCDBB91E931}"/>
          </ac:picMkLst>
        </pc:picChg>
      </pc:sldChg>
      <pc:sldChg chg="modSp new mod">
        <pc:chgData name="鈴木 秀規" userId="f68c5fd9-22d5-4c0a-9833-7fb0f5135313" providerId="ADAL" clId="{31AF745B-ECEE-4C51-8828-E2A47B117181}" dt="2021-01-26T06:12:24.172" v="560" actId="207"/>
        <pc:sldMkLst>
          <pc:docMk/>
          <pc:sldMk cId="3747614513" sldId="381"/>
        </pc:sldMkLst>
        <pc:spChg chg="mod">
          <ac:chgData name="鈴木 秀規" userId="f68c5fd9-22d5-4c0a-9833-7fb0f5135313" providerId="ADAL" clId="{31AF745B-ECEE-4C51-8828-E2A47B117181}" dt="2021-01-26T06:11:21.079" v="546"/>
          <ac:spMkLst>
            <pc:docMk/>
            <pc:sldMk cId="3747614513" sldId="381"/>
            <ac:spMk id="3" creationId="{F54A46C4-10A8-4D73-8262-AF5F7632B069}"/>
          </ac:spMkLst>
        </pc:spChg>
        <pc:spChg chg="mod">
          <ac:chgData name="鈴木 秀規" userId="f68c5fd9-22d5-4c0a-9833-7fb0f5135313" providerId="ADAL" clId="{31AF745B-ECEE-4C51-8828-E2A47B117181}" dt="2021-01-26T06:12:24.172" v="560" actId="207"/>
          <ac:spMkLst>
            <pc:docMk/>
            <pc:sldMk cId="3747614513" sldId="381"/>
            <ac:spMk id="5" creationId="{C0902D24-2BC6-4565-B8E4-0885C73CA1B0}"/>
          </ac:spMkLst>
        </pc:spChg>
      </pc:sldChg>
      <pc:sldChg chg="addSp delSp modSp new mod">
        <pc:chgData name="鈴木 秀規" userId="f68c5fd9-22d5-4c0a-9833-7fb0f5135313" providerId="ADAL" clId="{31AF745B-ECEE-4C51-8828-E2A47B117181}" dt="2021-01-26T06:14:03.636" v="574" actId="207"/>
        <pc:sldMkLst>
          <pc:docMk/>
          <pc:sldMk cId="882110079" sldId="382"/>
        </pc:sldMkLst>
        <pc:spChg chg="mod">
          <ac:chgData name="鈴木 秀規" userId="f68c5fd9-22d5-4c0a-9833-7fb0f5135313" providerId="ADAL" clId="{31AF745B-ECEE-4C51-8828-E2A47B117181}" dt="2021-01-26T06:12:50.845" v="562"/>
          <ac:spMkLst>
            <pc:docMk/>
            <pc:sldMk cId="882110079" sldId="382"/>
            <ac:spMk id="3" creationId="{A3CC9EC9-F4F4-4F23-8295-F1F14A8EF7BF}"/>
          </ac:spMkLst>
        </pc:spChg>
        <pc:spChg chg="del">
          <ac:chgData name="鈴木 秀規" userId="f68c5fd9-22d5-4c0a-9833-7fb0f5135313" providerId="ADAL" clId="{31AF745B-ECEE-4C51-8828-E2A47B117181}" dt="2021-01-26T06:13:21.142" v="565" actId="478"/>
          <ac:spMkLst>
            <pc:docMk/>
            <pc:sldMk cId="882110079" sldId="382"/>
            <ac:spMk id="5" creationId="{AF90F26D-7738-4D8F-BDA2-E79BA73233E4}"/>
          </ac:spMkLst>
        </pc:spChg>
        <pc:spChg chg="add del mod">
          <ac:chgData name="鈴木 秀規" userId="f68c5fd9-22d5-4c0a-9833-7fb0f5135313" providerId="ADAL" clId="{31AF745B-ECEE-4C51-8828-E2A47B117181}" dt="2021-01-26T06:13:10.268" v="564"/>
          <ac:spMkLst>
            <pc:docMk/>
            <pc:sldMk cId="882110079" sldId="382"/>
            <ac:spMk id="6" creationId="{86A444F9-DE7C-4FBD-B2B6-D06A5D9943B1}"/>
          </ac:spMkLst>
        </pc:spChg>
        <pc:spChg chg="add del mod">
          <ac:chgData name="鈴木 秀規" userId="f68c5fd9-22d5-4c0a-9833-7fb0f5135313" providerId="ADAL" clId="{31AF745B-ECEE-4C51-8828-E2A47B117181}" dt="2021-01-26T06:13:10.268" v="564"/>
          <ac:spMkLst>
            <pc:docMk/>
            <pc:sldMk cId="882110079" sldId="382"/>
            <ac:spMk id="7" creationId="{AD3C94E8-CCE4-4467-99FA-54C60C64C849}"/>
          </ac:spMkLst>
        </pc:spChg>
        <pc:spChg chg="add del mod">
          <ac:chgData name="鈴木 秀規" userId="f68c5fd9-22d5-4c0a-9833-7fb0f5135313" providerId="ADAL" clId="{31AF745B-ECEE-4C51-8828-E2A47B117181}" dt="2021-01-26T06:13:10.268" v="564"/>
          <ac:spMkLst>
            <pc:docMk/>
            <pc:sldMk cId="882110079" sldId="382"/>
            <ac:spMk id="8" creationId="{B02B01A6-8295-48F9-8750-10A5EF847C21}"/>
          </ac:spMkLst>
        </pc:spChg>
        <pc:spChg chg="mod">
          <ac:chgData name="鈴木 秀規" userId="f68c5fd9-22d5-4c0a-9833-7fb0f5135313" providerId="ADAL" clId="{31AF745B-ECEE-4C51-8828-E2A47B117181}" dt="2021-01-26T06:13:09.258" v="563"/>
          <ac:spMkLst>
            <pc:docMk/>
            <pc:sldMk cId="882110079" sldId="382"/>
            <ac:spMk id="11" creationId="{D35B5DAD-402A-47F6-BDE7-E6BFDC074AA2}"/>
          </ac:spMkLst>
        </pc:spChg>
        <pc:spChg chg="add del mod">
          <ac:chgData name="鈴木 秀規" userId="f68c5fd9-22d5-4c0a-9833-7fb0f5135313" providerId="ADAL" clId="{31AF745B-ECEE-4C51-8828-E2A47B117181}" dt="2021-01-26T06:13:10.268" v="564"/>
          <ac:spMkLst>
            <pc:docMk/>
            <pc:sldMk cId="882110079" sldId="382"/>
            <ac:spMk id="12" creationId="{B480959C-1CD5-4F31-B9BC-85AB01582226}"/>
          </ac:spMkLst>
        </pc:spChg>
        <pc:spChg chg="add del mod">
          <ac:chgData name="鈴木 秀規" userId="f68c5fd9-22d5-4c0a-9833-7fb0f5135313" providerId="ADAL" clId="{31AF745B-ECEE-4C51-8828-E2A47B117181}" dt="2021-01-26T06:13:10.268" v="564"/>
          <ac:spMkLst>
            <pc:docMk/>
            <pc:sldMk cId="882110079" sldId="382"/>
            <ac:spMk id="13" creationId="{1E0DEAA7-3B68-4D92-A66C-5066B52F7B9D}"/>
          </ac:spMkLst>
        </pc:spChg>
        <pc:spChg chg="add del mod">
          <ac:chgData name="鈴木 秀規" userId="f68c5fd9-22d5-4c0a-9833-7fb0f5135313" providerId="ADAL" clId="{31AF745B-ECEE-4C51-8828-E2A47B117181}" dt="2021-01-26T06:13:10.268" v="564"/>
          <ac:spMkLst>
            <pc:docMk/>
            <pc:sldMk cId="882110079" sldId="382"/>
            <ac:spMk id="14" creationId="{CAA2818F-3A83-4B5C-8F0A-566E05D710BF}"/>
          </ac:spMkLst>
        </pc:spChg>
        <pc:spChg chg="add del mod">
          <ac:chgData name="鈴木 秀規" userId="f68c5fd9-22d5-4c0a-9833-7fb0f5135313" providerId="ADAL" clId="{31AF745B-ECEE-4C51-8828-E2A47B117181}" dt="2021-01-26T06:13:10.268" v="564"/>
          <ac:spMkLst>
            <pc:docMk/>
            <pc:sldMk cId="882110079" sldId="382"/>
            <ac:spMk id="15" creationId="{D5ABF18C-A6E1-4F2E-BEF8-142AF128745F}"/>
          </ac:spMkLst>
        </pc:spChg>
        <pc:spChg chg="add del mod">
          <ac:chgData name="鈴木 秀規" userId="f68c5fd9-22d5-4c0a-9833-7fb0f5135313" providerId="ADAL" clId="{31AF745B-ECEE-4C51-8828-E2A47B117181}" dt="2021-01-26T06:13:10.268" v="564"/>
          <ac:spMkLst>
            <pc:docMk/>
            <pc:sldMk cId="882110079" sldId="382"/>
            <ac:spMk id="16" creationId="{306E79C5-4E8C-480B-83AE-AC51A8646740}"/>
          </ac:spMkLst>
        </pc:spChg>
        <pc:spChg chg="add del mod">
          <ac:chgData name="鈴木 秀規" userId="f68c5fd9-22d5-4c0a-9833-7fb0f5135313" providerId="ADAL" clId="{31AF745B-ECEE-4C51-8828-E2A47B117181}" dt="2021-01-26T06:13:10.268" v="564"/>
          <ac:spMkLst>
            <pc:docMk/>
            <pc:sldMk cId="882110079" sldId="382"/>
            <ac:spMk id="17" creationId="{A850B1BF-6213-4268-9852-CB3510D15896}"/>
          </ac:spMkLst>
        </pc:spChg>
        <pc:spChg chg="add del mod">
          <ac:chgData name="鈴木 秀規" userId="f68c5fd9-22d5-4c0a-9833-7fb0f5135313" providerId="ADAL" clId="{31AF745B-ECEE-4C51-8828-E2A47B117181}" dt="2021-01-26T06:13:10.268" v="564"/>
          <ac:spMkLst>
            <pc:docMk/>
            <pc:sldMk cId="882110079" sldId="382"/>
            <ac:spMk id="18" creationId="{B9D5858B-041E-4C12-9353-A8913816EACA}"/>
          </ac:spMkLst>
        </pc:spChg>
        <pc:spChg chg="add del mod">
          <ac:chgData name="鈴木 秀規" userId="f68c5fd9-22d5-4c0a-9833-7fb0f5135313" providerId="ADAL" clId="{31AF745B-ECEE-4C51-8828-E2A47B117181}" dt="2021-01-26T06:13:10.268" v="564"/>
          <ac:spMkLst>
            <pc:docMk/>
            <pc:sldMk cId="882110079" sldId="382"/>
            <ac:spMk id="19" creationId="{815E56E7-6482-4976-9092-728CE18EB9EF}"/>
          </ac:spMkLst>
        </pc:spChg>
        <pc:spChg chg="add del mod">
          <ac:chgData name="鈴木 秀規" userId="f68c5fd9-22d5-4c0a-9833-7fb0f5135313" providerId="ADAL" clId="{31AF745B-ECEE-4C51-8828-E2A47B117181}" dt="2021-01-26T06:13:10.268" v="564"/>
          <ac:spMkLst>
            <pc:docMk/>
            <pc:sldMk cId="882110079" sldId="382"/>
            <ac:spMk id="20" creationId="{C97D492B-3C50-4A3F-B87A-920471D2A56F}"/>
          </ac:spMkLst>
        </pc:spChg>
        <pc:spChg chg="add del mod">
          <ac:chgData name="鈴木 秀規" userId="f68c5fd9-22d5-4c0a-9833-7fb0f5135313" providerId="ADAL" clId="{31AF745B-ECEE-4C51-8828-E2A47B117181}" dt="2021-01-26T06:13:10.268" v="564"/>
          <ac:spMkLst>
            <pc:docMk/>
            <pc:sldMk cId="882110079" sldId="382"/>
            <ac:spMk id="21" creationId="{73CF89BF-6EDA-4EA0-965E-6983E66667E3}"/>
          </ac:spMkLst>
        </pc:spChg>
        <pc:spChg chg="add del mod">
          <ac:chgData name="鈴木 秀規" userId="f68c5fd9-22d5-4c0a-9833-7fb0f5135313" providerId="ADAL" clId="{31AF745B-ECEE-4C51-8828-E2A47B117181}" dt="2021-01-26T06:13:10.268" v="564"/>
          <ac:spMkLst>
            <pc:docMk/>
            <pc:sldMk cId="882110079" sldId="382"/>
            <ac:spMk id="22" creationId="{0D637F13-D357-471A-9CF4-75DC530A5E46}"/>
          </ac:spMkLst>
        </pc:spChg>
        <pc:spChg chg="add mod">
          <ac:chgData name="鈴木 秀規" userId="f68c5fd9-22d5-4c0a-9833-7fb0f5135313" providerId="ADAL" clId="{31AF745B-ECEE-4C51-8828-E2A47B117181}" dt="2021-01-26T06:13:21.550" v="566"/>
          <ac:spMkLst>
            <pc:docMk/>
            <pc:sldMk cId="882110079" sldId="382"/>
            <ac:spMk id="23" creationId="{CB95B40C-D475-4805-8F2B-5CD1ABD082B6}"/>
          </ac:spMkLst>
        </pc:spChg>
        <pc:spChg chg="add mod">
          <ac:chgData name="鈴木 秀規" userId="f68c5fd9-22d5-4c0a-9833-7fb0f5135313" providerId="ADAL" clId="{31AF745B-ECEE-4C51-8828-E2A47B117181}" dt="2021-01-26T06:13:21.550" v="566"/>
          <ac:spMkLst>
            <pc:docMk/>
            <pc:sldMk cId="882110079" sldId="382"/>
            <ac:spMk id="24" creationId="{EB86E5A7-017E-4A6A-86EB-FCE90D3F8600}"/>
          </ac:spMkLst>
        </pc:spChg>
        <pc:spChg chg="add mod">
          <ac:chgData name="鈴木 秀規" userId="f68c5fd9-22d5-4c0a-9833-7fb0f5135313" providerId="ADAL" clId="{31AF745B-ECEE-4C51-8828-E2A47B117181}" dt="2021-01-26T06:13:53.480" v="572" actId="207"/>
          <ac:spMkLst>
            <pc:docMk/>
            <pc:sldMk cId="882110079" sldId="382"/>
            <ac:spMk id="25" creationId="{F64B71BA-0995-41C8-BCE7-7F5F1F8231EA}"/>
          </ac:spMkLst>
        </pc:spChg>
        <pc:spChg chg="mod">
          <ac:chgData name="鈴木 秀規" userId="f68c5fd9-22d5-4c0a-9833-7fb0f5135313" providerId="ADAL" clId="{31AF745B-ECEE-4C51-8828-E2A47B117181}" dt="2021-01-26T06:13:21.550" v="566"/>
          <ac:spMkLst>
            <pc:docMk/>
            <pc:sldMk cId="882110079" sldId="382"/>
            <ac:spMk id="28" creationId="{BFE9E4B7-18B0-4F27-AA9B-DA0E3D3991A7}"/>
          </ac:spMkLst>
        </pc:spChg>
        <pc:spChg chg="add mod">
          <ac:chgData name="鈴木 秀規" userId="f68c5fd9-22d5-4c0a-9833-7fb0f5135313" providerId="ADAL" clId="{31AF745B-ECEE-4C51-8828-E2A47B117181}" dt="2021-01-26T06:13:21.550" v="566"/>
          <ac:spMkLst>
            <pc:docMk/>
            <pc:sldMk cId="882110079" sldId="382"/>
            <ac:spMk id="29" creationId="{573DAD18-4E4E-45C1-ADF4-49219DC34074}"/>
          </ac:spMkLst>
        </pc:spChg>
        <pc:spChg chg="add mod">
          <ac:chgData name="鈴木 秀規" userId="f68c5fd9-22d5-4c0a-9833-7fb0f5135313" providerId="ADAL" clId="{31AF745B-ECEE-4C51-8828-E2A47B117181}" dt="2021-01-26T06:13:21.550" v="566"/>
          <ac:spMkLst>
            <pc:docMk/>
            <pc:sldMk cId="882110079" sldId="382"/>
            <ac:spMk id="30" creationId="{E70DE4C6-C26E-4F4C-9071-75AD0594AD5A}"/>
          </ac:spMkLst>
        </pc:spChg>
        <pc:spChg chg="add mod">
          <ac:chgData name="鈴木 秀規" userId="f68c5fd9-22d5-4c0a-9833-7fb0f5135313" providerId="ADAL" clId="{31AF745B-ECEE-4C51-8828-E2A47B117181}" dt="2021-01-26T06:13:21.550" v="566"/>
          <ac:spMkLst>
            <pc:docMk/>
            <pc:sldMk cId="882110079" sldId="382"/>
            <ac:spMk id="31" creationId="{D1BDC3E5-EA00-4C42-8A1E-852F56068736}"/>
          </ac:spMkLst>
        </pc:spChg>
        <pc:spChg chg="add mod">
          <ac:chgData name="鈴木 秀規" userId="f68c5fd9-22d5-4c0a-9833-7fb0f5135313" providerId="ADAL" clId="{31AF745B-ECEE-4C51-8828-E2A47B117181}" dt="2021-01-26T06:13:21.550" v="566"/>
          <ac:spMkLst>
            <pc:docMk/>
            <pc:sldMk cId="882110079" sldId="382"/>
            <ac:spMk id="32" creationId="{8C2C898B-8E04-48B9-8CEE-48779842213F}"/>
          </ac:spMkLst>
        </pc:spChg>
        <pc:spChg chg="add mod">
          <ac:chgData name="鈴木 秀規" userId="f68c5fd9-22d5-4c0a-9833-7fb0f5135313" providerId="ADAL" clId="{31AF745B-ECEE-4C51-8828-E2A47B117181}" dt="2021-01-26T06:13:21.550" v="566"/>
          <ac:spMkLst>
            <pc:docMk/>
            <pc:sldMk cId="882110079" sldId="382"/>
            <ac:spMk id="33" creationId="{998B1CBF-B26D-497D-9621-03A6FBE45715}"/>
          </ac:spMkLst>
        </pc:spChg>
        <pc:spChg chg="add mod">
          <ac:chgData name="鈴木 秀規" userId="f68c5fd9-22d5-4c0a-9833-7fb0f5135313" providerId="ADAL" clId="{31AF745B-ECEE-4C51-8828-E2A47B117181}" dt="2021-01-26T06:14:03.636" v="574" actId="207"/>
          <ac:spMkLst>
            <pc:docMk/>
            <pc:sldMk cId="882110079" sldId="382"/>
            <ac:spMk id="34" creationId="{924D5BA6-9DD1-4F22-8640-C4BBA5DCE744}"/>
          </ac:spMkLst>
        </pc:spChg>
        <pc:spChg chg="add mod">
          <ac:chgData name="鈴木 秀規" userId="f68c5fd9-22d5-4c0a-9833-7fb0f5135313" providerId="ADAL" clId="{31AF745B-ECEE-4C51-8828-E2A47B117181}" dt="2021-01-26T06:13:21.550" v="566"/>
          <ac:spMkLst>
            <pc:docMk/>
            <pc:sldMk cId="882110079" sldId="382"/>
            <ac:spMk id="35" creationId="{180FD0D4-BA62-4835-90CF-419910B6A754}"/>
          </ac:spMkLst>
        </pc:spChg>
        <pc:spChg chg="add mod">
          <ac:chgData name="鈴木 秀規" userId="f68c5fd9-22d5-4c0a-9833-7fb0f5135313" providerId="ADAL" clId="{31AF745B-ECEE-4C51-8828-E2A47B117181}" dt="2021-01-26T06:13:44.030" v="569" actId="207"/>
          <ac:spMkLst>
            <pc:docMk/>
            <pc:sldMk cId="882110079" sldId="382"/>
            <ac:spMk id="36" creationId="{E034CB9A-A4D2-48E9-9EE9-C639751C9AAA}"/>
          </ac:spMkLst>
        </pc:spChg>
        <pc:spChg chg="add mod">
          <ac:chgData name="鈴木 秀規" userId="f68c5fd9-22d5-4c0a-9833-7fb0f5135313" providerId="ADAL" clId="{31AF745B-ECEE-4C51-8828-E2A47B117181}" dt="2021-01-26T06:13:21.550" v="566"/>
          <ac:spMkLst>
            <pc:docMk/>
            <pc:sldMk cId="882110079" sldId="382"/>
            <ac:spMk id="37" creationId="{1D25F930-F554-4875-AAE2-2400D6012CD1}"/>
          </ac:spMkLst>
        </pc:spChg>
        <pc:spChg chg="add mod">
          <ac:chgData name="鈴木 秀規" userId="f68c5fd9-22d5-4c0a-9833-7fb0f5135313" providerId="ADAL" clId="{31AF745B-ECEE-4C51-8828-E2A47B117181}" dt="2021-01-26T06:13:21.550" v="566"/>
          <ac:spMkLst>
            <pc:docMk/>
            <pc:sldMk cId="882110079" sldId="382"/>
            <ac:spMk id="38" creationId="{E76DE0E2-CC83-48AE-AFA6-4671B3BC96CF}"/>
          </ac:spMkLst>
        </pc:spChg>
        <pc:spChg chg="add mod">
          <ac:chgData name="鈴木 秀規" userId="f68c5fd9-22d5-4c0a-9833-7fb0f5135313" providerId="ADAL" clId="{31AF745B-ECEE-4C51-8828-E2A47B117181}" dt="2021-01-26T06:13:44.030" v="569" actId="207"/>
          <ac:spMkLst>
            <pc:docMk/>
            <pc:sldMk cId="882110079" sldId="382"/>
            <ac:spMk id="39" creationId="{C39B4C02-6C83-4A45-9EFF-4B2F1446EC4A}"/>
          </ac:spMkLst>
        </pc:spChg>
        <pc:grpChg chg="add del mod">
          <ac:chgData name="鈴木 秀規" userId="f68c5fd9-22d5-4c0a-9833-7fb0f5135313" providerId="ADAL" clId="{31AF745B-ECEE-4C51-8828-E2A47B117181}" dt="2021-01-26T06:13:10.268" v="564"/>
          <ac:grpSpMkLst>
            <pc:docMk/>
            <pc:sldMk cId="882110079" sldId="382"/>
            <ac:grpSpMk id="9" creationId="{57BA293B-7FDC-47F9-A1CE-4F5F57ABEC39}"/>
          </ac:grpSpMkLst>
        </pc:grpChg>
        <pc:grpChg chg="add mod">
          <ac:chgData name="鈴木 秀規" userId="f68c5fd9-22d5-4c0a-9833-7fb0f5135313" providerId="ADAL" clId="{31AF745B-ECEE-4C51-8828-E2A47B117181}" dt="2021-01-26T06:13:21.550" v="566"/>
          <ac:grpSpMkLst>
            <pc:docMk/>
            <pc:sldMk cId="882110079" sldId="382"/>
            <ac:grpSpMk id="26" creationId="{917B620F-C4F7-41BD-9896-CE2FFAE60927}"/>
          </ac:grpSpMkLst>
        </pc:grpChg>
        <pc:picChg chg="mod">
          <ac:chgData name="鈴木 秀規" userId="f68c5fd9-22d5-4c0a-9833-7fb0f5135313" providerId="ADAL" clId="{31AF745B-ECEE-4C51-8828-E2A47B117181}" dt="2021-01-26T06:13:09.258" v="563"/>
          <ac:picMkLst>
            <pc:docMk/>
            <pc:sldMk cId="882110079" sldId="382"/>
            <ac:picMk id="10" creationId="{8CC84378-7F8F-40BE-AE6F-98331DD39749}"/>
          </ac:picMkLst>
        </pc:picChg>
        <pc:picChg chg="mod">
          <ac:chgData name="鈴木 秀規" userId="f68c5fd9-22d5-4c0a-9833-7fb0f5135313" providerId="ADAL" clId="{31AF745B-ECEE-4C51-8828-E2A47B117181}" dt="2021-01-26T06:13:21.550" v="566"/>
          <ac:picMkLst>
            <pc:docMk/>
            <pc:sldMk cId="882110079" sldId="382"/>
            <ac:picMk id="27" creationId="{24ACCD78-F9D6-4EC2-9BFF-C7E2157BD470}"/>
          </ac:picMkLst>
        </pc:picChg>
      </pc:sldChg>
      <pc:sldChg chg="addSp modSp new mod">
        <pc:chgData name="鈴木 秀規" userId="f68c5fd9-22d5-4c0a-9833-7fb0f5135313" providerId="ADAL" clId="{31AF745B-ECEE-4C51-8828-E2A47B117181}" dt="2021-01-26T06:16:04.560" v="587" actId="113"/>
        <pc:sldMkLst>
          <pc:docMk/>
          <pc:sldMk cId="2781782632" sldId="383"/>
        </pc:sldMkLst>
        <pc:spChg chg="mod">
          <ac:chgData name="鈴木 秀規" userId="f68c5fd9-22d5-4c0a-9833-7fb0f5135313" providerId="ADAL" clId="{31AF745B-ECEE-4C51-8828-E2A47B117181}" dt="2021-01-26T06:14:45.891" v="576"/>
          <ac:spMkLst>
            <pc:docMk/>
            <pc:sldMk cId="2781782632" sldId="383"/>
            <ac:spMk id="3" creationId="{B8B1C725-BA9E-47ED-B8AA-4F2EA343DE8A}"/>
          </ac:spMkLst>
        </pc:spChg>
        <pc:spChg chg="mod">
          <ac:chgData name="鈴木 秀規" userId="f68c5fd9-22d5-4c0a-9833-7fb0f5135313" providerId="ADAL" clId="{31AF745B-ECEE-4C51-8828-E2A47B117181}" dt="2021-01-26T06:16:04.560" v="587" actId="113"/>
          <ac:spMkLst>
            <pc:docMk/>
            <pc:sldMk cId="2781782632" sldId="383"/>
            <ac:spMk id="5" creationId="{CF651CCA-9F40-4BCE-A01F-0BD5D700C5E9}"/>
          </ac:spMkLst>
        </pc:spChg>
        <pc:picChg chg="add mod">
          <ac:chgData name="鈴木 秀規" userId="f68c5fd9-22d5-4c0a-9833-7fb0f5135313" providerId="ADAL" clId="{31AF745B-ECEE-4C51-8828-E2A47B117181}" dt="2021-01-26T06:15:26.687" v="583" actId="1076"/>
          <ac:picMkLst>
            <pc:docMk/>
            <pc:sldMk cId="2781782632" sldId="383"/>
            <ac:picMk id="6" creationId="{65279780-C5FC-45B9-9309-A9C6BF38E469}"/>
          </ac:picMkLst>
        </pc:picChg>
      </pc:sldChg>
      <pc:sldChg chg="addSp delSp modSp new mod delAnim modAnim">
        <pc:chgData name="鈴木 秀規" userId="f68c5fd9-22d5-4c0a-9833-7fb0f5135313" providerId="ADAL" clId="{31AF745B-ECEE-4C51-8828-E2A47B117181}" dt="2021-01-26T06:23:26.889" v="664" actId="255"/>
        <pc:sldMkLst>
          <pc:docMk/>
          <pc:sldMk cId="4147991204" sldId="384"/>
        </pc:sldMkLst>
        <pc:spChg chg="mod">
          <ac:chgData name="鈴木 秀規" userId="f68c5fd9-22d5-4c0a-9833-7fb0f5135313" providerId="ADAL" clId="{31AF745B-ECEE-4C51-8828-E2A47B117181}" dt="2021-01-26T06:16:39.823" v="597" actId="20577"/>
          <ac:spMkLst>
            <pc:docMk/>
            <pc:sldMk cId="4147991204" sldId="384"/>
            <ac:spMk id="3" creationId="{88B1A65F-8194-42FD-B9D9-616F8BCC232B}"/>
          </ac:spMkLst>
        </pc:spChg>
        <pc:spChg chg="mod">
          <ac:chgData name="鈴木 秀規" userId="f68c5fd9-22d5-4c0a-9833-7fb0f5135313" providerId="ADAL" clId="{31AF745B-ECEE-4C51-8828-E2A47B117181}" dt="2021-01-26T06:16:53.527" v="601" actId="14100"/>
          <ac:spMkLst>
            <pc:docMk/>
            <pc:sldMk cId="4147991204" sldId="384"/>
            <ac:spMk id="5" creationId="{24DBC3E7-31A6-42EF-B371-B658D9FC74AB}"/>
          </ac:spMkLst>
        </pc:spChg>
        <pc:spChg chg="add mod">
          <ac:chgData name="鈴木 秀規" userId="f68c5fd9-22d5-4c0a-9833-7fb0f5135313" providerId="ADAL" clId="{31AF745B-ECEE-4C51-8828-E2A47B117181}" dt="2021-01-26T06:23:26.889" v="664" actId="255"/>
          <ac:spMkLst>
            <pc:docMk/>
            <pc:sldMk cId="4147991204" sldId="384"/>
            <ac:spMk id="7" creationId="{1CD216F2-0B99-4613-A820-9845B1647BC0}"/>
          </ac:spMkLst>
        </pc:spChg>
        <pc:spChg chg="add del mod">
          <ac:chgData name="鈴木 秀規" userId="f68c5fd9-22d5-4c0a-9833-7fb0f5135313" providerId="ADAL" clId="{31AF745B-ECEE-4C51-8828-E2A47B117181}" dt="2021-01-26T06:22:51.841" v="654" actId="478"/>
          <ac:spMkLst>
            <pc:docMk/>
            <pc:sldMk cId="4147991204" sldId="384"/>
            <ac:spMk id="8" creationId="{F0A0FDD0-E7FD-40D2-BB0C-A7CD33611AA9}"/>
          </ac:spMkLst>
        </pc:spChg>
        <pc:spChg chg="add del mod">
          <ac:chgData name="鈴木 秀規" userId="f68c5fd9-22d5-4c0a-9833-7fb0f5135313" providerId="ADAL" clId="{31AF745B-ECEE-4C51-8828-E2A47B117181}" dt="2021-01-26T06:19:53.679" v="621" actId="478"/>
          <ac:spMkLst>
            <pc:docMk/>
            <pc:sldMk cId="4147991204" sldId="384"/>
            <ac:spMk id="9" creationId="{941A2A67-B610-477B-8872-318FEDC6FCEB}"/>
          </ac:spMkLst>
        </pc:spChg>
        <pc:spChg chg="add mod">
          <ac:chgData name="鈴木 秀規" userId="f68c5fd9-22d5-4c0a-9833-7fb0f5135313" providerId="ADAL" clId="{31AF745B-ECEE-4C51-8828-E2A47B117181}" dt="2021-01-26T06:20:09.586" v="624" actId="14100"/>
          <ac:spMkLst>
            <pc:docMk/>
            <pc:sldMk cId="4147991204" sldId="384"/>
            <ac:spMk id="10" creationId="{EE64B79F-B591-443A-A2E7-C73CBE6ECB13}"/>
          </ac:spMkLst>
        </pc:spChg>
        <pc:picChg chg="add del mod">
          <ac:chgData name="鈴木 秀規" userId="f68c5fd9-22d5-4c0a-9833-7fb0f5135313" providerId="ADAL" clId="{31AF745B-ECEE-4C51-8828-E2A47B117181}" dt="2021-01-26T06:17:06.905" v="603" actId="478"/>
          <ac:picMkLst>
            <pc:docMk/>
            <pc:sldMk cId="4147991204" sldId="384"/>
            <ac:picMk id="6" creationId="{BA18E97F-DC42-46DB-BD15-E1F243CBE847}"/>
          </ac:picMkLst>
        </pc:picChg>
        <pc:picChg chg="add mod">
          <ac:chgData name="鈴木 秀規" userId="f68c5fd9-22d5-4c0a-9833-7fb0f5135313" providerId="ADAL" clId="{31AF745B-ECEE-4C51-8828-E2A47B117181}" dt="2021-01-26T06:19:02.426" v="613" actId="1076"/>
          <ac:picMkLst>
            <pc:docMk/>
            <pc:sldMk cId="4147991204" sldId="384"/>
            <ac:picMk id="1026" creationId="{6903FB68-4A4A-42EB-A759-26E220FD56CD}"/>
          </ac:picMkLst>
        </pc:picChg>
      </pc:sldChg>
      <pc:sldChg chg="modSp new mod">
        <pc:chgData name="鈴木 秀規" userId="f68c5fd9-22d5-4c0a-9833-7fb0f5135313" providerId="ADAL" clId="{31AF745B-ECEE-4C51-8828-E2A47B117181}" dt="2021-01-26T06:22:18.153" v="652" actId="207"/>
        <pc:sldMkLst>
          <pc:docMk/>
          <pc:sldMk cId="1389535331" sldId="385"/>
        </pc:sldMkLst>
        <pc:spChg chg="mod">
          <ac:chgData name="鈴木 秀規" userId="f68c5fd9-22d5-4c0a-9833-7fb0f5135313" providerId="ADAL" clId="{31AF745B-ECEE-4C51-8828-E2A47B117181}" dt="2021-01-26T06:20:58.455" v="626"/>
          <ac:spMkLst>
            <pc:docMk/>
            <pc:sldMk cId="1389535331" sldId="385"/>
            <ac:spMk id="3" creationId="{496F8A16-68B0-4614-9906-69CEE0EBA64D}"/>
          </ac:spMkLst>
        </pc:spChg>
        <pc:spChg chg="mod">
          <ac:chgData name="鈴木 秀規" userId="f68c5fd9-22d5-4c0a-9833-7fb0f5135313" providerId="ADAL" clId="{31AF745B-ECEE-4C51-8828-E2A47B117181}" dt="2021-01-26T06:22:18.153" v="652" actId="207"/>
          <ac:spMkLst>
            <pc:docMk/>
            <pc:sldMk cId="1389535331" sldId="385"/>
            <ac:spMk id="5" creationId="{6F728591-7CBD-4AD4-9F32-C84F67FFA042}"/>
          </ac:spMkLst>
        </pc:spChg>
      </pc:sldChg>
      <pc:sldChg chg="modSp new mod">
        <pc:chgData name="鈴木 秀規" userId="f68c5fd9-22d5-4c0a-9833-7fb0f5135313" providerId="ADAL" clId="{31AF745B-ECEE-4C51-8828-E2A47B117181}" dt="2021-01-26T06:25:31.114" v="700" actId="207"/>
        <pc:sldMkLst>
          <pc:docMk/>
          <pc:sldMk cId="3711062952" sldId="386"/>
        </pc:sldMkLst>
        <pc:spChg chg="mod">
          <ac:chgData name="鈴木 秀規" userId="f68c5fd9-22d5-4c0a-9833-7fb0f5135313" providerId="ADAL" clId="{31AF745B-ECEE-4C51-8828-E2A47B117181}" dt="2021-01-26T06:23:47.429" v="665"/>
          <ac:spMkLst>
            <pc:docMk/>
            <pc:sldMk cId="3711062952" sldId="386"/>
            <ac:spMk id="3" creationId="{BB422BF4-F7D4-4F39-B554-AB828A85924E}"/>
          </ac:spMkLst>
        </pc:spChg>
        <pc:spChg chg="mod">
          <ac:chgData name="鈴木 秀規" userId="f68c5fd9-22d5-4c0a-9833-7fb0f5135313" providerId="ADAL" clId="{31AF745B-ECEE-4C51-8828-E2A47B117181}" dt="2021-01-26T06:25:31.114" v="700" actId="207"/>
          <ac:spMkLst>
            <pc:docMk/>
            <pc:sldMk cId="3711062952" sldId="386"/>
            <ac:spMk id="5" creationId="{23BCC0A4-DBE2-4C84-BDC2-543B3A071296}"/>
          </ac:spMkLst>
        </pc:spChg>
      </pc:sldChg>
      <pc:sldChg chg="addSp delSp modSp new mod">
        <pc:chgData name="鈴木 秀規" userId="f68c5fd9-22d5-4c0a-9833-7fb0f5135313" providerId="ADAL" clId="{31AF745B-ECEE-4C51-8828-E2A47B117181}" dt="2021-01-26T06:30:36.692" v="750" actId="14100"/>
        <pc:sldMkLst>
          <pc:docMk/>
          <pc:sldMk cId="556755707" sldId="387"/>
        </pc:sldMkLst>
        <pc:spChg chg="mod">
          <ac:chgData name="鈴木 秀規" userId="f68c5fd9-22d5-4c0a-9833-7fb0f5135313" providerId="ADAL" clId="{31AF745B-ECEE-4C51-8828-E2A47B117181}" dt="2021-01-26T06:25:47.215" v="702"/>
          <ac:spMkLst>
            <pc:docMk/>
            <pc:sldMk cId="556755707" sldId="387"/>
            <ac:spMk id="3" creationId="{D055E71E-3900-411D-A4AF-1AFDE03A9EBB}"/>
          </ac:spMkLst>
        </pc:spChg>
        <pc:spChg chg="del">
          <ac:chgData name="鈴木 秀規" userId="f68c5fd9-22d5-4c0a-9833-7fb0f5135313" providerId="ADAL" clId="{31AF745B-ECEE-4C51-8828-E2A47B117181}" dt="2021-01-26T06:26:16.459" v="703" actId="478"/>
          <ac:spMkLst>
            <pc:docMk/>
            <pc:sldMk cId="556755707" sldId="387"/>
            <ac:spMk id="5" creationId="{CB977DC8-CF7B-491D-AE32-FFE9DC6D56EC}"/>
          </ac:spMkLst>
        </pc:spChg>
        <pc:spChg chg="add mod">
          <ac:chgData name="鈴木 秀規" userId="f68c5fd9-22d5-4c0a-9833-7fb0f5135313" providerId="ADAL" clId="{31AF745B-ECEE-4C51-8828-E2A47B117181}" dt="2021-01-26T06:30:36.692" v="750" actId="14100"/>
          <ac:spMkLst>
            <pc:docMk/>
            <pc:sldMk cId="556755707" sldId="387"/>
            <ac:spMk id="6" creationId="{DB5FF637-F24E-4A0E-A8E9-3B89CDB9528C}"/>
          </ac:spMkLst>
        </pc:spChg>
        <pc:spChg chg="add mod">
          <ac:chgData name="鈴木 秀規" userId="f68c5fd9-22d5-4c0a-9833-7fb0f5135313" providerId="ADAL" clId="{31AF745B-ECEE-4C51-8828-E2A47B117181}" dt="2021-01-26T06:29:57.313" v="747" actId="1036"/>
          <ac:spMkLst>
            <pc:docMk/>
            <pc:sldMk cId="556755707" sldId="387"/>
            <ac:spMk id="7" creationId="{3A7BFF58-BDCE-4270-9567-91B91CB59120}"/>
          </ac:spMkLst>
        </pc:spChg>
        <pc:spChg chg="add mod">
          <ac:chgData name="鈴木 秀規" userId="f68c5fd9-22d5-4c0a-9833-7fb0f5135313" providerId="ADAL" clId="{31AF745B-ECEE-4C51-8828-E2A47B117181}" dt="2021-01-26T06:30:03.561" v="749" actId="1036"/>
          <ac:spMkLst>
            <pc:docMk/>
            <pc:sldMk cId="556755707" sldId="387"/>
            <ac:spMk id="8" creationId="{3E47FB20-4DA8-4B89-9C1C-B56A81CFBD86}"/>
          </ac:spMkLst>
        </pc:spChg>
        <pc:spChg chg="add mod">
          <ac:chgData name="鈴木 秀規" userId="f68c5fd9-22d5-4c0a-9833-7fb0f5135313" providerId="ADAL" clId="{31AF745B-ECEE-4C51-8828-E2A47B117181}" dt="2021-01-26T06:29:46.723" v="740" actId="1076"/>
          <ac:spMkLst>
            <pc:docMk/>
            <pc:sldMk cId="556755707" sldId="387"/>
            <ac:spMk id="9" creationId="{C47ADA95-0A25-40DC-B9CF-048F22043620}"/>
          </ac:spMkLst>
        </pc:spChg>
      </pc:sldChg>
      <pc:sldChg chg="modSp new mod">
        <pc:chgData name="鈴木 秀規" userId="f68c5fd9-22d5-4c0a-9833-7fb0f5135313" providerId="ADAL" clId="{31AF745B-ECEE-4C51-8828-E2A47B117181}" dt="2021-01-26T06:33:38.699" v="790" actId="20577"/>
        <pc:sldMkLst>
          <pc:docMk/>
          <pc:sldMk cId="2438793549" sldId="388"/>
        </pc:sldMkLst>
        <pc:spChg chg="mod">
          <ac:chgData name="鈴木 秀規" userId="f68c5fd9-22d5-4c0a-9833-7fb0f5135313" providerId="ADAL" clId="{31AF745B-ECEE-4C51-8828-E2A47B117181}" dt="2021-01-26T06:31:30.837" v="752"/>
          <ac:spMkLst>
            <pc:docMk/>
            <pc:sldMk cId="2438793549" sldId="388"/>
            <ac:spMk id="3" creationId="{C610E423-A142-4AA0-8F53-A880ECB84638}"/>
          </ac:spMkLst>
        </pc:spChg>
        <pc:spChg chg="mod">
          <ac:chgData name="鈴木 秀規" userId="f68c5fd9-22d5-4c0a-9833-7fb0f5135313" providerId="ADAL" clId="{31AF745B-ECEE-4C51-8828-E2A47B117181}" dt="2021-01-26T06:33:38.699" v="790" actId="20577"/>
          <ac:spMkLst>
            <pc:docMk/>
            <pc:sldMk cId="2438793549" sldId="388"/>
            <ac:spMk id="5" creationId="{F46EF505-320C-46BD-B709-62F840190822}"/>
          </ac:spMkLst>
        </pc:spChg>
      </pc:sldChg>
      <pc:sldChg chg="addSp modSp new mod">
        <pc:chgData name="鈴木 秀規" userId="f68c5fd9-22d5-4c0a-9833-7fb0f5135313" providerId="ADAL" clId="{31AF745B-ECEE-4C51-8828-E2A47B117181}" dt="2021-01-26T06:36:17.453" v="826" actId="1076"/>
        <pc:sldMkLst>
          <pc:docMk/>
          <pc:sldMk cId="1715481522" sldId="389"/>
        </pc:sldMkLst>
        <pc:spChg chg="mod">
          <ac:chgData name="鈴木 秀規" userId="f68c5fd9-22d5-4c0a-9833-7fb0f5135313" providerId="ADAL" clId="{31AF745B-ECEE-4C51-8828-E2A47B117181}" dt="2021-01-26T06:33:54.359" v="792"/>
          <ac:spMkLst>
            <pc:docMk/>
            <pc:sldMk cId="1715481522" sldId="389"/>
            <ac:spMk id="3" creationId="{274C6DF9-4F40-4E35-B127-AD76C03E164C}"/>
          </ac:spMkLst>
        </pc:spChg>
        <pc:spChg chg="mod">
          <ac:chgData name="鈴木 秀規" userId="f68c5fd9-22d5-4c0a-9833-7fb0f5135313" providerId="ADAL" clId="{31AF745B-ECEE-4C51-8828-E2A47B117181}" dt="2021-01-26T06:34:13.444" v="798" actId="14100"/>
          <ac:spMkLst>
            <pc:docMk/>
            <pc:sldMk cId="1715481522" sldId="389"/>
            <ac:spMk id="5" creationId="{3C1DD7FF-865D-416B-9120-CF864BAE9874}"/>
          </ac:spMkLst>
        </pc:spChg>
        <pc:graphicFrameChg chg="add mod modGraphic">
          <ac:chgData name="鈴木 秀規" userId="f68c5fd9-22d5-4c0a-9833-7fb0f5135313" providerId="ADAL" clId="{31AF745B-ECEE-4C51-8828-E2A47B117181}" dt="2021-01-26T06:35:31.045" v="808" actId="1076"/>
          <ac:graphicFrameMkLst>
            <pc:docMk/>
            <pc:sldMk cId="1715481522" sldId="389"/>
            <ac:graphicFrameMk id="6" creationId="{631281BD-0237-40F4-91CF-FA5B941265D3}"/>
          </ac:graphicFrameMkLst>
        </pc:graphicFrameChg>
        <pc:picChg chg="add mod">
          <ac:chgData name="鈴木 秀規" userId="f68c5fd9-22d5-4c0a-9833-7fb0f5135313" providerId="ADAL" clId="{31AF745B-ECEE-4C51-8828-E2A47B117181}" dt="2021-01-26T06:36:17.453" v="826" actId="1076"/>
          <ac:picMkLst>
            <pc:docMk/>
            <pc:sldMk cId="1715481522" sldId="389"/>
            <ac:picMk id="7" creationId="{E45271C7-AA74-43AE-A4E8-DE6603F047A6}"/>
          </ac:picMkLst>
        </pc:picChg>
        <pc:picChg chg="add mod">
          <ac:chgData name="鈴木 秀規" userId="f68c5fd9-22d5-4c0a-9833-7fb0f5135313" providerId="ADAL" clId="{31AF745B-ECEE-4C51-8828-E2A47B117181}" dt="2021-01-26T06:36:12.681" v="825" actId="1076"/>
          <ac:picMkLst>
            <pc:docMk/>
            <pc:sldMk cId="1715481522" sldId="389"/>
            <ac:picMk id="8" creationId="{640D49C3-8B55-4FF1-AE83-D00762148637}"/>
          </ac:picMkLst>
        </pc:picChg>
        <pc:picChg chg="add mod">
          <ac:chgData name="鈴木 秀規" userId="f68c5fd9-22d5-4c0a-9833-7fb0f5135313" providerId="ADAL" clId="{31AF745B-ECEE-4C51-8828-E2A47B117181}" dt="2021-01-26T06:36:07.752" v="824" actId="1038"/>
          <ac:picMkLst>
            <pc:docMk/>
            <pc:sldMk cId="1715481522" sldId="389"/>
            <ac:picMk id="9" creationId="{F251F0C4-D23F-4222-A6DB-D2308DA9E82F}"/>
          </ac:picMkLst>
        </pc:picChg>
      </pc:sldChg>
      <pc:sldChg chg="addSp modSp new mod">
        <pc:chgData name="鈴木 秀規" userId="f68c5fd9-22d5-4c0a-9833-7fb0f5135313" providerId="ADAL" clId="{31AF745B-ECEE-4C51-8828-E2A47B117181}" dt="2021-01-26T06:38:34.845" v="845" actId="14100"/>
        <pc:sldMkLst>
          <pc:docMk/>
          <pc:sldMk cId="2118453056" sldId="390"/>
        </pc:sldMkLst>
        <pc:spChg chg="mod">
          <ac:chgData name="鈴木 秀規" userId="f68c5fd9-22d5-4c0a-9833-7fb0f5135313" providerId="ADAL" clId="{31AF745B-ECEE-4C51-8828-E2A47B117181}" dt="2021-01-26T06:36:54.867" v="828"/>
          <ac:spMkLst>
            <pc:docMk/>
            <pc:sldMk cId="2118453056" sldId="390"/>
            <ac:spMk id="3" creationId="{21605FE5-64C9-4BF4-9F3F-7B719FB78C85}"/>
          </ac:spMkLst>
        </pc:spChg>
        <pc:spChg chg="mod">
          <ac:chgData name="鈴木 秀規" userId="f68c5fd9-22d5-4c0a-9833-7fb0f5135313" providerId="ADAL" clId="{31AF745B-ECEE-4C51-8828-E2A47B117181}" dt="2021-01-26T06:37:11.632" v="832" actId="14100"/>
          <ac:spMkLst>
            <pc:docMk/>
            <pc:sldMk cId="2118453056" sldId="390"/>
            <ac:spMk id="5" creationId="{C116B22A-AD6D-47DA-A67D-CEC3EDD5618A}"/>
          </ac:spMkLst>
        </pc:spChg>
        <pc:spChg chg="add mod">
          <ac:chgData name="鈴木 秀規" userId="f68c5fd9-22d5-4c0a-9833-7fb0f5135313" providerId="ADAL" clId="{31AF745B-ECEE-4C51-8828-E2A47B117181}" dt="2021-01-26T06:38:34.845" v="845" actId="14100"/>
          <ac:spMkLst>
            <pc:docMk/>
            <pc:sldMk cId="2118453056" sldId="390"/>
            <ac:spMk id="7" creationId="{1BB70643-3072-4F68-9F32-5E53C7C57439}"/>
          </ac:spMkLst>
        </pc:spChg>
        <pc:graphicFrameChg chg="add mod modGraphic">
          <ac:chgData name="鈴木 秀規" userId="f68c5fd9-22d5-4c0a-9833-7fb0f5135313" providerId="ADAL" clId="{31AF745B-ECEE-4C51-8828-E2A47B117181}" dt="2021-01-26T06:38:29.060" v="843" actId="404"/>
          <ac:graphicFrameMkLst>
            <pc:docMk/>
            <pc:sldMk cId="2118453056" sldId="390"/>
            <ac:graphicFrameMk id="6" creationId="{297DB172-46A9-4949-8D1D-B1671A9C80CD}"/>
          </ac:graphicFrameMkLst>
        </pc:graphicFrameChg>
      </pc:sldChg>
      <pc:sldChg chg="addSp modSp new mod">
        <pc:chgData name="鈴木 秀規" userId="f68c5fd9-22d5-4c0a-9833-7fb0f5135313" providerId="ADAL" clId="{31AF745B-ECEE-4C51-8828-E2A47B117181}" dt="2021-01-26T06:40:17.458" v="866" actId="1076"/>
        <pc:sldMkLst>
          <pc:docMk/>
          <pc:sldMk cId="2854077937" sldId="391"/>
        </pc:sldMkLst>
        <pc:spChg chg="mod">
          <ac:chgData name="鈴木 秀規" userId="f68c5fd9-22d5-4c0a-9833-7fb0f5135313" providerId="ADAL" clId="{31AF745B-ECEE-4C51-8828-E2A47B117181}" dt="2021-01-26T06:39:01.335" v="847"/>
          <ac:spMkLst>
            <pc:docMk/>
            <pc:sldMk cId="2854077937" sldId="391"/>
            <ac:spMk id="3" creationId="{7A506605-B0B9-4B0D-8607-6103FC129341}"/>
          </ac:spMkLst>
        </pc:spChg>
        <pc:spChg chg="mod">
          <ac:chgData name="鈴木 秀規" userId="f68c5fd9-22d5-4c0a-9833-7fb0f5135313" providerId="ADAL" clId="{31AF745B-ECEE-4C51-8828-E2A47B117181}" dt="2021-01-26T06:39:59.122" v="863" actId="20577"/>
          <ac:spMkLst>
            <pc:docMk/>
            <pc:sldMk cId="2854077937" sldId="391"/>
            <ac:spMk id="5" creationId="{B70CD2A3-08F1-4371-A97B-69D3EEECE0B6}"/>
          </ac:spMkLst>
        </pc:spChg>
        <pc:spChg chg="add mod">
          <ac:chgData name="鈴木 秀規" userId="f68c5fd9-22d5-4c0a-9833-7fb0f5135313" providerId="ADAL" clId="{31AF745B-ECEE-4C51-8828-E2A47B117181}" dt="2021-01-26T06:40:15.257" v="865" actId="14100"/>
          <ac:spMkLst>
            <pc:docMk/>
            <pc:sldMk cId="2854077937" sldId="391"/>
            <ac:spMk id="6" creationId="{E4998E1D-F552-42EC-8877-9BDAE4238C38}"/>
          </ac:spMkLst>
        </pc:spChg>
        <pc:spChg chg="add mod">
          <ac:chgData name="鈴木 秀規" userId="f68c5fd9-22d5-4c0a-9833-7fb0f5135313" providerId="ADAL" clId="{31AF745B-ECEE-4C51-8828-E2A47B117181}" dt="2021-01-26T06:40:17.458" v="866" actId="1076"/>
          <ac:spMkLst>
            <pc:docMk/>
            <pc:sldMk cId="2854077937" sldId="391"/>
            <ac:spMk id="7" creationId="{7E5A696E-578D-4B92-8E2F-29C2483A1788}"/>
          </ac:spMkLst>
        </pc:spChg>
      </pc:sldChg>
      <pc:sldChg chg="modSp new mod">
        <pc:chgData name="鈴木 秀規" userId="f68c5fd9-22d5-4c0a-9833-7fb0f5135313" providerId="ADAL" clId="{31AF745B-ECEE-4C51-8828-E2A47B117181}" dt="2021-01-26T06:42:05.724" v="899" actId="207"/>
        <pc:sldMkLst>
          <pc:docMk/>
          <pc:sldMk cId="2566377597" sldId="392"/>
        </pc:sldMkLst>
        <pc:spChg chg="mod">
          <ac:chgData name="鈴木 秀規" userId="f68c5fd9-22d5-4c0a-9833-7fb0f5135313" providerId="ADAL" clId="{31AF745B-ECEE-4C51-8828-E2A47B117181}" dt="2021-01-26T06:40:32.225" v="868"/>
          <ac:spMkLst>
            <pc:docMk/>
            <pc:sldMk cId="2566377597" sldId="392"/>
            <ac:spMk id="3" creationId="{3CDA359F-22F3-44B7-A8BB-5C7D6B8EB399}"/>
          </ac:spMkLst>
        </pc:spChg>
        <pc:spChg chg="mod">
          <ac:chgData name="鈴木 秀規" userId="f68c5fd9-22d5-4c0a-9833-7fb0f5135313" providerId="ADAL" clId="{31AF745B-ECEE-4C51-8828-E2A47B117181}" dt="2021-01-26T06:42:05.724" v="899" actId="207"/>
          <ac:spMkLst>
            <pc:docMk/>
            <pc:sldMk cId="2566377597" sldId="392"/>
            <ac:spMk id="5" creationId="{1EADADA1-FD30-495E-ADBE-241685CE217B}"/>
          </ac:spMkLst>
        </pc:spChg>
      </pc:sldChg>
      <pc:sldChg chg="modSp new mod">
        <pc:chgData name="鈴木 秀規" userId="f68c5fd9-22d5-4c0a-9833-7fb0f5135313" providerId="ADAL" clId="{31AF745B-ECEE-4C51-8828-E2A47B117181}" dt="2021-01-26T06:43:26.060" v="923" actId="207"/>
        <pc:sldMkLst>
          <pc:docMk/>
          <pc:sldMk cId="1398339670" sldId="393"/>
        </pc:sldMkLst>
        <pc:spChg chg="mod">
          <ac:chgData name="鈴木 秀規" userId="f68c5fd9-22d5-4c0a-9833-7fb0f5135313" providerId="ADAL" clId="{31AF745B-ECEE-4C51-8828-E2A47B117181}" dt="2021-01-26T06:42:21.385" v="901"/>
          <ac:spMkLst>
            <pc:docMk/>
            <pc:sldMk cId="1398339670" sldId="393"/>
            <ac:spMk id="3" creationId="{CC2600F4-4C41-40A4-B127-4C95273C2234}"/>
          </ac:spMkLst>
        </pc:spChg>
        <pc:spChg chg="mod">
          <ac:chgData name="鈴木 秀規" userId="f68c5fd9-22d5-4c0a-9833-7fb0f5135313" providerId="ADAL" clId="{31AF745B-ECEE-4C51-8828-E2A47B117181}" dt="2021-01-26T06:43:26.060" v="923" actId="207"/>
          <ac:spMkLst>
            <pc:docMk/>
            <pc:sldMk cId="1398339670" sldId="393"/>
            <ac:spMk id="5" creationId="{B8045AC5-6FD9-48E8-8FFD-CD130F3B1311}"/>
          </ac:spMkLst>
        </pc:spChg>
      </pc:sldChg>
    </pc:docChg>
  </pc:docChgLst>
  <pc:docChgLst>
    <pc:chgData name="鈴木 秀規" userId="f68c5fd9-22d5-4c0a-9833-7fb0f5135313" providerId="ADAL" clId="{F2CAF9F8-F2C6-4EF5-92E4-F89FCD0750B4}"/>
    <pc:docChg chg="undo custSel addSld delSld modSld">
      <pc:chgData name="鈴木 秀規" userId="f68c5fd9-22d5-4c0a-9833-7fb0f5135313" providerId="ADAL" clId="{F2CAF9F8-F2C6-4EF5-92E4-F89FCD0750B4}" dt="2021-01-12T05:39:59.693" v="1538" actId="20577"/>
      <pc:docMkLst>
        <pc:docMk/>
      </pc:docMkLst>
      <pc:sldChg chg="modSp">
        <pc:chgData name="鈴木 秀規" userId="f68c5fd9-22d5-4c0a-9833-7fb0f5135313" providerId="ADAL" clId="{F2CAF9F8-F2C6-4EF5-92E4-F89FCD0750B4}" dt="2021-01-12T04:36:59.608" v="0"/>
        <pc:sldMkLst>
          <pc:docMk/>
          <pc:sldMk cId="0" sldId="256"/>
        </pc:sldMkLst>
        <pc:spChg chg="mod">
          <ac:chgData name="鈴木 秀規" userId="f68c5fd9-22d5-4c0a-9833-7fb0f5135313" providerId="ADAL" clId="{F2CAF9F8-F2C6-4EF5-92E4-F89FCD0750B4}" dt="2021-01-12T04:36:59.608" v="0"/>
          <ac:spMkLst>
            <pc:docMk/>
            <pc:sldMk cId="0" sldId="256"/>
            <ac:spMk id="3" creationId="{1AF37D55-893C-40DE-8876-567A09F9C298}"/>
          </ac:spMkLst>
        </pc:spChg>
        <pc:spChg chg="mod">
          <ac:chgData name="鈴木 秀規" userId="f68c5fd9-22d5-4c0a-9833-7fb0f5135313" providerId="ADAL" clId="{F2CAF9F8-F2C6-4EF5-92E4-F89FCD0750B4}" dt="2021-01-12T04:36:59.608" v="0"/>
          <ac:spMkLst>
            <pc:docMk/>
            <pc:sldMk cId="0" sldId="256"/>
            <ac:spMk id="56" creationId="{00000000-0000-0000-0000-000000000000}"/>
          </ac:spMkLst>
        </pc:spChg>
      </pc:sldChg>
      <pc:sldChg chg="modSp del mod">
        <pc:chgData name="鈴木 秀規" userId="f68c5fd9-22d5-4c0a-9833-7fb0f5135313" providerId="ADAL" clId="{F2CAF9F8-F2C6-4EF5-92E4-F89FCD0750B4}" dt="2021-01-12T04:40:43.366" v="27" actId="47"/>
        <pc:sldMkLst>
          <pc:docMk/>
          <pc:sldMk cId="510692425" sldId="259"/>
        </pc:sldMkLst>
        <pc:spChg chg="mod">
          <ac:chgData name="鈴木 秀規" userId="f68c5fd9-22d5-4c0a-9833-7fb0f5135313" providerId="ADAL" clId="{F2CAF9F8-F2C6-4EF5-92E4-F89FCD0750B4}" dt="2021-01-12T04:36:59.608" v="0"/>
          <ac:spMkLst>
            <pc:docMk/>
            <pc:sldMk cId="510692425" sldId="259"/>
            <ac:spMk id="5" creationId="{A3029779-EAC3-4C79-8D54-6C50A59BB25F}"/>
          </ac:spMkLst>
        </pc:spChg>
        <pc:spChg chg="mod">
          <ac:chgData name="鈴木 秀規" userId="f68c5fd9-22d5-4c0a-9833-7fb0f5135313" providerId="ADAL" clId="{F2CAF9F8-F2C6-4EF5-92E4-F89FCD0750B4}" dt="2021-01-12T04:36:59.608" v="0"/>
          <ac:spMkLst>
            <pc:docMk/>
            <pc:sldMk cId="510692425" sldId="259"/>
            <ac:spMk id="6" creationId="{93CAF3DF-C091-49F3-9A99-6DC437D36896}"/>
          </ac:spMkLst>
        </pc:spChg>
        <pc:spChg chg="mod">
          <ac:chgData name="鈴木 秀規" userId="f68c5fd9-22d5-4c0a-9833-7fb0f5135313" providerId="ADAL" clId="{F2CAF9F8-F2C6-4EF5-92E4-F89FCD0750B4}" dt="2021-01-12T04:36:59.608" v="0"/>
          <ac:spMkLst>
            <pc:docMk/>
            <pc:sldMk cId="510692425" sldId="259"/>
            <ac:spMk id="7" creationId="{26125C28-3058-490D-92C2-94CB56CB505F}"/>
          </ac:spMkLst>
        </pc:spChg>
        <pc:spChg chg="mod">
          <ac:chgData name="鈴木 秀規" userId="f68c5fd9-22d5-4c0a-9833-7fb0f5135313" providerId="ADAL" clId="{F2CAF9F8-F2C6-4EF5-92E4-F89FCD0750B4}" dt="2021-01-12T04:38:18.880" v="6" actId="2711"/>
          <ac:spMkLst>
            <pc:docMk/>
            <pc:sldMk cId="510692425" sldId="259"/>
            <ac:spMk id="10" creationId="{3E5F57E8-1388-43AE-8DB4-00724FCD3EB3}"/>
          </ac:spMkLst>
        </pc:spChg>
        <pc:spChg chg="mod">
          <ac:chgData name="鈴木 秀規" userId="f68c5fd9-22d5-4c0a-9833-7fb0f5135313" providerId="ADAL" clId="{F2CAF9F8-F2C6-4EF5-92E4-F89FCD0750B4}" dt="2021-01-12T04:40:35.582" v="24" actId="1076"/>
          <ac:spMkLst>
            <pc:docMk/>
            <pc:sldMk cId="510692425" sldId="259"/>
            <ac:spMk id="16" creationId="{15D20A36-4487-7441-AAC0-662645AC7C25}"/>
          </ac:spMkLst>
        </pc:spChg>
      </pc:sldChg>
      <pc:sldChg chg="modSp">
        <pc:chgData name="鈴木 秀規" userId="f68c5fd9-22d5-4c0a-9833-7fb0f5135313" providerId="ADAL" clId="{F2CAF9F8-F2C6-4EF5-92E4-F89FCD0750B4}" dt="2021-01-12T04:36:59.608" v="0"/>
        <pc:sldMkLst>
          <pc:docMk/>
          <pc:sldMk cId="1511176286" sldId="261"/>
        </pc:sldMkLst>
        <pc:spChg chg="mod">
          <ac:chgData name="鈴木 秀規" userId="f68c5fd9-22d5-4c0a-9833-7fb0f5135313" providerId="ADAL" clId="{F2CAF9F8-F2C6-4EF5-92E4-F89FCD0750B4}" dt="2021-01-12T04:36:59.608" v="0"/>
          <ac:spMkLst>
            <pc:docMk/>
            <pc:sldMk cId="1511176286" sldId="261"/>
            <ac:spMk id="5" creationId="{A3029779-EAC3-4C79-8D54-6C50A59BB25F}"/>
          </ac:spMkLst>
        </pc:spChg>
        <pc:spChg chg="mod">
          <ac:chgData name="鈴木 秀規" userId="f68c5fd9-22d5-4c0a-9833-7fb0f5135313" providerId="ADAL" clId="{F2CAF9F8-F2C6-4EF5-92E4-F89FCD0750B4}" dt="2021-01-12T04:36:59.608" v="0"/>
          <ac:spMkLst>
            <pc:docMk/>
            <pc:sldMk cId="1511176286" sldId="261"/>
            <ac:spMk id="6" creationId="{93CAF3DF-C091-49F3-9A99-6DC437D36896}"/>
          </ac:spMkLst>
        </pc:spChg>
        <pc:spChg chg="mod">
          <ac:chgData name="鈴木 秀規" userId="f68c5fd9-22d5-4c0a-9833-7fb0f5135313" providerId="ADAL" clId="{F2CAF9F8-F2C6-4EF5-92E4-F89FCD0750B4}" dt="2021-01-12T04:36:59.608" v="0"/>
          <ac:spMkLst>
            <pc:docMk/>
            <pc:sldMk cId="1511176286" sldId="261"/>
            <ac:spMk id="7" creationId="{26125C28-3058-490D-92C2-94CB56CB505F}"/>
          </ac:spMkLst>
        </pc:spChg>
      </pc:sldChg>
      <pc:sldChg chg="modSp">
        <pc:chgData name="鈴木 秀規" userId="f68c5fd9-22d5-4c0a-9833-7fb0f5135313" providerId="ADAL" clId="{F2CAF9F8-F2C6-4EF5-92E4-F89FCD0750B4}" dt="2021-01-12T04:36:59.608" v="0"/>
        <pc:sldMkLst>
          <pc:docMk/>
          <pc:sldMk cId="1668843990" sldId="360"/>
        </pc:sldMkLst>
        <pc:spChg chg="mod">
          <ac:chgData name="鈴木 秀規" userId="f68c5fd9-22d5-4c0a-9833-7fb0f5135313" providerId="ADAL" clId="{F2CAF9F8-F2C6-4EF5-92E4-F89FCD0750B4}" dt="2021-01-12T04:36:59.608" v="0"/>
          <ac:spMkLst>
            <pc:docMk/>
            <pc:sldMk cId="1668843990" sldId="360"/>
            <ac:spMk id="2" creationId="{40FB9845-3211-4E75-B8F8-E4AD28A089F9}"/>
          </ac:spMkLst>
        </pc:spChg>
        <pc:spChg chg="mod">
          <ac:chgData name="鈴木 秀規" userId="f68c5fd9-22d5-4c0a-9833-7fb0f5135313" providerId="ADAL" clId="{F2CAF9F8-F2C6-4EF5-92E4-F89FCD0750B4}" dt="2021-01-12T04:36:59.608" v="0"/>
          <ac:spMkLst>
            <pc:docMk/>
            <pc:sldMk cId="1668843990" sldId="360"/>
            <ac:spMk id="4" creationId="{334718C7-3237-4F5B-8C4E-46AD01EC8B16}"/>
          </ac:spMkLst>
        </pc:spChg>
        <pc:spChg chg="mod">
          <ac:chgData name="鈴木 秀規" userId="f68c5fd9-22d5-4c0a-9833-7fb0f5135313" providerId="ADAL" clId="{F2CAF9F8-F2C6-4EF5-92E4-F89FCD0750B4}" dt="2021-01-12T04:36:59.608" v="0"/>
          <ac:spMkLst>
            <pc:docMk/>
            <pc:sldMk cId="1668843990" sldId="360"/>
            <ac:spMk id="6" creationId="{296F413B-E489-4470-92CF-59B185034A28}"/>
          </ac:spMkLst>
        </pc:spChg>
        <pc:spChg chg="mod">
          <ac:chgData name="鈴木 秀規" userId="f68c5fd9-22d5-4c0a-9833-7fb0f5135313" providerId="ADAL" clId="{F2CAF9F8-F2C6-4EF5-92E4-F89FCD0750B4}" dt="2021-01-12T04:36:59.608" v="0"/>
          <ac:spMkLst>
            <pc:docMk/>
            <pc:sldMk cId="1668843990" sldId="360"/>
            <ac:spMk id="7" creationId="{F3941853-6FD3-4122-A071-E1BCBCDF59D4}"/>
          </ac:spMkLst>
        </pc:spChg>
        <pc:spChg chg="mod">
          <ac:chgData name="鈴木 秀規" userId="f68c5fd9-22d5-4c0a-9833-7fb0f5135313" providerId="ADAL" clId="{F2CAF9F8-F2C6-4EF5-92E4-F89FCD0750B4}" dt="2021-01-12T04:36:59.608" v="0"/>
          <ac:spMkLst>
            <pc:docMk/>
            <pc:sldMk cId="1668843990" sldId="360"/>
            <ac:spMk id="9" creationId="{A4832727-EA7F-44D6-A9F2-E4AE0246960A}"/>
          </ac:spMkLst>
        </pc:spChg>
      </pc:sldChg>
      <pc:sldChg chg="modSp">
        <pc:chgData name="鈴木 秀規" userId="f68c5fd9-22d5-4c0a-9833-7fb0f5135313" providerId="ADAL" clId="{F2CAF9F8-F2C6-4EF5-92E4-F89FCD0750B4}" dt="2021-01-12T04:36:59.608" v="0"/>
        <pc:sldMkLst>
          <pc:docMk/>
          <pc:sldMk cId="267129399" sldId="361"/>
        </pc:sldMkLst>
        <pc:spChg chg="mod">
          <ac:chgData name="鈴木 秀規" userId="f68c5fd9-22d5-4c0a-9833-7fb0f5135313" providerId="ADAL" clId="{F2CAF9F8-F2C6-4EF5-92E4-F89FCD0750B4}" dt="2021-01-12T04:36:59.608" v="0"/>
          <ac:spMkLst>
            <pc:docMk/>
            <pc:sldMk cId="267129399" sldId="361"/>
            <ac:spMk id="2" creationId="{8F991990-0DC6-4730-83E5-36F909A6129F}"/>
          </ac:spMkLst>
        </pc:spChg>
        <pc:spChg chg="mod">
          <ac:chgData name="鈴木 秀規" userId="f68c5fd9-22d5-4c0a-9833-7fb0f5135313" providerId="ADAL" clId="{F2CAF9F8-F2C6-4EF5-92E4-F89FCD0750B4}" dt="2021-01-12T04:36:59.608" v="0"/>
          <ac:spMkLst>
            <pc:docMk/>
            <pc:sldMk cId="267129399" sldId="361"/>
            <ac:spMk id="3" creationId="{AA9BFD7B-04B5-49CD-8E91-4AC76C8C681F}"/>
          </ac:spMkLst>
        </pc:spChg>
        <pc:spChg chg="mod">
          <ac:chgData name="鈴木 秀規" userId="f68c5fd9-22d5-4c0a-9833-7fb0f5135313" providerId="ADAL" clId="{F2CAF9F8-F2C6-4EF5-92E4-F89FCD0750B4}" dt="2021-01-12T04:36:59.608" v="0"/>
          <ac:spMkLst>
            <pc:docMk/>
            <pc:sldMk cId="267129399" sldId="361"/>
            <ac:spMk id="4" creationId="{CA8524E1-6DFF-4647-8FD1-738AA4991EDC}"/>
          </ac:spMkLst>
        </pc:spChg>
        <pc:spChg chg="mod">
          <ac:chgData name="鈴木 秀規" userId="f68c5fd9-22d5-4c0a-9833-7fb0f5135313" providerId="ADAL" clId="{F2CAF9F8-F2C6-4EF5-92E4-F89FCD0750B4}" dt="2021-01-12T04:36:59.608" v="0"/>
          <ac:spMkLst>
            <pc:docMk/>
            <pc:sldMk cId="267129399" sldId="361"/>
            <ac:spMk id="5" creationId="{6FFB24F3-38DB-45A5-BA62-DD27EF2E4AA2}"/>
          </ac:spMkLst>
        </pc:spChg>
        <pc:spChg chg="mod">
          <ac:chgData name="鈴木 秀規" userId="f68c5fd9-22d5-4c0a-9833-7fb0f5135313" providerId="ADAL" clId="{F2CAF9F8-F2C6-4EF5-92E4-F89FCD0750B4}" dt="2021-01-12T04:36:59.608" v="0"/>
          <ac:spMkLst>
            <pc:docMk/>
            <pc:sldMk cId="267129399" sldId="361"/>
            <ac:spMk id="6" creationId="{D0F3BEAC-A5EA-4EE4-95C7-0AEC1107FD29}"/>
          </ac:spMkLst>
        </pc:spChg>
      </pc:sldChg>
      <pc:sldChg chg="modSp">
        <pc:chgData name="鈴木 秀規" userId="f68c5fd9-22d5-4c0a-9833-7fb0f5135313" providerId="ADAL" clId="{F2CAF9F8-F2C6-4EF5-92E4-F89FCD0750B4}" dt="2021-01-12T04:36:59.608" v="0"/>
        <pc:sldMkLst>
          <pc:docMk/>
          <pc:sldMk cId="2503862587" sldId="362"/>
        </pc:sldMkLst>
        <pc:spChg chg="mod">
          <ac:chgData name="鈴木 秀規" userId="f68c5fd9-22d5-4c0a-9833-7fb0f5135313" providerId="ADAL" clId="{F2CAF9F8-F2C6-4EF5-92E4-F89FCD0750B4}" dt="2021-01-12T04:36:59.608" v="0"/>
          <ac:spMkLst>
            <pc:docMk/>
            <pc:sldMk cId="2503862587" sldId="362"/>
            <ac:spMk id="2" creationId="{6E4694B3-F66C-2C42-ABF3-667F907DA0DD}"/>
          </ac:spMkLst>
        </pc:spChg>
        <pc:spChg chg="mod">
          <ac:chgData name="鈴木 秀規" userId="f68c5fd9-22d5-4c0a-9833-7fb0f5135313" providerId="ADAL" clId="{F2CAF9F8-F2C6-4EF5-92E4-F89FCD0750B4}" dt="2021-01-12T04:36:59.608" v="0"/>
          <ac:spMkLst>
            <pc:docMk/>
            <pc:sldMk cId="2503862587" sldId="362"/>
            <ac:spMk id="3" creationId="{0AA7DF0E-6130-4E46-AE0F-FC0B82015E51}"/>
          </ac:spMkLst>
        </pc:spChg>
        <pc:spChg chg="mod">
          <ac:chgData name="鈴木 秀規" userId="f68c5fd9-22d5-4c0a-9833-7fb0f5135313" providerId="ADAL" clId="{F2CAF9F8-F2C6-4EF5-92E4-F89FCD0750B4}" dt="2021-01-12T04:36:59.608" v="0"/>
          <ac:spMkLst>
            <pc:docMk/>
            <pc:sldMk cId="2503862587" sldId="362"/>
            <ac:spMk id="4" creationId="{D9FB1868-09BC-2B48-A261-614253F308F0}"/>
          </ac:spMkLst>
        </pc:spChg>
      </pc:sldChg>
      <pc:sldChg chg="modSp del mod">
        <pc:chgData name="鈴木 秀規" userId="f68c5fd9-22d5-4c0a-9833-7fb0f5135313" providerId="ADAL" clId="{F2CAF9F8-F2C6-4EF5-92E4-F89FCD0750B4}" dt="2021-01-12T04:42:06.007" v="43" actId="2696"/>
        <pc:sldMkLst>
          <pc:docMk/>
          <pc:sldMk cId="4089106883" sldId="363"/>
        </pc:sldMkLst>
        <pc:spChg chg="mod">
          <ac:chgData name="鈴木 秀規" userId="f68c5fd9-22d5-4c0a-9833-7fb0f5135313" providerId="ADAL" clId="{F2CAF9F8-F2C6-4EF5-92E4-F89FCD0750B4}" dt="2021-01-12T04:36:59.608" v="0"/>
          <ac:spMkLst>
            <pc:docMk/>
            <pc:sldMk cId="4089106883" sldId="363"/>
            <ac:spMk id="5" creationId="{A3029779-EAC3-4C79-8D54-6C50A59BB25F}"/>
          </ac:spMkLst>
        </pc:spChg>
        <pc:spChg chg="mod">
          <ac:chgData name="鈴木 秀規" userId="f68c5fd9-22d5-4c0a-9833-7fb0f5135313" providerId="ADAL" clId="{F2CAF9F8-F2C6-4EF5-92E4-F89FCD0750B4}" dt="2021-01-12T04:36:59.608" v="0"/>
          <ac:spMkLst>
            <pc:docMk/>
            <pc:sldMk cId="4089106883" sldId="363"/>
            <ac:spMk id="6" creationId="{93CAF3DF-C091-49F3-9A99-6DC437D36896}"/>
          </ac:spMkLst>
        </pc:spChg>
        <pc:spChg chg="mod">
          <ac:chgData name="鈴木 秀規" userId="f68c5fd9-22d5-4c0a-9833-7fb0f5135313" providerId="ADAL" clId="{F2CAF9F8-F2C6-4EF5-92E4-F89FCD0750B4}" dt="2021-01-12T04:36:59.608" v="0"/>
          <ac:spMkLst>
            <pc:docMk/>
            <pc:sldMk cId="4089106883" sldId="363"/>
            <ac:spMk id="7" creationId="{26125C28-3058-490D-92C2-94CB56CB505F}"/>
          </ac:spMkLst>
        </pc:spChg>
        <pc:spChg chg="mod">
          <ac:chgData name="鈴木 秀規" userId="f68c5fd9-22d5-4c0a-9833-7fb0f5135313" providerId="ADAL" clId="{F2CAF9F8-F2C6-4EF5-92E4-F89FCD0750B4}" dt="2021-01-12T04:38:59.453" v="10" actId="2711"/>
          <ac:spMkLst>
            <pc:docMk/>
            <pc:sldMk cId="4089106883" sldId="363"/>
            <ac:spMk id="10" creationId="{3E5F57E8-1388-43AE-8DB4-00724FCD3EB3}"/>
          </ac:spMkLst>
        </pc:spChg>
      </pc:sldChg>
      <pc:sldChg chg="modSp">
        <pc:chgData name="鈴木 秀規" userId="f68c5fd9-22d5-4c0a-9833-7fb0f5135313" providerId="ADAL" clId="{F2CAF9F8-F2C6-4EF5-92E4-F89FCD0750B4}" dt="2021-01-12T04:36:59.608" v="0"/>
        <pc:sldMkLst>
          <pc:docMk/>
          <pc:sldMk cId="3893490019" sldId="364"/>
        </pc:sldMkLst>
        <pc:spChg chg="mod">
          <ac:chgData name="鈴木 秀規" userId="f68c5fd9-22d5-4c0a-9833-7fb0f5135313" providerId="ADAL" clId="{F2CAF9F8-F2C6-4EF5-92E4-F89FCD0750B4}" dt="2021-01-12T04:36:59.608" v="0"/>
          <ac:spMkLst>
            <pc:docMk/>
            <pc:sldMk cId="3893490019" sldId="364"/>
            <ac:spMk id="2" creationId="{7FABB1DA-A90A-BF44-B7B3-D07D46F61CAC}"/>
          </ac:spMkLst>
        </pc:spChg>
        <pc:spChg chg="mod">
          <ac:chgData name="鈴木 秀規" userId="f68c5fd9-22d5-4c0a-9833-7fb0f5135313" providerId="ADAL" clId="{F2CAF9F8-F2C6-4EF5-92E4-F89FCD0750B4}" dt="2021-01-12T04:36:59.608" v="0"/>
          <ac:spMkLst>
            <pc:docMk/>
            <pc:sldMk cId="3893490019" sldId="364"/>
            <ac:spMk id="3" creationId="{3A3F26A6-F565-3340-BD2E-EB9E7892240E}"/>
          </ac:spMkLst>
        </pc:spChg>
        <pc:spChg chg="mod">
          <ac:chgData name="鈴木 秀規" userId="f68c5fd9-22d5-4c0a-9833-7fb0f5135313" providerId="ADAL" clId="{F2CAF9F8-F2C6-4EF5-92E4-F89FCD0750B4}" dt="2021-01-12T04:36:59.608" v="0"/>
          <ac:spMkLst>
            <pc:docMk/>
            <pc:sldMk cId="3893490019" sldId="364"/>
            <ac:spMk id="4" creationId="{F0E6C3C8-6543-4445-AC1D-0374E8CE9FA7}"/>
          </ac:spMkLst>
        </pc:spChg>
        <pc:spChg chg="mod">
          <ac:chgData name="鈴木 秀規" userId="f68c5fd9-22d5-4c0a-9833-7fb0f5135313" providerId="ADAL" clId="{F2CAF9F8-F2C6-4EF5-92E4-F89FCD0750B4}" dt="2021-01-12T04:36:59.608" v="0"/>
          <ac:spMkLst>
            <pc:docMk/>
            <pc:sldMk cId="3893490019" sldId="364"/>
            <ac:spMk id="5" creationId="{2BB4C47D-B980-1C4B-8248-0869FD55EB3D}"/>
          </ac:spMkLst>
        </pc:spChg>
      </pc:sldChg>
      <pc:sldChg chg="modSp mod">
        <pc:chgData name="鈴木 秀規" userId="f68c5fd9-22d5-4c0a-9833-7fb0f5135313" providerId="ADAL" clId="{F2CAF9F8-F2C6-4EF5-92E4-F89FCD0750B4}" dt="2021-01-12T04:44:03.179" v="109" actId="404"/>
        <pc:sldMkLst>
          <pc:docMk/>
          <pc:sldMk cId="2559106598" sldId="365"/>
        </pc:sldMkLst>
        <pc:spChg chg="mod">
          <ac:chgData name="鈴木 秀規" userId="f68c5fd9-22d5-4c0a-9833-7fb0f5135313" providerId="ADAL" clId="{F2CAF9F8-F2C6-4EF5-92E4-F89FCD0750B4}" dt="2021-01-12T04:36:59.608" v="0"/>
          <ac:spMkLst>
            <pc:docMk/>
            <pc:sldMk cId="2559106598" sldId="365"/>
            <ac:spMk id="2" creationId="{78E72CC0-84D7-F940-8547-5CD32644186A}"/>
          </ac:spMkLst>
        </pc:spChg>
        <pc:spChg chg="mod">
          <ac:chgData name="鈴木 秀規" userId="f68c5fd9-22d5-4c0a-9833-7fb0f5135313" providerId="ADAL" clId="{F2CAF9F8-F2C6-4EF5-92E4-F89FCD0750B4}" dt="2021-01-12T04:36:59.608" v="0"/>
          <ac:spMkLst>
            <pc:docMk/>
            <pc:sldMk cId="2559106598" sldId="365"/>
            <ac:spMk id="3" creationId="{570D767C-529D-1D4C-9BD6-2E3AAE679914}"/>
          </ac:spMkLst>
        </pc:spChg>
        <pc:spChg chg="mod">
          <ac:chgData name="鈴木 秀規" userId="f68c5fd9-22d5-4c0a-9833-7fb0f5135313" providerId="ADAL" clId="{F2CAF9F8-F2C6-4EF5-92E4-F89FCD0750B4}" dt="2021-01-12T04:36:59.608" v="0"/>
          <ac:spMkLst>
            <pc:docMk/>
            <pc:sldMk cId="2559106598" sldId="365"/>
            <ac:spMk id="4" creationId="{5C76D554-1D05-0D47-95D6-B29E81E5EAFC}"/>
          </ac:spMkLst>
        </pc:spChg>
        <pc:graphicFrameChg chg="modGraphic">
          <ac:chgData name="鈴木 秀規" userId="f68c5fd9-22d5-4c0a-9833-7fb0f5135313" providerId="ADAL" clId="{F2CAF9F8-F2C6-4EF5-92E4-F89FCD0750B4}" dt="2021-01-12T04:44:03.179" v="109" actId="404"/>
          <ac:graphicFrameMkLst>
            <pc:docMk/>
            <pc:sldMk cId="2559106598" sldId="365"/>
            <ac:graphicFrameMk id="6" creationId="{A5C776C1-5736-6E41-AFE0-D7FC9EBFA87B}"/>
          </ac:graphicFrameMkLst>
        </pc:graphicFrameChg>
      </pc:sldChg>
      <pc:sldChg chg="addSp modSp mod modClrScheme chgLayout">
        <pc:chgData name="鈴木 秀規" userId="f68c5fd9-22d5-4c0a-9833-7fb0f5135313" providerId="ADAL" clId="{F2CAF9F8-F2C6-4EF5-92E4-F89FCD0750B4}" dt="2021-01-12T04:39:39.041" v="13" actId="700"/>
        <pc:sldMkLst>
          <pc:docMk/>
          <pc:sldMk cId="15529201" sldId="367"/>
        </pc:sldMkLst>
        <pc:spChg chg="add mod ord">
          <ac:chgData name="鈴木 秀規" userId="f68c5fd9-22d5-4c0a-9833-7fb0f5135313" providerId="ADAL" clId="{F2CAF9F8-F2C6-4EF5-92E4-F89FCD0750B4}" dt="2021-01-12T04:39:39.041" v="13" actId="700"/>
          <ac:spMkLst>
            <pc:docMk/>
            <pc:sldMk cId="15529201" sldId="367"/>
            <ac:spMk id="3" creationId="{A46A7E87-E7BA-4AD7-A158-ED4B8A59EEAA}"/>
          </ac:spMkLst>
        </pc:spChg>
        <pc:spChg chg="mod ord">
          <ac:chgData name="鈴木 秀規" userId="f68c5fd9-22d5-4c0a-9833-7fb0f5135313" providerId="ADAL" clId="{F2CAF9F8-F2C6-4EF5-92E4-F89FCD0750B4}" dt="2021-01-12T04:39:39.041" v="13" actId="700"/>
          <ac:spMkLst>
            <pc:docMk/>
            <pc:sldMk cId="15529201" sldId="367"/>
            <ac:spMk id="5" creationId="{A3029779-EAC3-4C79-8D54-6C50A59BB25F}"/>
          </ac:spMkLst>
        </pc:spChg>
        <pc:spChg chg="mod ord">
          <ac:chgData name="鈴木 秀規" userId="f68c5fd9-22d5-4c0a-9833-7fb0f5135313" providerId="ADAL" clId="{F2CAF9F8-F2C6-4EF5-92E4-F89FCD0750B4}" dt="2021-01-12T04:39:39.041" v="13" actId="700"/>
          <ac:spMkLst>
            <pc:docMk/>
            <pc:sldMk cId="15529201" sldId="367"/>
            <ac:spMk id="6" creationId="{93CAF3DF-C091-49F3-9A99-6DC437D36896}"/>
          </ac:spMkLst>
        </pc:spChg>
        <pc:spChg chg="mod ord">
          <ac:chgData name="鈴木 秀規" userId="f68c5fd9-22d5-4c0a-9833-7fb0f5135313" providerId="ADAL" clId="{F2CAF9F8-F2C6-4EF5-92E4-F89FCD0750B4}" dt="2021-01-12T04:39:39.041" v="13" actId="700"/>
          <ac:spMkLst>
            <pc:docMk/>
            <pc:sldMk cId="15529201" sldId="367"/>
            <ac:spMk id="7" creationId="{26125C28-3058-490D-92C2-94CB56CB505F}"/>
          </ac:spMkLst>
        </pc:spChg>
        <pc:spChg chg="mod ord">
          <ac:chgData name="鈴木 秀規" userId="f68c5fd9-22d5-4c0a-9833-7fb0f5135313" providerId="ADAL" clId="{F2CAF9F8-F2C6-4EF5-92E4-F89FCD0750B4}" dt="2021-01-12T04:39:39.041" v="13" actId="700"/>
          <ac:spMkLst>
            <pc:docMk/>
            <pc:sldMk cId="15529201" sldId="367"/>
            <ac:spMk id="10" creationId="{3E5F57E8-1388-43AE-8DB4-00724FCD3EB3}"/>
          </ac:spMkLst>
        </pc:spChg>
        <pc:spChg chg="add mod ord">
          <ac:chgData name="鈴木 秀規" userId="f68c5fd9-22d5-4c0a-9833-7fb0f5135313" providerId="ADAL" clId="{F2CAF9F8-F2C6-4EF5-92E4-F89FCD0750B4}" dt="2021-01-12T04:39:39.041" v="13" actId="700"/>
          <ac:spMkLst>
            <pc:docMk/>
            <pc:sldMk cId="15529201" sldId="367"/>
            <ac:spMk id="11" creationId="{3EB9FD6E-422E-4C20-A575-13013610EAF6}"/>
          </ac:spMkLst>
        </pc:spChg>
      </pc:sldChg>
      <pc:sldChg chg="modSp">
        <pc:chgData name="鈴木 秀規" userId="f68c5fd9-22d5-4c0a-9833-7fb0f5135313" providerId="ADAL" clId="{F2CAF9F8-F2C6-4EF5-92E4-F89FCD0750B4}" dt="2021-01-12T04:36:59.608" v="0"/>
        <pc:sldMkLst>
          <pc:docMk/>
          <pc:sldMk cId="1431651866" sldId="368"/>
        </pc:sldMkLst>
        <pc:spChg chg="mod">
          <ac:chgData name="鈴木 秀規" userId="f68c5fd9-22d5-4c0a-9833-7fb0f5135313" providerId="ADAL" clId="{F2CAF9F8-F2C6-4EF5-92E4-F89FCD0750B4}" dt="2021-01-12T04:36:59.608" v="0"/>
          <ac:spMkLst>
            <pc:docMk/>
            <pc:sldMk cId="1431651866" sldId="368"/>
            <ac:spMk id="2" creationId="{78E72CC0-84D7-F940-8547-5CD32644186A}"/>
          </ac:spMkLst>
        </pc:spChg>
        <pc:spChg chg="mod">
          <ac:chgData name="鈴木 秀規" userId="f68c5fd9-22d5-4c0a-9833-7fb0f5135313" providerId="ADAL" clId="{F2CAF9F8-F2C6-4EF5-92E4-F89FCD0750B4}" dt="2021-01-12T04:36:59.608" v="0"/>
          <ac:spMkLst>
            <pc:docMk/>
            <pc:sldMk cId="1431651866" sldId="368"/>
            <ac:spMk id="3" creationId="{570D767C-529D-1D4C-9BD6-2E3AAE679914}"/>
          </ac:spMkLst>
        </pc:spChg>
        <pc:spChg chg="mod">
          <ac:chgData name="鈴木 秀規" userId="f68c5fd9-22d5-4c0a-9833-7fb0f5135313" providerId="ADAL" clId="{F2CAF9F8-F2C6-4EF5-92E4-F89FCD0750B4}" dt="2021-01-12T04:36:59.608" v="0"/>
          <ac:spMkLst>
            <pc:docMk/>
            <pc:sldMk cId="1431651866" sldId="368"/>
            <ac:spMk id="4" creationId="{5C76D554-1D05-0D47-95D6-B29E81E5EAFC}"/>
          </ac:spMkLst>
        </pc:spChg>
      </pc:sldChg>
      <pc:sldChg chg="modSp del mod">
        <pc:chgData name="鈴木 秀規" userId="f68c5fd9-22d5-4c0a-9833-7fb0f5135313" providerId="ADAL" clId="{F2CAF9F8-F2C6-4EF5-92E4-F89FCD0750B4}" dt="2021-01-12T04:45:04.577" v="148" actId="2696"/>
        <pc:sldMkLst>
          <pc:docMk/>
          <pc:sldMk cId="3018498330" sldId="369"/>
        </pc:sldMkLst>
        <pc:spChg chg="mod">
          <ac:chgData name="鈴木 秀規" userId="f68c5fd9-22d5-4c0a-9833-7fb0f5135313" providerId="ADAL" clId="{F2CAF9F8-F2C6-4EF5-92E4-F89FCD0750B4}" dt="2021-01-12T04:36:59.608" v="0"/>
          <ac:spMkLst>
            <pc:docMk/>
            <pc:sldMk cId="3018498330" sldId="369"/>
            <ac:spMk id="2" creationId="{66EC7532-098F-E543-A5F5-DCE2A43E7B47}"/>
          </ac:spMkLst>
        </pc:spChg>
        <pc:spChg chg="mod">
          <ac:chgData name="鈴木 秀規" userId="f68c5fd9-22d5-4c0a-9833-7fb0f5135313" providerId="ADAL" clId="{F2CAF9F8-F2C6-4EF5-92E4-F89FCD0750B4}" dt="2021-01-12T04:36:59.608" v="0"/>
          <ac:spMkLst>
            <pc:docMk/>
            <pc:sldMk cId="3018498330" sldId="369"/>
            <ac:spMk id="3" creationId="{F1C6C295-7820-0949-875F-EAF056230447}"/>
          </ac:spMkLst>
        </pc:spChg>
        <pc:spChg chg="mod">
          <ac:chgData name="鈴木 秀規" userId="f68c5fd9-22d5-4c0a-9833-7fb0f5135313" providerId="ADAL" clId="{F2CAF9F8-F2C6-4EF5-92E4-F89FCD0750B4}" dt="2021-01-12T04:36:59.608" v="0"/>
          <ac:spMkLst>
            <pc:docMk/>
            <pc:sldMk cId="3018498330" sldId="369"/>
            <ac:spMk id="4" creationId="{0B3C1CED-6132-7648-873E-BC90BCD14454}"/>
          </ac:spMkLst>
        </pc:spChg>
        <pc:spChg chg="mod">
          <ac:chgData name="鈴木 秀規" userId="f68c5fd9-22d5-4c0a-9833-7fb0f5135313" providerId="ADAL" clId="{F2CAF9F8-F2C6-4EF5-92E4-F89FCD0750B4}" dt="2021-01-12T04:44:48.619" v="146" actId="21"/>
          <ac:spMkLst>
            <pc:docMk/>
            <pc:sldMk cId="3018498330" sldId="369"/>
            <ac:spMk id="5" creationId="{6B35BADF-F225-2348-897F-AF9752777AC5}"/>
          </ac:spMkLst>
        </pc:spChg>
      </pc:sldChg>
      <pc:sldChg chg="modSp add del mod">
        <pc:chgData name="鈴木 秀規" userId="f68c5fd9-22d5-4c0a-9833-7fb0f5135313" providerId="ADAL" clId="{F2CAF9F8-F2C6-4EF5-92E4-F89FCD0750B4}" dt="2021-01-12T05:39:59.693" v="1538" actId="20577"/>
        <pc:sldMkLst>
          <pc:docMk/>
          <pc:sldMk cId="3805279594" sldId="370"/>
        </pc:sldMkLst>
        <pc:spChg chg="mod">
          <ac:chgData name="鈴木 秀規" userId="f68c5fd9-22d5-4c0a-9833-7fb0f5135313" providerId="ADAL" clId="{F2CAF9F8-F2C6-4EF5-92E4-F89FCD0750B4}" dt="2021-01-12T04:36:59.608" v="0"/>
          <ac:spMkLst>
            <pc:docMk/>
            <pc:sldMk cId="3805279594" sldId="370"/>
            <ac:spMk id="2" creationId="{BBE8F2DC-477F-4A46-AA45-FC9B49760439}"/>
          </ac:spMkLst>
        </pc:spChg>
        <pc:spChg chg="mod">
          <ac:chgData name="鈴木 秀規" userId="f68c5fd9-22d5-4c0a-9833-7fb0f5135313" providerId="ADAL" clId="{F2CAF9F8-F2C6-4EF5-92E4-F89FCD0750B4}" dt="2021-01-12T04:36:59.608" v="0"/>
          <ac:spMkLst>
            <pc:docMk/>
            <pc:sldMk cId="3805279594" sldId="370"/>
            <ac:spMk id="3" creationId="{9CB86EFC-2A3F-214C-A2A0-00EB1AC0E3F3}"/>
          </ac:spMkLst>
        </pc:spChg>
        <pc:spChg chg="mod">
          <ac:chgData name="鈴木 秀規" userId="f68c5fd9-22d5-4c0a-9833-7fb0f5135313" providerId="ADAL" clId="{F2CAF9F8-F2C6-4EF5-92E4-F89FCD0750B4}" dt="2021-01-12T04:36:59.608" v="0"/>
          <ac:spMkLst>
            <pc:docMk/>
            <pc:sldMk cId="3805279594" sldId="370"/>
            <ac:spMk id="4" creationId="{767846D2-8A50-CE4D-B292-AB4CB00FC300}"/>
          </ac:spMkLst>
        </pc:spChg>
        <pc:spChg chg="mod">
          <ac:chgData name="鈴木 秀規" userId="f68c5fd9-22d5-4c0a-9833-7fb0f5135313" providerId="ADAL" clId="{F2CAF9F8-F2C6-4EF5-92E4-F89FCD0750B4}" dt="2021-01-12T05:39:59.693" v="1538" actId="20577"/>
          <ac:spMkLst>
            <pc:docMk/>
            <pc:sldMk cId="3805279594" sldId="370"/>
            <ac:spMk id="5" creationId="{D9D24A15-605C-D342-9DF6-15A80C8E63C7}"/>
          </ac:spMkLst>
        </pc:spChg>
      </pc:sldChg>
      <pc:sldChg chg="modSp">
        <pc:chgData name="鈴木 秀規" userId="f68c5fd9-22d5-4c0a-9833-7fb0f5135313" providerId="ADAL" clId="{F2CAF9F8-F2C6-4EF5-92E4-F89FCD0750B4}" dt="2021-01-12T04:36:59.608" v="0"/>
        <pc:sldMkLst>
          <pc:docMk/>
          <pc:sldMk cId="2800751255" sldId="371"/>
        </pc:sldMkLst>
        <pc:spChg chg="mod">
          <ac:chgData name="鈴木 秀規" userId="f68c5fd9-22d5-4c0a-9833-7fb0f5135313" providerId="ADAL" clId="{F2CAF9F8-F2C6-4EF5-92E4-F89FCD0750B4}" dt="2021-01-12T04:36:59.608" v="0"/>
          <ac:spMkLst>
            <pc:docMk/>
            <pc:sldMk cId="2800751255" sldId="371"/>
            <ac:spMk id="2" creationId="{992F612E-920E-DB42-831C-9A43B943FD23}"/>
          </ac:spMkLst>
        </pc:spChg>
        <pc:spChg chg="mod">
          <ac:chgData name="鈴木 秀規" userId="f68c5fd9-22d5-4c0a-9833-7fb0f5135313" providerId="ADAL" clId="{F2CAF9F8-F2C6-4EF5-92E4-F89FCD0750B4}" dt="2021-01-12T04:36:59.608" v="0"/>
          <ac:spMkLst>
            <pc:docMk/>
            <pc:sldMk cId="2800751255" sldId="371"/>
            <ac:spMk id="3" creationId="{86AF2C75-7C50-5545-B86A-AB0C1071AFF0}"/>
          </ac:spMkLst>
        </pc:spChg>
        <pc:spChg chg="mod">
          <ac:chgData name="鈴木 秀規" userId="f68c5fd9-22d5-4c0a-9833-7fb0f5135313" providerId="ADAL" clId="{F2CAF9F8-F2C6-4EF5-92E4-F89FCD0750B4}" dt="2021-01-12T04:36:59.608" v="0"/>
          <ac:spMkLst>
            <pc:docMk/>
            <pc:sldMk cId="2800751255" sldId="371"/>
            <ac:spMk id="4" creationId="{3D4BFF4A-92E9-3741-A870-60BBC65CCFE0}"/>
          </ac:spMkLst>
        </pc:spChg>
        <pc:spChg chg="mod">
          <ac:chgData name="鈴木 秀規" userId="f68c5fd9-22d5-4c0a-9833-7fb0f5135313" providerId="ADAL" clId="{F2CAF9F8-F2C6-4EF5-92E4-F89FCD0750B4}" dt="2021-01-12T04:36:59.608" v="0"/>
          <ac:spMkLst>
            <pc:docMk/>
            <pc:sldMk cId="2800751255" sldId="371"/>
            <ac:spMk id="5" creationId="{199D3E35-553D-E34C-ABB7-3B8D9DB70C07}"/>
          </ac:spMkLst>
        </pc:spChg>
      </pc:sldChg>
      <pc:sldChg chg="addSp delSp modSp new mod modClrScheme chgLayout">
        <pc:chgData name="鈴木 秀規" userId="f68c5fd9-22d5-4c0a-9833-7fb0f5135313" providerId="ADAL" clId="{F2CAF9F8-F2C6-4EF5-92E4-F89FCD0750B4}" dt="2021-01-12T04:42:45.469" v="105"/>
        <pc:sldMkLst>
          <pc:docMk/>
          <pc:sldMk cId="172008769" sldId="372"/>
        </pc:sldMkLst>
        <pc:spChg chg="del mod ord">
          <ac:chgData name="鈴木 秀規" userId="f68c5fd9-22d5-4c0a-9833-7fb0f5135313" providerId="ADAL" clId="{F2CAF9F8-F2C6-4EF5-92E4-F89FCD0750B4}" dt="2021-01-12T04:39:53.274" v="15" actId="700"/>
          <ac:spMkLst>
            <pc:docMk/>
            <pc:sldMk cId="172008769" sldId="372"/>
            <ac:spMk id="2" creationId="{EDE75749-E2ED-4EBC-AD20-E2D500F203D8}"/>
          </ac:spMkLst>
        </pc:spChg>
        <pc:spChg chg="mod ord">
          <ac:chgData name="鈴木 秀規" userId="f68c5fd9-22d5-4c0a-9833-7fb0f5135313" providerId="ADAL" clId="{F2CAF9F8-F2C6-4EF5-92E4-F89FCD0750B4}" dt="2021-01-12T04:39:53.274" v="15" actId="700"/>
          <ac:spMkLst>
            <pc:docMk/>
            <pc:sldMk cId="172008769" sldId="372"/>
            <ac:spMk id="3" creationId="{1B7C07C9-FEE3-4AC9-9F75-8ED3972B0330}"/>
          </ac:spMkLst>
        </pc:spChg>
        <pc:spChg chg="mod ord">
          <ac:chgData name="鈴木 秀規" userId="f68c5fd9-22d5-4c0a-9833-7fb0f5135313" providerId="ADAL" clId="{F2CAF9F8-F2C6-4EF5-92E4-F89FCD0750B4}" dt="2021-01-12T04:39:53.274" v="15" actId="700"/>
          <ac:spMkLst>
            <pc:docMk/>
            <pc:sldMk cId="172008769" sldId="372"/>
            <ac:spMk id="4" creationId="{09A94BC2-F42C-4D26-AFF8-47587794D6DB}"/>
          </ac:spMkLst>
        </pc:spChg>
        <pc:spChg chg="del mod ord">
          <ac:chgData name="鈴木 秀規" userId="f68c5fd9-22d5-4c0a-9833-7fb0f5135313" providerId="ADAL" clId="{F2CAF9F8-F2C6-4EF5-92E4-F89FCD0750B4}" dt="2021-01-12T04:39:53.274" v="15" actId="700"/>
          <ac:spMkLst>
            <pc:docMk/>
            <pc:sldMk cId="172008769" sldId="372"/>
            <ac:spMk id="5" creationId="{582A0B60-E9CC-4AAA-BC40-C52C15034634}"/>
          </ac:spMkLst>
        </pc:spChg>
        <pc:spChg chg="add mod ord">
          <ac:chgData name="鈴木 秀規" userId="f68c5fd9-22d5-4c0a-9833-7fb0f5135313" providerId="ADAL" clId="{F2CAF9F8-F2C6-4EF5-92E4-F89FCD0750B4}" dt="2021-01-12T04:42:45.469" v="105"/>
          <ac:spMkLst>
            <pc:docMk/>
            <pc:sldMk cId="172008769" sldId="372"/>
            <ac:spMk id="6" creationId="{3706AB8D-A382-42EF-9DE4-041BFCABF741}"/>
          </ac:spMkLst>
        </pc:spChg>
        <pc:spChg chg="add mod ord">
          <ac:chgData name="鈴木 秀規" userId="f68c5fd9-22d5-4c0a-9833-7fb0f5135313" providerId="ADAL" clId="{F2CAF9F8-F2C6-4EF5-92E4-F89FCD0750B4}" dt="2021-01-12T04:41:32.672" v="38" actId="14100"/>
          <ac:spMkLst>
            <pc:docMk/>
            <pc:sldMk cId="172008769" sldId="372"/>
            <ac:spMk id="7" creationId="{672739A4-DFB9-47C7-9258-80F9236238A4}"/>
          </ac:spMkLst>
        </pc:spChg>
        <pc:spChg chg="add mod ord">
          <ac:chgData name="鈴木 秀規" userId="f68c5fd9-22d5-4c0a-9833-7fb0f5135313" providerId="ADAL" clId="{F2CAF9F8-F2C6-4EF5-92E4-F89FCD0750B4}" dt="2021-01-12T04:41:26.967" v="36" actId="14100"/>
          <ac:spMkLst>
            <pc:docMk/>
            <pc:sldMk cId="172008769" sldId="372"/>
            <ac:spMk id="8" creationId="{1A8BB172-35AF-4185-A46A-ED93D3A7D7C5}"/>
          </ac:spMkLst>
        </pc:spChg>
        <pc:spChg chg="add mod ord">
          <ac:chgData name="鈴木 秀規" userId="f68c5fd9-22d5-4c0a-9833-7fb0f5135313" providerId="ADAL" clId="{F2CAF9F8-F2C6-4EF5-92E4-F89FCD0750B4}" dt="2021-01-12T04:39:53.274" v="15" actId="700"/>
          <ac:spMkLst>
            <pc:docMk/>
            <pc:sldMk cId="172008769" sldId="372"/>
            <ac:spMk id="9" creationId="{C8049898-5D79-42B6-B7CD-2DF86C0BA5FA}"/>
          </ac:spMkLst>
        </pc:spChg>
        <pc:spChg chg="add mod">
          <ac:chgData name="鈴木 秀規" userId="f68c5fd9-22d5-4c0a-9833-7fb0f5135313" providerId="ADAL" clId="{F2CAF9F8-F2C6-4EF5-92E4-F89FCD0750B4}" dt="2021-01-12T04:40:41.557" v="26" actId="14100"/>
          <ac:spMkLst>
            <pc:docMk/>
            <pc:sldMk cId="172008769" sldId="372"/>
            <ac:spMk id="10" creationId="{0AFC5742-3896-4E4B-91EB-5143E04BDFE8}"/>
          </ac:spMkLst>
        </pc:spChg>
      </pc:sldChg>
      <pc:sldChg chg="addSp delSp modSp new mod modClrScheme chgLayout">
        <pc:chgData name="鈴木 秀規" userId="f68c5fd9-22d5-4c0a-9833-7fb0f5135313" providerId="ADAL" clId="{F2CAF9F8-F2C6-4EF5-92E4-F89FCD0750B4}" dt="2021-01-12T04:42:02.973" v="42"/>
        <pc:sldMkLst>
          <pc:docMk/>
          <pc:sldMk cId="1008457363" sldId="373"/>
        </pc:sldMkLst>
        <pc:spChg chg="del mod ord">
          <ac:chgData name="鈴木 秀規" userId="f68c5fd9-22d5-4c0a-9833-7fb0f5135313" providerId="ADAL" clId="{F2CAF9F8-F2C6-4EF5-92E4-F89FCD0750B4}" dt="2021-01-12T04:40:55.323" v="29" actId="700"/>
          <ac:spMkLst>
            <pc:docMk/>
            <pc:sldMk cId="1008457363" sldId="373"/>
            <ac:spMk id="2" creationId="{D5A74365-A189-4C93-B3B0-6C8512FA2BB5}"/>
          </ac:spMkLst>
        </pc:spChg>
        <pc:spChg chg="mod ord">
          <ac:chgData name="鈴木 秀規" userId="f68c5fd9-22d5-4c0a-9833-7fb0f5135313" providerId="ADAL" clId="{F2CAF9F8-F2C6-4EF5-92E4-F89FCD0750B4}" dt="2021-01-12T04:40:55.323" v="29" actId="700"/>
          <ac:spMkLst>
            <pc:docMk/>
            <pc:sldMk cId="1008457363" sldId="373"/>
            <ac:spMk id="3" creationId="{F54F27B3-DDBF-476A-AD49-46F9A05EE6D4}"/>
          </ac:spMkLst>
        </pc:spChg>
        <pc:spChg chg="mod ord">
          <ac:chgData name="鈴木 秀規" userId="f68c5fd9-22d5-4c0a-9833-7fb0f5135313" providerId="ADAL" clId="{F2CAF9F8-F2C6-4EF5-92E4-F89FCD0750B4}" dt="2021-01-12T04:40:55.323" v="29" actId="700"/>
          <ac:spMkLst>
            <pc:docMk/>
            <pc:sldMk cId="1008457363" sldId="373"/>
            <ac:spMk id="4" creationId="{BFC7A35D-1013-4B1B-8268-48793F136D4C}"/>
          </ac:spMkLst>
        </pc:spChg>
        <pc:spChg chg="del mod ord">
          <ac:chgData name="鈴木 秀規" userId="f68c5fd9-22d5-4c0a-9833-7fb0f5135313" providerId="ADAL" clId="{F2CAF9F8-F2C6-4EF5-92E4-F89FCD0750B4}" dt="2021-01-12T04:40:55.323" v="29" actId="700"/>
          <ac:spMkLst>
            <pc:docMk/>
            <pc:sldMk cId="1008457363" sldId="373"/>
            <ac:spMk id="5" creationId="{9EA3119A-959C-4217-9181-5382384A593C}"/>
          </ac:spMkLst>
        </pc:spChg>
        <pc:spChg chg="add mod ord">
          <ac:chgData name="鈴木 秀規" userId="f68c5fd9-22d5-4c0a-9833-7fb0f5135313" providerId="ADAL" clId="{F2CAF9F8-F2C6-4EF5-92E4-F89FCD0750B4}" dt="2021-01-12T04:42:02.973" v="42"/>
          <ac:spMkLst>
            <pc:docMk/>
            <pc:sldMk cId="1008457363" sldId="373"/>
            <ac:spMk id="6" creationId="{0F81E6C4-7841-4153-9948-3830F64F1715}"/>
          </ac:spMkLst>
        </pc:spChg>
        <pc:spChg chg="add mod ord">
          <ac:chgData name="鈴木 秀規" userId="f68c5fd9-22d5-4c0a-9833-7fb0f5135313" providerId="ADAL" clId="{F2CAF9F8-F2C6-4EF5-92E4-F89FCD0750B4}" dt="2021-01-12T04:41:52.814" v="41" actId="12"/>
          <ac:spMkLst>
            <pc:docMk/>
            <pc:sldMk cId="1008457363" sldId="373"/>
            <ac:spMk id="7" creationId="{159221FC-71BC-49E4-B207-1A3CE6BB9F63}"/>
          </ac:spMkLst>
        </pc:spChg>
        <pc:spChg chg="add mod ord">
          <ac:chgData name="鈴木 秀規" userId="f68c5fd9-22d5-4c0a-9833-7fb0f5135313" providerId="ADAL" clId="{F2CAF9F8-F2C6-4EF5-92E4-F89FCD0750B4}" dt="2021-01-12T04:41:18.178" v="34" actId="14100"/>
          <ac:spMkLst>
            <pc:docMk/>
            <pc:sldMk cId="1008457363" sldId="373"/>
            <ac:spMk id="8" creationId="{DC47DB6E-DE5F-461B-8DA6-D7E7BFB3D9CA}"/>
          </ac:spMkLst>
        </pc:spChg>
        <pc:spChg chg="add mod ord">
          <ac:chgData name="鈴木 秀規" userId="f68c5fd9-22d5-4c0a-9833-7fb0f5135313" providerId="ADAL" clId="{F2CAF9F8-F2C6-4EF5-92E4-F89FCD0750B4}" dt="2021-01-12T04:40:55.323" v="29" actId="700"/>
          <ac:spMkLst>
            <pc:docMk/>
            <pc:sldMk cId="1008457363" sldId="373"/>
            <ac:spMk id="9" creationId="{3B4B4B26-E1BE-4F2F-85DB-B4EB50CCB2D1}"/>
          </ac:spMkLst>
        </pc:spChg>
      </pc:sldChg>
      <pc:sldChg chg="addSp delSp modSp new mod modClrScheme chgLayout">
        <pc:chgData name="鈴木 秀規" userId="f68c5fd9-22d5-4c0a-9833-7fb0f5135313" providerId="ADAL" clId="{F2CAF9F8-F2C6-4EF5-92E4-F89FCD0750B4}" dt="2021-01-12T04:44:51.548" v="147"/>
        <pc:sldMkLst>
          <pc:docMk/>
          <pc:sldMk cId="3737915234" sldId="374"/>
        </pc:sldMkLst>
        <pc:spChg chg="mod ord">
          <ac:chgData name="鈴木 秀規" userId="f68c5fd9-22d5-4c0a-9833-7fb0f5135313" providerId="ADAL" clId="{F2CAF9F8-F2C6-4EF5-92E4-F89FCD0750B4}" dt="2021-01-12T04:44:33.807" v="142" actId="700"/>
          <ac:spMkLst>
            <pc:docMk/>
            <pc:sldMk cId="3737915234" sldId="374"/>
            <ac:spMk id="2" creationId="{9466E67F-A1F2-462A-8B06-314F87C8BA83}"/>
          </ac:spMkLst>
        </pc:spChg>
        <pc:spChg chg="mod ord">
          <ac:chgData name="鈴木 秀規" userId="f68c5fd9-22d5-4c0a-9833-7fb0f5135313" providerId="ADAL" clId="{F2CAF9F8-F2C6-4EF5-92E4-F89FCD0750B4}" dt="2021-01-12T04:44:33.807" v="142" actId="700"/>
          <ac:spMkLst>
            <pc:docMk/>
            <pc:sldMk cId="3737915234" sldId="374"/>
            <ac:spMk id="3" creationId="{1DE0415C-E48A-4AF4-8F9E-DB5D2F3B8DC4}"/>
          </ac:spMkLst>
        </pc:spChg>
        <pc:spChg chg="mod ord">
          <ac:chgData name="鈴木 秀規" userId="f68c5fd9-22d5-4c0a-9833-7fb0f5135313" providerId="ADAL" clId="{F2CAF9F8-F2C6-4EF5-92E4-F89FCD0750B4}" dt="2021-01-12T04:44:33.807" v="142" actId="700"/>
          <ac:spMkLst>
            <pc:docMk/>
            <pc:sldMk cId="3737915234" sldId="374"/>
            <ac:spMk id="4" creationId="{36FC556F-0723-4C5F-A039-1D203A1D9525}"/>
          </ac:spMkLst>
        </pc:spChg>
        <pc:spChg chg="del mod ord">
          <ac:chgData name="鈴木 秀規" userId="f68c5fd9-22d5-4c0a-9833-7fb0f5135313" providerId="ADAL" clId="{F2CAF9F8-F2C6-4EF5-92E4-F89FCD0750B4}" dt="2021-01-12T04:44:33.807" v="142" actId="700"/>
          <ac:spMkLst>
            <pc:docMk/>
            <pc:sldMk cId="3737915234" sldId="374"/>
            <ac:spMk id="5" creationId="{9D708A63-5874-4698-9BE5-1B78DC29678C}"/>
          </ac:spMkLst>
        </pc:spChg>
        <pc:spChg chg="add mod ord">
          <ac:chgData name="鈴木 秀規" userId="f68c5fd9-22d5-4c0a-9833-7fb0f5135313" providerId="ADAL" clId="{F2CAF9F8-F2C6-4EF5-92E4-F89FCD0750B4}" dt="2021-01-12T04:44:51.548" v="147"/>
          <ac:spMkLst>
            <pc:docMk/>
            <pc:sldMk cId="3737915234" sldId="374"/>
            <ac:spMk id="6" creationId="{C432C4E8-0B5A-4C2B-8846-B339E936A91E}"/>
          </ac:spMkLst>
        </pc:spChg>
        <pc:spChg chg="add mod ord">
          <ac:chgData name="鈴木 秀規" userId="f68c5fd9-22d5-4c0a-9833-7fb0f5135313" providerId="ADAL" clId="{F2CAF9F8-F2C6-4EF5-92E4-F89FCD0750B4}" dt="2021-01-12T04:44:42.958" v="144"/>
          <ac:spMkLst>
            <pc:docMk/>
            <pc:sldMk cId="3737915234" sldId="374"/>
            <ac:spMk id="7" creationId="{31C02CBD-7ED6-4CBF-A496-E15298AADFDF}"/>
          </ac:spMkLst>
        </pc:spChg>
        <pc:spChg chg="add mod ord">
          <ac:chgData name="鈴木 秀規" userId="f68c5fd9-22d5-4c0a-9833-7fb0f5135313" providerId="ADAL" clId="{F2CAF9F8-F2C6-4EF5-92E4-F89FCD0750B4}" dt="2021-01-12T04:44:33.807" v="142" actId="700"/>
          <ac:spMkLst>
            <pc:docMk/>
            <pc:sldMk cId="3737915234" sldId="374"/>
            <ac:spMk id="8" creationId="{D6FFEB15-7139-462A-8791-46ED965A014E}"/>
          </ac:spMkLst>
        </pc:spChg>
      </pc:sldChg>
      <pc:sldMasterChg chg="delSldLayout">
        <pc:chgData name="鈴木 秀規" userId="f68c5fd9-22d5-4c0a-9833-7fb0f5135313" providerId="ADAL" clId="{F2CAF9F8-F2C6-4EF5-92E4-F89FCD0750B4}" dt="2021-01-12T04:42:06.007" v="43" actId="2696"/>
        <pc:sldMasterMkLst>
          <pc:docMk/>
          <pc:sldMasterMk cId="2644497443" sldId="2147483665"/>
        </pc:sldMasterMkLst>
        <pc:sldLayoutChg chg="del">
          <pc:chgData name="鈴木 秀規" userId="f68c5fd9-22d5-4c0a-9833-7fb0f5135313" providerId="ADAL" clId="{F2CAF9F8-F2C6-4EF5-92E4-F89FCD0750B4}" dt="2021-01-12T04:42:06.007" v="43" actId="2696"/>
          <pc:sldLayoutMkLst>
            <pc:docMk/>
            <pc:sldMasterMk cId="2644497443" sldId="2147483665"/>
            <pc:sldLayoutMk cId="3199053706" sldId="2147483673"/>
          </pc:sldLayoutMkLst>
        </pc:sldLayoutChg>
      </pc:sldMasterChg>
    </pc:docChg>
  </pc:docChgLst>
  <pc:docChgLst>
    <pc:chgData name="鈴木 秀規" userId="f68c5fd9-22d5-4c0a-9833-7fb0f5135313" providerId="ADAL" clId="{89E477C8-882C-4DDE-9C80-DFB373724EDC}"/>
    <pc:docChg chg="undo custSel addSld delSld modSld sldOrd">
      <pc:chgData name="鈴木 秀規" userId="f68c5fd9-22d5-4c0a-9833-7fb0f5135313" providerId="ADAL" clId="{89E477C8-882C-4DDE-9C80-DFB373724EDC}" dt="2021-02-01T05:02:07.383" v="3160" actId="20577"/>
      <pc:docMkLst>
        <pc:docMk/>
      </pc:docMkLst>
      <pc:sldChg chg="modSp mod">
        <pc:chgData name="鈴木 秀規" userId="f68c5fd9-22d5-4c0a-9833-7fb0f5135313" providerId="ADAL" clId="{89E477C8-882C-4DDE-9C80-DFB373724EDC}" dt="2021-01-26T07:45:28.115" v="1" actId="20577"/>
        <pc:sldMkLst>
          <pc:docMk/>
          <pc:sldMk cId="0" sldId="256"/>
        </pc:sldMkLst>
        <pc:spChg chg="mod">
          <ac:chgData name="鈴木 秀規" userId="f68c5fd9-22d5-4c0a-9833-7fb0f5135313" providerId="ADAL" clId="{89E477C8-882C-4DDE-9C80-DFB373724EDC}" dt="2021-01-26T07:45:28.115" v="1" actId="20577"/>
          <ac:spMkLst>
            <pc:docMk/>
            <pc:sldMk cId="0" sldId="256"/>
            <ac:spMk id="56" creationId="{00000000-0000-0000-0000-000000000000}"/>
          </ac:spMkLst>
        </pc:spChg>
      </pc:sldChg>
      <pc:sldChg chg="modSp mod">
        <pc:chgData name="鈴木 秀規" userId="f68c5fd9-22d5-4c0a-9833-7fb0f5135313" providerId="ADAL" clId="{89E477C8-882C-4DDE-9C80-DFB373724EDC}" dt="2021-02-01T04:59:53.525" v="3045" actId="20577"/>
        <pc:sldMkLst>
          <pc:docMk/>
          <pc:sldMk cId="1668843990" sldId="360"/>
        </pc:sldMkLst>
        <pc:spChg chg="mod">
          <ac:chgData name="鈴木 秀規" userId="f68c5fd9-22d5-4c0a-9833-7fb0f5135313" providerId="ADAL" clId="{89E477C8-882C-4DDE-9C80-DFB373724EDC}" dt="2021-02-01T04:59:53.525" v="3045" actId="20577"/>
          <ac:spMkLst>
            <pc:docMk/>
            <pc:sldMk cId="1668843990" sldId="360"/>
            <ac:spMk id="9" creationId="{A4832727-EA7F-44D6-A9F2-E4AE0246960A}"/>
          </ac:spMkLst>
        </pc:spChg>
      </pc:sldChg>
      <pc:sldChg chg="modSp mod">
        <pc:chgData name="鈴木 秀規" userId="f68c5fd9-22d5-4c0a-9833-7fb0f5135313" providerId="ADAL" clId="{89E477C8-882C-4DDE-9C80-DFB373724EDC}" dt="2021-02-01T05:02:07.383" v="3160" actId="20577"/>
        <pc:sldMkLst>
          <pc:docMk/>
          <pc:sldMk cId="267129399" sldId="361"/>
        </pc:sldMkLst>
        <pc:spChg chg="mod">
          <ac:chgData name="鈴木 秀規" userId="f68c5fd9-22d5-4c0a-9833-7fb0f5135313" providerId="ADAL" clId="{89E477C8-882C-4DDE-9C80-DFB373724EDC}" dt="2021-02-01T05:02:07.383" v="3160" actId="20577"/>
          <ac:spMkLst>
            <pc:docMk/>
            <pc:sldMk cId="267129399" sldId="361"/>
            <ac:spMk id="6" creationId="{D0F3BEAC-A5EA-4EE4-95C7-0AEC1107FD29}"/>
          </ac:spMkLst>
        </pc:spChg>
      </pc:sldChg>
      <pc:sldChg chg="addSp delSp modSp mod">
        <pc:chgData name="鈴木 秀規" userId="f68c5fd9-22d5-4c0a-9833-7fb0f5135313" providerId="ADAL" clId="{89E477C8-882C-4DDE-9C80-DFB373724EDC}" dt="2021-01-26T08:03:59.120" v="443" actId="207"/>
        <pc:sldMkLst>
          <pc:docMk/>
          <pc:sldMk cId="1859091905" sldId="362"/>
        </pc:sldMkLst>
        <pc:spChg chg="add del">
          <ac:chgData name="鈴木 秀規" userId="f68c5fd9-22d5-4c0a-9833-7fb0f5135313" providerId="ADAL" clId="{89E477C8-882C-4DDE-9C80-DFB373724EDC}" dt="2021-01-26T07:47:23.226" v="17" actId="478"/>
          <ac:spMkLst>
            <pc:docMk/>
            <pc:sldMk cId="1859091905" sldId="362"/>
            <ac:spMk id="2" creationId="{92E5F6D1-4805-4635-9E4D-3BD3DD954908}"/>
          </ac:spMkLst>
        </pc:spChg>
        <pc:spChg chg="add del mod">
          <ac:chgData name="鈴木 秀規" userId="f68c5fd9-22d5-4c0a-9833-7fb0f5135313" providerId="ADAL" clId="{89E477C8-882C-4DDE-9C80-DFB373724EDC}" dt="2021-01-26T07:49:07.797" v="44" actId="478"/>
          <ac:spMkLst>
            <pc:docMk/>
            <pc:sldMk cId="1859091905" sldId="362"/>
            <ac:spMk id="3" creationId="{0E0814CB-A348-4B0A-BCC8-27662E7B5990}"/>
          </ac:spMkLst>
        </pc:spChg>
        <pc:spChg chg="add del mod">
          <ac:chgData name="鈴木 秀規" userId="f68c5fd9-22d5-4c0a-9833-7fb0f5135313" providerId="ADAL" clId="{89E477C8-882C-4DDE-9C80-DFB373724EDC}" dt="2021-01-26T07:46:52.778" v="10" actId="478"/>
          <ac:spMkLst>
            <pc:docMk/>
            <pc:sldMk cId="1859091905" sldId="362"/>
            <ac:spMk id="6" creationId="{0265A560-2DAC-4386-AADC-248233F94E1E}"/>
          </ac:spMkLst>
        </pc:spChg>
        <pc:spChg chg="mod">
          <ac:chgData name="鈴木 秀規" userId="f68c5fd9-22d5-4c0a-9833-7fb0f5135313" providerId="ADAL" clId="{89E477C8-882C-4DDE-9C80-DFB373724EDC}" dt="2021-01-26T07:45:55.396" v="3"/>
          <ac:spMkLst>
            <pc:docMk/>
            <pc:sldMk cId="1859091905" sldId="362"/>
            <ac:spMk id="7" creationId="{58177CF6-E256-4D88-B489-5F2EFF09AC4C}"/>
          </ac:spMkLst>
        </pc:spChg>
        <pc:spChg chg="mod">
          <ac:chgData name="鈴木 秀規" userId="f68c5fd9-22d5-4c0a-9833-7fb0f5135313" providerId="ADAL" clId="{89E477C8-882C-4DDE-9C80-DFB373724EDC}" dt="2021-01-26T07:46:49.158" v="7" actId="14100"/>
          <ac:spMkLst>
            <pc:docMk/>
            <pc:sldMk cId="1859091905" sldId="362"/>
            <ac:spMk id="8" creationId="{C57C43D1-E1C5-418D-A114-931FDA96CE3D}"/>
          </ac:spMkLst>
        </pc:spChg>
        <pc:spChg chg="add mod">
          <ac:chgData name="鈴木 秀規" userId="f68c5fd9-22d5-4c0a-9833-7fb0f5135313" providerId="ADAL" clId="{89E477C8-882C-4DDE-9C80-DFB373724EDC}" dt="2021-01-26T08:03:14.823" v="435" actId="14100"/>
          <ac:spMkLst>
            <pc:docMk/>
            <pc:sldMk cId="1859091905" sldId="362"/>
            <ac:spMk id="9" creationId="{5C894CD6-9E1B-4BAC-8173-E34A213C125E}"/>
          </ac:spMkLst>
        </pc:spChg>
        <pc:spChg chg="add del mod">
          <ac:chgData name="鈴木 秀規" userId="f68c5fd9-22d5-4c0a-9833-7fb0f5135313" providerId="ADAL" clId="{89E477C8-882C-4DDE-9C80-DFB373724EDC}" dt="2021-01-26T07:47:21.482" v="16" actId="478"/>
          <ac:spMkLst>
            <pc:docMk/>
            <pc:sldMk cId="1859091905" sldId="362"/>
            <ac:spMk id="10" creationId="{73DAB571-D70F-43DD-A3C8-264347789DA9}"/>
          </ac:spMkLst>
        </pc:spChg>
        <pc:spChg chg="add mod ord">
          <ac:chgData name="鈴木 秀規" userId="f68c5fd9-22d5-4c0a-9833-7fb0f5135313" providerId="ADAL" clId="{89E477C8-882C-4DDE-9C80-DFB373724EDC}" dt="2021-01-26T08:03:17.045" v="436" actId="14100"/>
          <ac:spMkLst>
            <pc:docMk/>
            <pc:sldMk cId="1859091905" sldId="362"/>
            <ac:spMk id="11" creationId="{FE06ECD6-C85C-4A9B-A8EA-8419C55AAE42}"/>
          </ac:spMkLst>
        </pc:spChg>
        <pc:spChg chg="add mod">
          <ac:chgData name="鈴木 秀規" userId="f68c5fd9-22d5-4c0a-9833-7fb0f5135313" providerId="ADAL" clId="{89E477C8-882C-4DDE-9C80-DFB373724EDC}" dt="2021-01-26T08:03:04.958" v="433" actId="14100"/>
          <ac:spMkLst>
            <pc:docMk/>
            <pc:sldMk cId="1859091905" sldId="362"/>
            <ac:spMk id="12" creationId="{141F7DCE-666E-41D5-863D-B6587775D22E}"/>
          </ac:spMkLst>
        </pc:spChg>
        <pc:spChg chg="add mod">
          <ac:chgData name="鈴木 秀規" userId="f68c5fd9-22d5-4c0a-9833-7fb0f5135313" providerId="ADAL" clId="{89E477C8-882C-4DDE-9C80-DFB373724EDC}" dt="2021-01-26T07:50:49.075" v="99" actId="122"/>
          <ac:spMkLst>
            <pc:docMk/>
            <pc:sldMk cId="1859091905" sldId="362"/>
            <ac:spMk id="13" creationId="{68E566C5-31D7-4EAC-B4CE-54A2FD15C730}"/>
          </ac:spMkLst>
        </pc:spChg>
        <pc:spChg chg="add mod">
          <ac:chgData name="鈴木 秀規" userId="f68c5fd9-22d5-4c0a-9833-7fb0f5135313" providerId="ADAL" clId="{89E477C8-882C-4DDE-9C80-DFB373724EDC}" dt="2021-01-26T07:50:49.075" v="99" actId="122"/>
          <ac:spMkLst>
            <pc:docMk/>
            <pc:sldMk cId="1859091905" sldId="362"/>
            <ac:spMk id="14" creationId="{5FBDE6F9-C2F2-4867-93EB-58A1D7802C2B}"/>
          </ac:spMkLst>
        </pc:spChg>
        <pc:spChg chg="add mod">
          <ac:chgData name="鈴木 秀規" userId="f68c5fd9-22d5-4c0a-9833-7fb0f5135313" providerId="ADAL" clId="{89E477C8-882C-4DDE-9C80-DFB373724EDC}" dt="2021-01-26T07:50:49.075" v="99" actId="122"/>
          <ac:spMkLst>
            <pc:docMk/>
            <pc:sldMk cId="1859091905" sldId="362"/>
            <ac:spMk id="15" creationId="{B5FE1B07-A169-4D9D-B87C-699F630BC13A}"/>
          </ac:spMkLst>
        </pc:spChg>
        <pc:spChg chg="add mod ord">
          <ac:chgData name="鈴木 秀規" userId="f68c5fd9-22d5-4c0a-9833-7fb0f5135313" providerId="ADAL" clId="{89E477C8-882C-4DDE-9C80-DFB373724EDC}" dt="2021-01-26T07:53:04.930" v="137" actId="207"/>
          <ac:spMkLst>
            <pc:docMk/>
            <pc:sldMk cId="1859091905" sldId="362"/>
            <ac:spMk id="16" creationId="{E83750D9-63CB-46EA-91FA-A651A9651075}"/>
          </ac:spMkLst>
        </pc:spChg>
        <pc:spChg chg="add mod ord">
          <ac:chgData name="鈴木 秀規" userId="f68c5fd9-22d5-4c0a-9833-7fb0f5135313" providerId="ADAL" clId="{89E477C8-882C-4DDE-9C80-DFB373724EDC}" dt="2021-01-26T07:53:04.930" v="137" actId="207"/>
          <ac:spMkLst>
            <pc:docMk/>
            <pc:sldMk cId="1859091905" sldId="362"/>
            <ac:spMk id="17" creationId="{FC0769DA-ED2F-46A9-93A5-C07CE6C1DC3F}"/>
          </ac:spMkLst>
        </pc:spChg>
        <pc:spChg chg="add mod ord">
          <ac:chgData name="鈴木 秀規" userId="f68c5fd9-22d5-4c0a-9833-7fb0f5135313" providerId="ADAL" clId="{89E477C8-882C-4DDE-9C80-DFB373724EDC}" dt="2021-01-26T07:53:04.930" v="137" actId="207"/>
          <ac:spMkLst>
            <pc:docMk/>
            <pc:sldMk cId="1859091905" sldId="362"/>
            <ac:spMk id="18" creationId="{2A7BD536-9C5D-44FA-94B8-B3F7E84E5B97}"/>
          </ac:spMkLst>
        </pc:spChg>
        <pc:spChg chg="add mod">
          <ac:chgData name="鈴木 秀規" userId="f68c5fd9-22d5-4c0a-9833-7fb0f5135313" providerId="ADAL" clId="{89E477C8-882C-4DDE-9C80-DFB373724EDC}" dt="2021-01-26T07:57:16.250" v="258" actId="1076"/>
          <ac:spMkLst>
            <pc:docMk/>
            <pc:sldMk cId="1859091905" sldId="362"/>
            <ac:spMk id="21" creationId="{0AB77973-9417-4DCE-AF82-689FF3E7ECA3}"/>
          </ac:spMkLst>
        </pc:spChg>
        <pc:spChg chg="add mod">
          <ac:chgData name="鈴木 秀規" userId="f68c5fd9-22d5-4c0a-9833-7fb0f5135313" providerId="ADAL" clId="{89E477C8-882C-4DDE-9C80-DFB373724EDC}" dt="2021-01-26T07:55:20.883" v="181" actId="1076"/>
          <ac:spMkLst>
            <pc:docMk/>
            <pc:sldMk cId="1859091905" sldId="362"/>
            <ac:spMk id="22" creationId="{16E9E172-CD6A-4435-84D9-2E6141BF41F3}"/>
          </ac:spMkLst>
        </pc:spChg>
        <pc:spChg chg="add mod">
          <ac:chgData name="鈴木 秀規" userId="f68c5fd9-22d5-4c0a-9833-7fb0f5135313" providerId="ADAL" clId="{89E477C8-882C-4DDE-9C80-DFB373724EDC}" dt="2021-01-26T07:55:40.763" v="203" actId="20577"/>
          <ac:spMkLst>
            <pc:docMk/>
            <pc:sldMk cId="1859091905" sldId="362"/>
            <ac:spMk id="23" creationId="{0AF3A0FB-0B79-4774-915A-B48357FAF8C6}"/>
          </ac:spMkLst>
        </pc:spChg>
        <pc:spChg chg="add mod">
          <ac:chgData name="鈴木 秀規" userId="f68c5fd9-22d5-4c0a-9833-7fb0f5135313" providerId="ADAL" clId="{89E477C8-882C-4DDE-9C80-DFB373724EDC}" dt="2021-01-26T08:01:41.381" v="411" actId="1037"/>
          <ac:spMkLst>
            <pc:docMk/>
            <pc:sldMk cId="1859091905" sldId="362"/>
            <ac:spMk id="37" creationId="{810BEF0F-9E4D-4704-87DF-51BF9D7C4CAD}"/>
          </ac:spMkLst>
        </pc:spChg>
        <pc:spChg chg="add mod">
          <ac:chgData name="鈴木 秀規" userId="f68c5fd9-22d5-4c0a-9833-7fb0f5135313" providerId="ADAL" clId="{89E477C8-882C-4DDE-9C80-DFB373724EDC}" dt="2021-01-26T08:00:09.668" v="364" actId="1035"/>
          <ac:spMkLst>
            <pc:docMk/>
            <pc:sldMk cId="1859091905" sldId="362"/>
            <ac:spMk id="38" creationId="{F635ED57-68F7-4ED1-9CDF-DEC970A12A25}"/>
          </ac:spMkLst>
        </pc:spChg>
        <pc:spChg chg="add mod">
          <ac:chgData name="鈴木 秀規" userId="f68c5fd9-22d5-4c0a-9833-7fb0f5135313" providerId="ADAL" clId="{89E477C8-882C-4DDE-9C80-DFB373724EDC}" dt="2021-01-26T07:59:31.863" v="343" actId="571"/>
          <ac:spMkLst>
            <pc:docMk/>
            <pc:sldMk cId="1859091905" sldId="362"/>
            <ac:spMk id="44" creationId="{E6017941-A836-42CF-BD82-709E738B1148}"/>
          </ac:spMkLst>
        </pc:spChg>
        <pc:spChg chg="add mod">
          <ac:chgData name="鈴木 秀規" userId="f68c5fd9-22d5-4c0a-9833-7fb0f5135313" providerId="ADAL" clId="{89E477C8-882C-4DDE-9C80-DFB373724EDC}" dt="2021-01-26T07:59:31.863" v="343" actId="571"/>
          <ac:spMkLst>
            <pc:docMk/>
            <pc:sldMk cId="1859091905" sldId="362"/>
            <ac:spMk id="45" creationId="{F9DC93C5-F221-40D7-95AB-67508DA91CE4}"/>
          </ac:spMkLst>
        </pc:spChg>
        <pc:spChg chg="add mod">
          <ac:chgData name="鈴木 秀規" userId="f68c5fd9-22d5-4c0a-9833-7fb0f5135313" providerId="ADAL" clId="{89E477C8-882C-4DDE-9C80-DFB373724EDC}" dt="2021-01-26T08:00:38.912" v="380" actId="1037"/>
          <ac:spMkLst>
            <pc:docMk/>
            <pc:sldMk cId="1859091905" sldId="362"/>
            <ac:spMk id="54" creationId="{266E822E-A1F4-4F69-8477-0E6EF3210D03}"/>
          </ac:spMkLst>
        </pc:spChg>
        <pc:spChg chg="add mod">
          <ac:chgData name="鈴木 秀規" userId="f68c5fd9-22d5-4c0a-9833-7fb0f5135313" providerId="ADAL" clId="{89E477C8-882C-4DDE-9C80-DFB373724EDC}" dt="2021-01-26T08:03:12.075" v="434" actId="207"/>
          <ac:spMkLst>
            <pc:docMk/>
            <pc:sldMk cId="1859091905" sldId="362"/>
            <ac:spMk id="59" creationId="{CFF5B219-4DDF-4B37-A64F-2304FFABF712}"/>
          </ac:spMkLst>
        </pc:spChg>
        <pc:spChg chg="add mod">
          <ac:chgData name="鈴木 秀規" userId="f68c5fd9-22d5-4c0a-9833-7fb0f5135313" providerId="ADAL" clId="{89E477C8-882C-4DDE-9C80-DFB373724EDC}" dt="2021-01-26T08:03:59.120" v="443" actId="207"/>
          <ac:spMkLst>
            <pc:docMk/>
            <pc:sldMk cId="1859091905" sldId="362"/>
            <ac:spMk id="72" creationId="{83F0BF49-8189-4578-8B5F-CF276A24D0CA}"/>
          </ac:spMkLst>
        </pc:spChg>
        <pc:cxnChg chg="add mod ord">
          <ac:chgData name="鈴木 秀規" userId="f68c5fd9-22d5-4c0a-9833-7fb0f5135313" providerId="ADAL" clId="{89E477C8-882C-4DDE-9C80-DFB373724EDC}" dt="2021-01-26T08:02:48.105" v="428" actId="14100"/>
          <ac:cxnSpMkLst>
            <pc:docMk/>
            <pc:sldMk cId="1859091905" sldId="362"/>
            <ac:cxnSpMk id="20" creationId="{134534F1-08CD-4AB7-99C9-9FC436F331A2}"/>
          </ac:cxnSpMkLst>
        </pc:cxnChg>
        <pc:cxnChg chg="add mod">
          <ac:chgData name="鈴木 秀規" userId="f68c5fd9-22d5-4c0a-9833-7fb0f5135313" providerId="ADAL" clId="{89E477C8-882C-4DDE-9C80-DFB373724EDC}" dt="2021-01-26T08:02:51.594" v="429" actId="14100"/>
          <ac:cxnSpMkLst>
            <pc:docMk/>
            <pc:sldMk cId="1859091905" sldId="362"/>
            <ac:cxnSpMk id="24" creationId="{019FAB17-44B5-4AE2-AF12-6643EFA8830B}"/>
          </ac:cxnSpMkLst>
        </pc:cxnChg>
        <pc:cxnChg chg="add mod">
          <ac:chgData name="鈴木 秀規" userId="f68c5fd9-22d5-4c0a-9833-7fb0f5135313" providerId="ADAL" clId="{89E477C8-882C-4DDE-9C80-DFB373724EDC}" dt="2021-01-26T08:02:54.148" v="430" actId="14100"/>
          <ac:cxnSpMkLst>
            <pc:docMk/>
            <pc:sldMk cId="1859091905" sldId="362"/>
            <ac:cxnSpMk id="27" creationId="{1EBAE8EE-EAC3-4F4B-9A50-BAD58EB53B79}"/>
          </ac:cxnSpMkLst>
        </pc:cxnChg>
        <pc:cxnChg chg="add mod">
          <ac:chgData name="鈴木 秀規" userId="f68c5fd9-22d5-4c0a-9833-7fb0f5135313" providerId="ADAL" clId="{89E477C8-882C-4DDE-9C80-DFB373724EDC}" dt="2021-01-26T08:02:33.870" v="427" actId="692"/>
          <ac:cxnSpMkLst>
            <pc:docMk/>
            <pc:sldMk cId="1859091905" sldId="362"/>
            <ac:cxnSpMk id="31" creationId="{A6BADF17-B0D0-4743-A0B1-41D4A54BD609}"/>
          </ac:cxnSpMkLst>
        </pc:cxnChg>
        <pc:cxnChg chg="add mod">
          <ac:chgData name="鈴木 秀規" userId="f68c5fd9-22d5-4c0a-9833-7fb0f5135313" providerId="ADAL" clId="{89E477C8-882C-4DDE-9C80-DFB373724EDC}" dt="2021-01-26T08:02:33.870" v="427" actId="692"/>
          <ac:cxnSpMkLst>
            <pc:docMk/>
            <pc:sldMk cId="1859091905" sldId="362"/>
            <ac:cxnSpMk id="32" creationId="{BB2AB40A-D1FF-499D-96E4-CC02DBFD0C45}"/>
          </ac:cxnSpMkLst>
        </pc:cxnChg>
        <pc:cxnChg chg="add mod">
          <ac:chgData name="鈴木 秀規" userId="f68c5fd9-22d5-4c0a-9833-7fb0f5135313" providerId="ADAL" clId="{89E477C8-882C-4DDE-9C80-DFB373724EDC}" dt="2021-01-26T08:02:33.870" v="427" actId="692"/>
          <ac:cxnSpMkLst>
            <pc:docMk/>
            <pc:sldMk cId="1859091905" sldId="362"/>
            <ac:cxnSpMk id="40" creationId="{2CAE687F-4F06-4637-9A81-133CDE1DDFD1}"/>
          </ac:cxnSpMkLst>
        </pc:cxnChg>
        <pc:cxnChg chg="add del mod">
          <ac:chgData name="鈴木 秀規" userId="f68c5fd9-22d5-4c0a-9833-7fb0f5135313" providerId="ADAL" clId="{89E477C8-882C-4DDE-9C80-DFB373724EDC}" dt="2021-01-26T07:59:19.993" v="340"/>
          <ac:cxnSpMkLst>
            <pc:docMk/>
            <pc:sldMk cId="1859091905" sldId="362"/>
            <ac:cxnSpMk id="42" creationId="{5AA0BF02-C0A5-4738-9C26-191F009E8F18}"/>
          </ac:cxnSpMkLst>
        </pc:cxnChg>
        <pc:cxnChg chg="add mod">
          <ac:chgData name="鈴木 秀規" userId="f68c5fd9-22d5-4c0a-9833-7fb0f5135313" providerId="ADAL" clId="{89E477C8-882C-4DDE-9C80-DFB373724EDC}" dt="2021-01-26T08:02:33.870" v="427" actId="692"/>
          <ac:cxnSpMkLst>
            <pc:docMk/>
            <pc:sldMk cId="1859091905" sldId="362"/>
            <ac:cxnSpMk id="43" creationId="{A5774DB9-1F03-4A1A-AF9A-AED333B85D23}"/>
          </ac:cxnSpMkLst>
        </pc:cxnChg>
        <pc:cxnChg chg="add mod">
          <ac:chgData name="鈴木 秀規" userId="f68c5fd9-22d5-4c0a-9833-7fb0f5135313" providerId="ADAL" clId="{89E477C8-882C-4DDE-9C80-DFB373724EDC}" dt="2021-01-26T08:02:33.870" v="427" actId="692"/>
          <ac:cxnSpMkLst>
            <pc:docMk/>
            <pc:sldMk cId="1859091905" sldId="362"/>
            <ac:cxnSpMk id="47" creationId="{864068D4-A178-418F-82A7-F8CD61001708}"/>
          </ac:cxnSpMkLst>
        </pc:cxnChg>
        <pc:cxnChg chg="add mod">
          <ac:chgData name="鈴木 秀規" userId="f68c5fd9-22d5-4c0a-9833-7fb0f5135313" providerId="ADAL" clId="{89E477C8-882C-4DDE-9C80-DFB373724EDC}" dt="2021-01-26T08:03:01.687" v="432" actId="14100"/>
          <ac:cxnSpMkLst>
            <pc:docMk/>
            <pc:sldMk cId="1859091905" sldId="362"/>
            <ac:cxnSpMk id="51" creationId="{A32AD69A-697F-4EF8-9E0F-56D494744AA2}"/>
          </ac:cxnSpMkLst>
        </pc:cxnChg>
        <pc:cxnChg chg="add mod">
          <ac:chgData name="鈴木 秀規" userId="f68c5fd9-22d5-4c0a-9833-7fb0f5135313" providerId="ADAL" clId="{89E477C8-882C-4DDE-9C80-DFB373724EDC}" dt="2021-01-26T08:02:57.730" v="431" actId="14100"/>
          <ac:cxnSpMkLst>
            <pc:docMk/>
            <pc:sldMk cId="1859091905" sldId="362"/>
            <ac:cxnSpMk id="57" creationId="{31F5136B-2FBA-42D0-BD1C-5118FED32A40}"/>
          </ac:cxnSpMkLst>
        </pc:cxnChg>
      </pc:sldChg>
      <pc:sldChg chg="del">
        <pc:chgData name="鈴木 秀規" userId="f68c5fd9-22d5-4c0a-9833-7fb0f5135313" providerId="ADAL" clId="{89E477C8-882C-4DDE-9C80-DFB373724EDC}" dt="2021-01-26T07:45:41.587" v="2" actId="2696"/>
        <pc:sldMkLst>
          <pc:docMk/>
          <pc:sldMk cId="793301096" sldId="363"/>
        </pc:sldMkLst>
      </pc:sldChg>
      <pc:sldChg chg="modSp new mod">
        <pc:chgData name="鈴木 秀規" userId="f68c5fd9-22d5-4c0a-9833-7fb0f5135313" providerId="ADAL" clId="{89E477C8-882C-4DDE-9C80-DFB373724EDC}" dt="2021-01-26T08:04:53.998" v="455" actId="207"/>
        <pc:sldMkLst>
          <pc:docMk/>
          <pc:sldMk cId="2294830573" sldId="363"/>
        </pc:sldMkLst>
        <pc:spChg chg="mod">
          <ac:chgData name="鈴木 秀規" userId="f68c5fd9-22d5-4c0a-9833-7fb0f5135313" providerId="ADAL" clId="{89E477C8-882C-4DDE-9C80-DFB373724EDC}" dt="2021-01-26T08:04:28.406" v="447"/>
          <ac:spMkLst>
            <pc:docMk/>
            <pc:sldMk cId="2294830573" sldId="363"/>
            <ac:spMk id="3" creationId="{80308596-66F4-4B44-A987-976456932F9D}"/>
          </ac:spMkLst>
        </pc:spChg>
        <pc:spChg chg="mod">
          <ac:chgData name="鈴木 秀規" userId="f68c5fd9-22d5-4c0a-9833-7fb0f5135313" providerId="ADAL" clId="{89E477C8-882C-4DDE-9C80-DFB373724EDC}" dt="2021-01-26T08:04:53.998" v="455" actId="207"/>
          <ac:spMkLst>
            <pc:docMk/>
            <pc:sldMk cId="2294830573" sldId="363"/>
            <ac:spMk id="5" creationId="{2D522168-F518-4111-8563-A2E1FCAB34AB}"/>
          </ac:spMkLst>
        </pc:spChg>
      </pc:sldChg>
      <pc:sldChg chg="del">
        <pc:chgData name="鈴木 秀規" userId="f68c5fd9-22d5-4c0a-9833-7fb0f5135313" providerId="ADAL" clId="{89E477C8-882C-4DDE-9C80-DFB373724EDC}" dt="2021-01-26T07:45:41.587" v="2" actId="2696"/>
        <pc:sldMkLst>
          <pc:docMk/>
          <pc:sldMk cId="7953356" sldId="364"/>
        </pc:sldMkLst>
      </pc:sldChg>
      <pc:sldChg chg="addSp delSp modSp new mod chgLayout">
        <pc:chgData name="鈴木 秀規" userId="f68c5fd9-22d5-4c0a-9833-7fb0f5135313" providerId="ADAL" clId="{89E477C8-882C-4DDE-9C80-DFB373724EDC}" dt="2021-01-26T08:08:15.326" v="507" actId="14100"/>
        <pc:sldMkLst>
          <pc:docMk/>
          <pc:sldMk cId="1110472243" sldId="364"/>
        </pc:sldMkLst>
        <pc:spChg chg="mod ord">
          <ac:chgData name="鈴木 秀規" userId="f68c5fd9-22d5-4c0a-9833-7fb0f5135313" providerId="ADAL" clId="{89E477C8-882C-4DDE-9C80-DFB373724EDC}" dt="2021-01-26T08:07:55.033" v="502" actId="6264"/>
          <ac:spMkLst>
            <pc:docMk/>
            <pc:sldMk cId="1110472243" sldId="364"/>
            <ac:spMk id="2" creationId="{4C26FC9E-824E-49C1-94A2-CADDA6CC0D53}"/>
          </ac:spMkLst>
        </pc:spChg>
        <pc:spChg chg="mod ord">
          <ac:chgData name="鈴木 秀規" userId="f68c5fd9-22d5-4c0a-9833-7fb0f5135313" providerId="ADAL" clId="{89E477C8-882C-4DDE-9C80-DFB373724EDC}" dt="2021-01-26T08:07:55.033" v="502" actId="6264"/>
          <ac:spMkLst>
            <pc:docMk/>
            <pc:sldMk cId="1110472243" sldId="364"/>
            <ac:spMk id="3" creationId="{C76342AA-69F7-4707-AB18-49D866955607}"/>
          </ac:spMkLst>
        </pc:spChg>
        <pc:spChg chg="mod ord">
          <ac:chgData name="鈴木 秀規" userId="f68c5fd9-22d5-4c0a-9833-7fb0f5135313" providerId="ADAL" clId="{89E477C8-882C-4DDE-9C80-DFB373724EDC}" dt="2021-01-26T08:07:55.033" v="502" actId="6264"/>
          <ac:spMkLst>
            <pc:docMk/>
            <pc:sldMk cId="1110472243" sldId="364"/>
            <ac:spMk id="4" creationId="{BF106BF8-5A59-42EE-9C56-59204DEFA2B2}"/>
          </ac:spMkLst>
        </pc:spChg>
        <pc:spChg chg="del mod">
          <ac:chgData name="鈴木 秀規" userId="f68c5fd9-22d5-4c0a-9833-7fb0f5135313" providerId="ADAL" clId="{89E477C8-882C-4DDE-9C80-DFB373724EDC}" dt="2021-01-26T08:06:07.552" v="462" actId="478"/>
          <ac:spMkLst>
            <pc:docMk/>
            <pc:sldMk cId="1110472243" sldId="364"/>
            <ac:spMk id="5" creationId="{B053D525-0D4E-47BE-9589-977DE06898A5}"/>
          </ac:spMkLst>
        </pc:spChg>
        <pc:spChg chg="add mod">
          <ac:chgData name="鈴木 秀規" userId="f68c5fd9-22d5-4c0a-9833-7fb0f5135313" providerId="ADAL" clId="{89E477C8-882C-4DDE-9C80-DFB373724EDC}" dt="2021-01-26T08:07:43.082" v="501" actId="207"/>
          <ac:spMkLst>
            <pc:docMk/>
            <pc:sldMk cId="1110472243" sldId="364"/>
            <ac:spMk id="6" creationId="{4C3AF5AA-B358-4316-BC78-20B29D60485D}"/>
          </ac:spMkLst>
        </pc:spChg>
        <pc:spChg chg="add del mod">
          <ac:chgData name="鈴木 秀規" userId="f68c5fd9-22d5-4c0a-9833-7fb0f5135313" providerId="ADAL" clId="{89E477C8-882C-4DDE-9C80-DFB373724EDC}" dt="2021-01-26T08:07:55.033" v="502" actId="6264"/>
          <ac:spMkLst>
            <pc:docMk/>
            <pc:sldMk cId="1110472243" sldId="364"/>
            <ac:spMk id="7" creationId="{D3632368-3194-4E35-911B-41D9C2B615B7}"/>
          </ac:spMkLst>
        </pc:spChg>
        <pc:spChg chg="add del mod">
          <ac:chgData name="鈴木 秀規" userId="f68c5fd9-22d5-4c0a-9833-7fb0f5135313" providerId="ADAL" clId="{89E477C8-882C-4DDE-9C80-DFB373724EDC}" dt="2021-01-26T08:07:55.033" v="502" actId="6264"/>
          <ac:spMkLst>
            <pc:docMk/>
            <pc:sldMk cId="1110472243" sldId="364"/>
            <ac:spMk id="8" creationId="{BD9E1838-2E86-4D77-8E3D-C641A1C67699}"/>
          </ac:spMkLst>
        </pc:spChg>
        <pc:spChg chg="add del mod">
          <ac:chgData name="鈴木 秀規" userId="f68c5fd9-22d5-4c0a-9833-7fb0f5135313" providerId="ADAL" clId="{89E477C8-882C-4DDE-9C80-DFB373724EDC}" dt="2021-01-26T08:07:55.033" v="502" actId="6264"/>
          <ac:spMkLst>
            <pc:docMk/>
            <pc:sldMk cId="1110472243" sldId="364"/>
            <ac:spMk id="9" creationId="{B63836F2-4190-4CA3-8A40-6FB9C2E56271}"/>
          </ac:spMkLst>
        </pc:spChg>
        <pc:spChg chg="add mod ord">
          <ac:chgData name="鈴木 秀規" userId="f68c5fd9-22d5-4c0a-9833-7fb0f5135313" providerId="ADAL" clId="{89E477C8-882C-4DDE-9C80-DFB373724EDC}" dt="2021-01-26T08:08:15.326" v="507" actId="14100"/>
          <ac:spMkLst>
            <pc:docMk/>
            <pc:sldMk cId="1110472243" sldId="364"/>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761714059" sldId="365"/>
        </pc:sldMkLst>
      </pc:sldChg>
      <pc:sldChg chg="modSp new mod">
        <pc:chgData name="鈴木 秀規" userId="f68c5fd9-22d5-4c0a-9833-7fb0f5135313" providerId="ADAL" clId="{89E477C8-882C-4DDE-9C80-DFB373724EDC}" dt="2021-01-26T08:10:20.601" v="529" actId="207"/>
        <pc:sldMkLst>
          <pc:docMk/>
          <pc:sldMk cId="2023125260" sldId="365"/>
        </pc:sldMkLst>
        <pc:spChg chg="mod">
          <ac:chgData name="鈴木 秀規" userId="f68c5fd9-22d5-4c0a-9833-7fb0f5135313" providerId="ADAL" clId="{89E477C8-882C-4DDE-9C80-DFB373724EDC}" dt="2021-01-26T08:09:00.303" v="511" actId="113"/>
          <ac:spMkLst>
            <pc:docMk/>
            <pc:sldMk cId="2023125260" sldId="365"/>
            <ac:spMk id="3" creationId="{3C5E10D8-FE1A-43F3-A5E1-4E0561551D6D}"/>
          </ac:spMkLst>
        </pc:spChg>
        <pc:spChg chg="mod">
          <ac:chgData name="鈴木 秀規" userId="f68c5fd9-22d5-4c0a-9833-7fb0f5135313" providerId="ADAL" clId="{89E477C8-882C-4DDE-9C80-DFB373724EDC}" dt="2021-01-26T08:10:20.601" v="529" actId="207"/>
          <ac:spMkLst>
            <pc:docMk/>
            <pc:sldMk cId="2023125260" sldId="365"/>
            <ac:spMk id="5" creationId="{B84F0D4E-F2BC-40E8-BE39-75DAE0927AB4}"/>
          </ac:spMkLst>
        </pc:spChg>
      </pc:sldChg>
      <pc:sldChg chg="modSp new mod">
        <pc:chgData name="鈴木 秀規" userId="f68c5fd9-22d5-4c0a-9833-7fb0f5135313" providerId="ADAL" clId="{89E477C8-882C-4DDE-9C80-DFB373724EDC}" dt="2021-01-26T08:12:35.424" v="540" actId="207"/>
        <pc:sldMkLst>
          <pc:docMk/>
          <pc:sldMk cId="597858556" sldId="366"/>
        </pc:sldMkLst>
        <pc:spChg chg="mod">
          <ac:chgData name="鈴木 秀規" userId="f68c5fd9-22d5-4c0a-9833-7fb0f5135313" providerId="ADAL" clId="{89E477C8-882C-4DDE-9C80-DFB373724EDC}" dt="2021-01-26T08:10:59.036" v="531"/>
          <ac:spMkLst>
            <pc:docMk/>
            <pc:sldMk cId="597858556" sldId="366"/>
            <ac:spMk id="3" creationId="{C635C32F-0D77-4DD0-A752-8B7C55A2B627}"/>
          </ac:spMkLst>
        </pc:spChg>
        <pc:spChg chg="mod">
          <ac:chgData name="鈴木 秀規" userId="f68c5fd9-22d5-4c0a-9833-7fb0f5135313" providerId="ADAL" clId="{89E477C8-882C-4DDE-9C80-DFB373724EDC}" dt="2021-01-26T08:12:35.424" v="540" actId="207"/>
          <ac:spMkLst>
            <pc:docMk/>
            <pc:sldMk cId="597858556" sldId="366"/>
            <ac:spMk id="5" creationId="{4402BEA6-4F18-4B71-B0B4-98752FFB701C}"/>
          </ac:spMkLst>
        </pc:spChg>
      </pc:sldChg>
      <pc:sldChg chg="del">
        <pc:chgData name="鈴木 秀規" userId="f68c5fd9-22d5-4c0a-9833-7fb0f5135313" providerId="ADAL" clId="{89E477C8-882C-4DDE-9C80-DFB373724EDC}" dt="2021-01-26T07:45:41.587" v="2" actId="2696"/>
        <pc:sldMkLst>
          <pc:docMk/>
          <pc:sldMk cId="680852098" sldId="366"/>
        </pc:sldMkLst>
      </pc:sldChg>
      <pc:sldChg chg="modSp add mod ord">
        <pc:chgData name="鈴木 秀規" userId="f68c5fd9-22d5-4c0a-9833-7fb0f5135313" providerId="ADAL" clId="{89E477C8-882C-4DDE-9C80-DFB373724EDC}" dt="2021-01-26T08:13:53.288" v="569" actId="14100"/>
        <pc:sldMkLst>
          <pc:docMk/>
          <pc:sldMk cId="3532048317" sldId="367"/>
        </pc:sldMkLst>
        <pc:spChg chg="mod">
          <ac:chgData name="鈴木 秀規" userId="f68c5fd9-22d5-4c0a-9833-7fb0f5135313" providerId="ADAL" clId="{89E477C8-882C-4DDE-9C80-DFB373724EDC}" dt="2021-01-26T08:12:53.345" v="544"/>
          <ac:spMkLst>
            <pc:docMk/>
            <pc:sldMk cId="3532048317" sldId="367"/>
            <ac:spMk id="3" creationId="{C76342AA-69F7-4707-AB18-49D866955607}"/>
          </ac:spMkLst>
        </pc:spChg>
        <pc:spChg chg="mod">
          <ac:chgData name="鈴木 秀規" userId="f68c5fd9-22d5-4c0a-9833-7fb0f5135313" providerId="ADAL" clId="{89E477C8-882C-4DDE-9C80-DFB373724EDC}" dt="2021-01-26T08:13:45.833" v="568" actId="113"/>
          <ac:spMkLst>
            <pc:docMk/>
            <pc:sldMk cId="3532048317" sldId="367"/>
            <ac:spMk id="6" creationId="{4C3AF5AA-B358-4316-BC78-20B29D60485D}"/>
          </ac:spMkLst>
        </pc:spChg>
        <pc:spChg chg="mod">
          <ac:chgData name="鈴木 秀規" userId="f68c5fd9-22d5-4c0a-9833-7fb0f5135313" providerId="ADAL" clId="{89E477C8-882C-4DDE-9C80-DFB373724EDC}" dt="2021-01-26T08:13:53.288" v="569" actId="14100"/>
          <ac:spMkLst>
            <pc:docMk/>
            <pc:sldMk cId="3532048317" sldId="367"/>
            <ac:spMk id="10" creationId="{45A9D3B6-AA82-49F3-80E4-3A5DFB8B35D3}"/>
          </ac:spMkLst>
        </pc:spChg>
      </pc:sldChg>
      <pc:sldChg chg="del">
        <pc:chgData name="鈴木 秀規" userId="f68c5fd9-22d5-4c0a-9833-7fb0f5135313" providerId="ADAL" clId="{89E477C8-882C-4DDE-9C80-DFB373724EDC}" dt="2021-01-26T07:45:41.587" v="2" actId="2696"/>
        <pc:sldMkLst>
          <pc:docMk/>
          <pc:sldMk cId="4223884688" sldId="367"/>
        </pc:sldMkLst>
      </pc:sldChg>
      <pc:sldChg chg="del">
        <pc:chgData name="鈴木 秀規" userId="f68c5fd9-22d5-4c0a-9833-7fb0f5135313" providerId="ADAL" clId="{89E477C8-882C-4DDE-9C80-DFB373724EDC}" dt="2021-01-26T07:45:41.587" v="2" actId="2696"/>
        <pc:sldMkLst>
          <pc:docMk/>
          <pc:sldMk cId="1322122799" sldId="368"/>
        </pc:sldMkLst>
      </pc:sldChg>
      <pc:sldChg chg="modSp new mod">
        <pc:chgData name="鈴木 秀規" userId="f68c5fd9-22d5-4c0a-9833-7fb0f5135313" providerId="ADAL" clId="{89E477C8-882C-4DDE-9C80-DFB373724EDC}" dt="2021-01-26T08:15:28.833" v="582" actId="20577"/>
        <pc:sldMkLst>
          <pc:docMk/>
          <pc:sldMk cId="1946457624" sldId="368"/>
        </pc:sldMkLst>
        <pc:spChg chg="mod">
          <ac:chgData name="鈴木 秀規" userId="f68c5fd9-22d5-4c0a-9833-7fb0f5135313" providerId="ADAL" clId="{89E477C8-882C-4DDE-9C80-DFB373724EDC}" dt="2021-01-26T08:14:32.417" v="571"/>
          <ac:spMkLst>
            <pc:docMk/>
            <pc:sldMk cId="1946457624" sldId="368"/>
            <ac:spMk id="3" creationId="{8256DAFB-5904-4ECE-B786-8B9CFBF370E1}"/>
          </ac:spMkLst>
        </pc:spChg>
        <pc:spChg chg="mod">
          <ac:chgData name="鈴木 秀規" userId="f68c5fd9-22d5-4c0a-9833-7fb0f5135313" providerId="ADAL" clId="{89E477C8-882C-4DDE-9C80-DFB373724EDC}" dt="2021-01-26T08:15:28.833" v="582" actId="20577"/>
          <ac:spMkLst>
            <pc:docMk/>
            <pc:sldMk cId="1946457624" sldId="368"/>
            <ac:spMk id="5" creationId="{1E91DBA5-B855-4E68-A39D-E92B77A725F9}"/>
          </ac:spMkLst>
        </pc:spChg>
      </pc:sldChg>
      <pc:sldChg chg="del">
        <pc:chgData name="鈴木 秀規" userId="f68c5fd9-22d5-4c0a-9833-7fb0f5135313" providerId="ADAL" clId="{89E477C8-882C-4DDE-9C80-DFB373724EDC}" dt="2021-01-26T07:45:41.587" v="2" actId="2696"/>
        <pc:sldMkLst>
          <pc:docMk/>
          <pc:sldMk cId="315703525" sldId="369"/>
        </pc:sldMkLst>
      </pc:sldChg>
      <pc:sldChg chg="addSp modSp new mod">
        <pc:chgData name="鈴木 秀規" userId="f68c5fd9-22d5-4c0a-9833-7fb0f5135313" providerId="ADAL" clId="{89E477C8-882C-4DDE-9C80-DFB373724EDC}" dt="2021-01-26T08:26:54.010" v="663" actId="14100"/>
        <pc:sldMkLst>
          <pc:docMk/>
          <pc:sldMk cId="2558863877" sldId="369"/>
        </pc:sldMkLst>
        <pc:spChg chg="mod">
          <ac:chgData name="鈴木 秀規" userId="f68c5fd9-22d5-4c0a-9833-7fb0f5135313" providerId="ADAL" clId="{89E477C8-882C-4DDE-9C80-DFB373724EDC}" dt="2021-01-26T08:15:56.004" v="584"/>
          <ac:spMkLst>
            <pc:docMk/>
            <pc:sldMk cId="2558863877" sldId="369"/>
            <ac:spMk id="3" creationId="{979EA96C-27B0-4A98-A6BB-18337E109675}"/>
          </ac:spMkLst>
        </pc:spChg>
        <pc:spChg chg="mod">
          <ac:chgData name="鈴木 秀規" userId="f68c5fd9-22d5-4c0a-9833-7fb0f5135313" providerId="ADAL" clId="{89E477C8-882C-4DDE-9C80-DFB373724EDC}" dt="2021-01-26T08:16:10.245" v="587" actId="14100"/>
          <ac:spMkLst>
            <pc:docMk/>
            <pc:sldMk cId="2558863877" sldId="369"/>
            <ac:spMk id="5" creationId="{AD63D481-D7C9-40D2-86FC-CF8EB51ADE00}"/>
          </ac:spMkLst>
        </pc:spChg>
        <pc:spChg chg="add mod">
          <ac:chgData name="鈴木 秀規" userId="f68c5fd9-22d5-4c0a-9833-7fb0f5135313" providerId="ADAL" clId="{89E477C8-882C-4DDE-9C80-DFB373724EDC}" dt="2021-01-26T08:24:00.513" v="645" actId="14100"/>
          <ac:spMkLst>
            <pc:docMk/>
            <pc:sldMk cId="2558863877" sldId="369"/>
            <ac:spMk id="6" creationId="{557D5ABE-E95E-43B6-BA4B-30D67DC82E4B}"/>
          </ac:spMkLst>
        </pc:spChg>
        <pc:spChg chg="add mod ord">
          <ac:chgData name="鈴木 秀規" userId="f68c5fd9-22d5-4c0a-9833-7fb0f5135313" providerId="ADAL" clId="{89E477C8-882C-4DDE-9C80-DFB373724EDC}" dt="2021-01-26T08:26:37.718" v="661" actId="14100"/>
          <ac:spMkLst>
            <pc:docMk/>
            <pc:sldMk cId="2558863877" sldId="369"/>
            <ac:spMk id="7" creationId="{5A1A2977-47D7-4B83-8ED8-FAE0FCA35EFD}"/>
          </ac:spMkLst>
        </pc:spChg>
        <pc:spChg chg="add mod ord">
          <ac:chgData name="鈴木 秀規" userId="f68c5fd9-22d5-4c0a-9833-7fb0f5135313" providerId="ADAL" clId="{89E477C8-882C-4DDE-9C80-DFB373724EDC}" dt="2021-01-26T08:26:42.786" v="662" actId="207"/>
          <ac:spMkLst>
            <pc:docMk/>
            <pc:sldMk cId="2558863877" sldId="369"/>
            <ac:spMk id="8" creationId="{11DBA35D-4570-44DC-AD82-891FE3E745DA}"/>
          </ac:spMkLst>
        </pc:spChg>
        <pc:spChg chg="add mod">
          <ac:chgData name="鈴木 秀規" userId="f68c5fd9-22d5-4c0a-9833-7fb0f5135313" providerId="ADAL" clId="{89E477C8-882C-4DDE-9C80-DFB373724EDC}" dt="2021-01-26T08:26:13.459" v="656" actId="14100"/>
          <ac:spMkLst>
            <pc:docMk/>
            <pc:sldMk cId="2558863877" sldId="369"/>
            <ac:spMk id="9" creationId="{428EA767-7996-42DE-8E9E-552356BDC96C}"/>
          </ac:spMkLst>
        </pc:spChg>
        <pc:spChg chg="add mod">
          <ac:chgData name="鈴木 秀規" userId="f68c5fd9-22d5-4c0a-9833-7fb0f5135313" providerId="ADAL" clId="{89E477C8-882C-4DDE-9C80-DFB373724EDC}" dt="2021-01-26T08:26:54.010" v="663" actId="14100"/>
          <ac:spMkLst>
            <pc:docMk/>
            <pc:sldMk cId="2558863877" sldId="369"/>
            <ac:spMk id="10" creationId="{CFC6B348-1037-44A4-8325-C4D3801B756C}"/>
          </ac:spMkLst>
        </pc:spChg>
      </pc:sldChg>
      <pc:sldChg chg="addSp delSp modSp new mod">
        <pc:chgData name="鈴木 秀規" userId="f68c5fd9-22d5-4c0a-9833-7fb0f5135313" providerId="ADAL" clId="{89E477C8-882C-4DDE-9C80-DFB373724EDC}" dt="2021-01-26T08:34:45.798" v="757" actId="14100"/>
        <pc:sldMkLst>
          <pc:docMk/>
          <pc:sldMk cId="1008659216" sldId="370"/>
        </pc:sldMkLst>
        <pc:spChg chg="mod">
          <ac:chgData name="鈴木 秀規" userId="f68c5fd9-22d5-4c0a-9833-7fb0f5135313" providerId="ADAL" clId="{89E477C8-882C-4DDE-9C80-DFB373724EDC}" dt="2021-01-26T08:27:17.103" v="665"/>
          <ac:spMkLst>
            <pc:docMk/>
            <pc:sldMk cId="1008659216" sldId="370"/>
            <ac:spMk id="3" creationId="{02214B61-6F76-4DD9-A34B-592E9EF53121}"/>
          </ac:spMkLst>
        </pc:spChg>
        <pc:spChg chg="mod">
          <ac:chgData name="鈴木 秀規" userId="f68c5fd9-22d5-4c0a-9833-7fb0f5135313" providerId="ADAL" clId="{89E477C8-882C-4DDE-9C80-DFB373724EDC}" dt="2021-01-26T08:27:41.364" v="669" actId="14100"/>
          <ac:spMkLst>
            <pc:docMk/>
            <pc:sldMk cId="1008659216" sldId="370"/>
            <ac:spMk id="5" creationId="{C2358685-C9DF-4D11-B40A-091E145AC05F}"/>
          </ac:spMkLst>
        </pc:spChg>
        <pc:spChg chg="add mod">
          <ac:chgData name="鈴木 秀規" userId="f68c5fd9-22d5-4c0a-9833-7fb0f5135313" providerId="ADAL" clId="{89E477C8-882C-4DDE-9C80-DFB373724EDC}" dt="2021-01-26T08:33:43.019" v="741" actId="1076"/>
          <ac:spMkLst>
            <pc:docMk/>
            <pc:sldMk cId="1008659216" sldId="370"/>
            <ac:spMk id="6" creationId="{AF6E6B2C-3CE4-477F-9DA8-7509802DBEA1}"/>
          </ac:spMkLst>
        </pc:spChg>
        <pc:spChg chg="add del mod">
          <ac:chgData name="鈴木 秀規" userId="f68c5fd9-22d5-4c0a-9833-7fb0f5135313" providerId="ADAL" clId="{89E477C8-882C-4DDE-9C80-DFB373724EDC}" dt="2021-01-26T08:29:43.747" v="706"/>
          <ac:spMkLst>
            <pc:docMk/>
            <pc:sldMk cId="1008659216" sldId="370"/>
            <ac:spMk id="7" creationId="{42D75D7A-97B8-42DD-A8B3-6721BFD1F04D}"/>
          </ac:spMkLst>
        </pc:spChg>
        <pc:spChg chg="add mod">
          <ac:chgData name="鈴木 秀規" userId="f68c5fd9-22d5-4c0a-9833-7fb0f5135313" providerId="ADAL" clId="{89E477C8-882C-4DDE-9C80-DFB373724EDC}" dt="2021-01-26T08:31:13.333" v="720" actId="1582"/>
          <ac:spMkLst>
            <pc:docMk/>
            <pc:sldMk cId="1008659216" sldId="370"/>
            <ac:spMk id="8" creationId="{FB5CF734-FD8C-47ED-A991-D7605289366B}"/>
          </ac:spMkLst>
        </pc:spChg>
        <pc:spChg chg="add mod">
          <ac:chgData name="鈴木 秀規" userId="f68c5fd9-22d5-4c0a-9833-7fb0f5135313" providerId="ADAL" clId="{89E477C8-882C-4DDE-9C80-DFB373724EDC}" dt="2021-01-26T08:32:22.843" v="728" actId="14100"/>
          <ac:spMkLst>
            <pc:docMk/>
            <pc:sldMk cId="1008659216" sldId="370"/>
            <ac:spMk id="11" creationId="{DE92F075-A417-44E2-ADE3-68FA1C49E000}"/>
          </ac:spMkLst>
        </pc:spChg>
        <pc:spChg chg="add mod">
          <ac:chgData name="鈴木 秀規" userId="f68c5fd9-22d5-4c0a-9833-7fb0f5135313" providerId="ADAL" clId="{89E477C8-882C-4DDE-9C80-DFB373724EDC}" dt="2021-01-26T08:32:53.921" v="733" actId="208"/>
          <ac:spMkLst>
            <pc:docMk/>
            <pc:sldMk cId="1008659216" sldId="370"/>
            <ac:spMk id="12" creationId="{D60CA42D-40E7-48E9-898B-A950E3D6D2EC}"/>
          </ac:spMkLst>
        </pc:spChg>
        <pc:spChg chg="add mod">
          <ac:chgData name="鈴木 秀規" userId="f68c5fd9-22d5-4c0a-9833-7fb0f5135313" providerId="ADAL" clId="{89E477C8-882C-4DDE-9C80-DFB373724EDC}" dt="2021-01-26T08:34:18.922" v="750" actId="1076"/>
          <ac:spMkLst>
            <pc:docMk/>
            <pc:sldMk cId="1008659216" sldId="370"/>
            <ac:spMk id="19" creationId="{41D8A924-57DB-47C0-9E8F-95FC39B81F93}"/>
          </ac:spMkLst>
        </pc:spChg>
        <pc:spChg chg="add mod">
          <ac:chgData name="鈴木 秀規" userId="f68c5fd9-22d5-4c0a-9833-7fb0f5135313" providerId="ADAL" clId="{89E477C8-882C-4DDE-9C80-DFB373724EDC}" dt="2021-01-26T08:34:36.683" v="754" actId="1076"/>
          <ac:spMkLst>
            <pc:docMk/>
            <pc:sldMk cId="1008659216" sldId="370"/>
            <ac:spMk id="24" creationId="{5DEFD2C3-FDC8-45AE-BE41-B732B159BBCA}"/>
          </ac:spMkLst>
        </pc:spChg>
        <pc:cxnChg chg="add mod">
          <ac:chgData name="鈴木 秀規" userId="f68c5fd9-22d5-4c0a-9833-7fb0f5135313" providerId="ADAL" clId="{89E477C8-882C-4DDE-9C80-DFB373724EDC}" dt="2021-01-26T08:31:33.354" v="723" actId="208"/>
          <ac:cxnSpMkLst>
            <pc:docMk/>
            <pc:sldMk cId="1008659216" sldId="370"/>
            <ac:cxnSpMk id="10" creationId="{D1E1AAFB-9319-4FD0-AF11-44AAFA8269A7}"/>
          </ac:cxnSpMkLst>
        </pc:cxnChg>
        <pc:cxnChg chg="add mod">
          <ac:chgData name="鈴木 秀規" userId="f68c5fd9-22d5-4c0a-9833-7fb0f5135313" providerId="ADAL" clId="{89E477C8-882C-4DDE-9C80-DFB373724EDC}" dt="2021-01-26T08:33:47.179" v="742" actId="14100"/>
          <ac:cxnSpMkLst>
            <pc:docMk/>
            <pc:sldMk cId="1008659216" sldId="370"/>
            <ac:cxnSpMk id="14" creationId="{32A8E0F2-FD29-4DB9-BCF8-BC10538B672C}"/>
          </ac:cxnSpMkLst>
        </pc:cxnChg>
        <pc:cxnChg chg="add del mod">
          <ac:chgData name="鈴木 秀規" userId="f68c5fd9-22d5-4c0a-9833-7fb0f5135313" providerId="ADAL" clId="{89E477C8-882C-4DDE-9C80-DFB373724EDC}" dt="2021-01-26T08:33:22.264" v="739" actId="478"/>
          <ac:cxnSpMkLst>
            <pc:docMk/>
            <pc:sldMk cId="1008659216" sldId="370"/>
            <ac:cxnSpMk id="15" creationId="{34603B1C-8748-4FB8-BFB7-F4F9E47B53EC}"/>
          </ac:cxnSpMkLst>
        </pc:cxnChg>
        <pc:cxnChg chg="add mod">
          <ac:chgData name="鈴木 秀規" userId="f68c5fd9-22d5-4c0a-9833-7fb0f5135313" providerId="ADAL" clId="{89E477C8-882C-4DDE-9C80-DFB373724EDC}" dt="2021-01-26T08:34:22.565" v="751" actId="14100"/>
          <ac:cxnSpMkLst>
            <pc:docMk/>
            <pc:sldMk cId="1008659216" sldId="370"/>
            <ac:cxnSpMk id="20" creationId="{00C64AF7-8716-4986-BDE8-15ED9E2189CD}"/>
          </ac:cxnSpMkLst>
        </pc:cxnChg>
        <pc:cxnChg chg="add mod">
          <ac:chgData name="鈴木 秀規" userId="f68c5fd9-22d5-4c0a-9833-7fb0f5135313" providerId="ADAL" clId="{89E477C8-882C-4DDE-9C80-DFB373724EDC}" dt="2021-01-26T08:34:45.798" v="757" actId="14100"/>
          <ac:cxnSpMkLst>
            <pc:docMk/>
            <pc:sldMk cId="1008659216" sldId="370"/>
            <ac:cxnSpMk id="25" creationId="{67C6214A-96D4-4070-AC0B-68733CDEF561}"/>
          </ac:cxnSpMkLst>
        </pc:cxnChg>
      </pc:sldChg>
      <pc:sldChg chg="del">
        <pc:chgData name="鈴木 秀規" userId="f68c5fd9-22d5-4c0a-9833-7fb0f5135313" providerId="ADAL" clId="{89E477C8-882C-4DDE-9C80-DFB373724EDC}" dt="2021-01-26T07:45:41.587" v="2" actId="2696"/>
        <pc:sldMkLst>
          <pc:docMk/>
          <pc:sldMk cId="1918088230" sldId="370"/>
        </pc:sldMkLst>
      </pc:sldChg>
      <pc:sldChg chg="del">
        <pc:chgData name="鈴木 秀規" userId="f68c5fd9-22d5-4c0a-9833-7fb0f5135313" providerId="ADAL" clId="{89E477C8-882C-4DDE-9C80-DFB373724EDC}" dt="2021-01-26T07:45:41.587" v="2" actId="2696"/>
        <pc:sldMkLst>
          <pc:docMk/>
          <pc:sldMk cId="1875641365" sldId="371"/>
        </pc:sldMkLst>
      </pc:sldChg>
      <pc:sldChg chg="addSp modSp new mod">
        <pc:chgData name="鈴木 秀規" userId="f68c5fd9-22d5-4c0a-9833-7fb0f5135313" providerId="ADAL" clId="{89E477C8-882C-4DDE-9C80-DFB373724EDC}" dt="2021-01-26T08:35:53.403" v="770" actId="12385"/>
        <pc:sldMkLst>
          <pc:docMk/>
          <pc:sldMk cId="3350652435" sldId="371"/>
        </pc:sldMkLst>
        <pc:spChg chg="mod">
          <ac:chgData name="鈴木 秀規" userId="f68c5fd9-22d5-4c0a-9833-7fb0f5135313" providerId="ADAL" clId="{89E477C8-882C-4DDE-9C80-DFB373724EDC}" dt="2021-01-26T08:35:02.154" v="759"/>
          <ac:spMkLst>
            <pc:docMk/>
            <pc:sldMk cId="3350652435" sldId="371"/>
            <ac:spMk id="3" creationId="{30F99C26-20B3-4443-9F4F-4D39431C4739}"/>
          </ac:spMkLst>
        </pc:spChg>
        <pc:spChg chg="mod">
          <ac:chgData name="鈴木 秀規" userId="f68c5fd9-22d5-4c0a-9833-7fb0f5135313" providerId="ADAL" clId="{89E477C8-882C-4DDE-9C80-DFB373724EDC}" dt="2021-01-26T08:35:21.940" v="762" actId="14100"/>
          <ac:spMkLst>
            <pc:docMk/>
            <pc:sldMk cId="3350652435" sldId="371"/>
            <ac:spMk id="5" creationId="{D182D7AD-13D1-4C10-9608-8EBF9A649B90}"/>
          </ac:spMkLst>
        </pc:spChg>
        <pc:graphicFrameChg chg="add mod modGraphic">
          <ac:chgData name="鈴木 秀規" userId="f68c5fd9-22d5-4c0a-9833-7fb0f5135313" providerId="ADAL" clId="{89E477C8-882C-4DDE-9C80-DFB373724EDC}" dt="2021-01-26T08:35:53.403" v="770" actId="12385"/>
          <ac:graphicFrameMkLst>
            <pc:docMk/>
            <pc:sldMk cId="3350652435" sldId="371"/>
            <ac:graphicFrameMk id="6" creationId="{DAC8AF56-1F1A-4360-9696-0C80394E8D9E}"/>
          </ac:graphicFrameMkLst>
        </pc:graphicFrameChg>
      </pc:sldChg>
      <pc:sldChg chg="modSp new mod">
        <pc:chgData name="鈴木 秀規" userId="f68c5fd9-22d5-4c0a-9833-7fb0f5135313" providerId="ADAL" clId="{89E477C8-882C-4DDE-9C80-DFB373724EDC}" dt="2021-01-26T08:38:37.548" v="824" actId="313"/>
        <pc:sldMkLst>
          <pc:docMk/>
          <pc:sldMk cId="3443851444" sldId="372"/>
        </pc:sldMkLst>
        <pc:spChg chg="mod">
          <ac:chgData name="鈴木 秀規" userId="f68c5fd9-22d5-4c0a-9833-7fb0f5135313" providerId="ADAL" clId="{89E477C8-882C-4DDE-9C80-DFB373724EDC}" dt="2021-01-26T08:36:10.828" v="772"/>
          <ac:spMkLst>
            <pc:docMk/>
            <pc:sldMk cId="3443851444" sldId="372"/>
            <ac:spMk id="3" creationId="{2979B095-C2D9-43FE-BDB4-F51D4674481B}"/>
          </ac:spMkLst>
        </pc:spChg>
        <pc:spChg chg="mod">
          <ac:chgData name="鈴木 秀規" userId="f68c5fd9-22d5-4c0a-9833-7fb0f5135313" providerId="ADAL" clId="{89E477C8-882C-4DDE-9C80-DFB373724EDC}" dt="2021-01-26T08:38:37.548" v="824" actId="313"/>
          <ac:spMkLst>
            <pc:docMk/>
            <pc:sldMk cId="3443851444" sldId="372"/>
            <ac:spMk id="5" creationId="{B7128837-A21D-4351-8A56-98194BD48CFE}"/>
          </ac:spMkLst>
        </pc:spChg>
      </pc:sldChg>
      <pc:sldChg chg="del">
        <pc:chgData name="鈴木 秀規" userId="f68c5fd9-22d5-4c0a-9833-7fb0f5135313" providerId="ADAL" clId="{89E477C8-882C-4DDE-9C80-DFB373724EDC}" dt="2021-01-26T07:45:41.587" v="2" actId="2696"/>
        <pc:sldMkLst>
          <pc:docMk/>
          <pc:sldMk cId="4147123060" sldId="372"/>
        </pc:sldMkLst>
      </pc:sldChg>
      <pc:sldChg chg="del">
        <pc:chgData name="鈴木 秀規" userId="f68c5fd9-22d5-4c0a-9833-7fb0f5135313" providerId="ADAL" clId="{89E477C8-882C-4DDE-9C80-DFB373724EDC}" dt="2021-01-26T07:45:41.587" v="2" actId="2696"/>
        <pc:sldMkLst>
          <pc:docMk/>
          <pc:sldMk cId="310747956" sldId="373"/>
        </pc:sldMkLst>
      </pc:sldChg>
      <pc:sldChg chg="modSp new mod">
        <pc:chgData name="鈴木 秀規" userId="f68c5fd9-22d5-4c0a-9833-7fb0f5135313" providerId="ADAL" clId="{89E477C8-882C-4DDE-9C80-DFB373724EDC}" dt="2021-01-26T08:41:30.196" v="859" actId="207"/>
        <pc:sldMkLst>
          <pc:docMk/>
          <pc:sldMk cId="2536938731" sldId="373"/>
        </pc:sldMkLst>
        <pc:spChg chg="mod">
          <ac:chgData name="鈴木 秀規" userId="f68c5fd9-22d5-4c0a-9833-7fb0f5135313" providerId="ADAL" clId="{89E477C8-882C-4DDE-9C80-DFB373724EDC}" dt="2021-01-26T08:39:23.979" v="826"/>
          <ac:spMkLst>
            <pc:docMk/>
            <pc:sldMk cId="2536938731" sldId="373"/>
            <ac:spMk id="3" creationId="{78A90C5B-D1BB-47BB-9861-87F6FD459443}"/>
          </ac:spMkLst>
        </pc:spChg>
        <pc:spChg chg="mod">
          <ac:chgData name="鈴木 秀規" userId="f68c5fd9-22d5-4c0a-9833-7fb0f5135313" providerId="ADAL" clId="{89E477C8-882C-4DDE-9C80-DFB373724EDC}" dt="2021-01-26T08:41:30.196" v="859" actId="207"/>
          <ac:spMkLst>
            <pc:docMk/>
            <pc:sldMk cId="2536938731" sldId="373"/>
            <ac:spMk id="5" creationId="{01C523D0-7CCE-4899-8918-6D813585575B}"/>
          </ac:spMkLst>
        </pc:spChg>
      </pc:sldChg>
      <pc:sldChg chg="del">
        <pc:chgData name="鈴木 秀規" userId="f68c5fd9-22d5-4c0a-9833-7fb0f5135313" providerId="ADAL" clId="{89E477C8-882C-4DDE-9C80-DFB373724EDC}" dt="2021-01-26T07:45:41.587" v="2" actId="2696"/>
        <pc:sldMkLst>
          <pc:docMk/>
          <pc:sldMk cId="84034417" sldId="374"/>
        </pc:sldMkLst>
      </pc:sldChg>
      <pc:sldChg chg="addSp modSp new mod">
        <pc:chgData name="鈴木 秀規" userId="f68c5fd9-22d5-4c0a-9833-7fb0f5135313" providerId="ADAL" clId="{89E477C8-882C-4DDE-9C80-DFB373724EDC}" dt="2021-01-26T08:46:52.395" v="942" actId="207"/>
        <pc:sldMkLst>
          <pc:docMk/>
          <pc:sldMk cId="3337611443" sldId="374"/>
        </pc:sldMkLst>
        <pc:spChg chg="mod">
          <ac:chgData name="鈴木 秀規" userId="f68c5fd9-22d5-4c0a-9833-7fb0f5135313" providerId="ADAL" clId="{89E477C8-882C-4DDE-9C80-DFB373724EDC}" dt="2021-01-26T08:43:22.996" v="861"/>
          <ac:spMkLst>
            <pc:docMk/>
            <pc:sldMk cId="3337611443" sldId="374"/>
            <ac:spMk id="3" creationId="{6F1B7E9D-D51B-4D7B-9C5C-1D6AB55E0E01}"/>
          </ac:spMkLst>
        </pc:spChg>
        <pc:spChg chg="mod">
          <ac:chgData name="鈴木 秀規" userId="f68c5fd9-22d5-4c0a-9833-7fb0f5135313" providerId="ADAL" clId="{89E477C8-882C-4DDE-9C80-DFB373724EDC}" dt="2021-01-26T08:43:36.940" v="864" actId="14100"/>
          <ac:spMkLst>
            <pc:docMk/>
            <pc:sldMk cId="3337611443" sldId="374"/>
            <ac:spMk id="5" creationId="{5FCDB39A-957D-4A00-8DAD-535DB2A897C9}"/>
          </ac:spMkLst>
        </pc:spChg>
        <pc:spChg chg="add mod">
          <ac:chgData name="鈴木 秀規" userId="f68c5fd9-22d5-4c0a-9833-7fb0f5135313" providerId="ADAL" clId="{89E477C8-882C-4DDE-9C80-DFB373724EDC}" dt="2021-01-26T08:46:52.395" v="942" actId="207"/>
          <ac:spMkLst>
            <pc:docMk/>
            <pc:sldMk cId="3337611443" sldId="374"/>
            <ac:spMk id="7" creationId="{87B8FE7D-A94E-40AE-B317-F45A615D1D9E}"/>
          </ac:spMkLst>
        </pc:spChg>
        <pc:graphicFrameChg chg="add mod modGraphic">
          <ac:chgData name="鈴木 秀規" userId="f68c5fd9-22d5-4c0a-9833-7fb0f5135313" providerId="ADAL" clId="{89E477C8-882C-4DDE-9C80-DFB373724EDC}" dt="2021-01-26T08:44:56.456" v="879" actId="1076"/>
          <ac:graphicFrameMkLst>
            <pc:docMk/>
            <pc:sldMk cId="3337611443" sldId="374"/>
            <ac:graphicFrameMk id="6" creationId="{C8D06F01-1809-47E1-9F43-3FDBE39B2DFA}"/>
          </ac:graphicFrameMkLst>
        </pc:graphicFrameChg>
      </pc:sldChg>
      <pc:sldChg chg="modSp new mod">
        <pc:chgData name="鈴木 秀規" userId="f68c5fd9-22d5-4c0a-9833-7fb0f5135313" providerId="ADAL" clId="{89E477C8-882C-4DDE-9C80-DFB373724EDC}" dt="2021-01-26T08:48:02.101" v="962" actId="207"/>
        <pc:sldMkLst>
          <pc:docMk/>
          <pc:sldMk cId="571433644" sldId="375"/>
        </pc:sldMkLst>
        <pc:spChg chg="mod">
          <ac:chgData name="鈴木 秀規" userId="f68c5fd9-22d5-4c0a-9833-7fb0f5135313" providerId="ADAL" clId="{89E477C8-882C-4DDE-9C80-DFB373724EDC}" dt="2021-01-26T08:47:17.680" v="944"/>
          <ac:spMkLst>
            <pc:docMk/>
            <pc:sldMk cId="571433644" sldId="375"/>
            <ac:spMk id="3" creationId="{ECC121AB-772A-4BE5-B6E5-12A14D7F48E0}"/>
          </ac:spMkLst>
        </pc:spChg>
        <pc:spChg chg="mod">
          <ac:chgData name="鈴木 秀規" userId="f68c5fd9-22d5-4c0a-9833-7fb0f5135313" providerId="ADAL" clId="{89E477C8-882C-4DDE-9C80-DFB373724EDC}" dt="2021-01-26T08:48:02.101" v="962" actId="207"/>
          <ac:spMkLst>
            <pc:docMk/>
            <pc:sldMk cId="571433644" sldId="375"/>
            <ac:spMk id="5" creationId="{1774875D-24B6-4061-A97A-E3A5F9F98EC7}"/>
          </ac:spMkLst>
        </pc:spChg>
      </pc:sldChg>
      <pc:sldChg chg="del">
        <pc:chgData name="鈴木 秀規" userId="f68c5fd9-22d5-4c0a-9833-7fb0f5135313" providerId="ADAL" clId="{89E477C8-882C-4DDE-9C80-DFB373724EDC}" dt="2021-01-26T07:45:41.587" v="2" actId="2696"/>
        <pc:sldMkLst>
          <pc:docMk/>
          <pc:sldMk cId="4133178376" sldId="375"/>
        </pc:sldMkLst>
      </pc:sldChg>
      <pc:sldChg chg="addSp delSp modSp new mod">
        <pc:chgData name="鈴木 秀規" userId="f68c5fd9-22d5-4c0a-9833-7fb0f5135313" providerId="ADAL" clId="{89E477C8-882C-4DDE-9C80-DFB373724EDC}" dt="2021-01-26T08:51:50.269" v="1008"/>
        <pc:sldMkLst>
          <pc:docMk/>
          <pc:sldMk cId="941335972" sldId="376"/>
        </pc:sldMkLst>
        <pc:spChg chg="mod">
          <ac:chgData name="鈴木 秀規" userId="f68c5fd9-22d5-4c0a-9833-7fb0f5135313" providerId="ADAL" clId="{89E477C8-882C-4DDE-9C80-DFB373724EDC}" dt="2021-01-26T08:48:39.071" v="964"/>
          <ac:spMkLst>
            <pc:docMk/>
            <pc:sldMk cId="941335972" sldId="376"/>
            <ac:spMk id="3" creationId="{B972367C-4947-4E69-A131-8F640D8D60E5}"/>
          </ac:spMkLst>
        </pc:spChg>
        <pc:spChg chg="mod">
          <ac:chgData name="鈴木 秀規" userId="f68c5fd9-22d5-4c0a-9833-7fb0f5135313" providerId="ADAL" clId="{89E477C8-882C-4DDE-9C80-DFB373724EDC}" dt="2021-01-26T08:48:58.597" v="967" actId="14100"/>
          <ac:spMkLst>
            <pc:docMk/>
            <pc:sldMk cId="941335972" sldId="376"/>
            <ac:spMk id="5" creationId="{B8CB535A-3CCB-4067-A5E6-C7F335F4C81D}"/>
          </ac:spMkLst>
        </pc:spChg>
        <pc:spChg chg="add mod">
          <ac:chgData name="鈴木 秀規" userId="f68c5fd9-22d5-4c0a-9833-7fb0f5135313" providerId="ADAL" clId="{89E477C8-882C-4DDE-9C80-DFB373724EDC}" dt="2021-01-26T08:51:02.958" v="1001" actId="14100"/>
          <ac:spMkLst>
            <pc:docMk/>
            <pc:sldMk cId="941335972" sldId="376"/>
            <ac:spMk id="6" creationId="{A47CD9CD-E188-4199-9271-65EABF76F149}"/>
          </ac:spMkLst>
        </pc:spChg>
        <pc:spChg chg="add del mod">
          <ac:chgData name="鈴木 秀規" userId="f68c5fd9-22d5-4c0a-9833-7fb0f5135313" providerId="ADAL" clId="{89E477C8-882C-4DDE-9C80-DFB373724EDC}" dt="2021-01-26T08:51:50.269" v="1008"/>
          <ac:spMkLst>
            <pc:docMk/>
            <pc:sldMk cId="941335972" sldId="376"/>
            <ac:spMk id="7" creationId="{C2384F2E-4E46-43FA-8375-1D0D79CB5846}"/>
          </ac:spMkLst>
        </pc:spChg>
      </pc:sldChg>
      <pc:sldChg chg="del">
        <pc:chgData name="鈴木 秀規" userId="f68c5fd9-22d5-4c0a-9833-7fb0f5135313" providerId="ADAL" clId="{89E477C8-882C-4DDE-9C80-DFB373724EDC}" dt="2021-01-26T07:45:41.587" v="2" actId="2696"/>
        <pc:sldMkLst>
          <pc:docMk/>
          <pc:sldMk cId="3795804375" sldId="376"/>
        </pc:sldMkLst>
      </pc:sldChg>
      <pc:sldChg chg="addSp modSp new mod">
        <pc:chgData name="鈴木 秀規" userId="f68c5fd9-22d5-4c0a-9833-7fb0f5135313" providerId="ADAL" clId="{89E477C8-882C-4DDE-9C80-DFB373724EDC}" dt="2021-01-26T08:53:24.860" v="1050" actId="1035"/>
        <pc:sldMkLst>
          <pc:docMk/>
          <pc:sldMk cId="2664152079" sldId="377"/>
        </pc:sldMkLst>
        <pc:spChg chg="mod">
          <ac:chgData name="鈴木 秀規" userId="f68c5fd9-22d5-4c0a-9833-7fb0f5135313" providerId="ADAL" clId="{89E477C8-882C-4DDE-9C80-DFB373724EDC}" dt="2021-01-26T08:51:29.189" v="1003"/>
          <ac:spMkLst>
            <pc:docMk/>
            <pc:sldMk cId="2664152079" sldId="377"/>
            <ac:spMk id="3" creationId="{4815163A-60B7-454C-9BEE-6E5D93822057}"/>
          </ac:spMkLst>
        </pc:spChg>
        <pc:spChg chg="mod">
          <ac:chgData name="鈴木 秀規" userId="f68c5fd9-22d5-4c0a-9833-7fb0f5135313" providerId="ADAL" clId="{89E477C8-882C-4DDE-9C80-DFB373724EDC}" dt="2021-01-26T08:51:42.247" v="1006" actId="14100"/>
          <ac:spMkLst>
            <pc:docMk/>
            <pc:sldMk cId="2664152079" sldId="377"/>
            <ac:spMk id="5" creationId="{C2C2A754-1E8C-4305-B29C-CBE1EA53CBA0}"/>
          </ac:spMkLst>
        </pc:spChg>
        <pc:spChg chg="add mod">
          <ac:chgData name="鈴木 秀規" userId="f68c5fd9-22d5-4c0a-9833-7fb0f5135313" providerId="ADAL" clId="{89E477C8-882C-4DDE-9C80-DFB373724EDC}" dt="2021-01-26T08:53:24.860" v="1050" actId="1035"/>
          <ac:spMkLst>
            <pc:docMk/>
            <pc:sldMk cId="2664152079" sldId="377"/>
            <ac:spMk id="6" creationId="{50464128-AAA6-4EA5-B22F-16F5D6C630AD}"/>
          </ac:spMkLst>
        </pc:spChg>
      </pc:sldChg>
      <pc:sldChg chg="del">
        <pc:chgData name="鈴木 秀規" userId="f68c5fd9-22d5-4c0a-9833-7fb0f5135313" providerId="ADAL" clId="{89E477C8-882C-4DDE-9C80-DFB373724EDC}" dt="2021-01-26T07:45:41.587" v="2" actId="2696"/>
        <pc:sldMkLst>
          <pc:docMk/>
          <pc:sldMk cId="4201067025" sldId="377"/>
        </pc:sldMkLst>
      </pc:sldChg>
      <pc:sldChg chg="del">
        <pc:chgData name="鈴木 秀規" userId="f68c5fd9-22d5-4c0a-9833-7fb0f5135313" providerId="ADAL" clId="{89E477C8-882C-4DDE-9C80-DFB373724EDC}" dt="2021-01-26T07:45:41.587" v="2" actId="2696"/>
        <pc:sldMkLst>
          <pc:docMk/>
          <pc:sldMk cId="2170260322" sldId="378"/>
        </pc:sldMkLst>
      </pc:sldChg>
      <pc:sldChg chg="addSp modSp new mod">
        <pc:chgData name="鈴木 秀規" userId="f68c5fd9-22d5-4c0a-9833-7fb0f5135313" providerId="ADAL" clId="{89E477C8-882C-4DDE-9C80-DFB373724EDC}" dt="2021-01-26T08:55:51.686" v="1092" actId="313"/>
        <pc:sldMkLst>
          <pc:docMk/>
          <pc:sldMk cId="3649152916" sldId="378"/>
        </pc:sldMkLst>
        <pc:spChg chg="mod">
          <ac:chgData name="鈴木 秀規" userId="f68c5fd9-22d5-4c0a-9833-7fb0f5135313" providerId="ADAL" clId="{89E477C8-882C-4DDE-9C80-DFB373724EDC}" dt="2021-01-26T08:53:57.612" v="1052"/>
          <ac:spMkLst>
            <pc:docMk/>
            <pc:sldMk cId="3649152916" sldId="378"/>
            <ac:spMk id="3" creationId="{C9AA1DBB-256C-43A5-BA05-76B0A7285263}"/>
          </ac:spMkLst>
        </pc:spChg>
        <pc:spChg chg="mod">
          <ac:chgData name="鈴木 秀規" userId="f68c5fd9-22d5-4c0a-9833-7fb0f5135313" providerId="ADAL" clId="{89E477C8-882C-4DDE-9C80-DFB373724EDC}" dt="2021-01-26T08:54:12.696" v="1057" actId="14100"/>
          <ac:spMkLst>
            <pc:docMk/>
            <pc:sldMk cId="3649152916" sldId="378"/>
            <ac:spMk id="5" creationId="{85E77323-67F6-4BFB-93B2-6199F0DE3356}"/>
          </ac:spMkLst>
        </pc:spChg>
        <pc:spChg chg="add mod">
          <ac:chgData name="鈴木 秀規" userId="f68c5fd9-22d5-4c0a-9833-7fb0f5135313" providerId="ADAL" clId="{89E477C8-882C-4DDE-9C80-DFB373724EDC}" dt="2021-01-26T08:55:29.612" v="1084" actId="14100"/>
          <ac:spMkLst>
            <pc:docMk/>
            <pc:sldMk cId="3649152916" sldId="378"/>
            <ac:spMk id="6" creationId="{EBD2286A-0F1A-4DF5-A259-16CD3040F129}"/>
          </ac:spMkLst>
        </pc:spChg>
        <pc:spChg chg="add mod">
          <ac:chgData name="鈴木 秀規" userId="f68c5fd9-22d5-4c0a-9833-7fb0f5135313" providerId="ADAL" clId="{89E477C8-882C-4DDE-9C80-DFB373724EDC}" dt="2021-01-26T08:55:51.686" v="1092" actId="313"/>
          <ac:spMkLst>
            <pc:docMk/>
            <pc:sldMk cId="3649152916" sldId="378"/>
            <ac:spMk id="7" creationId="{EA633DCB-A576-4301-B681-FCD5E5467649}"/>
          </ac:spMkLst>
        </pc:spChg>
      </pc:sldChg>
      <pc:sldChg chg="addSp modSp new mod">
        <pc:chgData name="鈴木 秀規" userId="f68c5fd9-22d5-4c0a-9833-7fb0f5135313" providerId="ADAL" clId="{89E477C8-882C-4DDE-9C80-DFB373724EDC}" dt="2021-01-26T09:04:12.085" v="1158" actId="14100"/>
        <pc:sldMkLst>
          <pc:docMk/>
          <pc:sldMk cId="4159378562" sldId="379"/>
        </pc:sldMkLst>
        <pc:spChg chg="mod">
          <ac:chgData name="鈴木 秀規" userId="f68c5fd9-22d5-4c0a-9833-7fb0f5135313" providerId="ADAL" clId="{89E477C8-882C-4DDE-9C80-DFB373724EDC}" dt="2021-01-26T08:57:35.060" v="1094"/>
          <ac:spMkLst>
            <pc:docMk/>
            <pc:sldMk cId="4159378562" sldId="379"/>
            <ac:spMk id="3" creationId="{8ADF3397-CBD7-44EE-BB76-9A53E1D09CAC}"/>
          </ac:spMkLst>
        </pc:spChg>
        <pc:spChg chg="mod">
          <ac:chgData name="鈴木 秀規" userId="f68c5fd9-22d5-4c0a-9833-7fb0f5135313" providerId="ADAL" clId="{89E477C8-882C-4DDE-9C80-DFB373724EDC}" dt="2021-01-26T09:03:04.013" v="1145" actId="20577"/>
          <ac:spMkLst>
            <pc:docMk/>
            <pc:sldMk cId="4159378562" sldId="379"/>
            <ac:spMk id="5" creationId="{8AF17209-0E3F-4A7F-963D-59AE37D7A761}"/>
          </ac:spMkLst>
        </pc:spChg>
        <pc:spChg chg="add mod">
          <ac:chgData name="鈴木 秀規" userId="f68c5fd9-22d5-4c0a-9833-7fb0f5135313" providerId="ADAL" clId="{89E477C8-882C-4DDE-9C80-DFB373724EDC}" dt="2021-01-26T09:03:56.785" v="1155" actId="1076"/>
          <ac:spMkLst>
            <pc:docMk/>
            <pc:sldMk cId="4159378562" sldId="379"/>
            <ac:spMk id="6" creationId="{19ACB777-4C69-4AE2-9B51-348E26C5B4C6}"/>
          </ac:spMkLst>
        </pc:spChg>
        <pc:spChg chg="add mod">
          <ac:chgData name="鈴木 秀規" userId="f68c5fd9-22d5-4c0a-9833-7fb0f5135313" providerId="ADAL" clId="{89E477C8-882C-4DDE-9C80-DFB373724EDC}" dt="2021-01-26T09:03:56.785" v="1155" actId="1076"/>
          <ac:spMkLst>
            <pc:docMk/>
            <pc:sldMk cId="4159378562" sldId="379"/>
            <ac:spMk id="7" creationId="{FF2577CE-45E7-4EEA-B2C3-5C7ED5455854}"/>
          </ac:spMkLst>
        </pc:spChg>
        <pc:spChg chg="add mod">
          <ac:chgData name="鈴木 秀規" userId="f68c5fd9-22d5-4c0a-9833-7fb0f5135313" providerId="ADAL" clId="{89E477C8-882C-4DDE-9C80-DFB373724EDC}" dt="2021-01-26T09:03:56.785" v="1155" actId="1076"/>
          <ac:spMkLst>
            <pc:docMk/>
            <pc:sldMk cId="4159378562" sldId="379"/>
            <ac:spMk id="8" creationId="{E910A402-74B4-4C71-BB1F-BFEB50C1B5B7}"/>
          </ac:spMkLst>
        </pc:spChg>
        <pc:spChg chg="add mod">
          <ac:chgData name="鈴木 秀規" userId="f68c5fd9-22d5-4c0a-9833-7fb0f5135313" providerId="ADAL" clId="{89E477C8-882C-4DDE-9C80-DFB373724EDC}" dt="2021-01-26T09:04:07.411" v="1156" actId="14100"/>
          <ac:spMkLst>
            <pc:docMk/>
            <pc:sldMk cId="4159378562" sldId="379"/>
            <ac:spMk id="9" creationId="{60F5CBF6-0422-4A7A-8BA4-8D09EF54946F}"/>
          </ac:spMkLst>
        </pc:spChg>
        <pc:spChg chg="add mod">
          <ac:chgData name="鈴木 秀規" userId="f68c5fd9-22d5-4c0a-9833-7fb0f5135313" providerId="ADAL" clId="{89E477C8-882C-4DDE-9C80-DFB373724EDC}" dt="2021-01-26T09:04:09.703" v="1157" actId="14100"/>
          <ac:spMkLst>
            <pc:docMk/>
            <pc:sldMk cId="4159378562" sldId="379"/>
            <ac:spMk id="10" creationId="{4D621CF3-0CF4-489C-B223-3FA3D33C2E35}"/>
          </ac:spMkLst>
        </pc:spChg>
        <pc:spChg chg="add mod">
          <ac:chgData name="鈴木 秀規" userId="f68c5fd9-22d5-4c0a-9833-7fb0f5135313" providerId="ADAL" clId="{89E477C8-882C-4DDE-9C80-DFB373724EDC}" dt="2021-01-26T09:04:12.085" v="1158" actId="14100"/>
          <ac:spMkLst>
            <pc:docMk/>
            <pc:sldMk cId="4159378562" sldId="379"/>
            <ac:spMk id="11" creationId="{F882B540-8177-4F5E-AC95-6745C0031FFE}"/>
          </ac:spMkLst>
        </pc:spChg>
      </pc:sldChg>
      <pc:sldChg chg="del">
        <pc:chgData name="鈴木 秀規" userId="f68c5fd9-22d5-4c0a-9833-7fb0f5135313" providerId="ADAL" clId="{89E477C8-882C-4DDE-9C80-DFB373724EDC}" dt="2021-01-26T07:45:41.587" v="2" actId="2696"/>
        <pc:sldMkLst>
          <pc:docMk/>
          <pc:sldMk cId="4171248681" sldId="379"/>
        </pc:sldMkLst>
      </pc:sldChg>
      <pc:sldChg chg="del">
        <pc:chgData name="鈴木 秀規" userId="f68c5fd9-22d5-4c0a-9833-7fb0f5135313" providerId="ADAL" clId="{89E477C8-882C-4DDE-9C80-DFB373724EDC}" dt="2021-01-26T07:45:41.587" v="2" actId="2696"/>
        <pc:sldMkLst>
          <pc:docMk/>
          <pc:sldMk cId="1003752797" sldId="380"/>
        </pc:sldMkLst>
      </pc:sldChg>
      <pc:sldChg chg="addSp delSp modSp new mod">
        <pc:chgData name="鈴木 秀規" userId="f68c5fd9-22d5-4c0a-9833-7fb0f5135313" providerId="ADAL" clId="{89E477C8-882C-4DDE-9C80-DFB373724EDC}" dt="2021-01-26T09:06:30.809" v="1192" actId="14100"/>
        <pc:sldMkLst>
          <pc:docMk/>
          <pc:sldMk cId="2745502941" sldId="380"/>
        </pc:sldMkLst>
        <pc:spChg chg="mod">
          <ac:chgData name="鈴木 秀規" userId="f68c5fd9-22d5-4c0a-9833-7fb0f5135313" providerId="ADAL" clId="{89E477C8-882C-4DDE-9C80-DFB373724EDC}" dt="2021-01-26T09:04:42.006" v="1160"/>
          <ac:spMkLst>
            <pc:docMk/>
            <pc:sldMk cId="2745502941" sldId="380"/>
            <ac:spMk id="3" creationId="{D7CEE353-66FB-4D47-ABE7-E6D457A6F88A}"/>
          </ac:spMkLst>
        </pc:spChg>
        <pc:spChg chg="mod">
          <ac:chgData name="鈴木 秀規" userId="f68c5fd9-22d5-4c0a-9833-7fb0f5135313" providerId="ADAL" clId="{89E477C8-882C-4DDE-9C80-DFB373724EDC}" dt="2021-01-26T09:06:30.809" v="1192" actId="14100"/>
          <ac:spMkLst>
            <pc:docMk/>
            <pc:sldMk cId="2745502941" sldId="380"/>
            <ac:spMk id="5" creationId="{65F8DBFA-3C03-463C-8EBC-DD915EEA6A5E}"/>
          </ac:spMkLst>
        </pc:spChg>
        <pc:spChg chg="add del mod">
          <ac:chgData name="鈴木 秀規" userId="f68c5fd9-22d5-4c0a-9833-7fb0f5135313" providerId="ADAL" clId="{89E477C8-882C-4DDE-9C80-DFB373724EDC}" dt="2021-01-26T09:05:05.142" v="1162" actId="478"/>
          <ac:spMkLst>
            <pc:docMk/>
            <pc:sldMk cId="2745502941" sldId="380"/>
            <ac:spMk id="6" creationId="{43FDE0DB-E0B1-4CD3-8CA4-B563208CAB41}"/>
          </ac:spMkLst>
        </pc:spChg>
        <pc:spChg chg="add mod">
          <ac:chgData name="鈴木 秀規" userId="f68c5fd9-22d5-4c0a-9833-7fb0f5135313" providerId="ADAL" clId="{89E477C8-882C-4DDE-9C80-DFB373724EDC}" dt="2021-01-26T09:06:15.322" v="1188" actId="207"/>
          <ac:spMkLst>
            <pc:docMk/>
            <pc:sldMk cId="2745502941" sldId="380"/>
            <ac:spMk id="7" creationId="{BCFA7568-C799-428D-8424-0D6988FA0BF6}"/>
          </ac:spMkLst>
        </pc:spChg>
      </pc:sldChg>
      <pc:sldChg chg="modSp new mod">
        <pc:chgData name="鈴木 秀規" userId="f68c5fd9-22d5-4c0a-9833-7fb0f5135313" providerId="ADAL" clId="{89E477C8-882C-4DDE-9C80-DFB373724EDC}" dt="2021-01-26T09:08:00.190" v="1218" actId="207"/>
        <pc:sldMkLst>
          <pc:docMk/>
          <pc:sldMk cId="301528646" sldId="381"/>
        </pc:sldMkLst>
        <pc:spChg chg="mod">
          <ac:chgData name="鈴木 秀規" userId="f68c5fd9-22d5-4c0a-9833-7fb0f5135313" providerId="ADAL" clId="{89E477C8-882C-4DDE-9C80-DFB373724EDC}" dt="2021-01-26T09:06:48.058" v="1194"/>
          <ac:spMkLst>
            <pc:docMk/>
            <pc:sldMk cId="301528646" sldId="381"/>
            <ac:spMk id="3" creationId="{48A70034-29E8-489A-B615-329037CF346A}"/>
          </ac:spMkLst>
        </pc:spChg>
        <pc:spChg chg="mod">
          <ac:chgData name="鈴木 秀規" userId="f68c5fd9-22d5-4c0a-9833-7fb0f5135313" providerId="ADAL" clId="{89E477C8-882C-4DDE-9C80-DFB373724EDC}" dt="2021-01-26T09:08:00.190" v="1218" actId="207"/>
          <ac:spMkLst>
            <pc:docMk/>
            <pc:sldMk cId="301528646" sldId="381"/>
            <ac:spMk id="5" creationId="{870E934D-B2BF-428B-AC4B-1C45CBAE4729}"/>
          </ac:spMkLst>
        </pc:spChg>
      </pc:sldChg>
      <pc:sldChg chg="del">
        <pc:chgData name="鈴木 秀規" userId="f68c5fd9-22d5-4c0a-9833-7fb0f5135313" providerId="ADAL" clId="{89E477C8-882C-4DDE-9C80-DFB373724EDC}" dt="2021-01-26T07:45:41.587" v="2" actId="2696"/>
        <pc:sldMkLst>
          <pc:docMk/>
          <pc:sldMk cId="2315279680" sldId="381"/>
        </pc:sldMkLst>
      </pc:sldChg>
      <pc:sldChg chg="del">
        <pc:chgData name="鈴木 秀規" userId="f68c5fd9-22d5-4c0a-9833-7fb0f5135313" providerId="ADAL" clId="{89E477C8-882C-4DDE-9C80-DFB373724EDC}" dt="2021-01-26T07:45:41.587" v="2" actId="2696"/>
        <pc:sldMkLst>
          <pc:docMk/>
          <pc:sldMk cId="3359842153" sldId="382"/>
        </pc:sldMkLst>
      </pc:sldChg>
      <pc:sldChg chg="addSp modSp new mod">
        <pc:chgData name="鈴木 秀規" userId="f68c5fd9-22d5-4c0a-9833-7fb0f5135313" providerId="ADAL" clId="{89E477C8-882C-4DDE-9C80-DFB373724EDC}" dt="2021-01-26T09:13:19.047" v="1275" actId="14100"/>
        <pc:sldMkLst>
          <pc:docMk/>
          <pc:sldMk cId="3737758823" sldId="382"/>
        </pc:sldMkLst>
        <pc:spChg chg="mod">
          <ac:chgData name="鈴木 秀規" userId="f68c5fd9-22d5-4c0a-9833-7fb0f5135313" providerId="ADAL" clId="{89E477C8-882C-4DDE-9C80-DFB373724EDC}" dt="2021-01-26T09:08:28.567" v="1220"/>
          <ac:spMkLst>
            <pc:docMk/>
            <pc:sldMk cId="3737758823" sldId="382"/>
            <ac:spMk id="3" creationId="{71453A0E-55EE-4AEB-91D2-9DB4AE35E3DE}"/>
          </ac:spMkLst>
        </pc:spChg>
        <pc:spChg chg="mod">
          <ac:chgData name="鈴木 秀規" userId="f68c5fd9-22d5-4c0a-9833-7fb0f5135313" providerId="ADAL" clId="{89E477C8-882C-4DDE-9C80-DFB373724EDC}" dt="2021-01-26T09:08:51.351" v="1226" actId="1076"/>
          <ac:spMkLst>
            <pc:docMk/>
            <pc:sldMk cId="3737758823" sldId="382"/>
            <ac:spMk id="5" creationId="{C9168D82-A6E8-47C7-9E34-0055387B3E1E}"/>
          </ac:spMkLst>
        </pc:spChg>
        <pc:spChg chg="add mod">
          <ac:chgData name="鈴木 秀規" userId="f68c5fd9-22d5-4c0a-9833-7fb0f5135313" providerId="ADAL" clId="{89E477C8-882C-4DDE-9C80-DFB373724EDC}" dt="2021-01-26T09:10:38.505" v="1244" actId="1076"/>
          <ac:spMkLst>
            <pc:docMk/>
            <pc:sldMk cId="3737758823" sldId="382"/>
            <ac:spMk id="6" creationId="{416F6B10-E341-483C-8EB1-A447CA0B519D}"/>
          </ac:spMkLst>
        </pc:spChg>
        <pc:spChg chg="add mod">
          <ac:chgData name="鈴木 秀規" userId="f68c5fd9-22d5-4c0a-9833-7fb0f5135313" providerId="ADAL" clId="{89E477C8-882C-4DDE-9C80-DFB373724EDC}" dt="2021-01-26T09:12:48.406" v="1270" actId="1076"/>
          <ac:spMkLst>
            <pc:docMk/>
            <pc:sldMk cId="3737758823" sldId="382"/>
            <ac:spMk id="7" creationId="{5AA8E07E-E209-4FAB-B08E-DC75AEC347D2}"/>
          </ac:spMkLst>
        </pc:spChg>
        <pc:spChg chg="add mod">
          <ac:chgData name="鈴木 秀規" userId="f68c5fd9-22d5-4c0a-9833-7fb0f5135313" providerId="ADAL" clId="{89E477C8-882C-4DDE-9C80-DFB373724EDC}" dt="2021-01-26T09:12:51.954" v="1271" actId="1076"/>
          <ac:spMkLst>
            <pc:docMk/>
            <pc:sldMk cId="3737758823" sldId="382"/>
            <ac:spMk id="8" creationId="{CC90732A-ACB8-40E0-ADBB-A7DA8123B972}"/>
          </ac:spMkLst>
        </pc:spChg>
        <pc:spChg chg="add mod">
          <ac:chgData name="鈴木 秀規" userId="f68c5fd9-22d5-4c0a-9833-7fb0f5135313" providerId="ADAL" clId="{89E477C8-882C-4DDE-9C80-DFB373724EDC}" dt="2021-01-26T09:13:09.350" v="1273" actId="1076"/>
          <ac:spMkLst>
            <pc:docMk/>
            <pc:sldMk cId="3737758823" sldId="382"/>
            <ac:spMk id="9" creationId="{B3B3A101-1CC1-40C6-906E-E865AB3204EB}"/>
          </ac:spMkLst>
        </pc:spChg>
        <pc:spChg chg="add mod">
          <ac:chgData name="鈴木 秀規" userId="f68c5fd9-22d5-4c0a-9833-7fb0f5135313" providerId="ADAL" clId="{89E477C8-882C-4DDE-9C80-DFB373724EDC}" dt="2021-01-26T09:12:24.604" v="1267" actId="207"/>
          <ac:spMkLst>
            <pc:docMk/>
            <pc:sldMk cId="3737758823" sldId="382"/>
            <ac:spMk id="10" creationId="{C7477D15-AF30-4B50-9A55-F9DB0B3DD722}"/>
          </ac:spMkLst>
        </pc:spChg>
        <pc:spChg chg="add mod">
          <ac:chgData name="鈴木 秀規" userId="f68c5fd9-22d5-4c0a-9833-7fb0f5135313" providerId="ADAL" clId="{89E477C8-882C-4DDE-9C80-DFB373724EDC}" dt="2021-01-26T09:12:55.172" v="1272" actId="14100"/>
          <ac:spMkLst>
            <pc:docMk/>
            <pc:sldMk cId="3737758823" sldId="382"/>
            <ac:spMk id="11" creationId="{FF0BF8BB-6A5A-48C6-9DFC-D7EFF9AD9EEA}"/>
          </ac:spMkLst>
        </pc:spChg>
        <pc:spChg chg="add mod">
          <ac:chgData name="鈴木 秀規" userId="f68c5fd9-22d5-4c0a-9833-7fb0f5135313" providerId="ADAL" clId="{89E477C8-882C-4DDE-9C80-DFB373724EDC}" dt="2021-01-26T09:13:19.047" v="1275" actId="14100"/>
          <ac:spMkLst>
            <pc:docMk/>
            <pc:sldMk cId="3737758823" sldId="382"/>
            <ac:spMk id="12" creationId="{7061D972-AB54-44F3-BC60-66CB527657F8}"/>
          </ac:spMkLst>
        </pc:spChg>
      </pc:sldChg>
      <pc:sldChg chg="addSp modSp new mod">
        <pc:chgData name="鈴木 秀規" userId="f68c5fd9-22d5-4c0a-9833-7fb0f5135313" providerId="ADAL" clId="{89E477C8-882C-4DDE-9C80-DFB373724EDC}" dt="2021-01-26T09:17:18.900" v="1318" actId="14100"/>
        <pc:sldMkLst>
          <pc:docMk/>
          <pc:sldMk cId="1383500861" sldId="383"/>
        </pc:sldMkLst>
        <pc:spChg chg="mod">
          <ac:chgData name="鈴木 秀規" userId="f68c5fd9-22d5-4c0a-9833-7fb0f5135313" providerId="ADAL" clId="{89E477C8-882C-4DDE-9C80-DFB373724EDC}" dt="2021-01-26T09:14:00.974" v="1277"/>
          <ac:spMkLst>
            <pc:docMk/>
            <pc:sldMk cId="1383500861" sldId="383"/>
            <ac:spMk id="3" creationId="{F0E6EF6C-643D-46A5-BCA4-2208D09284E4}"/>
          </ac:spMkLst>
        </pc:spChg>
        <pc:spChg chg="mod">
          <ac:chgData name="鈴木 秀規" userId="f68c5fd9-22d5-4c0a-9833-7fb0f5135313" providerId="ADAL" clId="{89E477C8-882C-4DDE-9C80-DFB373724EDC}" dt="2021-01-26T09:14:51.803" v="1280" actId="14100"/>
          <ac:spMkLst>
            <pc:docMk/>
            <pc:sldMk cId="1383500861" sldId="383"/>
            <ac:spMk id="5" creationId="{919049D3-0FA6-454A-B4CC-11082E3D994A}"/>
          </ac:spMkLst>
        </pc:spChg>
        <pc:spChg chg="add mod">
          <ac:chgData name="鈴木 秀規" userId="f68c5fd9-22d5-4c0a-9833-7fb0f5135313" providerId="ADAL" clId="{89E477C8-882C-4DDE-9C80-DFB373724EDC}" dt="2021-01-26T09:17:18.900" v="1318" actId="14100"/>
          <ac:spMkLst>
            <pc:docMk/>
            <pc:sldMk cId="1383500861" sldId="383"/>
            <ac:spMk id="6" creationId="{40AE093F-0277-4CEE-ABD9-3E36D329F807}"/>
          </ac:spMkLst>
        </pc:spChg>
        <pc:spChg chg="add mod">
          <ac:chgData name="鈴木 秀規" userId="f68c5fd9-22d5-4c0a-9833-7fb0f5135313" providerId="ADAL" clId="{89E477C8-882C-4DDE-9C80-DFB373724EDC}" dt="2021-01-26T09:17:14.863" v="1317" actId="207"/>
          <ac:spMkLst>
            <pc:docMk/>
            <pc:sldMk cId="1383500861" sldId="383"/>
            <ac:spMk id="7" creationId="{B8C21830-8874-451E-BB81-52131C6815EA}"/>
          </ac:spMkLst>
        </pc:spChg>
        <pc:spChg chg="add mod">
          <ac:chgData name="鈴木 秀規" userId="f68c5fd9-22d5-4c0a-9833-7fb0f5135313" providerId="ADAL" clId="{89E477C8-882C-4DDE-9C80-DFB373724EDC}" dt="2021-01-26T09:17:11.813" v="1315" actId="207"/>
          <ac:spMkLst>
            <pc:docMk/>
            <pc:sldMk cId="1383500861" sldId="383"/>
            <ac:spMk id="8" creationId="{E6DE9D1A-AEB6-4AEB-BC3A-28717310E568}"/>
          </ac:spMkLst>
        </pc:spChg>
        <pc:spChg chg="add mod">
          <ac:chgData name="鈴木 秀規" userId="f68c5fd9-22d5-4c0a-9833-7fb0f5135313" providerId="ADAL" clId="{89E477C8-882C-4DDE-9C80-DFB373724EDC}" dt="2021-01-26T09:17:01.044" v="1312" actId="1076"/>
          <ac:spMkLst>
            <pc:docMk/>
            <pc:sldMk cId="1383500861" sldId="383"/>
            <ac:spMk id="9" creationId="{2C93F375-A663-49C6-B80E-53DB8D902081}"/>
          </ac:spMkLst>
        </pc:spChg>
        <pc:spChg chg="add mod">
          <ac:chgData name="鈴木 秀規" userId="f68c5fd9-22d5-4c0a-9833-7fb0f5135313" providerId="ADAL" clId="{89E477C8-882C-4DDE-9C80-DFB373724EDC}" dt="2021-01-26T09:16:58.196" v="1311" actId="571"/>
          <ac:spMkLst>
            <pc:docMk/>
            <pc:sldMk cId="1383500861" sldId="383"/>
            <ac:spMk id="10" creationId="{F285B219-475B-44A1-934D-C9506B322CA4}"/>
          </ac:spMkLst>
        </pc:spChg>
      </pc:sldChg>
      <pc:sldChg chg="del">
        <pc:chgData name="鈴木 秀規" userId="f68c5fd9-22d5-4c0a-9833-7fb0f5135313" providerId="ADAL" clId="{89E477C8-882C-4DDE-9C80-DFB373724EDC}" dt="2021-01-26T07:45:41.587" v="2" actId="2696"/>
        <pc:sldMkLst>
          <pc:docMk/>
          <pc:sldMk cId="2193843838" sldId="383"/>
        </pc:sldMkLst>
      </pc:sldChg>
      <pc:sldChg chg="del">
        <pc:chgData name="鈴木 秀規" userId="f68c5fd9-22d5-4c0a-9833-7fb0f5135313" providerId="ADAL" clId="{89E477C8-882C-4DDE-9C80-DFB373724EDC}" dt="2021-01-26T07:45:41.587" v="2" actId="2696"/>
        <pc:sldMkLst>
          <pc:docMk/>
          <pc:sldMk cId="1703172032" sldId="384"/>
        </pc:sldMkLst>
      </pc:sldChg>
      <pc:sldChg chg="addSp delSp modSp new mod">
        <pc:chgData name="鈴木 秀規" userId="f68c5fd9-22d5-4c0a-9833-7fb0f5135313" providerId="ADAL" clId="{89E477C8-882C-4DDE-9C80-DFB373724EDC}" dt="2021-01-28T00:25:32.568" v="1704" actId="1036"/>
        <pc:sldMkLst>
          <pc:docMk/>
          <pc:sldMk cId="1710849802" sldId="384"/>
        </pc:sldMkLst>
        <pc:spChg chg="mod">
          <ac:chgData name="鈴木 秀規" userId="f68c5fd9-22d5-4c0a-9833-7fb0f5135313" providerId="ADAL" clId="{89E477C8-882C-4DDE-9C80-DFB373724EDC}" dt="2021-01-28T00:04:15.549" v="1346" actId="20577"/>
          <ac:spMkLst>
            <pc:docMk/>
            <pc:sldMk cId="1710849802" sldId="384"/>
            <ac:spMk id="3" creationId="{9AB9B55F-AAD7-4298-85CF-D1860B286D43}"/>
          </ac:spMkLst>
        </pc:spChg>
        <pc:spChg chg="mod">
          <ac:chgData name="鈴木 秀規" userId="f68c5fd9-22d5-4c0a-9833-7fb0f5135313" providerId="ADAL" clId="{89E477C8-882C-4DDE-9C80-DFB373724EDC}" dt="2021-01-28T00:11:44.745" v="1351" actId="207"/>
          <ac:spMkLst>
            <pc:docMk/>
            <pc:sldMk cId="1710849802" sldId="384"/>
            <ac:spMk id="5" creationId="{69A1D963-EF40-465A-8F05-04B0639C9BB1}"/>
          </ac:spMkLst>
        </pc:spChg>
        <pc:spChg chg="add mod">
          <ac:chgData name="鈴木 秀規" userId="f68c5fd9-22d5-4c0a-9833-7fb0f5135313" providerId="ADAL" clId="{89E477C8-882C-4DDE-9C80-DFB373724EDC}" dt="2021-01-28T00:16:41.084" v="1458" actId="1076"/>
          <ac:spMkLst>
            <pc:docMk/>
            <pc:sldMk cId="1710849802" sldId="384"/>
            <ac:spMk id="6" creationId="{B9F75641-D03D-4930-A734-D3E2877E1CEC}"/>
          </ac:spMkLst>
        </pc:spChg>
        <pc:spChg chg="add mod">
          <ac:chgData name="鈴木 秀規" userId="f68c5fd9-22d5-4c0a-9833-7fb0f5135313" providerId="ADAL" clId="{89E477C8-882C-4DDE-9C80-DFB373724EDC}" dt="2021-01-28T00:13:32.983" v="1358" actId="208"/>
          <ac:spMkLst>
            <pc:docMk/>
            <pc:sldMk cId="1710849802" sldId="384"/>
            <ac:spMk id="7" creationId="{76486E73-2314-4F67-8B9A-4ABD8FA5CEC7}"/>
          </ac:spMkLst>
        </pc:spChg>
        <pc:spChg chg="add mod">
          <ac:chgData name="鈴木 秀規" userId="f68c5fd9-22d5-4c0a-9833-7fb0f5135313" providerId="ADAL" clId="{89E477C8-882C-4DDE-9C80-DFB373724EDC}" dt="2021-01-28T00:14:28.852" v="1389" actId="2085"/>
          <ac:spMkLst>
            <pc:docMk/>
            <pc:sldMk cId="1710849802" sldId="384"/>
            <ac:spMk id="8" creationId="{3A5A3013-AF6F-4DF1-83B3-8AECDE33C743}"/>
          </ac:spMkLst>
        </pc:spChg>
        <pc:spChg chg="add mod">
          <ac:chgData name="鈴木 秀規" userId="f68c5fd9-22d5-4c0a-9833-7fb0f5135313" providerId="ADAL" clId="{89E477C8-882C-4DDE-9C80-DFB373724EDC}" dt="2021-01-28T00:14:44.049" v="1394" actId="14100"/>
          <ac:spMkLst>
            <pc:docMk/>
            <pc:sldMk cId="1710849802" sldId="384"/>
            <ac:spMk id="9" creationId="{EC90C676-1B95-4A79-B302-4FC9160AC9FC}"/>
          </ac:spMkLst>
        </pc:spChg>
        <pc:spChg chg="add mod">
          <ac:chgData name="鈴木 秀規" userId="f68c5fd9-22d5-4c0a-9833-7fb0f5135313" providerId="ADAL" clId="{89E477C8-882C-4DDE-9C80-DFB373724EDC}" dt="2021-01-28T00:20:03.030" v="1522" actId="1037"/>
          <ac:spMkLst>
            <pc:docMk/>
            <pc:sldMk cId="1710849802" sldId="384"/>
            <ac:spMk id="10" creationId="{6DEC2F77-76EC-4DFD-AB92-30176BEFCE39}"/>
          </ac:spMkLst>
        </pc:spChg>
        <pc:spChg chg="add mod">
          <ac:chgData name="鈴木 秀規" userId="f68c5fd9-22d5-4c0a-9833-7fb0f5135313" providerId="ADAL" clId="{89E477C8-882C-4DDE-9C80-DFB373724EDC}" dt="2021-01-28T00:20:03.030" v="1522" actId="1037"/>
          <ac:spMkLst>
            <pc:docMk/>
            <pc:sldMk cId="1710849802" sldId="384"/>
            <ac:spMk id="11" creationId="{2E399D14-EE07-4DEA-BAC1-8A299DF07943}"/>
          </ac:spMkLst>
        </pc:spChg>
        <pc:spChg chg="add del mod">
          <ac:chgData name="鈴木 秀規" userId="f68c5fd9-22d5-4c0a-9833-7fb0f5135313" providerId="ADAL" clId="{89E477C8-882C-4DDE-9C80-DFB373724EDC}" dt="2021-01-28T00:24:31.877" v="1674" actId="21"/>
          <ac:spMkLst>
            <pc:docMk/>
            <pc:sldMk cId="1710849802" sldId="384"/>
            <ac:spMk id="21" creationId="{74F18F8D-9918-4CAA-B2FA-7FD2E081FCB1}"/>
          </ac:spMkLst>
        </pc:spChg>
        <pc:spChg chg="add mod">
          <ac:chgData name="鈴木 秀規" userId="f68c5fd9-22d5-4c0a-9833-7fb0f5135313" providerId="ADAL" clId="{89E477C8-882C-4DDE-9C80-DFB373724EDC}" dt="2021-01-28T00:21:45.232" v="1565" actId="20577"/>
          <ac:spMkLst>
            <pc:docMk/>
            <pc:sldMk cId="1710849802" sldId="384"/>
            <ac:spMk id="31" creationId="{DECAA41E-C020-48B1-BCCC-EAAC2BB74F36}"/>
          </ac:spMkLst>
        </pc:spChg>
        <pc:spChg chg="add mod">
          <ac:chgData name="鈴木 秀規" userId="f68c5fd9-22d5-4c0a-9833-7fb0f5135313" providerId="ADAL" clId="{89E477C8-882C-4DDE-9C80-DFB373724EDC}" dt="2021-01-28T00:22:09.975" v="1620" actId="20577"/>
          <ac:spMkLst>
            <pc:docMk/>
            <pc:sldMk cId="1710849802" sldId="384"/>
            <ac:spMk id="32" creationId="{440BFB2F-EE06-4588-BDB8-84DBF3B1E7AE}"/>
          </ac:spMkLst>
        </pc:spChg>
        <pc:spChg chg="add mod">
          <ac:chgData name="鈴木 秀規" userId="f68c5fd9-22d5-4c0a-9833-7fb0f5135313" providerId="ADAL" clId="{89E477C8-882C-4DDE-9C80-DFB373724EDC}" dt="2021-01-28T00:22:35.719" v="1653" actId="20577"/>
          <ac:spMkLst>
            <pc:docMk/>
            <pc:sldMk cId="1710849802" sldId="384"/>
            <ac:spMk id="33" creationId="{FEED2F86-2765-459D-BDE6-9ECBBE6D4792}"/>
          </ac:spMkLst>
        </pc:spChg>
        <pc:spChg chg="add mod">
          <ac:chgData name="鈴木 秀規" userId="f68c5fd9-22d5-4c0a-9833-7fb0f5135313" providerId="ADAL" clId="{89E477C8-882C-4DDE-9C80-DFB373724EDC}" dt="2021-01-28T00:23:31.672" v="1664" actId="1076"/>
          <ac:spMkLst>
            <pc:docMk/>
            <pc:sldMk cId="1710849802" sldId="384"/>
            <ac:spMk id="43" creationId="{DB13123C-E298-4A22-917F-895701DC0D98}"/>
          </ac:spMkLst>
        </pc:spChg>
        <pc:spChg chg="add mod">
          <ac:chgData name="鈴木 秀規" userId="f68c5fd9-22d5-4c0a-9833-7fb0f5135313" providerId="ADAL" clId="{89E477C8-882C-4DDE-9C80-DFB373724EDC}" dt="2021-01-28T00:25:26.917" v="1701" actId="1035"/>
          <ac:spMkLst>
            <pc:docMk/>
            <pc:sldMk cId="1710849802" sldId="384"/>
            <ac:spMk id="52" creationId="{C4D0577F-64C5-4A9C-ACA0-5C79DF2C4F73}"/>
          </ac:spMkLst>
        </pc:spChg>
        <pc:spChg chg="add mod">
          <ac:chgData name="鈴木 秀規" userId="f68c5fd9-22d5-4c0a-9833-7fb0f5135313" providerId="ADAL" clId="{89E477C8-882C-4DDE-9C80-DFB373724EDC}" dt="2021-01-28T00:25:32.568" v="1704" actId="1036"/>
          <ac:spMkLst>
            <pc:docMk/>
            <pc:sldMk cId="1710849802" sldId="384"/>
            <ac:spMk id="53" creationId="{76B42D95-7E3F-4665-B2B0-70126886FEAD}"/>
          </ac:spMkLst>
        </pc:spChg>
        <pc:spChg chg="add mod">
          <ac:chgData name="鈴木 秀規" userId="f68c5fd9-22d5-4c0a-9833-7fb0f5135313" providerId="ADAL" clId="{89E477C8-882C-4DDE-9C80-DFB373724EDC}" dt="2021-01-28T00:25:05.990" v="1693" actId="1076"/>
          <ac:spMkLst>
            <pc:docMk/>
            <pc:sldMk cId="1710849802" sldId="384"/>
            <ac:spMk id="54" creationId="{C78E1A7A-DF9E-465F-8F0D-E0473F15C333}"/>
          </ac:spMkLst>
        </pc:spChg>
        <pc:spChg chg="add mod">
          <ac:chgData name="鈴木 秀規" userId="f68c5fd9-22d5-4c0a-9833-7fb0f5135313" providerId="ADAL" clId="{89E477C8-882C-4DDE-9C80-DFB373724EDC}" dt="2021-01-28T00:25:11.170" v="1695" actId="1076"/>
          <ac:spMkLst>
            <pc:docMk/>
            <pc:sldMk cId="1710849802" sldId="384"/>
            <ac:spMk id="55" creationId="{8ABFFE38-EDC5-4FAB-9B94-EB8281809D88}"/>
          </ac:spMkLst>
        </pc:spChg>
        <pc:cxnChg chg="add mod">
          <ac:chgData name="鈴木 秀規" userId="f68c5fd9-22d5-4c0a-9833-7fb0f5135313" providerId="ADAL" clId="{89E477C8-882C-4DDE-9C80-DFB373724EDC}" dt="2021-01-28T00:20:23.528" v="1524" actId="692"/>
          <ac:cxnSpMkLst>
            <pc:docMk/>
            <pc:sldMk cId="1710849802" sldId="384"/>
            <ac:cxnSpMk id="13" creationId="{8E386EE0-D155-4B04-B137-846B3D3FA644}"/>
          </ac:cxnSpMkLst>
        </pc:cxnChg>
        <pc:cxnChg chg="add del">
          <ac:chgData name="鈴木 秀規" userId="f68c5fd9-22d5-4c0a-9833-7fb0f5135313" providerId="ADAL" clId="{89E477C8-882C-4DDE-9C80-DFB373724EDC}" dt="2021-01-28T00:18:05.077" v="1477" actId="478"/>
          <ac:cxnSpMkLst>
            <pc:docMk/>
            <pc:sldMk cId="1710849802" sldId="384"/>
            <ac:cxnSpMk id="17" creationId="{7F68CC08-24DC-4B4A-8DF5-0A1B06236445}"/>
          </ac:cxnSpMkLst>
        </pc:cxnChg>
        <pc:cxnChg chg="add mod">
          <ac:chgData name="鈴木 秀規" userId="f68c5fd9-22d5-4c0a-9833-7fb0f5135313" providerId="ADAL" clId="{89E477C8-882C-4DDE-9C80-DFB373724EDC}" dt="2021-01-28T00:20:18.164" v="1523" actId="692"/>
          <ac:cxnSpMkLst>
            <pc:docMk/>
            <pc:sldMk cId="1710849802" sldId="384"/>
            <ac:cxnSpMk id="18" creationId="{CD7B3D91-C1C3-4B89-A73D-FD6E1CE9F5C5}"/>
          </ac:cxnSpMkLst>
        </pc:cxnChg>
        <pc:cxnChg chg="add mod">
          <ac:chgData name="鈴木 秀規" userId="f68c5fd9-22d5-4c0a-9833-7fb0f5135313" providerId="ADAL" clId="{89E477C8-882C-4DDE-9C80-DFB373724EDC}" dt="2021-01-28T00:24:31.877" v="1674" actId="21"/>
          <ac:cxnSpMkLst>
            <pc:docMk/>
            <pc:sldMk cId="1710849802" sldId="384"/>
            <ac:cxnSpMk id="23" creationId="{160E84F7-45FB-49BC-9732-FFFFB2D5997D}"/>
          </ac:cxnSpMkLst>
        </pc:cxnChg>
        <pc:cxnChg chg="add mod">
          <ac:chgData name="鈴木 秀規" userId="f68c5fd9-22d5-4c0a-9833-7fb0f5135313" providerId="ADAL" clId="{89E477C8-882C-4DDE-9C80-DFB373724EDC}" dt="2021-01-28T00:20:03.030" v="1522" actId="1037"/>
          <ac:cxnSpMkLst>
            <pc:docMk/>
            <pc:sldMk cId="1710849802" sldId="384"/>
            <ac:cxnSpMk id="26" creationId="{9A630C51-AC48-4B2E-85E9-307526025C2D}"/>
          </ac:cxnSpMkLst>
        </pc:cxnChg>
        <pc:cxnChg chg="add mod">
          <ac:chgData name="鈴木 秀規" userId="f68c5fd9-22d5-4c0a-9833-7fb0f5135313" providerId="ADAL" clId="{89E477C8-882C-4DDE-9C80-DFB373724EDC}" dt="2021-01-28T00:22:53.471" v="1656" actId="14100"/>
          <ac:cxnSpMkLst>
            <pc:docMk/>
            <pc:sldMk cId="1710849802" sldId="384"/>
            <ac:cxnSpMk id="34" creationId="{A3AD2563-68AF-471A-BDB5-5743C2F10205}"/>
          </ac:cxnSpMkLst>
        </pc:cxnChg>
        <pc:cxnChg chg="add mod">
          <ac:chgData name="鈴木 秀規" userId="f68c5fd9-22d5-4c0a-9833-7fb0f5135313" providerId="ADAL" clId="{89E477C8-882C-4DDE-9C80-DFB373724EDC}" dt="2021-01-28T00:23:03.485" v="1659" actId="14100"/>
          <ac:cxnSpMkLst>
            <pc:docMk/>
            <pc:sldMk cId="1710849802" sldId="384"/>
            <ac:cxnSpMk id="37" creationId="{2AAE7265-63A0-4A2C-973C-5700BE345AD1}"/>
          </ac:cxnSpMkLst>
        </pc:cxnChg>
        <pc:cxnChg chg="add mod">
          <ac:chgData name="鈴木 秀規" userId="f68c5fd9-22d5-4c0a-9833-7fb0f5135313" providerId="ADAL" clId="{89E477C8-882C-4DDE-9C80-DFB373724EDC}" dt="2021-01-28T00:23:18.959" v="1662" actId="14100"/>
          <ac:cxnSpMkLst>
            <pc:docMk/>
            <pc:sldMk cId="1710849802" sldId="384"/>
            <ac:cxnSpMk id="40" creationId="{82DCD619-0572-41E8-A0C0-8833B65712E8}"/>
          </ac:cxnSpMkLst>
        </pc:cxnChg>
        <pc:cxnChg chg="add mod">
          <ac:chgData name="鈴木 秀規" userId="f68c5fd9-22d5-4c0a-9833-7fb0f5135313" providerId="ADAL" clId="{89E477C8-882C-4DDE-9C80-DFB373724EDC}" dt="2021-01-28T00:24:03.025" v="1672" actId="14100"/>
          <ac:cxnSpMkLst>
            <pc:docMk/>
            <pc:sldMk cId="1710849802" sldId="384"/>
            <ac:cxnSpMk id="44" creationId="{1E165CEB-00CA-421B-96D7-5657344E5E39}"/>
          </ac:cxnSpMkLst>
        </pc:cxnChg>
        <pc:cxnChg chg="add mod">
          <ac:chgData name="鈴木 秀規" userId="f68c5fd9-22d5-4c0a-9833-7fb0f5135313" providerId="ADAL" clId="{89E477C8-882C-4DDE-9C80-DFB373724EDC}" dt="2021-01-28T00:23:59.137" v="1671" actId="14100"/>
          <ac:cxnSpMkLst>
            <pc:docMk/>
            <pc:sldMk cId="1710849802" sldId="384"/>
            <ac:cxnSpMk id="48" creationId="{D6C3DBE1-45A8-47DA-9E93-B024A3181E1E}"/>
          </ac:cxnSpMkLst>
        </pc:cxnChg>
      </pc:sldChg>
      <pc:sldChg chg="del">
        <pc:chgData name="鈴木 秀規" userId="f68c5fd9-22d5-4c0a-9833-7fb0f5135313" providerId="ADAL" clId="{89E477C8-882C-4DDE-9C80-DFB373724EDC}" dt="2021-01-26T07:45:41.587" v="2" actId="2696"/>
        <pc:sldMkLst>
          <pc:docMk/>
          <pc:sldMk cId="405086457" sldId="385"/>
        </pc:sldMkLst>
      </pc:sldChg>
      <pc:sldChg chg="modSp new mod">
        <pc:chgData name="鈴木 秀規" userId="f68c5fd9-22d5-4c0a-9833-7fb0f5135313" providerId="ADAL" clId="{89E477C8-882C-4DDE-9C80-DFB373724EDC}" dt="2021-01-28T00:27:07.638" v="1742" actId="403"/>
        <pc:sldMkLst>
          <pc:docMk/>
          <pc:sldMk cId="3198427957" sldId="385"/>
        </pc:sldMkLst>
        <pc:spChg chg="mod">
          <ac:chgData name="鈴木 秀規" userId="f68c5fd9-22d5-4c0a-9833-7fb0f5135313" providerId="ADAL" clId="{89E477C8-882C-4DDE-9C80-DFB373724EDC}" dt="2021-01-28T00:26:03.504" v="1724" actId="20577"/>
          <ac:spMkLst>
            <pc:docMk/>
            <pc:sldMk cId="3198427957" sldId="385"/>
            <ac:spMk id="3" creationId="{9C66717B-DC5D-4BC5-8268-8396B695A418}"/>
          </ac:spMkLst>
        </pc:spChg>
        <pc:spChg chg="mod">
          <ac:chgData name="鈴木 秀規" userId="f68c5fd9-22d5-4c0a-9833-7fb0f5135313" providerId="ADAL" clId="{89E477C8-882C-4DDE-9C80-DFB373724EDC}" dt="2021-01-28T00:27:07.638" v="1742" actId="403"/>
          <ac:spMkLst>
            <pc:docMk/>
            <pc:sldMk cId="3198427957" sldId="385"/>
            <ac:spMk id="5" creationId="{BAA9AD2E-1882-4C8E-9E00-D3A86BE862DC}"/>
          </ac:spMkLst>
        </pc:spChg>
      </pc:sldChg>
      <pc:sldChg chg="addSp delSp modSp new mod modClrScheme chgLayout">
        <pc:chgData name="鈴木 秀規" userId="f68c5fd9-22d5-4c0a-9833-7fb0f5135313" providerId="ADAL" clId="{89E477C8-882C-4DDE-9C80-DFB373724EDC}" dt="2021-01-28T00:33:18.976" v="1789" actId="207"/>
        <pc:sldMkLst>
          <pc:docMk/>
          <pc:sldMk cId="2401145918" sldId="386"/>
        </pc:sldMkLst>
        <pc:spChg chg="mod ord">
          <ac:chgData name="鈴木 秀規" userId="f68c5fd9-22d5-4c0a-9833-7fb0f5135313" providerId="ADAL" clId="{89E477C8-882C-4DDE-9C80-DFB373724EDC}" dt="2021-01-28T00:31:13.993" v="1745" actId="700"/>
          <ac:spMkLst>
            <pc:docMk/>
            <pc:sldMk cId="2401145918" sldId="386"/>
            <ac:spMk id="2" creationId="{E1EF011F-8AEA-408B-9E6B-A161DF99E8A0}"/>
          </ac:spMkLst>
        </pc:spChg>
        <pc:spChg chg="mod ord">
          <ac:chgData name="鈴木 秀規" userId="f68c5fd9-22d5-4c0a-9833-7fb0f5135313" providerId="ADAL" clId="{89E477C8-882C-4DDE-9C80-DFB373724EDC}" dt="2021-01-28T00:31:13.993" v="1745" actId="700"/>
          <ac:spMkLst>
            <pc:docMk/>
            <pc:sldMk cId="2401145918" sldId="386"/>
            <ac:spMk id="3" creationId="{737EC184-CACD-4C8F-8E3B-6E48E09233B3}"/>
          </ac:spMkLst>
        </pc:spChg>
        <pc:spChg chg="mod ord">
          <ac:chgData name="鈴木 秀規" userId="f68c5fd9-22d5-4c0a-9833-7fb0f5135313" providerId="ADAL" clId="{89E477C8-882C-4DDE-9C80-DFB373724EDC}" dt="2021-01-28T00:31:13.993" v="1745" actId="700"/>
          <ac:spMkLst>
            <pc:docMk/>
            <pc:sldMk cId="2401145918" sldId="386"/>
            <ac:spMk id="4" creationId="{D6E7AAD0-AF13-4770-A5FE-1A45A1C14BA1}"/>
          </ac:spMkLst>
        </pc:spChg>
        <pc:spChg chg="del">
          <ac:chgData name="鈴木 秀規" userId="f68c5fd9-22d5-4c0a-9833-7fb0f5135313" providerId="ADAL" clId="{89E477C8-882C-4DDE-9C80-DFB373724EDC}" dt="2021-01-28T00:31:13.993" v="1745" actId="700"/>
          <ac:spMkLst>
            <pc:docMk/>
            <pc:sldMk cId="2401145918" sldId="386"/>
            <ac:spMk id="5" creationId="{FBDFA43B-CCA4-4391-876F-08A48B94D24D}"/>
          </ac:spMkLst>
        </pc:spChg>
        <pc:spChg chg="add mod">
          <ac:chgData name="鈴木 秀規" userId="f68c5fd9-22d5-4c0a-9833-7fb0f5135313" providerId="ADAL" clId="{89E477C8-882C-4DDE-9C80-DFB373724EDC}" dt="2021-01-28T00:33:18.976" v="1789" actId="207"/>
          <ac:spMkLst>
            <pc:docMk/>
            <pc:sldMk cId="2401145918" sldId="386"/>
            <ac:spMk id="6" creationId="{00A6316D-1AC1-4A36-80F1-066ADCE98D5B}"/>
          </ac:spMkLst>
        </pc:spChg>
        <pc:spChg chg="add mod">
          <ac:chgData name="鈴木 秀規" userId="f68c5fd9-22d5-4c0a-9833-7fb0f5135313" providerId="ADAL" clId="{89E477C8-882C-4DDE-9C80-DFB373724EDC}" dt="2021-01-28T00:32:44.778" v="1781" actId="14100"/>
          <ac:spMkLst>
            <pc:docMk/>
            <pc:sldMk cId="2401145918" sldId="386"/>
            <ac:spMk id="7" creationId="{6685B93B-920F-4514-8402-BD5509C19734}"/>
          </ac:spMkLst>
        </pc:spChg>
      </pc:sldChg>
      <pc:sldChg chg="addSp modSp new mod modClrScheme chgLayout">
        <pc:chgData name="鈴木 秀規" userId="f68c5fd9-22d5-4c0a-9833-7fb0f5135313" providerId="ADAL" clId="{89E477C8-882C-4DDE-9C80-DFB373724EDC}" dt="2021-01-28T00:36:23.889" v="1826" actId="207"/>
        <pc:sldMkLst>
          <pc:docMk/>
          <pc:sldMk cId="3730994383" sldId="387"/>
        </pc:sldMkLst>
        <pc:spChg chg="mod ord">
          <ac:chgData name="鈴木 秀規" userId="f68c5fd9-22d5-4c0a-9833-7fb0f5135313" providerId="ADAL" clId="{89E477C8-882C-4DDE-9C80-DFB373724EDC}" dt="2021-01-28T00:34:28.598" v="1792" actId="700"/>
          <ac:spMkLst>
            <pc:docMk/>
            <pc:sldMk cId="3730994383" sldId="387"/>
            <ac:spMk id="2" creationId="{BCA1EF0F-B776-42C3-97D5-FA00D3E3A2E9}"/>
          </ac:spMkLst>
        </pc:spChg>
        <pc:spChg chg="mod ord">
          <ac:chgData name="鈴木 秀規" userId="f68c5fd9-22d5-4c0a-9833-7fb0f5135313" providerId="ADAL" clId="{89E477C8-882C-4DDE-9C80-DFB373724EDC}" dt="2021-01-28T00:34:28.598" v="1792" actId="700"/>
          <ac:spMkLst>
            <pc:docMk/>
            <pc:sldMk cId="3730994383" sldId="387"/>
            <ac:spMk id="3" creationId="{D712DFF2-F646-430F-8004-923BF1E76430}"/>
          </ac:spMkLst>
        </pc:spChg>
        <pc:spChg chg="mod ord">
          <ac:chgData name="鈴木 秀規" userId="f68c5fd9-22d5-4c0a-9833-7fb0f5135313" providerId="ADAL" clId="{89E477C8-882C-4DDE-9C80-DFB373724EDC}" dt="2021-01-28T00:34:28.598" v="1792" actId="700"/>
          <ac:spMkLst>
            <pc:docMk/>
            <pc:sldMk cId="3730994383" sldId="387"/>
            <ac:spMk id="4" creationId="{A47B9173-32BF-4F9B-9A9B-FC77DBC9FF69}"/>
          </ac:spMkLst>
        </pc:spChg>
        <pc:spChg chg="add mod ord">
          <ac:chgData name="鈴木 秀規" userId="f68c5fd9-22d5-4c0a-9833-7fb0f5135313" providerId="ADAL" clId="{89E477C8-882C-4DDE-9C80-DFB373724EDC}" dt="2021-01-28T00:36:23.889" v="1826" actId="207"/>
          <ac:spMkLst>
            <pc:docMk/>
            <pc:sldMk cId="3730994383" sldId="387"/>
            <ac:spMk id="5" creationId="{3BC04A58-5FAF-4C7C-AB03-0AF861F93F4F}"/>
          </ac:spMkLst>
        </pc:spChg>
      </pc:sldChg>
      <pc:sldChg chg="addSp modSp new mod">
        <pc:chgData name="鈴木 秀規" userId="f68c5fd9-22d5-4c0a-9833-7fb0f5135313" providerId="ADAL" clId="{89E477C8-882C-4DDE-9C80-DFB373724EDC}" dt="2021-01-28T01:12:54.415" v="1850" actId="14100"/>
        <pc:sldMkLst>
          <pc:docMk/>
          <pc:sldMk cId="218868488" sldId="388"/>
        </pc:sldMkLst>
        <pc:spChg chg="mod">
          <ac:chgData name="鈴木 秀規" userId="f68c5fd9-22d5-4c0a-9833-7fb0f5135313" providerId="ADAL" clId="{89E477C8-882C-4DDE-9C80-DFB373724EDC}" dt="2021-01-28T00:56:42.744" v="1828"/>
          <ac:spMkLst>
            <pc:docMk/>
            <pc:sldMk cId="218868488" sldId="388"/>
            <ac:spMk id="3" creationId="{541E6646-33D9-4B6F-BC80-8102A701396F}"/>
          </ac:spMkLst>
        </pc:spChg>
        <pc:spChg chg="mod">
          <ac:chgData name="鈴木 秀規" userId="f68c5fd9-22d5-4c0a-9833-7fb0f5135313" providerId="ADAL" clId="{89E477C8-882C-4DDE-9C80-DFB373724EDC}" dt="2021-01-28T00:57:03.432" v="1832" actId="14100"/>
          <ac:spMkLst>
            <pc:docMk/>
            <pc:sldMk cId="218868488" sldId="388"/>
            <ac:spMk id="5" creationId="{4F7BE0E2-F22D-4224-A250-61F7BABC679B}"/>
          </ac:spMkLst>
        </pc:spChg>
        <pc:spChg chg="add mod">
          <ac:chgData name="鈴木 秀規" userId="f68c5fd9-22d5-4c0a-9833-7fb0f5135313" providerId="ADAL" clId="{89E477C8-882C-4DDE-9C80-DFB373724EDC}" dt="2021-01-28T00:58:16.387" v="1847" actId="207"/>
          <ac:spMkLst>
            <pc:docMk/>
            <pc:sldMk cId="218868488" sldId="388"/>
            <ac:spMk id="6" creationId="{322AED5D-67E9-49B9-B313-EDCD22B365D2}"/>
          </ac:spMkLst>
        </pc:spChg>
        <pc:spChg chg="add mod">
          <ac:chgData name="鈴木 秀規" userId="f68c5fd9-22d5-4c0a-9833-7fb0f5135313" providerId="ADAL" clId="{89E477C8-882C-4DDE-9C80-DFB373724EDC}" dt="2021-01-28T01:12:54.415" v="1850" actId="14100"/>
          <ac:spMkLst>
            <pc:docMk/>
            <pc:sldMk cId="218868488" sldId="388"/>
            <ac:spMk id="7" creationId="{B5962821-5EE5-46B4-9A85-4485E16939C7}"/>
          </ac:spMkLst>
        </pc:spChg>
      </pc:sldChg>
      <pc:sldChg chg="modSp new mod">
        <pc:chgData name="鈴木 秀規" userId="f68c5fd9-22d5-4c0a-9833-7fb0f5135313" providerId="ADAL" clId="{89E477C8-882C-4DDE-9C80-DFB373724EDC}" dt="2021-01-28T01:14:07.006" v="1864" actId="403"/>
        <pc:sldMkLst>
          <pc:docMk/>
          <pc:sldMk cId="2271233834" sldId="389"/>
        </pc:sldMkLst>
        <pc:spChg chg="mod">
          <ac:chgData name="鈴木 秀規" userId="f68c5fd9-22d5-4c0a-9833-7fb0f5135313" providerId="ADAL" clId="{89E477C8-882C-4DDE-9C80-DFB373724EDC}" dt="2021-01-28T01:13:30.447" v="1852"/>
          <ac:spMkLst>
            <pc:docMk/>
            <pc:sldMk cId="2271233834" sldId="389"/>
            <ac:spMk id="3" creationId="{00E257E5-AFF7-453E-8D0E-FF63668280D2}"/>
          </ac:spMkLst>
        </pc:spChg>
        <pc:spChg chg="mod">
          <ac:chgData name="鈴木 秀規" userId="f68c5fd9-22d5-4c0a-9833-7fb0f5135313" providerId="ADAL" clId="{89E477C8-882C-4DDE-9C80-DFB373724EDC}" dt="2021-01-28T01:14:07.006" v="1864" actId="403"/>
          <ac:spMkLst>
            <pc:docMk/>
            <pc:sldMk cId="2271233834" sldId="389"/>
            <ac:spMk id="5" creationId="{C1211BD1-2E63-4309-940D-F798AD98A8CD}"/>
          </ac:spMkLst>
        </pc:spChg>
      </pc:sldChg>
      <pc:sldChg chg="modSp new mod">
        <pc:chgData name="鈴木 秀規" userId="f68c5fd9-22d5-4c0a-9833-7fb0f5135313" providerId="ADAL" clId="{89E477C8-882C-4DDE-9C80-DFB373724EDC}" dt="2021-01-28T01:16:01.518" v="1877" actId="403"/>
        <pc:sldMkLst>
          <pc:docMk/>
          <pc:sldMk cId="613103497" sldId="390"/>
        </pc:sldMkLst>
        <pc:spChg chg="mod">
          <ac:chgData name="鈴木 秀規" userId="f68c5fd9-22d5-4c0a-9833-7fb0f5135313" providerId="ADAL" clId="{89E477C8-882C-4DDE-9C80-DFB373724EDC}" dt="2021-01-28T01:14:34.911" v="1866"/>
          <ac:spMkLst>
            <pc:docMk/>
            <pc:sldMk cId="613103497" sldId="390"/>
            <ac:spMk id="3" creationId="{44BE499F-2257-4822-B269-1BE3FFCF9667}"/>
          </ac:spMkLst>
        </pc:spChg>
        <pc:spChg chg="mod">
          <ac:chgData name="鈴木 秀規" userId="f68c5fd9-22d5-4c0a-9833-7fb0f5135313" providerId="ADAL" clId="{89E477C8-882C-4DDE-9C80-DFB373724EDC}" dt="2021-01-28T01:16:01.518" v="1877" actId="403"/>
          <ac:spMkLst>
            <pc:docMk/>
            <pc:sldMk cId="613103497" sldId="390"/>
            <ac:spMk id="5" creationId="{3F776E22-B480-4DE3-BA09-4D11B302B84E}"/>
          </ac:spMkLst>
        </pc:spChg>
      </pc:sldChg>
      <pc:sldChg chg="addSp modSp new mod">
        <pc:chgData name="鈴木 秀規" userId="f68c5fd9-22d5-4c0a-9833-7fb0f5135313" providerId="ADAL" clId="{89E477C8-882C-4DDE-9C80-DFB373724EDC}" dt="2021-01-28T01:20:48.399" v="1994" actId="20577"/>
        <pc:sldMkLst>
          <pc:docMk/>
          <pc:sldMk cId="2862026351" sldId="391"/>
        </pc:sldMkLst>
        <pc:spChg chg="mod">
          <ac:chgData name="鈴木 秀規" userId="f68c5fd9-22d5-4c0a-9833-7fb0f5135313" providerId="ADAL" clId="{89E477C8-882C-4DDE-9C80-DFB373724EDC}" dt="2021-01-28T01:16:19.417" v="1879"/>
          <ac:spMkLst>
            <pc:docMk/>
            <pc:sldMk cId="2862026351" sldId="391"/>
            <ac:spMk id="3" creationId="{F7005572-B4E1-4626-90AE-2D6719A5F270}"/>
          </ac:spMkLst>
        </pc:spChg>
        <pc:spChg chg="mod">
          <ac:chgData name="鈴木 秀規" userId="f68c5fd9-22d5-4c0a-9833-7fb0f5135313" providerId="ADAL" clId="{89E477C8-882C-4DDE-9C80-DFB373724EDC}" dt="2021-01-28T01:20:48.399" v="1994" actId="20577"/>
          <ac:spMkLst>
            <pc:docMk/>
            <pc:sldMk cId="2862026351" sldId="391"/>
            <ac:spMk id="5" creationId="{EA2FB964-7777-48F3-9977-75491B0019C0}"/>
          </ac:spMkLst>
        </pc:spChg>
        <pc:spChg chg="add mod">
          <ac:chgData name="鈴木 秀規" userId="f68c5fd9-22d5-4c0a-9833-7fb0f5135313" providerId="ADAL" clId="{89E477C8-882C-4DDE-9C80-DFB373724EDC}" dt="2021-01-28T01:18:04.375" v="1904" actId="20577"/>
          <ac:spMkLst>
            <pc:docMk/>
            <pc:sldMk cId="2862026351" sldId="391"/>
            <ac:spMk id="6" creationId="{E0C88329-82AB-4BD1-BB35-9BE5C8020B13}"/>
          </ac:spMkLst>
        </pc:spChg>
        <pc:spChg chg="add mod">
          <ac:chgData name="鈴木 秀規" userId="f68c5fd9-22d5-4c0a-9833-7fb0f5135313" providerId="ADAL" clId="{89E477C8-882C-4DDE-9C80-DFB373724EDC}" dt="2021-01-28T01:18:29.952" v="1935" actId="20577"/>
          <ac:spMkLst>
            <pc:docMk/>
            <pc:sldMk cId="2862026351" sldId="391"/>
            <ac:spMk id="7" creationId="{2202E6CF-0793-4669-BE34-B1D961C3E87D}"/>
          </ac:spMkLst>
        </pc:spChg>
        <pc:spChg chg="add mod">
          <ac:chgData name="鈴木 秀規" userId="f68c5fd9-22d5-4c0a-9833-7fb0f5135313" providerId="ADAL" clId="{89E477C8-882C-4DDE-9C80-DFB373724EDC}" dt="2021-01-28T01:18:52.239" v="1961" actId="20577"/>
          <ac:spMkLst>
            <pc:docMk/>
            <pc:sldMk cId="2862026351" sldId="391"/>
            <ac:spMk id="8" creationId="{EE85B067-B655-4DA1-BE93-0771AED4BCA9}"/>
          </ac:spMkLst>
        </pc:spChg>
        <pc:spChg chg="add mod">
          <ac:chgData name="鈴木 秀規" userId="f68c5fd9-22d5-4c0a-9833-7fb0f5135313" providerId="ADAL" clId="{89E477C8-882C-4DDE-9C80-DFB373724EDC}" dt="2021-01-28T01:19:02.279" v="1971" actId="20577"/>
          <ac:spMkLst>
            <pc:docMk/>
            <pc:sldMk cId="2862026351" sldId="391"/>
            <ac:spMk id="9" creationId="{0AA81E11-4082-4CEB-9FA6-483AD2724AF0}"/>
          </ac:spMkLst>
        </pc:spChg>
        <pc:spChg chg="add mod">
          <ac:chgData name="鈴木 秀規" userId="f68c5fd9-22d5-4c0a-9833-7fb0f5135313" providerId="ADAL" clId="{89E477C8-882C-4DDE-9C80-DFB373724EDC}" dt="2021-01-28T01:20:02.283" v="1982" actId="1076"/>
          <ac:spMkLst>
            <pc:docMk/>
            <pc:sldMk cId="2862026351" sldId="391"/>
            <ac:spMk id="19" creationId="{30375369-E0BD-4F9D-8906-0A551849FDCB}"/>
          </ac:spMkLst>
        </pc:spChg>
        <pc:cxnChg chg="add mod">
          <ac:chgData name="鈴木 秀規" userId="f68c5fd9-22d5-4c0a-9833-7fb0f5135313" providerId="ADAL" clId="{89E477C8-882C-4DDE-9C80-DFB373724EDC}" dt="2021-01-28T01:19:20.688" v="1974" actId="14100"/>
          <ac:cxnSpMkLst>
            <pc:docMk/>
            <pc:sldMk cId="2862026351" sldId="391"/>
            <ac:cxnSpMk id="10" creationId="{63C3C4ED-4B75-4AF0-8581-0A80AE7BAF0A}"/>
          </ac:cxnSpMkLst>
        </pc:cxnChg>
        <pc:cxnChg chg="add mod">
          <ac:chgData name="鈴木 秀規" userId="f68c5fd9-22d5-4c0a-9833-7fb0f5135313" providerId="ADAL" clId="{89E477C8-882C-4DDE-9C80-DFB373724EDC}" dt="2021-01-28T01:19:25.962" v="1977" actId="14100"/>
          <ac:cxnSpMkLst>
            <pc:docMk/>
            <pc:sldMk cId="2862026351" sldId="391"/>
            <ac:cxnSpMk id="13" creationId="{32890A55-31C8-4B65-ADD7-0229287072AC}"/>
          </ac:cxnSpMkLst>
        </pc:cxnChg>
        <pc:cxnChg chg="add mod">
          <ac:chgData name="鈴木 秀規" userId="f68c5fd9-22d5-4c0a-9833-7fb0f5135313" providerId="ADAL" clId="{89E477C8-882C-4DDE-9C80-DFB373724EDC}" dt="2021-01-28T01:19:31.196" v="1980" actId="14100"/>
          <ac:cxnSpMkLst>
            <pc:docMk/>
            <pc:sldMk cId="2862026351" sldId="391"/>
            <ac:cxnSpMk id="16" creationId="{34A3A635-78D6-4F4E-BF8D-C885B66DD6F0}"/>
          </ac:cxnSpMkLst>
        </pc:cxnChg>
        <pc:cxnChg chg="add mod">
          <ac:chgData name="鈴木 秀規" userId="f68c5fd9-22d5-4c0a-9833-7fb0f5135313" providerId="ADAL" clId="{89E477C8-882C-4DDE-9C80-DFB373724EDC}" dt="2021-01-28T01:20:22.334" v="1986" actId="14100"/>
          <ac:cxnSpMkLst>
            <pc:docMk/>
            <pc:sldMk cId="2862026351" sldId="391"/>
            <ac:cxnSpMk id="20" creationId="{99642043-6D59-44BF-97FF-0DB3B68F463B}"/>
          </ac:cxnSpMkLst>
        </pc:cxnChg>
        <pc:cxnChg chg="add mod">
          <ac:chgData name="鈴木 秀規" userId="f68c5fd9-22d5-4c0a-9833-7fb0f5135313" providerId="ADAL" clId="{89E477C8-882C-4DDE-9C80-DFB373724EDC}" dt="2021-01-28T01:20:31.483" v="1989" actId="14100"/>
          <ac:cxnSpMkLst>
            <pc:docMk/>
            <pc:sldMk cId="2862026351" sldId="391"/>
            <ac:cxnSpMk id="24" creationId="{EC1B078F-8281-4354-BA79-6C917CA1E7C3}"/>
          </ac:cxnSpMkLst>
        </pc:cxnChg>
      </pc:sldChg>
      <pc:sldChg chg="addSp modSp new mod">
        <pc:chgData name="鈴木 秀規" userId="f68c5fd9-22d5-4c0a-9833-7fb0f5135313" providerId="ADAL" clId="{89E477C8-882C-4DDE-9C80-DFB373724EDC}" dt="2021-01-28T01:25:22.995" v="2108" actId="207"/>
        <pc:sldMkLst>
          <pc:docMk/>
          <pc:sldMk cId="539211239" sldId="392"/>
        </pc:sldMkLst>
        <pc:spChg chg="mod">
          <ac:chgData name="鈴木 秀規" userId="f68c5fd9-22d5-4c0a-9833-7fb0f5135313" providerId="ADAL" clId="{89E477C8-882C-4DDE-9C80-DFB373724EDC}" dt="2021-01-28T01:21:03.311" v="1996"/>
          <ac:spMkLst>
            <pc:docMk/>
            <pc:sldMk cId="539211239" sldId="392"/>
            <ac:spMk id="3" creationId="{C66C19A5-D0E7-4138-928B-1D8341B72893}"/>
          </ac:spMkLst>
        </pc:spChg>
        <pc:spChg chg="mod">
          <ac:chgData name="鈴木 秀規" userId="f68c5fd9-22d5-4c0a-9833-7fb0f5135313" providerId="ADAL" clId="{89E477C8-882C-4DDE-9C80-DFB373724EDC}" dt="2021-01-28T01:25:22.995" v="2108" actId="207"/>
          <ac:spMkLst>
            <pc:docMk/>
            <pc:sldMk cId="539211239" sldId="392"/>
            <ac:spMk id="5" creationId="{D17EA855-59AB-4FFD-B523-7B6FF011159F}"/>
          </ac:spMkLst>
        </pc:spChg>
        <pc:spChg chg="add mod">
          <ac:chgData name="鈴木 秀規" userId="f68c5fd9-22d5-4c0a-9833-7fb0f5135313" providerId="ADAL" clId="{89E477C8-882C-4DDE-9C80-DFB373724EDC}" dt="2021-01-28T01:23:04.889" v="2034" actId="14100"/>
          <ac:spMkLst>
            <pc:docMk/>
            <pc:sldMk cId="539211239" sldId="392"/>
            <ac:spMk id="6" creationId="{74E7D1F4-BCF9-431D-8B4B-FAB1E1CB252E}"/>
          </ac:spMkLst>
        </pc:spChg>
        <pc:spChg chg="add mod">
          <ac:chgData name="鈴木 秀規" userId="f68c5fd9-22d5-4c0a-9833-7fb0f5135313" providerId="ADAL" clId="{89E477C8-882C-4DDE-9C80-DFB373724EDC}" dt="2021-01-28T01:23:27.622" v="2037" actId="14100"/>
          <ac:spMkLst>
            <pc:docMk/>
            <pc:sldMk cId="539211239" sldId="392"/>
            <ac:spMk id="7" creationId="{6F8C7DF0-C430-4A10-8EC8-3D94556FA6FE}"/>
          </ac:spMkLst>
        </pc:spChg>
        <pc:spChg chg="add mod">
          <ac:chgData name="鈴木 秀規" userId="f68c5fd9-22d5-4c0a-9833-7fb0f5135313" providerId="ADAL" clId="{89E477C8-882C-4DDE-9C80-DFB373724EDC}" dt="2021-01-28T01:24:34.200" v="2098" actId="20577"/>
          <ac:spMkLst>
            <pc:docMk/>
            <pc:sldMk cId="539211239" sldId="392"/>
            <ac:spMk id="8" creationId="{A0AF6942-5F48-4D92-8567-BEA120045B7B}"/>
          </ac:spMkLst>
        </pc:spChg>
        <pc:spChg chg="add mod">
          <ac:chgData name="鈴木 秀規" userId="f68c5fd9-22d5-4c0a-9833-7fb0f5135313" providerId="ADAL" clId="{89E477C8-882C-4DDE-9C80-DFB373724EDC}" dt="2021-01-28T01:24:20.224" v="2077" actId="20577"/>
          <ac:spMkLst>
            <pc:docMk/>
            <pc:sldMk cId="539211239" sldId="392"/>
            <ac:spMk id="9" creationId="{B7384BAB-7B67-4787-8306-5B69348A6E92}"/>
          </ac:spMkLst>
        </pc:spChg>
        <pc:cxnChg chg="add mod">
          <ac:chgData name="鈴木 秀規" userId="f68c5fd9-22d5-4c0a-9833-7fb0f5135313" providerId="ADAL" clId="{89E477C8-882C-4DDE-9C80-DFB373724EDC}" dt="2021-01-28T01:25:07.661" v="2104" actId="14100"/>
          <ac:cxnSpMkLst>
            <pc:docMk/>
            <pc:sldMk cId="539211239" sldId="392"/>
            <ac:cxnSpMk id="10" creationId="{8D52443C-7EF5-4ED0-8F69-CA0D10523F99}"/>
          </ac:cxnSpMkLst>
        </pc:cxnChg>
        <pc:cxnChg chg="add mod">
          <ac:chgData name="鈴木 秀規" userId="f68c5fd9-22d5-4c0a-9833-7fb0f5135313" providerId="ADAL" clId="{89E477C8-882C-4DDE-9C80-DFB373724EDC}" dt="2021-01-28T01:25:00.458" v="2102" actId="14100"/>
          <ac:cxnSpMkLst>
            <pc:docMk/>
            <pc:sldMk cId="539211239" sldId="392"/>
            <ac:cxnSpMk id="11" creationId="{37DC1B2C-9F0F-488C-906B-D7CB32F1FEDE}"/>
          </ac:cxnSpMkLst>
        </pc:cxnChg>
      </pc:sldChg>
      <pc:sldChg chg="modSp new mod">
        <pc:chgData name="鈴木 秀規" userId="f68c5fd9-22d5-4c0a-9833-7fb0f5135313" providerId="ADAL" clId="{89E477C8-882C-4DDE-9C80-DFB373724EDC}" dt="2021-01-28T01:26:21.043" v="2120" actId="403"/>
        <pc:sldMkLst>
          <pc:docMk/>
          <pc:sldMk cId="382950322" sldId="393"/>
        </pc:sldMkLst>
        <pc:spChg chg="mod">
          <ac:chgData name="鈴木 秀規" userId="f68c5fd9-22d5-4c0a-9833-7fb0f5135313" providerId="ADAL" clId="{89E477C8-882C-4DDE-9C80-DFB373724EDC}" dt="2021-01-28T01:25:44.513" v="2110"/>
          <ac:spMkLst>
            <pc:docMk/>
            <pc:sldMk cId="382950322" sldId="393"/>
            <ac:spMk id="3" creationId="{F14DEA64-20B8-4AA8-86AC-64D39C90D847}"/>
          </ac:spMkLst>
        </pc:spChg>
        <pc:spChg chg="mod">
          <ac:chgData name="鈴木 秀規" userId="f68c5fd9-22d5-4c0a-9833-7fb0f5135313" providerId="ADAL" clId="{89E477C8-882C-4DDE-9C80-DFB373724EDC}" dt="2021-01-28T01:26:21.043" v="2120" actId="403"/>
          <ac:spMkLst>
            <pc:docMk/>
            <pc:sldMk cId="382950322" sldId="393"/>
            <ac:spMk id="5" creationId="{C9C8E9F4-AF70-441B-831D-54B0A0147661}"/>
          </ac:spMkLst>
        </pc:spChg>
      </pc:sldChg>
      <pc:sldChg chg="addSp modSp new mod">
        <pc:chgData name="鈴木 秀規" userId="f68c5fd9-22d5-4c0a-9833-7fb0f5135313" providerId="ADAL" clId="{89E477C8-882C-4DDE-9C80-DFB373724EDC}" dt="2021-01-28T01:52:42.673" v="2182" actId="14100"/>
        <pc:sldMkLst>
          <pc:docMk/>
          <pc:sldMk cId="2892649949" sldId="394"/>
        </pc:sldMkLst>
        <pc:spChg chg="mod">
          <ac:chgData name="鈴木 秀規" userId="f68c5fd9-22d5-4c0a-9833-7fb0f5135313" providerId="ADAL" clId="{89E477C8-882C-4DDE-9C80-DFB373724EDC}" dt="2021-01-28T01:26:36.027" v="2122"/>
          <ac:spMkLst>
            <pc:docMk/>
            <pc:sldMk cId="2892649949" sldId="394"/>
            <ac:spMk id="3" creationId="{FA65D89D-EC1B-45AB-82C8-AA592403E72E}"/>
          </ac:spMkLst>
        </pc:spChg>
        <pc:spChg chg="mod">
          <ac:chgData name="鈴木 秀規" userId="f68c5fd9-22d5-4c0a-9833-7fb0f5135313" providerId="ADAL" clId="{89E477C8-882C-4DDE-9C80-DFB373724EDC}" dt="2021-01-28T01:27:39.854" v="2134" actId="207"/>
          <ac:spMkLst>
            <pc:docMk/>
            <pc:sldMk cId="2892649949" sldId="394"/>
            <ac:spMk id="5" creationId="{2F9CB12F-5380-4E11-9BB1-E950F984CB3F}"/>
          </ac:spMkLst>
        </pc:spChg>
        <pc:spChg chg="add mod">
          <ac:chgData name="鈴木 秀規" userId="f68c5fd9-22d5-4c0a-9833-7fb0f5135313" providerId="ADAL" clId="{89E477C8-882C-4DDE-9C80-DFB373724EDC}" dt="2021-01-28T01:50:28.759" v="2147" actId="1076"/>
          <ac:spMkLst>
            <pc:docMk/>
            <pc:sldMk cId="2892649949" sldId="394"/>
            <ac:spMk id="6" creationId="{F6061DE6-9EFA-4BC6-B8EF-240BB57A35ED}"/>
          </ac:spMkLst>
        </pc:spChg>
        <pc:spChg chg="add mod">
          <ac:chgData name="鈴木 秀規" userId="f68c5fd9-22d5-4c0a-9833-7fb0f5135313" providerId="ADAL" clId="{89E477C8-882C-4DDE-9C80-DFB373724EDC}" dt="2021-01-28T01:50:46.209" v="2152" actId="1037"/>
          <ac:spMkLst>
            <pc:docMk/>
            <pc:sldMk cId="2892649949" sldId="394"/>
            <ac:spMk id="7" creationId="{1B4DF456-75CD-4E9A-B803-AA10655CD13D}"/>
          </ac:spMkLst>
        </pc:spChg>
        <pc:spChg chg="add mod">
          <ac:chgData name="鈴木 秀規" userId="f68c5fd9-22d5-4c0a-9833-7fb0f5135313" providerId="ADAL" clId="{89E477C8-882C-4DDE-9C80-DFB373724EDC}" dt="2021-01-28T01:52:42.673" v="2182" actId="14100"/>
          <ac:spMkLst>
            <pc:docMk/>
            <pc:sldMk cId="2892649949" sldId="394"/>
            <ac:spMk id="13" creationId="{2C29435F-5762-40A5-BF9E-7AFCE8D8AAE6}"/>
          </ac:spMkLst>
        </pc:spChg>
        <pc:spChg chg="add mod">
          <ac:chgData name="鈴木 秀規" userId="f68c5fd9-22d5-4c0a-9833-7fb0f5135313" providerId="ADAL" clId="{89E477C8-882C-4DDE-9C80-DFB373724EDC}" dt="2021-01-28T01:51:50.979" v="2164" actId="1036"/>
          <ac:spMkLst>
            <pc:docMk/>
            <pc:sldMk cId="2892649949" sldId="394"/>
            <ac:spMk id="14" creationId="{EE8188CB-70A5-46B7-B484-F460E87F5BDF}"/>
          </ac:spMkLst>
        </pc:spChg>
        <pc:cxnChg chg="add mod">
          <ac:chgData name="鈴木 秀規" userId="f68c5fd9-22d5-4c0a-9833-7fb0f5135313" providerId="ADAL" clId="{89E477C8-882C-4DDE-9C80-DFB373724EDC}" dt="2021-01-28T01:51:07.399" v="2154" actId="208"/>
          <ac:cxnSpMkLst>
            <pc:docMk/>
            <pc:sldMk cId="2892649949" sldId="394"/>
            <ac:cxnSpMk id="9" creationId="{3198ED64-B5FB-4113-B7FB-01FCD983793C}"/>
          </ac:cxnSpMkLst>
        </pc:cxnChg>
        <pc:cxnChg chg="add mod">
          <ac:chgData name="鈴木 秀規" userId="f68c5fd9-22d5-4c0a-9833-7fb0f5135313" providerId="ADAL" clId="{89E477C8-882C-4DDE-9C80-DFB373724EDC}" dt="2021-01-28T01:51:25.608" v="2156" actId="208"/>
          <ac:cxnSpMkLst>
            <pc:docMk/>
            <pc:sldMk cId="2892649949" sldId="394"/>
            <ac:cxnSpMk id="11" creationId="{49A5E27B-530F-4AF6-9489-D86856F569A3}"/>
          </ac:cxnSpMkLst>
        </pc:cxnChg>
        <pc:cxnChg chg="add mod">
          <ac:chgData name="鈴木 秀規" userId="f68c5fd9-22d5-4c0a-9833-7fb0f5135313" providerId="ADAL" clId="{89E477C8-882C-4DDE-9C80-DFB373724EDC}" dt="2021-01-28T01:52:42.673" v="2182" actId="14100"/>
          <ac:cxnSpMkLst>
            <pc:docMk/>
            <pc:sldMk cId="2892649949" sldId="394"/>
            <ac:cxnSpMk id="15" creationId="{3000F5A0-CF49-47CB-8EA3-8FB78BFA9B01}"/>
          </ac:cxnSpMkLst>
        </pc:cxnChg>
        <pc:cxnChg chg="add mod">
          <ac:chgData name="鈴木 秀規" userId="f68c5fd9-22d5-4c0a-9833-7fb0f5135313" providerId="ADAL" clId="{89E477C8-882C-4DDE-9C80-DFB373724EDC}" dt="2021-01-28T01:52:42.673" v="2182" actId="14100"/>
          <ac:cxnSpMkLst>
            <pc:docMk/>
            <pc:sldMk cId="2892649949" sldId="394"/>
            <ac:cxnSpMk id="18" creationId="{CB046D33-A979-4C87-A7E4-6DC2B5AF9F3B}"/>
          </ac:cxnSpMkLst>
        </pc:cxnChg>
      </pc:sldChg>
      <pc:sldChg chg="addSp delSp modSp new mod">
        <pc:chgData name="鈴木 秀規" userId="f68c5fd9-22d5-4c0a-9833-7fb0f5135313" providerId="ADAL" clId="{89E477C8-882C-4DDE-9C80-DFB373724EDC}" dt="2021-01-28T01:57:12.636" v="2220" actId="21"/>
        <pc:sldMkLst>
          <pc:docMk/>
          <pc:sldMk cId="3667572454" sldId="395"/>
        </pc:sldMkLst>
        <pc:spChg chg="mod">
          <ac:chgData name="鈴木 秀規" userId="f68c5fd9-22d5-4c0a-9833-7fb0f5135313" providerId="ADAL" clId="{89E477C8-882C-4DDE-9C80-DFB373724EDC}" dt="2021-01-28T01:54:16.833" v="2184"/>
          <ac:spMkLst>
            <pc:docMk/>
            <pc:sldMk cId="3667572454" sldId="395"/>
            <ac:spMk id="3" creationId="{ABBD9F0C-EC3B-4B28-AFAF-229A412152A4}"/>
          </ac:spMkLst>
        </pc:spChg>
        <pc:spChg chg="mod">
          <ac:chgData name="鈴木 秀規" userId="f68c5fd9-22d5-4c0a-9833-7fb0f5135313" providerId="ADAL" clId="{89E477C8-882C-4DDE-9C80-DFB373724EDC}" dt="2021-01-28T01:57:08.235" v="2217" actId="20577"/>
          <ac:spMkLst>
            <pc:docMk/>
            <pc:sldMk cId="3667572454" sldId="395"/>
            <ac:spMk id="5" creationId="{4AE9B888-374E-4762-B972-ABA2E0DC8FC8}"/>
          </ac:spMkLst>
        </pc:spChg>
        <pc:spChg chg="add del mod">
          <ac:chgData name="鈴木 秀規" userId="f68c5fd9-22d5-4c0a-9833-7fb0f5135313" providerId="ADAL" clId="{89E477C8-882C-4DDE-9C80-DFB373724EDC}" dt="2021-01-28T01:57:12.636" v="2220" actId="21"/>
          <ac:spMkLst>
            <pc:docMk/>
            <pc:sldMk cId="3667572454" sldId="395"/>
            <ac:spMk id="6" creationId="{5856A477-8FE0-4542-BEDA-795413BD48F5}"/>
          </ac:spMkLst>
        </pc:spChg>
      </pc:sldChg>
      <pc:sldChg chg="addSp modSp new mod">
        <pc:chgData name="鈴木 秀規" userId="f68c5fd9-22d5-4c0a-9833-7fb0f5135313" providerId="ADAL" clId="{89E477C8-882C-4DDE-9C80-DFB373724EDC}" dt="2021-01-28T01:57:51.936" v="2238" actId="207"/>
        <pc:sldMkLst>
          <pc:docMk/>
          <pc:sldMk cId="3508846154" sldId="396"/>
        </pc:sldMkLst>
        <pc:spChg chg="mod">
          <ac:chgData name="鈴木 秀規" userId="f68c5fd9-22d5-4c0a-9833-7fb0f5135313" providerId="ADAL" clId="{89E477C8-882C-4DDE-9C80-DFB373724EDC}" dt="2021-01-28T01:56:41.269" v="2211"/>
          <ac:spMkLst>
            <pc:docMk/>
            <pc:sldMk cId="3508846154" sldId="396"/>
            <ac:spMk id="3" creationId="{5E1BA3BF-C26E-4A1F-94E4-7D2D106D3018}"/>
          </ac:spMkLst>
        </pc:spChg>
        <pc:spChg chg="mod">
          <ac:chgData name="鈴木 秀規" userId="f68c5fd9-22d5-4c0a-9833-7fb0f5135313" providerId="ADAL" clId="{89E477C8-882C-4DDE-9C80-DFB373724EDC}" dt="2021-01-28T01:56:59.782" v="2215" actId="14100"/>
          <ac:spMkLst>
            <pc:docMk/>
            <pc:sldMk cId="3508846154" sldId="396"/>
            <ac:spMk id="5" creationId="{4A1A0A11-456B-4437-97AD-51D2844FB686}"/>
          </ac:spMkLst>
        </pc:spChg>
        <pc:spChg chg="add mod">
          <ac:chgData name="鈴木 秀規" userId="f68c5fd9-22d5-4c0a-9833-7fb0f5135313" providerId="ADAL" clId="{89E477C8-882C-4DDE-9C80-DFB373724EDC}" dt="2021-01-28T01:57:51.936" v="2238" actId="207"/>
          <ac:spMkLst>
            <pc:docMk/>
            <pc:sldMk cId="3508846154" sldId="396"/>
            <ac:spMk id="6" creationId="{414E1B23-D7BF-4D07-8882-3B849C669EE5}"/>
          </ac:spMkLst>
        </pc:spChg>
      </pc:sldChg>
      <pc:sldChg chg="addSp modSp new mod">
        <pc:chgData name="鈴木 秀規" userId="f68c5fd9-22d5-4c0a-9833-7fb0f5135313" providerId="ADAL" clId="{89E477C8-882C-4DDE-9C80-DFB373724EDC}" dt="2021-01-28T02:01:02.119" v="2268" actId="207"/>
        <pc:sldMkLst>
          <pc:docMk/>
          <pc:sldMk cId="2748557657" sldId="397"/>
        </pc:sldMkLst>
        <pc:spChg chg="mod">
          <ac:chgData name="鈴木 秀規" userId="f68c5fd9-22d5-4c0a-9833-7fb0f5135313" providerId="ADAL" clId="{89E477C8-882C-4DDE-9C80-DFB373724EDC}" dt="2021-01-28T01:59:55.921" v="2240"/>
          <ac:spMkLst>
            <pc:docMk/>
            <pc:sldMk cId="2748557657" sldId="397"/>
            <ac:spMk id="3" creationId="{27BF7EB6-56EF-4C20-850E-5CAC82C68F29}"/>
          </ac:spMkLst>
        </pc:spChg>
        <pc:spChg chg="mod">
          <ac:chgData name="鈴木 秀規" userId="f68c5fd9-22d5-4c0a-9833-7fb0f5135313" providerId="ADAL" clId="{89E477C8-882C-4DDE-9C80-DFB373724EDC}" dt="2021-01-28T02:00:10.531" v="2244" actId="14100"/>
          <ac:spMkLst>
            <pc:docMk/>
            <pc:sldMk cId="2748557657" sldId="397"/>
            <ac:spMk id="5" creationId="{824E45F8-5A3C-4C7C-B7D8-44D74578B315}"/>
          </ac:spMkLst>
        </pc:spChg>
        <pc:spChg chg="add mod">
          <ac:chgData name="鈴木 秀規" userId="f68c5fd9-22d5-4c0a-9833-7fb0f5135313" providerId="ADAL" clId="{89E477C8-882C-4DDE-9C80-DFB373724EDC}" dt="2021-01-28T02:01:02.119" v="2268" actId="207"/>
          <ac:spMkLst>
            <pc:docMk/>
            <pc:sldMk cId="2748557657" sldId="397"/>
            <ac:spMk id="6" creationId="{5F902F70-744F-4D7B-8381-CD20DD0F0E0B}"/>
          </ac:spMkLst>
        </pc:spChg>
      </pc:sldChg>
      <pc:sldChg chg="modSp new mod">
        <pc:chgData name="鈴木 秀規" userId="f68c5fd9-22d5-4c0a-9833-7fb0f5135313" providerId="ADAL" clId="{89E477C8-882C-4DDE-9C80-DFB373724EDC}" dt="2021-01-28T02:02:35.675" v="2287" actId="207"/>
        <pc:sldMkLst>
          <pc:docMk/>
          <pc:sldMk cId="2605664090" sldId="398"/>
        </pc:sldMkLst>
        <pc:spChg chg="mod">
          <ac:chgData name="鈴木 秀規" userId="f68c5fd9-22d5-4c0a-9833-7fb0f5135313" providerId="ADAL" clId="{89E477C8-882C-4DDE-9C80-DFB373724EDC}" dt="2021-01-28T02:01:31.436" v="2270"/>
          <ac:spMkLst>
            <pc:docMk/>
            <pc:sldMk cId="2605664090" sldId="398"/>
            <ac:spMk id="3" creationId="{78B4367A-64A1-492A-B18C-D09C932BF69B}"/>
          </ac:spMkLst>
        </pc:spChg>
        <pc:spChg chg="mod">
          <ac:chgData name="鈴木 秀規" userId="f68c5fd9-22d5-4c0a-9833-7fb0f5135313" providerId="ADAL" clId="{89E477C8-882C-4DDE-9C80-DFB373724EDC}" dt="2021-01-28T02:02:35.675" v="2287" actId="207"/>
          <ac:spMkLst>
            <pc:docMk/>
            <pc:sldMk cId="2605664090" sldId="398"/>
            <ac:spMk id="5" creationId="{D284CBBB-36B3-4B07-9CE4-EE6DC6F77D8D}"/>
          </ac:spMkLst>
        </pc:spChg>
      </pc:sldChg>
      <pc:sldChg chg="modSp new mod">
        <pc:chgData name="鈴木 秀規" userId="f68c5fd9-22d5-4c0a-9833-7fb0f5135313" providerId="ADAL" clId="{89E477C8-882C-4DDE-9C80-DFB373724EDC}" dt="2021-01-28T02:04:03.219" v="2314" actId="207"/>
        <pc:sldMkLst>
          <pc:docMk/>
          <pc:sldMk cId="4011058669" sldId="399"/>
        </pc:sldMkLst>
        <pc:spChg chg="mod">
          <ac:chgData name="鈴木 秀規" userId="f68c5fd9-22d5-4c0a-9833-7fb0f5135313" providerId="ADAL" clId="{89E477C8-882C-4DDE-9C80-DFB373724EDC}" dt="2021-01-28T02:02:49.028" v="2289"/>
          <ac:spMkLst>
            <pc:docMk/>
            <pc:sldMk cId="4011058669" sldId="399"/>
            <ac:spMk id="3" creationId="{08517A0E-85D8-4EB8-B244-3757D421D29B}"/>
          </ac:spMkLst>
        </pc:spChg>
        <pc:spChg chg="mod">
          <ac:chgData name="鈴木 秀規" userId="f68c5fd9-22d5-4c0a-9833-7fb0f5135313" providerId="ADAL" clId="{89E477C8-882C-4DDE-9C80-DFB373724EDC}" dt="2021-01-28T02:04:03.219" v="2314" actId="207"/>
          <ac:spMkLst>
            <pc:docMk/>
            <pc:sldMk cId="4011058669" sldId="399"/>
            <ac:spMk id="5" creationId="{1514E438-FF84-4C11-BF31-69CCBAA4A88B}"/>
          </ac:spMkLst>
        </pc:spChg>
      </pc:sldChg>
    </pc:docChg>
  </pc:docChgLst>
  <pc:docChgLst>
    <pc:chgData name="鈴木 秀規" userId="f68c5fd9-22d5-4c0a-9833-7fb0f5135313" providerId="ADAL" clId="{E853165E-E035-4511-B5B4-308A168A0417}"/>
    <pc:docChg chg="undo custSel addSld delSld modSld sldOrd">
      <pc:chgData name="鈴木 秀規" userId="f68c5fd9-22d5-4c0a-9833-7fb0f5135313" providerId="ADAL" clId="{E853165E-E035-4511-B5B4-308A168A0417}" dt="2021-01-26T07:40:36.140" v="901" actId="207"/>
      <pc:docMkLst>
        <pc:docMk/>
      </pc:docMkLst>
      <pc:sldChg chg="modSp mod">
        <pc:chgData name="鈴木 秀規" userId="f68c5fd9-22d5-4c0a-9833-7fb0f5135313" providerId="ADAL" clId="{E853165E-E035-4511-B5B4-308A168A0417}" dt="2021-01-26T06:47:48.930" v="0"/>
        <pc:sldMkLst>
          <pc:docMk/>
          <pc:sldMk cId="0" sldId="256"/>
        </pc:sldMkLst>
        <pc:spChg chg="mod">
          <ac:chgData name="鈴木 秀規" userId="f68c5fd9-22d5-4c0a-9833-7fb0f5135313" providerId="ADAL" clId="{E853165E-E035-4511-B5B4-308A168A0417}" dt="2021-01-26T06:47:48.930" v="0"/>
          <ac:spMkLst>
            <pc:docMk/>
            <pc:sldMk cId="0" sldId="256"/>
            <ac:spMk id="56" creationId="{00000000-0000-0000-0000-000000000000}"/>
          </ac:spMkLst>
        </pc:spChg>
      </pc:sldChg>
      <pc:sldChg chg="modSp mod">
        <pc:chgData name="鈴木 秀規" userId="f68c5fd9-22d5-4c0a-9833-7fb0f5135313" providerId="ADAL" clId="{E853165E-E035-4511-B5B4-308A168A0417}" dt="2021-01-26T06:49:05.682" v="12" actId="207"/>
        <pc:sldMkLst>
          <pc:docMk/>
          <pc:sldMk cId="1859091905" sldId="362"/>
        </pc:sldMkLst>
        <pc:spChg chg="mod">
          <ac:chgData name="鈴木 秀規" userId="f68c5fd9-22d5-4c0a-9833-7fb0f5135313" providerId="ADAL" clId="{E853165E-E035-4511-B5B4-308A168A0417}" dt="2021-01-26T06:48:04.540" v="1"/>
          <ac:spMkLst>
            <pc:docMk/>
            <pc:sldMk cId="1859091905" sldId="362"/>
            <ac:spMk id="7" creationId="{58177CF6-E256-4D88-B489-5F2EFF09AC4C}"/>
          </ac:spMkLst>
        </pc:spChg>
        <pc:spChg chg="mod">
          <ac:chgData name="鈴木 秀規" userId="f68c5fd9-22d5-4c0a-9833-7fb0f5135313" providerId="ADAL" clId="{E853165E-E035-4511-B5B4-308A168A0417}" dt="2021-01-26T06:49:05.682" v="12" actId="207"/>
          <ac:spMkLst>
            <pc:docMk/>
            <pc:sldMk cId="1859091905" sldId="362"/>
            <ac:spMk id="8" creationId="{C57C43D1-E1C5-418D-A114-931FDA96CE3D}"/>
          </ac:spMkLst>
        </pc:spChg>
      </pc:sldChg>
      <pc:sldChg chg="addSp modSp new mod">
        <pc:chgData name="鈴木 秀規" userId="f68c5fd9-22d5-4c0a-9833-7fb0f5135313" providerId="ADAL" clId="{E853165E-E035-4511-B5B4-308A168A0417}" dt="2021-01-26T06:50:48.508" v="56" actId="12385"/>
        <pc:sldMkLst>
          <pc:docMk/>
          <pc:sldMk cId="793301096" sldId="363"/>
        </pc:sldMkLst>
        <pc:spChg chg="mod">
          <ac:chgData name="鈴木 秀規" userId="f68c5fd9-22d5-4c0a-9833-7fb0f5135313" providerId="ADAL" clId="{E853165E-E035-4511-B5B4-308A168A0417}" dt="2021-01-26T06:49:57.100" v="41" actId="20577"/>
          <ac:spMkLst>
            <pc:docMk/>
            <pc:sldMk cId="793301096" sldId="363"/>
            <ac:spMk id="3" creationId="{CAEF03B5-8A80-40F1-B6F3-91A3C874CB8C}"/>
          </ac:spMkLst>
        </pc:spChg>
        <pc:spChg chg="mod">
          <ac:chgData name="鈴木 秀規" userId="f68c5fd9-22d5-4c0a-9833-7fb0f5135313" providerId="ADAL" clId="{E853165E-E035-4511-B5B4-308A168A0417}" dt="2021-01-26T06:50:08.482" v="43" actId="14100"/>
          <ac:spMkLst>
            <pc:docMk/>
            <pc:sldMk cId="793301096" sldId="363"/>
            <ac:spMk id="5" creationId="{3C545612-3038-40B1-A295-2CFF199741DE}"/>
          </ac:spMkLst>
        </pc:spChg>
        <pc:graphicFrameChg chg="add mod modGraphic">
          <ac:chgData name="鈴木 秀規" userId="f68c5fd9-22d5-4c0a-9833-7fb0f5135313" providerId="ADAL" clId="{E853165E-E035-4511-B5B4-308A168A0417}" dt="2021-01-26T06:50:48.508" v="56" actId="12385"/>
          <ac:graphicFrameMkLst>
            <pc:docMk/>
            <pc:sldMk cId="793301096" sldId="363"/>
            <ac:graphicFrameMk id="6" creationId="{5E38C811-DE1D-4334-A5BC-95985E1285ED}"/>
          </ac:graphicFrameMkLst>
        </pc:graphicFrameChg>
      </pc:sldChg>
      <pc:sldChg chg="del">
        <pc:chgData name="鈴木 秀規" userId="f68c5fd9-22d5-4c0a-9833-7fb0f5135313" providerId="ADAL" clId="{E853165E-E035-4511-B5B4-308A168A0417}" dt="2021-01-26T06:49:23.924" v="13" actId="2696"/>
        <pc:sldMkLst>
          <pc:docMk/>
          <pc:sldMk cId="3069677134" sldId="363"/>
        </pc:sldMkLst>
      </pc:sldChg>
      <pc:sldChg chg="addSp modSp new mod">
        <pc:chgData name="鈴木 秀規" userId="f68c5fd9-22d5-4c0a-9833-7fb0f5135313" providerId="ADAL" clId="{E853165E-E035-4511-B5B4-308A168A0417}" dt="2021-01-26T06:53:45.356" v="106" actId="207"/>
        <pc:sldMkLst>
          <pc:docMk/>
          <pc:sldMk cId="7953356" sldId="364"/>
        </pc:sldMkLst>
        <pc:spChg chg="mod">
          <ac:chgData name="鈴木 秀規" userId="f68c5fd9-22d5-4c0a-9833-7fb0f5135313" providerId="ADAL" clId="{E853165E-E035-4511-B5B4-308A168A0417}" dt="2021-01-26T06:51:32.794" v="58"/>
          <ac:spMkLst>
            <pc:docMk/>
            <pc:sldMk cId="7953356" sldId="364"/>
            <ac:spMk id="3" creationId="{BD59F02B-7C32-4210-BA64-A90F6DDDDA21}"/>
          </ac:spMkLst>
        </pc:spChg>
        <pc:spChg chg="mod">
          <ac:chgData name="鈴木 秀規" userId="f68c5fd9-22d5-4c0a-9833-7fb0f5135313" providerId="ADAL" clId="{E853165E-E035-4511-B5B4-308A168A0417}" dt="2021-01-26T06:52:04.128" v="66" actId="207"/>
          <ac:spMkLst>
            <pc:docMk/>
            <pc:sldMk cId="7953356" sldId="364"/>
            <ac:spMk id="5" creationId="{B4FD4BC4-80F7-45E9-873C-F05FA4D90E7F}"/>
          </ac:spMkLst>
        </pc:spChg>
        <pc:spChg chg="add mod">
          <ac:chgData name="鈴木 秀規" userId="f68c5fd9-22d5-4c0a-9833-7fb0f5135313" providerId="ADAL" clId="{E853165E-E035-4511-B5B4-308A168A0417}" dt="2021-01-26T06:52:55.530" v="95" actId="14100"/>
          <ac:spMkLst>
            <pc:docMk/>
            <pc:sldMk cId="7953356" sldId="364"/>
            <ac:spMk id="6" creationId="{D3DA8777-804A-47C3-9725-557A2585CDBC}"/>
          </ac:spMkLst>
        </pc:spChg>
        <pc:spChg chg="add mod">
          <ac:chgData name="鈴木 秀規" userId="f68c5fd9-22d5-4c0a-9833-7fb0f5135313" providerId="ADAL" clId="{E853165E-E035-4511-B5B4-308A168A0417}" dt="2021-01-26T06:53:13.991" v="98" actId="14100"/>
          <ac:spMkLst>
            <pc:docMk/>
            <pc:sldMk cId="7953356" sldId="364"/>
            <ac:spMk id="7" creationId="{3FEB2926-C905-4FA8-B450-B619224DA1C1}"/>
          </ac:spMkLst>
        </pc:spChg>
        <pc:spChg chg="add mod">
          <ac:chgData name="鈴木 秀規" userId="f68c5fd9-22d5-4c0a-9833-7fb0f5135313" providerId="ADAL" clId="{E853165E-E035-4511-B5B4-308A168A0417}" dt="2021-01-26T06:53:45.356" v="106" actId="207"/>
          <ac:spMkLst>
            <pc:docMk/>
            <pc:sldMk cId="7953356" sldId="364"/>
            <ac:spMk id="8" creationId="{6A367164-A928-4A01-943C-55D34E06BEB2}"/>
          </ac:spMkLst>
        </pc:spChg>
      </pc:sldChg>
      <pc:sldChg chg="del">
        <pc:chgData name="鈴木 秀規" userId="f68c5fd9-22d5-4c0a-9833-7fb0f5135313" providerId="ADAL" clId="{E853165E-E035-4511-B5B4-308A168A0417}" dt="2021-01-26T06:49:23.924" v="13" actId="2696"/>
        <pc:sldMkLst>
          <pc:docMk/>
          <pc:sldMk cId="2175104273" sldId="364"/>
        </pc:sldMkLst>
      </pc:sldChg>
      <pc:sldChg chg="addSp delSp modSp new mod">
        <pc:chgData name="鈴木 秀規" userId="f68c5fd9-22d5-4c0a-9833-7fb0f5135313" providerId="ADAL" clId="{E853165E-E035-4511-B5B4-308A168A0417}" dt="2021-01-26T06:56:32.270" v="142" actId="207"/>
        <pc:sldMkLst>
          <pc:docMk/>
          <pc:sldMk cId="761714059" sldId="365"/>
        </pc:sldMkLst>
        <pc:spChg chg="mod">
          <ac:chgData name="鈴木 秀規" userId="f68c5fd9-22d5-4c0a-9833-7fb0f5135313" providerId="ADAL" clId="{E853165E-E035-4511-B5B4-308A168A0417}" dt="2021-01-26T06:53:58.034" v="108"/>
          <ac:spMkLst>
            <pc:docMk/>
            <pc:sldMk cId="761714059" sldId="365"/>
            <ac:spMk id="3" creationId="{3733A05E-9BA9-4926-9517-67B8A0E150D6}"/>
          </ac:spMkLst>
        </pc:spChg>
        <pc:spChg chg="mod">
          <ac:chgData name="鈴木 秀規" userId="f68c5fd9-22d5-4c0a-9833-7fb0f5135313" providerId="ADAL" clId="{E853165E-E035-4511-B5B4-308A168A0417}" dt="2021-01-26T06:54:20.720" v="112" actId="14100"/>
          <ac:spMkLst>
            <pc:docMk/>
            <pc:sldMk cId="761714059" sldId="365"/>
            <ac:spMk id="5" creationId="{E96A51FE-B42A-4EE4-A9DA-EEAF06618A1F}"/>
          </ac:spMkLst>
        </pc:spChg>
        <pc:spChg chg="add del">
          <ac:chgData name="鈴木 秀規" userId="f68c5fd9-22d5-4c0a-9833-7fb0f5135313" providerId="ADAL" clId="{E853165E-E035-4511-B5B4-308A168A0417}" dt="2021-01-26T06:54:35.192" v="114" actId="22"/>
          <ac:spMkLst>
            <pc:docMk/>
            <pc:sldMk cId="761714059" sldId="365"/>
            <ac:spMk id="7" creationId="{64B6B4F5-BFC6-4B7A-AE6A-58D1D989F876}"/>
          </ac:spMkLst>
        </pc:spChg>
        <pc:spChg chg="add mod">
          <ac:chgData name="鈴木 秀規" userId="f68c5fd9-22d5-4c0a-9833-7fb0f5135313" providerId="ADAL" clId="{E853165E-E035-4511-B5B4-308A168A0417}" dt="2021-01-26T06:56:32.270" v="142" actId="207"/>
          <ac:spMkLst>
            <pc:docMk/>
            <pc:sldMk cId="761714059" sldId="365"/>
            <ac:spMk id="9" creationId="{8A048620-FC94-4515-9BB9-AFAA97223774}"/>
          </ac:spMkLst>
        </pc:spChg>
        <pc:graphicFrameChg chg="add mod modGraphic">
          <ac:chgData name="鈴木 秀規" userId="f68c5fd9-22d5-4c0a-9833-7fb0f5135313" providerId="ADAL" clId="{E853165E-E035-4511-B5B4-308A168A0417}" dt="2021-01-26T06:55:55.576" v="132" actId="313"/>
          <ac:graphicFrameMkLst>
            <pc:docMk/>
            <pc:sldMk cId="761714059" sldId="365"/>
            <ac:graphicFrameMk id="8" creationId="{24A77B15-E2C0-47AB-8182-DE4F73A9C347}"/>
          </ac:graphicFrameMkLst>
        </pc:graphicFrameChg>
      </pc:sldChg>
      <pc:sldChg chg="del">
        <pc:chgData name="鈴木 秀規" userId="f68c5fd9-22d5-4c0a-9833-7fb0f5135313" providerId="ADAL" clId="{E853165E-E035-4511-B5B4-308A168A0417}" dt="2021-01-26T06:49:23.924" v="13" actId="2696"/>
        <pc:sldMkLst>
          <pc:docMk/>
          <pc:sldMk cId="1672930496" sldId="365"/>
        </pc:sldMkLst>
      </pc:sldChg>
      <pc:sldChg chg="modSp new mod">
        <pc:chgData name="鈴木 秀規" userId="f68c5fd9-22d5-4c0a-9833-7fb0f5135313" providerId="ADAL" clId="{E853165E-E035-4511-B5B4-308A168A0417}" dt="2021-01-26T06:57:55.540" v="162" actId="20577"/>
        <pc:sldMkLst>
          <pc:docMk/>
          <pc:sldMk cId="680852098" sldId="366"/>
        </pc:sldMkLst>
        <pc:spChg chg="mod">
          <ac:chgData name="鈴木 秀規" userId="f68c5fd9-22d5-4c0a-9833-7fb0f5135313" providerId="ADAL" clId="{E853165E-E035-4511-B5B4-308A168A0417}" dt="2021-01-26T06:56:49.451" v="144"/>
          <ac:spMkLst>
            <pc:docMk/>
            <pc:sldMk cId="680852098" sldId="366"/>
            <ac:spMk id="3" creationId="{FADC6B5B-32D8-4456-8CAF-77166E55C7D9}"/>
          </ac:spMkLst>
        </pc:spChg>
        <pc:spChg chg="mod">
          <ac:chgData name="鈴木 秀規" userId="f68c5fd9-22d5-4c0a-9833-7fb0f5135313" providerId="ADAL" clId="{E853165E-E035-4511-B5B4-308A168A0417}" dt="2021-01-26T06:57:55.540" v="162" actId="20577"/>
          <ac:spMkLst>
            <pc:docMk/>
            <pc:sldMk cId="680852098" sldId="366"/>
            <ac:spMk id="5" creationId="{AF203247-FDC5-4142-A6A8-9F290121F747}"/>
          </ac:spMkLst>
        </pc:spChg>
      </pc:sldChg>
      <pc:sldChg chg="del">
        <pc:chgData name="鈴木 秀規" userId="f68c5fd9-22d5-4c0a-9833-7fb0f5135313" providerId="ADAL" clId="{E853165E-E035-4511-B5B4-308A168A0417}" dt="2021-01-26T06:49:23.924" v="13" actId="2696"/>
        <pc:sldMkLst>
          <pc:docMk/>
          <pc:sldMk cId="3813337944" sldId="366"/>
        </pc:sldMkLst>
      </pc:sldChg>
      <pc:sldChg chg="del">
        <pc:chgData name="鈴木 秀規" userId="f68c5fd9-22d5-4c0a-9833-7fb0f5135313" providerId="ADAL" clId="{E853165E-E035-4511-B5B4-308A168A0417}" dt="2021-01-26T06:49:23.924" v="13" actId="2696"/>
        <pc:sldMkLst>
          <pc:docMk/>
          <pc:sldMk cId="926421663" sldId="367"/>
        </pc:sldMkLst>
      </pc:sldChg>
      <pc:sldChg chg="modSp new mod">
        <pc:chgData name="鈴木 秀規" userId="f68c5fd9-22d5-4c0a-9833-7fb0f5135313" providerId="ADAL" clId="{E853165E-E035-4511-B5B4-308A168A0417}" dt="2021-01-26T06:58:36.452" v="173" actId="207"/>
        <pc:sldMkLst>
          <pc:docMk/>
          <pc:sldMk cId="4223884688" sldId="367"/>
        </pc:sldMkLst>
        <pc:spChg chg="mod">
          <ac:chgData name="鈴木 秀規" userId="f68c5fd9-22d5-4c0a-9833-7fb0f5135313" providerId="ADAL" clId="{E853165E-E035-4511-B5B4-308A168A0417}" dt="2021-01-26T06:58:09.020" v="164"/>
          <ac:spMkLst>
            <pc:docMk/>
            <pc:sldMk cId="4223884688" sldId="367"/>
            <ac:spMk id="3" creationId="{4D44382D-F420-4DA2-97ED-86AF4EE00219}"/>
          </ac:spMkLst>
        </pc:spChg>
        <pc:spChg chg="mod">
          <ac:chgData name="鈴木 秀規" userId="f68c5fd9-22d5-4c0a-9833-7fb0f5135313" providerId="ADAL" clId="{E853165E-E035-4511-B5B4-308A168A0417}" dt="2021-01-26T06:58:36.452" v="173" actId="207"/>
          <ac:spMkLst>
            <pc:docMk/>
            <pc:sldMk cId="4223884688" sldId="367"/>
            <ac:spMk id="5" creationId="{671AB20C-6279-46AD-9F80-21F317F80AA7}"/>
          </ac:spMkLst>
        </pc:spChg>
      </pc:sldChg>
      <pc:sldChg chg="addSp modSp new mod">
        <pc:chgData name="鈴木 秀規" userId="f68c5fd9-22d5-4c0a-9833-7fb0f5135313" providerId="ADAL" clId="{E853165E-E035-4511-B5B4-308A168A0417}" dt="2021-01-26T07:00:37.342" v="193" actId="20577"/>
        <pc:sldMkLst>
          <pc:docMk/>
          <pc:sldMk cId="1322122799" sldId="368"/>
        </pc:sldMkLst>
        <pc:spChg chg="mod">
          <ac:chgData name="鈴木 秀規" userId="f68c5fd9-22d5-4c0a-9833-7fb0f5135313" providerId="ADAL" clId="{E853165E-E035-4511-B5B4-308A168A0417}" dt="2021-01-26T06:58:54.688" v="175"/>
          <ac:spMkLst>
            <pc:docMk/>
            <pc:sldMk cId="1322122799" sldId="368"/>
            <ac:spMk id="3" creationId="{89C63CE1-B4C7-4E52-9D4C-89FC8C97920A}"/>
          </ac:spMkLst>
        </pc:spChg>
        <pc:spChg chg="mod">
          <ac:chgData name="鈴木 秀規" userId="f68c5fd9-22d5-4c0a-9833-7fb0f5135313" providerId="ADAL" clId="{E853165E-E035-4511-B5B4-308A168A0417}" dt="2021-01-26T06:59:05.901" v="179" actId="14100"/>
          <ac:spMkLst>
            <pc:docMk/>
            <pc:sldMk cId="1322122799" sldId="368"/>
            <ac:spMk id="5" creationId="{77F3E9FD-1612-4B26-AF75-B3654AA72AE3}"/>
          </ac:spMkLst>
        </pc:spChg>
        <pc:spChg chg="add mod">
          <ac:chgData name="鈴木 秀規" userId="f68c5fd9-22d5-4c0a-9833-7fb0f5135313" providerId="ADAL" clId="{E853165E-E035-4511-B5B4-308A168A0417}" dt="2021-01-26T07:00:37.342" v="193" actId="20577"/>
          <ac:spMkLst>
            <pc:docMk/>
            <pc:sldMk cId="1322122799" sldId="368"/>
            <ac:spMk id="7" creationId="{C343A5EB-2A4E-49AD-9B0E-AA7D5DED592C}"/>
          </ac:spMkLst>
        </pc:spChg>
        <pc:graphicFrameChg chg="add mod modGraphic">
          <ac:chgData name="鈴木 秀規" userId="f68c5fd9-22d5-4c0a-9833-7fb0f5135313" providerId="ADAL" clId="{E853165E-E035-4511-B5B4-308A168A0417}" dt="2021-01-26T06:59:38.318" v="186" actId="12385"/>
          <ac:graphicFrameMkLst>
            <pc:docMk/>
            <pc:sldMk cId="1322122799" sldId="368"/>
            <ac:graphicFrameMk id="6" creationId="{66BCC900-1F2F-43EB-97AE-71D9DFF52AF4}"/>
          </ac:graphicFrameMkLst>
        </pc:graphicFrameChg>
      </pc:sldChg>
      <pc:sldChg chg="del">
        <pc:chgData name="鈴木 秀規" userId="f68c5fd9-22d5-4c0a-9833-7fb0f5135313" providerId="ADAL" clId="{E853165E-E035-4511-B5B4-308A168A0417}" dt="2021-01-26T06:49:23.924" v="13" actId="2696"/>
        <pc:sldMkLst>
          <pc:docMk/>
          <pc:sldMk cId="1591258520" sldId="368"/>
        </pc:sldMkLst>
      </pc:sldChg>
      <pc:sldChg chg="addSp modSp new mod">
        <pc:chgData name="鈴木 秀規" userId="f68c5fd9-22d5-4c0a-9833-7fb0f5135313" providerId="ADAL" clId="{E853165E-E035-4511-B5B4-308A168A0417}" dt="2021-01-26T07:09:00.463" v="507" actId="1076"/>
        <pc:sldMkLst>
          <pc:docMk/>
          <pc:sldMk cId="315703525" sldId="369"/>
        </pc:sldMkLst>
        <pc:spChg chg="mod">
          <ac:chgData name="鈴木 秀規" userId="f68c5fd9-22d5-4c0a-9833-7fb0f5135313" providerId="ADAL" clId="{E853165E-E035-4511-B5B4-308A168A0417}" dt="2021-01-26T07:00:51.742" v="195"/>
          <ac:spMkLst>
            <pc:docMk/>
            <pc:sldMk cId="315703525" sldId="369"/>
            <ac:spMk id="3" creationId="{3579D21D-214D-4555-8975-F5BB54400AC7}"/>
          </ac:spMkLst>
        </pc:spChg>
        <pc:spChg chg="mod">
          <ac:chgData name="鈴木 秀規" userId="f68c5fd9-22d5-4c0a-9833-7fb0f5135313" providerId="ADAL" clId="{E853165E-E035-4511-B5B4-308A168A0417}" dt="2021-01-26T07:01:02.441" v="199" actId="14100"/>
          <ac:spMkLst>
            <pc:docMk/>
            <pc:sldMk cId="315703525" sldId="369"/>
            <ac:spMk id="5" creationId="{D163C203-11FA-4A78-BFC9-15A479C92BB8}"/>
          </ac:spMkLst>
        </pc:spChg>
        <pc:spChg chg="add mod">
          <ac:chgData name="鈴木 秀規" userId="f68c5fd9-22d5-4c0a-9833-7fb0f5135313" providerId="ADAL" clId="{E853165E-E035-4511-B5B4-308A168A0417}" dt="2021-01-26T07:03:44.599" v="264" actId="14100"/>
          <ac:spMkLst>
            <pc:docMk/>
            <pc:sldMk cId="315703525" sldId="369"/>
            <ac:spMk id="7" creationId="{FFE3FAC7-5395-4AAF-ABA2-9B7509B04D4D}"/>
          </ac:spMkLst>
        </pc:spChg>
        <pc:spChg chg="add mod">
          <ac:chgData name="鈴木 秀規" userId="f68c5fd9-22d5-4c0a-9833-7fb0f5135313" providerId="ADAL" clId="{E853165E-E035-4511-B5B4-308A168A0417}" dt="2021-01-26T07:08:14.331" v="500" actId="1076"/>
          <ac:spMkLst>
            <pc:docMk/>
            <pc:sldMk cId="315703525" sldId="369"/>
            <ac:spMk id="9" creationId="{6D5056E3-2F58-4B23-BB19-5CEAC7EB4FB7}"/>
          </ac:spMkLst>
        </pc:spChg>
        <pc:spChg chg="add mod">
          <ac:chgData name="鈴木 秀規" userId="f68c5fd9-22d5-4c0a-9833-7fb0f5135313" providerId="ADAL" clId="{E853165E-E035-4511-B5B4-308A168A0417}" dt="2021-01-26T07:08:16.235" v="501" actId="571"/>
          <ac:spMkLst>
            <pc:docMk/>
            <pc:sldMk cId="315703525" sldId="369"/>
            <ac:spMk id="10" creationId="{04909C17-CFB9-4D4C-9AC6-0A3C971DE333}"/>
          </ac:spMkLst>
        </pc:spChg>
        <pc:spChg chg="add mod">
          <ac:chgData name="鈴木 秀規" userId="f68c5fd9-22d5-4c0a-9833-7fb0f5135313" providerId="ADAL" clId="{E853165E-E035-4511-B5B4-308A168A0417}" dt="2021-01-26T07:08:25.768" v="502" actId="571"/>
          <ac:spMkLst>
            <pc:docMk/>
            <pc:sldMk cId="315703525" sldId="369"/>
            <ac:spMk id="11" creationId="{59DE6BC7-E6E4-423A-BB58-C78E0EE07548}"/>
          </ac:spMkLst>
        </pc:spChg>
        <pc:spChg chg="add mod">
          <ac:chgData name="鈴木 秀規" userId="f68c5fd9-22d5-4c0a-9833-7fb0f5135313" providerId="ADAL" clId="{E853165E-E035-4511-B5B4-308A168A0417}" dt="2021-01-26T07:08:25.768" v="502" actId="571"/>
          <ac:spMkLst>
            <pc:docMk/>
            <pc:sldMk cId="315703525" sldId="369"/>
            <ac:spMk id="12" creationId="{8ADCFC81-F201-4182-9877-E88678F91386}"/>
          </ac:spMkLst>
        </pc:spChg>
        <pc:spChg chg="add mod">
          <ac:chgData name="鈴木 秀規" userId="f68c5fd9-22d5-4c0a-9833-7fb0f5135313" providerId="ADAL" clId="{E853165E-E035-4511-B5B4-308A168A0417}" dt="2021-01-26T07:09:00.463" v="507" actId="1076"/>
          <ac:spMkLst>
            <pc:docMk/>
            <pc:sldMk cId="315703525" sldId="369"/>
            <ac:spMk id="13" creationId="{7FC3877A-4C79-40D9-956C-E51FFDD02FB7}"/>
          </ac:spMkLst>
        </pc:spChg>
        <pc:graphicFrameChg chg="add mod modGraphic">
          <ac:chgData name="鈴木 秀規" userId="f68c5fd9-22d5-4c0a-9833-7fb0f5135313" providerId="ADAL" clId="{E853165E-E035-4511-B5B4-308A168A0417}" dt="2021-01-26T07:03:07.125" v="255" actId="1076"/>
          <ac:graphicFrameMkLst>
            <pc:docMk/>
            <pc:sldMk cId="315703525" sldId="369"/>
            <ac:graphicFrameMk id="6" creationId="{3FB337BA-FCC4-476F-851F-E9D142017ED6}"/>
          </ac:graphicFrameMkLst>
        </pc:graphicFrameChg>
        <pc:graphicFrameChg chg="add mod modGraphic">
          <ac:chgData name="鈴木 秀規" userId="f68c5fd9-22d5-4c0a-9833-7fb0f5135313" providerId="ADAL" clId="{E853165E-E035-4511-B5B4-308A168A0417}" dt="2021-01-26T07:07:46.065" v="495" actId="12385"/>
          <ac:graphicFrameMkLst>
            <pc:docMk/>
            <pc:sldMk cId="315703525" sldId="369"/>
            <ac:graphicFrameMk id="8" creationId="{49C03C2E-C2C3-4E43-A6AC-F47AF13EE8CD}"/>
          </ac:graphicFrameMkLst>
        </pc:graphicFrameChg>
      </pc:sldChg>
      <pc:sldChg chg="del">
        <pc:chgData name="鈴木 秀規" userId="f68c5fd9-22d5-4c0a-9833-7fb0f5135313" providerId="ADAL" clId="{E853165E-E035-4511-B5B4-308A168A0417}" dt="2021-01-26T06:49:23.924" v="13" actId="2696"/>
        <pc:sldMkLst>
          <pc:docMk/>
          <pc:sldMk cId="4005864456" sldId="369"/>
        </pc:sldMkLst>
      </pc:sldChg>
      <pc:sldChg chg="del">
        <pc:chgData name="鈴木 秀規" userId="f68c5fd9-22d5-4c0a-9833-7fb0f5135313" providerId="ADAL" clId="{E853165E-E035-4511-B5B4-308A168A0417}" dt="2021-01-26T06:49:23.924" v="13" actId="2696"/>
        <pc:sldMkLst>
          <pc:docMk/>
          <pc:sldMk cId="1111639589" sldId="370"/>
        </pc:sldMkLst>
      </pc:sldChg>
      <pc:sldChg chg="modSp new mod">
        <pc:chgData name="鈴木 秀規" userId="f68c5fd9-22d5-4c0a-9833-7fb0f5135313" providerId="ADAL" clId="{E853165E-E035-4511-B5B4-308A168A0417}" dt="2021-01-26T07:09:37.636" v="514" actId="207"/>
        <pc:sldMkLst>
          <pc:docMk/>
          <pc:sldMk cId="1918088230" sldId="370"/>
        </pc:sldMkLst>
        <pc:spChg chg="mod">
          <ac:chgData name="鈴木 秀規" userId="f68c5fd9-22d5-4c0a-9833-7fb0f5135313" providerId="ADAL" clId="{E853165E-E035-4511-B5B4-308A168A0417}" dt="2021-01-26T07:09:18.165" v="509"/>
          <ac:spMkLst>
            <pc:docMk/>
            <pc:sldMk cId="1918088230" sldId="370"/>
            <ac:spMk id="3" creationId="{64F1479F-1941-4D3E-9030-5EA412C6B32C}"/>
          </ac:spMkLst>
        </pc:spChg>
        <pc:spChg chg="mod">
          <ac:chgData name="鈴木 秀規" userId="f68c5fd9-22d5-4c0a-9833-7fb0f5135313" providerId="ADAL" clId="{E853165E-E035-4511-B5B4-308A168A0417}" dt="2021-01-26T07:09:37.636" v="514" actId="207"/>
          <ac:spMkLst>
            <pc:docMk/>
            <pc:sldMk cId="1918088230" sldId="370"/>
            <ac:spMk id="5" creationId="{BFCE6B65-8715-4522-A55C-2D7440524DC1}"/>
          </ac:spMkLst>
        </pc:spChg>
      </pc:sldChg>
      <pc:sldChg chg="del">
        <pc:chgData name="鈴木 秀規" userId="f68c5fd9-22d5-4c0a-9833-7fb0f5135313" providerId="ADAL" clId="{E853165E-E035-4511-B5B4-308A168A0417}" dt="2021-01-26T06:49:23.924" v="13" actId="2696"/>
        <pc:sldMkLst>
          <pc:docMk/>
          <pc:sldMk cId="1449548173" sldId="371"/>
        </pc:sldMkLst>
      </pc:sldChg>
      <pc:sldChg chg="addSp modSp new mod">
        <pc:chgData name="鈴木 秀規" userId="f68c5fd9-22d5-4c0a-9833-7fb0f5135313" providerId="ADAL" clId="{E853165E-E035-4511-B5B4-308A168A0417}" dt="2021-01-26T07:10:45.286" v="527" actId="6549"/>
        <pc:sldMkLst>
          <pc:docMk/>
          <pc:sldMk cId="1875641365" sldId="371"/>
        </pc:sldMkLst>
        <pc:spChg chg="mod">
          <ac:chgData name="鈴木 秀規" userId="f68c5fd9-22d5-4c0a-9833-7fb0f5135313" providerId="ADAL" clId="{E853165E-E035-4511-B5B4-308A168A0417}" dt="2021-01-26T07:09:52.646" v="516"/>
          <ac:spMkLst>
            <pc:docMk/>
            <pc:sldMk cId="1875641365" sldId="371"/>
            <ac:spMk id="3" creationId="{79199FA5-8FEC-4EF4-8FEB-C59D90C2228A}"/>
          </ac:spMkLst>
        </pc:spChg>
        <pc:spChg chg="mod">
          <ac:chgData name="鈴木 秀規" userId="f68c5fd9-22d5-4c0a-9833-7fb0f5135313" providerId="ADAL" clId="{E853165E-E035-4511-B5B4-308A168A0417}" dt="2021-01-26T07:10:06.341" v="519" actId="14100"/>
          <ac:spMkLst>
            <pc:docMk/>
            <pc:sldMk cId="1875641365" sldId="371"/>
            <ac:spMk id="5" creationId="{5DA25019-0660-4BDD-B55E-B5F9E8A5F8FA}"/>
          </ac:spMkLst>
        </pc:spChg>
        <pc:spChg chg="add mod">
          <ac:chgData name="鈴木 秀規" userId="f68c5fd9-22d5-4c0a-9833-7fb0f5135313" providerId="ADAL" clId="{E853165E-E035-4511-B5B4-308A168A0417}" dt="2021-01-26T07:10:45.286" v="527" actId="6549"/>
          <ac:spMkLst>
            <pc:docMk/>
            <pc:sldMk cId="1875641365" sldId="371"/>
            <ac:spMk id="7" creationId="{46B1B2EB-2B3A-4DC1-B80B-474661379F83}"/>
          </ac:spMkLst>
        </pc:spChg>
        <pc:graphicFrameChg chg="add mod modGraphic">
          <ac:chgData name="鈴木 秀規" userId="f68c5fd9-22d5-4c0a-9833-7fb0f5135313" providerId="ADAL" clId="{E853165E-E035-4511-B5B4-308A168A0417}" dt="2021-01-26T07:10:27.368" v="524" actId="12385"/>
          <ac:graphicFrameMkLst>
            <pc:docMk/>
            <pc:sldMk cId="1875641365" sldId="371"/>
            <ac:graphicFrameMk id="6" creationId="{DB6E5E4E-A296-4C66-AFBD-8AB7FFAEFF35}"/>
          </ac:graphicFrameMkLst>
        </pc:graphicFrameChg>
      </pc:sldChg>
      <pc:sldChg chg="del">
        <pc:chgData name="鈴木 秀規" userId="f68c5fd9-22d5-4c0a-9833-7fb0f5135313" providerId="ADAL" clId="{E853165E-E035-4511-B5B4-308A168A0417}" dt="2021-01-26T06:49:23.924" v="13" actId="2696"/>
        <pc:sldMkLst>
          <pc:docMk/>
          <pc:sldMk cId="944436562" sldId="372"/>
        </pc:sldMkLst>
      </pc:sldChg>
      <pc:sldChg chg="addSp modSp new mod">
        <pc:chgData name="鈴木 秀規" userId="f68c5fd9-22d5-4c0a-9833-7fb0f5135313" providerId="ADAL" clId="{E853165E-E035-4511-B5B4-308A168A0417}" dt="2021-01-26T07:16:30.417" v="558" actId="14100"/>
        <pc:sldMkLst>
          <pc:docMk/>
          <pc:sldMk cId="4147123060" sldId="372"/>
        </pc:sldMkLst>
        <pc:spChg chg="mod">
          <ac:chgData name="鈴木 秀規" userId="f68c5fd9-22d5-4c0a-9833-7fb0f5135313" providerId="ADAL" clId="{E853165E-E035-4511-B5B4-308A168A0417}" dt="2021-01-26T07:14:45.061" v="529"/>
          <ac:spMkLst>
            <pc:docMk/>
            <pc:sldMk cId="4147123060" sldId="372"/>
            <ac:spMk id="3" creationId="{2EA18155-BA30-4B8F-9456-D66423E4C71E}"/>
          </ac:spMkLst>
        </pc:spChg>
        <pc:spChg chg="mod">
          <ac:chgData name="鈴木 秀規" userId="f68c5fd9-22d5-4c0a-9833-7fb0f5135313" providerId="ADAL" clId="{E853165E-E035-4511-B5B4-308A168A0417}" dt="2021-01-26T07:15:11.190" v="545" actId="14100"/>
          <ac:spMkLst>
            <pc:docMk/>
            <pc:sldMk cId="4147123060" sldId="372"/>
            <ac:spMk id="5" creationId="{7F2EA038-8175-4307-8624-788489285D38}"/>
          </ac:spMkLst>
        </pc:spChg>
        <pc:spChg chg="add mod">
          <ac:chgData name="鈴木 秀規" userId="f68c5fd9-22d5-4c0a-9833-7fb0f5135313" providerId="ADAL" clId="{E853165E-E035-4511-B5B4-308A168A0417}" dt="2021-01-26T07:16:30.417" v="558" actId="14100"/>
          <ac:spMkLst>
            <pc:docMk/>
            <pc:sldMk cId="4147123060" sldId="372"/>
            <ac:spMk id="7" creationId="{7C184432-A4C0-43A0-9489-DFE4013BDC15}"/>
          </ac:spMkLst>
        </pc:spChg>
        <pc:graphicFrameChg chg="add mod modGraphic">
          <ac:chgData name="鈴木 秀規" userId="f68c5fd9-22d5-4c0a-9833-7fb0f5135313" providerId="ADAL" clId="{E853165E-E035-4511-B5B4-308A168A0417}" dt="2021-01-26T07:15:29.391" v="550" actId="12385"/>
          <ac:graphicFrameMkLst>
            <pc:docMk/>
            <pc:sldMk cId="4147123060" sldId="372"/>
            <ac:graphicFrameMk id="6" creationId="{8D427EB3-FACB-4063-B0DC-990726DCB991}"/>
          </ac:graphicFrameMkLst>
        </pc:graphicFrameChg>
      </pc:sldChg>
      <pc:sldChg chg="del">
        <pc:chgData name="鈴木 秀規" userId="f68c5fd9-22d5-4c0a-9833-7fb0f5135313" providerId="ADAL" clId="{E853165E-E035-4511-B5B4-308A168A0417}" dt="2021-01-26T06:49:23.924" v="13" actId="2696"/>
        <pc:sldMkLst>
          <pc:docMk/>
          <pc:sldMk cId="35644827" sldId="373"/>
        </pc:sldMkLst>
      </pc:sldChg>
      <pc:sldChg chg="modSp new mod">
        <pc:chgData name="鈴木 秀規" userId="f68c5fd9-22d5-4c0a-9833-7fb0f5135313" providerId="ADAL" clId="{E853165E-E035-4511-B5B4-308A168A0417}" dt="2021-01-26T07:17:03.116" v="569" actId="207"/>
        <pc:sldMkLst>
          <pc:docMk/>
          <pc:sldMk cId="310747956" sldId="373"/>
        </pc:sldMkLst>
        <pc:spChg chg="mod">
          <ac:chgData name="鈴木 秀規" userId="f68c5fd9-22d5-4c0a-9833-7fb0f5135313" providerId="ADAL" clId="{E853165E-E035-4511-B5B4-308A168A0417}" dt="2021-01-26T07:16:39.438" v="560"/>
          <ac:spMkLst>
            <pc:docMk/>
            <pc:sldMk cId="310747956" sldId="373"/>
            <ac:spMk id="3" creationId="{1D48062C-486F-4508-9019-5F8EBA5C15A4}"/>
          </ac:spMkLst>
        </pc:spChg>
        <pc:spChg chg="mod">
          <ac:chgData name="鈴木 秀規" userId="f68c5fd9-22d5-4c0a-9833-7fb0f5135313" providerId="ADAL" clId="{E853165E-E035-4511-B5B4-308A168A0417}" dt="2021-01-26T07:17:03.116" v="569" actId="207"/>
          <ac:spMkLst>
            <pc:docMk/>
            <pc:sldMk cId="310747956" sldId="373"/>
            <ac:spMk id="5" creationId="{A4750B68-70D9-4C99-AF60-82482FAB7F0A}"/>
          </ac:spMkLst>
        </pc:spChg>
      </pc:sldChg>
      <pc:sldChg chg="modSp new mod">
        <pc:chgData name="鈴木 秀規" userId="f68c5fd9-22d5-4c0a-9833-7fb0f5135313" providerId="ADAL" clId="{E853165E-E035-4511-B5B4-308A168A0417}" dt="2021-01-26T07:18:19.034" v="594" actId="207"/>
        <pc:sldMkLst>
          <pc:docMk/>
          <pc:sldMk cId="84034417" sldId="374"/>
        </pc:sldMkLst>
        <pc:spChg chg="mod">
          <ac:chgData name="鈴木 秀規" userId="f68c5fd9-22d5-4c0a-9833-7fb0f5135313" providerId="ADAL" clId="{E853165E-E035-4511-B5B4-308A168A0417}" dt="2021-01-26T07:17:12.938" v="571"/>
          <ac:spMkLst>
            <pc:docMk/>
            <pc:sldMk cId="84034417" sldId="374"/>
            <ac:spMk id="3" creationId="{E06B1000-9220-4D64-830A-7136494F2DBF}"/>
          </ac:spMkLst>
        </pc:spChg>
        <pc:spChg chg="mod">
          <ac:chgData name="鈴木 秀規" userId="f68c5fd9-22d5-4c0a-9833-7fb0f5135313" providerId="ADAL" clId="{E853165E-E035-4511-B5B4-308A168A0417}" dt="2021-01-26T07:18:19.034" v="594" actId="207"/>
          <ac:spMkLst>
            <pc:docMk/>
            <pc:sldMk cId="84034417" sldId="374"/>
            <ac:spMk id="5" creationId="{8AB3D740-2F1A-4FA4-AF46-FF8F852F0650}"/>
          </ac:spMkLst>
        </pc:spChg>
      </pc:sldChg>
      <pc:sldChg chg="del">
        <pc:chgData name="鈴木 秀規" userId="f68c5fd9-22d5-4c0a-9833-7fb0f5135313" providerId="ADAL" clId="{E853165E-E035-4511-B5B4-308A168A0417}" dt="2021-01-26T06:49:23.924" v="13" actId="2696"/>
        <pc:sldMkLst>
          <pc:docMk/>
          <pc:sldMk cId="3586215112" sldId="374"/>
        </pc:sldMkLst>
      </pc:sldChg>
      <pc:sldChg chg="del">
        <pc:chgData name="鈴木 秀規" userId="f68c5fd9-22d5-4c0a-9833-7fb0f5135313" providerId="ADAL" clId="{E853165E-E035-4511-B5B4-308A168A0417}" dt="2021-01-26T06:49:23.924" v="13" actId="2696"/>
        <pc:sldMkLst>
          <pc:docMk/>
          <pc:sldMk cId="3278431197" sldId="375"/>
        </pc:sldMkLst>
      </pc:sldChg>
      <pc:sldChg chg="modSp new mod">
        <pc:chgData name="鈴木 秀規" userId="f68c5fd9-22d5-4c0a-9833-7fb0f5135313" providerId="ADAL" clId="{E853165E-E035-4511-B5B4-308A168A0417}" dt="2021-01-26T07:19:41.168" v="628" actId="207"/>
        <pc:sldMkLst>
          <pc:docMk/>
          <pc:sldMk cId="4133178376" sldId="375"/>
        </pc:sldMkLst>
        <pc:spChg chg="mod">
          <ac:chgData name="鈴木 秀規" userId="f68c5fd9-22d5-4c0a-9833-7fb0f5135313" providerId="ADAL" clId="{E853165E-E035-4511-B5B4-308A168A0417}" dt="2021-01-26T07:18:35.603" v="596"/>
          <ac:spMkLst>
            <pc:docMk/>
            <pc:sldMk cId="4133178376" sldId="375"/>
            <ac:spMk id="3" creationId="{746B367E-1769-43F6-B709-9DC962BCAD84}"/>
          </ac:spMkLst>
        </pc:spChg>
        <pc:spChg chg="mod">
          <ac:chgData name="鈴木 秀規" userId="f68c5fd9-22d5-4c0a-9833-7fb0f5135313" providerId="ADAL" clId="{E853165E-E035-4511-B5B4-308A168A0417}" dt="2021-01-26T07:19:41.168" v="628" actId="207"/>
          <ac:spMkLst>
            <pc:docMk/>
            <pc:sldMk cId="4133178376" sldId="375"/>
            <ac:spMk id="5" creationId="{7BD660E2-4B00-4845-95F2-9DBB4781CAE5}"/>
          </ac:spMkLst>
        </pc:spChg>
      </pc:sldChg>
      <pc:sldChg chg="del">
        <pc:chgData name="鈴木 秀規" userId="f68c5fd9-22d5-4c0a-9833-7fb0f5135313" providerId="ADAL" clId="{E853165E-E035-4511-B5B4-308A168A0417}" dt="2021-01-26T06:49:23.924" v="13" actId="2696"/>
        <pc:sldMkLst>
          <pc:docMk/>
          <pc:sldMk cId="3335697102" sldId="376"/>
        </pc:sldMkLst>
      </pc:sldChg>
      <pc:sldChg chg="modSp new mod">
        <pc:chgData name="鈴木 秀規" userId="f68c5fd9-22d5-4c0a-9833-7fb0f5135313" providerId="ADAL" clId="{E853165E-E035-4511-B5B4-308A168A0417}" dt="2021-01-26T07:21:48.714" v="658" actId="207"/>
        <pc:sldMkLst>
          <pc:docMk/>
          <pc:sldMk cId="3795804375" sldId="376"/>
        </pc:sldMkLst>
        <pc:spChg chg="mod">
          <ac:chgData name="鈴木 秀規" userId="f68c5fd9-22d5-4c0a-9833-7fb0f5135313" providerId="ADAL" clId="{E853165E-E035-4511-B5B4-308A168A0417}" dt="2021-01-26T07:20:07.699" v="630"/>
          <ac:spMkLst>
            <pc:docMk/>
            <pc:sldMk cId="3795804375" sldId="376"/>
            <ac:spMk id="3" creationId="{B507E0B6-C1E9-4F9D-8B09-1681C4D89919}"/>
          </ac:spMkLst>
        </pc:spChg>
        <pc:spChg chg="mod">
          <ac:chgData name="鈴木 秀規" userId="f68c5fd9-22d5-4c0a-9833-7fb0f5135313" providerId="ADAL" clId="{E853165E-E035-4511-B5B4-308A168A0417}" dt="2021-01-26T07:21:48.714" v="658" actId="207"/>
          <ac:spMkLst>
            <pc:docMk/>
            <pc:sldMk cId="3795804375" sldId="376"/>
            <ac:spMk id="5" creationId="{BE107BB1-F5D7-4713-A850-B3ACA63D2DE9}"/>
          </ac:spMkLst>
        </pc:spChg>
      </pc:sldChg>
      <pc:sldChg chg="del">
        <pc:chgData name="鈴木 秀規" userId="f68c5fd9-22d5-4c0a-9833-7fb0f5135313" providerId="ADAL" clId="{E853165E-E035-4511-B5B4-308A168A0417}" dt="2021-01-26T06:49:23.924" v="13" actId="2696"/>
        <pc:sldMkLst>
          <pc:docMk/>
          <pc:sldMk cId="1075370688" sldId="377"/>
        </pc:sldMkLst>
      </pc:sldChg>
      <pc:sldChg chg="modSp new mod">
        <pc:chgData name="鈴木 秀規" userId="f68c5fd9-22d5-4c0a-9833-7fb0f5135313" providerId="ADAL" clId="{E853165E-E035-4511-B5B4-308A168A0417}" dt="2021-01-26T07:24:00.081" v="677"/>
        <pc:sldMkLst>
          <pc:docMk/>
          <pc:sldMk cId="4201067025" sldId="377"/>
        </pc:sldMkLst>
        <pc:spChg chg="mod">
          <ac:chgData name="鈴木 秀規" userId="f68c5fd9-22d5-4c0a-9833-7fb0f5135313" providerId="ADAL" clId="{E853165E-E035-4511-B5B4-308A168A0417}" dt="2021-01-26T07:24:00.081" v="677"/>
          <ac:spMkLst>
            <pc:docMk/>
            <pc:sldMk cId="4201067025" sldId="377"/>
            <ac:spMk id="3" creationId="{0665AB20-5634-4D5D-BE5B-3E4D60E5D7CB}"/>
          </ac:spMkLst>
        </pc:spChg>
        <pc:spChg chg="mod">
          <ac:chgData name="鈴木 秀規" userId="f68c5fd9-22d5-4c0a-9833-7fb0f5135313" providerId="ADAL" clId="{E853165E-E035-4511-B5B4-308A168A0417}" dt="2021-01-26T07:23:42.653" v="676" actId="207"/>
          <ac:spMkLst>
            <pc:docMk/>
            <pc:sldMk cId="4201067025" sldId="377"/>
            <ac:spMk id="5" creationId="{63F330CA-F3E7-4D06-A9A4-0E49DCF88952}"/>
          </ac:spMkLst>
        </pc:spChg>
      </pc:sldChg>
      <pc:sldChg chg="modSp new mod">
        <pc:chgData name="鈴木 秀規" userId="f68c5fd9-22d5-4c0a-9833-7fb0f5135313" providerId="ADAL" clId="{E853165E-E035-4511-B5B4-308A168A0417}" dt="2021-01-26T07:25:50.648" v="716" actId="20577"/>
        <pc:sldMkLst>
          <pc:docMk/>
          <pc:sldMk cId="2170260322" sldId="378"/>
        </pc:sldMkLst>
        <pc:spChg chg="mod">
          <ac:chgData name="鈴木 秀規" userId="f68c5fd9-22d5-4c0a-9833-7fb0f5135313" providerId="ADAL" clId="{E853165E-E035-4511-B5B4-308A168A0417}" dt="2021-01-26T07:24:20.672" v="679"/>
          <ac:spMkLst>
            <pc:docMk/>
            <pc:sldMk cId="2170260322" sldId="378"/>
            <ac:spMk id="3" creationId="{0DA8AECB-9949-437E-B1D6-39595C07B0D8}"/>
          </ac:spMkLst>
        </pc:spChg>
        <pc:spChg chg="mod">
          <ac:chgData name="鈴木 秀規" userId="f68c5fd9-22d5-4c0a-9833-7fb0f5135313" providerId="ADAL" clId="{E853165E-E035-4511-B5B4-308A168A0417}" dt="2021-01-26T07:25:50.648" v="716" actId="20577"/>
          <ac:spMkLst>
            <pc:docMk/>
            <pc:sldMk cId="2170260322" sldId="378"/>
            <ac:spMk id="5" creationId="{4FDEE744-CA72-4937-ADAC-29EBAB9434D3}"/>
          </ac:spMkLst>
        </pc:spChg>
      </pc:sldChg>
      <pc:sldChg chg="del">
        <pc:chgData name="鈴木 秀規" userId="f68c5fd9-22d5-4c0a-9833-7fb0f5135313" providerId="ADAL" clId="{E853165E-E035-4511-B5B4-308A168A0417}" dt="2021-01-26T06:49:23.924" v="13" actId="2696"/>
        <pc:sldMkLst>
          <pc:docMk/>
          <pc:sldMk cId="2580646882" sldId="378"/>
        </pc:sldMkLst>
      </pc:sldChg>
      <pc:sldChg chg="del">
        <pc:chgData name="鈴木 秀規" userId="f68c5fd9-22d5-4c0a-9833-7fb0f5135313" providerId="ADAL" clId="{E853165E-E035-4511-B5B4-308A168A0417}" dt="2021-01-26T06:49:23.924" v="13" actId="2696"/>
        <pc:sldMkLst>
          <pc:docMk/>
          <pc:sldMk cId="3868544456" sldId="379"/>
        </pc:sldMkLst>
      </pc:sldChg>
      <pc:sldChg chg="modSp new mod">
        <pc:chgData name="鈴木 秀規" userId="f68c5fd9-22d5-4c0a-9833-7fb0f5135313" providerId="ADAL" clId="{E853165E-E035-4511-B5B4-308A168A0417}" dt="2021-01-26T07:27:23.533" v="740" actId="207"/>
        <pc:sldMkLst>
          <pc:docMk/>
          <pc:sldMk cId="4171248681" sldId="379"/>
        </pc:sldMkLst>
        <pc:spChg chg="mod">
          <ac:chgData name="鈴木 秀規" userId="f68c5fd9-22d5-4c0a-9833-7fb0f5135313" providerId="ADAL" clId="{E853165E-E035-4511-B5B4-308A168A0417}" dt="2021-01-26T07:26:07.408" v="718"/>
          <ac:spMkLst>
            <pc:docMk/>
            <pc:sldMk cId="4171248681" sldId="379"/>
            <ac:spMk id="3" creationId="{6AB4C576-1A20-40B6-9482-425697740EAC}"/>
          </ac:spMkLst>
        </pc:spChg>
        <pc:spChg chg="mod">
          <ac:chgData name="鈴木 秀規" userId="f68c5fd9-22d5-4c0a-9833-7fb0f5135313" providerId="ADAL" clId="{E853165E-E035-4511-B5B4-308A168A0417}" dt="2021-01-26T07:27:23.533" v="740" actId="207"/>
          <ac:spMkLst>
            <pc:docMk/>
            <pc:sldMk cId="4171248681" sldId="379"/>
            <ac:spMk id="5" creationId="{411E77CC-7B52-4ADF-9369-7EE2F4FF9FB4}"/>
          </ac:spMkLst>
        </pc:spChg>
      </pc:sldChg>
      <pc:sldChg chg="modSp new mod">
        <pc:chgData name="鈴木 秀規" userId="f68c5fd9-22d5-4c0a-9833-7fb0f5135313" providerId="ADAL" clId="{E853165E-E035-4511-B5B4-308A168A0417}" dt="2021-01-26T07:30:14.987" v="775" actId="207"/>
        <pc:sldMkLst>
          <pc:docMk/>
          <pc:sldMk cId="1003752797" sldId="380"/>
        </pc:sldMkLst>
        <pc:spChg chg="mod">
          <ac:chgData name="鈴木 秀規" userId="f68c5fd9-22d5-4c0a-9833-7fb0f5135313" providerId="ADAL" clId="{E853165E-E035-4511-B5B4-308A168A0417}" dt="2021-01-26T07:27:37.948" v="742"/>
          <ac:spMkLst>
            <pc:docMk/>
            <pc:sldMk cId="1003752797" sldId="380"/>
            <ac:spMk id="3" creationId="{3DD7817D-51CC-4908-AFA3-B8716B0E7C8D}"/>
          </ac:spMkLst>
        </pc:spChg>
        <pc:spChg chg="mod">
          <ac:chgData name="鈴木 秀規" userId="f68c5fd9-22d5-4c0a-9833-7fb0f5135313" providerId="ADAL" clId="{E853165E-E035-4511-B5B4-308A168A0417}" dt="2021-01-26T07:30:14.987" v="775" actId="207"/>
          <ac:spMkLst>
            <pc:docMk/>
            <pc:sldMk cId="1003752797" sldId="380"/>
            <ac:spMk id="5" creationId="{A04F5A0A-D700-4503-AA4B-9F9FF34EA903}"/>
          </ac:spMkLst>
        </pc:spChg>
      </pc:sldChg>
      <pc:sldChg chg="del">
        <pc:chgData name="鈴木 秀規" userId="f68c5fd9-22d5-4c0a-9833-7fb0f5135313" providerId="ADAL" clId="{E853165E-E035-4511-B5B4-308A168A0417}" dt="2021-01-26T06:49:23.924" v="13" actId="2696"/>
        <pc:sldMkLst>
          <pc:docMk/>
          <pc:sldMk cId="1868720455" sldId="380"/>
        </pc:sldMkLst>
      </pc:sldChg>
      <pc:sldChg chg="modSp new mod">
        <pc:chgData name="鈴木 秀規" userId="f68c5fd9-22d5-4c0a-9833-7fb0f5135313" providerId="ADAL" clId="{E853165E-E035-4511-B5B4-308A168A0417}" dt="2021-01-26T07:31:18.750" v="789" actId="207"/>
        <pc:sldMkLst>
          <pc:docMk/>
          <pc:sldMk cId="2315279680" sldId="381"/>
        </pc:sldMkLst>
        <pc:spChg chg="mod">
          <ac:chgData name="鈴木 秀規" userId="f68c5fd9-22d5-4c0a-9833-7fb0f5135313" providerId="ADAL" clId="{E853165E-E035-4511-B5B4-308A168A0417}" dt="2021-01-26T07:30:34.108" v="777"/>
          <ac:spMkLst>
            <pc:docMk/>
            <pc:sldMk cId="2315279680" sldId="381"/>
            <ac:spMk id="3" creationId="{3AA44DE9-1882-47A0-A1B1-12AE5F0F2CA2}"/>
          </ac:spMkLst>
        </pc:spChg>
        <pc:spChg chg="mod">
          <ac:chgData name="鈴木 秀規" userId="f68c5fd9-22d5-4c0a-9833-7fb0f5135313" providerId="ADAL" clId="{E853165E-E035-4511-B5B4-308A168A0417}" dt="2021-01-26T07:31:18.750" v="789" actId="207"/>
          <ac:spMkLst>
            <pc:docMk/>
            <pc:sldMk cId="2315279680" sldId="381"/>
            <ac:spMk id="5" creationId="{608B9E3C-5E1C-4FFD-81A1-35C10C8DAB11}"/>
          </ac:spMkLst>
        </pc:spChg>
      </pc:sldChg>
      <pc:sldChg chg="del">
        <pc:chgData name="鈴木 秀規" userId="f68c5fd9-22d5-4c0a-9833-7fb0f5135313" providerId="ADAL" clId="{E853165E-E035-4511-B5B4-308A168A0417}" dt="2021-01-26T06:49:23.924" v="13" actId="2696"/>
        <pc:sldMkLst>
          <pc:docMk/>
          <pc:sldMk cId="3747614513" sldId="381"/>
        </pc:sldMkLst>
      </pc:sldChg>
      <pc:sldChg chg="del">
        <pc:chgData name="鈴木 秀規" userId="f68c5fd9-22d5-4c0a-9833-7fb0f5135313" providerId="ADAL" clId="{E853165E-E035-4511-B5B4-308A168A0417}" dt="2021-01-26T06:49:23.924" v="13" actId="2696"/>
        <pc:sldMkLst>
          <pc:docMk/>
          <pc:sldMk cId="882110079" sldId="382"/>
        </pc:sldMkLst>
      </pc:sldChg>
      <pc:sldChg chg="addSp modSp new mod">
        <pc:chgData name="鈴木 秀規" userId="f68c5fd9-22d5-4c0a-9833-7fb0f5135313" providerId="ADAL" clId="{E853165E-E035-4511-B5B4-308A168A0417}" dt="2021-01-26T07:34:31.793" v="831" actId="14100"/>
        <pc:sldMkLst>
          <pc:docMk/>
          <pc:sldMk cId="3359842153" sldId="382"/>
        </pc:sldMkLst>
        <pc:spChg chg="mod">
          <ac:chgData name="鈴木 秀規" userId="f68c5fd9-22d5-4c0a-9833-7fb0f5135313" providerId="ADAL" clId="{E853165E-E035-4511-B5B4-308A168A0417}" dt="2021-01-26T07:31:47.528" v="791"/>
          <ac:spMkLst>
            <pc:docMk/>
            <pc:sldMk cId="3359842153" sldId="382"/>
            <ac:spMk id="3" creationId="{5BF686A8-918B-4F3E-8480-FEA5F57E528A}"/>
          </ac:spMkLst>
        </pc:spChg>
        <pc:spChg chg="mod">
          <ac:chgData name="鈴木 秀規" userId="f68c5fd9-22d5-4c0a-9833-7fb0f5135313" providerId="ADAL" clId="{E853165E-E035-4511-B5B4-308A168A0417}" dt="2021-01-26T07:32:40.096" v="801" actId="1076"/>
          <ac:spMkLst>
            <pc:docMk/>
            <pc:sldMk cId="3359842153" sldId="382"/>
            <ac:spMk id="5" creationId="{1316296B-B24E-4F7F-9D1A-245D14D29C41}"/>
          </ac:spMkLst>
        </pc:spChg>
        <pc:spChg chg="add mod">
          <ac:chgData name="鈴木 秀規" userId="f68c5fd9-22d5-4c0a-9833-7fb0f5135313" providerId="ADAL" clId="{E853165E-E035-4511-B5B4-308A168A0417}" dt="2021-01-26T07:33:49.580" v="823" actId="207"/>
          <ac:spMkLst>
            <pc:docMk/>
            <pc:sldMk cId="3359842153" sldId="382"/>
            <ac:spMk id="6" creationId="{95B1C548-0F5B-4737-A0BD-405E70558ED2}"/>
          </ac:spMkLst>
        </pc:spChg>
        <pc:spChg chg="add mod">
          <ac:chgData name="鈴木 秀規" userId="f68c5fd9-22d5-4c0a-9833-7fb0f5135313" providerId="ADAL" clId="{E853165E-E035-4511-B5B4-308A168A0417}" dt="2021-01-26T07:34:31.793" v="831" actId="14100"/>
          <ac:spMkLst>
            <pc:docMk/>
            <pc:sldMk cId="3359842153" sldId="382"/>
            <ac:spMk id="7" creationId="{AF0ACB7C-680B-4722-98C7-CBF77C542C99}"/>
          </ac:spMkLst>
        </pc:spChg>
      </pc:sldChg>
      <pc:sldChg chg="modSp new mod">
        <pc:chgData name="鈴木 秀規" userId="f68c5fd9-22d5-4c0a-9833-7fb0f5135313" providerId="ADAL" clId="{E853165E-E035-4511-B5B4-308A168A0417}" dt="2021-01-26T07:36:21.744" v="847" actId="207"/>
        <pc:sldMkLst>
          <pc:docMk/>
          <pc:sldMk cId="2193843838" sldId="383"/>
        </pc:sldMkLst>
        <pc:spChg chg="mod">
          <ac:chgData name="鈴木 秀規" userId="f68c5fd9-22d5-4c0a-9833-7fb0f5135313" providerId="ADAL" clId="{E853165E-E035-4511-B5B4-308A168A0417}" dt="2021-01-26T07:35:06.888" v="833"/>
          <ac:spMkLst>
            <pc:docMk/>
            <pc:sldMk cId="2193843838" sldId="383"/>
            <ac:spMk id="3" creationId="{371F9F1C-E73B-4FDA-97E3-F6FA05DF4201}"/>
          </ac:spMkLst>
        </pc:spChg>
        <pc:spChg chg="mod">
          <ac:chgData name="鈴木 秀規" userId="f68c5fd9-22d5-4c0a-9833-7fb0f5135313" providerId="ADAL" clId="{E853165E-E035-4511-B5B4-308A168A0417}" dt="2021-01-26T07:36:21.744" v="847" actId="207"/>
          <ac:spMkLst>
            <pc:docMk/>
            <pc:sldMk cId="2193843838" sldId="383"/>
            <ac:spMk id="5" creationId="{ECFFFE50-9C3A-41A8-A1A8-E9307DCB243E}"/>
          </ac:spMkLst>
        </pc:spChg>
      </pc:sldChg>
      <pc:sldChg chg="del">
        <pc:chgData name="鈴木 秀規" userId="f68c5fd9-22d5-4c0a-9833-7fb0f5135313" providerId="ADAL" clId="{E853165E-E035-4511-B5B4-308A168A0417}" dt="2021-01-26T06:49:23.924" v="13" actId="2696"/>
        <pc:sldMkLst>
          <pc:docMk/>
          <pc:sldMk cId="2781782632" sldId="383"/>
        </pc:sldMkLst>
      </pc:sldChg>
      <pc:sldChg chg="modSp add mod ord">
        <pc:chgData name="鈴木 秀規" userId="f68c5fd9-22d5-4c0a-9833-7fb0f5135313" providerId="ADAL" clId="{E853165E-E035-4511-B5B4-308A168A0417}" dt="2021-01-26T07:39:14.652" v="873" actId="1076"/>
        <pc:sldMkLst>
          <pc:docMk/>
          <pc:sldMk cId="1703172032" sldId="384"/>
        </pc:sldMkLst>
        <pc:spChg chg="mod">
          <ac:chgData name="鈴木 秀規" userId="f68c5fd9-22d5-4c0a-9833-7fb0f5135313" providerId="ADAL" clId="{E853165E-E035-4511-B5B4-308A168A0417}" dt="2021-01-26T07:36:42.249" v="853"/>
          <ac:spMkLst>
            <pc:docMk/>
            <pc:sldMk cId="1703172032" sldId="384"/>
            <ac:spMk id="5" creationId="{1316296B-B24E-4F7F-9D1A-245D14D29C41}"/>
          </ac:spMkLst>
        </pc:spChg>
        <pc:spChg chg="mod">
          <ac:chgData name="鈴木 秀規" userId="f68c5fd9-22d5-4c0a-9833-7fb0f5135313" providerId="ADAL" clId="{E853165E-E035-4511-B5B4-308A168A0417}" dt="2021-01-26T07:39:06.824" v="871" actId="14100"/>
          <ac:spMkLst>
            <pc:docMk/>
            <pc:sldMk cId="1703172032" sldId="384"/>
            <ac:spMk id="6" creationId="{95B1C548-0F5B-4737-A0BD-405E70558ED2}"/>
          </ac:spMkLst>
        </pc:spChg>
        <pc:spChg chg="mod">
          <ac:chgData name="鈴木 秀規" userId="f68c5fd9-22d5-4c0a-9833-7fb0f5135313" providerId="ADAL" clId="{E853165E-E035-4511-B5B4-308A168A0417}" dt="2021-01-26T07:39:14.652" v="873" actId="1076"/>
          <ac:spMkLst>
            <pc:docMk/>
            <pc:sldMk cId="1703172032" sldId="384"/>
            <ac:spMk id="7" creationId="{AF0ACB7C-680B-4722-98C7-CBF77C542C99}"/>
          </ac:spMkLst>
        </pc:spChg>
      </pc:sldChg>
      <pc:sldChg chg="del">
        <pc:chgData name="鈴木 秀規" userId="f68c5fd9-22d5-4c0a-9833-7fb0f5135313" providerId="ADAL" clId="{E853165E-E035-4511-B5B4-308A168A0417}" dt="2021-01-26T06:49:23.924" v="13" actId="2696"/>
        <pc:sldMkLst>
          <pc:docMk/>
          <pc:sldMk cId="4147991204" sldId="384"/>
        </pc:sldMkLst>
      </pc:sldChg>
      <pc:sldChg chg="modSp new mod">
        <pc:chgData name="鈴木 秀規" userId="f68c5fd9-22d5-4c0a-9833-7fb0f5135313" providerId="ADAL" clId="{E853165E-E035-4511-B5B4-308A168A0417}" dt="2021-01-26T07:40:36.140" v="901" actId="207"/>
        <pc:sldMkLst>
          <pc:docMk/>
          <pc:sldMk cId="405086457" sldId="385"/>
        </pc:sldMkLst>
        <pc:spChg chg="mod">
          <ac:chgData name="鈴木 秀規" userId="f68c5fd9-22d5-4c0a-9833-7fb0f5135313" providerId="ADAL" clId="{E853165E-E035-4511-B5B4-308A168A0417}" dt="2021-01-26T07:39:28.938" v="875"/>
          <ac:spMkLst>
            <pc:docMk/>
            <pc:sldMk cId="405086457" sldId="385"/>
            <ac:spMk id="3" creationId="{3160D83B-ECD4-4212-832C-905B76595963}"/>
          </ac:spMkLst>
        </pc:spChg>
        <pc:spChg chg="mod">
          <ac:chgData name="鈴木 秀規" userId="f68c5fd9-22d5-4c0a-9833-7fb0f5135313" providerId="ADAL" clId="{E853165E-E035-4511-B5B4-308A168A0417}" dt="2021-01-26T07:40:36.140" v="901" actId="207"/>
          <ac:spMkLst>
            <pc:docMk/>
            <pc:sldMk cId="405086457" sldId="385"/>
            <ac:spMk id="5" creationId="{24EF08D6-A88C-4E3D-A14F-34B27436FAEC}"/>
          </ac:spMkLst>
        </pc:spChg>
      </pc:sldChg>
      <pc:sldChg chg="del">
        <pc:chgData name="鈴木 秀規" userId="f68c5fd9-22d5-4c0a-9833-7fb0f5135313" providerId="ADAL" clId="{E853165E-E035-4511-B5B4-308A168A0417}" dt="2021-01-26T06:49:23.924" v="13" actId="2696"/>
        <pc:sldMkLst>
          <pc:docMk/>
          <pc:sldMk cId="1389535331" sldId="385"/>
        </pc:sldMkLst>
      </pc:sldChg>
      <pc:sldChg chg="del">
        <pc:chgData name="鈴木 秀規" userId="f68c5fd9-22d5-4c0a-9833-7fb0f5135313" providerId="ADAL" clId="{E853165E-E035-4511-B5B4-308A168A0417}" dt="2021-01-26T06:49:23.924" v="13" actId="2696"/>
        <pc:sldMkLst>
          <pc:docMk/>
          <pc:sldMk cId="3711062952" sldId="386"/>
        </pc:sldMkLst>
      </pc:sldChg>
      <pc:sldChg chg="del">
        <pc:chgData name="鈴木 秀規" userId="f68c5fd9-22d5-4c0a-9833-7fb0f5135313" providerId="ADAL" clId="{E853165E-E035-4511-B5B4-308A168A0417}" dt="2021-01-26T06:49:23.924" v="13" actId="2696"/>
        <pc:sldMkLst>
          <pc:docMk/>
          <pc:sldMk cId="556755707" sldId="387"/>
        </pc:sldMkLst>
      </pc:sldChg>
      <pc:sldChg chg="del">
        <pc:chgData name="鈴木 秀規" userId="f68c5fd9-22d5-4c0a-9833-7fb0f5135313" providerId="ADAL" clId="{E853165E-E035-4511-B5B4-308A168A0417}" dt="2021-01-26T06:49:23.924" v="13" actId="2696"/>
        <pc:sldMkLst>
          <pc:docMk/>
          <pc:sldMk cId="2438793549" sldId="388"/>
        </pc:sldMkLst>
      </pc:sldChg>
      <pc:sldChg chg="del">
        <pc:chgData name="鈴木 秀規" userId="f68c5fd9-22d5-4c0a-9833-7fb0f5135313" providerId="ADAL" clId="{E853165E-E035-4511-B5B4-308A168A0417}" dt="2021-01-26T06:49:23.924" v="13" actId="2696"/>
        <pc:sldMkLst>
          <pc:docMk/>
          <pc:sldMk cId="1715481522" sldId="389"/>
        </pc:sldMkLst>
      </pc:sldChg>
      <pc:sldChg chg="del">
        <pc:chgData name="鈴木 秀規" userId="f68c5fd9-22d5-4c0a-9833-7fb0f5135313" providerId="ADAL" clId="{E853165E-E035-4511-B5B4-308A168A0417}" dt="2021-01-26T06:49:23.924" v="13" actId="2696"/>
        <pc:sldMkLst>
          <pc:docMk/>
          <pc:sldMk cId="2118453056" sldId="390"/>
        </pc:sldMkLst>
      </pc:sldChg>
      <pc:sldChg chg="del">
        <pc:chgData name="鈴木 秀規" userId="f68c5fd9-22d5-4c0a-9833-7fb0f5135313" providerId="ADAL" clId="{E853165E-E035-4511-B5B4-308A168A0417}" dt="2021-01-26T06:49:23.924" v="13" actId="2696"/>
        <pc:sldMkLst>
          <pc:docMk/>
          <pc:sldMk cId="2854077937" sldId="391"/>
        </pc:sldMkLst>
      </pc:sldChg>
      <pc:sldChg chg="del">
        <pc:chgData name="鈴木 秀規" userId="f68c5fd9-22d5-4c0a-9833-7fb0f5135313" providerId="ADAL" clId="{E853165E-E035-4511-B5B4-308A168A0417}" dt="2021-01-26T06:49:23.924" v="13" actId="2696"/>
        <pc:sldMkLst>
          <pc:docMk/>
          <pc:sldMk cId="2566377597" sldId="392"/>
        </pc:sldMkLst>
      </pc:sldChg>
      <pc:sldChg chg="del">
        <pc:chgData name="鈴木 秀規" userId="f68c5fd9-22d5-4c0a-9833-7fb0f5135313" providerId="ADAL" clId="{E853165E-E035-4511-B5B4-308A168A0417}" dt="2021-01-26T06:49:23.924" v="13" actId="2696"/>
        <pc:sldMkLst>
          <pc:docMk/>
          <pc:sldMk cId="1398339670" sldId="393"/>
        </pc:sldMkLst>
      </pc:sldChg>
    </pc:docChg>
  </pc:docChgLst>
  <pc:docChgLst>
    <pc:chgData name="sales@rhizome01.onmicrosoft.com" userId="c35045ed-c185-45de-8f58-be20a28877d8" providerId="ADAL" clId="{034C929F-50EC-4052-8F50-398F27893DAE}"/>
    <pc:docChg chg="modSld">
      <pc:chgData name="sales@rhizome01.onmicrosoft.com" userId="c35045ed-c185-45de-8f58-be20a28877d8" providerId="ADAL" clId="{034C929F-50EC-4052-8F50-398F27893DAE}" dt="2020-12-01T08:39:38.686" v="2" actId="5793"/>
      <pc:docMkLst>
        <pc:docMk/>
      </pc:docMkLst>
      <pc:sldChg chg="modSp mod">
        <pc:chgData name="sales@rhizome01.onmicrosoft.com" userId="c35045ed-c185-45de-8f58-be20a28877d8" providerId="ADAL" clId="{034C929F-50EC-4052-8F50-398F27893DAE}" dt="2020-12-01T08:39:38.686" v="2" actId="5793"/>
        <pc:sldMkLst>
          <pc:docMk/>
          <pc:sldMk cId="1668843990" sldId="360"/>
        </pc:sldMkLst>
        <pc:spChg chg="mod">
          <ac:chgData name="sales@rhizome01.onmicrosoft.com" userId="c35045ed-c185-45de-8f58-be20a28877d8" providerId="ADAL" clId="{034C929F-50EC-4052-8F50-398F27893DAE}" dt="2020-12-01T08:39:38.686" v="2" actId="5793"/>
          <ac:spMkLst>
            <pc:docMk/>
            <pc:sldMk cId="1668843990" sldId="360"/>
            <ac:spMk id="9" creationId="{A4832727-EA7F-44D6-A9F2-E4AE0246960A}"/>
          </ac:spMkLst>
        </pc:spChg>
      </pc:sldChg>
    </pc:docChg>
  </pc:docChgLst>
  <pc:docChgLst>
    <pc:chgData name="営業サーバ" userId="c35045ed-c185-45de-8f58-be20a28877d8" providerId="ADAL" clId="{5DB8EBF4-A434-454A-9E1C-AC6F9E626A24}"/>
    <pc:docChg chg="modSld">
      <pc:chgData name="営業サーバ" userId="c35045ed-c185-45de-8f58-be20a28877d8" providerId="ADAL" clId="{5DB8EBF4-A434-454A-9E1C-AC6F9E626A24}" dt="2023-04-17T03:33:23.816" v="1" actId="1035"/>
      <pc:docMkLst>
        <pc:docMk/>
      </pc:docMkLst>
      <pc:sldChg chg="modSp mod">
        <pc:chgData name="営業サーバ" userId="c35045ed-c185-45de-8f58-be20a28877d8" providerId="ADAL" clId="{5DB8EBF4-A434-454A-9E1C-AC6F9E626A24}" dt="2023-04-17T03:33:23.816" v="1" actId="1035"/>
        <pc:sldMkLst>
          <pc:docMk/>
          <pc:sldMk cId="382950322" sldId="393"/>
        </pc:sldMkLst>
        <pc:spChg chg="mod">
          <ac:chgData name="営業サーバ" userId="c35045ed-c185-45de-8f58-be20a28877d8" providerId="ADAL" clId="{5DB8EBF4-A434-454A-9E1C-AC6F9E626A24}" dt="2023-04-17T03:33:23.816" v="1" actId="1035"/>
          <ac:spMkLst>
            <pc:docMk/>
            <pc:sldMk cId="382950322" sldId="393"/>
            <ac:spMk id="5" creationId="{C9C8E9F4-AF70-441B-831D-54B0A0147661}"/>
          </ac:spMkLst>
        </pc:spChg>
      </pc:sldChg>
    </pc:docChg>
  </pc:docChgLst>
  <pc:docChgLst>
    <pc:chgData name="営業サーバ" userId="c35045ed-c185-45de-8f58-be20a28877d8" providerId="ADAL" clId="{034C929F-50EC-4052-8F50-398F27893DAE}"/>
    <pc:docChg chg="modSld">
      <pc:chgData name="営業サーバ" userId="c35045ed-c185-45de-8f58-be20a28877d8" providerId="ADAL" clId="{034C929F-50EC-4052-8F50-398F27893DAE}" dt="2020-11-26T07:12:51.982" v="0"/>
      <pc:docMkLst>
        <pc:docMk/>
      </pc:docMkLst>
      <pc:sldChg chg="modSp mod">
        <pc:chgData name="営業サーバ" userId="c35045ed-c185-45de-8f58-be20a28877d8" providerId="ADAL" clId="{034C929F-50EC-4052-8F50-398F27893DAE}" dt="2020-11-26T07:12:51.982" v="0"/>
        <pc:sldMkLst>
          <pc:docMk/>
          <pc:sldMk cId="0" sldId="256"/>
        </pc:sldMkLst>
        <pc:spChg chg="mod">
          <ac:chgData name="営業サーバ" userId="c35045ed-c185-45de-8f58-be20a28877d8" providerId="ADAL" clId="{034C929F-50EC-4052-8F50-398F27893DAE}" dt="2020-11-26T07:12:51.982" v="0"/>
          <ac:spMkLst>
            <pc:docMk/>
            <pc:sldMk cId="0" sldId="256"/>
            <ac:spMk id="56" creationId="{00000000-0000-0000-0000-000000000000}"/>
          </ac:spMkLst>
        </pc:spChg>
      </pc:sldChg>
    </pc:docChg>
  </pc:docChgLst>
  <pc:docChgLst>
    <pc:chgData name="鈴木 秀規" userId="f68c5fd9-22d5-4c0a-9833-7fb0f5135313" providerId="ADAL" clId="{E98ED17A-7109-B540-9D8D-B21534B0C6CC}"/>
    <pc:docChg chg="undo redo custSel addSld delSld modSld sldOrd">
      <pc:chgData name="鈴木 秀規" userId="f68c5fd9-22d5-4c0a-9833-7fb0f5135313" providerId="ADAL" clId="{E98ED17A-7109-B540-9D8D-B21534B0C6CC}" dt="2020-12-03T01:25:32.355" v="4574" actId="20577"/>
      <pc:docMkLst>
        <pc:docMk/>
      </pc:docMkLst>
      <pc:sldChg chg="modSp mod">
        <pc:chgData name="鈴木 秀規" userId="f68c5fd9-22d5-4c0a-9833-7fb0f5135313" providerId="ADAL" clId="{E98ED17A-7109-B540-9D8D-B21534B0C6CC}" dt="2020-12-03T00:41:04.785" v="2001" actId="207"/>
        <pc:sldMkLst>
          <pc:docMk/>
          <pc:sldMk cId="1668843990" sldId="360"/>
        </pc:sldMkLst>
        <pc:spChg chg="mod">
          <ac:chgData name="鈴木 秀規" userId="f68c5fd9-22d5-4c0a-9833-7fb0f5135313" providerId="ADAL" clId="{E98ED17A-7109-B540-9D8D-B21534B0C6CC}" dt="2020-12-03T00:41:04.785" v="2001" actId="207"/>
          <ac:spMkLst>
            <pc:docMk/>
            <pc:sldMk cId="1668843990" sldId="360"/>
            <ac:spMk id="9" creationId="{A4832727-EA7F-44D6-A9F2-E4AE0246960A}"/>
          </ac:spMkLst>
        </pc:spChg>
      </pc:sldChg>
      <pc:sldChg chg="modSp mod">
        <pc:chgData name="鈴木 秀規" userId="f68c5fd9-22d5-4c0a-9833-7fb0f5135313" providerId="ADAL" clId="{E98ED17A-7109-B540-9D8D-B21534B0C6CC}" dt="2020-12-03T00:40:51.829" v="1985" actId="207"/>
        <pc:sldMkLst>
          <pc:docMk/>
          <pc:sldMk cId="267129399" sldId="361"/>
        </pc:sldMkLst>
        <pc:spChg chg="mod">
          <ac:chgData name="鈴木 秀規" userId="f68c5fd9-22d5-4c0a-9833-7fb0f5135313" providerId="ADAL" clId="{E98ED17A-7109-B540-9D8D-B21534B0C6CC}" dt="2020-12-03T00:40:51.829" v="1985" actId="207"/>
          <ac:spMkLst>
            <pc:docMk/>
            <pc:sldMk cId="267129399" sldId="361"/>
            <ac:spMk id="6" creationId="{D0F3BEAC-A5EA-4EE4-95C7-0AEC1107FD29}"/>
          </ac:spMkLst>
        </pc:spChg>
      </pc:sldChg>
      <pc:sldChg chg="modSp mod">
        <pc:chgData name="鈴木 秀規" userId="f68c5fd9-22d5-4c0a-9833-7fb0f5135313" providerId="ADAL" clId="{E98ED17A-7109-B540-9D8D-B21534B0C6CC}" dt="2020-12-03T00:09:50.546" v="69" actId="13926"/>
        <pc:sldMkLst>
          <pc:docMk/>
          <pc:sldMk cId="2503862587" sldId="362"/>
        </pc:sldMkLst>
        <pc:graphicFrameChg chg="modGraphic">
          <ac:chgData name="鈴木 秀規" userId="f68c5fd9-22d5-4c0a-9833-7fb0f5135313" providerId="ADAL" clId="{E98ED17A-7109-B540-9D8D-B21534B0C6CC}" dt="2020-12-03T00:09:50.546" v="69" actId="13926"/>
          <ac:graphicFrameMkLst>
            <pc:docMk/>
            <pc:sldMk cId="2503862587" sldId="362"/>
            <ac:graphicFrameMk id="7" creationId="{4A74ACCC-FCC6-6B42-8E3E-348AE8E67A5C}"/>
          </ac:graphicFrameMkLst>
        </pc:graphicFrameChg>
      </pc:sldChg>
      <pc:sldChg chg="modSp mod">
        <pc:chgData name="鈴木 秀規" userId="f68c5fd9-22d5-4c0a-9833-7fb0f5135313" providerId="ADAL" clId="{E98ED17A-7109-B540-9D8D-B21534B0C6CC}" dt="2020-12-03T00:11:54.831" v="266" actId="20577"/>
        <pc:sldMkLst>
          <pc:docMk/>
          <pc:sldMk cId="1431651866" sldId="368"/>
        </pc:sldMkLst>
        <pc:spChg chg="mod">
          <ac:chgData name="鈴木 秀規" userId="f68c5fd9-22d5-4c0a-9833-7fb0f5135313" providerId="ADAL" clId="{E98ED17A-7109-B540-9D8D-B21534B0C6CC}" dt="2020-12-03T00:05:53.907" v="27" actId="20577"/>
          <ac:spMkLst>
            <pc:docMk/>
            <pc:sldMk cId="1431651866" sldId="368"/>
            <ac:spMk id="3" creationId="{570D767C-529D-1D4C-9BD6-2E3AAE679914}"/>
          </ac:spMkLst>
        </pc:spChg>
        <pc:graphicFrameChg chg="mod modGraphic">
          <ac:chgData name="鈴木 秀規" userId="f68c5fd9-22d5-4c0a-9833-7fb0f5135313" providerId="ADAL" clId="{E98ED17A-7109-B540-9D8D-B21534B0C6CC}" dt="2020-12-03T00:11:54.831" v="266" actId="20577"/>
          <ac:graphicFrameMkLst>
            <pc:docMk/>
            <pc:sldMk cId="1431651866" sldId="368"/>
            <ac:graphicFrameMk id="6" creationId="{A5C776C1-5736-6E41-AFE0-D7FC9EBFA87B}"/>
          </ac:graphicFrameMkLst>
        </pc:graphicFrameChg>
      </pc:sldChg>
      <pc:sldChg chg="addSp delSp modSp new mod modClrScheme chgLayout">
        <pc:chgData name="鈴木 秀規" userId="f68c5fd9-22d5-4c0a-9833-7fb0f5135313" providerId="ADAL" clId="{E98ED17A-7109-B540-9D8D-B21534B0C6CC}" dt="2020-12-03T00:30:58.436" v="1852" actId="113"/>
        <pc:sldMkLst>
          <pc:docMk/>
          <pc:sldMk cId="3018498330" sldId="369"/>
        </pc:sldMkLst>
        <pc:spChg chg="mod ord">
          <ac:chgData name="鈴木 秀規" userId="f68c5fd9-22d5-4c0a-9833-7fb0f5135313" providerId="ADAL" clId="{E98ED17A-7109-B540-9D8D-B21534B0C6CC}" dt="2020-12-03T00:15:50.957" v="308" actId="700"/>
          <ac:spMkLst>
            <pc:docMk/>
            <pc:sldMk cId="3018498330" sldId="369"/>
            <ac:spMk id="2" creationId="{66EC7532-098F-E543-A5F5-DCE2A43E7B47}"/>
          </ac:spMkLst>
        </pc:spChg>
        <pc:spChg chg="mod ord">
          <ac:chgData name="鈴木 秀規" userId="f68c5fd9-22d5-4c0a-9833-7fb0f5135313" providerId="ADAL" clId="{E98ED17A-7109-B540-9D8D-B21534B0C6CC}" dt="2020-12-03T00:22:38.430" v="839" actId="20577"/>
          <ac:spMkLst>
            <pc:docMk/>
            <pc:sldMk cId="3018498330" sldId="369"/>
            <ac:spMk id="3" creationId="{F1C6C295-7820-0949-875F-EAF056230447}"/>
          </ac:spMkLst>
        </pc:spChg>
        <pc:spChg chg="mod ord">
          <ac:chgData name="鈴木 秀規" userId="f68c5fd9-22d5-4c0a-9833-7fb0f5135313" providerId="ADAL" clId="{E98ED17A-7109-B540-9D8D-B21534B0C6CC}" dt="2020-12-03T00:15:50.957" v="308" actId="700"/>
          <ac:spMkLst>
            <pc:docMk/>
            <pc:sldMk cId="3018498330" sldId="369"/>
            <ac:spMk id="4" creationId="{0B3C1CED-6132-7648-873E-BC90BCD14454}"/>
          </ac:spMkLst>
        </pc:spChg>
        <pc:spChg chg="add mod ord">
          <ac:chgData name="鈴木 秀規" userId="f68c5fd9-22d5-4c0a-9833-7fb0f5135313" providerId="ADAL" clId="{E98ED17A-7109-B540-9D8D-B21534B0C6CC}" dt="2020-12-03T00:30:58.436" v="1852" actId="113"/>
          <ac:spMkLst>
            <pc:docMk/>
            <pc:sldMk cId="3018498330" sldId="369"/>
            <ac:spMk id="5" creationId="{6B35BADF-F225-2348-897F-AF9752777AC5}"/>
          </ac:spMkLst>
        </pc:spChg>
        <pc:spChg chg="mod">
          <ac:chgData name="鈴木 秀規" userId="f68c5fd9-22d5-4c0a-9833-7fb0f5135313" providerId="ADAL" clId="{E98ED17A-7109-B540-9D8D-B21534B0C6CC}" dt="2020-12-03T00:25:13.532" v="1197"/>
          <ac:spMkLst>
            <pc:docMk/>
            <pc:sldMk cId="3018498330" sldId="369"/>
            <ac:spMk id="7" creationId="{7389CFBE-CBA4-3044-8F7A-0832B95E2F69}"/>
          </ac:spMkLst>
        </pc:spChg>
        <pc:spChg chg="mod">
          <ac:chgData name="鈴木 秀規" userId="f68c5fd9-22d5-4c0a-9833-7fb0f5135313" providerId="ADAL" clId="{E98ED17A-7109-B540-9D8D-B21534B0C6CC}" dt="2020-12-03T00:25:13.532" v="1197"/>
          <ac:spMkLst>
            <pc:docMk/>
            <pc:sldMk cId="3018498330" sldId="369"/>
            <ac:spMk id="8" creationId="{2F0CFBA7-C5CD-2441-813A-37125FC4817F}"/>
          </ac:spMkLst>
        </pc:spChg>
        <pc:spChg chg="add del mod">
          <ac:chgData name="鈴木 秀規" userId="f68c5fd9-22d5-4c0a-9833-7fb0f5135313" providerId="ADAL" clId="{E98ED17A-7109-B540-9D8D-B21534B0C6CC}" dt="2020-12-03T00:25:21.474" v="1200" actId="478"/>
          <ac:spMkLst>
            <pc:docMk/>
            <pc:sldMk cId="3018498330" sldId="369"/>
            <ac:spMk id="9" creationId="{3E884ED8-CB61-D543-B6E2-843DFC8389FB}"/>
          </ac:spMkLst>
        </pc:spChg>
        <pc:spChg chg="add del mod">
          <ac:chgData name="鈴木 秀規" userId="f68c5fd9-22d5-4c0a-9833-7fb0f5135313" providerId="ADAL" clId="{E98ED17A-7109-B540-9D8D-B21534B0C6CC}" dt="2020-12-03T00:26:04.588" v="1224" actId="478"/>
          <ac:spMkLst>
            <pc:docMk/>
            <pc:sldMk cId="3018498330" sldId="369"/>
            <ac:spMk id="10" creationId="{A7FAB5BB-1B58-CB4E-AE9C-8EA9B9D7FA24}"/>
          </ac:spMkLst>
        </pc:spChg>
        <pc:spChg chg="add mod">
          <ac:chgData name="鈴木 秀規" userId="f68c5fd9-22d5-4c0a-9833-7fb0f5135313" providerId="ADAL" clId="{E98ED17A-7109-B540-9D8D-B21534B0C6CC}" dt="2020-12-03T00:28:30.002" v="1621" actId="20577"/>
          <ac:spMkLst>
            <pc:docMk/>
            <pc:sldMk cId="3018498330" sldId="369"/>
            <ac:spMk id="11" creationId="{B4286CF0-DD30-344B-A450-767F0006A1A9}"/>
          </ac:spMkLst>
        </pc:spChg>
        <pc:grpChg chg="add mod">
          <ac:chgData name="鈴木 秀規" userId="f68c5fd9-22d5-4c0a-9833-7fb0f5135313" providerId="ADAL" clId="{E98ED17A-7109-B540-9D8D-B21534B0C6CC}" dt="2020-12-03T00:25:13.532" v="1197"/>
          <ac:grpSpMkLst>
            <pc:docMk/>
            <pc:sldMk cId="3018498330" sldId="369"/>
            <ac:grpSpMk id="6" creationId="{DE734515-ACC6-2E42-9D2E-E4E038D8D99A}"/>
          </ac:grpSpMkLst>
        </pc:grpChg>
      </pc:sldChg>
      <pc:sldChg chg="modSp new del mod">
        <pc:chgData name="鈴木 秀規" userId="f68c5fd9-22d5-4c0a-9833-7fb0f5135313" providerId="ADAL" clId="{E98ED17A-7109-B540-9D8D-B21534B0C6CC}" dt="2020-12-03T00:19:32.708" v="624" actId="2696"/>
        <pc:sldMkLst>
          <pc:docMk/>
          <pc:sldMk cId="2598863501" sldId="370"/>
        </pc:sldMkLst>
        <pc:spChg chg="mod">
          <ac:chgData name="鈴木 秀規" userId="f68c5fd9-22d5-4c0a-9833-7fb0f5135313" providerId="ADAL" clId="{E98ED17A-7109-B540-9D8D-B21534B0C6CC}" dt="2020-12-03T00:19:29.498" v="623" actId="20577"/>
          <ac:spMkLst>
            <pc:docMk/>
            <pc:sldMk cId="2598863501" sldId="370"/>
            <ac:spMk id="3" creationId="{EF268E63-F4E2-A445-97FA-CF579BA4774C}"/>
          </ac:spMkLst>
        </pc:spChg>
      </pc:sldChg>
      <pc:sldChg chg="modSp new mod ord">
        <pc:chgData name="鈴木 秀規" userId="f68c5fd9-22d5-4c0a-9833-7fb0f5135313" providerId="ADAL" clId="{E98ED17A-7109-B540-9D8D-B21534B0C6CC}" dt="2020-12-03T00:41:58.575" v="2005" actId="20578"/>
        <pc:sldMkLst>
          <pc:docMk/>
          <pc:sldMk cId="3805279594" sldId="370"/>
        </pc:sldMkLst>
        <pc:spChg chg="mod">
          <ac:chgData name="鈴木 秀規" userId="f68c5fd9-22d5-4c0a-9833-7fb0f5135313" providerId="ADAL" clId="{E98ED17A-7109-B540-9D8D-B21534B0C6CC}" dt="2020-12-03T00:38:59.922" v="1891" actId="20577"/>
          <ac:spMkLst>
            <pc:docMk/>
            <pc:sldMk cId="3805279594" sldId="370"/>
            <ac:spMk id="3" creationId="{9CB86EFC-2A3F-214C-A2A0-00EB1AC0E3F3}"/>
          </ac:spMkLst>
        </pc:spChg>
        <pc:spChg chg="mod">
          <ac:chgData name="鈴木 秀規" userId="f68c5fd9-22d5-4c0a-9833-7fb0f5135313" providerId="ADAL" clId="{E98ED17A-7109-B540-9D8D-B21534B0C6CC}" dt="2020-12-03T00:40:00.384" v="1967" actId="20577"/>
          <ac:spMkLst>
            <pc:docMk/>
            <pc:sldMk cId="3805279594" sldId="370"/>
            <ac:spMk id="5" creationId="{D9D24A15-605C-D342-9DF6-15A80C8E63C7}"/>
          </ac:spMkLst>
        </pc:spChg>
      </pc:sldChg>
      <pc:sldChg chg="modSp new mod">
        <pc:chgData name="鈴木 秀規" userId="f68c5fd9-22d5-4c0a-9833-7fb0f5135313" providerId="ADAL" clId="{E98ED17A-7109-B540-9D8D-B21534B0C6CC}" dt="2020-12-03T01:25:32.355" v="4574" actId="20577"/>
        <pc:sldMkLst>
          <pc:docMk/>
          <pc:sldMk cId="2800751255" sldId="371"/>
        </pc:sldMkLst>
        <pc:spChg chg="mod">
          <ac:chgData name="鈴木 秀規" userId="f68c5fd9-22d5-4c0a-9833-7fb0f5135313" providerId="ADAL" clId="{E98ED17A-7109-B540-9D8D-B21534B0C6CC}" dt="2020-12-03T01:24:23.480" v="4457" actId="20577"/>
          <ac:spMkLst>
            <pc:docMk/>
            <pc:sldMk cId="2800751255" sldId="371"/>
            <ac:spMk id="3" creationId="{86AF2C75-7C50-5545-B86A-AB0C1071AFF0}"/>
          </ac:spMkLst>
        </pc:spChg>
        <pc:spChg chg="mod">
          <ac:chgData name="鈴木 秀規" userId="f68c5fd9-22d5-4c0a-9833-7fb0f5135313" providerId="ADAL" clId="{E98ED17A-7109-B540-9D8D-B21534B0C6CC}" dt="2020-12-03T01:25:32.355" v="4574" actId="20577"/>
          <ac:spMkLst>
            <pc:docMk/>
            <pc:sldMk cId="2800751255" sldId="371"/>
            <ac:spMk id="5" creationId="{199D3E35-553D-E34C-ABB7-3B8D9DB70C07}"/>
          </ac:spMkLst>
        </pc:spChg>
      </pc:sldChg>
      <pc:sldChg chg="modSp add del mod">
        <pc:chgData name="鈴木 秀規" userId="f68c5fd9-22d5-4c0a-9833-7fb0f5135313" providerId="ADAL" clId="{E98ED17A-7109-B540-9D8D-B21534B0C6CC}" dt="2020-12-03T01:23:47.866" v="4441" actId="2696"/>
        <pc:sldMkLst>
          <pc:docMk/>
          <pc:sldMk cId="2920690313" sldId="371"/>
        </pc:sldMkLst>
        <pc:spChg chg="mod">
          <ac:chgData name="鈴木 秀規" userId="f68c5fd9-22d5-4c0a-9833-7fb0f5135313" providerId="ADAL" clId="{E98ED17A-7109-B540-9D8D-B21534B0C6CC}" dt="2020-12-03T00:42:25.265" v="2063" actId="20577"/>
          <ac:spMkLst>
            <pc:docMk/>
            <pc:sldMk cId="2920690313" sldId="371"/>
            <ac:spMk id="3" creationId="{F1C6C295-7820-0949-875F-EAF056230447}"/>
          </ac:spMkLst>
        </pc:spChg>
        <pc:spChg chg="mod">
          <ac:chgData name="鈴木 秀規" userId="f68c5fd9-22d5-4c0a-9833-7fb0f5135313" providerId="ADAL" clId="{E98ED17A-7109-B540-9D8D-B21534B0C6CC}" dt="2020-12-03T01:02:23.598" v="3980" actId="20577"/>
          <ac:spMkLst>
            <pc:docMk/>
            <pc:sldMk cId="2920690313" sldId="371"/>
            <ac:spMk id="5" creationId="{6B35BADF-F225-2348-897F-AF9752777AC5}"/>
          </ac:spMkLst>
        </pc:spChg>
        <pc:spChg chg="mod">
          <ac:chgData name="鈴木 秀規" userId="f68c5fd9-22d5-4c0a-9833-7fb0f5135313" providerId="ADAL" clId="{E98ED17A-7109-B540-9D8D-B21534B0C6CC}" dt="2020-12-03T00:46:58.847" v="2499" actId="20577"/>
          <ac:spMkLst>
            <pc:docMk/>
            <pc:sldMk cId="2920690313" sldId="371"/>
            <ac:spMk id="11" creationId="{B4286CF0-DD30-344B-A450-767F0006A1A9}"/>
          </ac:spMkLst>
        </pc:spChg>
      </pc:sldChg>
      <pc:sldChg chg="new del">
        <pc:chgData name="鈴木 秀規" userId="f68c5fd9-22d5-4c0a-9833-7fb0f5135313" providerId="ADAL" clId="{E98ED17A-7109-B540-9D8D-B21534B0C6CC}" dt="2020-12-03T00:41:47.526" v="2003" actId="2696"/>
        <pc:sldMkLst>
          <pc:docMk/>
          <pc:sldMk cId="4021239412" sldId="371"/>
        </pc:sldMkLst>
      </pc:sldChg>
      <pc:sldChg chg="addSp delSp modSp new del mod modClrScheme chgLayout">
        <pc:chgData name="鈴木 秀規" userId="f68c5fd9-22d5-4c0a-9833-7fb0f5135313" providerId="ADAL" clId="{E98ED17A-7109-B540-9D8D-B21534B0C6CC}" dt="2020-12-03T01:23:47.866" v="4441" actId="2696"/>
        <pc:sldMkLst>
          <pc:docMk/>
          <pc:sldMk cId="1635587013" sldId="372"/>
        </pc:sldMkLst>
        <pc:spChg chg="mod ord">
          <ac:chgData name="鈴木 秀規" userId="f68c5fd9-22d5-4c0a-9833-7fb0f5135313" providerId="ADAL" clId="{E98ED17A-7109-B540-9D8D-B21534B0C6CC}" dt="2020-12-03T01:00:58.087" v="3892" actId="700"/>
          <ac:spMkLst>
            <pc:docMk/>
            <pc:sldMk cId="1635587013" sldId="372"/>
            <ac:spMk id="2" creationId="{5078F227-8528-3540-AF9F-E4C525D46E51}"/>
          </ac:spMkLst>
        </pc:spChg>
        <pc:spChg chg="mod ord">
          <ac:chgData name="鈴木 秀規" userId="f68c5fd9-22d5-4c0a-9833-7fb0f5135313" providerId="ADAL" clId="{E98ED17A-7109-B540-9D8D-B21534B0C6CC}" dt="2020-12-03T01:02:16.565" v="3974" actId="20577"/>
          <ac:spMkLst>
            <pc:docMk/>
            <pc:sldMk cId="1635587013" sldId="372"/>
            <ac:spMk id="3" creationId="{38B5B614-E92D-C34C-B48C-B49809F551F5}"/>
          </ac:spMkLst>
        </pc:spChg>
        <pc:spChg chg="mod ord">
          <ac:chgData name="鈴木 秀規" userId="f68c5fd9-22d5-4c0a-9833-7fb0f5135313" providerId="ADAL" clId="{E98ED17A-7109-B540-9D8D-B21534B0C6CC}" dt="2020-12-03T01:00:58.087" v="3892" actId="700"/>
          <ac:spMkLst>
            <pc:docMk/>
            <pc:sldMk cId="1635587013" sldId="372"/>
            <ac:spMk id="4" creationId="{7E6ABC7F-1D7C-2643-A2E5-FD593C087B97}"/>
          </ac:spMkLst>
        </pc:spChg>
        <pc:spChg chg="del">
          <ac:chgData name="鈴木 秀規" userId="f68c5fd9-22d5-4c0a-9833-7fb0f5135313" providerId="ADAL" clId="{E98ED17A-7109-B540-9D8D-B21534B0C6CC}" dt="2020-12-03T01:00:55.215" v="3891" actId="700"/>
          <ac:spMkLst>
            <pc:docMk/>
            <pc:sldMk cId="1635587013" sldId="372"/>
            <ac:spMk id="5" creationId="{C84F0EC1-BEE9-1240-B931-66A4575EE533}"/>
          </ac:spMkLst>
        </pc:spChg>
        <pc:spChg chg="add mod ord">
          <ac:chgData name="鈴木 秀規" userId="f68c5fd9-22d5-4c0a-9833-7fb0f5135313" providerId="ADAL" clId="{E98ED17A-7109-B540-9D8D-B21534B0C6CC}" dt="2020-12-03T01:11:38.290" v="4283" actId="113"/>
          <ac:spMkLst>
            <pc:docMk/>
            <pc:sldMk cId="1635587013" sldId="372"/>
            <ac:spMk id="6" creationId="{7A317AAC-7FA8-7044-8617-53BFC58410B7}"/>
          </ac:spMkLst>
        </pc:spChg>
        <pc:spChg chg="add del mod">
          <ac:chgData name="鈴木 秀規" userId="f68c5fd9-22d5-4c0a-9833-7fb0f5135313" providerId="ADAL" clId="{E98ED17A-7109-B540-9D8D-B21534B0C6CC}" dt="2020-12-03T01:01:07.927" v="3894"/>
          <ac:spMkLst>
            <pc:docMk/>
            <pc:sldMk cId="1635587013" sldId="372"/>
            <ac:spMk id="7" creationId="{2D1E7911-94F1-9A43-976E-12D1608396B0}"/>
          </ac:spMkLst>
        </pc:spChg>
        <pc:spChg chg="add mod">
          <ac:chgData name="鈴木 秀規" userId="f68c5fd9-22d5-4c0a-9833-7fb0f5135313" providerId="ADAL" clId="{E98ED17A-7109-B540-9D8D-B21534B0C6CC}" dt="2020-12-03T01:11:19.402" v="4281" actId="14100"/>
          <ac:spMkLst>
            <pc:docMk/>
            <pc:sldMk cId="1635587013" sldId="372"/>
            <ac:spMk id="11" creationId="{88D872CC-356E-AF48-AA16-FAA6E94AAA63}"/>
          </ac:spMkLst>
        </pc:spChg>
        <pc:picChg chg="add mod">
          <ac:chgData name="鈴木 秀規" userId="f68c5fd9-22d5-4c0a-9833-7fb0f5135313" providerId="ADAL" clId="{E98ED17A-7109-B540-9D8D-B21534B0C6CC}" dt="2020-12-03T01:11:09.469" v="4278" actId="14100"/>
          <ac:picMkLst>
            <pc:docMk/>
            <pc:sldMk cId="1635587013" sldId="372"/>
            <ac:picMk id="9" creationId="{D02AEF55-75BE-9A46-B250-FC3DC2E377DE}"/>
          </ac:picMkLst>
        </pc:picChg>
        <pc:picChg chg="add del mod">
          <ac:chgData name="鈴木 秀規" userId="f68c5fd9-22d5-4c0a-9833-7fb0f5135313" providerId="ADAL" clId="{E98ED17A-7109-B540-9D8D-B21534B0C6CC}" dt="2020-12-03T01:09:31.274" v="4256" actId="478"/>
          <ac:picMkLst>
            <pc:docMk/>
            <pc:sldMk cId="1635587013" sldId="372"/>
            <ac:picMk id="13" creationId="{181B2E39-FB46-D84F-BDF6-092FF822422D}"/>
          </ac:picMkLst>
        </pc:picChg>
        <pc:picChg chg="add mod">
          <ac:chgData name="鈴木 秀規" userId="f68c5fd9-22d5-4c0a-9833-7fb0f5135313" providerId="ADAL" clId="{E98ED17A-7109-B540-9D8D-B21534B0C6CC}" dt="2020-12-03T01:11:22.332" v="4282" actId="1076"/>
          <ac:picMkLst>
            <pc:docMk/>
            <pc:sldMk cId="1635587013" sldId="372"/>
            <ac:picMk id="15" creationId="{4374EA10-B603-D54A-93C0-72956B90F74B}"/>
          </ac:picMkLst>
        </pc:picChg>
        <pc:inkChg chg="add del">
          <ac:chgData name="鈴木 秀規" userId="f68c5fd9-22d5-4c0a-9833-7fb0f5135313" providerId="ADAL" clId="{E98ED17A-7109-B540-9D8D-B21534B0C6CC}" dt="2020-12-03T01:07:32.252" v="4214" actId="9405"/>
          <ac:inkMkLst>
            <pc:docMk/>
            <pc:sldMk cId="1635587013" sldId="372"/>
            <ac:inkMk id="10" creationId="{52E244E1-A625-FC4A-B3CE-A5C917494B56}"/>
          </ac:inkMkLst>
        </pc:inkChg>
      </pc:sldChg>
      <pc:sldChg chg="addSp delSp modSp add del mod">
        <pc:chgData name="鈴木 秀規" userId="f68c5fd9-22d5-4c0a-9833-7fb0f5135313" providerId="ADAL" clId="{E98ED17A-7109-B540-9D8D-B21534B0C6CC}" dt="2020-12-03T01:23:47.866" v="4441" actId="2696"/>
        <pc:sldMkLst>
          <pc:docMk/>
          <pc:sldMk cId="615592541" sldId="373"/>
        </pc:sldMkLst>
        <pc:spChg chg="mod">
          <ac:chgData name="鈴木 秀規" userId="f68c5fd9-22d5-4c0a-9833-7fb0f5135313" providerId="ADAL" clId="{E98ED17A-7109-B540-9D8D-B21534B0C6CC}" dt="2020-12-03T01:12:33.393" v="4394" actId="20577"/>
          <ac:spMkLst>
            <pc:docMk/>
            <pc:sldMk cId="615592541" sldId="373"/>
            <ac:spMk id="6" creationId="{7A317AAC-7FA8-7044-8617-53BFC58410B7}"/>
          </ac:spMkLst>
        </pc:spChg>
        <pc:spChg chg="del">
          <ac:chgData name="鈴木 秀規" userId="f68c5fd9-22d5-4c0a-9833-7fb0f5135313" providerId="ADAL" clId="{E98ED17A-7109-B540-9D8D-B21534B0C6CC}" dt="2020-12-03T01:12:36.799" v="4395" actId="478"/>
          <ac:spMkLst>
            <pc:docMk/>
            <pc:sldMk cId="615592541" sldId="373"/>
            <ac:spMk id="11" creationId="{88D872CC-356E-AF48-AA16-FAA6E94AAA63}"/>
          </ac:spMkLst>
        </pc:spChg>
        <pc:grpChg chg="del mod">
          <ac:chgData name="鈴木 秀規" userId="f68c5fd9-22d5-4c0a-9833-7fb0f5135313" providerId="ADAL" clId="{E98ED17A-7109-B540-9D8D-B21534B0C6CC}" dt="2020-12-03T01:12:56.873" v="4408"/>
          <ac:grpSpMkLst>
            <pc:docMk/>
            <pc:sldMk cId="615592541" sldId="373"/>
            <ac:grpSpMk id="14" creationId="{8551A2E1-818D-7146-B07E-DF10303D9250}"/>
          </ac:grpSpMkLst>
        </pc:grpChg>
        <pc:grpChg chg="del mod">
          <ac:chgData name="鈴木 秀規" userId="f68c5fd9-22d5-4c0a-9833-7fb0f5135313" providerId="ADAL" clId="{E98ED17A-7109-B540-9D8D-B21534B0C6CC}" dt="2020-12-03T01:13:00.256" v="4414"/>
          <ac:grpSpMkLst>
            <pc:docMk/>
            <pc:sldMk cId="615592541" sldId="373"/>
            <ac:grpSpMk id="21" creationId="{1A19AE5A-D3A5-1B43-8537-FD9C98B59252}"/>
          </ac:grpSpMkLst>
        </pc:grpChg>
        <pc:grpChg chg="del mod">
          <ac:chgData name="鈴木 秀規" userId="f68c5fd9-22d5-4c0a-9833-7fb0f5135313" providerId="ADAL" clId="{E98ED17A-7109-B540-9D8D-B21534B0C6CC}" dt="2020-12-03T01:13:00.256" v="4414"/>
          <ac:grpSpMkLst>
            <pc:docMk/>
            <pc:sldMk cId="615592541" sldId="373"/>
            <ac:grpSpMk id="25" creationId="{4F9FE873-6A52-FD4C-9258-CA185F43F37E}"/>
          </ac:grpSpMkLst>
        </pc:grpChg>
        <pc:grpChg chg="mod">
          <ac:chgData name="鈴木 秀規" userId="f68c5fd9-22d5-4c0a-9833-7fb0f5135313" providerId="ADAL" clId="{E98ED17A-7109-B540-9D8D-B21534B0C6CC}" dt="2020-12-03T01:13:00.256" v="4414"/>
          <ac:grpSpMkLst>
            <pc:docMk/>
            <pc:sldMk cId="615592541" sldId="373"/>
            <ac:grpSpMk id="27" creationId="{D272DCE0-9EB4-9E40-9E1F-B34593E59CE7}"/>
          </ac:grpSpMkLst>
        </pc:grpChg>
        <pc:grpChg chg="mod">
          <ac:chgData name="鈴木 秀規" userId="f68c5fd9-22d5-4c0a-9833-7fb0f5135313" providerId="ADAL" clId="{E98ED17A-7109-B540-9D8D-B21534B0C6CC}" dt="2020-12-03T01:13:04.351" v="4419"/>
          <ac:grpSpMkLst>
            <pc:docMk/>
            <pc:sldMk cId="615592541" sldId="373"/>
            <ac:grpSpMk id="32" creationId="{FF31E88D-1A46-5542-82FA-9B7E260065D7}"/>
          </ac:grpSpMkLst>
        </pc:grpChg>
        <pc:grpChg chg="del mod">
          <ac:chgData name="鈴木 秀規" userId="f68c5fd9-22d5-4c0a-9833-7fb0f5135313" providerId="ADAL" clId="{E98ED17A-7109-B540-9D8D-B21534B0C6CC}" dt="2020-12-03T01:13:15.987" v="4431"/>
          <ac:grpSpMkLst>
            <pc:docMk/>
            <pc:sldMk cId="615592541" sldId="373"/>
            <ac:grpSpMk id="35" creationId="{839705A0-C752-514B-B68E-4DB44DC8A134}"/>
          </ac:grpSpMkLst>
        </pc:grpChg>
        <pc:grpChg chg="del mod">
          <ac:chgData name="鈴木 秀規" userId="f68c5fd9-22d5-4c0a-9833-7fb0f5135313" providerId="ADAL" clId="{E98ED17A-7109-B540-9D8D-B21534B0C6CC}" dt="2020-12-03T01:13:22.530" v="4437"/>
          <ac:grpSpMkLst>
            <pc:docMk/>
            <pc:sldMk cId="615592541" sldId="373"/>
            <ac:grpSpMk id="44" creationId="{5930A674-1151-AE4E-9CAE-276FA17D766A}"/>
          </ac:grpSpMkLst>
        </pc:grpChg>
        <pc:grpChg chg="del mod">
          <ac:chgData name="鈴木 秀規" userId="f68c5fd9-22d5-4c0a-9833-7fb0f5135313" providerId="ADAL" clId="{E98ED17A-7109-B540-9D8D-B21534B0C6CC}" dt="2020-12-03T01:13:25.226" v="4440"/>
          <ac:grpSpMkLst>
            <pc:docMk/>
            <pc:sldMk cId="615592541" sldId="373"/>
            <ac:grpSpMk id="50" creationId="{C4183422-7E13-7C4C-B712-DE3E98AD633A}"/>
          </ac:grpSpMkLst>
        </pc:grpChg>
        <pc:grpChg chg="mod">
          <ac:chgData name="鈴木 秀規" userId="f68c5fd9-22d5-4c0a-9833-7fb0f5135313" providerId="ADAL" clId="{E98ED17A-7109-B540-9D8D-B21534B0C6CC}" dt="2020-12-03T01:13:22.530" v="4437"/>
          <ac:grpSpMkLst>
            <pc:docMk/>
            <pc:sldMk cId="615592541" sldId="373"/>
            <ac:grpSpMk id="51" creationId="{BADCCBE2-93D5-1B43-B588-3A3CFF852C58}"/>
          </ac:grpSpMkLst>
        </pc:grpChg>
        <pc:grpChg chg="mod">
          <ac:chgData name="鈴木 秀規" userId="f68c5fd9-22d5-4c0a-9833-7fb0f5135313" providerId="ADAL" clId="{E98ED17A-7109-B540-9D8D-B21534B0C6CC}" dt="2020-12-03T01:13:25.226" v="4440"/>
          <ac:grpSpMkLst>
            <pc:docMk/>
            <pc:sldMk cId="615592541" sldId="373"/>
            <ac:grpSpMk id="54" creationId="{EC51F5D5-9987-304C-81F2-23905D124D38}"/>
          </ac:grpSpMkLst>
        </pc:grpChg>
        <pc:picChg chg="del">
          <ac:chgData name="鈴木 秀規" userId="f68c5fd9-22d5-4c0a-9833-7fb0f5135313" providerId="ADAL" clId="{E98ED17A-7109-B540-9D8D-B21534B0C6CC}" dt="2020-12-03T01:12:36.799" v="4395" actId="478"/>
          <ac:picMkLst>
            <pc:docMk/>
            <pc:sldMk cId="615592541" sldId="373"/>
            <ac:picMk id="9" creationId="{D02AEF55-75BE-9A46-B250-FC3DC2E377DE}"/>
          </ac:picMkLst>
        </pc:picChg>
        <pc:picChg chg="del">
          <ac:chgData name="鈴木 秀規" userId="f68c5fd9-22d5-4c0a-9833-7fb0f5135313" providerId="ADAL" clId="{E98ED17A-7109-B540-9D8D-B21534B0C6CC}" dt="2020-12-03T01:12:36.799" v="4395" actId="478"/>
          <ac:picMkLst>
            <pc:docMk/>
            <pc:sldMk cId="615592541" sldId="373"/>
            <ac:picMk id="15" creationId="{4374EA10-B603-D54A-93C0-72956B90F74B}"/>
          </ac:picMkLst>
        </pc:picChg>
        <pc:inkChg chg="add">
          <ac:chgData name="鈴木 秀規" userId="f68c5fd9-22d5-4c0a-9833-7fb0f5135313" providerId="ADAL" clId="{E98ED17A-7109-B540-9D8D-B21534B0C6CC}" dt="2020-12-03T01:12:45.376" v="4396" actId="9405"/>
          <ac:inkMkLst>
            <pc:docMk/>
            <pc:sldMk cId="615592541" sldId="373"/>
            <ac:inkMk id="5" creationId="{0AAFCCC5-5E76-CA48-81D5-A4E539E4401A}"/>
          </ac:inkMkLst>
        </pc:inkChg>
        <pc:inkChg chg="add">
          <ac:chgData name="鈴木 秀規" userId="f68c5fd9-22d5-4c0a-9833-7fb0f5135313" providerId="ADAL" clId="{E98ED17A-7109-B540-9D8D-B21534B0C6CC}" dt="2020-12-03T01:12:46.255" v="4397" actId="9405"/>
          <ac:inkMkLst>
            <pc:docMk/>
            <pc:sldMk cId="615592541" sldId="373"/>
            <ac:inkMk id="7" creationId="{2D2B5447-4F6B-9C44-9888-8B103E237897}"/>
          </ac:inkMkLst>
        </pc:inkChg>
        <pc:inkChg chg="add">
          <ac:chgData name="鈴木 秀規" userId="f68c5fd9-22d5-4c0a-9833-7fb0f5135313" providerId="ADAL" clId="{E98ED17A-7109-B540-9D8D-B21534B0C6CC}" dt="2020-12-03T01:12:47.620" v="4398" actId="9405"/>
          <ac:inkMkLst>
            <pc:docMk/>
            <pc:sldMk cId="615592541" sldId="373"/>
            <ac:inkMk id="8" creationId="{32D62E2B-CE79-3B4C-B7D1-ECDA946FA396}"/>
          </ac:inkMkLst>
        </pc:inkChg>
        <pc:inkChg chg="add">
          <ac:chgData name="鈴木 秀規" userId="f68c5fd9-22d5-4c0a-9833-7fb0f5135313" providerId="ADAL" clId="{E98ED17A-7109-B540-9D8D-B21534B0C6CC}" dt="2020-12-03T01:12:48.478" v="4399" actId="9405"/>
          <ac:inkMkLst>
            <pc:docMk/>
            <pc:sldMk cId="615592541" sldId="373"/>
            <ac:inkMk id="10" creationId="{C38D747C-B1C5-7646-8912-EAF8AD9B05FB}"/>
          </ac:inkMkLst>
        </pc:inkChg>
        <pc:inkChg chg="add mod">
          <ac:chgData name="鈴木 秀規" userId="f68c5fd9-22d5-4c0a-9833-7fb0f5135313" providerId="ADAL" clId="{E98ED17A-7109-B540-9D8D-B21534B0C6CC}" dt="2020-12-03T01:13:00.256" v="4414"/>
          <ac:inkMkLst>
            <pc:docMk/>
            <pc:sldMk cId="615592541" sldId="373"/>
            <ac:inkMk id="12" creationId="{806335AF-A205-0341-B2A0-1D60694F4960}"/>
          </ac:inkMkLst>
        </pc:inkChg>
        <pc:inkChg chg="add mod">
          <ac:chgData name="鈴木 秀規" userId="f68c5fd9-22d5-4c0a-9833-7fb0f5135313" providerId="ADAL" clId="{E98ED17A-7109-B540-9D8D-B21534B0C6CC}" dt="2020-12-03T01:13:00.256" v="4414"/>
          <ac:inkMkLst>
            <pc:docMk/>
            <pc:sldMk cId="615592541" sldId="373"/>
            <ac:inkMk id="13" creationId="{265E78D4-90FC-E941-952F-4DC34934B910}"/>
          </ac:inkMkLst>
        </pc:inkChg>
        <pc:inkChg chg="add mod">
          <ac:chgData name="鈴木 秀規" userId="f68c5fd9-22d5-4c0a-9833-7fb0f5135313" providerId="ADAL" clId="{E98ED17A-7109-B540-9D8D-B21534B0C6CC}" dt="2020-12-03T01:13:00.256" v="4414"/>
          <ac:inkMkLst>
            <pc:docMk/>
            <pc:sldMk cId="615592541" sldId="373"/>
            <ac:inkMk id="16" creationId="{25D529C6-2677-8143-A2EC-3E3D29C398ED}"/>
          </ac:inkMkLst>
        </pc:inkChg>
        <pc:inkChg chg="add mod">
          <ac:chgData name="鈴木 秀規" userId="f68c5fd9-22d5-4c0a-9833-7fb0f5135313" providerId="ADAL" clId="{E98ED17A-7109-B540-9D8D-B21534B0C6CC}" dt="2020-12-03T01:13:00.256" v="4414"/>
          <ac:inkMkLst>
            <pc:docMk/>
            <pc:sldMk cId="615592541" sldId="373"/>
            <ac:inkMk id="17" creationId="{06274F75-3053-9645-A2A8-DF2DE6A3B538}"/>
          </ac:inkMkLst>
        </pc:inkChg>
        <pc:inkChg chg="add mod">
          <ac:chgData name="鈴木 秀規" userId="f68c5fd9-22d5-4c0a-9833-7fb0f5135313" providerId="ADAL" clId="{E98ED17A-7109-B540-9D8D-B21534B0C6CC}" dt="2020-12-03T01:13:00.256" v="4414"/>
          <ac:inkMkLst>
            <pc:docMk/>
            <pc:sldMk cId="615592541" sldId="373"/>
            <ac:inkMk id="18" creationId="{5D9D1CCC-7C4B-4F45-9E8C-46E7A461F224}"/>
          </ac:inkMkLst>
        </pc:inkChg>
        <pc:inkChg chg="add mod">
          <ac:chgData name="鈴木 秀規" userId="f68c5fd9-22d5-4c0a-9833-7fb0f5135313" providerId="ADAL" clId="{E98ED17A-7109-B540-9D8D-B21534B0C6CC}" dt="2020-12-03T01:13:00.256" v="4414"/>
          <ac:inkMkLst>
            <pc:docMk/>
            <pc:sldMk cId="615592541" sldId="373"/>
            <ac:inkMk id="19" creationId="{80067FE2-41C2-1547-839E-8D7B8C559F11}"/>
          </ac:inkMkLst>
        </pc:inkChg>
        <pc:inkChg chg="add mod">
          <ac:chgData name="鈴木 秀規" userId="f68c5fd9-22d5-4c0a-9833-7fb0f5135313" providerId="ADAL" clId="{E98ED17A-7109-B540-9D8D-B21534B0C6CC}" dt="2020-12-03T01:13:00.256" v="4414"/>
          <ac:inkMkLst>
            <pc:docMk/>
            <pc:sldMk cId="615592541" sldId="373"/>
            <ac:inkMk id="20" creationId="{F851E1F2-49C9-2445-9F7E-DE468F4F208B}"/>
          </ac:inkMkLst>
        </pc:inkChg>
        <pc:inkChg chg="add mod">
          <ac:chgData name="鈴木 秀規" userId="f68c5fd9-22d5-4c0a-9833-7fb0f5135313" providerId="ADAL" clId="{E98ED17A-7109-B540-9D8D-B21534B0C6CC}" dt="2020-12-03T01:13:00.256" v="4414"/>
          <ac:inkMkLst>
            <pc:docMk/>
            <pc:sldMk cId="615592541" sldId="373"/>
            <ac:inkMk id="22" creationId="{30A1AF40-AD9F-8C47-9E55-8A996B26915D}"/>
          </ac:inkMkLst>
        </pc:inkChg>
        <pc:inkChg chg="add mod">
          <ac:chgData name="鈴木 秀規" userId="f68c5fd9-22d5-4c0a-9833-7fb0f5135313" providerId="ADAL" clId="{E98ED17A-7109-B540-9D8D-B21534B0C6CC}" dt="2020-12-03T01:13:00.256" v="4414"/>
          <ac:inkMkLst>
            <pc:docMk/>
            <pc:sldMk cId="615592541" sldId="373"/>
            <ac:inkMk id="23" creationId="{B40EA742-73B3-364D-AA23-FB8590AC2207}"/>
          </ac:inkMkLst>
        </pc:inkChg>
        <pc:inkChg chg="add mod">
          <ac:chgData name="鈴木 秀規" userId="f68c5fd9-22d5-4c0a-9833-7fb0f5135313" providerId="ADAL" clId="{E98ED17A-7109-B540-9D8D-B21534B0C6CC}" dt="2020-12-03T01:13:00.256" v="4414"/>
          <ac:inkMkLst>
            <pc:docMk/>
            <pc:sldMk cId="615592541" sldId="373"/>
            <ac:inkMk id="24" creationId="{5795096A-74E9-234F-8BC6-A2B37FEC1E1B}"/>
          </ac:inkMkLst>
        </pc:inkChg>
        <pc:inkChg chg="add mod">
          <ac:chgData name="鈴木 秀規" userId="f68c5fd9-22d5-4c0a-9833-7fb0f5135313" providerId="ADAL" clId="{E98ED17A-7109-B540-9D8D-B21534B0C6CC}" dt="2020-12-03T01:13:00.256" v="4414"/>
          <ac:inkMkLst>
            <pc:docMk/>
            <pc:sldMk cId="615592541" sldId="373"/>
            <ac:inkMk id="26" creationId="{9B6B34F6-24F6-0845-A046-BBBEA60020BC}"/>
          </ac:inkMkLst>
        </pc:inkChg>
        <pc:inkChg chg="add mod">
          <ac:chgData name="鈴木 秀規" userId="f68c5fd9-22d5-4c0a-9833-7fb0f5135313" providerId="ADAL" clId="{E98ED17A-7109-B540-9D8D-B21534B0C6CC}" dt="2020-12-03T01:13:04.351" v="4419"/>
          <ac:inkMkLst>
            <pc:docMk/>
            <pc:sldMk cId="615592541" sldId="373"/>
            <ac:inkMk id="28" creationId="{12C4A5BC-67FB-BC4D-BC74-8AF6D08168AF}"/>
          </ac:inkMkLst>
        </pc:inkChg>
        <pc:inkChg chg="add mod">
          <ac:chgData name="鈴木 秀規" userId="f68c5fd9-22d5-4c0a-9833-7fb0f5135313" providerId="ADAL" clId="{E98ED17A-7109-B540-9D8D-B21534B0C6CC}" dt="2020-12-03T01:13:04.351" v="4419"/>
          <ac:inkMkLst>
            <pc:docMk/>
            <pc:sldMk cId="615592541" sldId="373"/>
            <ac:inkMk id="29" creationId="{6DAC1C2F-D9A4-1944-8C16-2751D238E4A6}"/>
          </ac:inkMkLst>
        </pc:inkChg>
        <pc:inkChg chg="add mod">
          <ac:chgData name="鈴木 秀規" userId="f68c5fd9-22d5-4c0a-9833-7fb0f5135313" providerId="ADAL" clId="{E98ED17A-7109-B540-9D8D-B21534B0C6CC}" dt="2020-12-03T01:13:04.351" v="4419"/>
          <ac:inkMkLst>
            <pc:docMk/>
            <pc:sldMk cId="615592541" sldId="373"/>
            <ac:inkMk id="30" creationId="{B951B618-8B83-0845-91F9-73B0D476A03E}"/>
          </ac:inkMkLst>
        </pc:inkChg>
        <pc:inkChg chg="add mod">
          <ac:chgData name="鈴木 秀規" userId="f68c5fd9-22d5-4c0a-9833-7fb0f5135313" providerId="ADAL" clId="{E98ED17A-7109-B540-9D8D-B21534B0C6CC}" dt="2020-12-03T01:13:04.351" v="4419"/>
          <ac:inkMkLst>
            <pc:docMk/>
            <pc:sldMk cId="615592541" sldId="373"/>
            <ac:inkMk id="31" creationId="{72845632-76A6-8147-A9AC-11489DA2606D}"/>
          </ac:inkMkLst>
        </pc:inkChg>
        <pc:inkChg chg="add mod">
          <ac:chgData name="鈴木 秀規" userId="f68c5fd9-22d5-4c0a-9833-7fb0f5135313" providerId="ADAL" clId="{E98ED17A-7109-B540-9D8D-B21534B0C6CC}" dt="2020-12-03T01:13:22.530" v="4437"/>
          <ac:inkMkLst>
            <pc:docMk/>
            <pc:sldMk cId="615592541" sldId="373"/>
            <ac:inkMk id="33" creationId="{327E1137-848C-0542-A008-A361377DC6B3}"/>
          </ac:inkMkLst>
        </pc:inkChg>
        <pc:inkChg chg="add mod">
          <ac:chgData name="鈴木 秀規" userId="f68c5fd9-22d5-4c0a-9833-7fb0f5135313" providerId="ADAL" clId="{E98ED17A-7109-B540-9D8D-B21534B0C6CC}" dt="2020-12-03T01:13:22.530" v="4437"/>
          <ac:inkMkLst>
            <pc:docMk/>
            <pc:sldMk cId="615592541" sldId="373"/>
            <ac:inkMk id="34" creationId="{04E87504-CE51-1647-BC33-8498586A5F99}"/>
          </ac:inkMkLst>
        </pc:inkChg>
        <pc:inkChg chg="add mod">
          <ac:chgData name="鈴木 秀規" userId="f68c5fd9-22d5-4c0a-9833-7fb0f5135313" providerId="ADAL" clId="{E98ED17A-7109-B540-9D8D-B21534B0C6CC}" dt="2020-12-03T01:13:22.530" v="4437"/>
          <ac:inkMkLst>
            <pc:docMk/>
            <pc:sldMk cId="615592541" sldId="373"/>
            <ac:inkMk id="36" creationId="{914ED145-23CC-D24F-B377-64500A97C9BD}"/>
          </ac:inkMkLst>
        </pc:inkChg>
        <pc:inkChg chg="add mod">
          <ac:chgData name="鈴木 秀規" userId="f68c5fd9-22d5-4c0a-9833-7fb0f5135313" providerId="ADAL" clId="{E98ED17A-7109-B540-9D8D-B21534B0C6CC}" dt="2020-12-03T01:13:22.530" v="4437"/>
          <ac:inkMkLst>
            <pc:docMk/>
            <pc:sldMk cId="615592541" sldId="373"/>
            <ac:inkMk id="37" creationId="{FA522D34-9A1E-3845-B98E-2AEBD709AF4C}"/>
          </ac:inkMkLst>
        </pc:inkChg>
        <pc:inkChg chg="add mod">
          <ac:chgData name="鈴木 秀規" userId="f68c5fd9-22d5-4c0a-9833-7fb0f5135313" providerId="ADAL" clId="{E98ED17A-7109-B540-9D8D-B21534B0C6CC}" dt="2020-12-03T01:13:22.530" v="4437"/>
          <ac:inkMkLst>
            <pc:docMk/>
            <pc:sldMk cId="615592541" sldId="373"/>
            <ac:inkMk id="38" creationId="{9066D749-49B2-DD47-A77B-9E073DE6E36E}"/>
          </ac:inkMkLst>
        </pc:inkChg>
        <pc:inkChg chg="add mod">
          <ac:chgData name="鈴木 秀規" userId="f68c5fd9-22d5-4c0a-9833-7fb0f5135313" providerId="ADAL" clId="{E98ED17A-7109-B540-9D8D-B21534B0C6CC}" dt="2020-12-03T01:13:22.530" v="4437"/>
          <ac:inkMkLst>
            <pc:docMk/>
            <pc:sldMk cId="615592541" sldId="373"/>
            <ac:inkMk id="39" creationId="{6D0E7CA8-6D0E-5D45-95BF-6DD492468F82}"/>
          </ac:inkMkLst>
        </pc:inkChg>
        <pc:inkChg chg="add mod">
          <ac:chgData name="鈴木 秀規" userId="f68c5fd9-22d5-4c0a-9833-7fb0f5135313" providerId="ADAL" clId="{E98ED17A-7109-B540-9D8D-B21534B0C6CC}" dt="2020-12-03T01:13:22.530" v="4437"/>
          <ac:inkMkLst>
            <pc:docMk/>
            <pc:sldMk cId="615592541" sldId="373"/>
            <ac:inkMk id="40" creationId="{EBE4CD0E-56F2-C94C-85BD-2F0E4734D0C6}"/>
          </ac:inkMkLst>
        </pc:inkChg>
        <pc:inkChg chg="add mod">
          <ac:chgData name="鈴木 秀規" userId="f68c5fd9-22d5-4c0a-9833-7fb0f5135313" providerId="ADAL" clId="{E98ED17A-7109-B540-9D8D-B21534B0C6CC}" dt="2020-12-03T01:13:22.530" v="4437"/>
          <ac:inkMkLst>
            <pc:docMk/>
            <pc:sldMk cId="615592541" sldId="373"/>
            <ac:inkMk id="41" creationId="{C0C2010C-9DF9-6F4D-954C-13A577A55AD1}"/>
          </ac:inkMkLst>
        </pc:inkChg>
        <pc:inkChg chg="add mod">
          <ac:chgData name="鈴木 秀規" userId="f68c5fd9-22d5-4c0a-9833-7fb0f5135313" providerId="ADAL" clId="{E98ED17A-7109-B540-9D8D-B21534B0C6CC}" dt="2020-12-03T01:13:22.530" v="4437"/>
          <ac:inkMkLst>
            <pc:docMk/>
            <pc:sldMk cId="615592541" sldId="373"/>
            <ac:inkMk id="42" creationId="{0625FF5C-52FE-9445-8BF7-0BA1D54C9A6F}"/>
          </ac:inkMkLst>
        </pc:inkChg>
        <pc:inkChg chg="add mod">
          <ac:chgData name="鈴木 秀規" userId="f68c5fd9-22d5-4c0a-9833-7fb0f5135313" providerId="ADAL" clId="{E98ED17A-7109-B540-9D8D-B21534B0C6CC}" dt="2020-12-03T01:13:22.530" v="4437"/>
          <ac:inkMkLst>
            <pc:docMk/>
            <pc:sldMk cId="615592541" sldId="373"/>
            <ac:inkMk id="43" creationId="{0F4A4156-4EB8-0B43-83C5-FC67006F1FDE}"/>
          </ac:inkMkLst>
        </pc:inkChg>
        <pc:inkChg chg="add mod">
          <ac:chgData name="鈴木 秀規" userId="f68c5fd9-22d5-4c0a-9833-7fb0f5135313" providerId="ADAL" clId="{E98ED17A-7109-B540-9D8D-B21534B0C6CC}" dt="2020-12-03T01:13:22.530" v="4437"/>
          <ac:inkMkLst>
            <pc:docMk/>
            <pc:sldMk cId="615592541" sldId="373"/>
            <ac:inkMk id="45" creationId="{588F4819-1DC0-1740-A4EF-E006190C5EEF}"/>
          </ac:inkMkLst>
        </pc:inkChg>
        <pc:inkChg chg="add mod">
          <ac:chgData name="鈴木 秀規" userId="f68c5fd9-22d5-4c0a-9833-7fb0f5135313" providerId="ADAL" clId="{E98ED17A-7109-B540-9D8D-B21534B0C6CC}" dt="2020-12-03T01:13:22.530" v="4437"/>
          <ac:inkMkLst>
            <pc:docMk/>
            <pc:sldMk cId="615592541" sldId="373"/>
            <ac:inkMk id="46" creationId="{E2E294BA-E2E1-1A41-AEFC-7921BD5BB7ED}"/>
          </ac:inkMkLst>
        </pc:inkChg>
        <pc:inkChg chg="add mod">
          <ac:chgData name="鈴木 秀規" userId="f68c5fd9-22d5-4c0a-9833-7fb0f5135313" providerId="ADAL" clId="{E98ED17A-7109-B540-9D8D-B21534B0C6CC}" dt="2020-12-03T01:13:25.226" v="4440"/>
          <ac:inkMkLst>
            <pc:docMk/>
            <pc:sldMk cId="615592541" sldId="373"/>
            <ac:inkMk id="47" creationId="{ADB155EE-7897-0340-A79E-B348072C7BAC}"/>
          </ac:inkMkLst>
        </pc:inkChg>
        <pc:inkChg chg="add mod">
          <ac:chgData name="鈴木 秀規" userId="f68c5fd9-22d5-4c0a-9833-7fb0f5135313" providerId="ADAL" clId="{E98ED17A-7109-B540-9D8D-B21534B0C6CC}" dt="2020-12-03T01:13:25.226" v="4440"/>
          <ac:inkMkLst>
            <pc:docMk/>
            <pc:sldMk cId="615592541" sldId="373"/>
            <ac:inkMk id="48" creationId="{602A42FD-E6A0-DE42-AADE-9BD997397654}"/>
          </ac:inkMkLst>
        </pc:inkChg>
        <pc:inkChg chg="add mod">
          <ac:chgData name="鈴木 秀規" userId="f68c5fd9-22d5-4c0a-9833-7fb0f5135313" providerId="ADAL" clId="{E98ED17A-7109-B540-9D8D-B21534B0C6CC}" dt="2020-12-03T01:13:25.226" v="4440"/>
          <ac:inkMkLst>
            <pc:docMk/>
            <pc:sldMk cId="615592541" sldId="373"/>
            <ac:inkMk id="49" creationId="{CB785C1E-0477-6F47-AED8-83ABC4D01D6C}"/>
          </ac:inkMkLst>
        </pc:inkChg>
        <pc:inkChg chg="add mod">
          <ac:chgData name="鈴木 秀規" userId="f68c5fd9-22d5-4c0a-9833-7fb0f5135313" providerId="ADAL" clId="{E98ED17A-7109-B540-9D8D-B21534B0C6CC}" dt="2020-12-03T01:13:25.226" v="4440"/>
          <ac:inkMkLst>
            <pc:docMk/>
            <pc:sldMk cId="615592541" sldId="373"/>
            <ac:inkMk id="52" creationId="{12C88632-5B91-3741-8EB2-3FC9DA49DBAA}"/>
          </ac:inkMkLst>
        </pc:inkChg>
        <pc:inkChg chg="add mod">
          <ac:chgData name="鈴木 秀規" userId="f68c5fd9-22d5-4c0a-9833-7fb0f5135313" providerId="ADAL" clId="{E98ED17A-7109-B540-9D8D-B21534B0C6CC}" dt="2020-12-03T01:13:25.226" v="4440"/>
          <ac:inkMkLst>
            <pc:docMk/>
            <pc:sldMk cId="615592541" sldId="373"/>
            <ac:inkMk id="53" creationId="{12F4DDED-0E09-5E49-992F-7534E6CC9135}"/>
          </ac:inkMkLst>
        </pc:inkChg>
      </pc:sldChg>
    </pc:docChg>
  </pc:docChgLst>
  <pc:docChgLst>
    <pc:chgData name="鈴木 秀規" userId="S::h_suzuki@rhizome01.onmicrosoft.com::f68c5fd9-22d5-4c0a-9833-7fb0f5135313" providerId="AD" clId="Web-{41084A8C-A0A3-CA0D-2EC9-61FD28899570}"/>
    <pc:docChg chg="modSld">
      <pc:chgData name="鈴木 秀規" userId="S::h_suzuki@rhizome01.onmicrosoft.com::f68c5fd9-22d5-4c0a-9833-7fb0f5135313" providerId="AD" clId="Web-{41084A8C-A0A3-CA0D-2EC9-61FD28899570}" dt="2020-12-02T01:37:22.114" v="88" actId="20577"/>
      <pc:docMkLst>
        <pc:docMk/>
      </pc:docMkLst>
      <pc:sldChg chg="modSp">
        <pc:chgData name="鈴木 秀規" userId="S::h_suzuki@rhizome01.onmicrosoft.com::f68c5fd9-22d5-4c0a-9833-7fb0f5135313" providerId="AD" clId="Web-{41084A8C-A0A3-CA0D-2EC9-61FD28899570}" dt="2020-12-02T01:17:04.208" v="9" actId="20577"/>
        <pc:sldMkLst>
          <pc:docMk/>
          <pc:sldMk cId="0" sldId="256"/>
        </pc:sldMkLst>
        <pc:spChg chg="mod">
          <ac:chgData name="鈴木 秀規" userId="S::h_suzuki@rhizome01.onmicrosoft.com::f68c5fd9-22d5-4c0a-9833-7fb0f5135313" providerId="AD" clId="Web-{41084A8C-A0A3-CA0D-2EC9-61FD28899570}" dt="2020-12-02T01:17:04.208" v="9" actId="20577"/>
          <ac:spMkLst>
            <pc:docMk/>
            <pc:sldMk cId="0" sldId="256"/>
            <ac:spMk id="56" creationId="{00000000-0000-0000-0000-000000000000}"/>
          </ac:spMkLst>
        </pc:spChg>
      </pc:sldChg>
      <pc:sldChg chg="modSp">
        <pc:chgData name="鈴木 秀規" userId="S::h_suzuki@rhizome01.onmicrosoft.com::f68c5fd9-22d5-4c0a-9833-7fb0f5135313" providerId="AD" clId="Web-{41084A8C-A0A3-CA0D-2EC9-61FD28899570}" dt="2020-12-02T01:35:43.811" v="67" actId="20577"/>
        <pc:sldMkLst>
          <pc:docMk/>
          <pc:sldMk cId="1678292941" sldId="359"/>
        </pc:sldMkLst>
        <pc:spChg chg="mod">
          <ac:chgData name="鈴木 秀規" userId="S::h_suzuki@rhizome01.onmicrosoft.com::f68c5fd9-22d5-4c0a-9833-7fb0f5135313" providerId="AD" clId="Web-{41084A8C-A0A3-CA0D-2EC9-61FD28899570}" dt="2020-12-02T01:35:43.811" v="67" actId="20577"/>
          <ac:spMkLst>
            <pc:docMk/>
            <pc:sldMk cId="1678292941" sldId="359"/>
            <ac:spMk id="5" creationId="{9FB73B72-EC40-4233-BAB1-83ECFE5A4DD1}"/>
          </ac:spMkLst>
        </pc:spChg>
      </pc:sldChg>
      <pc:sldChg chg="modSp">
        <pc:chgData name="鈴木 秀規" userId="S::h_suzuki@rhizome01.onmicrosoft.com::f68c5fd9-22d5-4c0a-9833-7fb0f5135313" providerId="AD" clId="Web-{41084A8C-A0A3-CA0D-2EC9-61FD28899570}" dt="2020-12-02T01:37:22.114" v="87" actId="20577"/>
        <pc:sldMkLst>
          <pc:docMk/>
          <pc:sldMk cId="1668843990" sldId="360"/>
        </pc:sldMkLst>
        <pc:spChg chg="mod">
          <ac:chgData name="鈴木 秀規" userId="S::h_suzuki@rhizome01.onmicrosoft.com::f68c5fd9-22d5-4c0a-9833-7fb0f5135313" providerId="AD" clId="Web-{41084A8C-A0A3-CA0D-2EC9-61FD28899570}" dt="2020-12-02T01:37:22.114" v="87" actId="20577"/>
          <ac:spMkLst>
            <pc:docMk/>
            <pc:sldMk cId="1668843990" sldId="360"/>
            <ac:spMk id="9" creationId="{A4832727-EA7F-44D6-A9F2-E4AE0246960A}"/>
          </ac:spMkLst>
        </pc:spChg>
      </pc:sldChg>
    </pc:docChg>
  </pc:docChgLst>
  <pc:docChgLst>
    <pc:chgData name="鈴木 秀規" userId="f68c5fd9-22d5-4c0a-9833-7fb0f5135313" providerId="ADAL" clId="{AF96CCF2-A840-4D79-B969-C063CAB364A1}"/>
    <pc:docChg chg="modSld">
      <pc:chgData name="鈴木 秀規" userId="f68c5fd9-22d5-4c0a-9833-7fb0f5135313" providerId="ADAL" clId="{AF96CCF2-A840-4D79-B969-C063CAB364A1}" dt="2020-12-10T05:20:41.835" v="381" actId="5793"/>
      <pc:docMkLst>
        <pc:docMk/>
      </pc:docMkLst>
      <pc:sldChg chg="modSp mod">
        <pc:chgData name="鈴木 秀規" userId="f68c5fd9-22d5-4c0a-9833-7fb0f5135313" providerId="ADAL" clId="{AF96CCF2-A840-4D79-B969-C063CAB364A1}" dt="2020-12-10T05:16:41.920" v="277" actId="207"/>
        <pc:sldMkLst>
          <pc:docMk/>
          <pc:sldMk cId="510692425" sldId="259"/>
        </pc:sldMkLst>
        <pc:spChg chg="mod">
          <ac:chgData name="鈴木 秀規" userId="f68c5fd9-22d5-4c0a-9833-7fb0f5135313" providerId="ADAL" clId="{AF96CCF2-A840-4D79-B969-C063CAB364A1}" dt="2020-12-10T05:16:41.920" v="277" actId="207"/>
          <ac:spMkLst>
            <pc:docMk/>
            <pc:sldMk cId="510692425" sldId="259"/>
            <ac:spMk id="10" creationId="{3E5F57E8-1388-43AE-8DB4-00724FCD3EB3}"/>
          </ac:spMkLst>
        </pc:spChg>
      </pc:sldChg>
      <pc:sldChg chg="modSp mod">
        <pc:chgData name="鈴木 秀規" userId="f68c5fd9-22d5-4c0a-9833-7fb0f5135313" providerId="ADAL" clId="{AF96CCF2-A840-4D79-B969-C063CAB364A1}" dt="2020-12-10T05:14:37.944" v="120"/>
        <pc:sldMkLst>
          <pc:docMk/>
          <pc:sldMk cId="1668843990" sldId="360"/>
        </pc:sldMkLst>
        <pc:spChg chg="mod">
          <ac:chgData name="鈴木 秀規" userId="f68c5fd9-22d5-4c0a-9833-7fb0f5135313" providerId="ADAL" clId="{AF96CCF2-A840-4D79-B969-C063CAB364A1}" dt="2020-12-10T05:14:37.944" v="120"/>
          <ac:spMkLst>
            <pc:docMk/>
            <pc:sldMk cId="1668843990" sldId="360"/>
            <ac:spMk id="9" creationId="{A4832727-EA7F-44D6-A9F2-E4AE0246960A}"/>
          </ac:spMkLst>
        </pc:spChg>
      </pc:sldChg>
      <pc:sldChg chg="modSp mod">
        <pc:chgData name="鈴木 秀規" userId="f68c5fd9-22d5-4c0a-9833-7fb0f5135313" providerId="ADAL" clId="{AF96CCF2-A840-4D79-B969-C063CAB364A1}" dt="2020-12-10T05:15:57.439" v="239" actId="20577"/>
        <pc:sldMkLst>
          <pc:docMk/>
          <pc:sldMk cId="267129399" sldId="361"/>
        </pc:sldMkLst>
        <pc:spChg chg="mod">
          <ac:chgData name="鈴木 秀規" userId="f68c5fd9-22d5-4c0a-9833-7fb0f5135313" providerId="ADAL" clId="{AF96CCF2-A840-4D79-B969-C063CAB364A1}" dt="2020-12-10T05:15:57.439" v="239" actId="20577"/>
          <ac:spMkLst>
            <pc:docMk/>
            <pc:sldMk cId="267129399" sldId="361"/>
            <ac:spMk id="6" creationId="{D0F3BEAC-A5EA-4EE4-95C7-0AEC1107FD29}"/>
          </ac:spMkLst>
        </pc:spChg>
      </pc:sldChg>
      <pc:sldChg chg="modSp mod">
        <pc:chgData name="鈴木 秀規" userId="f68c5fd9-22d5-4c0a-9833-7fb0f5135313" providerId="ADAL" clId="{AF96CCF2-A840-4D79-B969-C063CAB364A1}" dt="2020-12-10T05:19:40.511" v="338" actId="207"/>
        <pc:sldMkLst>
          <pc:docMk/>
          <pc:sldMk cId="3018498330" sldId="369"/>
        </pc:sldMkLst>
        <pc:spChg chg="mod">
          <ac:chgData name="鈴木 秀規" userId="f68c5fd9-22d5-4c0a-9833-7fb0f5135313" providerId="ADAL" clId="{AF96CCF2-A840-4D79-B969-C063CAB364A1}" dt="2020-12-10T05:19:40.511" v="338" actId="207"/>
          <ac:spMkLst>
            <pc:docMk/>
            <pc:sldMk cId="3018498330" sldId="369"/>
            <ac:spMk id="5" creationId="{6B35BADF-F225-2348-897F-AF9752777AC5}"/>
          </ac:spMkLst>
        </pc:spChg>
      </pc:sldChg>
      <pc:sldChg chg="modSp mod">
        <pc:chgData name="鈴木 秀規" userId="f68c5fd9-22d5-4c0a-9833-7fb0f5135313" providerId="ADAL" clId="{AF96CCF2-A840-4D79-B969-C063CAB364A1}" dt="2020-12-10T05:20:41.835" v="381" actId="5793"/>
        <pc:sldMkLst>
          <pc:docMk/>
          <pc:sldMk cId="3805279594" sldId="370"/>
        </pc:sldMkLst>
        <pc:spChg chg="mod">
          <ac:chgData name="鈴木 秀規" userId="f68c5fd9-22d5-4c0a-9833-7fb0f5135313" providerId="ADAL" clId="{AF96CCF2-A840-4D79-B969-C063CAB364A1}" dt="2020-12-10T05:20:41.835" v="381" actId="5793"/>
          <ac:spMkLst>
            <pc:docMk/>
            <pc:sldMk cId="3805279594" sldId="370"/>
            <ac:spMk id="5" creationId="{D9D24A15-605C-D342-9DF6-15A80C8E63C7}"/>
          </ac:spMkLst>
        </pc:spChg>
      </pc:sldChg>
      <pc:sldChg chg="modSp mod">
        <pc:chgData name="鈴木 秀規" userId="f68c5fd9-22d5-4c0a-9833-7fb0f5135313" providerId="ADAL" clId="{AF96CCF2-A840-4D79-B969-C063CAB364A1}" dt="2020-12-10T05:20:03.861" v="347" actId="20577"/>
        <pc:sldMkLst>
          <pc:docMk/>
          <pc:sldMk cId="2800751255" sldId="371"/>
        </pc:sldMkLst>
        <pc:spChg chg="mod">
          <ac:chgData name="鈴木 秀規" userId="f68c5fd9-22d5-4c0a-9833-7fb0f5135313" providerId="ADAL" clId="{AF96CCF2-A840-4D79-B969-C063CAB364A1}" dt="2020-12-10T05:20:03.861" v="347" actId="20577"/>
          <ac:spMkLst>
            <pc:docMk/>
            <pc:sldMk cId="2800751255" sldId="371"/>
            <ac:spMk id="5" creationId="{199D3E35-553D-E34C-ABB7-3B8D9DB70C07}"/>
          </ac:spMkLst>
        </pc:spChg>
      </pc:sldChg>
    </pc:docChg>
  </pc:docChgLst>
  <pc:docChgLst>
    <pc:chgData name="鈴木 秀規" userId="f68c5fd9-22d5-4c0a-9833-7fb0f5135313" providerId="ADAL" clId="{8E853EDB-E656-46C5-897E-69331CAF2C6F}"/>
    <pc:docChg chg="modSld">
      <pc:chgData name="鈴木 秀規" userId="f68c5fd9-22d5-4c0a-9833-7fb0f5135313" providerId="ADAL" clId="{8E853EDB-E656-46C5-897E-69331CAF2C6F}" dt="2021-11-08T07:45:51.469" v="6" actId="20577"/>
      <pc:docMkLst>
        <pc:docMk/>
      </pc:docMkLst>
      <pc:sldChg chg="modSp mod">
        <pc:chgData name="鈴木 秀規" userId="f68c5fd9-22d5-4c0a-9833-7fb0f5135313" providerId="ADAL" clId="{8E853EDB-E656-46C5-897E-69331CAF2C6F}" dt="2021-11-08T05:07:09.412" v="0" actId="1036"/>
        <pc:sldMkLst>
          <pc:docMk/>
          <pc:sldMk cId="1859091905" sldId="362"/>
        </pc:sldMkLst>
        <pc:spChg chg="mod">
          <ac:chgData name="鈴木 秀規" userId="f68c5fd9-22d5-4c0a-9833-7fb0f5135313" providerId="ADAL" clId="{8E853EDB-E656-46C5-897E-69331CAF2C6F}" dt="2021-11-08T05:07:09.412" v="0" actId="1036"/>
          <ac:spMkLst>
            <pc:docMk/>
            <pc:sldMk cId="1859091905" sldId="362"/>
            <ac:spMk id="12" creationId="{141F7DCE-666E-41D5-863D-B6587775D22E}"/>
          </ac:spMkLst>
        </pc:spChg>
        <pc:spChg chg="mod">
          <ac:chgData name="鈴木 秀規" userId="f68c5fd9-22d5-4c0a-9833-7fb0f5135313" providerId="ADAL" clId="{8E853EDB-E656-46C5-897E-69331CAF2C6F}" dt="2021-11-08T05:07:09.412" v="0" actId="1036"/>
          <ac:spMkLst>
            <pc:docMk/>
            <pc:sldMk cId="1859091905" sldId="362"/>
            <ac:spMk id="15" creationId="{B5FE1B07-A169-4D9D-B87C-699F630BC13A}"/>
          </ac:spMkLst>
        </pc:spChg>
        <pc:spChg chg="mod">
          <ac:chgData name="鈴木 秀規" userId="f68c5fd9-22d5-4c0a-9833-7fb0f5135313" providerId="ADAL" clId="{8E853EDB-E656-46C5-897E-69331CAF2C6F}" dt="2021-11-08T05:07:09.412" v="0" actId="1036"/>
          <ac:spMkLst>
            <pc:docMk/>
            <pc:sldMk cId="1859091905" sldId="362"/>
            <ac:spMk id="37" creationId="{810BEF0F-9E4D-4704-87DF-51BF9D7C4CAD}"/>
          </ac:spMkLst>
        </pc:spChg>
        <pc:spChg chg="mod">
          <ac:chgData name="鈴木 秀規" userId="f68c5fd9-22d5-4c0a-9833-7fb0f5135313" providerId="ADAL" clId="{8E853EDB-E656-46C5-897E-69331CAF2C6F}" dt="2021-11-08T05:07:09.412" v="0" actId="1036"/>
          <ac:spMkLst>
            <pc:docMk/>
            <pc:sldMk cId="1859091905" sldId="362"/>
            <ac:spMk id="38" creationId="{F635ED57-68F7-4ED1-9CDF-DEC970A12A25}"/>
          </ac:spMkLst>
        </pc:spChg>
        <pc:spChg chg="mod">
          <ac:chgData name="鈴木 秀規" userId="f68c5fd9-22d5-4c0a-9833-7fb0f5135313" providerId="ADAL" clId="{8E853EDB-E656-46C5-897E-69331CAF2C6F}" dt="2021-11-08T05:07:09.412" v="0" actId="1036"/>
          <ac:spMkLst>
            <pc:docMk/>
            <pc:sldMk cId="1859091905" sldId="362"/>
            <ac:spMk id="54" creationId="{266E822E-A1F4-4F69-8477-0E6EF3210D03}"/>
          </ac:spMkLst>
        </pc:spChg>
        <pc:spChg chg="mod">
          <ac:chgData name="鈴木 秀規" userId="f68c5fd9-22d5-4c0a-9833-7fb0f5135313" providerId="ADAL" clId="{8E853EDB-E656-46C5-897E-69331CAF2C6F}" dt="2021-11-08T05:07:09.412" v="0" actId="1036"/>
          <ac:spMkLst>
            <pc:docMk/>
            <pc:sldMk cId="1859091905" sldId="362"/>
            <ac:spMk id="59" creationId="{CFF5B219-4DDF-4B37-A64F-2304FFABF712}"/>
          </ac:spMkLst>
        </pc:spChg>
        <pc:cxnChg chg="mod">
          <ac:chgData name="鈴木 秀規" userId="f68c5fd9-22d5-4c0a-9833-7fb0f5135313" providerId="ADAL" clId="{8E853EDB-E656-46C5-897E-69331CAF2C6F}" dt="2021-11-08T05:07:09.412" v="0" actId="1036"/>
          <ac:cxnSpMkLst>
            <pc:docMk/>
            <pc:sldMk cId="1859091905" sldId="362"/>
            <ac:cxnSpMk id="43" creationId="{A5774DB9-1F03-4A1A-AF9A-AED333B85D23}"/>
          </ac:cxnSpMkLst>
        </pc:cxnChg>
        <pc:cxnChg chg="mod">
          <ac:chgData name="鈴木 秀規" userId="f68c5fd9-22d5-4c0a-9833-7fb0f5135313" providerId="ADAL" clId="{8E853EDB-E656-46C5-897E-69331CAF2C6F}" dt="2021-11-08T05:07:09.412" v="0" actId="1036"/>
          <ac:cxnSpMkLst>
            <pc:docMk/>
            <pc:sldMk cId="1859091905" sldId="362"/>
            <ac:cxnSpMk id="47" creationId="{864068D4-A178-418F-82A7-F8CD61001708}"/>
          </ac:cxnSpMkLst>
        </pc:cxnChg>
        <pc:cxnChg chg="mod">
          <ac:chgData name="鈴木 秀規" userId="f68c5fd9-22d5-4c0a-9833-7fb0f5135313" providerId="ADAL" clId="{8E853EDB-E656-46C5-897E-69331CAF2C6F}" dt="2021-11-08T05:07:09.412" v="0" actId="1036"/>
          <ac:cxnSpMkLst>
            <pc:docMk/>
            <pc:sldMk cId="1859091905" sldId="362"/>
            <ac:cxnSpMk id="51" creationId="{A32AD69A-697F-4EF8-9E0F-56D494744AA2}"/>
          </ac:cxnSpMkLst>
        </pc:cxnChg>
        <pc:cxnChg chg="mod">
          <ac:chgData name="鈴木 秀規" userId="f68c5fd9-22d5-4c0a-9833-7fb0f5135313" providerId="ADAL" clId="{8E853EDB-E656-46C5-897E-69331CAF2C6F}" dt="2021-11-08T05:07:09.412" v="0" actId="1036"/>
          <ac:cxnSpMkLst>
            <pc:docMk/>
            <pc:sldMk cId="1859091905" sldId="362"/>
            <ac:cxnSpMk id="57" creationId="{31F5136B-2FBA-42D0-BD1C-5118FED32A40}"/>
          </ac:cxnSpMkLst>
        </pc:cxnChg>
      </pc:sldChg>
      <pc:sldChg chg="modSp mod">
        <pc:chgData name="鈴木 秀規" userId="f68c5fd9-22d5-4c0a-9833-7fb0f5135313" providerId="ADAL" clId="{8E853EDB-E656-46C5-897E-69331CAF2C6F}" dt="2021-11-08T07:28:31.315" v="1" actId="1036"/>
        <pc:sldMkLst>
          <pc:docMk/>
          <pc:sldMk cId="3350652435" sldId="371"/>
        </pc:sldMkLst>
        <pc:graphicFrameChg chg="mod">
          <ac:chgData name="鈴木 秀規" userId="f68c5fd9-22d5-4c0a-9833-7fb0f5135313" providerId="ADAL" clId="{8E853EDB-E656-46C5-897E-69331CAF2C6F}" dt="2021-11-08T07:28:31.315" v="1" actId="1036"/>
          <ac:graphicFrameMkLst>
            <pc:docMk/>
            <pc:sldMk cId="3350652435" sldId="371"/>
            <ac:graphicFrameMk id="6" creationId="{DAC8AF56-1F1A-4360-9696-0C80394E8D9E}"/>
          </ac:graphicFrameMkLst>
        </pc:graphicFrameChg>
      </pc:sldChg>
      <pc:sldChg chg="modSp mod">
        <pc:chgData name="鈴木 秀規" userId="f68c5fd9-22d5-4c0a-9833-7fb0f5135313" providerId="ADAL" clId="{8E853EDB-E656-46C5-897E-69331CAF2C6F}" dt="2021-11-08T07:45:51.469" v="6" actId="20577"/>
        <pc:sldMkLst>
          <pc:docMk/>
          <pc:sldMk cId="3337611443" sldId="374"/>
        </pc:sldMkLst>
        <pc:graphicFrameChg chg="mod modGraphic">
          <ac:chgData name="鈴木 秀規" userId="f68c5fd9-22d5-4c0a-9833-7fb0f5135313" providerId="ADAL" clId="{8E853EDB-E656-46C5-897E-69331CAF2C6F}" dt="2021-11-08T07:45:51.469" v="6" actId="20577"/>
          <ac:graphicFrameMkLst>
            <pc:docMk/>
            <pc:sldMk cId="3337611443" sldId="374"/>
            <ac:graphicFrameMk id="6" creationId="{C8D06F01-1809-47E1-9F43-3FDBE39B2DFA}"/>
          </ac:graphicFrameMkLst>
        </pc:graphicFrameChg>
      </pc:sldChg>
    </pc:docChg>
  </pc:docChgLst>
  <pc:docChgLst>
    <pc:chgData name="鈴木 秀規" userId="f68c5fd9-22d5-4c0a-9833-7fb0f5135313" providerId="ADAL" clId="{A04F9035-8386-402E-A3D8-61E81B51B853}"/>
    <pc:docChg chg="modSld">
      <pc:chgData name="鈴木 秀規" userId="f68c5fd9-22d5-4c0a-9833-7fb0f5135313" providerId="ADAL" clId="{A04F9035-8386-402E-A3D8-61E81B51B853}" dt="2022-04-21T07:16:54.262" v="2" actId="20577"/>
      <pc:docMkLst>
        <pc:docMk/>
      </pc:docMkLst>
      <pc:sldChg chg="modSp mod">
        <pc:chgData name="鈴木 秀規" userId="f68c5fd9-22d5-4c0a-9833-7fb0f5135313" providerId="ADAL" clId="{A04F9035-8386-402E-A3D8-61E81B51B853}" dt="2022-04-21T07:16:54.262" v="2" actId="20577"/>
        <pc:sldMkLst>
          <pc:docMk/>
          <pc:sldMk cId="539211239" sldId="392"/>
        </pc:sldMkLst>
        <pc:spChg chg="mod">
          <ac:chgData name="鈴木 秀規" userId="f68c5fd9-22d5-4c0a-9833-7fb0f5135313" providerId="ADAL" clId="{A04F9035-8386-402E-A3D8-61E81B51B853}" dt="2022-04-21T07:16:54.262" v="2" actId="20577"/>
          <ac:spMkLst>
            <pc:docMk/>
            <pc:sldMk cId="539211239" sldId="392"/>
            <ac:spMk id="6" creationId="{74E7D1F4-BCF9-431D-8B4B-FAB1E1CB252E}"/>
          </ac:spMkLst>
        </pc:spChg>
      </pc:sldChg>
    </pc:docChg>
  </pc:docChgLst>
  <pc:docChgLst>
    <pc:chgData name="稔章 今野" userId="9659808f-245f-46a7-991e-983cdf43b7a2" providerId="ADAL" clId="{4DFB71C6-00D2-4D09-B0AF-CD9E1E0CB661}"/>
    <pc:docChg chg="custSel modSld">
      <pc:chgData name="稔章 今野" userId="9659808f-245f-46a7-991e-983cdf43b7a2" providerId="ADAL" clId="{4DFB71C6-00D2-4D09-B0AF-CD9E1E0CB661}" dt="2021-12-24T06:18:05.964" v="58"/>
      <pc:docMkLst>
        <pc:docMk/>
      </pc:docMkLst>
      <pc:sldChg chg="modSp mod">
        <pc:chgData name="稔章 今野" userId="9659808f-245f-46a7-991e-983cdf43b7a2" providerId="ADAL" clId="{4DFB71C6-00D2-4D09-B0AF-CD9E1E0CB661}" dt="2021-12-24T06:18:05.964" v="58"/>
        <pc:sldMkLst>
          <pc:docMk/>
          <pc:sldMk cId="2664152079" sldId="377"/>
        </pc:sldMkLst>
        <pc:spChg chg="mod">
          <ac:chgData name="稔章 今野" userId="9659808f-245f-46a7-991e-983cdf43b7a2" providerId="ADAL" clId="{4DFB71C6-00D2-4D09-B0AF-CD9E1E0CB661}" dt="2021-12-24T06:18:05.964" v="58"/>
          <ac:spMkLst>
            <pc:docMk/>
            <pc:sldMk cId="2664152079" sldId="377"/>
            <ac:spMk id="6" creationId="{50464128-AAA6-4EA5-B22F-16F5D6C630AD}"/>
          </ac:spMkLst>
        </pc:spChg>
      </pc:sldChg>
    </pc:docChg>
  </pc:docChgLst>
  <pc:docChgLst>
    <pc:chgData name="鈴木 秀規" userId="f68c5fd9-22d5-4c0a-9833-7fb0f5135313" providerId="ADAL" clId="{B600404B-B4AC-BA48-ABCA-42DD293133BE}"/>
    <pc:docChg chg="undo custSel addSld delSld modSld sldOrd">
      <pc:chgData name="鈴木 秀規" userId="f68c5fd9-22d5-4c0a-9833-7fb0f5135313" providerId="ADAL" clId="{B600404B-B4AC-BA48-ABCA-42DD293133BE}" dt="2020-12-02T08:19:39.228" v="9351" actId="6549"/>
      <pc:docMkLst>
        <pc:docMk/>
      </pc:docMkLst>
      <pc:sldChg chg="addSp delSp modSp mod">
        <pc:chgData name="鈴木 秀規" userId="f68c5fd9-22d5-4c0a-9833-7fb0f5135313" providerId="ADAL" clId="{B600404B-B4AC-BA48-ABCA-42DD293133BE}" dt="2020-12-02T04:54:04.684" v="4077" actId="12"/>
        <pc:sldMkLst>
          <pc:docMk/>
          <pc:sldMk cId="510692425" sldId="259"/>
        </pc:sldMkLst>
        <pc:spChg chg="add mod">
          <ac:chgData name="鈴木 秀規" userId="f68c5fd9-22d5-4c0a-9833-7fb0f5135313" providerId="ADAL" clId="{B600404B-B4AC-BA48-ABCA-42DD293133BE}" dt="2020-12-02T02:23:27.049" v="1554" actId="14100"/>
          <ac:spMkLst>
            <pc:docMk/>
            <pc:sldMk cId="510692425" sldId="259"/>
            <ac:spMk id="2" creationId="{DC201A77-6CED-B64F-B3B1-47082D385545}"/>
          </ac:spMkLst>
        </pc:spChg>
        <pc:spChg chg="add del mod">
          <ac:chgData name="鈴木 秀規" userId="f68c5fd9-22d5-4c0a-9833-7fb0f5135313" providerId="ADAL" clId="{B600404B-B4AC-BA48-ABCA-42DD293133BE}" dt="2020-12-02T02:09:33.143" v="746" actId="478"/>
          <ac:spMkLst>
            <pc:docMk/>
            <pc:sldMk cId="510692425" sldId="259"/>
            <ac:spMk id="3" creationId="{CC3BEACF-542D-8D43-8EB6-E67A6836736E}"/>
          </ac:spMkLst>
        </pc:spChg>
        <pc:spChg chg="add mod">
          <ac:chgData name="鈴木 秀規" userId="f68c5fd9-22d5-4c0a-9833-7fb0f5135313" providerId="ADAL" clId="{B600404B-B4AC-BA48-ABCA-42DD293133BE}" dt="2020-12-02T02:11:22.858" v="766" actId="122"/>
          <ac:spMkLst>
            <pc:docMk/>
            <pc:sldMk cId="510692425" sldId="259"/>
            <ac:spMk id="4" creationId="{727D21BD-9F31-F24E-B765-050B498880B7}"/>
          </ac:spMkLst>
        </pc:spChg>
        <pc:spChg chg="mod">
          <ac:chgData name="鈴木 秀規" userId="f68c5fd9-22d5-4c0a-9833-7fb0f5135313" providerId="ADAL" clId="{B600404B-B4AC-BA48-ABCA-42DD293133BE}" dt="2020-12-02T01:49:22.837" v="702" actId="114"/>
          <ac:spMkLst>
            <pc:docMk/>
            <pc:sldMk cId="510692425" sldId="259"/>
            <ac:spMk id="7" creationId="{26125C28-3058-490D-92C2-94CB56CB505F}"/>
          </ac:spMkLst>
        </pc:spChg>
        <pc:spChg chg="add del mod">
          <ac:chgData name="鈴木 秀規" userId="f68c5fd9-22d5-4c0a-9833-7fb0f5135313" providerId="ADAL" clId="{B600404B-B4AC-BA48-ABCA-42DD293133BE}" dt="2020-12-02T04:54:04.684" v="4077" actId="12"/>
          <ac:spMkLst>
            <pc:docMk/>
            <pc:sldMk cId="510692425" sldId="259"/>
            <ac:spMk id="9" creationId="{14E1B7D8-B324-1D47-BB93-2B20562C44B8}"/>
          </ac:spMkLst>
        </pc:spChg>
        <pc:spChg chg="mod">
          <ac:chgData name="鈴木 秀規" userId="f68c5fd9-22d5-4c0a-9833-7fb0f5135313" providerId="ADAL" clId="{B600404B-B4AC-BA48-ABCA-42DD293133BE}" dt="2020-12-02T02:28:29.305" v="1762" actId="14100"/>
          <ac:spMkLst>
            <pc:docMk/>
            <pc:sldMk cId="510692425" sldId="259"/>
            <ac:spMk id="10" creationId="{3E5F57E8-1388-43AE-8DB4-00724FCD3EB3}"/>
          </ac:spMkLst>
        </pc:spChg>
        <pc:spChg chg="add del mod">
          <ac:chgData name="鈴木 秀規" userId="f68c5fd9-22d5-4c0a-9833-7fb0f5135313" providerId="ADAL" clId="{B600404B-B4AC-BA48-ABCA-42DD293133BE}" dt="2020-12-02T04:27:55.213" v="2673" actId="478"/>
          <ac:spMkLst>
            <pc:docMk/>
            <pc:sldMk cId="510692425" sldId="259"/>
            <ac:spMk id="11" creationId="{E2E00357-82C8-894B-AEA7-3E016C1C75A3}"/>
          </ac:spMkLst>
        </pc:spChg>
        <pc:spChg chg="add del mod">
          <ac:chgData name="鈴木 秀規" userId="f68c5fd9-22d5-4c0a-9833-7fb0f5135313" providerId="ADAL" clId="{B600404B-B4AC-BA48-ABCA-42DD293133BE}" dt="2020-12-02T02:29:58.865" v="1775" actId="478"/>
          <ac:spMkLst>
            <pc:docMk/>
            <pc:sldMk cId="510692425" sldId="259"/>
            <ac:spMk id="12" creationId="{AA4BC16F-B774-2548-9D76-CEAC3ACF35C6}"/>
          </ac:spMkLst>
        </pc:spChg>
        <pc:spChg chg="add del mod">
          <ac:chgData name="鈴木 秀規" userId="f68c5fd9-22d5-4c0a-9833-7fb0f5135313" providerId="ADAL" clId="{B600404B-B4AC-BA48-ABCA-42DD293133BE}" dt="2020-12-02T04:27:55.213" v="2673" actId="478"/>
          <ac:spMkLst>
            <pc:docMk/>
            <pc:sldMk cId="510692425" sldId="259"/>
            <ac:spMk id="13" creationId="{B973EC8C-CE64-954A-8E60-CEA7F2605A1C}"/>
          </ac:spMkLst>
        </pc:spChg>
        <pc:spChg chg="add del mod">
          <ac:chgData name="鈴木 秀規" userId="f68c5fd9-22d5-4c0a-9833-7fb0f5135313" providerId="ADAL" clId="{B600404B-B4AC-BA48-ABCA-42DD293133BE}" dt="2020-12-02T04:27:55.213" v="2673" actId="478"/>
          <ac:spMkLst>
            <pc:docMk/>
            <pc:sldMk cId="510692425" sldId="259"/>
            <ac:spMk id="14" creationId="{3CA950C9-C4F5-7543-BD2D-DFCE2F576188}"/>
          </ac:spMkLst>
        </pc:spChg>
        <pc:spChg chg="add del mod">
          <ac:chgData name="鈴木 秀規" userId="f68c5fd9-22d5-4c0a-9833-7fb0f5135313" providerId="ADAL" clId="{B600404B-B4AC-BA48-ABCA-42DD293133BE}" dt="2020-12-02T04:27:55.213" v="2673" actId="478"/>
          <ac:spMkLst>
            <pc:docMk/>
            <pc:sldMk cId="510692425" sldId="259"/>
            <ac:spMk id="15" creationId="{ED5AD4F3-B985-664A-86AC-B10F1F90B886}"/>
          </ac:spMkLst>
        </pc:spChg>
        <pc:spChg chg="add mod">
          <ac:chgData name="鈴木 秀規" userId="f68c5fd9-22d5-4c0a-9833-7fb0f5135313" providerId="ADAL" clId="{B600404B-B4AC-BA48-ABCA-42DD293133BE}" dt="2020-12-02T04:28:23.990" v="2714" actId="20577"/>
          <ac:spMkLst>
            <pc:docMk/>
            <pc:sldMk cId="510692425" sldId="259"/>
            <ac:spMk id="16" creationId="{15D20A36-4487-7441-AAC0-662645AC7C25}"/>
          </ac:spMkLst>
        </pc:spChg>
        <pc:grpChg chg="add">
          <ac:chgData name="鈴木 秀規" userId="f68c5fd9-22d5-4c0a-9833-7fb0f5135313" providerId="ADAL" clId="{B600404B-B4AC-BA48-ABCA-42DD293133BE}" dt="2020-12-02T02:13:59.325" v="791" actId="164"/>
          <ac:grpSpMkLst>
            <pc:docMk/>
            <pc:sldMk cId="510692425" sldId="259"/>
            <ac:grpSpMk id="8" creationId="{6ADB31C3-0BE2-AE4F-A979-FDA1F14C8FD1}"/>
          </ac:grpSpMkLst>
        </pc:grpChg>
      </pc:sldChg>
      <pc:sldChg chg="addSp delSp modSp mod modClrScheme chgLayout">
        <pc:chgData name="鈴木 秀規" userId="f68c5fd9-22d5-4c0a-9833-7fb0f5135313" providerId="ADAL" clId="{B600404B-B4AC-BA48-ABCA-42DD293133BE}" dt="2020-12-02T05:50:50.043" v="6319" actId="20577"/>
        <pc:sldMkLst>
          <pc:docMk/>
          <pc:sldMk cId="1511176286" sldId="261"/>
        </pc:sldMkLst>
        <pc:spChg chg="add mod ord">
          <ac:chgData name="鈴木 秀規" userId="f68c5fd9-22d5-4c0a-9833-7fb0f5135313" providerId="ADAL" clId="{B600404B-B4AC-BA48-ABCA-42DD293133BE}" dt="2020-12-02T05:50:50.043" v="6319" actId="20577"/>
          <ac:spMkLst>
            <pc:docMk/>
            <pc:sldMk cId="1511176286" sldId="261"/>
            <ac:spMk id="3" creationId="{0B12D7F3-A5C2-B94D-B5AC-293A43E6E105}"/>
          </ac:spMkLst>
        </pc:spChg>
        <pc:spChg chg="add del mod ord">
          <ac:chgData name="鈴木 秀規" userId="f68c5fd9-22d5-4c0a-9833-7fb0f5135313" providerId="ADAL" clId="{B600404B-B4AC-BA48-ABCA-42DD293133BE}" dt="2020-12-02T04:14:35.860" v="2005" actId="478"/>
          <ac:spMkLst>
            <pc:docMk/>
            <pc:sldMk cId="1511176286" sldId="261"/>
            <ac:spMk id="4" creationId="{E852CDE0-AA4B-314A-B85C-A782B80C00D9}"/>
          </ac:spMkLst>
        </pc:spChg>
        <pc:spChg chg="mod ord">
          <ac:chgData name="鈴木 秀規" userId="f68c5fd9-22d5-4c0a-9833-7fb0f5135313" providerId="ADAL" clId="{B600404B-B4AC-BA48-ABCA-42DD293133BE}" dt="2020-12-02T04:20:15.484" v="2178" actId="6264"/>
          <ac:spMkLst>
            <pc:docMk/>
            <pc:sldMk cId="1511176286" sldId="261"/>
            <ac:spMk id="5" creationId="{A3029779-EAC3-4C79-8D54-6C50A59BB25F}"/>
          </ac:spMkLst>
        </pc:spChg>
        <pc:spChg chg="mod ord">
          <ac:chgData name="鈴木 秀規" userId="f68c5fd9-22d5-4c0a-9833-7fb0f5135313" providerId="ADAL" clId="{B600404B-B4AC-BA48-ABCA-42DD293133BE}" dt="2020-12-02T04:20:15.484" v="2178" actId="6264"/>
          <ac:spMkLst>
            <pc:docMk/>
            <pc:sldMk cId="1511176286" sldId="261"/>
            <ac:spMk id="6" creationId="{93CAF3DF-C091-49F3-9A99-6DC437D36896}"/>
          </ac:spMkLst>
        </pc:spChg>
        <pc:spChg chg="mod ord">
          <ac:chgData name="鈴木 秀規" userId="f68c5fd9-22d5-4c0a-9833-7fb0f5135313" providerId="ADAL" clId="{B600404B-B4AC-BA48-ABCA-42DD293133BE}" dt="2020-12-02T05:50:12.152" v="6260" actId="114"/>
          <ac:spMkLst>
            <pc:docMk/>
            <pc:sldMk cId="1511176286" sldId="261"/>
            <ac:spMk id="7" creationId="{26125C28-3058-490D-92C2-94CB56CB505F}"/>
          </ac:spMkLst>
        </pc:spChg>
        <pc:spChg chg="add del mod ord">
          <ac:chgData name="鈴木 秀規" userId="f68c5fd9-22d5-4c0a-9833-7fb0f5135313" providerId="ADAL" clId="{B600404B-B4AC-BA48-ABCA-42DD293133BE}" dt="2020-12-02T04:18:39.054" v="2164" actId="6264"/>
          <ac:spMkLst>
            <pc:docMk/>
            <pc:sldMk cId="1511176286" sldId="261"/>
            <ac:spMk id="9" creationId="{C3192905-400E-EF41-AE20-89458CD96150}"/>
          </ac:spMkLst>
        </pc:spChg>
        <pc:spChg chg="del mod">
          <ac:chgData name="鈴木 秀規" userId="f68c5fd9-22d5-4c0a-9833-7fb0f5135313" providerId="ADAL" clId="{B600404B-B4AC-BA48-ABCA-42DD293133BE}" dt="2020-12-02T04:08:41.396" v="1831" actId="700"/>
          <ac:spMkLst>
            <pc:docMk/>
            <pc:sldMk cId="1511176286" sldId="261"/>
            <ac:spMk id="10" creationId="{3E5F57E8-1388-43AE-8DB4-00724FCD3EB3}"/>
          </ac:spMkLst>
        </pc:spChg>
        <pc:spChg chg="add del mod">
          <ac:chgData name="鈴木 秀規" userId="f68c5fd9-22d5-4c0a-9833-7fb0f5135313" providerId="ADAL" clId="{B600404B-B4AC-BA48-ABCA-42DD293133BE}" dt="2020-12-02T04:18:39.054" v="2164" actId="6264"/>
          <ac:spMkLst>
            <pc:docMk/>
            <pc:sldMk cId="1511176286" sldId="261"/>
            <ac:spMk id="11" creationId="{F5A7CD29-DF2C-2649-8D6C-D9CD9FFF89EE}"/>
          </ac:spMkLst>
        </pc:spChg>
        <pc:spChg chg="add del mod">
          <ac:chgData name="鈴木 秀規" userId="f68c5fd9-22d5-4c0a-9833-7fb0f5135313" providerId="ADAL" clId="{B600404B-B4AC-BA48-ABCA-42DD293133BE}" dt="2020-12-02T04:18:39.054" v="2164" actId="6264"/>
          <ac:spMkLst>
            <pc:docMk/>
            <pc:sldMk cId="1511176286" sldId="261"/>
            <ac:spMk id="12" creationId="{00BB7E62-BEF6-014D-B3C4-5CD6A5EF82A6}"/>
          </ac:spMkLst>
        </pc:spChg>
        <pc:spChg chg="add del mod">
          <ac:chgData name="鈴木 秀規" userId="f68c5fd9-22d5-4c0a-9833-7fb0f5135313" providerId="ADAL" clId="{B600404B-B4AC-BA48-ABCA-42DD293133BE}" dt="2020-12-02T04:18:39.054" v="2164" actId="6264"/>
          <ac:spMkLst>
            <pc:docMk/>
            <pc:sldMk cId="1511176286" sldId="261"/>
            <ac:spMk id="13" creationId="{CC291E27-F70F-4A45-B050-7EDC3A665555}"/>
          </ac:spMkLst>
        </pc:spChg>
        <pc:spChg chg="add del mod">
          <ac:chgData name="鈴木 秀規" userId="f68c5fd9-22d5-4c0a-9833-7fb0f5135313" providerId="ADAL" clId="{B600404B-B4AC-BA48-ABCA-42DD293133BE}" dt="2020-12-02T04:18:39.054" v="2164" actId="6264"/>
          <ac:spMkLst>
            <pc:docMk/>
            <pc:sldMk cId="1511176286" sldId="261"/>
            <ac:spMk id="14" creationId="{904467C0-5C51-654B-BEBF-953CC27972D7}"/>
          </ac:spMkLst>
        </pc:spChg>
        <pc:spChg chg="add del mod ord">
          <ac:chgData name="鈴木 秀規" userId="f68c5fd9-22d5-4c0a-9833-7fb0f5135313" providerId="ADAL" clId="{B600404B-B4AC-BA48-ABCA-42DD293133BE}" dt="2020-12-02T04:18:51.543" v="2165" actId="700"/>
          <ac:spMkLst>
            <pc:docMk/>
            <pc:sldMk cId="1511176286" sldId="261"/>
            <ac:spMk id="15" creationId="{EC25E2CB-2FED-5943-9A3F-BD1999E6F085}"/>
          </ac:spMkLst>
        </pc:spChg>
        <pc:spChg chg="add mod">
          <ac:chgData name="鈴木 秀規" userId="f68c5fd9-22d5-4c0a-9833-7fb0f5135313" providerId="ADAL" clId="{B600404B-B4AC-BA48-ABCA-42DD293133BE}" dt="2020-12-02T04:20:06.076" v="2176" actId="242"/>
          <ac:spMkLst>
            <pc:docMk/>
            <pc:sldMk cId="1511176286" sldId="261"/>
            <ac:spMk id="16" creationId="{3D3083A4-EDBD-F44F-B749-8C32843AE7E8}"/>
          </ac:spMkLst>
        </pc:spChg>
        <pc:spChg chg="add del mod">
          <ac:chgData name="鈴木 秀規" userId="f68c5fd9-22d5-4c0a-9833-7fb0f5135313" providerId="ADAL" clId="{B600404B-B4AC-BA48-ABCA-42DD293133BE}" dt="2020-12-02T04:20:15.484" v="2178" actId="6264"/>
          <ac:spMkLst>
            <pc:docMk/>
            <pc:sldMk cId="1511176286" sldId="261"/>
            <ac:spMk id="17" creationId="{B7EEAD20-B52E-C84D-BA41-A4B13D35618D}"/>
          </ac:spMkLst>
        </pc:spChg>
        <pc:spChg chg="add del mod">
          <ac:chgData name="鈴木 秀規" userId="f68c5fd9-22d5-4c0a-9833-7fb0f5135313" providerId="ADAL" clId="{B600404B-B4AC-BA48-ABCA-42DD293133BE}" dt="2020-12-02T04:20:15.484" v="2178" actId="6264"/>
          <ac:spMkLst>
            <pc:docMk/>
            <pc:sldMk cId="1511176286" sldId="261"/>
            <ac:spMk id="18" creationId="{40B8B8CE-4432-2546-8F34-537F5F02040C}"/>
          </ac:spMkLst>
        </pc:spChg>
        <pc:spChg chg="add del mod">
          <ac:chgData name="鈴木 秀規" userId="f68c5fd9-22d5-4c0a-9833-7fb0f5135313" providerId="ADAL" clId="{B600404B-B4AC-BA48-ABCA-42DD293133BE}" dt="2020-12-02T04:20:15.484" v="2178" actId="6264"/>
          <ac:spMkLst>
            <pc:docMk/>
            <pc:sldMk cId="1511176286" sldId="261"/>
            <ac:spMk id="19" creationId="{43D5AFBE-3129-1040-8963-822EAB0C5BD8}"/>
          </ac:spMkLst>
        </pc:spChg>
        <pc:spChg chg="add del mod">
          <ac:chgData name="鈴木 秀規" userId="f68c5fd9-22d5-4c0a-9833-7fb0f5135313" providerId="ADAL" clId="{B600404B-B4AC-BA48-ABCA-42DD293133BE}" dt="2020-12-02T04:20:15.484" v="2178" actId="6264"/>
          <ac:spMkLst>
            <pc:docMk/>
            <pc:sldMk cId="1511176286" sldId="261"/>
            <ac:spMk id="20" creationId="{2F0831C7-3517-C74B-BAB4-5369133A2678}"/>
          </ac:spMkLst>
        </pc:spChg>
        <pc:graphicFrameChg chg="add del mod modGraphic">
          <ac:chgData name="鈴木 秀規" userId="f68c5fd9-22d5-4c0a-9833-7fb0f5135313" providerId="ADAL" clId="{B600404B-B4AC-BA48-ABCA-42DD293133BE}" dt="2020-12-02T04:13:51.067" v="1969" actId="478"/>
          <ac:graphicFrameMkLst>
            <pc:docMk/>
            <pc:sldMk cId="1511176286" sldId="261"/>
            <ac:graphicFrameMk id="2" creationId="{498EC15B-77CB-D94B-ABA0-F0F409B243C6}"/>
          </ac:graphicFrameMkLst>
        </pc:graphicFrameChg>
        <pc:graphicFrameChg chg="add mod modGraphic">
          <ac:chgData name="鈴木 秀規" userId="f68c5fd9-22d5-4c0a-9833-7fb0f5135313" providerId="ADAL" clId="{B600404B-B4AC-BA48-ABCA-42DD293133BE}" dt="2020-12-02T04:42:16.648" v="3412" actId="20577"/>
          <ac:graphicFrameMkLst>
            <pc:docMk/>
            <pc:sldMk cId="1511176286" sldId="261"/>
            <ac:graphicFrameMk id="8" creationId="{2E59ED26-9DC1-6D41-B485-712238FCF173}"/>
          </ac:graphicFrameMkLst>
        </pc:graphicFrameChg>
      </pc:sldChg>
      <pc:sldChg chg="del">
        <pc:chgData name="鈴木 秀規" userId="f68c5fd9-22d5-4c0a-9833-7fb0f5135313" providerId="ADAL" clId="{B600404B-B4AC-BA48-ABCA-42DD293133BE}" dt="2020-12-02T04:27:42.306" v="2672" actId="2696"/>
        <pc:sldMkLst>
          <pc:docMk/>
          <pc:sldMk cId="1713214288" sldId="262"/>
        </pc:sldMkLst>
      </pc:sldChg>
      <pc:sldChg chg="del">
        <pc:chgData name="鈴木 秀規" userId="f68c5fd9-22d5-4c0a-9833-7fb0f5135313" providerId="ADAL" clId="{B600404B-B4AC-BA48-ABCA-42DD293133BE}" dt="2020-12-02T04:27:42.306" v="2672" actId="2696"/>
        <pc:sldMkLst>
          <pc:docMk/>
          <pc:sldMk cId="254834012" sldId="263"/>
        </pc:sldMkLst>
      </pc:sldChg>
      <pc:sldChg chg="del">
        <pc:chgData name="鈴木 秀規" userId="f68c5fd9-22d5-4c0a-9833-7fb0f5135313" providerId="ADAL" clId="{B600404B-B4AC-BA48-ABCA-42DD293133BE}" dt="2020-12-02T04:27:42.306" v="2672" actId="2696"/>
        <pc:sldMkLst>
          <pc:docMk/>
          <pc:sldMk cId="1099120957" sldId="264"/>
        </pc:sldMkLst>
      </pc:sldChg>
      <pc:sldChg chg="del">
        <pc:chgData name="鈴木 秀規" userId="f68c5fd9-22d5-4c0a-9833-7fb0f5135313" providerId="ADAL" clId="{B600404B-B4AC-BA48-ABCA-42DD293133BE}" dt="2020-12-02T04:27:42.306" v="2672" actId="2696"/>
        <pc:sldMkLst>
          <pc:docMk/>
          <pc:sldMk cId="1314233390" sldId="265"/>
        </pc:sldMkLst>
      </pc:sldChg>
      <pc:sldChg chg="del">
        <pc:chgData name="鈴木 秀規" userId="f68c5fd9-22d5-4c0a-9833-7fb0f5135313" providerId="ADAL" clId="{B600404B-B4AC-BA48-ABCA-42DD293133BE}" dt="2020-12-02T04:27:42.306" v="2672" actId="2696"/>
        <pc:sldMkLst>
          <pc:docMk/>
          <pc:sldMk cId="1172273642" sldId="266"/>
        </pc:sldMkLst>
      </pc:sldChg>
      <pc:sldChg chg="del">
        <pc:chgData name="鈴木 秀規" userId="f68c5fd9-22d5-4c0a-9833-7fb0f5135313" providerId="ADAL" clId="{B600404B-B4AC-BA48-ABCA-42DD293133BE}" dt="2020-12-02T04:27:42.306" v="2672" actId="2696"/>
        <pc:sldMkLst>
          <pc:docMk/>
          <pc:sldMk cId="3121341803" sldId="268"/>
        </pc:sldMkLst>
      </pc:sldChg>
      <pc:sldChg chg="del">
        <pc:chgData name="鈴木 秀規" userId="f68c5fd9-22d5-4c0a-9833-7fb0f5135313" providerId="ADAL" clId="{B600404B-B4AC-BA48-ABCA-42DD293133BE}" dt="2020-12-02T04:27:42.306" v="2672" actId="2696"/>
        <pc:sldMkLst>
          <pc:docMk/>
          <pc:sldMk cId="3266701290" sldId="270"/>
        </pc:sldMkLst>
      </pc:sldChg>
      <pc:sldChg chg="del">
        <pc:chgData name="鈴木 秀規" userId="f68c5fd9-22d5-4c0a-9833-7fb0f5135313" providerId="ADAL" clId="{B600404B-B4AC-BA48-ABCA-42DD293133BE}" dt="2020-12-02T04:27:42.306" v="2672" actId="2696"/>
        <pc:sldMkLst>
          <pc:docMk/>
          <pc:sldMk cId="3345440256" sldId="271"/>
        </pc:sldMkLst>
      </pc:sldChg>
      <pc:sldChg chg="del">
        <pc:chgData name="鈴木 秀規" userId="f68c5fd9-22d5-4c0a-9833-7fb0f5135313" providerId="ADAL" clId="{B600404B-B4AC-BA48-ABCA-42DD293133BE}" dt="2020-12-02T04:27:42.306" v="2672" actId="2696"/>
        <pc:sldMkLst>
          <pc:docMk/>
          <pc:sldMk cId="1062431507" sldId="272"/>
        </pc:sldMkLst>
      </pc:sldChg>
      <pc:sldChg chg="del">
        <pc:chgData name="鈴木 秀規" userId="f68c5fd9-22d5-4c0a-9833-7fb0f5135313" providerId="ADAL" clId="{B600404B-B4AC-BA48-ABCA-42DD293133BE}" dt="2020-12-02T04:27:42.306" v="2672" actId="2696"/>
        <pc:sldMkLst>
          <pc:docMk/>
          <pc:sldMk cId="321865084" sldId="274"/>
        </pc:sldMkLst>
      </pc:sldChg>
      <pc:sldChg chg="del">
        <pc:chgData name="鈴木 秀規" userId="f68c5fd9-22d5-4c0a-9833-7fb0f5135313" providerId="ADAL" clId="{B600404B-B4AC-BA48-ABCA-42DD293133BE}" dt="2020-12-02T04:27:42.306" v="2672" actId="2696"/>
        <pc:sldMkLst>
          <pc:docMk/>
          <pc:sldMk cId="1750612290" sldId="275"/>
        </pc:sldMkLst>
      </pc:sldChg>
      <pc:sldChg chg="del">
        <pc:chgData name="鈴木 秀規" userId="f68c5fd9-22d5-4c0a-9833-7fb0f5135313" providerId="ADAL" clId="{B600404B-B4AC-BA48-ABCA-42DD293133BE}" dt="2020-12-02T04:27:42.306" v="2672" actId="2696"/>
        <pc:sldMkLst>
          <pc:docMk/>
          <pc:sldMk cId="2863491344" sldId="276"/>
        </pc:sldMkLst>
      </pc:sldChg>
      <pc:sldChg chg="modSp del mod">
        <pc:chgData name="鈴木 秀規" userId="f68c5fd9-22d5-4c0a-9833-7fb0f5135313" providerId="ADAL" clId="{B600404B-B4AC-BA48-ABCA-42DD293133BE}" dt="2020-12-02T01:48:28.078" v="628" actId="2696"/>
        <pc:sldMkLst>
          <pc:docMk/>
          <pc:sldMk cId="1678292941" sldId="359"/>
        </pc:sldMkLst>
        <pc:spChg chg="mod">
          <ac:chgData name="鈴木 秀規" userId="f68c5fd9-22d5-4c0a-9833-7fb0f5135313" providerId="ADAL" clId="{B600404B-B4AC-BA48-ABCA-42DD293133BE}" dt="2020-12-02T01:41:11.197" v="113" actId="20577"/>
          <ac:spMkLst>
            <pc:docMk/>
            <pc:sldMk cId="1678292941" sldId="359"/>
            <ac:spMk id="5" creationId="{9FB73B72-EC40-4233-BAB1-83ECFE5A4DD1}"/>
          </ac:spMkLst>
        </pc:spChg>
      </pc:sldChg>
      <pc:sldChg chg="modSp mod">
        <pc:chgData name="鈴木 秀規" userId="f68c5fd9-22d5-4c0a-9833-7fb0f5135313" providerId="ADAL" clId="{B600404B-B4AC-BA48-ABCA-42DD293133BE}" dt="2020-12-02T01:48:09.543" v="626" actId="20577"/>
        <pc:sldMkLst>
          <pc:docMk/>
          <pc:sldMk cId="1668843990" sldId="360"/>
        </pc:sldMkLst>
        <pc:spChg chg="mod">
          <ac:chgData name="鈴木 秀規" userId="f68c5fd9-22d5-4c0a-9833-7fb0f5135313" providerId="ADAL" clId="{B600404B-B4AC-BA48-ABCA-42DD293133BE}" dt="2020-12-02T01:45:44.912" v="351" actId="20577"/>
          <ac:spMkLst>
            <pc:docMk/>
            <pc:sldMk cId="1668843990" sldId="360"/>
            <ac:spMk id="6" creationId="{296F413B-E489-4470-92CF-59B185034A28}"/>
          </ac:spMkLst>
        </pc:spChg>
        <pc:spChg chg="mod">
          <ac:chgData name="鈴木 秀規" userId="f68c5fd9-22d5-4c0a-9833-7fb0f5135313" providerId="ADAL" clId="{B600404B-B4AC-BA48-ABCA-42DD293133BE}" dt="2020-12-02T01:48:09.543" v="626" actId="20577"/>
          <ac:spMkLst>
            <pc:docMk/>
            <pc:sldMk cId="1668843990" sldId="360"/>
            <ac:spMk id="9" creationId="{A4832727-EA7F-44D6-A9F2-E4AE0246960A}"/>
          </ac:spMkLst>
        </pc:spChg>
      </pc:sldChg>
      <pc:sldChg chg="modSp mod">
        <pc:chgData name="鈴木 秀規" userId="f68c5fd9-22d5-4c0a-9833-7fb0f5135313" providerId="ADAL" clId="{B600404B-B4AC-BA48-ABCA-42DD293133BE}" dt="2020-12-02T01:48:17.333" v="627" actId="5793"/>
        <pc:sldMkLst>
          <pc:docMk/>
          <pc:sldMk cId="267129399" sldId="361"/>
        </pc:sldMkLst>
        <pc:spChg chg="mod">
          <ac:chgData name="鈴木 秀規" userId="f68c5fd9-22d5-4c0a-9833-7fb0f5135313" providerId="ADAL" clId="{B600404B-B4AC-BA48-ABCA-42DD293133BE}" dt="2020-12-02T01:45:36.756" v="348" actId="20577"/>
          <ac:spMkLst>
            <pc:docMk/>
            <pc:sldMk cId="267129399" sldId="361"/>
            <ac:spMk id="3" creationId="{AA9BFD7B-04B5-49CD-8E91-4AC76C8C681F}"/>
          </ac:spMkLst>
        </pc:spChg>
        <pc:spChg chg="mod">
          <ac:chgData name="鈴木 秀規" userId="f68c5fd9-22d5-4c0a-9833-7fb0f5135313" providerId="ADAL" clId="{B600404B-B4AC-BA48-ABCA-42DD293133BE}" dt="2020-12-02T01:48:17.333" v="627" actId="5793"/>
          <ac:spMkLst>
            <pc:docMk/>
            <pc:sldMk cId="267129399" sldId="361"/>
            <ac:spMk id="6" creationId="{D0F3BEAC-A5EA-4EE4-95C7-0AEC1107FD29}"/>
          </ac:spMkLst>
        </pc:spChg>
      </pc:sldChg>
      <pc:sldChg chg="addSp delSp modSp new mod chgLayout">
        <pc:chgData name="鈴木 秀規" userId="f68c5fd9-22d5-4c0a-9833-7fb0f5135313" providerId="ADAL" clId="{B600404B-B4AC-BA48-ABCA-42DD293133BE}" dt="2020-12-02T05:24:56.732" v="4844" actId="14734"/>
        <pc:sldMkLst>
          <pc:docMk/>
          <pc:sldMk cId="2503862587" sldId="362"/>
        </pc:sldMkLst>
        <pc:spChg chg="mod ord">
          <ac:chgData name="鈴木 秀規" userId="f68c5fd9-22d5-4c0a-9833-7fb0f5135313" providerId="ADAL" clId="{B600404B-B4AC-BA48-ABCA-42DD293133BE}" dt="2020-12-02T04:33:42.301" v="2887" actId="700"/>
          <ac:spMkLst>
            <pc:docMk/>
            <pc:sldMk cId="2503862587" sldId="362"/>
            <ac:spMk id="2" creationId="{6E4694B3-F66C-2C42-ABF3-667F907DA0DD}"/>
          </ac:spMkLst>
        </pc:spChg>
        <pc:spChg chg="mod ord">
          <ac:chgData name="鈴木 秀規" userId="f68c5fd9-22d5-4c0a-9833-7fb0f5135313" providerId="ADAL" clId="{B600404B-B4AC-BA48-ABCA-42DD293133BE}" dt="2020-12-02T05:09:53.477" v="4274" actId="20577"/>
          <ac:spMkLst>
            <pc:docMk/>
            <pc:sldMk cId="2503862587" sldId="362"/>
            <ac:spMk id="3" creationId="{0AA7DF0E-6130-4E46-AE0F-FC0B82015E51}"/>
          </ac:spMkLst>
        </pc:spChg>
        <pc:spChg chg="mod ord">
          <ac:chgData name="鈴木 秀規" userId="f68c5fd9-22d5-4c0a-9833-7fb0f5135313" providerId="ADAL" clId="{B600404B-B4AC-BA48-ABCA-42DD293133BE}" dt="2020-12-02T04:33:42.301" v="2887" actId="700"/>
          <ac:spMkLst>
            <pc:docMk/>
            <pc:sldMk cId="2503862587" sldId="362"/>
            <ac:spMk id="4" creationId="{D9FB1868-09BC-2B48-A261-614253F308F0}"/>
          </ac:spMkLst>
        </pc:spChg>
        <pc:spChg chg="del">
          <ac:chgData name="鈴木 秀規" userId="f68c5fd9-22d5-4c0a-9833-7fb0f5135313" providerId="ADAL" clId="{B600404B-B4AC-BA48-ABCA-42DD293133BE}" dt="2020-12-02T04:33:42.301" v="2887" actId="700"/>
          <ac:spMkLst>
            <pc:docMk/>
            <pc:sldMk cId="2503862587" sldId="362"/>
            <ac:spMk id="5" creationId="{EC071710-D4A1-D947-8F95-B8885D252A75}"/>
          </ac:spMkLst>
        </pc:spChg>
        <pc:spChg chg="add mod ord">
          <ac:chgData name="鈴木 秀規" userId="f68c5fd9-22d5-4c0a-9833-7fb0f5135313" providerId="ADAL" clId="{B600404B-B4AC-BA48-ABCA-42DD293133BE}" dt="2020-12-02T05:16:01.006" v="4537" actId="14100"/>
          <ac:spMkLst>
            <pc:docMk/>
            <pc:sldMk cId="2503862587" sldId="362"/>
            <ac:spMk id="6" creationId="{A4890558-85D0-1F40-B0C3-667A893B0352}"/>
          </ac:spMkLst>
        </pc:spChg>
        <pc:graphicFrameChg chg="add mod modGraphic">
          <ac:chgData name="鈴木 秀規" userId="f68c5fd9-22d5-4c0a-9833-7fb0f5135313" providerId="ADAL" clId="{B600404B-B4AC-BA48-ABCA-42DD293133BE}" dt="2020-12-02T05:24:56.732" v="4844" actId="14734"/>
          <ac:graphicFrameMkLst>
            <pc:docMk/>
            <pc:sldMk cId="2503862587" sldId="362"/>
            <ac:graphicFrameMk id="7" creationId="{4A74ACCC-FCC6-6B42-8E3E-348AE8E67A5C}"/>
          </ac:graphicFrameMkLst>
        </pc:graphicFrameChg>
      </pc:sldChg>
      <pc:sldChg chg="delSp modSp add mod ord">
        <pc:chgData name="鈴木 秀規" userId="f68c5fd9-22d5-4c0a-9833-7fb0f5135313" providerId="ADAL" clId="{B600404B-B4AC-BA48-ABCA-42DD293133BE}" dt="2020-12-02T05:51:40.506" v="6349" actId="114"/>
        <pc:sldMkLst>
          <pc:docMk/>
          <pc:sldMk cId="4089106883" sldId="363"/>
        </pc:sldMkLst>
        <pc:spChg chg="mod">
          <ac:chgData name="鈴木 秀規" userId="f68c5fd9-22d5-4c0a-9833-7fb0f5135313" providerId="ADAL" clId="{B600404B-B4AC-BA48-ABCA-42DD293133BE}" dt="2020-12-02T04:53:21.389" v="4074" actId="14100"/>
          <ac:spMkLst>
            <pc:docMk/>
            <pc:sldMk cId="4089106883" sldId="363"/>
            <ac:spMk id="2" creationId="{DC201A77-6CED-B64F-B3B1-47082D385545}"/>
          </ac:spMkLst>
        </pc:spChg>
        <pc:spChg chg="mod">
          <ac:chgData name="鈴木 秀規" userId="f68c5fd9-22d5-4c0a-9833-7fb0f5135313" providerId="ADAL" clId="{B600404B-B4AC-BA48-ABCA-42DD293133BE}" dt="2020-12-02T05:51:40.506" v="6349" actId="114"/>
          <ac:spMkLst>
            <pc:docMk/>
            <pc:sldMk cId="4089106883" sldId="363"/>
            <ac:spMk id="7" creationId="{26125C28-3058-490D-92C2-94CB56CB505F}"/>
          </ac:spMkLst>
        </pc:spChg>
        <pc:spChg chg="mod">
          <ac:chgData name="鈴木 秀規" userId="f68c5fd9-22d5-4c0a-9833-7fb0f5135313" providerId="ADAL" clId="{B600404B-B4AC-BA48-ABCA-42DD293133BE}" dt="2020-12-02T04:53:17.495" v="4073" actId="14100"/>
          <ac:spMkLst>
            <pc:docMk/>
            <pc:sldMk cId="4089106883" sldId="363"/>
            <ac:spMk id="9" creationId="{14E1B7D8-B324-1D47-BB93-2B20562C44B8}"/>
          </ac:spMkLst>
        </pc:spChg>
        <pc:spChg chg="mod">
          <ac:chgData name="鈴木 秀規" userId="f68c5fd9-22d5-4c0a-9833-7fb0f5135313" providerId="ADAL" clId="{B600404B-B4AC-BA48-ABCA-42DD293133BE}" dt="2020-12-02T05:26:43.906" v="5049" actId="20577"/>
          <ac:spMkLst>
            <pc:docMk/>
            <pc:sldMk cId="4089106883" sldId="363"/>
            <ac:spMk id="10" creationId="{3E5F57E8-1388-43AE-8DB4-00724FCD3EB3}"/>
          </ac:spMkLst>
        </pc:spChg>
        <pc:spChg chg="del">
          <ac:chgData name="鈴木 秀規" userId="f68c5fd9-22d5-4c0a-9833-7fb0f5135313" providerId="ADAL" clId="{B600404B-B4AC-BA48-ABCA-42DD293133BE}" dt="2020-12-02T04:39:08.472" v="3216" actId="478"/>
          <ac:spMkLst>
            <pc:docMk/>
            <pc:sldMk cId="4089106883" sldId="363"/>
            <ac:spMk id="16" creationId="{15D20A36-4487-7441-AAC0-662645AC7C25}"/>
          </ac:spMkLst>
        </pc:spChg>
      </pc:sldChg>
      <pc:sldChg chg="modSp new mod">
        <pc:chgData name="鈴木 秀規" userId="f68c5fd9-22d5-4c0a-9833-7fb0f5135313" providerId="ADAL" clId="{B600404B-B4AC-BA48-ABCA-42DD293133BE}" dt="2020-12-02T07:35:57.521" v="8283" actId="20577"/>
        <pc:sldMkLst>
          <pc:docMk/>
          <pc:sldMk cId="3893490019" sldId="364"/>
        </pc:sldMkLst>
        <pc:spChg chg="mod">
          <ac:chgData name="鈴木 秀規" userId="f68c5fd9-22d5-4c0a-9833-7fb0f5135313" providerId="ADAL" clId="{B600404B-B4AC-BA48-ABCA-42DD293133BE}" dt="2020-12-02T05:28:00.095" v="5105" actId="20577"/>
          <ac:spMkLst>
            <pc:docMk/>
            <pc:sldMk cId="3893490019" sldId="364"/>
            <ac:spMk id="3" creationId="{3A3F26A6-F565-3340-BD2E-EB9E7892240E}"/>
          </ac:spMkLst>
        </pc:spChg>
        <pc:spChg chg="mod">
          <ac:chgData name="鈴木 秀規" userId="f68c5fd9-22d5-4c0a-9833-7fb0f5135313" providerId="ADAL" clId="{B600404B-B4AC-BA48-ABCA-42DD293133BE}" dt="2020-12-02T07:35:57.521" v="8283" actId="20577"/>
          <ac:spMkLst>
            <pc:docMk/>
            <pc:sldMk cId="3893490019" sldId="364"/>
            <ac:spMk id="5" creationId="{2BB4C47D-B980-1C4B-8248-0869FD55EB3D}"/>
          </ac:spMkLst>
        </pc:spChg>
      </pc:sldChg>
      <pc:sldChg chg="addSp delSp modSp new mod modClrScheme chgLayout">
        <pc:chgData name="鈴木 秀規" userId="f68c5fd9-22d5-4c0a-9833-7fb0f5135313" providerId="ADAL" clId="{B600404B-B4AC-BA48-ABCA-42DD293133BE}" dt="2020-12-02T08:01:23.432" v="9334" actId="12385"/>
        <pc:sldMkLst>
          <pc:docMk/>
          <pc:sldMk cId="2559106598" sldId="365"/>
        </pc:sldMkLst>
        <pc:spChg chg="mod ord">
          <ac:chgData name="鈴木 秀規" userId="f68c5fd9-22d5-4c0a-9833-7fb0f5135313" providerId="ADAL" clId="{B600404B-B4AC-BA48-ABCA-42DD293133BE}" dt="2020-12-02T05:49:05.916" v="6232" actId="700"/>
          <ac:spMkLst>
            <pc:docMk/>
            <pc:sldMk cId="2559106598" sldId="365"/>
            <ac:spMk id="2" creationId="{78E72CC0-84D7-F940-8547-5CD32644186A}"/>
          </ac:spMkLst>
        </pc:spChg>
        <pc:spChg chg="mod ord">
          <ac:chgData name="鈴木 秀規" userId="f68c5fd9-22d5-4c0a-9833-7fb0f5135313" providerId="ADAL" clId="{B600404B-B4AC-BA48-ABCA-42DD293133BE}" dt="2020-12-02T05:49:05.916" v="6232" actId="700"/>
          <ac:spMkLst>
            <pc:docMk/>
            <pc:sldMk cId="2559106598" sldId="365"/>
            <ac:spMk id="3" creationId="{570D767C-529D-1D4C-9BD6-2E3AAE679914}"/>
          </ac:spMkLst>
        </pc:spChg>
        <pc:spChg chg="mod ord">
          <ac:chgData name="鈴木 秀規" userId="f68c5fd9-22d5-4c0a-9833-7fb0f5135313" providerId="ADAL" clId="{B600404B-B4AC-BA48-ABCA-42DD293133BE}" dt="2020-12-02T05:49:05.916" v="6232" actId="700"/>
          <ac:spMkLst>
            <pc:docMk/>
            <pc:sldMk cId="2559106598" sldId="365"/>
            <ac:spMk id="4" creationId="{5C76D554-1D05-0D47-95D6-B29E81E5EAFC}"/>
          </ac:spMkLst>
        </pc:spChg>
        <pc:spChg chg="del">
          <ac:chgData name="鈴木 秀規" userId="f68c5fd9-22d5-4c0a-9833-7fb0f5135313" providerId="ADAL" clId="{B600404B-B4AC-BA48-ABCA-42DD293133BE}" dt="2020-12-02T05:49:05.916" v="6232" actId="700"/>
          <ac:spMkLst>
            <pc:docMk/>
            <pc:sldMk cId="2559106598" sldId="365"/>
            <ac:spMk id="5" creationId="{98336345-77D1-E74E-B614-58C5A3FC2AFC}"/>
          </ac:spMkLst>
        </pc:spChg>
        <pc:graphicFrameChg chg="add mod modGraphic">
          <ac:chgData name="鈴木 秀規" userId="f68c5fd9-22d5-4c0a-9833-7fb0f5135313" providerId="ADAL" clId="{B600404B-B4AC-BA48-ABCA-42DD293133BE}" dt="2020-12-02T08:01:23.432" v="9334" actId="12385"/>
          <ac:graphicFrameMkLst>
            <pc:docMk/>
            <pc:sldMk cId="2559106598" sldId="365"/>
            <ac:graphicFrameMk id="6" creationId="{A5C776C1-5736-6E41-AFE0-D7FC9EBFA87B}"/>
          </ac:graphicFrameMkLst>
        </pc:graphicFrameChg>
      </pc:sldChg>
      <pc:sldChg chg="modSp new del mod">
        <pc:chgData name="鈴木 秀規" userId="f68c5fd9-22d5-4c0a-9833-7fb0f5135313" providerId="ADAL" clId="{B600404B-B4AC-BA48-ABCA-42DD293133BE}" dt="2020-12-02T07:34:48.074" v="8254" actId="2696"/>
        <pc:sldMkLst>
          <pc:docMk/>
          <pc:sldMk cId="671293941" sldId="366"/>
        </pc:sldMkLst>
        <pc:spChg chg="mod">
          <ac:chgData name="鈴木 秀規" userId="f68c5fd9-22d5-4c0a-9833-7fb0f5135313" providerId="ADAL" clId="{B600404B-B4AC-BA48-ABCA-42DD293133BE}" dt="2020-12-02T06:02:14.509" v="6889" actId="20577"/>
          <ac:spMkLst>
            <pc:docMk/>
            <pc:sldMk cId="671293941" sldId="366"/>
            <ac:spMk id="3" creationId="{32F6F70D-4A22-6441-9F95-1F3D498CB74F}"/>
          </ac:spMkLst>
        </pc:spChg>
        <pc:spChg chg="mod">
          <ac:chgData name="鈴木 秀規" userId="f68c5fd9-22d5-4c0a-9833-7fb0f5135313" providerId="ADAL" clId="{B600404B-B4AC-BA48-ABCA-42DD293133BE}" dt="2020-12-02T06:05:46.880" v="6905" actId="20577"/>
          <ac:spMkLst>
            <pc:docMk/>
            <pc:sldMk cId="671293941" sldId="366"/>
            <ac:spMk id="5" creationId="{A0D45762-B465-394B-8671-1944E65D97C7}"/>
          </ac:spMkLst>
        </pc:spChg>
      </pc:sldChg>
      <pc:sldChg chg="modSp add mod ord">
        <pc:chgData name="鈴木 秀規" userId="f68c5fd9-22d5-4c0a-9833-7fb0f5135313" providerId="ADAL" clId="{B600404B-B4AC-BA48-ABCA-42DD293133BE}" dt="2020-12-02T07:38:38.710" v="8518" actId="20577"/>
        <pc:sldMkLst>
          <pc:docMk/>
          <pc:sldMk cId="15529201" sldId="367"/>
        </pc:sldMkLst>
        <pc:spChg chg="mod">
          <ac:chgData name="鈴木 秀規" userId="f68c5fd9-22d5-4c0a-9833-7fb0f5135313" providerId="ADAL" clId="{B600404B-B4AC-BA48-ABCA-42DD293133BE}" dt="2020-12-02T06:11:15.049" v="7173" actId="14100"/>
          <ac:spMkLst>
            <pc:docMk/>
            <pc:sldMk cId="15529201" sldId="367"/>
            <ac:spMk id="2" creationId="{DC201A77-6CED-B64F-B3B1-47082D385545}"/>
          </ac:spMkLst>
        </pc:spChg>
        <pc:spChg chg="mod">
          <ac:chgData name="鈴木 秀規" userId="f68c5fd9-22d5-4c0a-9833-7fb0f5135313" providerId="ADAL" clId="{B600404B-B4AC-BA48-ABCA-42DD293133BE}" dt="2020-12-02T06:14:22.528" v="7407" actId="20577"/>
          <ac:spMkLst>
            <pc:docMk/>
            <pc:sldMk cId="15529201" sldId="367"/>
            <ac:spMk id="7" creationId="{26125C28-3058-490D-92C2-94CB56CB505F}"/>
          </ac:spMkLst>
        </pc:spChg>
        <pc:spChg chg="mod">
          <ac:chgData name="鈴木 秀規" userId="f68c5fd9-22d5-4c0a-9833-7fb0f5135313" providerId="ADAL" clId="{B600404B-B4AC-BA48-ABCA-42DD293133BE}" dt="2020-12-02T06:13:07.833" v="7308" actId="20577"/>
          <ac:spMkLst>
            <pc:docMk/>
            <pc:sldMk cId="15529201" sldId="367"/>
            <ac:spMk id="9" creationId="{14E1B7D8-B324-1D47-BB93-2B20562C44B8}"/>
          </ac:spMkLst>
        </pc:spChg>
        <pc:spChg chg="mod">
          <ac:chgData name="鈴木 秀規" userId="f68c5fd9-22d5-4c0a-9833-7fb0f5135313" providerId="ADAL" clId="{B600404B-B4AC-BA48-ABCA-42DD293133BE}" dt="2020-12-02T07:38:38.710" v="8518" actId="20577"/>
          <ac:spMkLst>
            <pc:docMk/>
            <pc:sldMk cId="15529201" sldId="367"/>
            <ac:spMk id="10" creationId="{3E5F57E8-1388-43AE-8DB4-00724FCD3EB3}"/>
          </ac:spMkLst>
        </pc:spChg>
      </pc:sldChg>
      <pc:sldChg chg="modSp add mod">
        <pc:chgData name="鈴木 秀規" userId="f68c5fd9-22d5-4c0a-9833-7fb0f5135313" providerId="ADAL" clId="{B600404B-B4AC-BA48-ABCA-42DD293133BE}" dt="2020-12-02T08:19:39.228" v="9351" actId="6549"/>
        <pc:sldMkLst>
          <pc:docMk/>
          <pc:sldMk cId="1431651866" sldId="368"/>
        </pc:sldMkLst>
        <pc:spChg chg="mod">
          <ac:chgData name="鈴木 秀規" userId="f68c5fd9-22d5-4c0a-9833-7fb0f5135313" providerId="ADAL" clId="{B600404B-B4AC-BA48-ABCA-42DD293133BE}" dt="2020-12-02T08:01:57.843" v="9350" actId="20577"/>
          <ac:spMkLst>
            <pc:docMk/>
            <pc:sldMk cId="1431651866" sldId="368"/>
            <ac:spMk id="3" creationId="{570D767C-529D-1D4C-9BD6-2E3AAE679914}"/>
          </ac:spMkLst>
        </pc:spChg>
        <pc:graphicFrameChg chg="modGraphic">
          <ac:chgData name="鈴木 秀規" userId="f68c5fd9-22d5-4c0a-9833-7fb0f5135313" providerId="ADAL" clId="{B600404B-B4AC-BA48-ABCA-42DD293133BE}" dt="2020-12-02T08:19:39.228" v="9351" actId="6549"/>
          <ac:graphicFrameMkLst>
            <pc:docMk/>
            <pc:sldMk cId="1431651866" sldId="368"/>
            <ac:graphicFrameMk id="6" creationId="{A5C776C1-5736-6E41-AFE0-D7FC9EBFA87B}"/>
          </ac:graphicFrameMkLst>
        </pc:graphicFrameChg>
      </pc:sldChg>
      <pc:sldMasterChg chg="delSldLayout">
        <pc:chgData name="鈴木 秀規" userId="f68c5fd9-22d5-4c0a-9833-7fb0f5135313" providerId="ADAL" clId="{B600404B-B4AC-BA48-ABCA-42DD293133BE}" dt="2020-12-02T04:27:42.306" v="2672" actId="2696"/>
        <pc:sldMasterMkLst>
          <pc:docMk/>
          <pc:sldMasterMk cId="435389543" sldId="2147483658"/>
        </pc:sldMasterMkLst>
        <pc:sldLayoutChg chg="del">
          <pc:chgData name="鈴木 秀規" userId="f68c5fd9-22d5-4c0a-9833-7fb0f5135313" providerId="ADAL" clId="{B600404B-B4AC-BA48-ABCA-42DD293133BE}" dt="2020-12-02T04:27:42.306" v="2672" actId="2696"/>
          <pc:sldLayoutMkLst>
            <pc:docMk/>
            <pc:sldMasterMk cId="435389543" sldId="2147483658"/>
            <pc:sldLayoutMk cId="2862377429" sldId="2147483665"/>
          </pc:sldLayoutMkLst>
        </pc:sldLayoutChg>
      </pc:sldMasterChg>
    </pc:docChg>
  </pc:docChgLst>
  <pc:docChgLst>
    <pc:chgData name="h_suzuki@rhizome01.onmicrosoft.com" userId="f68c5fd9-22d5-4c0a-9833-7fb0f5135313" providerId="ADAL" clId="{451AF4D3-28C3-44AF-95CB-3E4CF2CD7D4B}"/>
    <pc:docChg chg="modSld sldOrd">
      <pc:chgData name="h_suzuki@rhizome01.onmicrosoft.com" userId="f68c5fd9-22d5-4c0a-9833-7fb0f5135313" providerId="ADAL" clId="{451AF4D3-28C3-44AF-95CB-3E4CF2CD7D4B}" dt="2021-12-06T08:13:16.433" v="24"/>
      <pc:docMkLst>
        <pc:docMk/>
      </pc:docMkLst>
      <pc:sldChg chg="modSp mod ord">
        <pc:chgData name="h_suzuki@rhizome01.onmicrosoft.com" userId="f68c5fd9-22d5-4c0a-9833-7fb0f5135313" providerId="ADAL" clId="{451AF4D3-28C3-44AF-95CB-3E4CF2CD7D4B}" dt="2021-12-06T08:13:16.433" v="24"/>
        <pc:sldMkLst>
          <pc:docMk/>
          <pc:sldMk cId="571433644" sldId="375"/>
        </pc:sldMkLst>
        <pc:spChg chg="mod">
          <ac:chgData name="h_suzuki@rhizome01.onmicrosoft.com" userId="f68c5fd9-22d5-4c0a-9833-7fb0f5135313" providerId="ADAL" clId="{451AF4D3-28C3-44AF-95CB-3E4CF2CD7D4B}" dt="2021-12-06T08:12:33.358" v="22" actId="20577"/>
          <ac:spMkLst>
            <pc:docMk/>
            <pc:sldMk cId="571433644" sldId="375"/>
            <ac:spMk id="5" creationId="{1774875D-24B6-4061-A97A-E3A5F9F98EC7}"/>
          </ac:spMkLst>
        </pc:spChg>
      </pc:sldChg>
    </pc:docChg>
  </pc:docChgLst>
  <pc:docChgLst>
    <pc:chgData name="鈴木 秀規" userId="f68c5fd9-22d5-4c0a-9833-7fb0f5135313" providerId="ADAL" clId="{08638EF6-D777-4C0B-B3AC-F96EA920AE28}"/>
    <pc:docChg chg="undo custSel addSld delSld modSld">
      <pc:chgData name="鈴木 秀規" userId="f68c5fd9-22d5-4c0a-9833-7fb0f5135313" providerId="ADAL" clId="{08638EF6-D777-4C0B-B3AC-F96EA920AE28}" dt="2021-01-26T05:25:46.933" v="140" actId="14100"/>
      <pc:docMkLst>
        <pc:docMk/>
      </pc:docMkLst>
      <pc:sldChg chg="modSp mod">
        <pc:chgData name="鈴木 秀規" userId="f68c5fd9-22d5-4c0a-9833-7fb0f5135313" providerId="ADAL" clId="{08638EF6-D777-4C0B-B3AC-F96EA920AE28}" dt="2021-01-26T05:15:53.098" v="18" actId="14100"/>
        <pc:sldMkLst>
          <pc:docMk/>
          <pc:sldMk cId="0" sldId="256"/>
        </pc:sldMkLst>
        <pc:spChg chg="mod">
          <ac:chgData name="鈴木 秀規" userId="f68c5fd9-22d5-4c0a-9833-7fb0f5135313" providerId="ADAL" clId="{08638EF6-D777-4C0B-B3AC-F96EA920AE28}" dt="2021-01-26T05:15:53.098" v="18" actId="14100"/>
          <ac:spMkLst>
            <pc:docMk/>
            <pc:sldMk cId="0" sldId="256"/>
            <ac:spMk id="56" creationId="{00000000-0000-0000-0000-000000000000}"/>
          </ac:spMkLst>
        </pc:spChg>
      </pc:sldChg>
      <pc:sldChg chg="addSp delSp modSp new mod modClrScheme chgLayout">
        <pc:chgData name="鈴木 秀規" userId="f68c5fd9-22d5-4c0a-9833-7fb0f5135313" providerId="ADAL" clId="{08638EF6-D777-4C0B-B3AC-F96EA920AE28}" dt="2021-01-26T05:18:58.554" v="68" actId="20577"/>
        <pc:sldMkLst>
          <pc:docMk/>
          <pc:sldMk cId="1859091905" sldId="362"/>
        </pc:sldMkLst>
        <pc:spChg chg="del mod ord">
          <ac:chgData name="鈴木 秀規" userId="f68c5fd9-22d5-4c0a-9833-7fb0f5135313" providerId="ADAL" clId="{08638EF6-D777-4C0B-B3AC-F96EA920AE28}" dt="2021-01-26T05:16:11.335" v="21" actId="700"/>
          <ac:spMkLst>
            <pc:docMk/>
            <pc:sldMk cId="1859091905" sldId="362"/>
            <ac:spMk id="2" creationId="{4CBF5B66-7AA2-455B-BB64-AE2435551191}"/>
          </ac:spMkLst>
        </pc:spChg>
        <pc:spChg chg="del mod ord">
          <ac:chgData name="鈴木 秀規" userId="f68c5fd9-22d5-4c0a-9833-7fb0f5135313" providerId="ADAL" clId="{08638EF6-D777-4C0B-B3AC-F96EA920AE28}" dt="2021-01-26T05:16:11.335" v="21" actId="700"/>
          <ac:spMkLst>
            <pc:docMk/>
            <pc:sldMk cId="1859091905" sldId="362"/>
            <ac:spMk id="3" creationId="{1C6FA6B5-2ABF-4944-A196-C3D0F717D6DD}"/>
          </ac:spMkLst>
        </pc:spChg>
        <pc:spChg chg="mod ord">
          <ac:chgData name="鈴木 秀規" userId="f68c5fd9-22d5-4c0a-9833-7fb0f5135313" providerId="ADAL" clId="{08638EF6-D777-4C0B-B3AC-F96EA920AE28}" dt="2021-01-26T05:16:11.335" v="21" actId="700"/>
          <ac:spMkLst>
            <pc:docMk/>
            <pc:sldMk cId="1859091905" sldId="362"/>
            <ac:spMk id="4" creationId="{D6DC238B-EE56-4E60-9254-5D7461C2FECA}"/>
          </ac:spMkLst>
        </pc:spChg>
        <pc:spChg chg="mod ord">
          <ac:chgData name="鈴木 秀規" userId="f68c5fd9-22d5-4c0a-9833-7fb0f5135313" providerId="ADAL" clId="{08638EF6-D777-4C0B-B3AC-F96EA920AE28}" dt="2021-01-26T05:16:11.335" v="21" actId="700"/>
          <ac:spMkLst>
            <pc:docMk/>
            <pc:sldMk cId="1859091905" sldId="362"/>
            <ac:spMk id="5" creationId="{CAF52E47-E0BD-4CE1-8C78-272007650A0D}"/>
          </ac:spMkLst>
        </pc:spChg>
        <pc:spChg chg="del">
          <ac:chgData name="鈴木 秀規" userId="f68c5fd9-22d5-4c0a-9833-7fb0f5135313" providerId="ADAL" clId="{08638EF6-D777-4C0B-B3AC-F96EA920AE28}" dt="2021-01-26T05:16:11.335" v="21" actId="700"/>
          <ac:spMkLst>
            <pc:docMk/>
            <pc:sldMk cId="1859091905" sldId="362"/>
            <ac:spMk id="6" creationId="{79872133-46EE-42C3-B6F5-3AE94028958F}"/>
          </ac:spMkLst>
        </pc:spChg>
        <pc:spChg chg="add mod ord">
          <ac:chgData name="鈴木 秀規" userId="f68c5fd9-22d5-4c0a-9833-7fb0f5135313" providerId="ADAL" clId="{08638EF6-D777-4C0B-B3AC-F96EA920AE28}" dt="2021-01-26T05:17:31.196" v="24"/>
          <ac:spMkLst>
            <pc:docMk/>
            <pc:sldMk cId="1859091905" sldId="362"/>
            <ac:spMk id="7" creationId="{58177CF6-E256-4D88-B489-5F2EFF09AC4C}"/>
          </ac:spMkLst>
        </pc:spChg>
        <pc:spChg chg="add mod ord">
          <ac:chgData name="鈴木 秀規" userId="f68c5fd9-22d5-4c0a-9833-7fb0f5135313" providerId="ADAL" clId="{08638EF6-D777-4C0B-B3AC-F96EA920AE28}" dt="2021-01-26T05:18:58.554" v="68" actId="20577"/>
          <ac:spMkLst>
            <pc:docMk/>
            <pc:sldMk cId="1859091905" sldId="362"/>
            <ac:spMk id="8" creationId="{C57C43D1-E1C5-418D-A114-931FDA96CE3D}"/>
          </ac:spMkLst>
        </pc:spChg>
        <pc:picChg chg="add mod">
          <ac:chgData name="鈴木 秀規" userId="f68c5fd9-22d5-4c0a-9833-7fb0f5135313" providerId="ADAL" clId="{08638EF6-D777-4C0B-B3AC-F96EA920AE28}" dt="2021-01-26T05:17:56.352" v="28" actId="1076"/>
          <ac:picMkLst>
            <pc:docMk/>
            <pc:sldMk cId="1859091905" sldId="362"/>
            <ac:picMk id="9" creationId="{BA5D05B1-6F0D-4655-AFC1-495F71BCF81C}"/>
          </ac:picMkLst>
        </pc:picChg>
        <pc:picChg chg="add mod">
          <ac:chgData name="鈴木 秀規" userId="f68c5fd9-22d5-4c0a-9833-7fb0f5135313" providerId="ADAL" clId="{08638EF6-D777-4C0B-B3AC-F96EA920AE28}" dt="2021-01-26T05:17:56.352" v="28" actId="1076"/>
          <ac:picMkLst>
            <pc:docMk/>
            <pc:sldMk cId="1859091905" sldId="362"/>
            <ac:picMk id="10" creationId="{899D8770-B1F7-436F-BE7F-0F92A7770FDF}"/>
          </ac:picMkLst>
        </pc:picChg>
      </pc:sldChg>
      <pc:sldChg chg="addSp delSp modSp new mod">
        <pc:chgData name="鈴木 秀規" userId="f68c5fd9-22d5-4c0a-9833-7fb0f5135313" providerId="ADAL" clId="{08638EF6-D777-4C0B-B3AC-F96EA920AE28}" dt="2021-01-26T05:21:22.847" v="98" actId="1076"/>
        <pc:sldMkLst>
          <pc:docMk/>
          <pc:sldMk cId="2364365537" sldId="363"/>
        </pc:sldMkLst>
        <pc:spChg chg="mod">
          <ac:chgData name="鈴木 秀規" userId="f68c5fd9-22d5-4c0a-9833-7fb0f5135313" providerId="ADAL" clId="{08638EF6-D777-4C0B-B3AC-F96EA920AE28}" dt="2021-01-26T05:19:36.856" v="70"/>
          <ac:spMkLst>
            <pc:docMk/>
            <pc:sldMk cId="2364365537" sldId="363"/>
            <ac:spMk id="3" creationId="{B640D129-B6CB-4C83-B970-246D59D57573}"/>
          </ac:spMkLst>
        </pc:spChg>
        <pc:spChg chg="mod">
          <ac:chgData name="鈴木 秀規" userId="f68c5fd9-22d5-4c0a-9833-7fb0f5135313" providerId="ADAL" clId="{08638EF6-D777-4C0B-B3AC-F96EA920AE28}" dt="2021-01-26T05:19:50.758" v="73" actId="14100"/>
          <ac:spMkLst>
            <pc:docMk/>
            <pc:sldMk cId="2364365537" sldId="363"/>
            <ac:spMk id="5" creationId="{B57261C1-F514-40BE-AAF2-BA12D96EEC29}"/>
          </ac:spMkLst>
        </pc:spChg>
        <pc:spChg chg="add mod">
          <ac:chgData name="鈴木 秀規" userId="f68c5fd9-22d5-4c0a-9833-7fb0f5135313" providerId="ADAL" clId="{08638EF6-D777-4C0B-B3AC-F96EA920AE28}" dt="2021-01-26T05:20:52.991" v="88" actId="1076"/>
          <ac:spMkLst>
            <pc:docMk/>
            <pc:sldMk cId="2364365537" sldId="363"/>
            <ac:spMk id="9" creationId="{E22A0353-8EA1-4FD8-A39C-49D9187B8256}"/>
          </ac:spMkLst>
        </pc:spChg>
        <pc:picChg chg="add del mod">
          <ac:chgData name="鈴木 秀規" userId="f68c5fd9-22d5-4c0a-9833-7fb0f5135313" providerId="ADAL" clId="{08638EF6-D777-4C0B-B3AC-F96EA920AE28}" dt="2021-01-26T05:20:32.232" v="82" actId="478"/>
          <ac:picMkLst>
            <pc:docMk/>
            <pc:sldMk cId="2364365537" sldId="363"/>
            <ac:picMk id="6" creationId="{993F232B-F330-49C7-8CFF-CFCD402F49F4}"/>
          </ac:picMkLst>
        </pc:picChg>
        <pc:picChg chg="add mod">
          <ac:chgData name="鈴木 秀規" userId="f68c5fd9-22d5-4c0a-9833-7fb0f5135313" providerId="ADAL" clId="{08638EF6-D777-4C0B-B3AC-F96EA920AE28}" dt="2021-01-26T05:20:57.696" v="89" actId="14100"/>
          <ac:picMkLst>
            <pc:docMk/>
            <pc:sldMk cId="2364365537" sldId="363"/>
            <ac:picMk id="8" creationId="{763A5F80-3D1F-4918-9FDD-53A678F1CC4C}"/>
          </ac:picMkLst>
        </pc:picChg>
        <pc:picChg chg="add mod">
          <ac:chgData name="鈴木 秀規" userId="f68c5fd9-22d5-4c0a-9833-7fb0f5135313" providerId="ADAL" clId="{08638EF6-D777-4C0B-B3AC-F96EA920AE28}" dt="2021-01-26T05:21:14.092" v="94" actId="14100"/>
          <ac:picMkLst>
            <pc:docMk/>
            <pc:sldMk cId="2364365537" sldId="363"/>
            <ac:picMk id="10" creationId="{FBDEFDB1-0089-42FD-AE86-6574A2FA16DF}"/>
          </ac:picMkLst>
        </pc:picChg>
        <pc:picChg chg="add mod">
          <ac:chgData name="鈴木 秀規" userId="f68c5fd9-22d5-4c0a-9833-7fb0f5135313" providerId="ADAL" clId="{08638EF6-D777-4C0B-B3AC-F96EA920AE28}" dt="2021-01-26T05:21:22.847" v="98" actId="1076"/>
          <ac:picMkLst>
            <pc:docMk/>
            <pc:sldMk cId="2364365537" sldId="363"/>
            <ac:picMk id="11" creationId="{05719BC9-65AB-4C7B-9FC7-0A3C1B55521D}"/>
          </ac:picMkLst>
        </pc:picChg>
        <pc:picChg chg="add mod">
          <ac:chgData name="鈴木 秀規" userId="f68c5fd9-22d5-4c0a-9833-7fb0f5135313" providerId="ADAL" clId="{08638EF6-D777-4C0B-B3AC-F96EA920AE28}" dt="2021-01-26T05:21:19.192" v="96" actId="1076"/>
          <ac:picMkLst>
            <pc:docMk/>
            <pc:sldMk cId="2364365537" sldId="363"/>
            <ac:picMk id="12" creationId="{860637D5-85A1-4BFF-AD71-F43936BDB20B}"/>
          </ac:picMkLst>
        </pc:picChg>
      </pc:sldChg>
      <pc:sldChg chg="addSp modSp new mod">
        <pc:chgData name="鈴木 秀規" userId="f68c5fd9-22d5-4c0a-9833-7fb0f5135313" providerId="ADAL" clId="{08638EF6-D777-4C0B-B3AC-F96EA920AE28}" dt="2021-01-26T05:22:08.016" v="105" actId="1076"/>
        <pc:sldMkLst>
          <pc:docMk/>
          <pc:sldMk cId="2741627324" sldId="364"/>
        </pc:sldMkLst>
        <pc:spChg chg="mod">
          <ac:chgData name="鈴木 秀規" userId="f68c5fd9-22d5-4c0a-9833-7fb0f5135313" providerId="ADAL" clId="{08638EF6-D777-4C0B-B3AC-F96EA920AE28}" dt="2021-01-26T05:21:46.356" v="100"/>
          <ac:spMkLst>
            <pc:docMk/>
            <pc:sldMk cId="2741627324" sldId="364"/>
            <ac:spMk id="3" creationId="{B4DA3833-1318-40D9-AD12-6A36AD1AFCBA}"/>
          </ac:spMkLst>
        </pc:spChg>
        <pc:spChg chg="mod">
          <ac:chgData name="鈴木 秀規" userId="f68c5fd9-22d5-4c0a-9833-7fb0f5135313" providerId="ADAL" clId="{08638EF6-D777-4C0B-B3AC-F96EA920AE28}" dt="2021-01-26T05:22:03.812" v="103" actId="14100"/>
          <ac:spMkLst>
            <pc:docMk/>
            <pc:sldMk cId="2741627324" sldId="364"/>
            <ac:spMk id="5" creationId="{3EDB9DE5-251B-463B-B6D4-B3B16D2E8021}"/>
          </ac:spMkLst>
        </pc:spChg>
        <pc:picChg chg="add mod">
          <ac:chgData name="鈴木 秀規" userId="f68c5fd9-22d5-4c0a-9833-7fb0f5135313" providerId="ADAL" clId="{08638EF6-D777-4C0B-B3AC-F96EA920AE28}" dt="2021-01-26T05:22:08.016" v="105" actId="1076"/>
          <ac:picMkLst>
            <pc:docMk/>
            <pc:sldMk cId="2741627324" sldId="364"/>
            <ac:picMk id="6" creationId="{58B423EC-130A-4687-A843-790DB5B5F07B}"/>
          </ac:picMkLst>
        </pc:picChg>
      </pc:sldChg>
      <pc:sldChg chg="modSp new mod">
        <pc:chgData name="鈴木 秀規" userId="f68c5fd9-22d5-4c0a-9833-7fb0f5135313" providerId="ADAL" clId="{08638EF6-D777-4C0B-B3AC-F96EA920AE28}" dt="2021-01-26T05:23:15.844" v="115" actId="2710"/>
        <pc:sldMkLst>
          <pc:docMk/>
          <pc:sldMk cId="2463410247" sldId="365"/>
        </pc:sldMkLst>
        <pc:spChg chg="mod">
          <ac:chgData name="鈴木 秀規" userId="f68c5fd9-22d5-4c0a-9833-7fb0f5135313" providerId="ADAL" clId="{08638EF6-D777-4C0B-B3AC-F96EA920AE28}" dt="2021-01-26T05:22:27.921" v="107"/>
          <ac:spMkLst>
            <pc:docMk/>
            <pc:sldMk cId="2463410247" sldId="365"/>
            <ac:spMk id="3" creationId="{A7622962-8E8E-4B0A-B95C-5C847044E3A9}"/>
          </ac:spMkLst>
        </pc:spChg>
        <pc:spChg chg="mod">
          <ac:chgData name="鈴木 秀規" userId="f68c5fd9-22d5-4c0a-9833-7fb0f5135313" providerId="ADAL" clId="{08638EF6-D777-4C0B-B3AC-F96EA920AE28}" dt="2021-01-26T05:23:15.844" v="115" actId="2710"/>
          <ac:spMkLst>
            <pc:docMk/>
            <pc:sldMk cId="2463410247" sldId="365"/>
            <ac:spMk id="5" creationId="{D828DF36-6DEE-4664-A888-D5E7FA24C8BF}"/>
          </ac:spMkLst>
        </pc:spChg>
      </pc:sldChg>
      <pc:sldChg chg="addSp modSp new mod">
        <pc:chgData name="鈴木 秀規" userId="f68c5fd9-22d5-4c0a-9833-7fb0f5135313" providerId="ADAL" clId="{08638EF6-D777-4C0B-B3AC-F96EA920AE28}" dt="2021-01-26T05:25:46.933" v="140" actId="14100"/>
        <pc:sldMkLst>
          <pc:docMk/>
          <pc:sldMk cId="2468282938" sldId="366"/>
        </pc:sldMkLst>
        <pc:spChg chg="mod">
          <ac:chgData name="鈴木 秀規" userId="f68c5fd9-22d5-4c0a-9833-7fb0f5135313" providerId="ADAL" clId="{08638EF6-D777-4C0B-B3AC-F96EA920AE28}" dt="2021-01-26T05:23:59.930" v="117"/>
          <ac:spMkLst>
            <pc:docMk/>
            <pc:sldMk cId="2468282938" sldId="366"/>
            <ac:spMk id="3" creationId="{DCF72238-40A0-49B2-BCDA-0F4FC7B049CE}"/>
          </ac:spMkLst>
        </pc:spChg>
        <pc:spChg chg="mod">
          <ac:chgData name="鈴木 秀規" userId="f68c5fd9-22d5-4c0a-9833-7fb0f5135313" providerId="ADAL" clId="{08638EF6-D777-4C0B-B3AC-F96EA920AE28}" dt="2021-01-26T05:24:16.360" v="121" actId="14100"/>
          <ac:spMkLst>
            <pc:docMk/>
            <pc:sldMk cId="2468282938" sldId="366"/>
            <ac:spMk id="5" creationId="{74B6BD97-612C-4CA8-8A5C-7C81E7891880}"/>
          </ac:spMkLst>
        </pc:spChg>
        <pc:spChg chg="add mod">
          <ac:chgData name="鈴木 秀規" userId="f68c5fd9-22d5-4c0a-9833-7fb0f5135313" providerId="ADAL" clId="{08638EF6-D777-4C0B-B3AC-F96EA920AE28}" dt="2021-01-26T05:25:10.477" v="131" actId="1076"/>
          <ac:spMkLst>
            <pc:docMk/>
            <pc:sldMk cId="2468282938" sldId="366"/>
            <ac:spMk id="6" creationId="{71674804-97F6-4D1A-B06A-C8494D885214}"/>
          </ac:spMkLst>
        </pc:spChg>
        <pc:spChg chg="add mod">
          <ac:chgData name="鈴木 秀規" userId="f68c5fd9-22d5-4c0a-9833-7fb0f5135313" providerId="ADAL" clId="{08638EF6-D777-4C0B-B3AC-F96EA920AE28}" dt="2021-01-26T05:25:17.214" v="132" actId="571"/>
          <ac:spMkLst>
            <pc:docMk/>
            <pc:sldMk cId="2468282938" sldId="366"/>
            <ac:spMk id="7" creationId="{EAB6021F-3697-4137-B487-BDABD536A412}"/>
          </ac:spMkLst>
        </pc:spChg>
        <pc:spChg chg="add mod">
          <ac:chgData name="鈴木 秀規" userId="f68c5fd9-22d5-4c0a-9833-7fb0f5135313" providerId="ADAL" clId="{08638EF6-D777-4C0B-B3AC-F96EA920AE28}" dt="2021-01-26T05:25:46.933" v="140" actId="14100"/>
          <ac:spMkLst>
            <pc:docMk/>
            <pc:sldMk cId="2468282938" sldId="366"/>
            <ac:spMk id="8" creationId="{8AF68B02-7758-40C3-B9B1-151583045834}"/>
          </ac:spMkLst>
        </pc:spChg>
      </pc:sldChg>
      <pc:sldChg chg="del">
        <pc:chgData name="鈴木 秀規" userId="f68c5fd9-22d5-4c0a-9833-7fb0f5135313" providerId="ADAL" clId="{08638EF6-D777-4C0B-B3AC-F96EA920AE28}" dt="2021-01-26T05:16:05.009" v="19" actId="2696"/>
        <pc:sldMkLst>
          <pc:docMk/>
          <pc:sldMk cId="172008769" sldId="372"/>
        </pc:sldMkLst>
      </pc:sldChg>
      <pc:sldChg chg="del">
        <pc:chgData name="鈴木 秀規" userId="f68c5fd9-22d5-4c0a-9833-7fb0f5135313" providerId="ADAL" clId="{08638EF6-D777-4C0B-B3AC-F96EA920AE28}" dt="2021-01-26T05:16:05.009" v="19" actId="2696"/>
        <pc:sldMkLst>
          <pc:docMk/>
          <pc:sldMk cId="1907161375" sldId="375"/>
        </pc:sldMkLst>
      </pc:sldChg>
      <pc:sldChg chg="del">
        <pc:chgData name="鈴木 秀規" userId="f68c5fd9-22d5-4c0a-9833-7fb0f5135313" providerId="ADAL" clId="{08638EF6-D777-4C0B-B3AC-F96EA920AE28}" dt="2021-01-26T05:16:05.009" v="19" actId="2696"/>
        <pc:sldMkLst>
          <pc:docMk/>
          <pc:sldMk cId="2720488262" sldId="376"/>
        </pc:sldMkLst>
      </pc:sldChg>
      <pc:sldChg chg="del">
        <pc:chgData name="鈴木 秀規" userId="f68c5fd9-22d5-4c0a-9833-7fb0f5135313" providerId="ADAL" clId="{08638EF6-D777-4C0B-B3AC-F96EA920AE28}" dt="2021-01-26T05:16:05.009" v="19" actId="2696"/>
        <pc:sldMkLst>
          <pc:docMk/>
          <pc:sldMk cId="3649920568" sldId="377"/>
        </pc:sldMkLst>
      </pc:sldChg>
      <pc:sldChg chg="del">
        <pc:chgData name="鈴木 秀規" userId="f68c5fd9-22d5-4c0a-9833-7fb0f5135313" providerId="ADAL" clId="{08638EF6-D777-4C0B-B3AC-F96EA920AE28}" dt="2021-01-26T05:16:05.009" v="19" actId="2696"/>
        <pc:sldMkLst>
          <pc:docMk/>
          <pc:sldMk cId="958544309" sldId="379"/>
        </pc:sldMkLst>
      </pc:sldChg>
      <pc:sldChg chg="del">
        <pc:chgData name="鈴木 秀規" userId="f68c5fd9-22d5-4c0a-9833-7fb0f5135313" providerId="ADAL" clId="{08638EF6-D777-4C0B-B3AC-F96EA920AE28}" dt="2021-01-26T05:16:05.009" v="19" actId="2696"/>
        <pc:sldMkLst>
          <pc:docMk/>
          <pc:sldMk cId="690129785" sldId="380"/>
        </pc:sldMkLst>
      </pc:sldChg>
      <pc:sldChg chg="del">
        <pc:chgData name="鈴木 秀規" userId="f68c5fd9-22d5-4c0a-9833-7fb0f5135313" providerId="ADAL" clId="{08638EF6-D777-4C0B-B3AC-F96EA920AE28}" dt="2021-01-26T05:16:05.009" v="19" actId="2696"/>
        <pc:sldMkLst>
          <pc:docMk/>
          <pc:sldMk cId="2547390421" sldId="381"/>
        </pc:sldMkLst>
      </pc:sldChg>
    </pc:docChg>
  </pc:docChgLst>
  <pc:docChgLst>
    <pc:chgData name="鈴木 秀規" userId="f68c5fd9-22d5-4c0a-9833-7fb0f5135313" providerId="ADAL" clId="{1FFDFDEC-295D-434A-B582-72A8CC8A5E88}"/>
    <pc:docChg chg="undo custSel addSld delSld modSld">
      <pc:chgData name="鈴木 秀規" userId="f68c5fd9-22d5-4c0a-9833-7fb0f5135313" providerId="ADAL" clId="{1FFDFDEC-295D-434A-B582-72A8CC8A5E88}" dt="2021-01-26T04:14:36.735" v="1145" actId="2696"/>
      <pc:docMkLst>
        <pc:docMk/>
      </pc:docMkLst>
      <pc:sldChg chg="modSp mod">
        <pc:chgData name="鈴木 秀規" userId="f68c5fd9-22d5-4c0a-9833-7fb0f5135313" providerId="ADAL" clId="{1FFDFDEC-295D-434A-B582-72A8CC8A5E88}" dt="2021-01-14T07:55:57.714" v="879" actId="20577"/>
        <pc:sldMkLst>
          <pc:docMk/>
          <pc:sldMk cId="0" sldId="256"/>
        </pc:sldMkLst>
        <pc:spChg chg="mod">
          <ac:chgData name="鈴木 秀規" userId="f68c5fd9-22d5-4c0a-9833-7fb0f5135313" providerId="ADAL" clId="{1FFDFDEC-295D-434A-B582-72A8CC8A5E88}" dt="2021-01-14T07:55:57.714" v="879" actId="20577"/>
          <ac:spMkLst>
            <pc:docMk/>
            <pc:sldMk cId="0" sldId="256"/>
            <ac:spMk id="56" creationId="{00000000-0000-0000-0000-000000000000}"/>
          </ac:spMkLst>
        </pc:spChg>
      </pc:sldChg>
      <pc:sldChg chg="del">
        <pc:chgData name="鈴木 秀規" userId="f68c5fd9-22d5-4c0a-9833-7fb0f5135313" providerId="ADAL" clId="{1FFDFDEC-295D-434A-B582-72A8CC8A5E88}" dt="2021-01-14T02:02:02.288" v="173" actId="2696"/>
        <pc:sldMkLst>
          <pc:docMk/>
          <pc:sldMk cId="1511176286" sldId="261"/>
        </pc:sldMkLst>
      </pc:sldChg>
      <pc:sldChg chg="modSp mod">
        <pc:chgData name="鈴木 秀規" userId="f68c5fd9-22d5-4c0a-9833-7fb0f5135313" providerId="ADAL" clId="{1FFDFDEC-295D-434A-B582-72A8CC8A5E88}" dt="2021-01-14T01:53:14.302" v="5" actId="20577"/>
        <pc:sldMkLst>
          <pc:docMk/>
          <pc:sldMk cId="1668843990" sldId="360"/>
        </pc:sldMkLst>
        <pc:spChg chg="mod">
          <ac:chgData name="鈴木 秀規" userId="f68c5fd9-22d5-4c0a-9833-7fb0f5135313" providerId="ADAL" clId="{1FFDFDEC-295D-434A-B582-72A8CC8A5E88}" dt="2021-01-14T01:53:14.302" v="5" actId="20577"/>
          <ac:spMkLst>
            <pc:docMk/>
            <pc:sldMk cId="1668843990" sldId="360"/>
            <ac:spMk id="9" creationId="{A4832727-EA7F-44D6-A9F2-E4AE0246960A}"/>
          </ac:spMkLst>
        </pc:spChg>
      </pc:sldChg>
      <pc:sldChg chg="modSp mod">
        <pc:chgData name="鈴木 秀規" userId="f68c5fd9-22d5-4c0a-9833-7fb0f5135313" providerId="ADAL" clId="{1FFDFDEC-295D-434A-B582-72A8CC8A5E88}" dt="2021-01-26T04:14:26.201" v="1144"/>
        <pc:sldMkLst>
          <pc:docMk/>
          <pc:sldMk cId="267129399" sldId="361"/>
        </pc:sldMkLst>
        <pc:spChg chg="mod">
          <ac:chgData name="鈴木 秀規" userId="f68c5fd9-22d5-4c0a-9833-7fb0f5135313" providerId="ADAL" clId="{1FFDFDEC-295D-434A-B582-72A8CC8A5E88}" dt="2021-01-26T04:14:26.201" v="1144"/>
          <ac:spMkLst>
            <pc:docMk/>
            <pc:sldMk cId="267129399" sldId="361"/>
            <ac:spMk id="6" creationId="{D0F3BEAC-A5EA-4EE4-95C7-0AEC1107FD29}"/>
          </ac:spMkLst>
        </pc:spChg>
      </pc:sldChg>
      <pc:sldChg chg="del">
        <pc:chgData name="鈴木 秀規" userId="f68c5fd9-22d5-4c0a-9833-7fb0f5135313" providerId="ADAL" clId="{1FFDFDEC-295D-434A-B582-72A8CC8A5E88}" dt="2021-01-14T02:02:02.288" v="173" actId="2696"/>
        <pc:sldMkLst>
          <pc:docMk/>
          <pc:sldMk cId="2503862587" sldId="362"/>
        </pc:sldMkLst>
      </pc:sldChg>
      <pc:sldChg chg="del">
        <pc:chgData name="鈴木 秀規" userId="f68c5fd9-22d5-4c0a-9833-7fb0f5135313" providerId="ADAL" clId="{1FFDFDEC-295D-434A-B582-72A8CC8A5E88}" dt="2021-01-14T02:02:02.288" v="173" actId="2696"/>
        <pc:sldMkLst>
          <pc:docMk/>
          <pc:sldMk cId="3893490019" sldId="364"/>
        </pc:sldMkLst>
      </pc:sldChg>
      <pc:sldChg chg="del">
        <pc:chgData name="鈴木 秀規" userId="f68c5fd9-22d5-4c0a-9833-7fb0f5135313" providerId="ADAL" clId="{1FFDFDEC-295D-434A-B582-72A8CC8A5E88}" dt="2021-01-14T02:02:02.288" v="173" actId="2696"/>
        <pc:sldMkLst>
          <pc:docMk/>
          <pc:sldMk cId="2559106598" sldId="365"/>
        </pc:sldMkLst>
      </pc:sldChg>
      <pc:sldChg chg="del">
        <pc:chgData name="鈴木 秀規" userId="f68c5fd9-22d5-4c0a-9833-7fb0f5135313" providerId="ADAL" clId="{1FFDFDEC-295D-434A-B582-72A8CC8A5E88}" dt="2021-01-14T02:02:02.288" v="173" actId="2696"/>
        <pc:sldMkLst>
          <pc:docMk/>
          <pc:sldMk cId="15529201" sldId="367"/>
        </pc:sldMkLst>
      </pc:sldChg>
      <pc:sldChg chg="del">
        <pc:chgData name="鈴木 秀規" userId="f68c5fd9-22d5-4c0a-9833-7fb0f5135313" providerId="ADAL" clId="{1FFDFDEC-295D-434A-B582-72A8CC8A5E88}" dt="2021-01-14T02:02:02.288" v="173" actId="2696"/>
        <pc:sldMkLst>
          <pc:docMk/>
          <pc:sldMk cId="1431651866" sldId="368"/>
        </pc:sldMkLst>
      </pc:sldChg>
      <pc:sldChg chg="del">
        <pc:chgData name="鈴木 秀規" userId="f68c5fd9-22d5-4c0a-9833-7fb0f5135313" providerId="ADAL" clId="{1FFDFDEC-295D-434A-B582-72A8CC8A5E88}" dt="2021-01-14T02:02:02.288" v="173" actId="2696"/>
        <pc:sldMkLst>
          <pc:docMk/>
          <pc:sldMk cId="3805279594" sldId="370"/>
        </pc:sldMkLst>
      </pc:sldChg>
      <pc:sldChg chg="del">
        <pc:chgData name="鈴木 秀規" userId="f68c5fd9-22d5-4c0a-9833-7fb0f5135313" providerId="ADAL" clId="{1FFDFDEC-295D-434A-B582-72A8CC8A5E88}" dt="2021-01-14T02:02:02.288" v="173" actId="2696"/>
        <pc:sldMkLst>
          <pc:docMk/>
          <pc:sldMk cId="2800751255" sldId="371"/>
        </pc:sldMkLst>
      </pc:sldChg>
      <pc:sldChg chg="addSp delSp modSp add del mod">
        <pc:chgData name="鈴木 秀規" userId="f68c5fd9-22d5-4c0a-9833-7fb0f5135313" providerId="ADAL" clId="{1FFDFDEC-295D-434A-B582-72A8CC8A5E88}" dt="2021-01-26T04:07:56.960" v="1122" actId="2696"/>
        <pc:sldMkLst>
          <pc:docMk/>
          <pc:sldMk cId="172008769" sldId="372"/>
        </pc:sldMkLst>
        <pc:spChg chg="add del mod">
          <ac:chgData name="鈴木 秀規" userId="f68c5fd9-22d5-4c0a-9833-7fb0f5135313" providerId="ADAL" clId="{1FFDFDEC-295D-434A-B582-72A8CC8A5E88}" dt="2021-01-14T01:56:40.925" v="60" actId="478"/>
          <ac:spMkLst>
            <pc:docMk/>
            <pc:sldMk cId="172008769" sldId="372"/>
            <ac:spMk id="5" creationId="{67B38081-02F3-4384-BBAE-22C104C2455D}"/>
          </ac:spMkLst>
        </pc:spChg>
        <pc:spChg chg="mod">
          <ac:chgData name="鈴木 秀規" userId="f68c5fd9-22d5-4c0a-9833-7fb0f5135313" providerId="ADAL" clId="{1FFDFDEC-295D-434A-B582-72A8CC8A5E88}" dt="2021-01-14T01:55:41.096" v="38" actId="20577"/>
          <ac:spMkLst>
            <pc:docMk/>
            <pc:sldMk cId="172008769" sldId="372"/>
            <ac:spMk id="6" creationId="{3706AB8D-A382-42EF-9DE4-041BFCABF741}"/>
          </ac:spMkLst>
        </pc:spChg>
        <pc:spChg chg="del">
          <ac:chgData name="鈴木 秀規" userId="f68c5fd9-22d5-4c0a-9833-7fb0f5135313" providerId="ADAL" clId="{1FFDFDEC-295D-434A-B582-72A8CC8A5E88}" dt="2021-01-14T01:55:46.815" v="39" actId="478"/>
          <ac:spMkLst>
            <pc:docMk/>
            <pc:sldMk cId="172008769" sldId="372"/>
            <ac:spMk id="7" creationId="{672739A4-DFB9-47C7-9258-80F9236238A4}"/>
          </ac:spMkLst>
        </pc:spChg>
        <pc:spChg chg="mod">
          <ac:chgData name="鈴木 秀規" userId="f68c5fd9-22d5-4c0a-9833-7fb0f5135313" providerId="ADAL" clId="{1FFDFDEC-295D-434A-B582-72A8CC8A5E88}" dt="2021-01-14T01:56:25.122" v="59" actId="14100"/>
          <ac:spMkLst>
            <pc:docMk/>
            <pc:sldMk cId="172008769" sldId="372"/>
            <ac:spMk id="8" creationId="{1A8BB172-35AF-4185-A46A-ED93D3A7D7C5}"/>
          </ac:spMkLst>
        </pc:spChg>
        <pc:spChg chg="del">
          <ac:chgData name="鈴木 秀規" userId="f68c5fd9-22d5-4c0a-9833-7fb0f5135313" providerId="ADAL" clId="{1FFDFDEC-295D-434A-B582-72A8CC8A5E88}" dt="2021-01-14T01:55:46.815" v="39" actId="478"/>
          <ac:spMkLst>
            <pc:docMk/>
            <pc:sldMk cId="172008769" sldId="372"/>
            <ac:spMk id="10" creationId="{0AFC5742-3896-4E4B-91EB-5143E04BDFE8}"/>
          </ac:spMkLst>
        </pc:spChg>
        <pc:spChg chg="add mod">
          <ac:chgData name="鈴木 秀規" userId="f68c5fd9-22d5-4c0a-9833-7fb0f5135313" providerId="ADAL" clId="{1FFDFDEC-295D-434A-B582-72A8CC8A5E88}" dt="2021-01-26T03:27:03.211" v="885" actId="1036"/>
          <ac:spMkLst>
            <pc:docMk/>
            <pc:sldMk cId="172008769" sldId="372"/>
            <ac:spMk id="11" creationId="{0EE89B3D-777A-4D82-AF4A-FEBBC0B38D57}"/>
          </ac:spMkLst>
        </pc:spChg>
        <pc:spChg chg="mod">
          <ac:chgData name="鈴木 秀規" userId="f68c5fd9-22d5-4c0a-9833-7fb0f5135313" providerId="ADAL" clId="{1FFDFDEC-295D-434A-B582-72A8CC8A5E88}" dt="2021-01-14T01:56:41.228" v="61"/>
          <ac:spMkLst>
            <pc:docMk/>
            <pc:sldMk cId="172008769" sldId="372"/>
            <ac:spMk id="13" creationId="{00FBD691-EDB3-459B-AE89-CE15BB28FB9C}"/>
          </ac:spMkLst>
        </pc:spChg>
        <pc:spChg chg="mod">
          <ac:chgData name="鈴木 秀規" userId="f68c5fd9-22d5-4c0a-9833-7fb0f5135313" providerId="ADAL" clId="{1FFDFDEC-295D-434A-B582-72A8CC8A5E88}" dt="2021-01-14T01:56:41.228" v="61"/>
          <ac:spMkLst>
            <pc:docMk/>
            <pc:sldMk cId="172008769" sldId="372"/>
            <ac:spMk id="14" creationId="{760527DA-04D2-438C-8525-3AFE1849FF14}"/>
          </ac:spMkLst>
        </pc:spChg>
        <pc:spChg chg="mod">
          <ac:chgData name="鈴木 秀規" userId="f68c5fd9-22d5-4c0a-9833-7fb0f5135313" providerId="ADAL" clId="{1FFDFDEC-295D-434A-B582-72A8CC8A5E88}" dt="2021-01-14T01:56:41.228" v="61"/>
          <ac:spMkLst>
            <pc:docMk/>
            <pc:sldMk cId="172008769" sldId="372"/>
            <ac:spMk id="15" creationId="{C2114889-2F4A-4C98-8174-9526FFFDABA8}"/>
          </ac:spMkLst>
        </pc:spChg>
        <pc:spChg chg="add mod">
          <ac:chgData name="鈴木 秀規" userId="f68c5fd9-22d5-4c0a-9833-7fb0f5135313" providerId="ADAL" clId="{1FFDFDEC-295D-434A-B582-72A8CC8A5E88}" dt="2021-01-26T03:27:03.211" v="885" actId="1036"/>
          <ac:spMkLst>
            <pc:docMk/>
            <pc:sldMk cId="172008769" sldId="372"/>
            <ac:spMk id="16" creationId="{08963021-C7BF-4E30-88F9-27358B57D639}"/>
          </ac:spMkLst>
        </pc:spChg>
        <pc:spChg chg="add mod">
          <ac:chgData name="鈴木 秀規" userId="f68c5fd9-22d5-4c0a-9833-7fb0f5135313" providerId="ADAL" clId="{1FFDFDEC-295D-434A-B582-72A8CC8A5E88}" dt="2021-01-26T03:27:03.211" v="885" actId="1036"/>
          <ac:spMkLst>
            <pc:docMk/>
            <pc:sldMk cId="172008769" sldId="372"/>
            <ac:spMk id="20" creationId="{DDB2A47F-7592-4281-8601-0082B2A0F27B}"/>
          </ac:spMkLst>
        </pc:spChg>
        <pc:spChg chg="add mod">
          <ac:chgData name="鈴木 秀規" userId="f68c5fd9-22d5-4c0a-9833-7fb0f5135313" providerId="ADAL" clId="{1FFDFDEC-295D-434A-B582-72A8CC8A5E88}" dt="2021-01-26T03:27:03.211" v="885" actId="1036"/>
          <ac:spMkLst>
            <pc:docMk/>
            <pc:sldMk cId="172008769" sldId="372"/>
            <ac:spMk id="21" creationId="{E6A262F3-374E-4532-B119-B865B91C4E39}"/>
          </ac:spMkLst>
        </pc:spChg>
        <pc:grpChg chg="add mod">
          <ac:chgData name="鈴木 秀規" userId="f68c5fd9-22d5-4c0a-9833-7fb0f5135313" providerId="ADAL" clId="{1FFDFDEC-295D-434A-B582-72A8CC8A5E88}" dt="2021-01-26T03:27:03.211" v="885" actId="1036"/>
          <ac:grpSpMkLst>
            <pc:docMk/>
            <pc:sldMk cId="172008769" sldId="372"/>
            <ac:grpSpMk id="12" creationId="{3BF1A17C-1891-4B32-9243-CD5A4079FDC1}"/>
          </ac:grpSpMkLst>
        </pc:grpChg>
        <pc:picChg chg="add mod">
          <ac:chgData name="鈴木 秀規" userId="f68c5fd9-22d5-4c0a-9833-7fb0f5135313" providerId="ADAL" clId="{1FFDFDEC-295D-434A-B582-72A8CC8A5E88}" dt="2021-01-26T03:27:03.211" v="885" actId="1036"/>
          <ac:picMkLst>
            <pc:docMk/>
            <pc:sldMk cId="172008769" sldId="372"/>
            <ac:picMk id="17" creationId="{6BB4F070-ED21-451B-8D3B-ABEA92C592CF}"/>
          </ac:picMkLst>
        </pc:picChg>
        <pc:picChg chg="add mod">
          <ac:chgData name="鈴木 秀規" userId="f68c5fd9-22d5-4c0a-9833-7fb0f5135313" providerId="ADAL" clId="{1FFDFDEC-295D-434A-B582-72A8CC8A5E88}" dt="2021-01-26T03:27:03.211" v="885" actId="1036"/>
          <ac:picMkLst>
            <pc:docMk/>
            <pc:sldMk cId="172008769" sldId="372"/>
            <ac:picMk id="18" creationId="{18CDD6B3-104E-4B2C-ABCE-BDDA2A03556C}"/>
          </ac:picMkLst>
        </pc:picChg>
        <pc:picChg chg="add mod">
          <ac:chgData name="鈴木 秀規" userId="f68c5fd9-22d5-4c0a-9833-7fb0f5135313" providerId="ADAL" clId="{1FFDFDEC-295D-434A-B582-72A8CC8A5E88}" dt="2021-01-26T03:27:03.211" v="885" actId="1036"/>
          <ac:picMkLst>
            <pc:docMk/>
            <pc:sldMk cId="172008769" sldId="372"/>
            <ac:picMk id="19" creationId="{1818FF79-0FA6-4DDC-A3CE-FD7017CADC96}"/>
          </ac:picMkLst>
        </pc:picChg>
      </pc:sldChg>
      <pc:sldChg chg="del">
        <pc:chgData name="鈴木 秀規" userId="f68c5fd9-22d5-4c0a-9833-7fb0f5135313" providerId="ADAL" clId="{1FFDFDEC-295D-434A-B582-72A8CC8A5E88}" dt="2021-01-14T02:02:02.288" v="173" actId="2696"/>
        <pc:sldMkLst>
          <pc:docMk/>
          <pc:sldMk cId="1008457363" sldId="373"/>
        </pc:sldMkLst>
      </pc:sldChg>
      <pc:sldChg chg="del">
        <pc:chgData name="鈴木 秀規" userId="f68c5fd9-22d5-4c0a-9833-7fb0f5135313" providerId="ADAL" clId="{1FFDFDEC-295D-434A-B582-72A8CC8A5E88}" dt="2021-01-14T02:02:02.288" v="173" actId="2696"/>
        <pc:sldMkLst>
          <pc:docMk/>
          <pc:sldMk cId="3737915234" sldId="374"/>
        </pc:sldMkLst>
      </pc:sldChg>
      <pc:sldChg chg="addSp delSp modSp new mod modClrScheme chgLayout">
        <pc:chgData name="鈴木 秀規" userId="f68c5fd9-22d5-4c0a-9833-7fb0f5135313" providerId="ADAL" clId="{1FFDFDEC-295D-434A-B582-72A8CC8A5E88}" dt="2021-01-14T01:59:45.566" v="120" actId="20577"/>
        <pc:sldMkLst>
          <pc:docMk/>
          <pc:sldMk cId="1907161375" sldId="375"/>
        </pc:sldMkLst>
        <pc:spChg chg="mod ord">
          <ac:chgData name="鈴木 秀規" userId="f68c5fd9-22d5-4c0a-9833-7fb0f5135313" providerId="ADAL" clId="{1FFDFDEC-295D-434A-B582-72A8CC8A5E88}" dt="2021-01-14T01:54:25.584" v="9" actId="700"/>
          <ac:spMkLst>
            <pc:docMk/>
            <pc:sldMk cId="1907161375" sldId="375"/>
            <ac:spMk id="2" creationId="{F2C33459-1977-49C7-8169-E241134D1068}"/>
          </ac:spMkLst>
        </pc:spChg>
        <pc:spChg chg="del mod ord">
          <ac:chgData name="鈴木 秀規" userId="f68c5fd9-22d5-4c0a-9833-7fb0f5135313" providerId="ADAL" clId="{1FFDFDEC-295D-434A-B582-72A8CC8A5E88}" dt="2021-01-14T01:54:25.584" v="9" actId="700"/>
          <ac:spMkLst>
            <pc:docMk/>
            <pc:sldMk cId="1907161375" sldId="375"/>
            <ac:spMk id="3" creationId="{636E995A-F897-446B-8750-F1FA333D638B}"/>
          </ac:spMkLst>
        </pc:spChg>
        <pc:spChg chg="mod ord">
          <ac:chgData name="鈴木 秀規" userId="f68c5fd9-22d5-4c0a-9833-7fb0f5135313" providerId="ADAL" clId="{1FFDFDEC-295D-434A-B582-72A8CC8A5E88}" dt="2021-01-14T01:54:25.584" v="9" actId="700"/>
          <ac:spMkLst>
            <pc:docMk/>
            <pc:sldMk cId="1907161375" sldId="375"/>
            <ac:spMk id="4" creationId="{B2A3B6B7-9A60-4D01-AAEE-C2106AF10B28}"/>
          </ac:spMkLst>
        </pc:spChg>
        <pc:spChg chg="del mod ord">
          <ac:chgData name="鈴木 秀規" userId="f68c5fd9-22d5-4c0a-9833-7fb0f5135313" providerId="ADAL" clId="{1FFDFDEC-295D-434A-B582-72A8CC8A5E88}" dt="2021-01-14T01:54:25.584" v="9" actId="700"/>
          <ac:spMkLst>
            <pc:docMk/>
            <pc:sldMk cId="1907161375" sldId="375"/>
            <ac:spMk id="5" creationId="{B151D206-9F6E-4D12-A8D3-8A8829BB5028}"/>
          </ac:spMkLst>
        </pc:spChg>
        <pc:spChg chg="del">
          <ac:chgData name="鈴木 秀規" userId="f68c5fd9-22d5-4c0a-9833-7fb0f5135313" providerId="ADAL" clId="{1FFDFDEC-295D-434A-B582-72A8CC8A5E88}" dt="2021-01-14T01:54:25.584" v="9" actId="700"/>
          <ac:spMkLst>
            <pc:docMk/>
            <pc:sldMk cId="1907161375" sldId="375"/>
            <ac:spMk id="6" creationId="{D6696C33-9BDD-48AC-8E27-0A64C91D0D98}"/>
          </ac:spMkLst>
        </pc:spChg>
        <pc:spChg chg="del">
          <ac:chgData name="鈴木 秀規" userId="f68c5fd9-22d5-4c0a-9833-7fb0f5135313" providerId="ADAL" clId="{1FFDFDEC-295D-434A-B582-72A8CC8A5E88}" dt="2021-01-14T01:54:25.584" v="9" actId="700"/>
          <ac:spMkLst>
            <pc:docMk/>
            <pc:sldMk cId="1907161375" sldId="375"/>
            <ac:spMk id="7" creationId="{E4D4E024-E9E2-43D0-B1F1-F13EC947B786}"/>
          </ac:spMkLst>
        </pc:spChg>
        <pc:spChg chg="add mod ord">
          <ac:chgData name="鈴木 秀規" userId="f68c5fd9-22d5-4c0a-9833-7fb0f5135313" providerId="ADAL" clId="{1FFDFDEC-295D-434A-B582-72A8CC8A5E88}" dt="2021-01-14T01:58:04.334" v="101" actId="20577"/>
          <ac:spMkLst>
            <pc:docMk/>
            <pc:sldMk cId="1907161375" sldId="375"/>
            <ac:spMk id="8" creationId="{78B182D4-16E3-44FD-A2E5-1D567BDD09F0}"/>
          </ac:spMkLst>
        </pc:spChg>
        <pc:spChg chg="add mod ord">
          <ac:chgData name="鈴木 秀規" userId="f68c5fd9-22d5-4c0a-9833-7fb0f5135313" providerId="ADAL" clId="{1FFDFDEC-295D-434A-B582-72A8CC8A5E88}" dt="2021-01-14T01:59:03.773" v="108" actId="14100"/>
          <ac:spMkLst>
            <pc:docMk/>
            <pc:sldMk cId="1907161375" sldId="375"/>
            <ac:spMk id="9" creationId="{4F6550AC-7983-47F0-BE4F-14B2B41AE9EE}"/>
          </ac:spMkLst>
        </pc:spChg>
        <pc:spChg chg="add mod">
          <ac:chgData name="鈴木 秀規" userId="f68c5fd9-22d5-4c0a-9833-7fb0f5135313" providerId="ADAL" clId="{1FFDFDEC-295D-434A-B582-72A8CC8A5E88}" dt="2021-01-14T01:59:18.272" v="110" actId="1076"/>
          <ac:spMkLst>
            <pc:docMk/>
            <pc:sldMk cId="1907161375" sldId="375"/>
            <ac:spMk id="10" creationId="{07AAD370-75E4-4088-9385-8BD5A3B0B1FA}"/>
          </ac:spMkLst>
        </pc:spChg>
        <pc:spChg chg="add mod">
          <ac:chgData name="鈴木 秀規" userId="f68c5fd9-22d5-4c0a-9833-7fb0f5135313" providerId="ADAL" clId="{1FFDFDEC-295D-434A-B582-72A8CC8A5E88}" dt="2021-01-14T01:59:36.868" v="115" actId="207"/>
          <ac:spMkLst>
            <pc:docMk/>
            <pc:sldMk cId="1907161375" sldId="375"/>
            <ac:spMk id="14" creationId="{A20BE2EF-A56E-47BB-9FD3-66EB89F1CAB2}"/>
          </ac:spMkLst>
        </pc:spChg>
        <pc:spChg chg="add mod">
          <ac:chgData name="鈴木 秀規" userId="f68c5fd9-22d5-4c0a-9833-7fb0f5135313" providerId="ADAL" clId="{1FFDFDEC-295D-434A-B582-72A8CC8A5E88}" dt="2021-01-14T01:59:18.272" v="110" actId="1076"/>
          <ac:spMkLst>
            <pc:docMk/>
            <pc:sldMk cId="1907161375" sldId="375"/>
            <ac:spMk id="17" creationId="{21ED72EF-CCE7-4002-AA1A-6B5AC15DFF59}"/>
          </ac:spMkLst>
        </pc:spChg>
        <pc:spChg chg="add mod">
          <ac:chgData name="鈴木 秀規" userId="f68c5fd9-22d5-4c0a-9833-7fb0f5135313" providerId="ADAL" clId="{1FFDFDEC-295D-434A-B582-72A8CC8A5E88}" dt="2021-01-14T01:59:18.272" v="110" actId="1076"/>
          <ac:spMkLst>
            <pc:docMk/>
            <pc:sldMk cId="1907161375" sldId="375"/>
            <ac:spMk id="18" creationId="{0326BFB2-441C-48B3-A336-83EED185BD7F}"/>
          </ac:spMkLst>
        </pc:spChg>
        <pc:spChg chg="add mod">
          <ac:chgData name="鈴木 秀規" userId="f68c5fd9-22d5-4c0a-9833-7fb0f5135313" providerId="ADAL" clId="{1FFDFDEC-295D-434A-B582-72A8CC8A5E88}" dt="2021-01-14T01:59:18.272" v="110" actId="1076"/>
          <ac:spMkLst>
            <pc:docMk/>
            <pc:sldMk cId="1907161375" sldId="375"/>
            <ac:spMk id="19" creationId="{E7B78823-E559-44B9-B837-BC65C7418CA2}"/>
          </ac:spMkLst>
        </pc:spChg>
        <pc:spChg chg="add mod">
          <ac:chgData name="鈴木 秀規" userId="f68c5fd9-22d5-4c0a-9833-7fb0f5135313" providerId="ADAL" clId="{1FFDFDEC-295D-434A-B582-72A8CC8A5E88}" dt="2021-01-14T01:59:18.272" v="110" actId="1076"/>
          <ac:spMkLst>
            <pc:docMk/>
            <pc:sldMk cId="1907161375" sldId="375"/>
            <ac:spMk id="21" creationId="{9504068A-D6BB-4A8F-B6B6-F71AFA026404}"/>
          </ac:spMkLst>
        </pc:spChg>
        <pc:spChg chg="add mod">
          <ac:chgData name="鈴木 秀規" userId="f68c5fd9-22d5-4c0a-9833-7fb0f5135313" providerId="ADAL" clId="{1FFDFDEC-295D-434A-B582-72A8CC8A5E88}" dt="2021-01-14T01:59:18.272" v="110" actId="1076"/>
          <ac:spMkLst>
            <pc:docMk/>
            <pc:sldMk cId="1907161375" sldId="375"/>
            <ac:spMk id="25" creationId="{84546D2E-07EA-4D64-8042-B418A8D1EB7F}"/>
          </ac:spMkLst>
        </pc:spChg>
        <pc:spChg chg="add mod">
          <ac:chgData name="鈴木 秀規" userId="f68c5fd9-22d5-4c0a-9833-7fb0f5135313" providerId="ADAL" clId="{1FFDFDEC-295D-434A-B582-72A8CC8A5E88}" dt="2021-01-14T01:59:45.566" v="120" actId="20577"/>
          <ac:spMkLst>
            <pc:docMk/>
            <pc:sldMk cId="1907161375" sldId="375"/>
            <ac:spMk id="31" creationId="{05E58047-D705-49A5-9998-531FF0EE584D}"/>
          </ac:spMkLst>
        </pc:spChg>
        <pc:picChg chg="add mod">
          <ac:chgData name="鈴木 秀規" userId="f68c5fd9-22d5-4c0a-9833-7fb0f5135313" providerId="ADAL" clId="{1FFDFDEC-295D-434A-B582-72A8CC8A5E88}" dt="2021-01-14T01:59:18.272" v="110" actId="1076"/>
          <ac:picMkLst>
            <pc:docMk/>
            <pc:sldMk cId="1907161375" sldId="375"/>
            <ac:picMk id="11" creationId="{564BFD27-68F4-4E9B-BBD1-3DF2216B791D}"/>
          </ac:picMkLst>
        </pc:picChg>
        <pc:picChg chg="add mod">
          <ac:chgData name="鈴木 秀規" userId="f68c5fd9-22d5-4c0a-9833-7fb0f5135313" providerId="ADAL" clId="{1FFDFDEC-295D-434A-B582-72A8CC8A5E88}" dt="2021-01-14T01:59:18.272" v="110" actId="1076"/>
          <ac:picMkLst>
            <pc:docMk/>
            <pc:sldMk cId="1907161375" sldId="375"/>
            <ac:picMk id="12" creationId="{B50ED766-00D9-495F-A414-BBA5DB6E911F}"/>
          </ac:picMkLst>
        </pc:picChg>
        <pc:picChg chg="add mod">
          <ac:chgData name="鈴木 秀規" userId="f68c5fd9-22d5-4c0a-9833-7fb0f5135313" providerId="ADAL" clId="{1FFDFDEC-295D-434A-B582-72A8CC8A5E88}" dt="2021-01-14T01:59:18.272" v="110" actId="1076"/>
          <ac:picMkLst>
            <pc:docMk/>
            <pc:sldMk cId="1907161375" sldId="375"/>
            <ac:picMk id="13" creationId="{675DBB52-291D-4CFA-83BC-E791C49F2029}"/>
          </ac:picMkLst>
        </pc:picChg>
        <pc:picChg chg="add mod">
          <ac:chgData name="鈴木 秀規" userId="f68c5fd9-22d5-4c0a-9833-7fb0f5135313" providerId="ADAL" clId="{1FFDFDEC-295D-434A-B582-72A8CC8A5E88}" dt="2021-01-14T01:59:18.272" v="110" actId="1076"/>
          <ac:picMkLst>
            <pc:docMk/>
            <pc:sldMk cId="1907161375" sldId="375"/>
            <ac:picMk id="20" creationId="{C6F8F643-F6C2-48A3-A5B6-AD5484107388}"/>
          </ac:picMkLst>
        </pc:picChg>
        <pc:picChg chg="add mod">
          <ac:chgData name="鈴木 秀規" userId="f68c5fd9-22d5-4c0a-9833-7fb0f5135313" providerId="ADAL" clId="{1FFDFDEC-295D-434A-B582-72A8CC8A5E88}" dt="2021-01-14T01:59:18.272" v="110" actId="1076"/>
          <ac:picMkLst>
            <pc:docMk/>
            <pc:sldMk cId="1907161375" sldId="375"/>
            <ac:picMk id="23" creationId="{C8CD0E29-FC7E-401E-8953-904CC4E89018}"/>
          </ac:picMkLst>
        </pc:picChg>
        <pc:picChg chg="add mod">
          <ac:chgData name="鈴木 秀規" userId="f68c5fd9-22d5-4c0a-9833-7fb0f5135313" providerId="ADAL" clId="{1FFDFDEC-295D-434A-B582-72A8CC8A5E88}" dt="2021-01-14T01:59:18.272" v="110" actId="1076"/>
          <ac:picMkLst>
            <pc:docMk/>
            <pc:sldMk cId="1907161375" sldId="375"/>
            <ac:picMk id="24" creationId="{6AF5DD5D-6F24-49E8-9C70-34C2AB7E47BD}"/>
          </ac:picMkLst>
        </pc:picChg>
        <pc:picChg chg="add mod">
          <ac:chgData name="鈴木 秀規" userId="f68c5fd9-22d5-4c0a-9833-7fb0f5135313" providerId="ADAL" clId="{1FFDFDEC-295D-434A-B582-72A8CC8A5E88}" dt="2021-01-14T01:59:18.272" v="110" actId="1076"/>
          <ac:picMkLst>
            <pc:docMk/>
            <pc:sldMk cId="1907161375" sldId="375"/>
            <ac:picMk id="29" creationId="{4D35E043-D2AD-4290-8C14-32D0728BF532}"/>
          </ac:picMkLst>
        </pc:picChg>
        <pc:picChg chg="add mod">
          <ac:chgData name="鈴木 秀規" userId="f68c5fd9-22d5-4c0a-9833-7fb0f5135313" providerId="ADAL" clId="{1FFDFDEC-295D-434A-B582-72A8CC8A5E88}" dt="2021-01-14T01:59:18.272" v="110" actId="1076"/>
          <ac:picMkLst>
            <pc:docMk/>
            <pc:sldMk cId="1907161375" sldId="375"/>
            <ac:picMk id="30" creationId="{C010E05C-1871-42D5-9FB7-ABF30847EAF3}"/>
          </ac:picMkLst>
        </pc:picChg>
        <pc:picChg chg="add mod">
          <ac:chgData name="鈴木 秀規" userId="f68c5fd9-22d5-4c0a-9833-7fb0f5135313" providerId="ADAL" clId="{1FFDFDEC-295D-434A-B582-72A8CC8A5E88}" dt="2021-01-14T01:59:18.272" v="110" actId="1076"/>
          <ac:picMkLst>
            <pc:docMk/>
            <pc:sldMk cId="1907161375" sldId="375"/>
            <ac:picMk id="32" creationId="{E9F0B6A4-1999-4C8C-A73B-2901C433607C}"/>
          </ac:picMkLst>
        </pc:picChg>
        <pc:cxnChg chg="add mod">
          <ac:chgData name="鈴木 秀規" userId="f68c5fd9-22d5-4c0a-9833-7fb0f5135313" providerId="ADAL" clId="{1FFDFDEC-295D-434A-B582-72A8CC8A5E88}" dt="2021-01-14T01:59:18.272" v="110" actId="1076"/>
          <ac:cxnSpMkLst>
            <pc:docMk/>
            <pc:sldMk cId="1907161375" sldId="375"/>
            <ac:cxnSpMk id="15" creationId="{0F95D75C-089C-431C-9673-BAF8BC7E7B81}"/>
          </ac:cxnSpMkLst>
        </pc:cxnChg>
        <pc:cxnChg chg="add mod">
          <ac:chgData name="鈴木 秀規" userId="f68c5fd9-22d5-4c0a-9833-7fb0f5135313" providerId="ADAL" clId="{1FFDFDEC-295D-434A-B582-72A8CC8A5E88}" dt="2021-01-14T01:59:18.272" v="110" actId="1076"/>
          <ac:cxnSpMkLst>
            <pc:docMk/>
            <pc:sldMk cId="1907161375" sldId="375"/>
            <ac:cxnSpMk id="16" creationId="{EBAA7087-1D49-4E99-B6FE-4EE4FDA7636C}"/>
          </ac:cxnSpMkLst>
        </pc:cxnChg>
        <pc:cxnChg chg="add mod">
          <ac:chgData name="鈴木 秀規" userId="f68c5fd9-22d5-4c0a-9833-7fb0f5135313" providerId="ADAL" clId="{1FFDFDEC-295D-434A-B582-72A8CC8A5E88}" dt="2021-01-14T01:59:18.272" v="110" actId="1076"/>
          <ac:cxnSpMkLst>
            <pc:docMk/>
            <pc:sldMk cId="1907161375" sldId="375"/>
            <ac:cxnSpMk id="22" creationId="{FCC53815-0305-4D47-9C8D-837854022F3D}"/>
          </ac:cxnSpMkLst>
        </pc:cxnChg>
        <pc:cxnChg chg="add mod">
          <ac:chgData name="鈴木 秀規" userId="f68c5fd9-22d5-4c0a-9833-7fb0f5135313" providerId="ADAL" clId="{1FFDFDEC-295D-434A-B582-72A8CC8A5E88}" dt="2021-01-14T01:59:18.272" v="110" actId="1076"/>
          <ac:cxnSpMkLst>
            <pc:docMk/>
            <pc:sldMk cId="1907161375" sldId="375"/>
            <ac:cxnSpMk id="26" creationId="{6164547E-80FC-4466-ACDC-B8B858B19E4A}"/>
          </ac:cxnSpMkLst>
        </pc:cxnChg>
        <pc:cxnChg chg="add mod">
          <ac:chgData name="鈴木 秀規" userId="f68c5fd9-22d5-4c0a-9833-7fb0f5135313" providerId="ADAL" clId="{1FFDFDEC-295D-434A-B582-72A8CC8A5E88}" dt="2021-01-14T01:59:18.272" v="110" actId="1076"/>
          <ac:cxnSpMkLst>
            <pc:docMk/>
            <pc:sldMk cId="1907161375" sldId="375"/>
            <ac:cxnSpMk id="27" creationId="{C8083653-A187-4061-9CFC-9CA906255BB5}"/>
          </ac:cxnSpMkLst>
        </pc:cxnChg>
        <pc:cxnChg chg="add mod">
          <ac:chgData name="鈴木 秀規" userId="f68c5fd9-22d5-4c0a-9833-7fb0f5135313" providerId="ADAL" clId="{1FFDFDEC-295D-434A-B582-72A8CC8A5E88}" dt="2021-01-14T01:59:18.272" v="110" actId="1076"/>
          <ac:cxnSpMkLst>
            <pc:docMk/>
            <pc:sldMk cId="1907161375" sldId="375"/>
            <ac:cxnSpMk id="28" creationId="{B0B783CC-E721-469F-8E26-C91C6EA2D86D}"/>
          </ac:cxnSpMkLst>
        </pc:cxnChg>
      </pc:sldChg>
      <pc:sldChg chg="addSp modSp new del mod">
        <pc:chgData name="鈴木 秀規" userId="f68c5fd9-22d5-4c0a-9833-7fb0f5135313" providerId="ADAL" clId="{1FFDFDEC-295D-434A-B582-72A8CC8A5E88}" dt="2021-01-14T02:02:02.288" v="173" actId="2696"/>
        <pc:sldMkLst>
          <pc:docMk/>
          <pc:sldMk cId="2108988060" sldId="376"/>
        </pc:sldMkLst>
        <pc:spChg chg="mod">
          <ac:chgData name="鈴木 秀規" userId="f68c5fd9-22d5-4c0a-9833-7fb0f5135313" providerId="ADAL" clId="{1FFDFDEC-295D-434A-B582-72A8CC8A5E88}" dt="2021-01-14T02:00:18.963" v="141" actId="20577"/>
          <ac:spMkLst>
            <pc:docMk/>
            <pc:sldMk cId="2108988060" sldId="376"/>
            <ac:spMk id="3" creationId="{4034037C-2A01-447F-B387-82829C86D752}"/>
          </ac:spMkLst>
        </pc:spChg>
        <pc:spChg chg="mod">
          <ac:chgData name="鈴木 秀規" userId="f68c5fd9-22d5-4c0a-9833-7fb0f5135313" providerId="ADAL" clId="{1FFDFDEC-295D-434A-B582-72A8CC8A5E88}" dt="2021-01-14T02:00:42.734" v="149" actId="14100"/>
          <ac:spMkLst>
            <pc:docMk/>
            <pc:sldMk cId="2108988060" sldId="376"/>
            <ac:spMk id="5" creationId="{E15B8FA5-9AB3-4033-B52C-496ED6F99D7F}"/>
          </ac:spMkLst>
        </pc:spChg>
        <pc:spChg chg="add mod">
          <ac:chgData name="鈴木 秀規" userId="f68c5fd9-22d5-4c0a-9833-7fb0f5135313" providerId="ADAL" clId="{1FFDFDEC-295D-434A-B582-72A8CC8A5E88}" dt="2021-01-14T02:01:35.267" v="172" actId="2711"/>
          <ac:spMkLst>
            <pc:docMk/>
            <pc:sldMk cId="2108988060" sldId="376"/>
            <ac:spMk id="6" creationId="{0D2BEEBB-6965-4B5F-ACDB-F88BB098F84F}"/>
          </ac:spMkLst>
        </pc:spChg>
        <pc:spChg chg="add mod">
          <ac:chgData name="鈴木 秀規" userId="f68c5fd9-22d5-4c0a-9833-7fb0f5135313" providerId="ADAL" clId="{1FFDFDEC-295D-434A-B582-72A8CC8A5E88}" dt="2021-01-14T02:01:22.917" v="170" actId="2711"/>
          <ac:spMkLst>
            <pc:docMk/>
            <pc:sldMk cId="2108988060" sldId="376"/>
            <ac:spMk id="7" creationId="{0FCC3EBA-F893-40BB-B081-ACC77689B0FC}"/>
          </ac:spMkLst>
        </pc:spChg>
        <pc:spChg chg="add mod">
          <ac:chgData name="鈴木 秀規" userId="f68c5fd9-22d5-4c0a-9833-7fb0f5135313" providerId="ADAL" clId="{1FFDFDEC-295D-434A-B582-72A8CC8A5E88}" dt="2021-01-14T02:00:56.108" v="167" actId="1038"/>
          <ac:spMkLst>
            <pc:docMk/>
            <pc:sldMk cId="2108988060" sldId="376"/>
            <ac:spMk id="23" creationId="{1F6C9A36-E9A4-4BD6-825B-FC77DB8E9344}"/>
          </ac:spMkLst>
        </pc:spChg>
        <pc:picChg chg="add mod">
          <ac:chgData name="鈴木 秀規" userId="f68c5fd9-22d5-4c0a-9833-7fb0f5135313" providerId="ADAL" clId="{1FFDFDEC-295D-434A-B582-72A8CC8A5E88}" dt="2021-01-14T02:00:56.108" v="167" actId="1038"/>
          <ac:picMkLst>
            <pc:docMk/>
            <pc:sldMk cId="2108988060" sldId="376"/>
            <ac:picMk id="8" creationId="{7D4690F8-FC21-4394-B9FE-9B820E6B457B}"/>
          </ac:picMkLst>
        </pc:picChg>
        <pc:picChg chg="add mod">
          <ac:chgData name="鈴木 秀規" userId="f68c5fd9-22d5-4c0a-9833-7fb0f5135313" providerId="ADAL" clId="{1FFDFDEC-295D-434A-B582-72A8CC8A5E88}" dt="2021-01-14T02:00:56.108" v="167" actId="1038"/>
          <ac:picMkLst>
            <pc:docMk/>
            <pc:sldMk cId="2108988060" sldId="376"/>
            <ac:picMk id="9" creationId="{336C59ED-035D-4032-9BFD-BF65F969EDF1}"/>
          </ac:picMkLst>
        </pc:picChg>
        <pc:picChg chg="add mod">
          <ac:chgData name="鈴木 秀規" userId="f68c5fd9-22d5-4c0a-9833-7fb0f5135313" providerId="ADAL" clId="{1FFDFDEC-295D-434A-B582-72A8CC8A5E88}" dt="2021-01-14T02:00:56.108" v="167" actId="1038"/>
          <ac:picMkLst>
            <pc:docMk/>
            <pc:sldMk cId="2108988060" sldId="376"/>
            <ac:picMk id="10" creationId="{180159D8-3060-47E5-A3FF-F69BA91BCC65}"/>
          </ac:picMkLst>
        </pc:picChg>
        <pc:picChg chg="add mod">
          <ac:chgData name="鈴木 秀規" userId="f68c5fd9-22d5-4c0a-9833-7fb0f5135313" providerId="ADAL" clId="{1FFDFDEC-295D-434A-B582-72A8CC8A5E88}" dt="2021-01-14T02:00:56.108" v="167" actId="1038"/>
          <ac:picMkLst>
            <pc:docMk/>
            <pc:sldMk cId="2108988060" sldId="376"/>
            <ac:picMk id="11" creationId="{D0AA5A03-85CD-431A-AA28-AF9AF959A7D7}"/>
          </ac:picMkLst>
        </pc:picChg>
        <pc:picChg chg="add mod">
          <ac:chgData name="鈴木 秀規" userId="f68c5fd9-22d5-4c0a-9833-7fb0f5135313" providerId="ADAL" clId="{1FFDFDEC-295D-434A-B582-72A8CC8A5E88}" dt="2021-01-14T02:00:56.108" v="167" actId="1038"/>
          <ac:picMkLst>
            <pc:docMk/>
            <pc:sldMk cId="2108988060" sldId="376"/>
            <ac:picMk id="15" creationId="{80A29E5E-9321-468A-9CCA-AF71B189FBF3}"/>
          </ac:picMkLst>
        </pc:picChg>
        <pc:picChg chg="add mod">
          <ac:chgData name="鈴木 秀規" userId="f68c5fd9-22d5-4c0a-9833-7fb0f5135313" providerId="ADAL" clId="{1FFDFDEC-295D-434A-B582-72A8CC8A5E88}" dt="2021-01-14T02:00:56.108" v="167" actId="1038"/>
          <ac:picMkLst>
            <pc:docMk/>
            <pc:sldMk cId="2108988060" sldId="376"/>
            <ac:picMk id="17" creationId="{F611D90C-FAEF-4108-B794-0C74A595485A}"/>
          </ac:picMkLst>
        </pc:picChg>
        <pc:picChg chg="add mod">
          <ac:chgData name="鈴木 秀規" userId="f68c5fd9-22d5-4c0a-9833-7fb0f5135313" providerId="ADAL" clId="{1FFDFDEC-295D-434A-B582-72A8CC8A5E88}" dt="2021-01-14T02:00:56.108" v="167" actId="1038"/>
          <ac:picMkLst>
            <pc:docMk/>
            <pc:sldMk cId="2108988060" sldId="376"/>
            <ac:picMk id="19" creationId="{13B29F4B-524E-49F7-AB7F-930E08C2CCEC}"/>
          </ac:picMkLst>
        </pc:picChg>
        <pc:picChg chg="add mod">
          <ac:chgData name="鈴木 秀規" userId="f68c5fd9-22d5-4c0a-9833-7fb0f5135313" providerId="ADAL" clId="{1FFDFDEC-295D-434A-B582-72A8CC8A5E88}" dt="2021-01-14T02:00:56.108" v="167" actId="1038"/>
          <ac:picMkLst>
            <pc:docMk/>
            <pc:sldMk cId="2108988060" sldId="376"/>
            <ac:picMk id="20" creationId="{B096E803-6DF6-44E4-835A-4594EBFDE7DE}"/>
          </ac:picMkLst>
        </pc:picChg>
        <pc:cxnChg chg="add mod">
          <ac:chgData name="鈴木 秀規" userId="f68c5fd9-22d5-4c0a-9833-7fb0f5135313" providerId="ADAL" clId="{1FFDFDEC-295D-434A-B582-72A8CC8A5E88}" dt="2021-01-14T02:00:56.108" v="167" actId="1038"/>
          <ac:cxnSpMkLst>
            <pc:docMk/>
            <pc:sldMk cId="2108988060" sldId="376"/>
            <ac:cxnSpMk id="12" creationId="{9275C84D-51CF-4E43-9882-182A2890E520}"/>
          </ac:cxnSpMkLst>
        </pc:cxnChg>
        <pc:cxnChg chg="add mod">
          <ac:chgData name="鈴木 秀規" userId="f68c5fd9-22d5-4c0a-9833-7fb0f5135313" providerId="ADAL" clId="{1FFDFDEC-295D-434A-B582-72A8CC8A5E88}" dt="2021-01-14T02:00:56.108" v="167" actId="1038"/>
          <ac:cxnSpMkLst>
            <pc:docMk/>
            <pc:sldMk cId="2108988060" sldId="376"/>
            <ac:cxnSpMk id="13" creationId="{DF4E31EB-54A7-4852-8F50-0540BE9E3E92}"/>
          </ac:cxnSpMkLst>
        </pc:cxnChg>
        <pc:cxnChg chg="add mod">
          <ac:chgData name="鈴木 秀規" userId="f68c5fd9-22d5-4c0a-9833-7fb0f5135313" providerId="ADAL" clId="{1FFDFDEC-295D-434A-B582-72A8CC8A5E88}" dt="2021-01-14T02:00:56.108" v="167" actId="1038"/>
          <ac:cxnSpMkLst>
            <pc:docMk/>
            <pc:sldMk cId="2108988060" sldId="376"/>
            <ac:cxnSpMk id="14" creationId="{3756BD93-8BA4-4E4B-93AE-C0D53EC65ED2}"/>
          </ac:cxnSpMkLst>
        </pc:cxnChg>
        <pc:cxnChg chg="add mod">
          <ac:chgData name="鈴木 秀規" userId="f68c5fd9-22d5-4c0a-9833-7fb0f5135313" providerId="ADAL" clId="{1FFDFDEC-295D-434A-B582-72A8CC8A5E88}" dt="2021-01-14T02:00:56.108" v="167" actId="1038"/>
          <ac:cxnSpMkLst>
            <pc:docMk/>
            <pc:sldMk cId="2108988060" sldId="376"/>
            <ac:cxnSpMk id="16" creationId="{9361722C-727A-4C85-AFBE-03A5C414B66F}"/>
          </ac:cxnSpMkLst>
        </pc:cxnChg>
        <pc:cxnChg chg="add mod">
          <ac:chgData name="鈴木 秀規" userId="f68c5fd9-22d5-4c0a-9833-7fb0f5135313" providerId="ADAL" clId="{1FFDFDEC-295D-434A-B582-72A8CC8A5E88}" dt="2021-01-14T02:00:56.108" v="167" actId="1038"/>
          <ac:cxnSpMkLst>
            <pc:docMk/>
            <pc:sldMk cId="2108988060" sldId="376"/>
            <ac:cxnSpMk id="18" creationId="{7B9A898E-71D2-4F9C-9A94-21BFC2A57883}"/>
          </ac:cxnSpMkLst>
        </pc:cxnChg>
        <pc:cxnChg chg="add mod">
          <ac:chgData name="鈴木 秀規" userId="f68c5fd9-22d5-4c0a-9833-7fb0f5135313" providerId="ADAL" clId="{1FFDFDEC-295D-434A-B582-72A8CC8A5E88}" dt="2021-01-14T02:00:56.108" v="167" actId="1038"/>
          <ac:cxnSpMkLst>
            <pc:docMk/>
            <pc:sldMk cId="2108988060" sldId="376"/>
            <ac:cxnSpMk id="21" creationId="{DFB78371-7452-4CFF-828C-3F19969B1ECE}"/>
          </ac:cxnSpMkLst>
        </pc:cxnChg>
        <pc:cxnChg chg="add mod">
          <ac:chgData name="鈴木 秀規" userId="f68c5fd9-22d5-4c0a-9833-7fb0f5135313" providerId="ADAL" clId="{1FFDFDEC-295D-434A-B582-72A8CC8A5E88}" dt="2021-01-14T02:00:56.108" v="167" actId="1038"/>
          <ac:cxnSpMkLst>
            <pc:docMk/>
            <pc:sldMk cId="2108988060" sldId="376"/>
            <ac:cxnSpMk id="22" creationId="{B6B0AD38-13DB-41EA-9A1F-2C1952CFF914}"/>
          </ac:cxnSpMkLst>
        </pc:cxnChg>
      </pc:sldChg>
      <pc:sldChg chg="addSp modSp new mod">
        <pc:chgData name="鈴木 秀規" userId="f68c5fd9-22d5-4c0a-9833-7fb0f5135313" providerId="ADAL" clId="{1FFDFDEC-295D-434A-B582-72A8CC8A5E88}" dt="2021-01-14T02:02:38.621" v="211" actId="1076"/>
        <pc:sldMkLst>
          <pc:docMk/>
          <pc:sldMk cId="2720488262" sldId="376"/>
        </pc:sldMkLst>
        <pc:spChg chg="mod">
          <ac:chgData name="鈴木 秀規" userId="f68c5fd9-22d5-4c0a-9833-7fb0f5135313" providerId="ADAL" clId="{1FFDFDEC-295D-434A-B582-72A8CC8A5E88}" dt="2021-01-14T02:02:12.463" v="202" actId="20577"/>
          <ac:spMkLst>
            <pc:docMk/>
            <pc:sldMk cId="2720488262" sldId="376"/>
            <ac:spMk id="3" creationId="{7E76A76D-A4A9-46AF-854D-786E7BC777F0}"/>
          </ac:spMkLst>
        </pc:spChg>
        <pc:spChg chg="mod">
          <ac:chgData name="鈴木 秀規" userId="f68c5fd9-22d5-4c0a-9833-7fb0f5135313" providerId="ADAL" clId="{1FFDFDEC-295D-434A-B582-72A8CC8A5E88}" dt="2021-01-14T02:02:30.004" v="209" actId="207"/>
          <ac:spMkLst>
            <pc:docMk/>
            <pc:sldMk cId="2720488262" sldId="376"/>
            <ac:spMk id="5" creationId="{053BE284-A5FE-49E2-93EB-ED11556292A1}"/>
          </ac:spMkLst>
        </pc:spChg>
        <pc:spChg chg="add mod">
          <ac:chgData name="鈴木 秀規" userId="f68c5fd9-22d5-4c0a-9833-7fb0f5135313" providerId="ADAL" clId="{1FFDFDEC-295D-434A-B582-72A8CC8A5E88}" dt="2021-01-14T02:02:38.621" v="211" actId="1076"/>
          <ac:spMkLst>
            <pc:docMk/>
            <pc:sldMk cId="2720488262" sldId="376"/>
            <ac:spMk id="6" creationId="{3FDB19DB-E07E-4F5F-ADE2-8952BB7ABFD9}"/>
          </ac:spMkLst>
        </pc:spChg>
        <pc:spChg chg="add mod">
          <ac:chgData name="鈴木 秀規" userId="f68c5fd9-22d5-4c0a-9833-7fb0f5135313" providerId="ADAL" clId="{1FFDFDEC-295D-434A-B582-72A8CC8A5E88}" dt="2021-01-14T02:02:38.621" v="211" actId="1076"/>
          <ac:spMkLst>
            <pc:docMk/>
            <pc:sldMk cId="2720488262" sldId="376"/>
            <ac:spMk id="7" creationId="{7CF06173-29D3-4D35-835B-E0E1E7C5F04B}"/>
          </ac:spMkLst>
        </pc:spChg>
        <pc:spChg chg="add mod">
          <ac:chgData name="鈴木 秀規" userId="f68c5fd9-22d5-4c0a-9833-7fb0f5135313" providerId="ADAL" clId="{1FFDFDEC-295D-434A-B582-72A8CC8A5E88}" dt="2021-01-14T02:02:38.621" v="211" actId="1076"/>
          <ac:spMkLst>
            <pc:docMk/>
            <pc:sldMk cId="2720488262" sldId="376"/>
            <ac:spMk id="8" creationId="{E75346FE-F118-48D8-9BA4-5715319032B0}"/>
          </ac:spMkLst>
        </pc:spChg>
        <pc:spChg chg="add mod">
          <ac:chgData name="鈴木 秀規" userId="f68c5fd9-22d5-4c0a-9833-7fb0f5135313" providerId="ADAL" clId="{1FFDFDEC-295D-434A-B582-72A8CC8A5E88}" dt="2021-01-14T02:02:38.621" v="211" actId="1076"/>
          <ac:spMkLst>
            <pc:docMk/>
            <pc:sldMk cId="2720488262" sldId="376"/>
            <ac:spMk id="9" creationId="{CC214F5B-CCBE-4F4D-A63F-1C91155FD880}"/>
          </ac:spMkLst>
        </pc:spChg>
        <pc:spChg chg="add mod">
          <ac:chgData name="鈴木 秀規" userId="f68c5fd9-22d5-4c0a-9833-7fb0f5135313" providerId="ADAL" clId="{1FFDFDEC-295D-434A-B582-72A8CC8A5E88}" dt="2021-01-14T02:02:38.621" v="211" actId="1076"/>
          <ac:spMkLst>
            <pc:docMk/>
            <pc:sldMk cId="2720488262" sldId="376"/>
            <ac:spMk id="10" creationId="{4B8696C4-7CBC-49D4-BA27-0B15F1DA9A5A}"/>
          </ac:spMkLst>
        </pc:spChg>
        <pc:spChg chg="add mod">
          <ac:chgData name="鈴木 秀規" userId="f68c5fd9-22d5-4c0a-9833-7fb0f5135313" providerId="ADAL" clId="{1FFDFDEC-295D-434A-B582-72A8CC8A5E88}" dt="2021-01-14T02:02:38.621" v="211" actId="1076"/>
          <ac:spMkLst>
            <pc:docMk/>
            <pc:sldMk cId="2720488262" sldId="376"/>
            <ac:spMk id="11" creationId="{61531945-198A-4659-919F-54A6276F9688}"/>
          </ac:spMkLst>
        </pc:spChg>
        <pc:picChg chg="add mod">
          <ac:chgData name="鈴木 秀規" userId="f68c5fd9-22d5-4c0a-9833-7fb0f5135313" providerId="ADAL" clId="{1FFDFDEC-295D-434A-B582-72A8CC8A5E88}" dt="2021-01-14T02:02:38.621" v="211" actId="1076"/>
          <ac:picMkLst>
            <pc:docMk/>
            <pc:sldMk cId="2720488262" sldId="376"/>
            <ac:picMk id="12" creationId="{264B2629-3235-4C1F-81CC-0EB9738C6DF9}"/>
          </ac:picMkLst>
        </pc:picChg>
        <pc:picChg chg="add mod">
          <ac:chgData name="鈴木 秀規" userId="f68c5fd9-22d5-4c0a-9833-7fb0f5135313" providerId="ADAL" clId="{1FFDFDEC-295D-434A-B582-72A8CC8A5E88}" dt="2021-01-14T02:02:38.621" v="211" actId="1076"/>
          <ac:picMkLst>
            <pc:docMk/>
            <pc:sldMk cId="2720488262" sldId="376"/>
            <ac:picMk id="13" creationId="{07A0F9A4-F2B7-462B-87D6-F59F33309D73}"/>
          </ac:picMkLst>
        </pc:picChg>
        <pc:cxnChg chg="add mod">
          <ac:chgData name="鈴木 秀規" userId="f68c5fd9-22d5-4c0a-9833-7fb0f5135313" providerId="ADAL" clId="{1FFDFDEC-295D-434A-B582-72A8CC8A5E88}" dt="2021-01-14T02:02:38.621" v="211" actId="1076"/>
          <ac:cxnSpMkLst>
            <pc:docMk/>
            <pc:sldMk cId="2720488262" sldId="376"/>
            <ac:cxnSpMk id="14" creationId="{A021EA36-EAD1-413B-9C82-429596853257}"/>
          </ac:cxnSpMkLst>
        </pc:cxnChg>
        <pc:cxnChg chg="add mod">
          <ac:chgData name="鈴木 秀規" userId="f68c5fd9-22d5-4c0a-9833-7fb0f5135313" providerId="ADAL" clId="{1FFDFDEC-295D-434A-B582-72A8CC8A5E88}" dt="2021-01-14T02:02:38.621" v="211" actId="1076"/>
          <ac:cxnSpMkLst>
            <pc:docMk/>
            <pc:sldMk cId="2720488262" sldId="376"/>
            <ac:cxnSpMk id="15" creationId="{D5C25223-29DF-4B17-B420-0CB7560CD3AC}"/>
          </ac:cxnSpMkLst>
        </pc:cxnChg>
        <pc:cxnChg chg="add mod">
          <ac:chgData name="鈴木 秀規" userId="f68c5fd9-22d5-4c0a-9833-7fb0f5135313" providerId="ADAL" clId="{1FFDFDEC-295D-434A-B582-72A8CC8A5E88}" dt="2021-01-14T02:02:38.621" v="211" actId="1076"/>
          <ac:cxnSpMkLst>
            <pc:docMk/>
            <pc:sldMk cId="2720488262" sldId="376"/>
            <ac:cxnSpMk id="16" creationId="{24763586-9DAE-493B-8315-4FF9493818EE}"/>
          </ac:cxnSpMkLst>
        </pc:cxnChg>
        <pc:cxnChg chg="add mod">
          <ac:chgData name="鈴木 秀規" userId="f68c5fd9-22d5-4c0a-9833-7fb0f5135313" providerId="ADAL" clId="{1FFDFDEC-295D-434A-B582-72A8CC8A5E88}" dt="2021-01-14T02:02:38.621" v="211" actId="1076"/>
          <ac:cxnSpMkLst>
            <pc:docMk/>
            <pc:sldMk cId="2720488262" sldId="376"/>
            <ac:cxnSpMk id="17" creationId="{C098CE7A-3790-4DBB-B135-514F41130A01}"/>
          </ac:cxnSpMkLst>
        </pc:cxnChg>
      </pc:sldChg>
      <pc:sldChg chg="addSp delSp modSp new add del mod">
        <pc:chgData name="鈴木 秀規" userId="f68c5fd9-22d5-4c0a-9833-7fb0f5135313" providerId="ADAL" clId="{1FFDFDEC-295D-434A-B582-72A8CC8A5E88}" dt="2021-01-26T03:29:01.368" v="886" actId="14100"/>
        <pc:sldMkLst>
          <pc:docMk/>
          <pc:sldMk cId="3649920568" sldId="377"/>
        </pc:sldMkLst>
        <pc:spChg chg="mod">
          <ac:chgData name="鈴木 秀規" userId="f68c5fd9-22d5-4c0a-9833-7fb0f5135313" providerId="ADAL" clId="{1FFDFDEC-295D-434A-B582-72A8CC8A5E88}" dt="2021-01-14T02:03:05.174" v="223" actId="20577"/>
          <ac:spMkLst>
            <pc:docMk/>
            <pc:sldMk cId="3649920568" sldId="377"/>
            <ac:spMk id="3" creationId="{DF13203F-8593-420C-AE20-66E21972FB4D}"/>
          </ac:spMkLst>
        </pc:spChg>
        <pc:spChg chg="mod">
          <ac:chgData name="鈴木 秀規" userId="f68c5fd9-22d5-4c0a-9833-7fb0f5135313" providerId="ADAL" clId="{1FFDFDEC-295D-434A-B582-72A8CC8A5E88}" dt="2021-01-26T03:29:01.368" v="886" actId="14100"/>
          <ac:spMkLst>
            <pc:docMk/>
            <pc:sldMk cId="3649920568" sldId="377"/>
            <ac:spMk id="5" creationId="{63D511F6-27E6-40A2-9A93-B28B3EF22E08}"/>
          </ac:spMkLst>
        </pc:spChg>
        <pc:spChg chg="add del mod">
          <ac:chgData name="鈴木 秀規" userId="f68c5fd9-22d5-4c0a-9833-7fb0f5135313" providerId="ADAL" clId="{1FFDFDEC-295D-434A-B582-72A8CC8A5E88}" dt="2021-01-14T02:04:21.934" v="240" actId="478"/>
          <ac:spMkLst>
            <pc:docMk/>
            <pc:sldMk cId="3649920568" sldId="377"/>
            <ac:spMk id="6" creationId="{D2845405-5103-4C62-BB3C-E80E03C545AE}"/>
          </ac:spMkLst>
        </pc:spChg>
        <pc:spChg chg="add del mod">
          <ac:chgData name="鈴木 秀規" userId="f68c5fd9-22d5-4c0a-9833-7fb0f5135313" providerId="ADAL" clId="{1FFDFDEC-295D-434A-B582-72A8CC8A5E88}" dt="2021-01-14T02:04:21.934" v="240" actId="478"/>
          <ac:spMkLst>
            <pc:docMk/>
            <pc:sldMk cId="3649920568" sldId="377"/>
            <ac:spMk id="10" creationId="{E9941C32-1BEA-433B-B5DA-07AC1252A60F}"/>
          </ac:spMkLst>
        </pc:spChg>
        <pc:spChg chg="add del mod">
          <ac:chgData name="鈴木 秀規" userId="f68c5fd9-22d5-4c0a-9833-7fb0f5135313" providerId="ADAL" clId="{1FFDFDEC-295D-434A-B582-72A8CC8A5E88}" dt="2021-01-14T02:04:21.934" v="240" actId="478"/>
          <ac:spMkLst>
            <pc:docMk/>
            <pc:sldMk cId="3649920568" sldId="377"/>
            <ac:spMk id="13" creationId="{D98634BF-B3C5-4EDA-96E5-D352230508C6}"/>
          </ac:spMkLst>
        </pc:spChg>
        <pc:spChg chg="add del mod">
          <ac:chgData name="鈴木 秀規" userId="f68c5fd9-22d5-4c0a-9833-7fb0f5135313" providerId="ADAL" clId="{1FFDFDEC-295D-434A-B582-72A8CC8A5E88}" dt="2021-01-14T02:04:21.934" v="240" actId="478"/>
          <ac:spMkLst>
            <pc:docMk/>
            <pc:sldMk cId="3649920568" sldId="377"/>
            <ac:spMk id="14" creationId="{150B9EE1-73C9-4075-9A0E-D054ABA7F56A}"/>
          </ac:spMkLst>
        </pc:spChg>
        <pc:spChg chg="add del mod">
          <ac:chgData name="鈴木 秀規" userId="f68c5fd9-22d5-4c0a-9833-7fb0f5135313" providerId="ADAL" clId="{1FFDFDEC-295D-434A-B582-72A8CC8A5E88}" dt="2021-01-14T02:04:21.934" v="240" actId="478"/>
          <ac:spMkLst>
            <pc:docMk/>
            <pc:sldMk cId="3649920568" sldId="377"/>
            <ac:spMk id="16" creationId="{5E32583E-40E0-42F7-8034-4FFF71881D5C}"/>
          </ac:spMkLst>
        </pc:spChg>
        <pc:spChg chg="add del mod">
          <ac:chgData name="鈴木 秀規" userId="f68c5fd9-22d5-4c0a-9833-7fb0f5135313" providerId="ADAL" clId="{1FFDFDEC-295D-434A-B582-72A8CC8A5E88}" dt="2021-01-14T02:04:21.934" v="240" actId="478"/>
          <ac:spMkLst>
            <pc:docMk/>
            <pc:sldMk cId="3649920568" sldId="377"/>
            <ac:spMk id="17" creationId="{CF346F72-7AFE-4925-93DC-FDD7E804143F}"/>
          </ac:spMkLst>
        </pc:spChg>
        <pc:spChg chg="add del mod">
          <ac:chgData name="鈴木 秀規" userId="f68c5fd9-22d5-4c0a-9833-7fb0f5135313" providerId="ADAL" clId="{1FFDFDEC-295D-434A-B582-72A8CC8A5E88}" dt="2021-01-14T02:04:21.934" v="240" actId="478"/>
          <ac:spMkLst>
            <pc:docMk/>
            <pc:sldMk cId="3649920568" sldId="377"/>
            <ac:spMk id="20" creationId="{E9152E8C-4229-44F2-9DC1-CDC1BA9A5AD2}"/>
          </ac:spMkLst>
        </pc:spChg>
        <pc:spChg chg="add del mod">
          <ac:chgData name="鈴木 秀規" userId="f68c5fd9-22d5-4c0a-9833-7fb0f5135313" providerId="ADAL" clId="{1FFDFDEC-295D-434A-B582-72A8CC8A5E88}" dt="2021-01-14T02:04:21.934" v="240" actId="478"/>
          <ac:spMkLst>
            <pc:docMk/>
            <pc:sldMk cId="3649920568" sldId="377"/>
            <ac:spMk id="21" creationId="{05EAAF42-2527-44E6-9B7A-D3034CE102CC}"/>
          </ac:spMkLst>
        </pc:spChg>
        <pc:spChg chg="add del mod">
          <ac:chgData name="鈴木 秀規" userId="f68c5fd9-22d5-4c0a-9833-7fb0f5135313" providerId="ADAL" clId="{1FFDFDEC-295D-434A-B582-72A8CC8A5E88}" dt="2021-01-14T02:04:21.934" v="240" actId="478"/>
          <ac:spMkLst>
            <pc:docMk/>
            <pc:sldMk cId="3649920568" sldId="377"/>
            <ac:spMk id="22" creationId="{8A3C8E80-DD1C-4652-B997-D788E663BEE4}"/>
          </ac:spMkLst>
        </pc:spChg>
        <pc:spChg chg="add del mod">
          <ac:chgData name="鈴木 秀規" userId="f68c5fd9-22d5-4c0a-9833-7fb0f5135313" providerId="ADAL" clId="{1FFDFDEC-295D-434A-B582-72A8CC8A5E88}" dt="2021-01-14T02:04:21.934" v="240" actId="478"/>
          <ac:spMkLst>
            <pc:docMk/>
            <pc:sldMk cId="3649920568" sldId="377"/>
            <ac:spMk id="23" creationId="{8B17CD57-67F5-4E8B-9C1D-455AF85951A9}"/>
          </ac:spMkLst>
        </pc:spChg>
        <pc:spChg chg="add del mod">
          <ac:chgData name="鈴木 秀規" userId="f68c5fd9-22d5-4c0a-9833-7fb0f5135313" providerId="ADAL" clId="{1FFDFDEC-295D-434A-B582-72A8CC8A5E88}" dt="2021-01-14T02:04:21.934" v="240" actId="478"/>
          <ac:spMkLst>
            <pc:docMk/>
            <pc:sldMk cId="3649920568" sldId="377"/>
            <ac:spMk id="24" creationId="{0AA6CF66-5F0A-4C62-8899-D61D2AA31212}"/>
          </ac:spMkLst>
        </pc:spChg>
        <pc:spChg chg="add del mod">
          <ac:chgData name="鈴木 秀規" userId="f68c5fd9-22d5-4c0a-9833-7fb0f5135313" providerId="ADAL" clId="{1FFDFDEC-295D-434A-B582-72A8CC8A5E88}" dt="2021-01-14T02:04:21.934" v="240" actId="478"/>
          <ac:spMkLst>
            <pc:docMk/>
            <pc:sldMk cId="3649920568" sldId="377"/>
            <ac:spMk id="25" creationId="{A13B0CD3-F44A-4B4E-93FB-112CBFC0E562}"/>
          </ac:spMkLst>
        </pc:spChg>
        <pc:spChg chg="add del mod">
          <ac:chgData name="鈴木 秀規" userId="f68c5fd9-22d5-4c0a-9833-7fb0f5135313" providerId="ADAL" clId="{1FFDFDEC-295D-434A-B582-72A8CC8A5E88}" dt="2021-01-14T02:04:21.934" v="240" actId="478"/>
          <ac:spMkLst>
            <pc:docMk/>
            <pc:sldMk cId="3649920568" sldId="377"/>
            <ac:spMk id="26" creationId="{BF42F3B7-1C69-4091-AFEA-40E9B9421075}"/>
          </ac:spMkLst>
        </pc:spChg>
        <pc:spChg chg="add del mod">
          <ac:chgData name="鈴木 秀規" userId="f68c5fd9-22d5-4c0a-9833-7fb0f5135313" providerId="ADAL" clId="{1FFDFDEC-295D-434A-B582-72A8CC8A5E88}" dt="2021-01-14T02:05:27.788" v="286" actId="478"/>
          <ac:spMkLst>
            <pc:docMk/>
            <pc:sldMk cId="3649920568" sldId="377"/>
            <ac:spMk id="30" creationId="{0B4F687E-D4E0-4135-AC7C-527281EC3D14}"/>
          </ac:spMkLst>
        </pc:spChg>
        <pc:spChg chg="add mod">
          <ac:chgData name="鈴木 秀規" userId="f68c5fd9-22d5-4c0a-9833-7fb0f5135313" providerId="ADAL" clId="{1FFDFDEC-295D-434A-B582-72A8CC8A5E88}" dt="2021-01-14T03:36:28.590" v="767" actId="20577"/>
          <ac:spMkLst>
            <pc:docMk/>
            <pc:sldMk cId="3649920568" sldId="377"/>
            <ac:spMk id="31" creationId="{FFC60DF4-583B-4EF1-886C-A29A4130BA29}"/>
          </ac:spMkLst>
        </pc:spChg>
        <pc:spChg chg="add del mod">
          <ac:chgData name="鈴木 秀規" userId="f68c5fd9-22d5-4c0a-9833-7fb0f5135313" providerId="ADAL" clId="{1FFDFDEC-295D-434A-B582-72A8CC8A5E88}" dt="2021-01-14T02:16:36.835" v="446" actId="1076"/>
          <ac:spMkLst>
            <pc:docMk/>
            <pc:sldMk cId="3649920568" sldId="377"/>
            <ac:spMk id="34" creationId="{8F2C3383-3D92-46AC-BD0E-043B93B52929}"/>
          </ac:spMkLst>
        </pc:spChg>
        <pc:spChg chg="add del mod">
          <ac:chgData name="鈴木 秀規" userId="f68c5fd9-22d5-4c0a-9833-7fb0f5135313" providerId="ADAL" clId="{1FFDFDEC-295D-434A-B582-72A8CC8A5E88}" dt="2021-01-14T02:06:26.115" v="302" actId="478"/>
          <ac:spMkLst>
            <pc:docMk/>
            <pc:sldMk cId="3649920568" sldId="377"/>
            <ac:spMk id="35" creationId="{C69D6D9F-3157-4061-9774-8F87C0A7A76D}"/>
          </ac:spMkLst>
        </pc:spChg>
        <pc:spChg chg="add del mod">
          <ac:chgData name="鈴木 秀規" userId="f68c5fd9-22d5-4c0a-9833-7fb0f5135313" providerId="ADAL" clId="{1FFDFDEC-295D-434A-B582-72A8CC8A5E88}" dt="2021-01-14T02:16:31.942" v="445" actId="478"/>
          <ac:spMkLst>
            <pc:docMk/>
            <pc:sldMk cId="3649920568" sldId="377"/>
            <ac:spMk id="46" creationId="{F67477F8-6865-4B2A-A073-E83E5CC25623}"/>
          </ac:spMkLst>
        </pc:spChg>
        <pc:spChg chg="add del mod">
          <ac:chgData name="鈴木 秀規" userId="f68c5fd9-22d5-4c0a-9833-7fb0f5135313" providerId="ADAL" clId="{1FFDFDEC-295D-434A-B582-72A8CC8A5E88}" dt="2021-01-14T02:16:31.942" v="445" actId="478"/>
          <ac:spMkLst>
            <pc:docMk/>
            <pc:sldMk cId="3649920568" sldId="377"/>
            <ac:spMk id="47" creationId="{BB6E310E-301D-4047-8904-D7EA81227523}"/>
          </ac:spMkLst>
        </pc:spChg>
        <pc:spChg chg="add del mod">
          <ac:chgData name="鈴木 秀規" userId="f68c5fd9-22d5-4c0a-9833-7fb0f5135313" providerId="ADAL" clId="{1FFDFDEC-295D-434A-B582-72A8CC8A5E88}" dt="2021-01-14T02:16:01.629" v="442" actId="478"/>
          <ac:spMkLst>
            <pc:docMk/>
            <pc:sldMk cId="3649920568" sldId="377"/>
            <ac:spMk id="48" creationId="{BF786DD5-0EB2-4730-B00E-F22341692CD7}"/>
          </ac:spMkLst>
        </pc:spChg>
        <pc:spChg chg="add del mod">
          <ac:chgData name="鈴木 秀規" userId="f68c5fd9-22d5-4c0a-9833-7fb0f5135313" providerId="ADAL" clId="{1FFDFDEC-295D-434A-B582-72A8CC8A5E88}" dt="2021-01-14T02:16:01.629" v="442" actId="478"/>
          <ac:spMkLst>
            <pc:docMk/>
            <pc:sldMk cId="3649920568" sldId="377"/>
            <ac:spMk id="49" creationId="{77CA64BB-7E63-4245-8D28-F37677F8555D}"/>
          </ac:spMkLst>
        </pc:spChg>
        <pc:spChg chg="add del mod">
          <ac:chgData name="鈴木 秀規" userId="f68c5fd9-22d5-4c0a-9833-7fb0f5135313" providerId="ADAL" clId="{1FFDFDEC-295D-434A-B582-72A8CC8A5E88}" dt="2021-01-14T02:16:01.629" v="442" actId="478"/>
          <ac:spMkLst>
            <pc:docMk/>
            <pc:sldMk cId="3649920568" sldId="377"/>
            <ac:spMk id="50" creationId="{0A739127-191F-4C4F-8FF6-7AD938954C7B}"/>
          </ac:spMkLst>
        </pc:spChg>
        <pc:spChg chg="add del mod">
          <ac:chgData name="鈴木 秀規" userId="f68c5fd9-22d5-4c0a-9833-7fb0f5135313" providerId="ADAL" clId="{1FFDFDEC-295D-434A-B582-72A8CC8A5E88}" dt="2021-01-14T02:16:01.629" v="442" actId="478"/>
          <ac:spMkLst>
            <pc:docMk/>
            <pc:sldMk cId="3649920568" sldId="377"/>
            <ac:spMk id="51" creationId="{BAAC543E-D653-406C-BC24-004A738F98DF}"/>
          </ac:spMkLst>
        </pc:spChg>
        <pc:spChg chg="add mod">
          <ac:chgData name="鈴木 秀規" userId="f68c5fd9-22d5-4c0a-9833-7fb0f5135313" providerId="ADAL" clId="{1FFDFDEC-295D-434A-B582-72A8CC8A5E88}" dt="2021-01-14T02:11:52.343" v="379" actId="1076"/>
          <ac:spMkLst>
            <pc:docMk/>
            <pc:sldMk cId="3649920568" sldId="377"/>
            <ac:spMk id="52" creationId="{9FD0A5F7-3C21-449A-86AA-27C6C68FBB14}"/>
          </ac:spMkLst>
        </pc:spChg>
        <pc:spChg chg="add del mod">
          <ac:chgData name="鈴木 秀規" userId="f68c5fd9-22d5-4c0a-9833-7fb0f5135313" providerId="ADAL" clId="{1FFDFDEC-295D-434A-B582-72A8CC8A5E88}" dt="2021-01-14T02:16:01.629" v="442" actId="478"/>
          <ac:spMkLst>
            <pc:docMk/>
            <pc:sldMk cId="3649920568" sldId="377"/>
            <ac:spMk id="61" creationId="{83D46220-ADF8-4081-A483-E5B7CD8BA853}"/>
          </ac:spMkLst>
        </pc:spChg>
        <pc:spChg chg="add del mod">
          <ac:chgData name="鈴木 秀規" userId="f68c5fd9-22d5-4c0a-9833-7fb0f5135313" providerId="ADAL" clId="{1FFDFDEC-295D-434A-B582-72A8CC8A5E88}" dt="2021-01-14T02:16:01.629" v="442" actId="478"/>
          <ac:spMkLst>
            <pc:docMk/>
            <pc:sldMk cId="3649920568" sldId="377"/>
            <ac:spMk id="62" creationId="{D6CA32A0-C620-4951-966F-93FC0AB160BD}"/>
          </ac:spMkLst>
        </pc:spChg>
        <pc:spChg chg="add del mod">
          <ac:chgData name="鈴木 秀規" userId="f68c5fd9-22d5-4c0a-9833-7fb0f5135313" providerId="ADAL" clId="{1FFDFDEC-295D-434A-B582-72A8CC8A5E88}" dt="2021-01-14T02:19:36.642" v="496" actId="478"/>
          <ac:spMkLst>
            <pc:docMk/>
            <pc:sldMk cId="3649920568" sldId="377"/>
            <ac:spMk id="66" creationId="{E2C49944-ACA2-4A58-B0E5-0D3B7E65719E}"/>
          </ac:spMkLst>
        </pc:spChg>
        <pc:spChg chg="add mod">
          <ac:chgData name="鈴木 秀規" userId="f68c5fd9-22d5-4c0a-9833-7fb0f5135313" providerId="ADAL" clId="{1FFDFDEC-295D-434A-B582-72A8CC8A5E88}" dt="2021-01-14T02:21:14.524" v="523" actId="207"/>
          <ac:spMkLst>
            <pc:docMk/>
            <pc:sldMk cId="3649920568" sldId="377"/>
            <ac:spMk id="67" creationId="{0671154F-E1FA-4A93-B4CE-E5911A6852BA}"/>
          </ac:spMkLst>
        </pc:spChg>
        <pc:spChg chg="add mod">
          <ac:chgData name="鈴木 秀規" userId="f68c5fd9-22d5-4c0a-9833-7fb0f5135313" providerId="ADAL" clId="{1FFDFDEC-295D-434A-B582-72A8CC8A5E88}" dt="2021-01-14T02:22:21.665" v="553" actId="14100"/>
          <ac:spMkLst>
            <pc:docMk/>
            <pc:sldMk cId="3649920568" sldId="377"/>
            <ac:spMk id="68" creationId="{A3733B56-91A6-4B5A-8E5E-C9331ECCCC0B}"/>
          </ac:spMkLst>
        </pc:spChg>
        <pc:spChg chg="add mod">
          <ac:chgData name="鈴木 秀規" userId="f68c5fd9-22d5-4c0a-9833-7fb0f5135313" providerId="ADAL" clId="{1FFDFDEC-295D-434A-B582-72A8CC8A5E88}" dt="2021-01-14T02:22:32.890" v="556" actId="1035"/>
          <ac:spMkLst>
            <pc:docMk/>
            <pc:sldMk cId="3649920568" sldId="377"/>
            <ac:spMk id="69" creationId="{5E42E419-B13D-4016-8238-7F4799B6EB23}"/>
          </ac:spMkLst>
        </pc:spChg>
        <pc:spChg chg="add del mod">
          <ac:chgData name="鈴木 秀規" userId="f68c5fd9-22d5-4c0a-9833-7fb0f5135313" providerId="ADAL" clId="{1FFDFDEC-295D-434A-B582-72A8CC8A5E88}" dt="2021-01-14T03:36:49.050" v="769" actId="478"/>
          <ac:spMkLst>
            <pc:docMk/>
            <pc:sldMk cId="3649920568" sldId="377"/>
            <ac:spMk id="70" creationId="{75EE7C32-A449-48C9-858A-29C1A72E0B2F}"/>
          </ac:spMkLst>
        </pc:spChg>
        <pc:grpChg chg="add mod">
          <ac:chgData name="鈴木 秀規" userId="f68c5fd9-22d5-4c0a-9833-7fb0f5135313" providerId="ADAL" clId="{1FFDFDEC-295D-434A-B582-72A8CC8A5E88}" dt="2021-01-14T02:16:43.606" v="449" actId="1076"/>
          <ac:grpSpMkLst>
            <pc:docMk/>
            <pc:sldMk cId="3649920568" sldId="377"/>
            <ac:grpSpMk id="32" creationId="{A6E6B39E-1581-4318-9C25-C50545DCF6E5}"/>
          </ac:grpSpMkLst>
        </pc:grpChg>
        <pc:grpChg chg="add del mod">
          <ac:chgData name="鈴木 秀規" userId="f68c5fd9-22d5-4c0a-9833-7fb0f5135313" providerId="ADAL" clId="{1FFDFDEC-295D-434A-B582-72A8CC8A5E88}" dt="2021-01-14T02:16:01.629" v="442" actId="478"/>
          <ac:grpSpMkLst>
            <pc:docMk/>
            <pc:sldMk cId="3649920568" sldId="377"/>
            <ac:grpSpMk id="54" creationId="{D4036D75-2FD5-461E-A87F-4C388D4052D0}"/>
          </ac:grpSpMkLst>
        </pc:grpChg>
        <pc:picChg chg="add del mod">
          <ac:chgData name="鈴木 秀規" userId="f68c5fd9-22d5-4c0a-9833-7fb0f5135313" providerId="ADAL" clId="{1FFDFDEC-295D-434A-B582-72A8CC8A5E88}" dt="2021-01-14T02:04:21.934" v="240" actId="478"/>
          <ac:picMkLst>
            <pc:docMk/>
            <pc:sldMk cId="3649920568" sldId="377"/>
            <ac:picMk id="7" creationId="{E20396D6-2E5A-4A3C-866A-3EDECF145E1F}"/>
          </ac:picMkLst>
        </pc:picChg>
        <pc:picChg chg="add del mod">
          <ac:chgData name="鈴木 秀規" userId="f68c5fd9-22d5-4c0a-9833-7fb0f5135313" providerId="ADAL" clId="{1FFDFDEC-295D-434A-B582-72A8CC8A5E88}" dt="2021-01-14T02:04:21.934" v="240" actId="478"/>
          <ac:picMkLst>
            <pc:docMk/>
            <pc:sldMk cId="3649920568" sldId="377"/>
            <ac:picMk id="8" creationId="{E560B7DF-E113-4E23-B6A5-CAD857447DB8}"/>
          </ac:picMkLst>
        </pc:picChg>
        <pc:picChg chg="add del mod">
          <ac:chgData name="鈴木 秀規" userId="f68c5fd9-22d5-4c0a-9833-7fb0f5135313" providerId="ADAL" clId="{1FFDFDEC-295D-434A-B582-72A8CC8A5E88}" dt="2021-01-14T02:04:21.934" v="240" actId="478"/>
          <ac:picMkLst>
            <pc:docMk/>
            <pc:sldMk cId="3649920568" sldId="377"/>
            <ac:picMk id="9" creationId="{B194A6BA-DF1B-426E-9CDD-97A45AC51E7D}"/>
          </ac:picMkLst>
        </pc:picChg>
        <pc:picChg chg="add del mod">
          <ac:chgData name="鈴木 秀規" userId="f68c5fd9-22d5-4c0a-9833-7fb0f5135313" providerId="ADAL" clId="{1FFDFDEC-295D-434A-B582-72A8CC8A5E88}" dt="2021-01-14T02:04:21.934" v="240" actId="478"/>
          <ac:picMkLst>
            <pc:docMk/>
            <pc:sldMk cId="3649920568" sldId="377"/>
            <ac:picMk id="15" creationId="{7F2FFC44-3FB7-42E8-880F-3FA0352F329F}"/>
          </ac:picMkLst>
        </pc:picChg>
        <pc:picChg chg="add mod">
          <ac:chgData name="鈴木 秀規" userId="f68c5fd9-22d5-4c0a-9833-7fb0f5135313" providerId="ADAL" clId="{1FFDFDEC-295D-434A-B582-72A8CC8A5E88}" dt="2021-01-14T02:05:34.524" v="287" actId="164"/>
          <ac:picMkLst>
            <pc:docMk/>
            <pc:sldMk cId="3649920568" sldId="377"/>
            <ac:picMk id="27" creationId="{E93CA468-4AE8-485A-AB76-A2D114168246}"/>
          </ac:picMkLst>
        </pc:picChg>
        <pc:picChg chg="add mod">
          <ac:chgData name="鈴木 秀規" userId="f68c5fd9-22d5-4c0a-9833-7fb0f5135313" providerId="ADAL" clId="{1FFDFDEC-295D-434A-B582-72A8CC8A5E88}" dt="2021-01-14T02:05:34.524" v="287" actId="164"/>
          <ac:picMkLst>
            <pc:docMk/>
            <pc:sldMk cId="3649920568" sldId="377"/>
            <ac:picMk id="28" creationId="{AD28C022-22D5-4A58-AFE7-972EB062E364}"/>
          </ac:picMkLst>
        </pc:picChg>
        <pc:picChg chg="add mod">
          <ac:chgData name="鈴木 秀規" userId="f68c5fd9-22d5-4c0a-9833-7fb0f5135313" providerId="ADAL" clId="{1FFDFDEC-295D-434A-B582-72A8CC8A5E88}" dt="2021-01-14T02:05:34.524" v="287" actId="164"/>
          <ac:picMkLst>
            <pc:docMk/>
            <pc:sldMk cId="3649920568" sldId="377"/>
            <ac:picMk id="29" creationId="{9D45EBC1-DEE0-40E3-A104-46EB8914BDF4}"/>
          </ac:picMkLst>
        </pc:picChg>
        <pc:picChg chg="add del mod ord">
          <ac:chgData name="鈴木 秀規" userId="f68c5fd9-22d5-4c0a-9833-7fb0f5135313" providerId="ADAL" clId="{1FFDFDEC-295D-434A-B582-72A8CC8A5E88}" dt="2021-01-14T02:16:36.835" v="446" actId="1076"/>
          <ac:picMkLst>
            <pc:docMk/>
            <pc:sldMk cId="3649920568" sldId="377"/>
            <ac:picMk id="33" creationId="{0E9D1243-8407-457A-82BD-F88B5BBECD23}"/>
          </ac:picMkLst>
        </pc:picChg>
        <pc:picChg chg="add mod">
          <ac:chgData name="鈴木 秀規" userId="f68c5fd9-22d5-4c0a-9833-7fb0f5135313" providerId="ADAL" clId="{1FFDFDEC-295D-434A-B582-72A8CC8A5E88}" dt="2021-01-14T02:11:52.343" v="379" actId="1076"/>
          <ac:picMkLst>
            <pc:docMk/>
            <pc:sldMk cId="3649920568" sldId="377"/>
            <ac:picMk id="53" creationId="{0A86E771-969C-4F01-BFA0-1B211831F160}"/>
          </ac:picMkLst>
        </pc:picChg>
        <pc:cxnChg chg="add del mod">
          <ac:chgData name="鈴木 秀規" userId="f68c5fd9-22d5-4c0a-9833-7fb0f5135313" providerId="ADAL" clId="{1FFDFDEC-295D-434A-B582-72A8CC8A5E88}" dt="2021-01-14T02:04:21.934" v="240" actId="478"/>
          <ac:cxnSpMkLst>
            <pc:docMk/>
            <pc:sldMk cId="3649920568" sldId="377"/>
            <ac:cxnSpMk id="11" creationId="{0483F4C0-0407-44D3-A78F-49E51B86787C}"/>
          </ac:cxnSpMkLst>
        </pc:cxnChg>
        <pc:cxnChg chg="add del mod">
          <ac:chgData name="鈴木 秀規" userId="f68c5fd9-22d5-4c0a-9833-7fb0f5135313" providerId="ADAL" clId="{1FFDFDEC-295D-434A-B582-72A8CC8A5E88}" dt="2021-01-14T02:04:21.934" v="240" actId="478"/>
          <ac:cxnSpMkLst>
            <pc:docMk/>
            <pc:sldMk cId="3649920568" sldId="377"/>
            <ac:cxnSpMk id="12" creationId="{2E04BDFF-7969-411B-93A0-D8331BA8189C}"/>
          </ac:cxnSpMkLst>
        </pc:cxnChg>
        <pc:cxnChg chg="add del mod">
          <ac:chgData name="鈴木 秀規" userId="f68c5fd9-22d5-4c0a-9833-7fb0f5135313" providerId="ADAL" clId="{1FFDFDEC-295D-434A-B582-72A8CC8A5E88}" dt="2021-01-14T02:04:21.934" v="240" actId="478"/>
          <ac:cxnSpMkLst>
            <pc:docMk/>
            <pc:sldMk cId="3649920568" sldId="377"/>
            <ac:cxnSpMk id="18" creationId="{1C833306-77D8-44F7-AB46-81396D7788AF}"/>
          </ac:cxnSpMkLst>
        </pc:cxnChg>
        <pc:cxnChg chg="add del mod">
          <ac:chgData name="鈴木 秀規" userId="f68c5fd9-22d5-4c0a-9833-7fb0f5135313" providerId="ADAL" clId="{1FFDFDEC-295D-434A-B582-72A8CC8A5E88}" dt="2021-01-14T02:04:21.934" v="240" actId="478"/>
          <ac:cxnSpMkLst>
            <pc:docMk/>
            <pc:sldMk cId="3649920568" sldId="377"/>
            <ac:cxnSpMk id="19" creationId="{2B632CD0-09BA-467C-8CA1-BF1493109906}"/>
          </ac:cxnSpMkLst>
        </pc:cxnChg>
        <pc:cxnChg chg="add del mod">
          <ac:chgData name="鈴木 秀規" userId="f68c5fd9-22d5-4c0a-9833-7fb0f5135313" providerId="ADAL" clId="{1FFDFDEC-295D-434A-B582-72A8CC8A5E88}" dt="2021-01-14T02:16:31.942" v="445" actId="478"/>
          <ac:cxnSpMkLst>
            <pc:docMk/>
            <pc:sldMk cId="3649920568" sldId="377"/>
            <ac:cxnSpMk id="36" creationId="{AD6D5368-C535-4AA1-ADF8-B5E214C9BE42}"/>
          </ac:cxnSpMkLst>
        </pc:cxnChg>
        <pc:cxnChg chg="add del mod">
          <ac:chgData name="鈴木 秀規" userId="f68c5fd9-22d5-4c0a-9833-7fb0f5135313" providerId="ADAL" clId="{1FFDFDEC-295D-434A-B582-72A8CC8A5E88}" dt="2021-01-14T02:16:31.942" v="445" actId="478"/>
          <ac:cxnSpMkLst>
            <pc:docMk/>
            <pc:sldMk cId="3649920568" sldId="377"/>
            <ac:cxnSpMk id="41" creationId="{58F1D3BC-BF7A-4996-B9E2-60AA8D6F04E3}"/>
          </ac:cxnSpMkLst>
        </pc:cxnChg>
        <pc:cxnChg chg="add del mod">
          <ac:chgData name="鈴木 秀規" userId="f68c5fd9-22d5-4c0a-9833-7fb0f5135313" providerId="ADAL" clId="{1FFDFDEC-295D-434A-B582-72A8CC8A5E88}" dt="2021-01-14T02:16:01.629" v="442" actId="478"/>
          <ac:cxnSpMkLst>
            <pc:docMk/>
            <pc:sldMk cId="3649920568" sldId="377"/>
            <ac:cxnSpMk id="55" creationId="{BAEC9F89-E461-491B-94AE-A27E46E881FD}"/>
          </ac:cxnSpMkLst>
        </pc:cxnChg>
        <pc:cxnChg chg="add del mod">
          <ac:chgData name="鈴木 秀規" userId="f68c5fd9-22d5-4c0a-9833-7fb0f5135313" providerId="ADAL" clId="{1FFDFDEC-295D-434A-B582-72A8CC8A5E88}" dt="2021-01-14T02:16:01.629" v="442" actId="478"/>
          <ac:cxnSpMkLst>
            <pc:docMk/>
            <pc:sldMk cId="3649920568" sldId="377"/>
            <ac:cxnSpMk id="58" creationId="{410B3091-C760-4FE8-B549-D0650C6C8145}"/>
          </ac:cxnSpMkLst>
        </pc:cxnChg>
        <pc:cxnChg chg="add mod">
          <ac:chgData name="鈴木 秀規" userId="f68c5fd9-22d5-4c0a-9833-7fb0f5135313" providerId="ADAL" clId="{1FFDFDEC-295D-434A-B582-72A8CC8A5E88}" dt="2021-01-14T02:17:40.921" v="469" actId="1038"/>
          <ac:cxnSpMkLst>
            <pc:docMk/>
            <pc:sldMk cId="3649920568" sldId="377"/>
            <ac:cxnSpMk id="64" creationId="{100ADEA5-B42F-4347-9286-D7704FC7BE9D}"/>
          </ac:cxnSpMkLst>
        </pc:cxnChg>
        <pc:cxnChg chg="add del mod">
          <ac:chgData name="鈴木 秀規" userId="f68c5fd9-22d5-4c0a-9833-7fb0f5135313" providerId="ADAL" clId="{1FFDFDEC-295D-434A-B582-72A8CC8A5E88}" dt="2021-01-14T03:36:49.050" v="769" actId="478"/>
          <ac:cxnSpMkLst>
            <pc:docMk/>
            <pc:sldMk cId="3649920568" sldId="377"/>
            <ac:cxnSpMk id="65" creationId="{161C3D35-36D5-4C34-A872-287438D6956F}"/>
          </ac:cxnSpMkLst>
        </pc:cxnChg>
      </pc:sldChg>
      <pc:sldChg chg="delSp modSp add del mod">
        <pc:chgData name="鈴木 秀規" userId="f68c5fd9-22d5-4c0a-9833-7fb0f5135313" providerId="ADAL" clId="{1FFDFDEC-295D-434A-B582-72A8CC8A5E88}" dt="2021-01-14T02:29:25.757" v="739" actId="47"/>
        <pc:sldMkLst>
          <pc:docMk/>
          <pc:sldMk cId="2320012680" sldId="378"/>
        </pc:sldMkLst>
        <pc:spChg chg="mod">
          <ac:chgData name="鈴木 秀規" userId="f68c5fd9-22d5-4c0a-9833-7fb0f5135313" providerId="ADAL" clId="{1FFDFDEC-295D-434A-B582-72A8CC8A5E88}" dt="2021-01-14T02:14:54.356" v="440" actId="20577"/>
          <ac:spMkLst>
            <pc:docMk/>
            <pc:sldMk cId="2320012680" sldId="378"/>
            <ac:spMk id="3" creationId="{DF13203F-8593-420C-AE20-66E21972FB4D}"/>
          </ac:spMkLst>
        </pc:spChg>
        <pc:spChg chg="del">
          <ac:chgData name="鈴木 秀規" userId="f68c5fd9-22d5-4c0a-9833-7fb0f5135313" providerId="ADAL" clId="{1FFDFDEC-295D-434A-B582-72A8CC8A5E88}" dt="2021-01-14T02:22:56.356" v="557" actId="478"/>
          <ac:spMkLst>
            <pc:docMk/>
            <pc:sldMk cId="2320012680" sldId="378"/>
            <ac:spMk id="31" creationId="{FFC60DF4-583B-4EF1-886C-A29A4130BA29}"/>
          </ac:spMkLst>
        </pc:spChg>
        <pc:spChg chg="del">
          <ac:chgData name="鈴木 秀規" userId="f68c5fd9-22d5-4c0a-9833-7fb0f5135313" providerId="ADAL" clId="{1FFDFDEC-295D-434A-B582-72A8CC8A5E88}" dt="2021-01-14T02:22:56.356" v="557" actId="478"/>
          <ac:spMkLst>
            <pc:docMk/>
            <pc:sldMk cId="2320012680" sldId="378"/>
            <ac:spMk id="34" creationId="{8F2C3383-3D92-46AC-BD0E-043B93B52929}"/>
          </ac:spMkLst>
        </pc:spChg>
        <pc:spChg chg="del">
          <ac:chgData name="鈴木 秀規" userId="f68c5fd9-22d5-4c0a-9833-7fb0f5135313" providerId="ADAL" clId="{1FFDFDEC-295D-434A-B582-72A8CC8A5E88}" dt="2021-01-14T02:22:56.356" v="557" actId="478"/>
          <ac:spMkLst>
            <pc:docMk/>
            <pc:sldMk cId="2320012680" sldId="378"/>
            <ac:spMk id="46" creationId="{F67477F8-6865-4B2A-A073-E83E5CC25623}"/>
          </ac:spMkLst>
        </pc:spChg>
        <pc:spChg chg="del">
          <ac:chgData name="鈴木 秀規" userId="f68c5fd9-22d5-4c0a-9833-7fb0f5135313" providerId="ADAL" clId="{1FFDFDEC-295D-434A-B582-72A8CC8A5E88}" dt="2021-01-14T02:22:56.356" v="557" actId="478"/>
          <ac:spMkLst>
            <pc:docMk/>
            <pc:sldMk cId="2320012680" sldId="378"/>
            <ac:spMk id="47" creationId="{BB6E310E-301D-4047-8904-D7EA81227523}"/>
          </ac:spMkLst>
        </pc:spChg>
        <pc:spChg chg="del">
          <ac:chgData name="鈴木 秀規" userId="f68c5fd9-22d5-4c0a-9833-7fb0f5135313" providerId="ADAL" clId="{1FFDFDEC-295D-434A-B582-72A8CC8A5E88}" dt="2021-01-14T02:22:56.356" v="557" actId="478"/>
          <ac:spMkLst>
            <pc:docMk/>
            <pc:sldMk cId="2320012680" sldId="378"/>
            <ac:spMk id="61" creationId="{83D46220-ADF8-4081-A483-E5B7CD8BA853}"/>
          </ac:spMkLst>
        </pc:spChg>
        <pc:spChg chg="del">
          <ac:chgData name="鈴木 秀規" userId="f68c5fd9-22d5-4c0a-9833-7fb0f5135313" providerId="ADAL" clId="{1FFDFDEC-295D-434A-B582-72A8CC8A5E88}" dt="2021-01-14T02:22:56.356" v="557" actId="478"/>
          <ac:spMkLst>
            <pc:docMk/>
            <pc:sldMk cId="2320012680" sldId="378"/>
            <ac:spMk id="62" creationId="{D6CA32A0-C620-4951-966F-93FC0AB160BD}"/>
          </ac:spMkLst>
        </pc:spChg>
        <pc:grpChg chg="del">
          <ac:chgData name="鈴木 秀規" userId="f68c5fd9-22d5-4c0a-9833-7fb0f5135313" providerId="ADAL" clId="{1FFDFDEC-295D-434A-B582-72A8CC8A5E88}" dt="2021-01-14T02:22:56.356" v="557" actId="478"/>
          <ac:grpSpMkLst>
            <pc:docMk/>
            <pc:sldMk cId="2320012680" sldId="378"/>
            <ac:grpSpMk id="32" creationId="{A6E6B39E-1581-4318-9C25-C50545DCF6E5}"/>
          </ac:grpSpMkLst>
        </pc:grpChg>
        <pc:picChg chg="del">
          <ac:chgData name="鈴木 秀規" userId="f68c5fd9-22d5-4c0a-9833-7fb0f5135313" providerId="ADAL" clId="{1FFDFDEC-295D-434A-B582-72A8CC8A5E88}" dt="2021-01-14T02:22:56.356" v="557" actId="478"/>
          <ac:picMkLst>
            <pc:docMk/>
            <pc:sldMk cId="2320012680" sldId="378"/>
            <ac:picMk id="33" creationId="{0E9D1243-8407-457A-82BD-F88B5BBECD23}"/>
          </ac:picMkLst>
        </pc:picChg>
        <pc:cxnChg chg="del">
          <ac:chgData name="鈴木 秀規" userId="f68c5fd9-22d5-4c0a-9833-7fb0f5135313" providerId="ADAL" clId="{1FFDFDEC-295D-434A-B582-72A8CC8A5E88}" dt="2021-01-14T02:22:56.356" v="557" actId="478"/>
          <ac:cxnSpMkLst>
            <pc:docMk/>
            <pc:sldMk cId="2320012680" sldId="378"/>
            <ac:cxnSpMk id="36" creationId="{AD6D5368-C535-4AA1-ADF8-B5E214C9BE42}"/>
          </ac:cxnSpMkLst>
        </pc:cxnChg>
        <pc:cxnChg chg="del">
          <ac:chgData name="鈴木 秀規" userId="f68c5fd9-22d5-4c0a-9833-7fb0f5135313" providerId="ADAL" clId="{1FFDFDEC-295D-434A-B582-72A8CC8A5E88}" dt="2021-01-14T02:22:56.356" v="557" actId="478"/>
          <ac:cxnSpMkLst>
            <pc:docMk/>
            <pc:sldMk cId="2320012680" sldId="378"/>
            <ac:cxnSpMk id="41" creationId="{58F1D3BC-BF7A-4996-B9E2-60AA8D6F04E3}"/>
          </ac:cxnSpMkLst>
        </pc:cxnChg>
        <pc:cxnChg chg="del">
          <ac:chgData name="鈴木 秀規" userId="f68c5fd9-22d5-4c0a-9833-7fb0f5135313" providerId="ADAL" clId="{1FFDFDEC-295D-434A-B582-72A8CC8A5E88}" dt="2021-01-14T02:22:56.356" v="557" actId="478"/>
          <ac:cxnSpMkLst>
            <pc:docMk/>
            <pc:sldMk cId="2320012680" sldId="378"/>
            <ac:cxnSpMk id="55" creationId="{BAEC9F89-E461-491B-94AE-A27E46E881FD}"/>
          </ac:cxnSpMkLst>
        </pc:cxnChg>
        <pc:cxnChg chg="del">
          <ac:chgData name="鈴木 秀規" userId="f68c5fd9-22d5-4c0a-9833-7fb0f5135313" providerId="ADAL" clId="{1FFDFDEC-295D-434A-B582-72A8CC8A5E88}" dt="2021-01-14T02:22:56.356" v="557" actId="478"/>
          <ac:cxnSpMkLst>
            <pc:docMk/>
            <pc:sldMk cId="2320012680" sldId="378"/>
            <ac:cxnSpMk id="58" creationId="{410B3091-C760-4FE8-B549-D0650C6C8145}"/>
          </ac:cxnSpMkLst>
        </pc:cxnChg>
      </pc:sldChg>
      <pc:sldChg chg="addSp delSp modSp add mod">
        <pc:chgData name="鈴木 秀規" userId="f68c5fd9-22d5-4c0a-9833-7fb0f5135313" providerId="ADAL" clId="{1FFDFDEC-295D-434A-B582-72A8CC8A5E88}" dt="2021-01-26T03:29:33.385" v="892" actId="207"/>
        <pc:sldMkLst>
          <pc:docMk/>
          <pc:sldMk cId="958544309" sldId="379"/>
        </pc:sldMkLst>
        <pc:spChg chg="mod">
          <ac:chgData name="鈴木 秀規" userId="f68c5fd9-22d5-4c0a-9833-7fb0f5135313" providerId="ADAL" clId="{1FFDFDEC-295D-434A-B582-72A8CC8A5E88}" dt="2021-01-14T02:23:19.325" v="581" actId="20577"/>
          <ac:spMkLst>
            <pc:docMk/>
            <pc:sldMk cId="958544309" sldId="379"/>
            <ac:spMk id="3" creationId="{DF13203F-8593-420C-AE20-66E21972FB4D}"/>
          </ac:spMkLst>
        </pc:spChg>
        <pc:spChg chg="mod">
          <ac:chgData name="鈴木 秀規" userId="f68c5fd9-22d5-4c0a-9833-7fb0f5135313" providerId="ADAL" clId="{1FFDFDEC-295D-434A-B582-72A8CC8A5E88}" dt="2021-01-14T03:35:50.846" v="746" actId="1076"/>
          <ac:spMkLst>
            <pc:docMk/>
            <pc:sldMk cId="958544309" sldId="379"/>
            <ac:spMk id="5" creationId="{63D511F6-27E6-40A2-9A93-B28B3EF22E08}"/>
          </ac:spMkLst>
        </pc:spChg>
        <pc:spChg chg="add mod">
          <ac:chgData name="鈴木 秀規" userId="f68c5fd9-22d5-4c0a-9833-7fb0f5135313" providerId="ADAL" clId="{1FFDFDEC-295D-434A-B582-72A8CC8A5E88}" dt="2021-01-14T02:27:29.650" v="667" actId="1076"/>
          <ac:spMkLst>
            <pc:docMk/>
            <pc:sldMk cId="958544309" sldId="379"/>
            <ac:spMk id="19" creationId="{BFD7670E-D948-4916-A5B0-BC868BB5A7B8}"/>
          </ac:spMkLst>
        </pc:spChg>
        <pc:spChg chg="add mod">
          <ac:chgData name="鈴木 秀規" userId="f68c5fd9-22d5-4c0a-9833-7fb0f5135313" providerId="ADAL" clId="{1FFDFDEC-295D-434A-B582-72A8CC8A5E88}" dt="2021-01-14T02:27:29.650" v="667" actId="1076"/>
          <ac:spMkLst>
            <pc:docMk/>
            <pc:sldMk cId="958544309" sldId="379"/>
            <ac:spMk id="20" creationId="{342B2FC8-CEB9-4A3C-A4B9-0E07B43AA2D9}"/>
          </ac:spMkLst>
        </pc:spChg>
        <pc:spChg chg="add del mod">
          <ac:chgData name="鈴木 秀規" userId="f68c5fd9-22d5-4c0a-9833-7fb0f5135313" providerId="ADAL" clId="{1FFDFDEC-295D-434A-B582-72A8CC8A5E88}" dt="2021-01-14T03:35:53.946" v="747" actId="478"/>
          <ac:spMkLst>
            <pc:docMk/>
            <pc:sldMk cId="958544309" sldId="379"/>
            <ac:spMk id="21" creationId="{4CE962B2-0B0B-488B-B395-9937FEA31235}"/>
          </ac:spMkLst>
        </pc:spChg>
        <pc:spChg chg="add del mod">
          <ac:chgData name="鈴木 秀規" userId="f68c5fd9-22d5-4c0a-9833-7fb0f5135313" providerId="ADAL" clId="{1FFDFDEC-295D-434A-B582-72A8CC8A5E88}" dt="2021-01-14T03:35:53.946" v="747" actId="478"/>
          <ac:spMkLst>
            <pc:docMk/>
            <pc:sldMk cId="958544309" sldId="379"/>
            <ac:spMk id="22" creationId="{08473672-4663-4E76-AE85-614E63232CA2}"/>
          </ac:spMkLst>
        </pc:spChg>
        <pc:spChg chg="add del mod">
          <ac:chgData name="鈴木 秀規" userId="f68c5fd9-22d5-4c0a-9833-7fb0f5135313" providerId="ADAL" clId="{1FFDFDEC-295D-434A-B582-72A8CC8A5E88}" dt="2021-01-14T03:35:53.946" v="747" actId="478"/>
          <ac:spMkLst>
            <pc:docMk/>
            <pc:sldMk cId="958544309" sldId="379"/>
            <ac:spMk id="23" creationId="{9CEE2320-9DDB-4293-8B65-34AAC77B7A28}"/>
          </ac:spMkLst>
        </pc:spChg>
        <pc:spChg chg="add del mod">
          <ac:chgData name="鈴木 秀規" userId="f68c5fd9-22d5-4c0a-9833-7fb0f5135313" providerId="ADAL" clId="{1FFDFDEC-295D-434A-B582-72A8CC8A5E88}" dt="2021-01-14T03:35:53.946" v="747" actId="478"/>
          <ac:spMkLst>
            <pc:docMk/>
            <pc:sldMk cId="958544309" sldId="379"/>
            <ac:spMk id="24" creationId="{9EA7CECF-2E5C-48EB-89FD-A206EC488576}"/>
          </ac:spMkLst>
        </pc:spChg>
        <pc:spChg chg="mod">
          <ac:chgData name="鈴木 秀規" userId="f68c5fd9-22d5-4c0a-9833-7fb0f5135313" providerId="ADAL" clId="{1FFDFDEC-295D-434A-B582-72A8CC8A5E88}" dt="2021-01-14T02:27:21.306" v="666" actId="1038"/>
          <ac:spMkLst>
            <pc:docMk/>
            <pc:sldMk cId="958544309" sldId="379"/>
            <ac:spMk id="26" creationId="{E7DF1ACA-6CF0-40A9-9E99-DABEBFCB70AB}"/>
          </ac:spMkLst>
        </pc:spChg>
        <pc:spChg chg="del mod">
          <ac:chgData name="鈴木 秀規" userId="f68c5fd9-22d5-4c0a-9833-7fb0f5135313" providerId="ADAL" clId="{1FFDFDEC-295D-434A-B582-72A8CC8A5E88}" dt="2021-01-14T03:36:11.610" v="750" actId="478"/>
          <ac:spMkLst>
            <pc:docMk/>
            <pc:sldMk cId="958544309" sldId="379"/>
            <ac:spMk id="31" creationId="{FFC60DF4-583B-4EF1-886C-A29A4130BA29}"/>
          </ac:spMkLst>
        </pc:spChg>
        <pc:spChg chg="mod">
          <ac:chgData name="鈴木 秀規" userId="f68c5fd9-22d5-4c0a-9833-7fb0f5135313" providerId="ADAL" clId="{1FFDFDEC-295D-434A-B582-72A8CC8A5E88}" dt="2021-01-14T02:27:29.650" v="667" actId="1076"/>
          <ac:spMkLst>
            <pc:docMk/>
            <pc:sldMk cId="958544309" sldId="379"/>
            <ac:spMk id="34" creationId="{8F2C3383-3D92-46AC-BD0E-043B93B52929}"/>
          </ac:spMkLst>
        </pc:spChg>
        <pc:spChg chg="add mod">
          <ac:chgData name="鈴木 秀規" userId="f68c5fd9-22d5-4c0a-9833-7fb0f5135313" providerId="ADAL" clId="{1FFDFDEC-295D-434A-B582-72A8CC8A5E88}" dt="2021-01-14T02:27:06.061" v="657" actId="571"/>
          <ac:spMkLst>
            <pc:docMk/>
            <pc:sldMk cId="958544309" sldId="379"/>
            <ac:spMk id="37" creationId="{47831BC6-F284-47AB-A050-EAD5ACCAD148}"/>
          </ac:spMkLst>
        </pc:spChg>
        <pc:spChg chg="add mod">
          <ac:chgData name="鈴木 秀規" userId="f68c5fd9-22d5-4c0a-9833-7fb0f5135313" providerId="ADAL" clId="{1FFDFDEC-295D-434A-B582-72A8CC8A5E88}" dt="2021-01-14T02:27:06.061" v="657" actId="571"/>
          <ac:spMkLst>
            <pc:docMk/>
            <pc:sldMk cId="958544309" sldId="379"/>
            <ac:spMk id="38" creationId="{14CF0358-BECE-42C6-9A83-4C21DB825E4B}"/>
          </ac:spMkLst>
        </pc:spChg>
        <pc:spChg chg="add del mod">
          <ac:chgData name="鈴木 秀規" userId="f68c5fd9-22d5-4c0a-9833-7fb0f5135313" providerId="ADAL" clId="{1FFDFDEC-295D-434A-B582-72A8CC8A5E88}" dt="2021-01-14T03:35:47.969" v="744" actId="478"/>
          <ac:spMkLst>
            <pc:docMk/>
            <pc:sldMk cId="958544309" sldId="379"/>
            <ac:spMk id="41" creationId="{7E7E9EA2-6ECB-437C-B67E-E541576A4C98}"/>
          </ac:spMkLst>
        </pc:spChg>
        <pc:spChg chg="add del mod">
          <ac:chgData name="鈴木 秀規" userId="f68c5fd9-22d5-4c0a-9833-7fb0f5135313" providerId="ADAL" clId="{1FFDFDEC-295D-434A-B582-72A8CC8A5E88}" dt="2021-01-14T03:36:11.610" v="750" actId="478"/>
          <ac:spMkLst>
            <pc:docMk/>
            <pc:sldMk cId="958544309" sldId="379"/>
            <ac:spMk id="42" creationId="{B4F1AB1F-1298-4572-9A9F-3D1A30394D5D}"/>
          </ac:spMkLst>
        </pc:spChg>
        <pc:spChg chg="add del mod">
          <ac:chgData name="鈴木 秀規" userId="f68c5fd9-22d5-4c0a-9833-7fb0f5135313" providerId="ADAL" clId="{1FFDFDEC-295D-434A-B582-72A8CC8A5E88}" dt="2021-01-14T03:35:57.106" v="748" actId="478"/>
          <ac:spMkLst>
            <pc:docMk/>
            <pc:sldMk cId="958544309" sldId="379"/>
            <ac:spMk id="43" creationId="{3F27ACB4-8E48-4CC7-9582-119D2221438E}"/>
          </ac:spMkLst>
        </pc:spChg>
        <pc:spChg chg="add del mod">
          <ac:chgData name="鈴木 秀規" userId="f68c5fd9-22d5-4c0a-9833-7fb0f5135313" providerId="ADAL" clId="{1FFDFDEC-295D-434A-B582-72A8CC8A5E88}" dt="2021-01-14T03:35:47.969" v="744" actId="478"/>
          <ac:spMkLst>
            <pc:docMk/>
            <pc:sldMk cId="958544309" sldId="379"/>
            <ac:spMk id="44" creationId="{BDF61BC1-2F48-40F0-9086-6D8E83B221C3}"/>
          </ac:spMkLst>
        </pc:spChg>
        <pc:spChg chg="add mod">
          <ac:chgData name="鈴木 秀規" userId="f68c5fd9-22d5-4c0a-9833-7fb0f5135313" providerId="ADAL" clId="{1FFDFDEC-295D-434A-B582-72A8CC8A5E88}" dt="2021-01-26T03:29:33.385" v="892" actId="207"/>
          <ac:spMkLst>
            <pc:docMk/>
            <pc:sldMk cId="958544309" sldId="379"/>
            <ac:spMk id="46" creationId="{DFEF5E98-F257-46FC-9AC3-6F94A2A4DCB1}"/>
          </ac:spMkLst>
        </pc:spChg>
        <pc:spChg chg="add mod">
          <ac:chgData name="鈴木 秀規" userId="f68c5fd9-22d5-4c0a-9833-7fb0f5135313" providerId="ADAL" clId="{1FFDFDEC-295D-434A-B582-72A8CC8A5E88}" dt="2021-01-26T03:29:31.786" v="890" actId="207"/>
          <ac:spMkLst>
            <pc:docMk/>
            <pc:sldMk cId="958544309" sldId="379"/>
            <ac:spMk id="47" creationId="{712C7B56-3695-447A-B9B3-72DADE91B379}"/>
          </ac:spMkLst>
        </pc:spChg>
        <pc:spChg chg="add mod">
          <ac:chgData name="鈴木 秀規" userId="f68c5fd9-22d5-4c0a-9833-7fb0f5135313" providerId="ADAL" clId="{1FFDFDEC-295D-434A-B582-72A8CC8A5E88}" dt="2021-01-14T03:38:06.938" v="823" actId="207"/>
          <ac:spMkLst>
            <pc:docMk/>
            <pc:sldMk cId="958544309" sldId="379"/>
            <ac:spMk id="48" creationId="{1EE0B00C-5149-4751-9E8A-5739504BF85B}"/>
          </ac:spMkLst>
        </pc:spChg>
        <pc:spChg chg="del mod">
          <ac:chgData name="鈴木 秀規" userId="f68c5fd9-22d5-4c0a-9833-7fb0f5135313" providerId="ADAL" clId="{1FFDFDEC-295D-434A-B582-72A8CC8A5E88}" dt="2021-01-14T03:36:56.851" v="770" actId="478"/>
          <ac:spMkLst>
            <pc:docMk/>
            <pc:sldMk cId="958544309" sldId="379"/>
            <ac:spMk id="67" creationId="{0671154F-E1FA-4A93-B4CE-E5911A6852BA}"/>
          </ac:spMkLst>
        </pc:spChg>
        <pc:spChg chg="del mod">
          <ac:chgData name="鈴木 秀規" userId="f68c5fd9-22d5-4c0a-9833-7fb0f5135313" providerId="ADAL" clId="{1FFDFDEC-295D-434A-B582-72A8CC8A5E88}" dt="2021-01-14T03:36:56.851" v="770" actId="478"/>
          <ac:spMkLst>
            <pc:docMk/>
            <pc:sldMk cId="958544309" sldId="379"/>
            <ac:spMk id="68" creationId="{A3733B56-91A6-4B5A-8E5E-C9331ECCCC0B}"/>
          </ac:spMkLst>
        </pc:spChg>
        <pc:spChg chg="del mod">
          <ac:chgData name="鈴木 秀規" userId="f68c5fd9-22d5-4c0a-9833-7fb0f5135313" providerId="ADAL" clId="{1FFDFDEC-295D-434A-B582-72A8CC8A5E88}" dt="2021-01-14T03:36:56.851" v="770" actId="478"/>
          <ac:spMkLst>
            <pc:docMk/>
            <pc:sldMk cId="958544309" sldId="379"/>
            <ac:spMk id="69" creationId="{5E42E419-B13D-4016-8238-7F4799B6EB23}"/>
          </ac:spMkLst>
        </pc:spChg>
        <pc:spChg chg="mod">
          <ac:chgData name="鈴木 秀規" userId="f68c5fd9-22d5-4c0a-9833-7fb0f5135313" providerId="ADAL" clId="{1FFDFDEC-295D-434A-B582-72A8CC8A5E88}" dt="2021-01-14T02:27:29.650" v="667" actId="1076"/>
          <ac:spMkLst>
            <pc:docMk/>
            <pc:sldMk cId="958544309" sldId="379"/>
            <ac:spMk id="70" creationId="{75EE7C32-A449-48C9-858A-29C1A72E0B2F}"/>
          </ac:spMkLst>
        </pc:spChg>
        <pc:grpChg chg="add del mod">
          <ac:chgData name="鈴木 秀規" userId="f68c5fd9-22d5-4c0a-9833-7fb0f5135313" providerId="ADAL" clId="{1FFDFDEC-295D-434A-B582-72A8CC8A5E88}" dt="2021-01-14T03:36:02.778" v="749" actId="478"/>
          <ac:grpSpMkLst>
            <pc:docMk/>
            <pc:sldMk cId="958544309" sldId="379"/>
            <ac:grpSpMk id="25" creationId="{CF251A41-CE0D-496B-BA17-6C42231ED860}"/>
          </ac:grpSpMkLst>
        </pc:grpChg>
        <pc:grpChg chg="mod">
          <ac:chgData name="鈴木 秀規" userId="f68c5fd9-22d5-4c0a-9833-7fb0f5135313" providerId="ADAL" clId="{1FFDFDEC-295D-434A-B582-72A8CC8A5E88}" dt="2021-01-14T02:27:29.650" v="667" actId="1076"/>
          <ac:grpSpMkLst>
            <pc:docMk/>
            <pc:sldMk cId="958544309" sldId="379"/>
            <ac:grpSpMk id="32" creationId="{A6E6B39E-1581-4318-9C25-C50545DCF6E5}"/>
          </ac:grpSpMkLst>
        </pc:grpChg>
        <pc:picChg chg="mod">
          <ac:chgData name="鈴木 秀規" userId="f68c5fd9-22d5-4c0a-9833-7fb0f5135313" providerId="ADAL" clId="{1FFDFDEC-295D-434A-B582-72A8CC8A5E88}" dt="2021-01-14T02:27:21.306" v="666" actId="1038"/>
          <ac:picMkLst>
            <pc:docMk/>
            <pc:sldMk cId="958544309" sldId="379"/>
            <ac:picMk id="30" creationId="{9EA8748A-3EB3-43D4-9CA2-3A57C5E566FB}"/>
          </ac:picMkLst>
        </pc:picChg>
        <pc:picChg chg="mod">
          <ac:chgData name="鈴木 秀規" userId="f68c5fd9-22d5-4c0a-9833-7fb0f5135313" providerId="ADAL" clId="{1FFDFDEC-295D-434A-B582-72A8CC8A5E88}" dt="2021-01-14T02:27:29.650" v="667" actId="1076"/>
          <ac:picMkLst>
            <pc:docMk/>
            <pc:sldMk cId="958544309" sldId="379"/>
            <ac:picMk id="33" creationId="{0E9D1243-8407-457A-82BD-F88B5BBECD23}"/>
          </ac:picMkLst>
        </pc:picChg>
        <pc:cxnChg chg="add mod">
          <ac:chgData name="鈴木 秀規" userId="f68c5fd9-22d5-4c0a-9833-7fb0f5135313" providerId="ADAL" clId="{1FFDFDEC-295D-434A-B582-72A8CC8A5E88}" dt="2021-01-14T02:27:06.061" v="657" actId="571"/>
          <ac:cxnSpMkLst>
            <pc:docMk/>
            <pc:sldMk cId="958544309" sldId="379"/>
            <ac:cxnSpMk id="35" creationId="{9145D3A1-D0B7-4B5F-9A44-6B1E6DCF3564}"/>
          </ac:cxnSpMkLst>
        </pc:cxnChg>
        <pc:cxnChg chg="add mod">
          <ac:chgData name="鈴木 秀規" userId="f68c5fd9-22d5-4c0a-9833-7fb0f5135313" providerId="ADAL" clId="{1FFDFDEC-295D-434A-B582-72A8CC8A5E88}" dt="2021-01-14T02:27:06.061" v="657" actId="571"/>
          <ac:cxnSpMkLst>
            <pc:docMk/>
            <pc:sldMk cId="958544309" sldId="379"/>
            <ac:cxnSpMk id="36" creationId="{27189465-2A10-428A-B8BD-B9B0AACB95D7}"/>
          </ac:cxnSpMkLst>
        </pc:cxnChg>
        <pc:cxnChg chg="add del mod">
          <ac:chgData name="鈴木 秀規" userId="f68c5fd9-22d5-4c0a-9833-7fb0f5135313" providerId="ADAL" clId="{1FFDFDEC-295D-434A-B582-72A8CC8A5E88}" dt="2021-01-14T03:35:47.969" v="744" actId="478"/>
          <ac:cxnSpMkLst>
            <pc:docMk/>
            <pc:sldMk cId="958544309" sldId="379"/>
            <ac:cxnSpMk id="39" creationId="{E0E94342-9E08-4812-AB10-36E809847C8B}"/>
          </ac:cxnSpMkLst>
        </pc:cxnChg>
        <pc:cxnChg chg="add del mod">
          <ac:chgData name="鈴木 秀規" userId="f68c5fd9-22d5-4c0a-9833-7fb0f5135313" providerId="ADAL" clId="{1FFDFDEC-295D-434A-B582-72A8CC8A5E88}" dt="2021-01-14T03:35:47.969" v="744" actId="478"/>
          <ac:cxnSpMkLst>
            <pc:docMk/>
            <pc:sldMk cId="958544309" sldId="379"/>
            <ac:cxnSpMk id="40" creationId="{0B4CE507-17D6-44DD-B21E-7CB9FBC4E5CF}"/>
          </ac:cxnSpMkLst>
        </pc:cxnChg>
        <pc:cxnChg chg="add mod">
          <ac:chgData name="鈴木 秀規" userId="f68c5fd9-22d5-4c0a-9833-7fb0f5135313" providerId="ADAL" clId="{1FFDFDEC-295D-434A-B582-72A8CC8A5E88}" dt="2021-01-14T03:38:15.722" v="824" actId="208"/>
          <ac:cxnSpMkLst>
            <pc:docMk/>
            <pc:sldMk cId="958544309" sldId="379"/>
            <ac:cxnSpMk id="45" creationId="{CF0C4889-BCE8-4917-B51A-918A62203966}"/>
          </ac:cxnSpMkLst>
        </pc:cxnChg>
        <pc:cxnChg chg="del mod">
          <ac:chgData name="鈴木 秀規" userId="f68c5fd9-22d5-4c0a-9833-7fb0f5135313" providerId="ADAL" clId="{1FFDFDEC-295D-434A-B582-72A8CC8A5E88}" dt="2021-01-14T03:36:56.851" v="770" actId="478"/>
          <ac:cxnSpMkLst>
            <pc:docMk/>
            <pc:sldMk cId="958544309" sldId="379"/>
            <ac:cxnSpMk id="64" creationId="{100ADEA5-B42F-4347-9286-D7704FC7BE9D}"/>
          </ac:cxnSpMkLst>
        </pc:cxnChg>
        <pc:cxnChg chg="mod">
          <ac:chgData name="鈴木 秀規" userId="f68c5fd9-22d5-4c0a-9833-7fb0f5135313" providerId="ADAL" clId="{1FFDFDEC-295D-434A-B582-72A8CC8A5E88}" dt="2021-01-14T02:27:29.650" v="667" actId="1076"/>
          <ac:cxnSpMkLst>
            <pc:docMk/>
            <pc:sldMk cId="958544309" sldId="379"/>
            <ac:cxnSpMk id="65" creationId="{161C3D35-36D5-4C34-A872-287438D6956F}"/>
          </ac:cxnSpMkLst>
        </pc:cxnChg>
      </pc:sldChg>
      <pc:sldChg chg="addSp delSp modSp add mod">
        <pc:chgData name="鈴木 秀規" userId="f68c5fd9-22d5-4c0a-9833-7fb0f5135313" providerId="ADAL" clId="{1FFDFDEC-295D-434A-B582-72A8CC8A5E88}" dt="2021-01-14T03:40:27.213" v="842" actId="1076"/>
        <pc:sldMkLst>
          <pc:docMk/>
          <pc:sldMk cId="690129785" sldId="380"/>
        </pc:sldMkLst>
        <pc:spChg chg="mod">
          <ac:chgData name="鈴木 秀規" userId="f68c5fd9-22d5-4c0a-9833-7fb0f5135313" providerId="ADAL" clId="{1FFDFDEC-295D-434A-B582-72A8CC8A5E88}" dt="2021-01-14T03:35:31.183" v="743"/>
          <ac:spMkLst>
            <pc:docMk/>
            <pc:sldMk cId="690129785" sldId="380"/>
            <ac:spMk id="5" creationId="{63D511F6-27E6-40A2-9A93-B28B3EF22E08}"/>
          </ac:spMkLst>
        </pc:spChg>
        <pc:spChg chg="mod">
          <ac:chgData name="鈴木 秀規" userId="f68c5fd9-22d5-4c0a-9833-7fb0f5135313" providerId="ADAL" clId="{1FFDFDEC-295D-434A-B582-72A8CC8A5E88}" dt="2021-01-14T03:38:39.508" v="826" actId="207"/>
          <ac:spMkLst>
            <pc:docMk/>
            <pc:sldMk cId="690129785" sldId="380"/>
            <ac:spMk id="19" creationId="{BFD7670E-D948-4916-A5B0-BC868BB5A7B8}"/>
          </ac:spMkLst>
        </pc:spChg>
        <pc:spChg chg="mod">
          <ac:chgData name="鈴木 秀規" userId="f68c5fd9-22d5-4c0a-9833-7fb0f5135313" providerId="ADAL" clId="{1FFDFDEC-295D-434A-B582-72A8CC8A5E88}" dt="2021-01-14T03:38:39.508" v="826" actId="207"/>
          <ac:spMkLst>
            <pc:docMk/>
            <pc:sldMk cId="690129785" sldId="380"/>
            <ac:spMk id="20" creationId="{342B2FC8-CEB9-4A3C-A4B9-0E07B43AA2D9}"/>
          </ac:spMkLst>
        </pc:spChg>
        <pc:spChg chg="del">
          <ac:chgData name="鈴木 秀規" userId="f68c5fd9-22d5-4c0a-9833-7fb0f5135313" providerId="ADAL" clId="{1FFDFDEC-295D-434A-B582-72A8CC8A5E88}" dt="2021-01-14T03:38:57.355" v="829" actId="478"/>
          <ac:spMkLst>
            <pc:docMk/>
            <pc:sldMk cId="690129785" sldId="380"/>
            <ac:spMk id="31" creationId="{FFC60DF4-583B-4EF1-886C-A29A4130BA29}"/>
          </ac:spMkLst>
        </pc:spChg>
        <pc:spChg chg="add mod">
          <ac:chgData name="鈴木 秀規" userId="f68c5fd9-22d5-4c0a-9833-7fb0f5135313" providerId="ADAL" clId="{1FFDFDEC-295D-434A-B582-72A8CC8A5E88}" dt="2021-01-14T03:39:14.610" v="833" actId="1076"/>
          <ac:spMkLst>
            <pc:docMk/>
            <pc:sldMk cId="690129785" sldId="380"/>
            <ac:spMk id="35" creationId="{442AE633-127A-4F03-BFC5-1CFB48F3BC01}"/>
          </ac:spMkLst>
        </pc:spChg>
        <pc:spChg chg="add mod">
          <ac:chgData name="鈴木 秀規" userId="f68c5fd9-22d5-4c0a-9833-7fb0f5135313" providerId="ADAL" clId="{1FFDFDEC-295D-434A-B582-72A8CC8A5E88}" dt="2021-01-14T03:39:21.599" v="835" actId="6549"/>
          <ac:spMkLst>
            <pc:docMk/>
            <pc:sldMk cId="690129785" sldId="380"/>
            <ac:spMk id="36" creationId="{4D0D594F-AB92-4BC7-ADA3-5E3676F7A0D3}"/>
          </ac:spMkLst>
        </pc:spChg>
        <pc:spChg chg="del">
          <ac:chgData name="鈴木 秀規" userId="f68c5fd9-22d5-4c0a-9833-7fb0f5135313" providerId="ADAL" clId="{1FFDFDEC-295D-434A-B582-72A8CC8A5E88}" dt="2021-01-14T03:36:43.601" v="768" actId="478"/>
          <ac:spMkLst>
            <pc:docMk/>
            <pc:sldMk cId="690129785" sldId="380"/>
            <ac:spMk id="67" creationId="{0671154F-E1FA-4A93-B4CE-E5911A6852BA}"/>
          </ac:spMkLst>
        </pc:spChg>
        <pc:spChg chg="del">
          <ac:chgData name="鈴木 秀規" userId="f68c5fd9-22d5-4c0a-9833-7fb0f5135313" providerId="ADAL" clId="{1FFDFDEC-295D-434A-B582-72A8CC8A5E88}" dt="2021-01-14T03:36:43.601" v="768" actId="478"/>
          <ac:spMkLst>
            <pc:docMk/>
            <pc:sldMk cId="690129785" sldId="380"/>
            <ac:spMk id="68" creationId="{A3733B56-91A6-4B5A-8E5E-C9331ECCCC0B}"/>
          </ac:spMkLst>
        </pc:spChg>
        <pc:spChg chg="del">
          <ac:chgData name="鈴木 秀規" userId="f68c5fd9-22d5-4c0a-9833-7fb0f5135313" providerId="ADAL" clId="{1FFDFDEC-295D-434A-B582-72A8CC8A5E88}" dt="2021-01-14T03:36:43.601" v="768" actId="478"/>
          <ac:spMkLst>
            <pc:docMk/>
            <pc:sldMk cId="690129785" sldId="380"/>
            <ac:spMk id="69" creationId="{5E42E419-B13D-4016-8238-7F4799B6EB23}"/>
          </ac:spMkLst>
        </pc:spChg>
        <pc:spChg chg="mod">
          <ac:chgData name="鈴木 秀規" userId="f68c5fd9-22d5-4c0a-9833-7fb0f5135313" providerId="ADAL" clId="{1FFDFDEC-295D-434A-B582-72A8CC8A5E88}" dt="2021-01-14T03:38:43.857" v="827" actId="207"/>
          <ac:spMkLst>
            <pc:docMk/>
            <pc:sldMk cId="690129785" sldId="380"/>
            <ac:spMk id="70" creationId="{75EE7C32-A449-48C9-858A-29C1A72E0B2F}"/>
          </ac:spMkLst>
        </pc:spChg>
        <pc:picChg chg="add mod">
          <ac:chgData name="鈴木 秀規" userId="f68c5fd9-22d5-4c0a-9833-7fb0f5135313" providerId="ADAL" clId="{1FFDFDEC-295D-434A-B582-72A8CC8A5E88}" dt="2021-01-14T03:40:27.213" v="842" actId="1076"/>
          <ac:picMkLst>
            <pc:docMk/>
            <pc:sldMk cId="690129785" sldId="380"/>
            <ac:picMk id="7" creationId="{693BFE0A-79C3-4E5A-A460-85BD918A8380}"/>
          </ac:picMkLst>
        </pc:picChg>
        <pc:cxnChg chg="del">
          <ac:chgData name="鈴木 秀規" userId="f68c5fd9-22d5-4c0a-9833-7fb0f5135313" providerId="ADAL" clId="{1FFDFDEC-295D-434A-B582-72A8CC8A5E88}" dt="2021-01-14T03:36:43.601" v="768" actId="478"/>
          <ac:cxnSpMkLst>
            <pc:docMk/>
            <pc:sldMk cId="690129785" sldId="380"/>
            <ac:cxnSpMk id="64" creationId="{100ADEA5-B42F-4347-9286-D7704FC7BE9D}"/>
          </ac:cxnSpMkLst>
        </pc:cxnChg>
        <pc:cxnChg chg="mod">
          <ac:chgData name="鈴木 秀規" userId="f68c5fd9-22d5-4c0a-9833-7fb0f5135313" providerId="ADAL" clId="{1FFDFDEC-295D-434A-B582-72A8CC8A5E88}" dt="2021-01-14T03:38:47.556" v="828" actId="208"/>
          <ac:cxnSpMkLst>
            <pc:docMk/>
            <pc:sldMk cId="690129785" sldId="380"/>
            <ac:cxnSpMk id="65" creationId="{161C3D35-36D5-4C34-A872-287438D6956F}"/>
          </ac:cxnSpMkLst>
        </pc:cxnChg>
      </pc:sldChg>
      <pc:sldChg chg="new del">
        <pc:chgData name="鈴木 秀規" userId="f68c5fd9-22d5-4c0a-9833-7fb0f5135313" providerId="ADAL" clId="{1FFDFDEC-295D-434A-B582-72A8CC8A5E88}" dt="2021-01-14T03:35:11.845" v="741" actId="2696"/>
        <pc:sldMkLst>
          <pc:docMk/>
          <pc:sldMk cId="1494621647" sldId="380"/>
        </pc:sldMkLst>
      </pc:sldChg>
      <pc:sldChg chg="addSp delSp modSp new mod">
        <pc:chgData name="鈴木 秀規" userId="f68c5fd9-22d5-4c0a-9833-7fb0f5135313" providerId="ADAL" clId="{1FFDFDEC-295D-434A-B582-72A8CC8A5E88}" dt="2021-01-14T03:42:59.759" v="869" actId="207"/>
        <pc:sldMkLst>
          <pc:docMk/>
          <pc:sldMk cId="2547390421" sldId="381"/>
        </pc:sldMkLst>
        <pc:spChg chg="mod">
          <ac:chgData name="鈴木 秀規" userId="f68c5fd9-22d5-4c0a-9833-7fb0f5135313" providerId="ADAL" clId="{1FFDFDEC-295D-434A-B582-72A8CC8A5E88}" dt="2021-01-14T03:41:02.743" v="844"/>
          <ac:spMkLst>
            <pc:docMk/>
            <pc:sldMk cId="2547390421" sldId="381"/>
            <ac:spMk id="3" creationId="{236A2B6A-B051-4601-BC09-0A4E40E958EC}"/>
          </ac:spMkLst>
        </pc:spChg>
        <pc:spChg chg="mod">
          <ac:chgData name="鈴木 秀規" userId="f68c5fd9-22d5-4c0a-9833-7fb0f5135313" providerId="ADAL" clId="{1FFDFDEC-295D-434A-B582-72A8CC8A5E88}" dt="2021-01-14T03:42:59.759" v="869" actId="207"/>
          <ac:spMkLst>
            <pc:docMk/>
            <pc:sldMk cId="2547390421" sldId="381"/>
            <ac:spMk id="5" creationId="{2E8B918B-3E76-4823-84DC-91C8203F970A}"/>
          </ac:spMkLst>
        </pc:spChg>
        <pc:spChg chg="add mod">
          <ac:chgData name="鈴木 秀規" userId="f68c5fd9-22d5-4c0a-9833-7fb0f5135313" providerId="ADAL" clId="{1FFDFDEC-295D-434A-B582-72A8CC8A5E88}" dt="2021-01-14T03:41:44.623" v="854" actId="207"/>
          <ac:spMkLst>
            <pc:docMk/>
            <pc:sldMk cId="2547390421" sldId="381"/>
            <ac:spMk id="6" creationId="{B9C15A32-3348-4403-96B7-043F173C077F}"/>
          </ac:spMkLst>
        </pc:spChg>
        <pc:spChg chg="add mod">
          <ac:chgData name="鈴木 秀規" userId="f68c5fd9-22d5-4c0a-9833-7fb0f5135313" providerId="ADAL" clId="{1FFDFDEC-295D-434A-B582-72A8CC8A5E88}" dt="2021-01-14T03:42:25.827" v="860" actId="207"/>
          <ac:spMkLst>
            <pc:docMk/>
            <pc:sldMk cId="2547390421" sldId="381"/>
            <ac:spMk id="8" creationId="{67921FE2-D48F-40A3-9E4A-C0E39838B9C9}"/>
          </ac:spMkLst>
        </pc:spChg>
        <pc:spChg chg="add mod">
          <ac:chgData name="鈴木 秀規" userId="f68c5fd9-22d5-4c0a-9833-7fb0f5135313" providerId="ADAL" clId="{1FFDFDEC-295D-434A-B582-72A8CC8A5E88}" dt="2021-01-14T03:42:17.807" v="859" actId="13822"/>
          <ac:spMkLst>
            <pc:docMk/>
            <pc:sldMk cId="2547390421" sldId="381"/>
            <ac:spMk id="9" creationId="{70D21FF4-2AD4-4571-8733-6297D1F24FFB}"/>
          </ac:spMkLst>
        </pc:spChg>
        <pc:spChg chg="add del mod">
          <ac:chgData name="鈴木 秀規" userId="f68c5fd9-22d5-4c0a-9833-7fb0f5135313" providerId="ADAL" clId="{1FFDFDEC-295D-434A-B582-72A8CC8A5E88}" dt="2021-01-14T03:42:48.716" v="865"/>
          <ac:spMkLst>
            <pc:docMk/>
            <pc:sldMk cId="2547390421" sldId="381"/>
            <ac:spMk id="13" creationId="{BC61954F-4826-4D29-AB58-318DFEFC6CD8}"/>
          </ac:spMkLst>
        </pc:spChg>
        <pc:spChg chg="add del mod">
          <ac:chgData name="鈴木 秀規" userId="f68c5fd9-22d5-4c0a-9833-7fb0f5135313" providerId="ADAL" clId="{1FFDFDEC-295D-434A-B582-72A8CC8A5E88}" dt="2021-01-14T03:42:48.716" v="865"/>
          <ac:spMkLst>
            <pc:docMk/>
            <pc:sldMk cId="2547390421" sldId="381"/>
            <ac:spMk id="15" creationId="{200225F7-5DCA-4A81-97BA-18B028D6555C}"/>
          </ac:spMkLst>
        </pc:spChg>
        <pc:spChg chg="add del mod">
          <ac:chgData name="鈴木 秀規" userId="f68c5fd9-22d5-4c0a-9833-7fb0f5135313" providerId="ADAL" clId="{1FFDFDEC-295D-434A-B582-72A8CC8A5E88}" dt="2021-01-14T03:42:48.716" v="865"/>
          <ac:spMkLst>
            <pc:docMk/>
            <pc:sldMk cId="2547390421" sldId="381"/>
            <ac:spMk id="16" creationId="{A76A9395-02D3-4893-AA80-077B85EC34DE}"/>
          </ac:spMkLst>
        </pc:spChg>
        <pc:cxnChg chg="add mod">
          <ac:chgData name="鈴木 秀規" userId="f68c5fd9-22d5-4c0a-9833-7fb0f5135313" providerId="ADAL" clId="{1FFDFDEC-295D-434A-B582-72A8CC8A5E88}" dt="2021-01-14T03:41:58.185" v="857" actId="14100"/>
          <ac:cxnSpMkLst>
            <pc:docMk/>
            <pc:sldMk cId="2547390421" sldId="381"/>
            <ac:cxnSpMk id="7" creationId="{DFF4ED54-7A34-4A0C-945A-51688849F719}"/>
          </ac:cxnSpMkLst>
        </pc:cxnChg>
        <pc:cxnChg chg="add mod">
          <ac:chgData name="鈴木 秀規" userId="f68c5fd9-22d5-4c0a-9833-7fb0f5135313" providerId="ADAL" clId="{1FFDFDEC-295D-434A-B582-72A8CC8A5E88}" dt="2021-01-14T03:41:55.139" v="856" actId="14100"/>
          <ac:cxnSpMkLst>
            <pc:docMk/>
            <pc:sldMk cId="2547390421" sldId="381"/>
            <ac:cxnSpMk id="10" creationId="{02AED7FF-9D9D-4560-A387-F55F9D64CB0D}"/>
          </ac:cxnSpMkLst>
        </pc:cxnChg>
        <pc:cxnChg chg="add del mod">
          <ac:chgData name="鈴木 秀規" userId="f68c5fd9-22d5-4c0a-9833-7fb0f5135313" providerId="ADAL" clId="{1FFDFDEC-295D-434A-B582-72A8CC8A5E88}" dt="2021-01-14T03:42:48.716" v="865"/>
          <ac:cxnSpMkLst>
            <pc:docMk/>
            <pc:sldMk cId="2547390421" sldId="381"/>
            <ac:cxnSpMk id="14" creationId="{8C9E9DE6-058A-441C-A5F3-BF0A9865E5FB}"/>
          </ac:cxnSpMkLst>
        </pc:cxnChg>
        <pc:cxnChg chg="add del mod">
          <ac:chgData name="鈴木 秀規" userId="f68c5fd9-22d5-4c0a-9833-7fb0f5135313" providerId="ADAL" clId="{1FFDFDEC-295D-434A-B582-72A8CC8A5E88}" dt="2021-01-14T03:42:48.716" v="865"/>
          <ac:cxnSpMkLst>
            <pc:docMk/>
            <pc:sldMk cId="2547390421" sldId="381"/>
            <ac:cxnSpMk id="17" creationId="{AD1445E4-E103-46D7-B55D-14568F6ACA4F}"/>
          </ac:cxnSpMkLst>
        </pc:cxnChg>
      </pc:sldChg>
      <pc:sldChg chg="addSp delSp modSp new add del mod chgLayout">
        <pc:chgData name="鈴木 秀規" userId="f68c5fd9-22d5-4c0a-9833-7fb0f5135313" providerId="ADAL" clId="{1FFDFDEC-295D-434A-B582-72A8CC8A5E88}" dt="2021-01-26T04:14:36.735" v="1145" actId="2696"/>
        <pc:sldMkLst>
          <pc:docMk/>
          <pc:sldMk cId="4270902671" sldId="382"/>
        </pc:sldMkLst>
        <pc:spChg chg="del">
          <ac:chgData name="鈴木 秀規" userId="f68c5fd9-22d5-4c0a-9833-7fb0f5135313" providerId="ADAL" clId="{1FFDFDEC-295D-434A-B582-72A8CC8A5E88}" dt="2021-01-26T03:44:33.395" v="928" actId="478"/>
          <ac:spMkLst>
            <pc:docMk/>
            <pc:sldMk cId="4270902671" sldId="382"/>
            <ac:spMk id="2" creationId="{680AF992-1EFF-4152-AB8D-ED0F6CBCDA55}"/>
          </ac:spMkLst>
        </pc:spChg>
        <pc:spChg chg="mod ord">
          <ac:chgData name="鈴木 秀規" userId="f68c5fd9-22d5-4c0a-9833-7fb0f5135313" providerId="ADAL" clId="{1FFDFDEC-295D-434A-B582-72A8CC8A5E88}" dt="2021-01-26T03:48:51.751" v="991" actId="6264"/>
          <ac:spMkLst>
            <pc:docMk/>
            <pc:sldMk cId="4270902671" sldId="382"/>
            <ac:spMk id="3" creationId="{347745C2-842F-461A-8482-F5E3F2B33188}"/>
          </ac:spMkLst>
        </pc:spChg>
        <pc:spChg chg="mod ord">
          <ac:chgData name="鈴木 秀規" userId="f68c5fd9-22d5-4c0a-9833-7fb0f5135313" providerId="ADAL" clId="{1FFDFDEC-295D-434A-B582-72A8CC8A5E88}" dt="2021-01-26T03:48:51.751" v="991" actId="6264"/>
          <ac:spMkLst>
            <pc:docMk/>
            <pc:sldMk cId="4270902671" sldId="382"/>
            <ac:spMk id="4" creationId="{B2D33C3D-4F1E-4861-BEE1-D418CFD9014C}"/>
          </ac:spMkLst>
        </pc:spChg>
        <pc:spChg chg="mod ord">
          <ac:chgData name="鈴木 秀規" userId="f68c5fd9-22d5-4c0a-9833-7fb0f5135313" providerId="ADAL" clId="{1FFDFDEC-295D-434A-B582-72A8CC8A5E88}" dt="2021-01-26T03:48:51.751" v="991" actId="6264"/>
          <ac:spMkLst>
            <pc:docMk/>
            <pc:sldMk cId="4270902671" sldId="382"/>
            <ac:spMk id="5" creationId="{86E9EC95-4197-4F9B-96BF-D31C5A1A1A4D}"/>
          </ac:spMkLst>
        </pc:spChg>
        <pc:spChg chg="del">
          <ac:chgData name="鈴木 秀規" userId="f68c5fd9-22d5-4c0a-9833-7fb0f5135313" providerId="ADAL" clId="{1FFDFDEC-295D-434A-B582-72A8CC8A5E88}" dt="2021-01-26T03:44:33.395" v="928" actId="478"/>
          <ac:spMkLst>
            <pc:docMk/>
            <pc:sldMk cId="4270902671" sldId="382"/>
            <ac:spMk id="6" creationId="{7F70CC25-12EA-4832-BEC8-55567F25E694}"/>
          </ac:spMkLst>
        </pc:spChg>
        <pc:spChg chg="add mod">
          <ac:chgData name="鈴木 秀規" userId="f68c5fd9-22d5-4c0a-9833-7fb0f5135313" providerId="ADAL" clId="{1FFDFDEC-295D-434A-B582-72A8CC8A5E88}" dt="2021-01-26T03:45:11.198" v="938" actId="14100"/>
          <ac:spMkLst>
            <pc:docMk/>
            <pc:sldMk cId="4270902671" sldId="382"/>
            <ac:spMk id="10" creationId="{7C3760F5-0448-4B07-9357-5DD9243CD6A1}"/>
          </ac:spMkLst>
        </pc:spChg>
        <pc:spChg chg="add mod">
          <ac:chgData name="鈴木 秀規" userId="f68c5fd9-22d5-4c0a-9833-7fb0f5135313" providerId="ADAL" clId="{1FFDFDEC-295D-434A-B582-72A8CC8A5E88}" dt="2021-01-26T03:45:13.642" v="939" actId="14100"/>
          <ac:spMkLst>
            <pc:docMk/>
            <pc:sldMk cId="4270902671" sldId="382"/>
            <ac:spMk id="11" creationId="{6AFAD27C-B17C-4A26-8D46-B84638FE20C9}"/>
          </ac:spMkLst>
        </pc:spChg>
        <pc:spChg chg="add mod">
          <ac:chgData name="鈴木 秀規" userId="f68c5fd9-22d5-4c0a-9833-7fb0f5135313" providerId="ADAL" clId="{1FFDFDEC-295D-434A-B582-72A8CC8A5E88}" dt="2021-01-26T03:46:45.261" v="950" actId="1076"/>
          <ac:spMkLst>
            <pc:docMk/>
            <pc:sldMk cId="4270902671" sldId="382"/>
            <ac:spMk id="12" creationId="{4779DC12-997D-427C-8D5F-D3C32CCE9829}"/>
          </ac:spMkLst>
        </pc:spChg>
        <pc:spChg chg="add mod">
          <ac:chgData name="鈴木 秀規" userId="f68c5fd9-22d5-4c0a-9833-7fb0f5135313" providerId="ADAL" clId="{1FFDFDEC-295D-434A-B582-72A8CC8A5E88}" dt="2021-01-26T03:46:45.261" v="950" actId="1076"/>
          <ac:spMkLst>
            <pc:docMk/>
            <pc:sldMk cId="4270902671" sldId="382"/>
            <ac:spMk id="13" creationId="{17D11134-6A3C-4349-80D0-227C8553B2C2}"/>
          </ac:spMkLst>
        </pc:spChg>
        <pc:spChg chg="add mod">
          <ac:chgData name="鈴木 秀規" userId="f68c5fd9-22d5-4c0a-9833-7fb0f5135313" providerId="ADAL" clId="{1FFDFDEC-295D-434A-B582-72A8CC8A5E88}" dt="2021-01-26T03:46:45.261" v="950" actId="1076"/>
          <ac:spMkLst>
            <pc:docMk/>
            <pc:sldMk cId="4270902671" sldId="382"/>
            <ac:spMk id="15" creationId="{BF8B4138-1FB6-4D1C-AADA-7F5C45A6ECDD}"/>
          </ac:spMkLst>
        </pc:spChg>
        <pc:spChg chg="add mod">
          <ac:chgData name="鈴木 秀規" userId="f68c5fd9-22d5-4c0a-9833-7fb0f5135313" providerId="ADAL" clId="{1FFDFDEC-295D-434A-B582-72A8CC8A5E88}" dt="2021-01-26T03:46:45.261" v="950" actId="1076"/>
          <ac:spMkLst>
            <pc:docMk/>
            <pc:sldMk cId="4270902671" sldId="382"/>
            <ac:spMk id="18" creationId="{E28B5E37-BE31-4DBF-8316-79E231D1CCD1}"/>
          </ac:spMkLst>
        </pc:spChg>
        <pc:spChg chg="add mod">
          <ac:chgData name="鈴木 秀規" userId="f68c5fd9-22d5-4c0a-9833-7fb0f5135313" providerId="ADAL" clId="{1FFDFDEC-295D-434A-B582-72A8CC8A5E88}" dt="2021-01-26T03:46:45.261" v="950" actId="1076"/>
          <ac:spMkLst>
            <pc:docMk/>
            <pc:sldMk cId="4270902671" sldId="382"/>
            <ac:spMk id="24" creationId="{A9E63F44-7FDA-4B83-BD1E-2F9BC602BDFC}"/>
          </ac:spMkLst>
        </pc:spChg>
        <pc:spChg chg="add mod">
          <ac:chgData name="鈴木 秀規" userId="f68c5fd9-22d5-4c0a-9833-7fb0f5135313" providerId="ADAL" clId="{1FFDFDEC-295D-434A-B582-72A8CC8A5E88}" dt="2021-01-26T03:50:19.700" v="1008" actId="1582"/>
          <ac:spMkLst>
            <pc:docMk/>
            <pc:sldMk cId="4270902671" sldId="382"/>
            <ac:spMk id="25" creationId="{D203164A-16BB-4A33-A44C-D5005AB76239}"/>
          </ac:spMkLst>
        </pc:spChg>
        <pc:spChg chg="add del mod">
          <ac:chgData name="鈴木 秀規" userId="f68c5fd9-22d5-4c0a-9833-7fb0f5135313" providerId="ADAL" clId="{1FFDFDEC-295D-434A-B582-72A8CC8A5E88}" dt="2021-01-26T03:48:51.751" v="991" actId="6264"/>
          <ac:spMkLst>
            <pc:docMk/>
            <pc:sldMk cId="4270902671" sldId="382"/>
            <ac:spMk id="33" creationId="{373F4D12-7797-41A9-BB1E-6C465033A0A1}"/>
          </ac:spMkLst>
        </pc:spChg>
        <pc:spChg chg="add del mod">
          <ac:chgData name="鈴木 秀規" userId="f68c5fd9-22d5-4c0a-9833-7fb0f5135313" providerId="ADAL" clId="{1FFDFDEC-295D-434A-B582-72A8CC8A5E88}" dt="2021-01-26T03:48:51.751" v="991" actId="6264"/>
          <ac:spMkLst>
            <pc:docMk/>
            <pc:sldMk cId="4270902671" sldId="382"/>
            <ac:spMk id="34" creationId="{6AC6CE12-29A2-4E11-AA40-582DFEAC4BA6}"/>
          </ac:spMkLst>
        </pc:spChg>
        <pc:spChg chg="add del mod">
          <ac:chgData name="鈴木 秀規" userId="f68c5fd9-22d5-4c0a-9833-7fb0f5135313" providerId="ADAL" clId="{1FFDFDEC-295D-434A-B582-72A8CC8A5E88}" dt="2021-01-26T03:48:51.751" v="991" actId="6264"/>
          <ac:spMkLst>
            <pc:docMk/>
            <pc:sldMk cId="4270902671" sldId="382"/>
            <ac:spMk id="35" creationId="{B55A2A41-E70B-49B7-A2C1-E9ADC31A34F2}"/>
          </ac:spMkLst>
        </pc:spChg>
        <pc:spChg chg="add del mod ord">
          <ac:chgData name="鈴木 秀規" userId="f68c5fd9-22d5-4c0a-9833-7fb0f5135313" providerId="ADAL" clId="{1FFDFDEC-295D-434A-B582-72A8CC8A5E88}" dt="2021-01-26T03:48:58.807" v="992" actId="478"/>
          <ac:spMkLst>
            <pc:docMk/>
            <pc:sldMk cId="4270902671" sldId="382"/>
            <ac:spMk id="36" creationId="{8E4298F6-82EF-43C7-9819-DFC83B203660}"/>
          </ac:spMkLst>
        </pc:spChg>
        <pc:spChg chg="add mod ord">
          <ac:chgData name="鈴木 秀規" userId="f68c5fd9-22d5-4c0a-9833-7fb0f5135313" providerId="ADAL" clId="{1FFDFDEC-295D-434A-B582-72A8CC8A5E88}" dt="2021-01-26T03:49:45.941" v="1002" actId="20577"/>
          <ac:spMkLst>
            <pc:docMk/>
            <pc:sldMk cId="4270902671" sldId="382"/>
            <ac:spMk id="37" creationId="{BD46D08B-CDC1-40F7-B3B2-96E4746B3A1C}"/>
          </ac:spMkLst>
        </pc:spChg>
        <pc:picChg chg="add mod">
          <ac:chgData name="鈴木 秀規" userId="f68c5fd9-22d5-4c0a-9833-7fb0f5135313" providerId="ADAL" clId="{1FFDFDEC-295D-434A-B582-72A8CC8A5E88}" dt="2021-01-26T03:44:38.047" v="930" actId="1076"/>
          <ac:picMkLst>
            <pc:docMk/>
            <pc:sldMk cId="4270902671" sldId="382"/>
            <ac:picMk id="7" creationId="{ACC068A0-50E1-42AC-8287-E81E4235FF5C}"/>
          </ac:picMkLst>
        </pc:picChg>
        <pc:picChg chg="add mod">
          <ac:chgData name="鈴木 秀規" userId="f68c5fd9-22d5-4c0a-9833-7fb0f5135313" providerId="ADAL" clId="{1FFDFDEC-295D-434A-B582-72A8CC8A5E88}" dt="2021-01-26T03:44:38.047" v="930" actId="1076"/>
          <ac:picMkLst>
            <pc:docMk/>
            <pc:sldMk cId="4270902671" sldId="382"/>
            <ac:picMk id="8" creationId="{8D2F85B8-D0BB-4D5F-B8E8-359B9642BC18}"/>
          </ac:picMkLst>
        </pc:picChg>
        <pc:picChg chg="add mod">
          <ac:chgData name="鈴木 秀規" userId="f68c5fd9-22d5-4c0a-9833-7fb0f5135313" providerId="ADAL" clId="{1FFDFDEC-295D-434A-B582-72A8CC8A5E88}" dt="2021-01-26T03:44:38.047" v="930" actId="1076"/>
          <ac:picMkLst>
            <pc:docMk/>
            <pc:sldMk cId="4270902671" sldId="382"/>
            <ac:picMk id="9" creationId="{6567B165-D14C-4A46-B20C-33602CEB18CE}"/>
          </ac:picMkLst>
        </pc:picChg>
        <pc:picChg chg="add mod">
          <ac:chgData name="鈴木 秀規" userId="f68c5fd9-22d5-4c0a-9833-7fb0f5135313" providerId="ADAL" clId="{1FFDFDEC-295D-434A-B582-72A8CC8A5E88}" dt="2021-01-26T03:46:45.261" v="950" actId="1076"/>
          <ac:picMkLst>
            <pc:docMk/>
            <pc:sldMk cId="4270902671" sldId="382"/>
            <ac:picMk id="14" creationId="{89F5CAE8-7DD6-4E66-9E6B-8D828B62D848}"/>
          </ac:picMkLst>
        </pc:picChg>
        <pc:picChg chg="add mod">
          <ac:chgData name="鈴木 秀規" userId="f68c5fd9-22d5-4c0a-9833-7fb0f5135313" providerId="ADAL" clId="{1FFDFDEC-295D-434A-B582-72A8CC8A5E88}" dt="2021-01-26T03:46:45.261" v="950" actId="1076"/>
          <ac:picMkLst>
            <pc:docMk/>
            <pc:sldMk cId="4270902671" sldId="382"/>
            <ac:picMk id="17" creationId="{56C46E48-5776-47D9-8EE8-C88D764F6B56}"/>
          </ac:picMkLst>
        </pc:picChg>
        <pc:picChg chg="add mod">
          <ac:chgData name="鈴木 秀規" userId="f68c5fd9-22d5-4c0a-9833-7fb0f5135313" providerId="ADAL" clId="{1FFDFDEC-295D-434A-B582-72A8CC8A5E88}" dt="2021-01-26T03:46:45.261" v="950" actId="1076"/>
          <ac:picMkLst>
            <pc:docMk/>
            <pc:sldMk cId="4270902671" sldId="382"/>
            <ac:picMk id="22" creationId="{2076DD48-3ECF-49F3-93DF-4DA0CE8394BC}"/>
          </ac:picMkLst>
        </pc:picChg>
        <pc:picChg chg="add mod">
          <ac:chgData name="鈴木 秀規" userId="f68c5fd9-22d5-4c0a-9833-7fb0f5135313" providerId="ADAL" clId="{1FFDFDEC-295D-434A-B582-72A8CC8A5E88}" dt="2021-01-26T03:46:45.261" v="950" actId="1076"/>
          <ac:picMkLst>
            <pc:docMk/>
            <pc:sldMk cId="4270902671" sldId="382"/>
            <ac:picMk id="23" creationId="{3E2CE605-C0B8-4C18-98C1-B3840CD70767}"/>
          </ac:picMkLst>
        </pc:picChg>
        <pc:picChg chg="add mod">
          <ac:chgData name="鈴木 秀規" userId="f68c5fd9-22d5-4c0a-9833-7fb0f5135313" providerId="ADAL" clId="{1FFDFDEC-295D-434A-B582-72A8CC8A5E88}" dt="2021-01-26T03:46:04.691" v="945" actId="1076"/>
          <ac:picMkLst>
            <pc:docMk/>
            <pc:sldMk cId="4270902671" sldId="382"/>
            <ac:picMk id="26" creationId="{70D95F10-BF3B-4B19-9089-47831CF622D5}"/>
          </ac:picMkLst>
        </pc:picChg>
        <pc:cxnChg chg="add mod">
          <ac:chgData name="鈴木 秀規" userId="f68c5fd9-22d5-4c0a-9833-7fb0f5135313" providerId="ADAL" clId="{1FFDFDEC-295D-434A-B582-72A8CC8A5E88}" dt="2021-01-26T03:46:45.261" v="950" actId="1076"/>
          <ac:cxnSpMkLst>
            <pc:docMk/>
            <pc:sldMk cId="4270902671" sldId="382"/>
            <ac:cxnSpMk id="16" creationId="{8E32A4B4-C96D-4681-AEF9-EE7D9B309FBF}"/>
          </ac:cxnSpMkLst>
        </pc:cxnChg>
        <pc:cxnChg chg="add mod">
          <ac:chgData name="鈴木 秀規" userId="f68c5fd9-22d5-4c0a-9833-7fb0f5135313" providerId="ADAL" clId="{1FFDFDEC-295D-434A-B582-72A8CC8A5E88}" dt="2021-01-26T03:47:04.403" v="982" actId="1035"/>
          <ac:cxnSpMkLst>
            <pc:docMk/>
            <pc:sldMk cId="4270902671" sldId="382"/>
            <ac:cxnSpMk id="19" creationId="{F3DB8BCB-0D70-41DF-9FD3-2A8B659F17CF}"/>
          </ac:cxnSpMkLst>
        </pc:cxnChg>
        <pc:cxnChg chg="add mod">
          <ac:chgData name="鈴木 秀規" userId="f68c5fd9-22d5-4c0a-9833-7fb0f5135313" providerId="ADAL" clId="{1FFDFDEC-295D-434A-B582-72A8CC8A5E88}" dt="2021-01-26T03:46:45.261" v="950" actId="1076"/>
          <ac:cxnSpMkLst>
            <pc:docMk/>
            <pc:sldMk cId="4270902671" sldId="382"/>
            <ac:cxnSpMk id="20" creationId="{C35F15FD-C964-4627-B22E-64C02E3B1E13}"/>
          </ac:cxnSpMkLst>
        </pc:cxnChg>
        <pc:cxnChg chg="add mod">
          <ac:chgData name="鈴木 秀規" userId="f68c5fd9-22d5-4c0a-9833-7fb0f5135313" providerId="ADAL" clId="{1FFDFDEC-295D-434A-B582-72A8CC8A5E88}" dt="2021-01-26T03:47:41.189" v="983" actId="14100"/>
          <ac:cxnSpMkLst>
            <pc:docMk/>
            <pc:sldMk cId="4270902671" sldId="382"/>
            <ac:cxnSpMk id="21" creationId="{5E8CC0CA-3411-4CB6-8412-CE026E3E4961}"/>
          </ac:cxnSpMkLst>
        </pc:cxnChg>
        <pc:cxnChg chg="add mod">
          <ac:chgData name="鈴木 秀規" userId="f68c5fd9-22d5-4c0a-9833-7fb0f5135313" providerId="ADAL" clId="{1FFDFDEC-295D-434A-B582-72A8CC8A5E88}" dt="2021-01-26T03:48:36.080" v="990" actId="14100"/>
          <ac:cxnSpMkLst>
            <pc:docMk/>
            <pc:sldMk cId="4270902671" sldId="382"/>
            <ac:cxnSpMk id="28" creationId="{55404DBE-4FD6-4F92-8981-38B9A55EE093}"/>
          </ac:cxnSpMkLst>
        </pc:cxnChg>
        <pc:cxnChg chg="add mod">
          <ac:chgData name="鈴木 秀規" userId="f68c5fd9-22d5-4c0a-9833-7fb0f5135313" providerId="ADAL" clId="{1FFDFDEC-295D-434A-B582-72A8CC8A5E88}" dt="2021-01-26T03:48:08.374" v="989" actId="14100"/>
          <ac:cxnSpMkLst>
            <pc:docMk/>
            <pc:sldMk cId="4270902671" sldId="382"/>
            <ac:cxnSpMk id="30" creationId="{5862DF2C-3636-4E19-B516-9E62A13C3584}"/>
          </ac:cxnSpMkLst>
        </pc:cxnChg>
      </pc:sldChg>
      <pc:sldChg chg="addSp delSp modSp add del mod chgLayout">
        <pc:chgData name="鈴木 秀規" userId="f68c5fd9-22d5-4c0a-9833-7fb0f5135313" providerId="ADAL" clId="{1FFDFDEC-295D-434A-B582-72A8CC8A5E88}" dt="2021-01-26T04:14:36.735" v="1145" actId="2696"/>
        <pc:sldMkLst>
          <pc:docMk/>
          <pc:sldMk cId="3431740700" sldId="383"/>
        </pc:sldMkLst>
        <pc:spChg chg="mod ord">
          <ac:chgData name="鈴木 秀規" userId="f68c5fd9-22d5-4c0a-9833-7fb0f5135313" providerId="ADAL" clId="{1FFDFDEC-295D-434A-B582-72A8CC8A5E88}" dt="2021-01-26T04:02:31.002" v="1073" actId="6264"/>
          <ac:spMkLst>
            <pc:docMk/>
            <pc:sldMk cId="3431740700" sldId="383"/>
            <ac:spMk id="3" creationId="{347745C2-842F-461A-8482-F5E3F2B33188}"/>
          </ac:spMkLst>
        </pc:spChg>
        <pc:spChg chg="mod ord">
          <ac:chgData name="鈴木 秀規" userId="f68c5fd9-22d5-4c0a-9833-7fb0f5135313" providerId="ADAL" clId="{1FFDFDEC-295D-434A-B582-72A8CC8A5E88}" dt="2021-01-26T04:02:31.002" v="1073" actId="6264"/>
          <ac:spMkLst>
            <pc:docMk/>
            <pc:sldMk cId="3431740700" sldId="383"/>
            <ac:spMk id="4" creationId="{B2D33C3D-4F1E-4861-BEE1-D418CFD9014C}"/>
          </ac:spMkLst>
        </pc:spChg>
        <pc:spChg chg="mod ord">
          <ac:chgData name="鈴木 秀規" userId="f68c5fd9-22d5-4c0a-9833-7fb0f5135313" providerId="ADAL" clId="{1FFDFDEC-295D-434A-B582-72A8CC8A5E88}" dt="2021-01-26T04:02:31.002" v="1073" actId="6264"/>
          <ac:spMkLst>
            <pc:docMk/>
            <pc:sldMk cId="3431740700" sldId="383"/>
            <ac:spMk id="5" creationId="{86E9EC95-4197-4F9B-96BF-D31C5A1A1A4D}"/>
          </ac:spMkLst>
        </pc:spChg>
        <pc:spChg chg="add del mod">
          <ac:chgData name="鈴木 秀規" userId="f68c5fd9-22d5-4c0a-9833-7fb0f5135313" providerId="ADAL" clId="{1FFDFDEC-295D-434A-B582-72A8CC8A5E88}" dt="2021-01-26T03:59:15.368" v="1013" actId="478"/>
          <ac:spMkLst>
            <pc:docMk/>
            <pc:sldMk cId="3431740700" sldId="383"/>
            <ac:spMk id="6" creationId="{A4CFD6BF-E687-457B-A250-DEA51B3540B4}"/>
          </ac:spMkLst>
        </pc:spChg>
        <pc:spChg chg="del">
          <ac:chgData name="鈴木 秀規" userId="f68c5fd9-22d5-4c0a-9833-7fb0f5135313" providerId="ADAL" clId="{1FFDFDEC-295D-434A-B582-72A8CC8A5E88}" dt="2021-01-26T03:58:14.416" v="1010" actId="478"/>
          <ac:spMkLst>
            <pc:docMk/>
            <pc:sldMk cId="3431740700" sldId="383"/>
            <ac:spMk id="10" creationId="{7C3760F5-0448-4B07-9357-5DD9243CD6A1}"/>
          </ac:spMkLst>
        </pc:spChg>
        <pc:spChg chg="del">
          <ac:chgData name="鈴木 秀規" userId="f68c5fd9-22d5-4c0a-9833-7fb0f5135313" providerId="ADAL" clId="{1FFDFDEC-295D-434A-B582-72A8CC8A5E88}" dt="2021-01-26T03:58:14.416" v="1010" actId="478"/>
          <ac:spMkLst>
            <pc:docMk/>
            <pc:sldMk cId="3431740700" sldId="383"/>
            <ac:spMk id="11" creationId="{6AFAD27C-B17C-4A26-8D46-B84638FE20C9}"/>
          </ac:spMkLst>
        </pc:spChg>
        <pc:spChg chg="del">
          <ac:chgData name="鈴木 秀規" userId="f68c5fd9-22d5-4c0a-9833-7fb0f5135313" providerId="ADAL" clId="{1FFDFDEC-295D-434A-B582-72A8CC8A5E88}" dt="2021-01-26T03:58:14.416" v="1010" actId="478"/>
          <ac:spMkLst>
            <pc:docMk/>
            <pc:sldMk cId="3431740700" sldId="383"/>
            <ac:spMk id="12" creationId="{4779DC12-997D-427C-8D5F-D3C32CCE9829}"/>
          </ac:spMkLst>
        </pc:spChg>
        <pc:spChg chg="del">
          <ac:chgData name="鈴木 秀規" userId="f68c5fd9-22d5-4c0a-9833-7fb0f5135313" providerId="ADAL" clId="{1FFDFDEC-295D-434A-B582-72A8CC8A5E88}" dt="2021-01-26T03:58:14.416" v="1010" actId="478"/>
          <ac:spMkLst>
            <pc:docMk/>
            <pc:sldMk cId="3431740700" sldId="383"/>
            <ac:spMk id="13" creationId="{17D11134-6A3C-4349-80D0-227C8553B2C2}"/>
          </ac:spMkLst>
        </pc:spChg>
        <pc:spChg chg="del">
          <ac:chgData name="鈴木 秀規" userId="f68c5fd9-22d5-4c0a-9833-7fb0f5135313" providerId="ADAL" clId="{1FFDFDEC-295D-434A-B582-72A8CC8A5E88}" dt="2021-01-26T03:58:14.416" v="1010" actId="478"/>
          <ac:spMkLst>
            <pc:docMk/>
            <pc:sldMk cId="3431740700" sldId="383"/>
            <ac:spMk id="15" creationId="{BF8B4138-1FB6-4D1C-AADA-7F5C45A6ECDD}"/>
          </ac:spMkLst>
        </pc:spChg>
        <pc:spChg chg="del">
          <ac:chgData name="鈴木 秀規" userId="f68c5fd9-22d5-4c0a-9833-7fb0f5135313" providerId="ADAL" clId="{1FFDFDEC-295D-434A-B582-72A8CC8A5E88}" dt="2021-01-26T03:58:14.416" v="1010" actId="478"/>
          <ac:spMkLst>
            <pc:docMk/>
            <pc:sldMk cId="3431740700" sldId="383"/>
            <ac:spMk id="18" creationId="{E28B5E37-BE31-4DBF-8316-79E231D1CCD1}"/>
          </ac:spMkLst>
        </pc:spChg>
        <pc:spChg chg="del">
          <ac:chgData name="鈴木 秀規" userId="f68c5fd9-22d5-4c0a-9833-7fb0f5135313" providerId="ADAL" clId="{1FFDFDEC-295D-434A-B582-72A8CC8A5E88}" dt="2021-01-26T03:58:14.416" v="1010" actId="478"/>
          <ac:spMkLst>
            <pc:docMk/>
            <pc:sldMk cId="3431740700" sldId="383"/>
            <ac:spMk id="24" creationId="{A9E63F44-7FDA-4B83-BD1E-2F9BC602BDFC}"/>
          </ac:spMkLst>
        </pc:spChg>
        <pc:spChg chg="del">
          <ac:chgData name="鈴木 秀規" userId="f68c5fd9-22d5-4c0a-9833-7fb0f5135313" providerId="ADAL" clId="{1FFDFDEC-295D-434A-B582-72A8CC8A5E88}" dt="2021-01-26T03:58:14.416" v="1010" actId="478"/>
          <ac:spMkLst>
            <pc:docMk/>
            <pc:sldMk cId="3431740700" sldId="383"/>
            <ac:spMk id="25" creationId="{D203164A-16BB-4A33-A44C-D5005AB76239}"/>
          </ac:spMkLst>
        </pc:spChg>
        <pc:spChg chg="add del mod">
          <ac:chgData name="鈴木 秀規" userId="f68c5fd9-22d5-4c0a-9833-7fb0f5135313" providerId="ADAL" clId="{1FFDFDEC-295D-434A-B582-72A8CC8A5E88}" dt="2021-01-26T04:02:31.002" v="1073" actId="6264"/>
          <ac:spMkLst>
            <pc:docMk/>
            <pc:sldMk cId="3431740700" sldId="383"/>
            <ac:spMk id="29" creationId="{2A5D0E9E-56FA-473F-9905-EC3AB66EE25A}"/>
          </ac:spMkLst>
        </pc:spChg>
        <pc:spChg chg="add mod">
          <ac:chgData name="鈴木 秀規" userId="f68c5fd9-22d5-4c0a-9833-7fb0f5135313" providerId="ADAL" clId="{1FFDFDEC-295D-434A-B582-72A8CC8A5E88}" dt="2021-01-26T04:01:45.805" v="1071" actId="207"/>
          <ac:spMkLst>
            <pc:docMk/>
            <pc:sldMk cId="3431740700" sldId="383"/>
            <ac:spMk id="32" creationId="{E0F1595E-F0A3-4E14-9651-C87ED18BF9DA}"/>
          </ac:spMkLst>
        </pc:spChg>
        <pc:spChg chg="add mod">
          <ac:chgData name="鈴木 秀規" userId="f68c5fd9-22d5-4c0a-9833-7fb0f5135313" providerId="ADAL" clId="{1FFDFDEC-295D-434A-B582-72A8CC8A5E88}" dt="2021-01-26T04:09:56.305" v="1133" actId="1076"/>
          <ac:spMkLst>
            <pc:docMk/>
            <pc:sldMk cId="3431740700" sldId="383"/>
            <ac:spMk id="34" creationId="{F7EDC701-37B8-4468-97D8-52607030CA94}"/>
          </ac:spMkLst>
        </pc:spChg>
        <pc:spChg chg="add mod">
          <ac:chgData name="鈴木 秀規" userId="f68c5fd9-22d5-4c0a-9833-7fb0f5135313" providerId="ADAL" clId="{1FFDFDEC-295D-434A-B582-72A8CC8A5E88}" dt="2021-01-26T04:09:59.136" v="1134" actId="1076"/>
          <ac:spMkLst>
            <pc:docMk/>
            <pc:sldMk cId="3431740700" sldId="383"/>
            <ac:spMk id="35" creationId="{8EA723BF-2FD8-4A16-A3C8-BFD746C683D1}"/>
          </ac:spMkLst>
        </pc:spChg>
        <pc:spChg chg="add del mod">
          <ac:chgData name="鈴木 秀規" userId="f68c5fd9-22d5-4c0a-9833-7fb0f5135313" providerId="ADAL" clId="{1FFDFDEC-295D-434A-B582-72A8CC8A5E88}" dt="2021-01-26T04:01:11.785" v="1048" actId="478"/>
          <ac:spMkLst>
            <pc:docMk/>
            <pc:sldMk cId="3431740700" sldId="383"/>
            <ac:spMk id="36" creationId="{6B158A07-162D-47DD-AB6B-E1D320D975E0}"/>
          </ac:spMkLst>
        </pc:spChg>
        <pc:spChg chg="del">
          <ac:chgData name="鈴木 秀規" userId="f68c5fd9-22d5-4c0a-9833-7fb0f5135313" providerId="ADAL" clId="{1FFDFDEC-295D-434A-B582-72A8CC8A5E88}" dt="2021-01-26T03:59:02.800" v="1011" actId="478"/>
          <ac:spMkLst>
            <pc:docMk/>
            <pc:sldMk cId="3431740700" sldId="383"/>
            <ac:spMk id="37" creationId="{BD46D08B-CDC1-40F7-B3B2-96E4746B3A1C}"/>
          </ac:spMkLst>
        </pc:spChg>
        <pc:spChg chg="add mod">
          <ac:chgData name="鈴木 秀規" userId="f68c5fd9-22d5-4c0a-9833-7fb0f5135313" providerId="ADAL" clId="{1FFDFDEC-295D-434A-B582-72A8CC8A5E88}" dt="2021-01-26T04:01:32.103" v="1068" actId="14100"/>
          <ac:spMkLst>
            <pc:docMk/>
            <pc:sldMk cId="3431740700" sldId="383"/>
            <ac:spMk id="38" creationId="{40FD59BC-B13E-4715-9DC8-5CB6A9E68577}"/>
          </ac:spMkLst>
        </pc:spChg>
        <pc:spChg chg="add del mod">
          <ac:chgData name="鈴木 秀規" userId="f68c5fd9-22d5-4c0a-9833-7fb0f5135313" providerId="ADAL" clId="{1FFDFDEC-295D-434A-B582-72A8CC8A5E88}" dt="2021-01-26T04:02:31.002" v="1073" actId="6264"/>
          <ac:spMkLst>
            <pc:docMk/>
            <pc:sldMk cId="3431740700" sldId="383"/>
            <ac:spMk id="39" creationId="{72F8AD91-8F73-4C4F-AB59-5F3FD39C1312}"/>
          </ac:spMkLst>
        </pc:spChg>
        <pc:spChg chg="add del mod">
          <ac:chgData name="鈴木 秀規" userId="f68c5fd9-22d5-4c0a-9833-7fb0f5135313" providerId="ADAL" clId="{1FFDFDEC-295D-434A-B582-72A8CC8A5E88}" dt="2021-01-26T04:02:31.002" v="1073" actId="6264"/>
          <ac:spMkLst>
            <pc:docMk/>
            <pc:sldMk cId="3431740700" sldId="383"/>
            <ac:spMk id="40" creationId="{42A095DC-2541-467D-84CE-0FD53E764CA5}"/>
          </ac:spMkLst>
        </pc:spChg>
        <pc:spChg chg="add del mod ord">
          <ac:chgData name="鈴木 秀規" userId="f68c5fd9-22d5-4c0a-9833-7fb0f5135313" providerId="ADAL" clId="{1FFDFDEC-295D-434A-B582-72A8CC8A5E88}" dt="2021-01-26T04:02:37.244" v="1074" actId="478"/>
          <ac:spMkLst>
            <pc:docMk/>
            <pc:sldMk cId="3431740700" sldId="383"/>
            <ac:spMk id="41" creationId="{EB08CBDB-7389-4C58-9794-DD4F1F3C7E58}"/>
          </ac:spMkLst>
        </pc:spChg>
        <pc:spChg chg="add mod ord">
          <ac:chgData name="鈴木 秀規" userId="f68c5fd9-22d5-4c0a-9833-7fb0f5135313" providerId="ADAL" clId="{1FFDFDEC-295D-434A-B582-72A8CC8A5E88}" dt="2021-01-26T04:10:02.911" v="1143" actId="12"/>
          <ac:spMkLst>
            <pc:docMk/>
            <pc:sldMk cId="3431740700" sldId="383"/>
            <ac:spMk id="42" creationId="{C2B7E0DC-5323-408A-937A-1D9A8EEEF045}"/>
          </ac:spMkLst>
        </pc:spChg>
        <pc:grpChg chg="add mod">
          <ac:chgData name="鈴木 秀規" userId="f68c5fd9-22d5-4c0a-9833-7fb0f5135313" providerId="ADAL" clId="{1FFDFDEC-295D-434A-B582-72A8CC8A5E88}" dt="2021-01-26T04:01:37.979" v="1069" actId="1076"/>
          <ac:grpSpMkLst>
            <pc:docMk/>
            <pc:sldMk cId="3431740700" sldId="383"/>
            <ac:grpSpMk id="27" creationId="{BEDB55EE-07B8-464D-A27C-24F43E1B2BCB}"/>
          </ac:grpSpMkLst>
        </pc:grpChg>
        <pc:picChg chg="del">
          <ac:chgData name="鈴木 秀規" userId="f68c5fd9-22d5-4c0a-9833-7fb0f5135313" providerId="ADAL" clId="{1FFDFDEC-295D-434A-B582-72A8CC8A5E88}" dt="2021-01-26T03:58:14.416" v="1010" actId="478"/>
          <ac:picMkLst>
            <pc:docMk/>
            <pc:sldMk cId="3431740700" sldId="383"/>
            <ac:picMk id="7" creationId="{ACC068A0-50E1-42AC-8287-E81E4235FF5C}"/>
          </ac:picMkLst>
        </pc:picChg>
        <pc:picChg chg="del">
          <ac:chgData name="鈴木 秀規" userId="f68c5fd9-22d5-4c0a-9833-7fb0f5135313" providerId="ADAL" clId="{1FFDFDEC-295D-434A-B582-72A8CC8A5E88}" dt="2021-01-26T03:58:14.416" v="1010" actId="478"/>
          <ac:picMkLst>
            <pc:docMk/>
            <pc:sldMk cId="3431740700" sldId="383"/>
            <ac:picMk id="8" creationId="{8D2F85B8-D0BB-4D5F-B8E8-359B9642BC18}"/>
          </ac:picMkLst>
        </pc:picChg>
        <pc:picChg chg="del">
          <ac:chgData name="鈴木 秀規" userId="f68c5fd9-22d5-4c0a-9833-7fb0f5135313" providerId="ADAL" clId="{1FFDFDEC-295D-434A-B582-72A8CC8A5E88}" dt="2021-01-26T03:58:14.416" v="1010" actId="478"/>
          <ac:picMkLst>
            <pc:docMk/>
            <pc:sldMk cId="3431740700" sldId="383"/>
            <ac:picMk id="9" creationId="{6567B165-D14C-4A46-B20C-33602CEB18CE}"/>
          </ac:picMkLst>
        </pc:picChg>
        <pc:picChg chg="del">
          <ac:chgData name="鈴木 秀規" userId="f68c5fd9-22d5-4c0a-9833-7fb0f5135313" providerId="ADAL" clId="{1FFDFDEC-295D-434A-B582-72A8CC8A5E88}" dt="2021-01-26T03:58:14.416" v="1010" actId="478"/>
          <ac:picMkLst>
            <pc:docMk/>
            <pc:sldMk cId="3431740700" sldId="383"/>
            <ac:picMk id="14" creationId="{89F5CAE8-7DD6-4E66-9E6B-8D828B62D848}"/>
          </ac:picMkLst>
        </pc:picChg>
        <pc:picChg chg="del">
          <ac:chgData name="鈴木 秀規" userId="f68c5fd9-22d5-4c0a-9833-7fb0f5135313" providerId="ADAL" clId="{1FFDFDEC-295D-434A-B582-72A8CC8A5E88}" dt="2021-01-26T03:58:14.416" v="1010" actId="478"/>
          <ac:picMkLst>
            <pc:docMk/>
            <pc:sldMk cId="3431740700" sldId="383"/>
            <ac:picMk id="17" creationId="{56C46E48-5776-47D9-8EE8-C88D764F6B56}"/>
          </ac:picMkLst>
        </pc:picChg>
        <pc:picChg chg="del">
          <ac:chgData name="鈴木 秀規" userId="f68c5fd9-22d5-4c0a-9833-7fb0f5135313" providerId="ADAL" clId="{1FFDFDEC-295D-434A-B582-72A8CC8A5E88}" dt="2021-01-26T03:58:14.416" v="1010" actId="478"/>
          <ac:picMkLst>
            <pc:docMk/>
            <pc:sldMk cId="3431740700" sldId="383"/>
            <ac:picMk id="22" creationId="{2076DD48-3ECF-49F3-93DF-4DA0CE8394BC}"/>
          </ac:picMkLst>
        </pc:picChg>
        <pc:picChg chg="del">
          <ac:chgData name="鈴木 秀規" userId="f68c5fd9-22d5-4c0a-9833-7fb0f5135313" providerId="ADAL" clId="{1FFDFDEC-295D-434A-B582-72A8CC8A5E88}" dt="2021-01-26T03:58:14.416" v="1010" actId="478"/>
          <ac:picMkLst>
            <pc:docMk/>
            <pc:sldMk cId="3431740700" sldId="383"/>
            <ac:picMk id="23" creationId="{3E2CE605-C0B8-4C18-98C1-B3840CD70767}"/>
          </ac:picMkLst>
        </pc:picChg>
        <pc:picChg chg="del">
          <ac:chgData name="鈴木 秀規" userId="f68c5fd9-22d5-4c0a-9833-7fb0f5135313" providerId="ADAL" clId="{1FFDFDEC-295D-434A-B582-72A8CC8A5E88}" dt="2021-01-26T03:58:14.416" v="1010" actId="478"/>
          <ac:picMkLst>
            <pc:docMk/>
            <pc:sldMk cId="3431740700" sldId="383"/>
            <ac:picMk id="26" creationId="{70D95F10-BF3B-4B19-9089-47831CF622D5}"/>
          </ac:picMkLst>
        </pc:picChg>
        <pc:picChg chg="add mod">
          <ac:chgData name="鈴木 秀規" userId="f68c5fd9-22d5-4c0a-9833-7fb0f5135313" providerId="ADAL" clId="{1FFDFDEC-295D-434A-B582-72A8CC8A5E88}" dt="2021-01-26T04:09:59.660" v="1135" actId="14100"/>
          <ac:picMkLst>
            <pc:docMk/>
            <pc:sldMk cId="3431740700" sldId="383"/>
            <ac:picMk id="31" creationId="{1200ADEE-A09A-459A-B06D-58A20EB6F05F}"/>
          </ac:picMkLst>
        </pc:picChg>
        <pc:picChg chg="add mod">
          <ac:chgData name="鈴木 秀規" userId="f68c5fd9-22d5-4c0a-9833-7fb0f5135313" providerId="ADAL" clId="{1FFDFDEC-295D-434A-B582-72A8CC8A5E88}" dt="2021-01-26T04:01:01.321" v="1047" actId="164"/>
          <ac:picMkLst>
            <pc:docMk/>
            <pc:sldMk cId="3431740700" sldId="383"/>
            <ac:picMk id="33" creationId="{7F719B36-A8B6-4247-8535-E1D2F51893DB}"/>
          </ac:picMkLst>
        </pc:picChg>
        <pc:cxnChg chg="del">
          <ac:chgData name="鈴木 秀規" userId="f68c5fd9-22d5-4c0a-9833-7fb0f5135313" providerId="ADAL" clId="{1FFDFDEC-295D-434A-B582-72A8CC8A5E88}" dt="2021-01-26T03:58:14.416" v="1010" actId="478"/>
          <ac:cxnSpMkLst>
            <pc:docMk/>
            <pc:sldMk cId="3431740700" sldId="383"/>
            <ac:cxnSpMk id="16" creationId="{8E32A4B4-C96D-4681-AEF9-EE7D9B309FBF}"/>
          </ac:cxnSpMkLst>
        </pc:cxnChg>
        <pc:cxnChg chg="del">
          <ac:chgData name="鈴木 秀規" userId="f68c5fd9-22d5-4c0a-9833-7fb0f5135313" providerId="ADAL" clId="{1FFDFDEC-295D-434A-B582-72A8CC8A5E88}" dt="2021-01-26T03:58:14.416" v="1010" actId="478"/>
          <ac:cxnSpMkLst>
            <pc:docMk/>
            <pc:sldMk cId="3431740700" sldId="383"/>
            <ac:cxnSpMk id="19" creationId="{F3DB8BCB-0D70-41DF-9FD3-2A8B659F17CF}"/>
          </ac:cxnSpMkLst>
        </pc:cxnChg>
        <pc:cxnChg chg="del">
          <ac:chgData name="鈴木 秀規" userId="f68c5fd9-22d5-4c0a-9833-7fb0f5135313" providerId="ADAL" clId="{1FFDFDEC-295D-434A-B582-72A8CC8A5E88}" dt="2021-01-26T03:58:14.416" v="1010" actId="478"/>
          <ac:cxnSpMkLst>
            <pc:docMk/>
            <pc:sldMk cId="3431740700" sldId="383"/>
            <ac:cxnSpMk id="20" creationId="{C35F15FD-C964-4627-B22E-64C02E3B1E13}"/>
          </ac:cxnSpMkLst>
        </pc:cxnChg>
        <pc:cxnChg chg="del">
          <ac:chgData name="鈴木 秀規" userId="f68c5fd9-22d5-4c0a-9833-7fb0f5135313" providerId="ADAL" clId="{1FFDFDEC-295D-434A-B582-72A8CC8A5E88}" dt="2021-01-26T03:58:14.416" v="1010" actId="478"/>
          <ac:cxnSpMkLst>
            <pc:docMk/>
            <pc:sldMk cId="3431740700" sldId="383"/>
            <ac:cxnSpMk id="21" creationId="{5E8CC0CA-3411-4CB6-8412-CE026E3E4961}"/>
          </ac:cxnSpMkLst>
        </pc:cxnChg>
        <pc:cxnChg chg="del">
          <ac:chgData name="鈴木 秀規" userId="f68c5fd9-22d5-4c0a-9833-7fb0f5135313" providerId="ADAL" clId="{1FFDFDEC-295D-434A-B582-72A8CC8A5E88}" dt="2021-01-26T03:58:14.416" v="1010" actId="478"/>
          <ac:cxnSpMkLst>
            <pc:docMk/>
            <pc:sldMk cId="3431740700" sldId="383"/>
            <ac:cxnSpMk id="28" creationId="{55404DBE-4FD6-4F92-8981-38B9A55EE093}"/>
          </ac:cxnSpMkLst>
        </pc:cxnChg>
        <pc:cxnChg chg="del">
          <ac:chgData name="鈴木 秀規" userId="f68c5fd9-22d5-4c0a-9833-7fb0f5135313" providerId="ADAL" clId="{1FFDFDEC-295D-434A-B582-72A8CC8A5E88}" dt="2021-01-26T03:58:14.416" v="1010" actId="478"/>
          <ac:cxnSpMkLst>
            <pc:docMk/>
            <pc:sldMk cId="3431740700" sldId="383"/>
            <ac:cxnSpMk id="30" creationId="{5862DF2C-3636-4E19-B516-9E62A13C3584}"/>
          </ac:cxnSpMkLst>
        </pc:cxnChg>
      </pc:sldChg>
      <pc:sldChg chg="addSp delSp modSp new del mod modClrScheme chgLayout">
        <pc:chgData name="鈴木 秀規" userId="f68c5fd9-22d5-4c0a-9833-7fb0f5135313" providerId="ADAL" clId="{1FFDFDEC-295D-434A-B582-72A8CC8A5E88}" dt="2021-01-26T04:09:55.234" v="1132" actId="680"/>
        <pc:sldMkLst>
          <pc:docMk/>
          <pc:sldMk cId="949411827" sldId="384"/>
        </pc:sldMkLst>
        <pc:spChg chg="add del mod ord">
          <ac:chgData name="鈴木 秀規" userId="f68c5fd9-22d5-4c0a-9833-7fb0f5135313" providerId="ADAL" clId="{1FFDFDEC-295D-434A-B582-72A8CC8A5E88}" dt="2021-01-26T04:09:54.227" v="1131" actId="700"/>
          <ac:spMkLst>
            <pc:docMk/>
            <pc:sldMk cId="949411827" sldId="384"/>
            <ac:spMk id="2" creationId="{D6F808A7-7307-4EC5-864E-FC8208B0AE46}"/>
          </ac:spMkLst>
        </pc:spChg>
        <pc:spChg chg="add del mod ord">
          <ac:chgData name="鈴木 秀規" userId="f68c5fd9-22d5-4c0a-9833-7fb0f5135313" providerId="ADAL" clId="{1FFDFDEC-295D-434A-B582-72A8CC8A5E88}" dt="2021-01-26T04:09:54.227" v="1131" actId="700"/>
          <ac:spMkLst>
            <pc:docMk/>
            <pc:sldMk cId="949411827" sldId="384"/>
            <ac:spMk id="3" creationId="{03C746A9-C96B-46DF-BD82-8B507DB22135}"/>
          </ac:spMkLst>
        </pc:spChg>
        <pc:spChg chg="mod ord">
          <ac:chgData name="鈴木 秀規" userId="f68c5fd9-22d5-4c0a-9833-7fb0f5135313" providerId="ADAL" clId="{1FFDFDEC-295D-434A-B582-72A8CC8A5E88}" dt="2021-01-26T04:09:54.227" v="1131" actId="700"/>
          <ac:spMkLst>
            <pc:docMk/>
            <pc:sldMk cId="949411827" sldId="384"/>
            <ac:spMk id="4" creationId="{2268533C-B512-4CED-9B27-7769E939632A}"/>
          </ac:spMkLst>
        </pc:spChg>
        <pc:spChg chg="mod ord">
          <ac:chgData name="鈴木 秀規" userId="f68c5fd9-22d5-4c0a-9833-7fb0f5135313" providerId="ADAL" clId="{1FFDFDEC-295D-434A-B582-72A8CC8A5E88}" dt="2021-01-26T04:09:54.227" v="1131" actId="700"/>
          <ac:spMkLst>
            <pc:docMk/>
            <pc:sldMk cId="949411827" sldId="384"/>
            <ac:spMk id="5" creationId="{F2A78FC6-8266-4153-942F-A3792617271D}"/>
          </ac:spMkLst>
        </pc:spChg>
        <pc:spChg chg="add del">
          <ac:chgData name="鈴木 秀規" userId="f68c5fd9-22d5-4c0a-9833-7fb0f5135313" providerId="ADAL" clId="{1FFDFDEC-295D-434A-B582-72A8CC8A5E88}" dt="2021-01-26T04:09:54.227" v="1131" actId="700"/>
          <ac:spMkLst>
            <pc:docMk/>
            <pc:sldMk cId="949411827" sldId="384"/>
            <ac:spMk id="6" creationId="{21B4622A-D25A-435E-B470-22F1DB6C998F}"/>
          </ac:spMkLst>
        </pc:spChg>
        <pc:spChg chg="add del mod ord">
          <ac:chgData name="鈴木 秀規" userId="f68c5fd9-22d5-4c0a-9833-7fb0f5135313" providerId="ADAL" clId="{1FFDFDEC-295D-434A-B582-72A8CC8A5E88}" dt="2021-01-26T04:09:54.227" v="1131" actId="700"/>
          <ac:spMkLst>
            <pc:docMk/>
            <pc:sldMk cId="949411827" sldId="384"/>
            <ac:spMk id="7" creationId="{0DA1857B-2EDE-4CE3-B404-59D7C225D7CB}"/>
          </ac:spMkLst>
        </pc:spChg>
        <pc:spChg chg="add del mod ord">
          <ac:chgData name="鈴木 秀規" userId="f68c5fd9-22d5-4c0a-9833-7fb0f5135313" providerId="ADAL" clId="{1FFDFDEC-295D-434A-B582-72A8CC8A5E88}" dt="2021-01-26T04:09:54.227" v="1131" actId="700"/>
          <ac:spMkLst>
            <pc:docMk/>
            <pc:sldMk cId="949411827" sldId="384"/>
            <ac:spMk id="8" creationId="{46B998EA-E1C7-43BB-B136-2B9F4052217F}"/>
          </ac:spMkLst>
        </pc:spChg>
        <pc:spChg chg="add del mod">
          <ac:chgData name="鈴木 秀規" userId="f68c5fd9-22d5-4c0a-9833-7fb0f5135313" providerId="ADAL" clId="{1FFDFDEC-295D-434A-B582-72A8CC8A5E88}" dt="2021-01-26T04:09:53.169" v="1129" actId="6264"/>
          <ac:spMkLst>
            <pc:docMk/>
            <pc:sldMk cId="949411827" sldId="384"/>
            <ac:spMk id="9" creationId="{3B461521-F8A2-4A0C-B060-3695402786D2}"/>
          </ac:spMkLst>
        </pc:spChg>
        <pc:spChg chg="add del mod">
          <ac:chgData name="鈴木 秀規" userId="f68c5fd9-22d5-4c0a-9833-7fb0f5135313" providerId="ADAL" clId="{1FFDFDEC-295D-434A-B582-72A8CC8A5E88}" dt="2021-01-26T04:09:53.169" v="1129" actId="6264"/>
          <ac:spMkLst>
            <pc:docMk/>
            <pc:sldMk cId="949411827" sldId="384"/>
            <ac:spMk id="10" creationId="{FCA127BC-C7DF-4689-87BE-C8BA567A2BBA}"/>
          </ac:spMkLst>
        </pc:spChg>
        <pc:spChg chg="add del mod">
          <ac:chgData name="鈴木 秀規" userId="f68c5fd9-22d5-4c0a-9833-7fb0f5135313" providerId="ADAL" clId="{1FFDFDEC-295D-434A-B582-72A8CC8A5E88}" dt="2021-01-26T04:09:53.169" v="1129" actId="6264"/>
          <ac:spMkLst>
            <pc:docMk/>
            <pc:sldMk cId="949411827" sldId="384"/>
            <ac:spMk id="11" creationId="{0EBDD992-35B1-4057-A6DD-F87ABE74E2B7}"/>
          </ac:spMkLst>
        </pc:spChg>
        <pc:spChg chg="add del mod ord">
          <ac:chgData name="鈴木 秀規" userId="f68c5fd9-22d5-4c0a-9833-7fb0f5135313" providerId="ADAL" clId="{1FFDFDEC-295D-434A-B582-72A8CC8A5E88}" dt="2021-01-26T04:09:53.169" v="1129" actId="6264"/>
          <ac:spMkLst>
            <pc:docMk/>
            <pc:sldMk cId="949411827" sldId="384"/>
            <ac:spMk id="12" creationId="{57D0D45A-7F80-4DF4-BA60-0514BC220F17}"/>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B234AFD3-FB40-4AD7-9E76-44AC2B8BF13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8E19C006-516A-4D24-A011-BF64DE39FB4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5636D31-DA28-4230-A80A-E7470AB13509}" type="datetimeFigureOut">
              <a:rPr kumimoji="1" lang="ja-JP" altLang="en-US" smtClean="0"/>
              <a:t>2025/3/19</a:t>
            </a:fld>
            <a:endParaRPr kumimoji="1" lang="ja-JP" altLang="en-US"/>
          </a:p>
        </p:txBody>
      </p:sp>
      <p:sp>
        <p:nvSpPr>
          <p:cNvPr id="4" name="フッター プレースホルダー 3">
            <a:extLst>
              <a:ext uri="{FF2B5EF4-FFF2-40B4-BE49-F238E27FC236}">
                <a16:creationId xmlns:a16="http://schemas.microsoft.com/office/drawing/2014/main" id="{536DDE9A-A582-478B-9738-8CFAA37FAF9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1A9326B9-E2C3-4532-A2D6-3EB1B422B9E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5BDFF3F-36BC-4947-A6C6-058FFD27CC25}" type="slidenum">
              <a:rPr kumimoji="1" lang="ja-JP" altLang="en-US" smtClean="0"/>
              <a:t>‹#›</a:t>
            </a:fld>
            <a:endParaRPr kumimoji="1" lang="ja-JP" altLang="en-US"/>
          </a:p>
        </p:txBody>
      </p:sp>
    </p:spTree>
    <p:extLst>
      <p:ext uri="{BB962C8B-B14F-4D97-AF65-F5344CB8AC3E}">
        <p14:creationId xmlns:p14="http://schemas.microsoft.com/office/powerpoint/2010/main" val="30954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175"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extLst>
      <p:ext uri="{BB962C8B-B14F-4D97-AF65-F5344CB8AC3E}">
        <p14:creationId xmlns:p14="http://schemas.microsoft.com/office/powerpoint/2010/main" val="27381820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35f391192_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35f391192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433715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381000" y="685800"/>
            <a:ext cx="6096000" cy="3429000"/>
          </a:xfrm>
        </p:spPr>
      </p:sp>
      <p:sp>
        <p:nvSpPr>
          <p:cNvPr id="3" name="ノート プレースホルダー 2"/>
          <p:cNvSpPr>
            <a:spLocks noGrp="1"/>
          </p:cNvSpPr>
          <p:nvPr>
            <p:ph type="body" idx="1"/>
          </p:nvPr>
        </p:nvSpPr>
        <p:spPr/>
        <p:txBody>
          <a:bodyPr/>
          <a:lstStyle/>
          <a:p>
            <a:endParaRPr kumimoji="1" lang="ja-JP" altLang="en-US" dirty="0"/>
          </a:p>
        </p:txBody>
      </p:sp>
    </p:spTree>
    <p:extLst>
      <p:ext uri="{BB962C8B-B14F-4D97-AF65-F5344CB8AC3E}">
        <p14:creationId xmlns:p14="http://schemas.microsoft.com/office/powerpoint/2010/main" val="405947300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1_タイトル スライド">
    <p:spTree>
      <p:nvGrpSpPr>
        <p:cNvPr id="1" name=""/>
        <p:cNvGrpSpPr/>
        <p:nvPr/>
      </p:nvGrpSpPr>
      <p:grpSpPr>
        <a:xfrm>
          <a:off x="0" y="0"/>
          <a:ext cx="0" cy="0"/>
          <a:chOff x="0" y="0"/>
          <a:chExt cx="0" cy="0"/>
        </a:xfrm>
      </p:grpSpPr>
      <p:sp>
        <p:nvSpPr>
          <p:cNvPr id="6" name="Google Shape;10;p2">
            <a:extLst>
              <a:ext uri="{FF2B5EF4-FFF2-40B4-BE49-F238E27FC236}">
                <a16:creationId xmlns:a16="http://schemas.microsoft.com/office/drawing/2014/main" id="{EA1B8483-F5A8-4F30-96A0-EDAFA70B0F27}"/>
              </a:ext>
            </a:extLst>
          </p:cNvPr>
          <p:cNvSpPr/>
          <p:nvPr/>
        </p:nvSpPr>
        <p:spPr>
          <a:xfrm>
            <a:off x="1169100" y="400050"/>
            <a:ext cx="7554900" cy="38424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Montserrat" panose="00000500000000000000" pitchFamily="50" charset="0"/>
            </a:endParaRPr>
          </a:p>
        </p:txBody>
      </p:sp>
      <p:sp>
        <p:nvSpPr>
          <p:cNvPr id="7" name="Google Shape;11;p2">
            <a:extLst>
              <a:ext uri="{FF2B5EF4-FFF2-40B4-BE49-F238E27FC236}">
                <a16:creationId xmlns:a16="http://schemas.microsoft.com/office/drawing/2014/main" id="{983BA885-2074-450F-AE06-7909906D9F48}"/>
              </a:ext>
            </a:extLst>
          </p:cNvPr>
          <p:cNvSpPr txBox="1">
            <a:spLocks noGrp="1"/>
          </p:cNvSpPr>
          <p:nvPr>
            <p:ph type="ctrTitle"/>
          </p:nvPr>
        </p:nvSpPr>
        <p:spPr>
          <a:xfrm>
            <a:off x="546012" y="456607"/>
            <a:ext cx="5041200" cy="3150600"/>
          </a:xfrm>
          <a:prstGeom prst="rect">
            <a:avLst/>
          </a:prstGeom>
          <a:ln w="114300" cap="flat" cmpd="sng">
            <a:solidFill>
              <a:srgbClr val="FF33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48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pic>
        <p:nvPicPr>
          <p:cNvPr id="2" name="図 1">
            <a:extLst>
              <a:ext uri="{FF2B5EF4-FFF2-40B4-BE49-F238E27FC236}">
                <a16:creationId xmlns:a16="http://schemas.microsoft.com/office/drawing/2014/main" id="{02032C93-7552-4839-AF39-0C4F3C5A3543}"/>
              </a:ext>
            </a:extLst>
          </p:cNvPr>
          <p:cNvPicPr>
            <a:picLocks noChangeAspect="1"/>
          </p:cNvPicPr>
          <p:nvPr/>
        </p:nvPicPr>
        <p:blipFill>
          <a:blip r:embed="rId2"/>
          <a:stretch>
            <a:fillRect/>
          </a:stretch>
        </p:blipFill>
        <p:spPr>
          <a:xfrm>
            <a:off x="7426629" y="4563450"/>
            <a:ext cx="1297371" cy="360000"/>
          </a:xfrm>
          <a:prstGeom prst="rect">
            <a:avLst/>
          </a:prstGeom>
        </p:spPr>
      </p:pic>
      <p:sp>
        <p:nvSpPr>
          <p:cNvPr id="9" name="フッター プレースホルダー 4">
            <a:extLst>
              <a:ext uri="{FF2B5EF4-FFF2-40B4-BE49-F238E27FC236}">
                <a16:creationId xmlns:a16="http://schemas.microsoft.com/office/drawing/2014/main" id="{BBFC6E56-6F9E-4EB5-93D5-B6A41EF330A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p>
        </p:txBody>
      </p:sp>
    </p:spTree>
    <p:extLst>
      <p:ext uri="{BB962C8B-B14F-4D97-AF65-F5344CB8AC3E}">
        <p14:creationId xmlns:p14="http://schemas.microsoft.com/office/powerpoint/2010/main" val="4134717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2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noAutofit/>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714094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3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6411641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4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21242220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5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noAutofit/>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451555653"/>
      </p:ext>
    </p:extLst>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6_タイトル、見出し、コード">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baseline="0">
                <a:latin typeface="+mj-lt"/>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a:solidFill>
            <a:schemeClr val="bg1"/>
          </a:solidFill>
        </p:spPr>
        <p:txBody>
          <a:bodyPr>
            <a:noAutofit/>
          </a:bodyPr>
          <a:lstStyle>
            <a:lvl1pPr>
              <a:defRPr sz="1400" baseline="0">
                <a:latin typeface="MyricaM M" panose="020B0509020203020207" pitchFamily="49" charset="-128"/>
                <a:ea typeface="BIZ UDゴシック" panose="020B0400000000000000" pitchFamily="49" charset="-128"/>
              </a:defRPr>
            </a:lvl1pPr>
            <a:lvl2pPr>
              <a:defRPr sz="1400" baseline="0">
                <a:latin typeface="MyricaM M" panose="020B0509020203020207" pitchFamily="49" charset="-128"/>
                <a:ea typeface="BIZ UDゴシック" panose="020B0400000000000000" pitchFamily="49" charset="-128"/>
              </a:defRPr>
            </a:lvl2pPr>
            <a:lvl3pPr>
              <a:defRPr sz="1400" baseline="0">
                <a:latin typeface="MyricaM M" panose="020B0509020203020207" pitchFamily="49" charset="-128"/>
                <a:ea typeface="BIZ UDゴシック" panose="020B0400000000000000" pitchFamily="49" charset="-128"/>
              </a:defRPr>
            </a:lvl3pPr>
            <a:lvl4pPr>
              <a:defRPr sz="1400" baseline="0">
                <a:latin typeface="MyricaM M" panose="020B0509020203020207" pitchFamily="49" charset="-128"/>
                <a:ea typeface="BIZ UDゴシック" panose="020B0400000000000000" pitchFamily="49" charset="-128"/>
              </a:defRPr>
            </a:lvl4pPr>
            <a:lvl5pPr>
              <a:defRPr sz="1400" baseline="0">
                <a:latin typeface="MyricaM M" panose="020B0509020203020207" pitchFamily="49" charset="-128"/>
                <a:ea typeface="BIZ UDゴシック" panose="020B0400000000000000" pitchFamily="49" charset="-128"/>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576605314"/>
      </p:ext>
    </p:extLst>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7_学習のポイント付き本文">
    <p:spTree>
      <p:nvGrpSpPr>
        <p:cNvPr id="1" name=""/>
        <p:cNvGrpSpPr/>
        <p:nvPr/>
      </p:nvGrpSpPr>
      <p:grpSpPr>
        <a:xfrm>
          <a:off x="0" y="0"/>
          <a:ext cx="0" cy="0"/>
          <a:chOff x="0" y="0"/>
          <a:chExt cx="0" cy="0"/>
        </a:xfrm>
      </p:grpSpPr>
      <p:sp>
        <p:nvSpPr>
          <p:cNvPr id="12" name="Google Shape;29;p6">
            <a:extLst>
              <a:ext uri="{FF2B5EF4-FFF2-40B4-BE49-F238E27FC236}">
                <a16:creationId xmlns:a16="http://schemas.microsoft.com/office/drawing/2014/main" id="{72035EF0-464F-433E-8728-9DD54C9F7E85}"/>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baseline="0">
                <a:solidFill>
                  <a:srgbClr val="111111"/>
                </a:solidFill>
                <a:latin typeface="+mj-lt"/>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2295035"/>
            <a:ext cx="8216900" cy="2489053"/>
          </a:xfrm>
        </p:spPr>
        <p:txBody>
          <a:bodyPr>
            <a:no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5" name="テキスト プレースホルダー 4">
            <a:extLst>
              <a:ext uri="{FF2B5EF4-FFF2-40B4-BE49-F238E27FC236}">
                <a16:creationId xmlns:a16="http://schemas.microsoft.com/office/drawing/2014/main" id="{FC8E89EF-C81C-40F7-8F70-59B820485326}"/>
              </a:ext>
            </a:extLst>
          </p:cNvPr>
          <p:cNvSpPr>
            <a:spLocks noGrp="1"/>
          </p:cNvSpPr>
          <p:nvPr>
            <p:ph type="body" sz="quarter" idx="15"/>
          </p:nvPr>
        </p:nvSpPr>
        <p:spPr>
          <a:xfrm>
            <a:off x="463549" y="1023814"/>
            <a:ext cx="7177471" cy="1142410"/>
          </a:xfrm>
          <a:prstGeom prst="roundRect">
            <a:avLst>
              <a:gd name="adj" fmla="val 9044"/>
            </a:avLst>
          </a:prstGeom>
          <a:ln>
            <a:solidFill>
              <a:schemeClr val="tx2"/>
            </a:solidFill>
          </a:ln>
        </p:spPr>
        <p:txBody>
          <a:bodyPr tIns="252000"/>
          <a:lstStyle>
            <a:lvl1pPr marL="388800" indent="-284400">
              <a:buSzPct val="169000"/>
              <a:defRPr b="1"/>
            </a:lvl1pPr>
            <a:lvl2pPr marL="748800" indent="-284400">
              <a:buSzPct val="169000"/>
              <a:defRPr b="1"/>
            </a:lvl2pPr>
            <a:lvl3pPr marL="1108800" indent="-284400">
              <a:buSzPct val="169000"/>
              <a:defRPr b="1"/>
            </a:lvl3pPr>
            <a:lvl4pPr marL="1468800" indent="-284400">
              <a:buSzPct val="169000"/>
              <a:defRPr b="1"/>
            </a:lvl4pPr>
            <a:lvl5pPr marL="1828800" indent="-284400">
              <a:buSzPct val="169000"/>
              <a:defRPr b="1"/>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
        <p:nvSpPr>
          <p:cNvPr id="29" name="テキスト プレースホルダー 28">
            <a:extLst>
              <a:ext uri="{FF2B5EF4-FFF2-40B4-BE49-F238E27FC236}">
                <a16:creationId xmlns:a16="http://schemas.microsoft.com/office/drawing/2014/main" id="{F1010722-FF6A-41D2-851B-EC3F0B7BDEA0}"/>
              </a:ext>
            </a:extLst>
          </p:cNvPr>
          <p:cNvSpPr>
            <a:spLocks noGrp="1"/>
          </p:cNvSpPr>
          <p:nvPr>
            <p:ph type="body" sz="quarter" idx="16" hasCustomPrompt="1"/>
          </p:nvPr>
        </p:nvSpPr>
        <p:spPr>
          <a:xfrm>
            <a:off x="848575" y="898771"/>
            <a:ext cx="1095840" cy="265721"/>
          </a:xfrm>
          <a:blipFill dpi="0" rotWithShape="1">
            <a:blip r:embed="rId2">
              <a:extLst>
                <a:ext uri="{28A0092B-C50C-407E-A947-70E740481C1C}">
                  <a14:useLocalDpi xmlns:a14="http://schemas.microsoft.com/office/drawing/2010/main" val="0"/>
                </a:ext>
              </a:extLst>
            </a:blip>
            <a:srcRect/>
            <a:stretch>
              <a:fillRect/>
            </a:stretch>
          </a:blipFill>
        </p:spPr>
        <p:txBody>
          <a:bodyPr wrap="none" lIns="72000" tIns="46800"/>
          <a:lstStyle>
            <a:lvl1pPr algn="ctr">
              <a:buNone/>
              <a:defRPr sz="800" b="0" cap="none" spc="0">
                <a:ln w="0"/>
                <a:solidFill>
                  <a:schemeClr val="tx2"/>
                </a:solidFill>
                <a:effectLst/>
                <a:latin typeface="Gill Sans Ultra Bold" panose="020B0A02020104020203" pitchFamily="34" charset="0"/>
              </a:defRPr>
            </a:lvl1pPr>
          </a:lstStyle>
          <a:p>
            <a:pPr lvl="0"/>
            <a:r>
              <a:rPr kumimoji="1" lang="en-US" altLang="ja-JP" dirty="0"/>
              <a:t>-</a:t>
            </a:r>
            <a:endParaRPr kumimoji="1" lang="ja-JP" altLang="en-US" dirty="0"/>
          </a:p>
        </p:txBody>
      </p:sp>
    </p:spTree>
    <p:extLst>
      <p:ext uri="{BB962C8B-B14F-4D97-AF65-F5344CB8AC3E}">
        <p14:creationId xmlns:p14="http://schemas.microsoft.com/office/powerpoint/2010/main" val="707626093"/>
      </p:ext>
    </p:extLst>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タイトル、見出し、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464225" y="855442"/>
            <a:ext cx="8216900"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3" name="スライド番号プレースホルダー 5">
            <a:extLst>
              <a:ext uri="{FF2B5EF4-FFF2-40B4-BE49-F238E27FC236}">
                <a16:creationId xmlns:a16="http://schemas.microsoft.com/office/drawing/2014/main" id="{FD5DFA80-DED6-4201-92D3-F0ED379EBF8F}"/>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latin typeface="+mn-ea"/>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4" name="テキスト プレースホルダー 3">
            <a:extLst>
              <a:ext uri="{FF2B5EF4-FFF2-40B4-BE49-F238E27FC236}">
                <a16:creationId xmlns:a16="http://schemas.microsoft.com/office/drawing/2014/main" id="{F1F36C5A-B023-4554-B5E3-AEB528BD12A9}"/>
              </a:ext>
            </a:extLst>
          </p:cNvPr>
          <p:cNvSpPr>
            <a:spLocks noGrp="1"/>
          </p:cNvSpPr>
          <p:nvPr>
            <p:ph type="body" sz="quarter" idx="14"/>
          </p:nvPr>
        </p:nvSpPr>
        <p:spPr>
          <a:xfrm>
            <a:off x="462876" y="1445222"/>
            <a:ext cx="8216900" cy="3339503"/>
          </a:xfrm>
        </p:spPr>
        <p:txBody>
          <a:bodyPr/>
          <a:lstStyle>
            <a:lvl1pPr>
              <a:defRPr sz="1400"/>
            </a:lvl1pPr>
            <a:lvl2pPr>
              <a:defRPr sz="1400"/>
            </a:lvl2pPr>
            <a:lvl3pPr>
              <a:defRPr sz="1400"/>
            </a:lvl3pPr>
            <a:lvl4pPr>
              <a:defRPr sz="1400"/>
            </a:lvl4pPr>
            <a:lvl5pPr>
              <a:defRPr sz="1400"/>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1964324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タイトル、本文">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
        <p:nvSpPr>
          <p:cNvPr id="4" name="テキスト プレースホルダー 3">
            <a:extLst>
              <a:ext uri="{FF2B5EF4-FFF2-40B4-BE49-F238E27FC236}">
                <a16:creationId xmlns:a16="http://schemas.microsoft.com/office/drawing/2014/main" id="{A864DB6B-0668-4E2B-9D86-E68BF632FE69}"/>
              </a:ext>
            </a:extLst>
          </p:cNvPr>
          <p:cNvSpPr>
            <a:spLocks noGrp="1"/>
          </p:cNvSpPr>
          <p:nvPr>
            <p:ph type="body" sz="quarter" idx="14"/>
          </p:nvPr>
        </p:nvSpPr>
        <p:spPr>
          <a:xfrm>
            <a:off x="462875" y="859491"/>
            <a:ext cx="8216900" cy="392459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4604506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コンテンツ無し（図表挿入用）">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288234" y="817821"/>
            <a:ext cx="8517835" cy="4044255"/>
          </a:xfrm>
          <a:prstGeom prst="rect">
            <a:avLst/>
          </a:prstGeom>
          <a:solidFill>
            <a:schemeClr val="bg1">
              <a:lumMod val="9500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フッター プレースホルダー 4">
            <a:extLst>
              <a:ext uri="{FF2B5EF4-FFF2-40B4-BE49-F238E27FC236}">
                <a16:creationId xmlns:a16="http://schemas.microsoft.com/office/drawing/2014/main" id="{BBD91DAE-B4F6-4AE8-A48E-E81CFD22F2B6}"/>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sz="1000" dirty="0"/>
          </a:p>
        </p:txBody>
      </p:sp>
      <p:sp>
        <p:nvSpPr>
          <p:cNvPr id="2" name="正方形/長方形 1">
            <a:extLst>
              <a:ext uri="{FF2B5EF4-FFF2-40B4-BE49-F238E27FC236}">
                <a16:creationId xmlns:a16="http://schemas.microsoft.com/office/drawing/2014/main" id="{90A6D07F-1E30-482D-8D1F-7F3A1AB2A7F2}"/>
              </a:ext>
            </a:extLst>
          </p:cNvPr>
          <p:cNvSpPr/>
          <p:nvPr/>
        </p:nvSpPr>
        <p:spPr>
          <a:xfrm>
            <a:off x="288234" y="716514"/>
            <a:ext cx="8517836" cy="45719"/>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Google Shape;11;p2">
            <a:extLst>
              <a:ext uri="{FF2B5EF4-FFF2-40B4-BE49-F238E27FC236}">
                <a16:creationId xmlns:a16="http://schemas.microsoft.com/office/drawing/2014/main" id="{76479CBC-2A55-463C-98C0-033C5EA10713}"/>
              </a:ext>
            </a:extLst>
          </p:cNvPr>
          <p:cNvSpPr txBox="1">
            <a:spLocks noGrp="1"/>
          </p:cNvSpPr>
          <p:nvPr>
            <p:ph type="ctrTitle"/>
          </p:nvPr>
        </p:nvSpPr>
        <p:spPr>
          <a:xfrm>
            <a:off x="463550" y="119734"/>
            <a:ext cx="8216900" cy="541192"/>
          </a:xfrm>
          <a:prstGeom prst="rect">
            <a:avLst/>
          </a:prstGeom>
          <a:noFill/>
          <a:ln w="76200" cap="flat" cmpd="sng">
            <a:noFill/>
            <a:prstDash val="solid"/>
            <a:round/>
            <a:headEnd type="none" w="sm" len="sm"/>
            <a:tailEnd type="none" w="sm" len="sm"/>
          </a:ln>
        </p:spPr>
        <p:txBody>
          <a:bodyPr spcFirstLastPara="1" wrap="square" lIns="91425" tIns="91425" rIns="91425" bIns="91425" anchor="ctr"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Slide Number Placeholder 5">
            <a:extLst>
              <a:ext uri="{FF2B5EF4-FFF2-40B4-BE49-F238E27FC236}">
                <a16:creationId xmlns:a16="http://schemas.microsoft.com/office/drawing/2014/main" id="{B26253D3-AF79-435E-8A26-F2C5838BBE11}"/>
              </a:ext>
            </a:extLst>
          </p:cNvPr>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a:solidFill>
                  <a:schemeClr val="tx1"/>
                </a:solidFill>
                <a:latin typeface="+mn-ea"/>
                <a:ea typeface="+mn-ea"/>
              </a:defRPr>
            </a:lvl1pPr>
          </a:lstStyle>
          <a:p>
            <a:fld id="{00000000-1234-1234-1234-123412341234}" type="slidenum">
              <a:rPr lang="en" smtClean="0"/>
              <a:pPr/>
              <a:t>‹#›</a:t>
            </a:fld>
            <a:endParaRPr lang="en" dirty="0"/>
          </a:p>
        </p:txBody>
      </p:sp>
    </p:spTree>
    <p:extLst>
      <p:ext uri="{BB962C8B-B14F-4D97-AF65-F5344CB8AC3E}">
        <p14:creationId xmlns:p14="http://schemas.microsoft.com/office/powerpoint/2010/main" val="10052511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_目的（ゴール）説明">
    <p:spTree>
      <p:nvGrpSpPr>
        <p:cNvPr id="1" name=""/>
        <p:cNvGrpSpPr/>
        <p:nvPr/>
      </p:nvGrpSpPr>
      <p:grpSpPr>
        <a:xfrm>
          <a:off x="0" y="0"/>
          <a:ext cx="0" cy="0"/>
          <a:chOff x="0" y="0"/>
          <a:chExt cx="0" cy="0"/>
        </a:xfrm>
      </p:grpSpPr>
      <p:sp>
        <p:nvSpPr>
          <p:cNvPr id="14" name="Google Shape;29;p6">
            <a:extLst>
              <a:ext uri="{FF2B5EF4-FFF2-40B4-BE49-F238E27FC236}">
                <a16:creationId xmlns:a16="http://schemas.microsoft.com/office/drawing/2014/main" id="{A74E07ED-793A-47BC-9995-2F522B5734B6}"/>
              </a:ext>
            </a:extLst>
          </p:cNvPr>
          <p:cNvSpPr/>
          <p:nvPr/>
        </p:nvSpPr>
        <p:spPr>
          <a:xfrm>
            <a:off x="1169100" y="721350"/>
            <a:ext cx="7441500" cy="3873600"/>
          </a:xfrm>
          <a:prstGeom prst="rect">
            <a:avLst/>
          </a:pr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31;p6">
            <a:extLst>
              <a:ext uri="{FF2B5EF4-FFF2-40B4-BE49-F238E27FC236}">
                <a16:creationId xmlns:a16="http://schemas.microsoft.com/office/drawing/2014/main" id="{349B234C-1DFB-4D56-85F2-7F22E4DDDCB8}"/>
              </a:ext>
            </a:extLst>
          </p:cNvPr>
          <p:cNvSpPr txBox="1">
            <a:spLocks noGrp="1"/>
          </p:cNvSpPr>
          <p:nvPr>
            <p:ph type="body" idx="1"/>
          </p:nvPr>
        </p:nvSpPr>
        <p:spPr>
          <a:xfrm>
            <a:off x="3012774" y="1052499"/>
            <a:ext cx="5737526" cy="492522"/>
          </a:xfrm>
          <a:prstGeom prst="rect">
            <a:avLst/>
          </a:prstGeom>
        </p:spPr>
        <p:txBody>
          <a:bodyPr spcFirstLastPara="1" wrap="square" lIns="91425" tIns="91425" rIns="91425" bIns="91425" anchor="t" anchorCtr="0">
            <a:noAutofit/>
          </a:bodyPr>
          <a:lstStyle>
            <a:lvl1pPr marL="101600" lvl="0" indent="0">
              <a:spcBef>
                <a:spcPts val="600"/>
              </a:spcBef>
              <a:spcAft>
                <a:spcPts val="0"/>
              </a:spcAft>
              <a:buSzPts val="2000"/>
              <a:buNone/>
              <a:defRPr sz="1800" b="1">
                <a:latin typeface="+mj-ea"/>
                <a:ea typeface="+mj-ea"/>
              </a:defRPr>
            </a:lvl1pPr>
            <a:lvl2pPr marL="914400" lvl="1" indent="-355600">
              <a:spcBef>
                <a:spcPts val="0"/>
              </a:spcBef>
              <a:spcAft>
                <a:spcPts val="0"/>
              </a:spcAft>
              <a:buSzPts val="2000"/>
              <a:buChar char="■"/>
              <a:defRPr sz="2000"/>
            </a:lvl2pPr>
            <a:lvl3pPr marL="1371600" lvl="2" indent="-355600">
              <a:spcBef>
                <a:spcPts val="0"/>
              </a:spcBef>
              <a:spcAft>
                <a:spcPts val="0"/>
              </a:spcAft>
              <a:buSzPts val="2000"/>
              <a:buChar char="▣"/>
              <a:defRPr sz="2000"/>
            </a:lvl3pPr>
            <a:lvl4pPr marL="1828800" lvl="3" indent="-355600">
              <a:spcBef>
                <a:spcPts val="0"/>
              </a:spcBef>
              <a:spcAft>
                <a:spcPts val="0"/>
              </a:spcAft>
              <a:buSzPts val="2000"/>
              <a:buChar char="●"/>
              <a:defRPr sz="2000"/>
            </a:lvl4pPr>
            <a:lvl5pPr marL="2286000" lvl="4" indent="-355600">
              <a:spcBef>
                <a:spcPts val="0"/>
              </a:spcBef>
              <a:spcAft>
                <a:spcPts val="0"/>
              </a:spcAft>
              <a:buSzPts val="2000"/>
              <a:buChar char="○"/>
              <a:defRPr sz="2000"/>
            </a:lvl5pPr>
            <a:lvl6pPr marL="2743200" lvl="5" indent="-355600">
              <a:spcBef>
                <a:spcPts val="0"/>
              </a:spcBef>
              <a:spcAft>
                <a:spcPts val="0"/>
              </a:spcAft>
              <a:buSzPts val="2000"/>
              <a:buChar char="■"/>
              <a:defRPr sz="2000"/>
            </a:lvl6pPr>
            <a:lvl7pPr marL="3200400" lvl="6" indent="-355600">
              <a:spcBef>
                <a:spcPts val="0"/>
              </a:spcBef>
              <a:spcAft>
                <a:spcPts val="0"/>
              </a:spcAft>
              <a:buSzPts val="2000"/>
              <a:buChar char="●"/>
              <a:defRPr sz="2000"/>
            </a:lvl7pPr>
            <a:lvl8pPr marL="3657600" lvl="7" indent="-355600">
              <a:spcBef>
                <a:spcPts val="0"/>
              </a:spcBef>
              <a:spcAft>
                <a:spcPts val="0"/>
              </a:spcAft>
              <a:buSzPts val="2000"/>
              <a:buChar char="○"/>
              <a:defRPr sz="2000"/>
            </a:lvl8pPr>
            <a:lvl9pPr marL="4114800" lvl="8" indent="-355600">
              <a:spcBef>
                <a:spcPts val="0"/>
              </a:spcBef>
              <a:spcAft>
                <a:spcPts val="0"/>
              </a:spcAft>
              <a:buSzPts val="2000"/>
              <a:buChar char="■"/>
              <a:defRPr sz="2000"/>
            </a:lvl9pPr>
          </a:lstStyle>
          <a:p>
            <a:pPr lvl="0"/>
            <a:r>
              <a:rPr lang="ja-JP" altLang="en-US"/>
              <a:t>マスター テキストの書式設定</a:t>
            </a:r>
          </a:p>
        </p:txBody>
      </p:sp>
      <p:sp>
        <p:nvSpPr>
          <p:cNvPr id="21" name="Google Shape;11;p2">
            <a:extLst>
              <a:ext uri="{FF2B5EF4-FFF2-40B4-BE49-F238E27FC236}">
                <a16:creationId xmlns:a16="http://schemas.microsoft.com/office/drawing/2014/main" id="{4CDCFD0E-7374-4B63-ACC3-11623A16F8C6}"/>
              </a:ext>
            </a:extLst>
          </p:cNvPr>
          <p:cNvSpPr txBox="1">
            <a:spLocks noGrp="1"/>
          </p:cNvSpPr>
          <p:nvPr>
            <p:ph type="ctrTitle"/>
          </p:nvPr>
        </p:nvSpPr>
        <p:spPr>
          <a:xfrm>
            <a:off x="532800" y="554400"/>
            <a:ext cx="2106000" cy="1256400"/>
          </a:xfrm>
          <a:prstGeom prst="rect">
            <a:avLst/>
          </a:prstGeom>
          <a:ln w="76200" cap="flat" cmpd="sng">
            <a:solidFill>
              <a:srgbClr val="FF0000"/>
            </a:solidFill>
            <a:prstDash val="solid"/>
            <a:round/>
            <a:headEnd type="none" w="sm" len="sm"/>
            <a:tailEnd type="none" w="sm" len="sm"/>
          </a:ln>
        </p:spPr>
        <p:txBody>
          <a:bodyPr spcFirstLastPara="1" wrap="square" lIns="91425" tIns="91425" rIns="91425" bIns="91425" anchor="b" anchorCtr="0">
            <a:noAutofit/>
          </a:bodyPr>
          <a:lstStyle>
            <a:lvl1pPr lvl="0">
              <a:spcBef>
                <a:spcPts val="0"/>
              </a:spcBef>
              <a:spcAft>
                <a:spcPts val="0"/>
              </a:spcAft>
              <a:buClr>
                <a:srgbClr val="111111"/>
              </a:buClr>
              <a:buSzPts val="6000"/>
              <a:buNone/>
              <a:defRPr sz="2400" b="1">
                <a:solidFill>
                  <a:srgbClr val="111111"/>
                </a:solidFill>
                <a:latin typeface="+mj-ea"/>
                <a:ea typeface="+mj-ea"/>
              </a:defRPr>
            </a:lvl1pPr>
            <a:lvl2pPr lvl="1" algn="ctr">
              <a:spcBef>
                <a:spcPts val="0"/>
              </a:spcBef>
              <a:spcAft>
                <a:spcPts val="0"/>
              </a:spcAft>
              <a:buClr>
                <a:srgbClr val="111111"/>
              </a:buClr>
              <a:buSzPts val="6000"/>
              <a:buNone/>
              <a:defRPr sz="6000">
                <a:solidFill>
                  <a:srgbClr val="111111"/>
                </a:solidFill>
              </a:defRPr>
            </a:lvl2pPr>
            <a:lvl3pPr lvl="2" algn="ctr">
              <a:spcBef>
                <a:spcPts val="0"/>
              </a:spcBef>
              <a:spcAft>
                <a:spcPts val="0"/>
              </a:spcAft>
              <a:buClr>
                <a:srgbClr val="111111"/>
              </a:buClr>
              <a:buSzPts val="6000"/>
              <a:buNone/>
              <a:defRPr sz="6000">
                <a:solidFill>
                  <a:srgbClr val="111111"/>
                </a:solidFill>
              </a:defRPr>
            </a:lvl3pPr>
            <a:lvl4pPr lvl="3" algn="ctr">
              <a:spcBef>
                <a:spcPts val="0"/>
              </a:spcBef>
              <a:spcAft>
                <a:spcPts val="0"/>
              </a:spcAft>
              <a:buClr>
                <a:srgbClr val="111111"/>
              </a:buClr>
              <a:buSzPts val="6000"/>
              <a:buNone/>
              <a:defRPr sz="6000">
                <a:solidFill>
                  <a:srgbClr val="111111"/>
                </a:solidFill>
              </a:defRPr>
            </a:lvl4pPr>
            <a:lvl5pPr lvl="4" algn="ctr">
              <a:spcBef>
                <a:spcPts val="0"/>
              </a:spcBef>
              <a:spcAft>
                <a:spcPts val="0"/>
              </a:spcAft>
              <a:buClr>
                <a:srgbClr val="111111"/>
              </a:buClr>
              <a:buSzPts val="6000"/>
              <a:buNone/>
              <a:defRPr sz="6000">
                <a:solidFill>
                  <a:srgbClr val="111111"/>
                </a:solidFill>
              </a:defRPr>
            </a:lvl5pPr>
            <a:lvl6pPr lvl="5" algn="ctr">
              <a:spcBef>
                <a:spcPts val="0"/>
              </a:spcBef>
              <a:spcAft>
                <a:spcPts val="0"/>
              </a:spcAft>
              <a:buClr>
                <a:srgbClr val="111111"/>
              </a:buClr>
              <a:buSzPts val="6000"/>
              <a:buNone/>
              <a:defRPr sz="6000">
                <a:solidFill>
                  <a:srgbClr val="111111"/>
                </a:solidFill>
              </a:defRPr>
            </a:lvl6pPr>
            <a:lvl7pPr lvl="6" algn="ctr">
              <a:spcBef>
                <a:spcPts val="0"/>
              </a:spcBef>
              <a:spcAft>
                <a:spcPts val="0"/>
              </a:spcAft>
              <a:buClr>
                <a:srgbClr val="111111"/>
              </a:buClr>
              <a:buSzPts val="6000"/>
              <a:buNone/>
              <a:defRPr sz="6000">
                <a:solidFill>
                  <a:srgbClr val="111111"/>
                </a:solidFill>
              </a:defRPr>
            </a:lvl7pPr>
            <a:lvl8pPr lvl="7" algn="ctr">
              <a:spcBef>
                <a:spcPts val="0"/>
              </a:spcBef>
              <a:spcAft>
                <a:spcPts val="0"/>
              </a:spcAft>
              <a:buClr>
                <a:srgbClr val="111111"/>
              </a:buClr>
              <a:buSzPts val="6000"/>
              <a:buNone/>
              <a:defRPr sz="6000">
                <a:solidFill>
                  <a:srgbClr val="111111"/>
                </a:solidFill>
              </a:defRPr>
            </a:lvl8pPr>
            <a:lvl9pPr lvl="8" algn="ctr">
              <a:spcBef>
                <a:spcPts val="0"/>
              </a:spcBef>
              <a:spcAft>
                <a:spcPts val="0"/>
              </a:spcAft>
              <a:buClr>
                <a:srgbClr val="111111"/>
              </a:buClr>
              <a:buSzPts val="6000"/>
              <a:buNone/>
              <a:defRPr sz="6000">
                <a:solidFill>
                  <a:srgbClr val="111111"/>
                </a:solidFill>
              </a:defRPr>
            </a:lvl9pPr>
          </a:lstStyle>
          <a:p>
            <a:r>
              <a:rPr lang="ja-JP" altLang="en-US"/>
              <a:t>マスター タイトルの書式設定</a:t>
            </a:r>
            <a:endParaRPr dirty="0"/>
          </a:p>
        </p:txBody>
      </p:sp>
      <p:sp>
        <p:nvSpPr>
          <p:cNvPr id="8" name="フッター プレースホルダー 4">
            <a:extLst>
              <a:ext uri="{FF2B5EF4-FFF2-40B4-BE49-F238E27FC236}">
                <a16:creationId xmlns:a16="http://schemas.microsoft.com/office/drawing/2014/main" id="{5411CB1A-517E-4F96-915E-DE4AE6808BBB}"/>
              </a:ext>
            </a:extLst>
          </p:cNvPr>
          <p:cNvSpPr>
            <a:spLocks noGrp="1"/>
          </p:cNvSpPr>
          <p:nvPr>
            <p:ph type="ftr" sz="quarter" idx="11"/>
          </p:nvPr>
        </p:nvSpPr>
        <p:spPr>
          <a:xfrm>
            <a:off x="3028950" y="4866125"/>
            <a:ext cx="3086100" cy="254493"/>
          </a:xfrm>
          <a:prstGeom prst="rect">
            <a:avLst/>
          </a:prstGeom>
        </p:spPr>
        <p:txBody>
          <a:bodyPr/>
          <a:lstStyle>
            <a:lvl1pPr>
              <a:defRPr sz="1000">
                <a:solidFill>
                  <a:schemeClr val="tx1"/>
                </a:solidFill>
                <a:latin typeface="+mn-ea"/>
                <a:ea typeface="+mn-ea"/>
              </a:defRPr>
            </a:lvl1pPr>
          </a:lstStyle>
          <a:p>
            <a:r>
              <a:rPr kumimoji="1" lang="en-US" altLang="ja-JP" dirty="0"/>
              <a:t>copyright ©ITCollege All Rights Reserved</a:t>
            </a:r>
            <a:endParaRPr kumimoji="1" lang="ja-JP" altLang="en-US" dirty="0"/>
          </a:p>
        </p:txBody>
      </p:sp>
      <p:sp>
        <p:nvSpPr>
          <p:cNvPr id="10" name="スライド番号プレースホルダー 5">
            <a:extLst>
              <a:ext uri="{FF2B5EF4-FFF2-40B4-BE49-F238E27FC236}">
                <a16:creationId xmlns:a16="http://schemas.microsoft.com/office/drawing/2014/main" id="{EBD5A350-429E-4728-837A-23AEE75F4424}"/>
              </a:ext>
            </a:extLst>
          </p:cNvPr>
          <p:cNvSpPr>
            <a:spLocks noGrp="1"/>
          </p:cNvSpPr>
          <p:nvPr>
            <p:ph type="sldNum" sz="quarter" idx="12"/>
          </p:nvPr>
        </p:nvSpPr>
        <p:spPr>
          <a:xfrm>
            <a:off x="218226" y="4862076"/>
            <a:ext cx="630348" cy="254494"/>
          </a:xfrm>
          <a:prstGeom prst="rect">
            <a:avLst/>
          </a:prstGeom>
        </p:spPr>
        <p:txBody>
          <a:bodyPr/>
          <a:lstStyle>
            <a:lvl1pPr>
              <a:defRPr sz="1200">
                <a:solidFill>
                  <a:schemeClr val="tx1"/>
                </a:solidFill>
                <a:latin typeface="+mn-ea"/>
                <a:ea typeface="+mn-ea"/>
              </a:defRPr>
            </a:lvl1pPr>
          </a:lstStyle>
          <a:p>
            <a:fld id="{00000000-1234-1234-1234-123412341234}" type="slidenum">
              <a:rPr lang="en" smtClean="0"/>
              <a:pPr/>
              <a:t>‹#›</a:t>
            </a:fld>
            <a:endParaRPr lang="en" dirty="0"/>
          </a:p>
        </p:txBody>
      </p:sp>
      <p:sp>
        <p:nvSpPr>
          <p:cNvPr id="3" name="テキスト プレースホルダー 2">
            <a:extLst>
              <a:ext uri="{FF2B5EF4-FFF2-40B4-BE49-F238E27FC236}">
                <a16:creationId xmlns:a16="http://schemas.microsoft.com/office/drawing/2014/main" id="{92BAECFF-3D25-4718-A9CC-CA9D36F0CD07}"/>
              </a:ext>
            </a:extLst>
          </p:cNvPr>
          <p:cNvSpPr>
            <a:spLocks noGrp="1"/>
          </p:cNvSpPr>
          <p:nvPr>
            <p:ph type="body" sz="quarter" idx="14"/>
          </p:nvPr>
        </p:nvSpPr>
        <p:spPr>
          <a:xfrm>
            <a:off x="3012774" y="1629908"/>
            <a:ext cx="5737526" cy="3051421"/>
          </a:xfrm>
        </p:spPr>
        <p:txBody>
          <a:bodyPr/>
          <a:lstStyle>
            <a:lvl1pPr>
              <a:buSzPct val="143000"/>
              <a:buFont typeface="+mj-lt"/>
              <a:buAutoNum type="arabicPeriod"/>
              <a:defRPr/>
            </a:lvl1pPr>
            <a:lvl2pPr>
              <a:buSzPct val="143000"/>
              <a:buFont typeface="+mj-lt"/>
              <a:buAutoNum type="arabicPeriod"/>
              <a:defRPr/>
            </a:lvl2pPr>
            <a:lvl3pPr>
              <a:buSzPct val="143000"/>
              <a:buFont typeface="+mj-lt"/>
              <a:buAutoNum type="arabicPeriod"/>
              <a:defRPr/>
            </a:lvl3pPr>
            <a:lvl4pPr>
              <a:buSzPct val="143000"/>
              <a:buFont typeface="+mj-lt"/>
              <a:buAutoNum type="arabicPeriod"/>
              <a:defRPr/>
            </a:lvl4pPr>
            <a:lvl5pPr>
              <a:buSzPct val="143000"/>
              <a:buFont typeface="+mj-lt"/>
              <a:buAutoNum type="arabicPeriod"/>
              <a:defRPr/>
            </a:lvl5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endParaRPr kumimoji="1" lang="ja-JP" altLang="en-US" dirty="0"/>
          </a:p>
        </p:txBody>
      </p:sp>
    </p:spTree>
    <p:extLst>
      <p:ext uri="{BB962C8B-B14F-4D97-AF65-F5344CB8AC3E}">
        <p14:creationId xmlns:p14="http://schemas.microsoft.com/office/powerpoint/2010/main" val="29444320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63550" y="119734"/>
            <a:ext cx="8216900" cy="541192"/>
          </a:xfrm>
          <a:prstGeom prst="rect">
            <a:avLst/>
          </a:prstGeom>
        </p:spPr>
        <p:txBody>
          <a:bodyPr vert="horz" lIns="91440" tIns="45720" rIns="91440" bIns="45720" rtlCol="0" anchor="ctr">
            <a:normAutofit/>
          </a:bodyPr>
          <a:lstStyle/>
          <a:p>
            <a:r>
              <a:rPr lang="ja-JP" altLang="en-US" dirty="0"/>
              <a:t>マスター タイトルの書式設定</a:t>
            </a:r>
            <a:endParaRPr lang="en-US" dirty="0"/>
          </a:p>
        </p:txBody>
      </p:sp>
      <p:sp>
        <p:nvSpPr>
          <p:cNvPr id="3" name="Text Placeholder 2"/>
          <p:cNvSpPr>
            <a:spLocks noGrp="1"/>
          </p:cNvSpPr>
          <p:nvPr>
            <p:ph type="body" idx="1"/>
          </p:nvPr>
        </p:nvSpPr>
        <p:spPr>
          <a:xfrm>
            <a:off x="462876" y="859490"/>
            <a:ext cx="8216900" cy="3924597"/>
          </a:xfrm>
          <a:prstGeom prst="rect">
            <a:avLst/>
          </a:prstGeom>
        </p:spPr>
        <p:txBody>
          <a:bodyPr vert="horz" lIns="91440" tIns="45720" rIns="91440" bIns="45720" rtlCol="0">
            <a:noAutofit/>
          </a:bodyPr>
          <a:lstStyle/>
          <a:p>
            <a:pPr lvl="0"/>
            <a:r>
              <a:rPr lang="ja-JP" altLang="en-US" dirty="0"/>
              <a:t>マスター テキストの書式設定</a:t>
            </a:r>
          </a:p>
          <a:p>
            <a:pPr lvl="1"/>
            <a:r>
              <a:rPr lang="ja-JP" altLang="en-US" dirty="0"/>
              <a:t>第 </a:t>
            </a:r>
            <a:r>
              <a:rPr lang="en-US" altLang="ja-JP" dirty="0"/>
              <a:t>2 </a:t>
            </a:r>
            <a:r>
              <a:rPr lang="ja-JP" altLang="en-US" dirty="0"/>
              <a:t>レベル</a:t>
            </a:r>
          </a:p>
          <a:p>
            <a:pPr lvl="2"/>
            <a:r>
              <a:rPr lang="ja-JP" altLang="en-US" dirty="0"/>
              <a:t>第 </a:t>
            </a:r>
            <a:r>
              <a:rPr lang="en-US" altLang="ja-JP" dirty="0"/>
              <a:t>3 </a:t>
            </a:r>
            <a:r>
              <a:rPr lang="ja-JP" altLang="en-US" dirty="0"/>
              <a:t>レベル</a:t>
            </a:r>
          </a:p>
          <a:p>
            <a:pPr lvl="3"/>
            <a:r>
              <a:rPr lang="ja-JP" altLang="en-US" dirty="0"/>
              <a:t>第 </a:t>
            </a:r>
            <a:r>
              <a:rPr lang="en-US" altLang="ja-JP" dirty="0"/>
              <a:t>4 </a:t>
            </a:r>
            <a:r>
              <a:rPr lang="ja-JP" altLang="en-US" dirty="0"/>
              <a:t>レベル</a:t>
            </a:r>
          </a:p>
          <a:p>
            <a:pPr lvl="4"/>
            <a:r>
              <a:rPr lang="ja-JP" altLang="en-US" dirty="0"/>
              <a:t>第 </a:t>
            </a:r>
            <a:r>
              <a:rPr lang="en-US" altLang="ja-JP" dirty="0"/>
              <a:t>5 </a:t>
            </a:r>
            <a:r>
              <a:rPr lang="ja-JP" altLang="en-US" dirty="0"/>
              <a:t>レベル</a:t>
            </a:r>
            <a:endParaRPr lang="en-US" dirty="0"/>
          </a:p>
        </p:txBody>
      </p:sp>
      <p:sp>
        <p:nvSpPr>
          <p:cNvPr id="5" name="Footer Placeholder 4"/>
          <p:cNvSpPr>
            <a:spLocks noGrp="1"/>
          </p:cNvSpPr>
          <p:nvPr>
            <p:ph type="ftr" sz="quarter" idx="3"/>
          </p:nvPr>
        </p:nvSpPr>
        <p:spPr>
          <a:xfrm>
            <a:off x="3028950" y="4866125"/>
            <a:ext cx="3086100" cy="254493"/>
          </a:xfrm>
          <a:prstGeom prst="rect">
            <a:avLst/>
          </a:prstGeom>
        </p:spPr>
        <p:txBody>
          <a:bodyPr vert="horz" lIns="91440" tIns="45720" rIns="91440" bIns="45720" rtlCol="0" anchor="ctr"/>
          <a:lstStyle>
            <a:lvl1pPr algn="ctr">
              <a:defRPr sz="1000" baseline="0">
                <a:solidFill>
                  <a:schemeClr val="tx1"/>
                </a:solidFill>
                <a:latin typeface="+mn-lt"/>
                <a:ea typeface="+mn-ea"/>
              </a:defRPr>
            </a:lvl1pPr>
          </a:lstStyle>
          <a:p>
            <a:r>
              <a:rPr kumimoji="1" lang="en-US" altLang="ja-JP"/>
              <a:t>copyright ©ITCollege All Rights Reserved</a:t>
            </a:r>
            <a:endParaRPr kumimoji="1" lang="ja-JP" altLang="en-US" dirty="0">
              <a:latin typeface="+mn-ea"/>
            </a:endParaRPr>
          </a:p>
        </p:txBody>
      </p:sp>
      <p:sp>
        <p:nvSpPr>
          <p:cNvPr id="6" name="Slide Number Placeholder 5"/>
          <p:cNvSpPr>
            <a:spLocks noGrp="1"/>
          </p:cNvSpPr>
          <p:nvPr>
            <p:ph type="sldNum" sz="quarter" idx="4"/>
          </p:nvPr>
        </p:nvSpPr>
        <p:spPr>
          <a:xfrm>
            <a:off x="218226" y="4862076"/>
            <a:ext cx="630348" cy="254494"/>
          </a:xfrm>
          <a:prstGeom prst="rect">
            <a:avLst/>
          </a:prstGeom>
        </p:spPr>
        <p:txBody>
          <a:bodyPr vert="horz" lIns="91440" tIns="45720" rIns="91440" bIns="45720" rtlCol="0" anchor="ctr"/>
          <a:lstStyle>
            <a:lvl1pPr algn="r">
              <a:defRPr sz="1200" baseline="0">
                <a:solidFill>
                  <a:schemeClr val="tx1"/>
                </a:solidFill>
                <a:latin typeface="+mn-lt"/>
                <a:ea typeface="+mn-ea"/>
              </a:defRPr>
            </a:lvl1pPr>
          </a:lstStyle>
          <a:p>
            <a:fld id="{00000000-1234-1234-1234-123412341234}" type="slidenum">
              <a:rPr lang="en" smtClean="0"/>
              <a:pPr/>
              <a:t>‹#›</a:t>
            </a:fld>
            <a:endParaRPr lang="en" dirty="0">
              <a:latin typeface="+mn-ea"/>
            </a:endParaRPr>
          </a:p>
        </p:txBody>
      </p:sp>
    </p:spTree>
    <p:extLst>
      <p:ext uri="{BB962C8B-B14F-4D97-AF65-F5344CB8AC3E}">
        <p14:creationId xmlns:p14="http://schemas.microsoft.com/office/powerpoint/2010/main" val="2644497443"/>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2" r:id="rId7"/>
    <p:sldLayoutId id="2147483660" r:id="rId8"/>
    <p:sldLayoutId id="2147483661" r:id="rId9"/>
    <p:sldLayoutId id="2147483663" r:id="rId10"/>
    <p:sldLayoutId id="2147483662" r:id="rId11"/>
  </p:sldLayoutIdLst>
  <p:transition>
    <p:fade thruBlk="1"/>
  </p:transition>
  <p:hf hdr="0" dt="0"/>
  <p:txStyles>
    <p:titleStyle>
      <a:lvl1pPr algn="l" defTabSz="685800" rtl="0" eaLnBrk="1" latinLnBrk="0" hangingPunct="1">
        <a:lnSpc>
          <a:spcPct val="90000"/>
        </a:lnSpc>
        <a:spcBef>
          <a:spcPct val="0"/>
        </a:spcBef>
        <a:buNone/>
        <a:defRPr kumimoji="1" sz="2400" b="1" kern="1200" baseline="0">
          <a:solidFill>
            <a:schemeClr val="tx1"/>
          </a:solidFill>
          <a:latin typeface="+mj-lt"/>
          <a:ea typeface="+mj-ea"/>
          <a:cs typeface="+mj-cs"/>
        </a:defRPr>
      </a:lvl1pPr>
    </p:titleStyle>
    <p:body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p:bodyStyle>
    <p:otherStyle>
      <a:defPPr>
        <a:defRPr lang="en-US"/>
      </a:defPPr>
      <a:lvl1pPr marL="0" algn="l" defTabSz="685800" rtl="0" eaLnBrk="1" latinLnBrk="0" hangingPunct="1">
        <a:defRPr kumimoji="1" sz="1350" kern="1200">
          <a:solidFill>
            <a:schemeClr val="tx1"/>
          </a:solidFill>
          <a:latin typeface="+mn-lt"/>
          <a:ea typeface="+mn-ea"/>
          <a:cs typeface="+mn-cs"/>
        </a:defRPr>
      </a:lvl1pPr>
      <a:lvl2pPr marL="342900" algn="l" defTabSz="685800" rtl="0" eaLnBrk="1" latinLnBrk="0" hangingPunct="1">
        <a:defRPr kumimoji="1" sz="1350" kern="1200">
          <a:solidFill>
            <a:schemeClr val="tx1"/>
          </a:solidFill>
          <a:latin typeface="+mn-lt"/>
          <a:ea typeface="+mn-ea"/>
          <a:cs typeface="+mn-cs"/>
        </a:defRPr>
      </a:lvl2pPr>
      <a:lvl3pPr marL="685800" algn="l" defTabSz="685800" rtl="0" eaLnBrk="1" latinLnBrk="0" hangingPunct="1">
        <a:defRPr kumimoji="1" sz="1350" kern="1200">
          <a:solidFill>
            <a:schemeClr val="tx1"/>
          </a:solidFill>
          <a:latin typeface="+mn-lt"/>
          <a:ea typeface="+mn-ea"/>
          <a:cs typeface="+mn-cs"/>
        </a:defRPr>
      </a:lvl3pPr>
      <a:lvl4pPr marL="1028700" algn="l" defTabSz="685800" rtl="0" eaLnBrk="1" latinLnBrk="0" hangingPunct="1">
        <a:defRPr kumimoji="1" sz="1350" kern="1200">
          <a:solidFill>
            <a:schemeClr val="tx1"/>
          </a:solidFill>
          <a:latin typeface="+mn-lt"/>
          <a:ea typeface="+mn-ea"/>
          <a:cs typeface="+mn-cs"/>
        </a:defRPr>
      </a:lvl4pPr>
      <a:lvl5pPr marL="1371600" algn="l" defTabSz="685800" rtl="0" eaLnBrk="1" latinLnBrk="0" hangingPunct="1">
        <a:defRPr kumimoji="1" sz="1350" kern="1200">
          <a:solidFill>
            <a:schemeClr val="tx1"/>
          </a:solidFill>
          <a:latin typeface="+mn-lt"/>
          <a:ea typeface="+mn-ea"/>
          <a:cs typeface="+mn-cs"/>
        </a:defRPr>
      </a:lvl5pPr>
      <a:lvl6pPr marL="1714500" algn="l" defTabSz="685800" rtl="0" eaLnBrk="1" latinLnBrk="0" hangingPunct="1">
        <a:defRPr kumimoji="1" sz="1350" kern="1200">
          <a:solidFill>
            <a:schemeClr val="tx1"/>
          </a:solidFill>
          <a:latin typeface="+mn-lt"/>
          <a:ea typeface="+mn-ea"/>
          <a:cs typeface="+mn-cs"/>
        </a:defRPr>
      </a:lvl6pPr>
      <a:lvl7pPr marL="2057400" algn="l" defTabSz="685800" rtl="0" eaLnBrk="1" latinLnBrk="0" hangingPunct="1">
        <a:defRPr kumimoji="1" sz="1350" kern="1200">
          <a:solidFill>
            <a:schemeClr val="tx1"/>
          </a:solidFill>
          <a:latin typeface="+mn-lt"/>
          <a:ea typeface="+mn-ea"/>
          <a:cs typeface="+mn-cs"/>
        </a:defRPr>
      </a:lvl7pPr>
      <a:lvl8pPr marL="2400300" algn="l" defTabSz="685800" rtl="0" eaLnBrk="1" latinLnBrk="0" hangingPunct="1">
        <a:defRPr kumimoji="1" sz="1350" kern="1200">
          <a:solidFill>
            <a:schemeClr val="tx1"/>
          </a:solidFill>
          <a:latin typeface="+mn-lt"/>
          <a:ea typeface="+mn-ea"/>
          <a:cs typeface="+mn-cs"/>
        </a:defRPr>
      </a:lvl8pPr>
      <a:lvl9pPr marL="2743200" algn="l" defTabSz="685800" rtl="0" eaLnBrk="1" latinLnBrk="0" hangingPunct="1">
        <a:defRPr kumimoji="1"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C13309E-1E83-61D3-9195-1FC38B2D9D39}"/>
            </a:ext>
          </a:extLst>
        </p:cNvPr>
        <p:cNvGrpSpPr/>
        <p:nvPr/>
      </p:nvGrpSpPr>
      <p:grpSpPr>
        <a:xfrm>
          <a:off x="0" y="0"/>
          <a:ext cx="0" cy="0"/>
          <a:chOff x="0" y="0"/>
          <a:chExt cx="0" cy="0"/>
        </a:xfrm>
      </p:grpSpPr>
      <p:sp>
        <p:nvSpPr>
          <p:cNvPr id="4" name="フッター プレースホルダー 3">
            <a:extLst>
              <a:ext uri="{FF2B5EF4-FFF2-40B4-BE49-F238E27FC236}">
                <a16:creationId xmlns:a16="http://schemas.microsoft.com/office/drawing/2014/main" id="{C5524438-F2E8-8E7D-4E3C-460CF03ABED5}"/>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1" lang="en-US" altLang="ja-JP" sz="1000" b="0" i="0" u="none" strike="noStrike" kern="1200" cap="none" spc="0" normalizeH="0" baseline="0" noProof="0">
                <a:ln>
                  <a:noFill/>
                </a:ln>
                <a:solidFill>
                  <a:prstClr val="black"/>
                </a:solidFill>
                <a:effectLst/>
                <a:uLnTx/>
                <a:uFillTx/>
                <a:latin typeface="MyricaM M"/>
                <a:ea typeface="BIZ UDゴシック"/>
                <a:cs typeface="+mn-cs"/>
              </a:rPr>
              <a:t>copyright ©ITCollege All Rights Reserved</a:t>
            </a:r>
            <a:endParaRPr kumimoji="1" lang="ja-JP" altLang="en-US" sz="1000" b="0" i="0" u="none" strike="noStrike" kern="1200" cap="none" spc="0" normalizeH="0" baseline="0" noProof="0">
              <a:ln>
                <a:noFill/>
              </a:ln>
              <a:solidFill>
                <a:prstClr val="black"/>
              </a:solidFill>
              <a:effectLst/>
              <a:uLnTx/>
              <a:uFillTx/>
              <a:latin typeface="MyricaM M"/>
              <a:ea typeface="BIZ UDゴシック"/>
              <a:cs typeface="+mn-cs"/>
            </a:endParaRPr>
          </a:p>
        </p:txBody>
      </p:sp>
      <p:sp>
        <p:nvSpPr>
          <p:cNvPr id="6" name="タイトル 5">
            <a:extLst>
              <a:ext uri="{FF2B5EF4-FFF2-40B4-BE49-F238E27FC236}">
                <a16:creationId xmlns:a16="http://schemas.microsoft.com/office/drawing/2014/main" id="{A0C36208-17CA-62F4-2B27-D9BF222078AE}"/>
              </a:ext>
            </a:extLst>
          </p:cNvPr>
          <p:cNvSpPr>
            <a:spLocks noGrp="1"/>
          </p:cNvSpPr>
          <p:nvPr>
            <p:ph type="ctrTitle"/>
          </p:nvPr>
        </p:nvSpPr>
        <p:spPr/>
        <p:txBody>
          <a:bodyPr/>
          <a:lstStyle/>
          <a:p>
            <a:r>
              <a:rPr lang="ja-JP" altLang="en-US" dirty="0"/>
              <a:t>改訂履歴</a:t>
            </a:r>
          </a:p>
        </p:txBody>
      </p:sp>
      <p:sp>
        <p:nvSpPr>
          <p:cNvPr id="3" name="スライド番号プレースホルダー 2">
            <a:extLst>
              <a:ext uri="{FF2B5EF4-FFF2-40B4-BE49-F238E27FC236}">
                <a16:creationId xmlns:a16="http://schemas.microsoft.com/office/drawing/2014/main" id="{24D226EF-CD34-9907-6261-58249F153993}"/>
              </a:ext>
            </a:extLst>
          </p:cNvPr>
          <p:cNvSpPr>
            <a:spLocks noGrp="1"/>
          </p:cNvSpPr>
          <p:nvPr>
            <p:ph type="sldNum" sz="quarter" idx="4"/>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EC4605C-D4BC-457C-A820-CB9DC8935472}" type="slidenum">
              <a:rPr kumimoji="1" lang="ja-JP" altLang="en-US" sz="1200" b="0" i="0" u="none" strike="noStrike" kern="1200" cap="none" spc="0" normalizeH="0" baseline="0" noProof="0" smtClean="0">
                <a:ln>
                  <a:noFill/>
                </a:ln>
                <a:solidFill>
                  <a:prstClr val="black"/>
                </a:solidFill>
                <a:effectLst/>
                <a:uLnTx/>
                <a:uFillTx/>
                <a:latin typeface="MyricaM M"/>
                <a:ea typeface="BIZ UDゴシック"/>
                <a:cs typeface="+mn-cs"/>
              </a:rPr>
              <a:pPr marL="0" marR="0" lvl="0" indent="0" algn="r" defTabSz="457200" rtl="0" eaLnBrk="1" fontAlgn="auto" latinLnBrk="0" hangingPunct="1">
                <a:lnSpc>
                  <a:spcPct val="100000"/>
                </a:lnSpc>
                <a:spcBef>
                  <a:spcPts val="0"/>
                </a:spcBef>
                <a:spcAft>
                  <a:spcPts val="0"/>
                </a:spcAft>
                <a:buClrTx/>
                <a:buSzTx/>
                <a:buFontTx/>
                <a:buNone/>
                <a:tabLst/>
                <a:defRPr/>
              </a:pPr>
              <a:t>0</a:t>
            </a:fld>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p:txBody>
      </p:sp>
      <p:graphicFrame>
        <p:nvGraphicFramePr>
          <p:cNvPr id="17" name="表 16">
            <a:extLst>
              <a:ext uri="{FF2B5EF4-FFF2-40B4-BE49-F238E27FC236}">
                <a16:creationId xmlns:a16="http://schemas.microsoft.com/office/drawing/2014/main" id="{DE01C969-FD9C-BD07-E7D3-1588174D5D94}"/>
              </a:ext>
            </a:extLst>
          </p:cNvPr>
          <p:cNvGraphicFramePr>
            <a:graphicFrameLocks noGrp="1"/>
          </p:cNvGraphicFramePr>
          <p:nvPr/>
        </p:nvGraphicFramePr>
        <p:xfrm>
          <a:off x="463550" y="992754"/>
          <a:ext cx="8143556" cy="3721859"/>
        </p:xfrm>
        <a:graphic>
          <a:graphicData uri="http://schemas.openxmlformats.org/drawingml/2006/table">
            <a:tbl>
              <a:tblPr firstRow="1" bandRow="1">
                <a:tableStyleId>{CDAC1B92-06B8-4DD9-B31C-A81573C5778B}</a:tableStyleId>
              </a:tblPr>
              <a:tblGrid>
                <a:gridCol w="1231026">
                  <a:extLst>
                    <a:ext uri="{9D8B030D-6E8A-4147-A177-3AD203B41FA5}">
                      <a16:colId xmlns:a16="http://schemas.microsoft.com/office/drawing/2014/main" val="3251459634"/>
                    </a:ext>
                  </a:extLst>
                </a:gridCol>
                <a:gridCol w="1442907">
                  <a:extLst>
                    <a:ext uri="{9D8B030D-6E8A-4147-A177-3AD203B41FA5}">
                      <a16:colId xmlns:a16="http://schemas.microsoft.com/office/drawing/2014/main" val="2128131194"/>
                    </a:ext>
                  </a:extLst>
                </a:gridCol>
                <a:gridCol w="1459684">
                  <a:extLst>
                    <a:ext uri="{9D8B030D-6E8A-4147-A177-3AD203B41FA5}">
                      <a16:colId xmlns:a16="http://schemas.microsoft.com/office/drawing/2014/main" val="3450983996"/>
                    </a:ext>
                  </a:extLst>
                </a:gridCol>
                <a:gridCol w="3229761">
                  <a:extLst>
                    <a:ext uri="{9D8B030D-6E8A-4147-A177-3AD203B41FA5}">
                      <a16:colId xmlns:a16="http://schemas.microsoft.com/office/drawing/2014/main" val="1822196195"/>
                    </a:ext>
                  </a:extLst>
                </a:gridCol>
                <a:gridCol w="780178">
                  <a:extLst>
                    <a:ext uri="{9D8B030D-6E8A-4147-A177-3AD203B41FA5}">
                      <a16:colId xmlns:a16="http://schemas.microsoft.com/office/drawing/2014/main" val="2042661203"/>
                    </a:ext>
                  </a:extLst>
                </a:gridCol>
              </a:tblGrid>
              <a:tr h="341369">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発行日</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修正者</a:t>
                      </a: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mn-cs"/>
                        </a:rPr>
                        <a:t>確認者</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改訂箇所</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改訂内容</a:t>
                      </a:r>
                    </a:p>
                  </a:txBody>
                  <a:tcPr anchor="ctr">
                    <a:solidFill>
                      <a:schemeClr val="bg1">
                        <a:lumMod val="85000"/>
                      </a:schemeClr>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rPr>
                        <a:t>PDF</a:t>
                      </a:r>
                      <a:r>
                        <a:rPr kumimoji="1" lang="ja-JP" altLang="en-US" sz="1400" b="0" i="0" u="none" strike="noStrike" kern="1200" cap="none" spc="0" normalizeH="0" baseline="0" noProof="0" dirty="0">
                          <a:ln>
                            <a:noFill/>
                          </a:ln>
                          <a:solidFill>
                            <a:prstClr val="black"/>
                          </a:solidFill>
                          <a:effectLst/>
                          <a:uLnTx/>
                          <a:uFillTx/>
                          <a:latin typeface="MyricaM M"/>
                          <a:ea typeface="BIZ UDゴシック"/>
                          <a:cs typeface="Arial"/>
                        </a:rPr>
                        <a:t>化</a:t>
                      </a:r>
                      <a:endParaRPr kumimoji="1" lang="en-US" altLang="ja-JP" sz="14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lumMod val="85000"/>
                      </a:schemeClr>
                    </a:solidFill>
                  </a:tcPr>
                </a:tc>
                <a:extLst>
                  <a:ext uri="{0D108BD9-81ED-4DB2-BD59-A6C34878D82A}">
                    <a16:rowId xmlns:a16="http://schemas.microsoft.com/office/drawing/2014/main" val="3064794747"/>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例：</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2024/1/1</a:t>
                      </a: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山田</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田中</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P4</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 </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rPr>
                        <a:t>MAC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Arial"/>
                        </a:rPr>
                        <a:t>アドレス</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Arial"/>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誤：</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a:ln>
                          <a:noFill/>
                        </a:ln>
                        <a:solidFill>
                          <a:prstClr val="black"/>
                        </a:solidFill>
                        <a:effectLst/>
                        <a:uLnTx/>
                        <a:uFillTx/>
                        <a:latin typeface="MyricaM M"/>
                        <a:ea typeface="BIZ UDゴシック"/>
                        <a:cs typeface="+mn-cs"/>
                      </a:endParaRPr>
                    </a:p>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a:ln>
                            <a:noFill/>
                          </a:ln>
                          <a:solidFill>
                            <a:prstClr val="black"/>
                          </a:solidFill>
                          <a:effectLst/>
                          <a:uLnTx/>
                          <a:uFillTx/>
                          <a:latin typeface="MyricaM M"/>
                          <a:ea typeface="BIZ UDゴシック"/>
                          <a:cs typeface="+mn-cs"/>
                        </a:rPr>
                        <a:t>正</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M</a:t>
                      </a:r>
                      <a:r>
                        <a:rPr kumimoji="1" lang="en-US" altLang="ja-JP" sz="1200" b="0" i="0" u="none" strike="noStrike" kern="1200" cap="none" spc="0" normalizeH="0" baseline="0" noProof="0" dirty="0">
                          <a:ln>
                            <a:noFill/>
                          </a:ln>
                          <a:solidFill>
                            <a:srgbClr val="FF0000"/>
                          </a:solidFill>
                          <a:effectLst/>
                          <a:uLnTx/>
                          <a:uFillTx/>
                          <a:latin typeface="MyricaM M"/>
                          <a:ea typeface="BIZ UDゴシック"/>
                          <a:cs typeface="+mn-cs"/>
                        </a:rPr>
                        <a:t>A</a:t>
                      </a:r>
                      <a:r>
                        <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rPr>
                        <a:t>C</a:t>
                      </a: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アドレスのみ登録</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r>
                        <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rPr>
                        <a:t>済</a:t>
                      </a:r>
                      <a:endParaRPr kumimoji="1" lang="en-US" altLang="ja-JP"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60224204"/>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22983751"/>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2010990003"/>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4273708898"/>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888540859"/>
                  </a:ext>
                </a:extLst>
              </a:tr>
              <a:tr h="563415">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l"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tc>
                  <a:txBody>
                    <a:bodyPr/>
                    <a:lstStyle/>
                    <a:p>
                      <a:pPr marL="101600" marR="0" lvl="0" indent="0" algn="ctr" defTabSz="685800" rtl="0" eaLnBrk="1" fontAlgn="auto" latinLnBrk="0" hangingPunct="1">
                        <a:lnSpc>
                          <a:spcPct val="90000"/>
                        </a:lnSpc>
                        <a:spcBef>
                          <a:spcPts val="600"/>
                        </a:spcBef>
                        <a:spcAft>
                          <a:spcPts val="0"/>
                        </a:spcAft>
                        <a:buClrTx/>
                        <a:buSzPct val="143000"/>
                        <a:buFont typeface="+mj-lt"/>
                        <a:buNone/>
                        <a:tabLst/>
                        <a:defRPr/>
                      </a:pPr>
                      <a:endParaRPr kumimoji="1" lang="ja-JP" altLang="en-US" sz="1200" b="0" i="0" u="none" strike="noStrike" kern="1200" cap="none" spc="0" normalizeH="0" baseline="0" noProof="0" dirty="0">
                        <a:ln>
                          <a:noFill/>
                        </a:ln>
                        <a:solidFill>
                          <a:prstClr val="black"/>
                        </a:solidFill>
                        <a:effectLst/>
                        <a:uLnTx/>
                        <a:uFillTx/>
                        <a:latin typeface="MyricaM M"/>
                        <a:ea typeface="BIZ UDゴシック"/>
                        <a:cs typeface="+mn-cs"/>
                      </a:endParaRPr>
                    </a:p>
                  </a:txBody>
                  <a:tcPr anchor="ctr">
                    <a:solidFill>
                      <a:schemeClr val="bg1"/>
                    </a:solidFill>
                  </a:tcPr>
                </a:tc>
                <a:extLst>
                  <a:ext uri="{0D108BD9-81ED-4DB2-BD59-A6C34878D82A}">
                    <a16:rowId xmlns:a16="http://schemas.microsoft.com/office/drawing/2014/main" val="3633470471"/>
                  </a:ext>
                </a:extLst>
              </a:tr>
            </a:tbl>
          </a:graphicData>
        </a:graphic>
      </p:graphicFrame>
    </p:spTree>
    <p:extLst>
      <p:ext uri="{BB962C8B-B14F-4D97-AF65-F5344CB8AC3E}">
        <p14:creationId xmlns:p14="http://schemas.microsoft.com/office/powerpoint/2010/main" val="28248274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1"/>
          <p:cNvSpPr txBox="1">
            <a:spLocks noGrp="1"/>
          </p:cNvSpPr>
          <p:nvPr>
            <p:ph type="ctrTitle"/>
          </p:nvPr>
        </p:nvSpPr>
        <p:spPr>
          <a:xfrm>
            <a:off x="546012" y="456607"/>
            <a:ext cx="5041200" cy="3150600"/>
          </a:xfrm>
        </p:spPr>
        <p:txBody>
          <a:bodyPr/>
          <a:lstStyle/>
          <a:p>
            <a:r>
              <a:rPr lang="ja-JP" altLang="en-US" dirty="0"/>
              <a:t>条件分岐と</a:t>
            </a:r>
            <a:br>
              <a:rPr lang="en-US" altLang="ja-JP" dirty="0"/>
            </a:br>
            <a:r>
              <a:rPr lang="ja-JP" altLang="en-US"/>
              <a:t>繰り返し</a:t>
            </a:r>
            <a:endParaRPr lang="ja-JP" altLang="en-US" dirty="0"/>
          </a:p>
        </p:txBody>
      </p:sp>
      <p:sp>
        <p:nvSpPr>
          <p:cNvPr id="3" name="フッター プレースホルダー 2">
            <a:extLst>
              <a:ext uri="{FF2B5EF4-FFF2-40B4-BE49-F238E27FC236}">
                <a16:creationId xmlns:a16="http://schemas.microsoft.com/office/drawing/2014/main" id="{1AF37D55-893C-40DE-8876-567A09F9C298}"/>
              </a:ext>
            </a:extLst>
          </p:cNvPr>
          <p:cNvSpPr>
            <a:spLocks noGrp="1"/>
          </p:cNvSpPr>
          <p:nvPr>
            <p:ph type="ftr" sz="quarter" idx="11"/>
          </p:nvPr>
        </p:nvSpPr>
        <p:spPr>
          <a:xfrm>
            <a:off x="3028950" y="4866125"/>
            <a:ext cx="3086100" cy="254493"/>
          </a:xfrm>
        </p:spPr>
        <p:txBody>
          <a:bodyPr/>
          <a:lstStyle/>
          <a:p>
            <a:r>
              <a:rPr lang="en-US" altLang="ja-JP" dirty="0"/>
              <a:t>copyright ©ITCollege All Rights Reserved</a:t>
            </a:r>
            <a:endParaRPr lang="ja-JP"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テキスト プレースホルダー 6">
            <a:extLst>
              <a:ext uri="{FF2B5EF4-FFF2-40B4-BE49-F238E27FC236}">
                <a16:creationId xmlns:a16="http://schemas.microsoft.com/office/drawing/2014/main" id="{F3941853-6FD3-4122-A071-E1BCBCDF59D4}"/>
              </a:ext>
            </a:extLst>
          </p:cNvPr>
          <p:cNvSpPr>
            <a:spLocks noGrp="1"/>
          </p:cNvSpPr>
          <p:nvPr>
            <p:ph type="body" idx="1"/>
          </p:nvPr>
        </p:nvSpPr>
        <p:spPr/>
        <p:txBody>
          <a:bodyPr/>
          <a:lstStyle/>
          <a:p>
            <a:r>
              <a:rPr kumimoji="1" lang="ja-JP" altLang="en-US" dirty="0"/>
              <a:t>このテキストを終えると・・・</a:t>
            </a:r>
          </a:p>
        </p:txBody>
      </p:sp>
      <p:sp>
        <p:nvSpPr>
          <p:cNvPr id="6" name="タイトル 5">
            <a:extLst>
              <a:ext uri="{FF2B5EF4-FFF2-40B4-BE49-F238E27FC236}">
                <a16:creationId xmlns:a16="http://schemas.microsoft.com/office/drawing/2014/main" id="{296F413B-E489-4470-92CF-59B185034A28}"/>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ゴール</a:t>
            </a:r>
            <a:endParaRPr lang="ja-JP" altLang="en-US" dirty="0"/>
          </a:p>
        </p:txBody>
      </p:sp>
      <p:sp>
        <p:nvSpPr>
          <p:cNvPr id="2" name="フッター プレースホルダー 1">
            <a:extLst>
              <a:ext uri="{FF2B5EF4-FFF2-40B4-BE49-F238E27FC236}">
                <a16:creationId xmlns:a16="http://schemas.microsoft.com/office/drawing/2014/main" id="{40FB9845-3211-4E75-B8F8-E4AD28A089F9}"/>
              </a:ext>
            </a:extLst>
          </p:cNvPr>
          <p:cNvSpPr>
            <a:spLocks noGrp="1"/>
          </p:cNvSpPr>
          <p:nvPr>
            <p:ph type="ftr" sz="quarter" idx="11"/>
          </p:nvPr>
        </p:nvSpPr>
        <p:spPr/>
        <p:txBody>
          <a:bodyPr/>
          <a:lstStyle/>
          <a:p>
            <a:r>
              <a:rPr kumimoji="1" lang="en-US" altLang="ja-JP" dirty="0"/>
              <a:t>copyright ©ITCollege All Rights Reserved</a:t>
            </a:r>
            <a:endParaRPr kumimoji="1" lang="ja-JP" altLang="en-US" sz="1000" dirty="0"/>
          </a:p>
        </p:txBody>
      </p:sp>
      <p:sp>
        <p:nvSpPr>
          <p:cNvPr id="4" name="スライド番号プレースホルダー 3">
            <a:extLst>
              <a:ext uri="{FF2B5EF4-FFF2-40B4-BE49-F238E27FC236}">
                <a16:creationId xmlns:a16="http://schemas.microsoft.com/office/drawing/2014/main" id="{334718C7-3237-4F5B-8C4E-46AD01EC8B16}"/>
              </a:ext>
            </a:extLst>
          </p:cNvPr>
          <p:cNvSpPr>
            <a:spLocks noGrp="1"/>
          </p:cNvSpPr>
          <p:nvPr>
            <p:ph type="sldNum" sz="quarter" idx="12"/>
          </p:nvPr>
        </p:nvSpPr>
        <p:spPr/>
        <p:txBody>
          <a:bodyPr/>
          <a:lstStyle/>
          <a:p>
            <a:fld id="{00000000-1234-1234-1234-123412341234}" type="slidenum">
              <a:rPr lang="en" smtClean="0"/>
              <a:pPr/>
              <a:t>2</a:t>
            </a:fld>
            <a:endParaRPr lang="en" dirty="0"/>
          </a:p>
        </p:txBody>
      </p:sp>
      <p:sp>
        <p:nvSpPr>
          <p:cNvPr id="9" name="テキスト プレースホルダー 8">
            <a:extLst>
              <a:ext uri="{FF2B5EF4-FFF2-40B4-BE49-F238E27FC236}">
                <a16:creationId xmlns:a16="http://schemas.microsoft.com/office/drawing/2014/main" id="{A4832727-EA7F-44D6-A9F2-E4AE0246960A}"/>
              </a:ext>
            </a:extLst>
          </p:cNvPr>
          <p:cNvSpPr>
            <a:spLocks noGrp="1"/>
          </p:cNvSpPr>
          <p:nvPr>
            <p:ph type="body" sz="quarter" idx="14"/>
          </p:nvPr>
        </p:nvSpPr>
        <p:spPr/>
        <p:txBody>
          <a:bodyPr vert="horz" lIns="91440" tIns="45720" rIns="91440" bIns="45720" rtlCol="0" anchor="t">
            <a:normAutofit/>
          </a:bodyPr>
          <a:lstStyle/>
          <a:p>
            <a:pPr marL="444500" indent="-342900">
              <a:buFont typeface="+mj-lt"/>
              <a:buAutoNum type="arabicPeriod"/>
            </a:pPr>
            <a:r>
              <a:rPr lang="ja-JP" altLang="en-US" dirty="0"/>
              <a:t>制御構造についてを理解すること</a:t>
            </a:r>
            <a:endParaRPr lang="en-US" altLang="ja-JP" dirty="0"/>
          </a:p>
          <a:p>
            <a:pPr marL="444500" indent="-342900">
              <a:buFont typeface="+mj-lt"/>
              <a:buAutoNum type="arabicPeriod"/>
            </a:pPr>
            <a:r>
              <a:rPr lang="en-US" altLang="ja-JP" dirty="0"/>
              <a:t>if</a:t>
            </a:r>
            <a:r>
              <a:rPr lang="ja-JP" altLang="en-US" dirty="0"/>
              <a:t>文の利用と理解</a:t>
            </a:r>
            <a:endParaRPr lang="en-US" altLang="ja-JP" dirty="0"/>
          </a:p>
          <a:p>
            <a:pPr marL="444500" indent="-342900">
              <a:buFont typeface="+mj-lt"/>
              <a:buAutoNum type="arabicPeriod"/>
            </a:pPr>
            <a:r>
              <a:rPr lang="en-US" altLang="ja-JP" dirty="0"/>
              <a:t>while</a:t>
            </a:r>
            <a:r>
              <a:rPr lang="ja-JP" altLang="en-US" dirty="0"/>
              <a:t>文／</a:t>
            </a:r>
            <a:r>
              <a:rPr lang="en-US" altLang="ja-JP" dirty="0"/>
              <a:t>do-while</a:t>
            </a:r>
            <a:r>
              <a:rPr lang="ja-JP" altLang="en-US" dirty="0"/>
              <a:t>文の利用と理解</a:t>
            </a:r>
            <a:endParaRPr lang="en-US" altLang="ja-JP" dirty="0"/>
          </a:p>
          <a:p>
            <a:pPr marL="444500" indent="-342900">
              <a:buFont typeface="+mj-lt"/>
              <a:buAutoNum type="arabicPeriod"/>
            </a:pPr>
            <a:r>
              <a:rPr lang="ja-JP" altLang="en-US" dirty="0"/>
              <a:t>条件式と関係演算子／論理演算子についてを理解すること</a:t>
            </a:r>
            <a:endParaRPr lang="en-US" altLang="ja-JP" dirty="0"/>
          </a:p>
          <a:p>
            <a:pPr marL="444500" indent="-342900">
              <a:buFont typeface="+mj-lt"/>
              <a:buAutoNum type="arabicPeriod"/>
            </a:pPr>
            <a:r>
              <a:rPr lang="en-US" altLang="ja-JP" dirty="0"/>
              <a:t>switch</a:t>
            </a:r>
            <a:r>
              <a:rPr lang="ja-JP" altLang="en-US" dirty="0"/>
              <a:t>文の利用と理解</a:t>
            </a:r>
            <a:endParaRPr lang="en-US" altLang="ja-JP" dirty="0"/>
          </a:p>
          <a:p>
            <a:pPr marL="444500" indent="-342900">
              <a:buFont typeface="+mj-lt"/>
              <a:buAutoNum type="arabicPeriod"/>
            </a:pPr>
            <a:r>
              <a:rPr lang="en-US" altLang="ja-JP" dirty="0"/>
              <a:t>for</a:t>
            </a:r>
            <a:r>
              <a:rPr lang="ja-JP" altLang="en-US" dirty="0"/>
              <a:t>文の利用と理解</a:t>
            </a:r>
            <a:endParaRPr lang="en-US" altLang="ja-JP" dirty="0"/>
          </a:p>
          <a:p>
            <a:pPr marL="444500" indent="-342900"/>
            <a:r>
              <a:rPr lang="ja-JP" altLang="en-US" dirty="0"/>
              <a:t>変数スコープについてを理解すること</a:t>
            </a:r>
            <a:endParaRPr lang="en-US" altLang="ja-JP" dirty="0"/>
          </a:p>
          <a:p>
            <a:pPr marL="444500" indent="-342900">
              <a:buFont typeface="+mj-lt"/>
              <a:buAutoNum type="arabicPeriod"/>
            </a:pPr>
            <a:r>
              <a:rPr lang="ja-JP" altLang="en-US" dirty="0"/>
              <a:t>繰り返しの停止と続行の活用</a:t>
            </a:r>
            <a:endParaRPr lang="en-US" altLang="ja-JP" dirty="0"/>
          </a:p>
          <a:p>
            <a:pPr marL="444500" indent="-342900">
              <a:buFont typeface="+mj-lt"/>
              <a:buAutoNum type="arabicPeriod"/>
            </a:pPr>
            <a:endParaRPr kumimoji="1" lang="en-US" altLang="ja-JP" dirty="0"/>
          </a:p>
          <a:p>
            <a:pPr marL="444500" indent="-342900">
              <a:buFont typeface="+mj-lt"/>
              <a:buAutoNum type="arabicPeriod"/>
            </a:pPr>
            <a:endParaRPr kumimoji="1" lang="en-US" altLang="ja-JP" dirty="0"/>
          </a:p>
          <a:p>
            <a:pPr marL="96838" indent="0">
              <a:buNone/>
            </a:pPr>
            <a:r>
              <a:rPr lang="ja-JP" altLang="en-US" dirty="0"/>
              <a:t>ができるようになります。</a:t>
            </a:r>
            <a:endParaRPr lang="en-US" altLang="ja-JP" dirty="0">
              <a:solidFill>
                <a:schemeClr val="tx2"/>
              </a:solidFill>
            </a:endParaRPr>
          </a:p>
          <a:p>
            <a:pPr marL="96838" indent="0">
              <a:buNone/>
            </a:pPr>
            <a:endParaRPr kumimoji="1" lang="ja-JP" altLang="en-US" dirty="0"/>
          </a:p>
          <a:p>
            <a:pPr marL="439738" indent="-342900">
              <a:buFont typeface="+mj-lt"/>
              <a:buAutoNum type="arabicPeriod"/>
            </a:pPr>
            <a:endParaRPr lang="ja-JP" altLang="en-US" dirty="0"/>
          </a:p>
        </p:txBody>
      </p:sp>
    </p:spTree>
    <p:extLst>
      <p:ext uri="{BB962C8B-B14F-4D97-AF65-F5344CB8AC3E}">
        <p14:creationId xmlns:p14="http://schemas.microsoft.com/office/powerpoint/2010/main" val="1668843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テキスト プレースホルダー 1">
            <a:extLst>
              <a:ext uri="{FF2B5EF4-FFF2-40B4-BE49-F238E27FC236}">
                <a16:creationId xmlns:a16="http://schemas.microsoft.com/office/drawing/2014/main" id="{8F991990-0DC6-4730-83E5-36F909A6129F}"/>
              </a:ext>
            </a:extLst>
          </p:cNvPr>
          <p:cNvSpPr>
            <a:spLocks noGrp="1"/>
          </p:cNvSpPr>
          <p:nvPr>
            <p:ph type="body" idx="1"/>
          </p:nvPr>
        </p:nvSpPr>
        <p:spPr/>
        <p:txBody>
          <a:bodyPr/>
          <a:lstStyle/>
          <a:p>
            <a:r>
              <a:rPr kumimoji="1" lang="ja-JP" altLang="en-US" dirty="0"/>
              <a:t>このテキストでは</a:t>
            </a:r>
          </a:p>
          <a:p>
            <a:endParaRPr kumimoji="1" lang="ja-JP" altLang="en-US" dirty="0"/>
          </a:p>
        </p:txBody>
      </p:sp>
      <p:sp>
        <p:nvSpPr>
          <p:cNvPr id="3" name="タイトル 2">
            <a:extLst>
              <a:ext uri="{FF2B5EF4-FFF2-40B4-BE49-F238E27FC236}">
                <a16:creationId xmlns:a16="http://schemas.microsoft.com/office/drawing/2014/main" id="{AA9BFD7B-04B5-49CD-8E91-4AC76C8C681F}"/>
              </a:ext>
            </a:extLst>
          </p:cNvPr>
          <p:cNvSpPr>
            <a:spLocks noGrp="1"/>
          </p:cNvSpPr>
          <p:nvPr>
            <p:ph type="ctrTitle"/>
          </p:nvPr>
        </p:nvSpPr>
        <p:spPr/>
        <p:txBody>
          <a:bodyPr/>
          <a:lstStyle/>
          <a:p>
            <a:r>
              <a:rPr kumimoji="1" lang="ja-JP" altLang="en-US"/>
              <a:t>テキストの</a:t>
            </a:r>
            <a:br>
              <a:rPr kumimoji="1" lang="en-US" altLang="ja-JP" dirty="0"/>
            </a:br>
            <a:r>
              <a:rPr kumimoji="1" lang="ja-JP" altLang="en-US"/>
              <a:t>流れ</a:t>
            </a:r>
            <a:endParaRPr kumimoji="1" lang="ja-JP" altLang="en-US" dirty="0"/>
          </a:p>
        </p:txBody>
      </p:sp>
      <p:sp>
        <p:nvSpPr>
          <p:cNvPr id="4" name="フッター プレースホルダー 3">
            <a:extLst>
              <a:ext uri="{FF2B5EF4-FFF2-40B4-BE49-F238E27FC236}">
                <a16:creationId xmlns:a16="http://schemas.microsoft.com/office/drawing/2014/main" id="{CA8524E1-6DFF-4647-8FD1-738AA4991EDC}"/>
              </a:ext>
            </a:extLst>
          </p:cNvPr>
          <p:cNvSpPr>
            <a:spLocks noGrp="1"/>
          </p:cNvSpPr>
          <p:nvPr>
            <p:ph type="ftr" sz="quarter" idx="11"/>
          </p:nvPr>
        </p:nvSpPr>
        <p:spPr/>
        <p:txBody>
          <a:bodyPr/>
          <a:lstStyle/>
          <a:p>
            <a:r>
              <a:rPr kumimoji="1" lang="en-US" altLang="ja-JP" dirty="0"/>
              <a:t>copyright ©ITCollege All Rights Reserved</a:t>
            </a:r>
            <a:endParaRPr kumimoji="1" lang="ja-JP" altLang="en-US" dirty="0"/>
          </a:p>
        </p:txBody>
      </p:sp>
      <p:sp>
        <p:nvSpPr>
          <p:cNvPr id="5" name="スライド番号プレースホルダー 4">
            <a:extLst>
              <a:ext uri="{FF2B5EF4-FFF2-40B4-BE49-F238E27FC236}">
                <a16:creationId xmlns:a16="http://schemas.microsoft.com/office/drawing/2014/main" id="{6FFB24F3-38DB-45A5-BA62-DD27EF2E4AA2}"/>
              </a:ext>
            </a:extLst>
          </p:cNvPr>
          <p:cNvSpPr>
            <a:spLocks noGrp="1"/>
          </p:cNvSpPr>
          <p:nvPr>
            <p:ph type="sldNum" sz="quarter" idx="12"/>
          </p:nvPr>
        </p:nvSpPr>
        <p:spPr/>
        <p:txBody>
          <a:bodyPr/>
          <a:lstStyle/>
          <a:p>
            <a:fld id="{00000000-1234-1234-1234-123412341234}" type="slidenum">
              <a:rPr lang="en" smtClean="0"/>
              <a:pPr/>
              <a:t>3</a:t>
            </a:fld>
            <a:endParaRPr lang="en" dirty="0"/>
          </a:p>
        </p:txBody>
      </p:sp>
      <p:sp>
        <p:nvSpPr>
          <p:cNvPr id="6" name="テキスト プレースホルダー 5">
            <a:extLst>
              <a:ext uri="{FF2B5EF4-FFF2-40B4-BE49-F238E27FC236}">
                <a16:creationId xmlns:a16="http://schemas.microsoft.com/office/drawing/2014/main" id="{D0F3BEAC-A5EA-4EE4-95C7-0AEC1107FD29}"/>
              </a:ext>
            </a:extLst>
          </p:cNvPr>
          <p:cNvSpPr>
            <a:spLocks noGrp="1"/>
          </p:cNvSpPr>
          <p:nvPr>
            <p:ph type="body" sz="quarter" idx="14"/>
          </p:nvPr>
        </p:nvSpPr>
        <p:spPr/>
        <p:txBody>
          <a:bodyPr/>
          <a:lstStyle/>
          <a:p>
            <a:pPr marL="444500" indent="-342900">
              <a:buFont typeface="+mj-lt"/>
              <a:buAutoNum type="arabicPeriod"/>
            </a:pPr>
            <a:r>
              <a:rPr lang="ja-JP" altLang="en-US" dirty="0"/>
              <a:t>制御構造</a:t>
            </a:r>
            <a:endParaRPr lang="en-US" altLang="ja-JP" dirty="0"/>
          </a:p>
          <a:p>
            <a:pPr marL="444500" indent="-342900">
              <a:buFont typeface="+mj-lt"/>
              <a:buAutoNum type="arabicPeriod"/>
            </a:pPr>
            <a:r>
              <a:rPr kumimoji="1" lang="en-US" altLang="ja-JP" dirty="0"/>
              <a:t>if</a:t>
            </a:r>
            <a:r>
              <a:rPr kumimoji="1" lang="ja-JP" altLang="en-US" dirty="0"/>
              <a:t>文</a:t>
            </a:r>
            <a:endParaRPr kumimoji="1" lang="en-US" altLang="ja-JP" dirty="0"/>
          </a:p>
          <a:p>
            <a:pPr marL="444500" indent="-342900">
              <a:buFont typeface="+mj-lt"/>
              <a:buAutoNum type="arabicPeriod"/>
            </a:pPr>
            <a:r>
              <a:rPr lang="en-US" altLang="ja-JP" dirty="0"/>
              <a:t>while</a:t>
            </a:r>
            <a:r>
              <a:rPr lang="ja-JP" altLang="en-US" dirty="0"/>
              <a:t>文</a:t>
            </a:r>
            <a:endParaRPr lang="en-US" altLang="ja-JP" dirty="0"/>
          </a:p>
          <a:p>
            <a:pPr marL="444500" indent="-342900">
              <a:buFont typeface="+mj-lt"/>
              <a:buAutoNum type="arabicPeriod"/>
            </a:pPr>
            <a:r>
              <a:rPr kumimoji="1" lang="ja-JP" altLang="en-US" dirty="0"/>
              <a:t>スコープについて</a:t>
            </a:r>
            <a:endParaRPr kumimoji="1" lang="en-US" altLang="ja-JP" dirty="0"/>
          </a:p>
          <a:p>
            <a:pPr marL="444500" indent="-342900">
              <a:buFont typeface="+mj-lt"/>
              <a:buAutoNum type="arabicPeriod"/>
            </a:pPr>
            <a:r>
              <a:rPr kumimoji="1" lang="ja-JP" altLang="en-US" dirty="0"/>
              <a:t>関係演算子／論理演算子</a:t>
            </a:r>
            <a:endParaRPr kumimoji="1" lang="en-US" altLang="ja-JP" dirty="0"/>
          </a:p>
          <a:p>
            <a:pPr marL="444500" indent="-342900">
              <a:buFont typeface="+mj-lt"/>
              <a:buAutoNum type="arabicPeriod"/>
            </a:pPr>
            <a:r>
              <a:rPr lang="en-US" altLang="ja-JP" dirty="0"/>
              <a:t>switch</a:t>
            </a:r>
            <a:r>
              <a:rPr lang="ja-JP" altLang="en-US" dirty="0"/>
              <a:t>文</a:t>
            </a:r>
            <a:endParaRPr lang="en-US" altLang="ja-JP" dirty="0"/>
          </a:p>
          <a:p>
            <a:pPr marL="444500" indent="-342900">
              <a:buFont typeface="+mj-lt"/>
              <a:buAutoNum type="arabicPeriod"/>
            </a:pPr>
            <a:r>
              <a:rPr kumimoji="1" lang="en-US" altLang="ja-JP" dirty="0"/>
              <a:t>for</a:t>
            </a:r>
            <a:r>
              <a:rPr kumimoji="1" lang="ja-JP" altLang="en-US" dirty="0"/>
              <a:t>文</a:t>
            </a:r>
            <a:endParaRPr kumimoji="1" lang="en-US" altLang="ja-JP" dirty="0"/>
          </a:p>
          <a:p>
            <a:pPr marL="444500" indent="-342900">
              <a:buFont typeface="+mj-lt"/>
              <a:buAutoNum type="arabicPeriod"/>
            </a:pPr>
            <a:r>
              <a:rPr kumimoji="1" lang="en-US" altLang="ja-JP" dirty="0"/>
              <a:t>break/continue</a:t>
            </a:r>
            <a:r>
              <a:rPr lang="ja-JP" altLang="en-US" dirty="0"/>
              <a:t>について</a:t>
            </a:r>
            <a:endParaRPr lang="en-US" altLang="ja-JP" dirty="0"/>
          </a:p>
          <a:p>
            <a:pPr marL="444500" indent="-342900">
              <a:buFont typeface="+mj-lt"/>
              <a:buAutoNum type="arabicPeriod"/>
            </a:pPr>
            <a:endParaRPr kumimoji="1" lang="en-US" altLang="ja-JP" dirty="0"/>
          </a:p>
          <a:p>
            <a:pPr marL="96838" indent="0">
              <a:buNone/>
            </a:pPr>
            <a:endParaRPr kumimoji="1" lang="en-US" altLang="ja-JP" dirty="0"/>
          </a:p>
          <a:p>
            <a:pPr marL="96838" indent="0">
              <a:buNone/>
            </a:pPr>
            <a:r>
              <a:rPr lang="ja-JP" altLang="en-US" dirty="0"/>
              <a:t>の順に進めていきます。</a:t>
            </a:r>
            <a:endParaRPr kumimoji="1" lang="en-US" altLang="ja-JP" dirty="0">
              <a:solidFill>
                <a:schemeClr val="tx2"/>
              </a:solidFill>
            </a:endParaRP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2671293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52E1CFA-6914-4F6F-B85E-42AF33F8438C}"/>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44D1F8AB-CE55-4CA4-89DD-DC186DC2D51D}"/>
              </a:ext>
            </a:extLst>
          </p:cNvPr>
          <p:cNvSpPr>
            <a:spLocks noGrp="1"/>
          </p:cNvSpPr>
          <p:nvPr>
            <p:ph type="ctrTitle"/>
          </p:nvPr>
        </p:nvSpPr>
        <p:spPr/>
        <p:txBody>
          <a:bodyPr/>
          <a:lstStyle/>
          <a:p>
            <a:r>
              <a:rPr kumimoji="1" lang="ja-JP" altLang="en-US" dirty="0"/>
              <a:t>制御構造</a:t>
            </a:r>
          </a:p>
        </p:txBody>
      </p:sp>
      <p:sp>
        <p:nvSpPr>
          <p:cNvPr id="4" name="スライド番号プレースホルダー 3">
            <a:extLst>
              <a:ext uri="{FF2B5EF4-FFF2-40B4-BE49-F238E27FC236}">
                <a16:creationId xmlns:a16="http://schemas.microsoft.com/office/drawing/2014/main" id="{FBA9BF0C-8C95-49B6-8167-8913A088D29F}"/>
              </a:ext>
            </a:extLst>
          </p:cNvPr>
          <p:cNvSpPr>
            <a:spLocks noGrp="1"/>
          </p:cNvSpPr>
          <p:nvPr>
            <p:ph type="sldNum" sz="quarter" idx="4"/>
          </p:nvPr>
        </p:nvSpPr>
        <p:spPr/>
        <p:txBody>
          <a:bodyPr/>
          <a:lstStyle/>
          <a:p>
            <a:fld id="{00000000-1234-1234-1234-123412341234}" type="slidenum">
              <a:rPr lang="en" smtClean="0"/>
              <a:pPr/>
              <a:t>4</a:t>
            </a:fld>
            <a:endParaRPr lang="en" dirty="0">
              <a:latin typeface="+mn-ea"/>
            </a:endParaRPr>
          </a:p>
        </p:txBody>
      </p:sp>
      <p:sp>
        <p:nvSpPr>
          <p:cNvPr id="6" name="テキスト プレースホルダー 5">
            <a:extLst>
              <a:ext uri="{FF2B5EF4-FFF2-40B4-BE49-F238E27FC236}">
                <a16:creationId xmlns:a16="http://schemas.microsoft.com/office/drawing/2014/main" id="{1EF4B812-B25D-49F2-ABEF-B4A8612C1CA6}"/>
              </a:ext>
            </a:extLst>
          </p:cNvPr>
          <p:cNvSpPr>
            <a:spLocks noGrp="1"/>
          </p:cNvSpPr>
          <p:nvPr>
            <p:ph type="body" sz="quarter" idx="15"/>
          </p:nvPr>
        </p:nvSpPr>
        <p:spPr>
          <a:xfrm>
            <a:off x="463549" y="1023814"/>
            <a:ext cx="7177471" cy="659212"/>
          </a:xfrm>
        </p:spPr>
        <p:txBody>
          <a:bodyPr/>
          <a:lstStyle/>
          <a:p>
            <a:r>
              <a:rPr kumimoji="1" lang="ja-JP" altLang="en-US" dirty="0"/>
              <a:t>制御構造は「順次」「分岐」「繰り返し」の３つしかない</a:t>
            </a:r>
            <a:endParaRPr kumimoji="1" lang="en-US" altLang="ja-JP" dirty="0"/>
          </a:p>
        </p:txBody>
      </p:sp>
      <p:sp>
        <p:nvSpPr>
          <p:cNvPr id="7" name="テキスト プレースホルダー 6">
            <a:extLst>
              <a:ext uri="{FF2B5EF4-FFF2-40B4-BE49-F238E27FC236}">
                <a16:creationId xmlns:a16="http://schemas.microsoft.com/office/drawing/2014/main" id="{3F7B2E22-02CA-4903-92CD-32B348DCB516}"/>
              </a:ext>
            </a:extLst>
          </p:cNvPr>
          <p:cNvSpPr>
            <a:spLocks noGrp="1"/>
          </p:cNvSpPr>
          <p:nvPr>
            <p:ph type="body" sz="quarter" idx="16"/>
          </p:nvPr>
        </p:nvSpPr>
        <p:spPr/>
        <p:txBody>
          <a:bodyPr/>
          <a:lstStyle/>
          <a:p>
            <a:endParaRPr kumimoji="1" lang="ja-JP" altLang="en-US"/>
          </a:p>
        </p:txBody>
      </p:sp>
      <p:sp>
        <p:nvSpPr>
          <p:cNvPr id="9" name="テキスト プレースホルダー 7">
            <a:extLst>
              <a:ext uri="{FF2B5EF4-FFF2-40B4-BE49-F238E27FC236}">
                <a16:creationId xmlns:a16="http://schemas.microsoft.com/office/drawing/2014/main" id="{3BF550F5-EBB7-4516-9FA3-D3695BE98CD4}"/>
              </a:ext>
            </a:extLst>
          </p:cNvPr>
          <p:cNvSpPr>
            <a:spLocks noGrp="1"/>
          </p:cNvSpPr>
          <p:nvPr>
            <p:ph type="body" sz="quarter" idx="14"/>
          </p:nvPr>
        </p:nvSpPr>
        <p:spPr>
          <a:xfrm>
            <a:off x="397289" y="1849506"/>
            <a:ext cx="8216900" cy="1444487"/>
          </a:xfrm>
        </p:spPr>
        <p:txBody>
          <a:bodyPr/>
          <a:lstStyle/>
          <a:p>
            <a:pPr marL="96838" indent="0">
              <a:buNone/>
            </a:pPr>
            <a:r>
              <a:rPr lang="ja-JP" altLang="en-US" dirty="0"/>
              <a:t>プログラムは通常、上から下へ１つずつ処理していきます。</a:t>
            </a:r>
          </a:p>
          <a:p>
            <a:pPr marL="96838" indent="0">
              <a:buNone/>
            </a:pPr>
            <a:r>
              <a:rPr lang="ja-JP" altLang="en-US" dirty="0"/>
              <a:t>しかし、いつもこんな単純な処理の流れとは限りません。処理の流れを制御するやり方として、大きく分けて以下の</a:t>
            </a:r>
            <a:r>
              <a:rPr lang="en-US" altLang="ja-JP" dirty="0"/>
              <a:t>3</a:t>
            </a:r>
            <a:r>
              <a:rPr lang="ja-JP" altLang="en-US" dirty="0"/>
              <a:t>つがあります。これを制御構造といいます。</a:t>
            </a:r>
            <a:endParaRPr lang="en-US" altLang="ja-JP" dirty="0"/>
          </a:p>
          <a:p>
            <a:pPr marL="96838" indent="0">
              <a:buNone/>
            </a:pPr>
            <a:endParaRPr lang="en-US" altLang="ja-JP" dirty="0"/>
          </a:p>
          <a:p>
            <a:pPr marL="96838" indent="0">
              <a:buNone/>
            </a:pPr>
            <a:r>
              <a:rPr lang="ja-JP" altLang="en-US" dirty="0"/>
              <a:t>次のページで、それぞれの構造をフローチャートで記載します。</a:t>
            </a:r>
          </a:p>
        </p:txBody>
      </p:sp>
    </p:spTree>
    <p:extLst>
      <p:ext uri="{BB962C8B-B14F-4D97-AF65-F5344CB8AC3E}">
        <p14:creationId xmlns:p14="http://schemas.microsoft.com/office/powerpoint/2010/main" val="2238721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正方形/長方形 10">
            <a:extLst>
              <a:ext uri="{FF2B5EF4-FFF2-40B4-BE49-F238E27FC236}">
                <a16:creationId xmlns:a16="http://schemas.microsoft.com/office/drawing/2014/main" id="{FE06ECD6-C85C-4A9B-A8EA-8419C55AAE42}"/>
              </a:ext>
            </a:extLst>
          </p:cNvPr>
          <p:cNvSpPr/>
          <p:nvPr/>
        </p:nvSpPr>
        <p:spPr>
          <a:xfrm>
            <a:off x="691197" y="1078067"/>
            <a:ext cx="2533015" cy="2872739"/>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cxnSp>
        <p:nvCxnSpPr>
          <p:cNvPr id="20" name="直線矢印コネクタ 19">
            <a:extLst>
              <a:ext uri="{FF2B5EF4-FFF2-40B4-BE49-F238E27FC236}">
                <a16:creationId xmlns:a16="http://schemas.microsoft.com/office/drawing/2014/main" id="{134534F1-08CD-4AB7-99C9-9FC436F331A2}"/>
              </a:ext>
            </a:extLst>
          </p:cNvPr>
          <p:cNvCxnSpPr>
            <a:cxnSpLocks/>
          </p:cNvCxnSpPr>
          <p:nvPr/>
        </p:nvCxnSpPr>
        <p:spPr>
          <a:xfrm>
            <a:off x="1957704" y="1221852"/>
            <a:ext cx="0" cy="250466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4" name="フッター プレースホルダー 3">
            <a:extLst>
              <a:ext uri="{FF2B5EF4-FFF2-40B4-BE49-F238E27FC236}">
                <a16:creationId xmlns:a16="http://schemas.microsoft.com/office/drawing/2014/main" id="{D6DC238B-EE56-4E60-9254-5D7461C2FECA}"/>
              </a:ext>
            </a:extLst>
          </p:cNvPr>
          <p:cNvSpPr>
            <a:spLocks noGrp="1"/>
          </p:cNvSpPr>
          <p:nvPr>
            <p:ph type="ftr" sz="quarter" idx="11"/>
          </p:nvPr>
        </p:nvSpPr>
        <p:spPr>
          <a:xfrm>
            <a:off x="3028950" y="4866125"/>
            <a:ext cx="3086100" cy="254493"/>
          </a:xfrm>
        </p:spPr>
        <p:txBody>
          <a:bodyPr/>
          <a:lstStyle/>
          <a:p>
            <a:r>
              <a:rPr lang="en-US" altLang="ja-JP"/>
              <a:t>copyright ©ITCollege All Rights Reserved</a:t>
            </a:r>
            <a:endParaRPr lang="ja-JP" altLang="en-US" dirty="0"/>
          </a:p>
        </p:txBody>
      </p:sp>
      <p:sp>
        <p:nvSpPr>
          <p:cNvPr id="7" name="タイトル 6">
            <a:extLst>
              <a:ext uri="{FF2B5EF4-FFF2-40B4-BE49-F238E27FC236}">
                <a16:creationId xmlns:a16="http://schemas.microsoft.com/office/drawing/2014/main" id="{58177CF6-E256-4D88-B489-5F2EFF09AC4C}"/>
              </a:ext>
            </a:extLst>
          </p:cNvPr>
          <p:cNvSpPr>
            <a:spLocks noGrp="1"/>
          </p:cNvSpPr>
          <p:nvPr>
            <p:ph type="ctrTitle"/>
          </p:nvPr>
        </p:nvSpPr>
        <p:spPr>
          <a:xfrm>
            <a:off x="463550" y="119734"/>
            <a:ext cx="8216900" cy="541192"/>
          </a:xfrm>
        </p:spPr>
        <p:txBody>
          <a:bodyPr/>
          <a:lstStyle/>
          <a:p>
            <a:r>
              <a:rPr lang="en-US" altLang="ja-JP" dirty="0" err="1"/>
              <a:t>制御構造</a:t>
            </a:r>
            <a:endParaRPr lang="ja-JP" altLang="en-US" dirty="0"/>
          </a:p>
        </p:txBody>
      </p:sp>
      <p:sp>
        <p:nvSpPr>
          <p:cNvPr id="5" name="スライド番号プレースホルダー 4">
            <a:extLst>
              <a:ext uri="{FF2B5EF4-FFF2-40B4-BE49-F238E27FC236}">
                <a16:creationId xmlns:a16="http://schemas.microsoft.com/office/drawing/2014/main" id="{CAF52E47-E0BD-4CE1-8C78-272007650A0D}"/>
              </a:ext>
            </a:extLst>
          </p:cNvPr>
          <p:cNvSpPr>
            <a:spLocks noGrp="1"/>
          </p:cNvSpPr>
          <p:nvPr>
            <p:ph type="sldNum" sz="quarter" idx="4"/>
          </p:nvPr>
        </p:nvSpPr>
        <p:spPr>
          <a:xfrm>
            <a:off x="218226" y="4862076"/>
            <a:ext cx="630348" cy="254494"/>
          </a:xfrm>
        </p:spPr>
        <p:txBody>
          <a:bodyPr/>
          <a:lstStyle/>
          <a:p>
            <a:fld id="{00000000-1234-1234-1234-123412341234}" type="slidenum">
              <a:rPr lang="en" smtClean="0"/>
              <a:pPr/>
              <a:t>5</a:t>
            </a:fld>
            <a:endParaRPr lang="en" dirty="0"/>
          </a:p>
        </p:txBody>
      </p:sp>
      <p:sp>
        <p:nvSpPr>
          <p:cNvPr id="9" name="正方形/長方形 8">
            <a:extLst>
              <a:ext uri="{FF2B5EF4-FFF2-40B4-BE49-F238E27FC236}">
                <a16:creationId xmlns:a16="http://schemas.microsoft.com/office/drawing/2014/main" id="{5C894CD6-9E1B-4BAC-8173-E34A213C125E}"/>
              </a:ext>
            </a:extLst>
          </p:cNvPr>
          <p:cNvSpPr/>
          <p:nvPr/>
        </p:nvSpPr>
        <p:spPr>
          <a:xfrm>
            <a:off x="3403123" y="1078067"/>
            <a:ext cx="2533015" cy="2872739"/>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2" name="正方形/長方形 11">
            <a:extLst>
              <a:ext uri="{FF2B5EF4-FFF2-40B4-BE49-F238E27FC236}">
                <a16:creationId xmlns:a16="http://schemas.microsoft.com/office/drawing/2014/main" id="{141F7DCE-666E-41D5-863D-B6587775D22E}"/>
              </a:ext>
            </a:extLst>
          </p:cNvPr>
          <p:cNvSpPr/>
          <p:nvPr/>
        </p:nvSpPr>
        <p:spPr>
          <a:xfrm>
            <a:off x="6115050" y="1082320"/>
            <a:ext cx="2533015" cy="2872739"/>
          </a:xfrm>
          <a:prstGeom prst="rect">
            <a:avLst/>
          </a:prstGeom>
          <a:solidFill>
            <a:schemeClr val="bg1"/>
          </a:solid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3" name="四角形: 角を丸くする 12">
            <a:extLst>
              <a:ext uri="{FF2B5EF4-FFF2-40B4-BE49-F238E27FC236}">
                <a16:creationId xmlns:a16="http://schemas.microsoft.com/office/drawing/2014/main" id="{68E566C5-31D7-4EAC-B4CE-54A2FD15C730}"/>
              </a:ext>
            </a:extLst>
          </p:cNvPr>
          <p:cNvSpPr/>
          <p:nvPr/>
        </p:nvSpPr>
        <p:spPr>
          <a:xfrm>
            <a:off x="757134" y="1131923"/>
            <a:ext cx="896406" cy="304800"/>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順次</a:t>
            </a:r>
          </a:p>
        </p:txBody>
      </p:sp>
      <p:sp>
        <p:nvSpPr>
          <p:cNvPr id="14" name="四角形: 角を丸くする 13">
            <a:extLst>
              <a:ext uri="{FF2B5EF4-FFF2-40B4-BE49-F238E27FC236}">
                <a16:creationId xmlns:a16="http://schemas.microsoft.com/office/drawing/2014/main" id="{5FBDE6F9-C2F2-4867-93EB-58A1D7802C2B}"/>
              </a:ext>
            </a:extLst>
          </p:cNvPr>
          <p:cNvSpPr/>
          <p:nvPr/>
        </p:nvSpPr>
        <p:spPr>
          <a:xfrm>
            <a:off x="3467099" y="1131923"/>
            <a:ext cx="896406" cy="304800"/>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分岐</a:t>
            </a:r>
          </a:p>
        </p:txBody>
      </p:sp>
      <p:sp>
        <p:nvSpPr>
          <p:cNvPr id="15" name="四角形: 角を丸くする 14">
            <a:extLst>
              <a:ext uri="{FF2B5EF4-FFF2-40B4-BE49-F238E27FC236}">
                <a16:creationId xmlns:a16="http://schemas.microsoft.com/office/drawing/2014/main" id="{B5FE1B07-A169-4D9D-B87C-699F630BC13A}"/>
              </a:ext>
            </a:extLst>
          </p:cNvPr>
          <p:cNvSpPr/>
          <p:nvPr/>
        </p:nvSpPr>
        <p:spPr>
          <a:xfrm>
            <a:off x="6195058" y="1136175"/>
            <a:ext cx="1021081" cy="347193"/>
          </a:xfrm>
          <a:prstGeom prst="roundRect">
            <a:avLst>
              <a:gd name="adj" fmla="val 50000"/>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繰り返し</a:t>
            </a:r>
          </a:p>
        </p:txBody>
      </p:sp>
      <p:sp>
        <p:nvSpPr>
          <p:cNvPr id="16" name="Google Shape;101;p15">
            <a:extLst>
              <a:ext uri="{FF2B5EF4-FFF2-40B4-BE49-F238E27FC236}">
                <a16:creationId xmlns:a16="http://schemas.microsoft.com/office/drawing/2014/main" id="{E83750D9-63CB-46EA-91FA-A651A9651075}"/>
              </a:ext>
            </a:extLst>
          </p:cNvPr>
          <p:cNvSpPr/>
          <p:nvPr/>
        </p:nvSpPr>
        <p:spPr>
          <a:xfrm>
            <a:off x="1107810" y="1808636"/>
            <a:ext cx="1699788" cy="360040"/>
          </a:xfrm>
          <a:prstGeom prst="flowChartProcess">
            <a:avLst/>
          </a:prstGeom>
          <a:solidFill>
            <a:schemeClr val="bg1"/>
          </a:solidFill>
          <a:ln w="31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400" b="0" i="0" u="none" strike="noStrike" cap="none">
                <a:solidFill>
                  <a:schemeClr val="dk1"/>
                </a:solidFill>
                <a:cs typeface="Meiryo"/>
                <a:sym typeface="Meiryo"/>
              </a:rPr>
              <a:t>鍵を開ける</a:t>
            </a:r>
            <a:endParaRPr sz="1400"/>
          </a:p>
        </p:txBody>
      </p:sp>
      <p:sp>
        <p:nvSpPr>
          <p:cNvPr id="17" name="Google Shape;101;p15">
            <a:extLst>
              <a:ext uri="{FF2B5EF4-FFF2-40B4-BE49-F238E27FC236}">
                <a16:creationId xmlns:a16="http://schemas.microsoft.com/office/drawing/2014/main" id="{FC0769DA-ED2F-46A9-93A5-C07CE6C1DC3F}"/>
              </a:ext>
            </a:extLst>
          </p:cNvPr>
          <p:cNvSpPr/>
          <p:nvPr/>
        </p:nvSpPr>
        <p:spPr>
          <a:xfrm>
            <a:off x="1107810" y="2498504"/>
            <a:ext cx="1699788" cy="360040"/>
          </a:xfrm>
          <a:prstGeom prst="flowChartProcess">
            <a:avLst/>
          </a:prstGeom>
          <a:solidFill>
            <a:schemeClr val="bg1"/>
          </a:solidFill>
          <a:ln w="31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1400" b="0" i="0" u="none" strike="noStrike" cap="none" dirty="0">
                <a:solidFill>
                  <a:schemeClr val="dk1"/>
                </a:solidFill>
                <a:cs typeface="Meiryo"/>
                <a:sym typeface="Meiryo"/>
              </a:rPr>
              <a:t>ドア</a:t>
            </a:r>
            <a:r>
              <a:rPr lang="en-US" sz="1400" b="0" i="0" u="none" strike="noStrike" cap="none" dirty="0" err="1">
                <a:solidFill>
                  <a:schemeClr val="dk1"/>
                </a:solidFill>
                <a:cs typeface="Meiryo"/>
                <a:sym typeface="Meiryo"/>
              </a:rPr>
              <a:t>を開ける</a:t>
            </a:r>
            <a:endParaRPr sz="1400" dirty="0"/>
          </a:p>
        </p:txBody>
      </p:sp>
      <p:sp>
        <p:nvSpPr>
          <p:cNvPr id="18" name="Google Shape;101;p15">
            <a:extLst>
              <a:ext uri="{FF2B5EF4-FFF2-40B4-BE49-F238E27FC236}">
                <a16:creationId xmlns:a16="http://schemas.microsoft.com/office/drawing/2014/main" id="{2A7BD536-9C5D-44FA-94B8-B3F7E84E5B97}"/>
              </a:ext>
            </a:extLst>
          </p:cNvPr>
          <p:cNvSpPr/>
          <p:nvPr/>
        </p:nvSpPr>
        <p:spPr>
          <a:xfrm>
            <a:off x="1107810" y="3193390"/>
            <a:ext cx="1699788" cy="360040"/>
          </a:xfrm>
          <a:prstGeom prst="flowChartProcess">
            <a:avLst/>
          </a:prstGeom>
          <a:solidFill>
            <a:schemeClr val="bg1"/>
          </a:solidFill>
          <a:ln w="31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1400" b="0" i="0" u="none" strike="noStrike" cap="none" dirty="0">
                <a:solidFill>
                  <a:schemeClr val="dk1"/>
                </a:solidFill>
                <a:cs typeface="Meiryo"/>
                <a:sym typeface="Meiryo"/>
              </a:rPr>
              <a:t>部屋に入る</a:t>
            </a:r>
            <a:endParaRPr sz="1400" dirty="0"/>
          </a:p>
        </p:txBody>
      </p:sp>
      <p:sp>
        <p:nvSpPr>
          <p:cNvPr id="21" name="フローチャート: 判断 20">
            <a:extLst>
              <a:ext uri="{FF2B5EF4-FFF2-40B4-BE49-F238E27FC236}">
                <a16:creationId xmlns:a16="http://schemas.microsoft.com/office/drawing/2014/main" id="{0AB77973-9417-4DCE-AF82-689FF3E7ECA3}"/>
              </a:ext>
            </a:extLst>
          </p:cNvPr>
          <p:cNvSpPr/>
          <p:nvPr/>
        </p:nvSpPr>
        <p:spPr>
          <a:xfrm>
            <a:off x="4074105" y="1514822"/>
            <a:ext cx="1183695" cy="760954"/>
          </a:xfrm>
          <a:prstGeom prst="flowChartDecision">
            <a:avLst/>
          </a:prstGeom>
          <a:solidFill>
            <a:schemeClr val="bg1"/>
          </a:solid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気温が</a:t>
            </a:r>
            <a:r>
              <a:rPr kumimoji="1" lang="en-US" altLang="ja-JP" sz="1000" dirty="0">
                <a:solidFill>
                  <a:schemeClr val="tx1"/>
                </a:solidFill>
              </a:rPr>
              <a:t>25</a:t>
            </a:r>
            <a:r>
              <a:rPr kumimoji="1" lang="ja-JP" altLang="en-US" sz="1000" dirty="0">
                <a:solidFill>
                  <a:schemeClr val="tx1"/>
                </a:solidFill>
              </a:rPr>
              <a:t>℃</a:t>
            </a:r>
            <a:br>
              <a:rPr kumimoji="1" lang="en-US" altLang="ja-JP" sz="1000" dirty="0">
                <a:solidFill>
                  <a:schemeClr val="tx1"/>
                </a:solidFill>
              </a:rPr>
            </a:br>
            <a:r>
              <a:rPr kumimoji="1" lang="ja-JP" altLang="en-US" sz="1000" dirty="0">
                <a:solidFill>
                  <a:schemeClr val="tx1"/>
                </a:solidFill>
              </a:rPr>
              <a:t>以上</a:t>
            </a:r>
          </a:p>
        </p:txBody>
      </p:sp>
      <p:sp>
        <p:nvSpPr>
          <p:cNvPr id="22" name="Google Shape;101;p15">
            <a:extLst>
              <a:ext uri="{FF2B5EF4-FFF2-40B4-BE49-F238E27FC236}">
                <a16:creationId xmlns:a16="http://schemas.microsoft.com/office/drawing/2014/main" id="{16E9E172-CD6A-4435-84D9-2E6141BF41F3}"/>
              </a:ext>
            </a:extLst>
          </p:cNvPr>
          <p:cNvSpPr/>
          <p:nvPr/>
        </p:nvSpPr>
        <p:spPr>
          <a:xfrm>
            <a:off x="3467099" y="2571424"/>
            <a:ext cx="896406" cy="574239"/>
          </a:xfrm>
          <a:prstGeom prst="flowChartProcess">
            <a:avLst/>
          </a:prstGeom>
          <a:solidFill>
            <a:schemeClr val="bg1"/>
          </a:solidFill>
          <a:ln w="31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1400" b="0" i="0" u="none" strike="noStrike" cap="none" dirty="0">
                <a:solidFill>
                  <a:schemeClr val="dk1"/>
                </a:solidFill>
                <a:cs typeface="Meiryo"/>
                <a:sym typeface="Meiryo"/>
              </a:rPr>
              <a:t>半袖を</a:t>
            </a:r>
            <a:endParaRPr lang="en-US" altLang="ja-JP" sz="1400" b="0" i="0" u="none" strike="noStrike" cap="none" dirty="0">
              <a:solidFill>
                <a:schemeClr val="dk1"/>
              </a:solidFill>
              <a:cs typeface="Meiryo"/>
              <a:sym typeface="Meiryo"/>
            </a:endParaRPr>
          </a:p>
          <a:p>
            <a:pPr marL="0" marR="0" lvl="0" indent="0" algn="ctr" rtl="0">
              <a:spcBef>
                <a:spcPts val="0"/>
              </a:spcBef>
              <a:spcAft>
                <a:spcPts val="0"/>
              </a:spcAft>
              <a:buNone/>
            </a:pPr>
            <a:r>
              <a:rPr lang="ja-JP" altLang="en-US" sz="1400" b="0" i="0" u="none" strike="noStrike" cap="none" dirty="0">
                <a:solidFill>
                  <a:schemeClr val="dk1"/>
                </a:solidFill>
                <a:cs typeface="Meiryo"/>
                <a:sym typeface="Meiryo"/>
              </a:rPr>
              <a:t>着る</a:t>
            </a:r>
            <a:endParaRPr sz="1400" dirty="0"/>
          </a:p>
        </p:txBody>
      </p:sp>
      <p:sp>
        <p:nvSpPr>
          <p:cNvPr id="23" name="Google Shape;101;p15">
            <a:extLst>
              <a:ext uri="{FF2B5EF4-FFF2-40B4-BE49-F238E27FC236}">
                <a16:creationId xmlns:a16="http://schemas.microsoft.com/office/drawing/2014/main" id="{0AF3A0FB-0B79-4774-915A-B48357FAF8C6}"/>
              </a:ext>
            </a:extLst>
          </p:cNvPr>
          <p:cNvSpPr/>
          <p:nvPr/>
        </p:nvSpPr>
        <p:spPr>
          <a:xfrm>
            <a:off x="4976177" y="2571424"/>
            <a:ext cx="896406" cy="574239"/>
          </a:xfrm>
          <a:prstGeom prst="flowChartProcess">
            <a:avLst/>
          </a:prstGeom>
          <a:solidFill>
            <a:schemeClr val="bg1"/>
          </a:solidFill>
          <a:ln w="31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1400" dirty="0">
                <a:solidFill>
                  <a:schemeClr val="dk1"/>
                </a:solidFill>
                <a:cs typeface="Meiryo"/>
                <a:sym typeface="Meiryo"/>
              </a:rPr>
              <a:t>長</a:t>
            </a:r>
            <a:r>
              <a:rPr lang="ja-JP" altLang="en-US" sz="1400" b="0" i="0" u="none" strike="noStrike" cap="none" dirty="0">
                <a:solidFill>
                  <a:schemeClr val="dk1"/>
                </a:solidFill>
                <a:cs typeface="Meiryo"/>
                <a:sym typeface="Meiryo"/>
              </a:rPr>
              <a:t>袖を</a:t>
            </a:r>
            <a:endParaRPr lang="en-US" altLang="ja-JP" sz="1400" b="0" i="0" u="none" strike="noStrike" cap="none" dirty="0">
              <a:solidFill>
                <a:schemeClr val="dk1"/>
              </a:solidFill>
              <a:cs typeface="Meiryo"/>
              <a:sym typeface="Meiryo"/>
            </a:endParaRPr>
          </a:p>
          <a:p>
            <a:pPr marL="0" marR="0" lvl="0" indent="0" algn="ctr" rtl="0">
              <a:spcBef>
                <a:spcPts val="0"/>
              </a:spcBef>
              <a:spcAft>
                <a:spcPts val="0"/>
              </a:spcAft>
              <a:buNone/>
            </a:pPr>
            <a:r>
              <a:rPr lang="ja-JP" altLang="en-US" sz="1400" b="0" i="0" u="none" strike="noStrike" cap="none" dirty="0">
                <a:solidFill>
                  <a:schemeClr val="dk1"/>
                </a:solidFill>
                <a:cs typeface="Meiryo"/>
                <a:sym typeface="Meiryo"/>
              </a:rPr>
              <a:t>着る</a:t>
            </a:r>
            <a:endParaRPr sz="1400" dirty="0"/>
          </a:p>
        </p:txBody>
      </p:sp>
      <p:cxnSp>
        <p:nvCxnSpPr>
          <p:cNvPr id="24" name="直線矢印コネクタ 23">
            <a:extLst>
              <a:ext uri="{FF2B5EF4-FFF2-40B4-BE49-F238E27FC236}">
                <a16:creationId xmlns:a16="http://schemas.microsoft.com/office/drawing/2014/main" id="{019FAB17-44B5-4AE2-AF12-6643EFA8830B}"/>
              </a:ext>
            </a:extLst>
          </p:cNvPr>
          <p:cNvCxnSpPr>
            <a:cxnSpLocks/>
            <a:stCxn id="22" idx="2"/>
          </p:cNvCxnSpPr>
          <p:nvPr/>
        </p:nvCxnSpPr>
        <p:spPr>
          <a:xfrm>
            <a:off x="3915302" y="3145663"/>
            <a:ext cx="0" cy="58085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1EBAE8EE-EAC3-4F4B-9A50-BAD58EB53B79}"/>
              </a:ext>
            </a:extLst>
          </p:cNvPr>
          <p:cNvCxnSpPr>
            <a:cxnSpLocks/>
            <a:stCxn id="23" idx="2"/>
          </p:cNvCxnSpPr>
          <p:nvPr/>
        </p:nvCxnSpPr>
        <p:spPr>
          <a:xfrm>
            <a:off x="5424380" y="3145663"/>
            <a:ext cx="0" cy="58085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1" name="コネクタ: カギ線 30">
            <a:extLst>
              <a:ext uri="{FF2B5EF4-FFF2-40B4-BE49-F238E27FC236}">
                <a16:creationId xmlns:a16="http://schemas.microsoft.com/office/drawing/2014/main" id="{A6BADF17-B0D0-4743-A0B1-41D4A54BD609}"/>
              </a:ext>
            </a:extLst>
          </p:cNvPr>
          <p:cNvCxnSpPr>
            <a:stCxn id="21" idx="1"/>
            <a:endCxn id="22" idx="0"/>
          </p:cNvCxnSpPr>
          <p:nvPr/>
        </p:nvCxnSpPr>
        <p:spPr>
          <a:xfrm rot="10800000" flipV="1">
            <a:off x="3915303" y="1895298"/>
            <a:ext cx="158803" cy="676125"/>
          </a:xfrm>
          <a:prstGeom prst="bentConnector2">
            <a:avLst/>
          </a:prstGeom>
          <a:ln w="12700">
            <a:solidFill>
              <a:srgbClr val="000000"/>
            </a:solidFill>
            <a:tailEnd type="none"/>
          </a:ln>
        </p:spPr>
        <p:style>
          <a:lnRef idx="1">
            <a:schemeClr val="accent1"/>
          </a:lnRef>
          <a:fillRef idx="0">
            <a:schemeClr val="accent1"/>
          </a:fillRef>
          <a:effectRef idx="0">
            <a:schemeClr val="accent1"/>
          </a:effectRef>
          <a:fontRef idx="minor">
            <a:schemeClr val="tx1"/>
          </a:fontRef>
        </p:style>
      </p:cxnSp>
      <p:cxnSp>
        <p:nvCxnSpPr>
          <p:cNvPr id="32" name="コネクタ: カギ線 31">
            <a:extLst>
              <a:ext uri="{FF2B5EF4-FFF2-40B4-BE49-F238E27FC236}">
                <a16:creationId xmlns:a16="http://schemas.microsoft.com/office/drawing/2014/main" id="{BB2AB40A-D1FF-499D-96E4-CC02DBFD0C45}"/>
              </a:ext>
            </a:extLst>
          </p:cNvPr>
          <p:cNvCxnSpPr>
            <a:cxnSpLocks/>
            <a:stCxn id="21" idx="3"/>
            <a:endCxn id="23" idx="0"/>
          </p:cNvCxnSpPr>
          <p:nvPr/>
        </p:nvCxnSpPr>
        <p:spPr>
          <a:xfrm>
            <a:off x="5257800" y="1895299"/>
            <a:ext cx="166580" cy="676125"/>
          </a:xfrm>
          <a:prstGeom prst="bentConnector2">
            <a:avLst/>
          </a:prstGeom>
          <a:ln w="12700">
            <a:solidFill>
              <a:srgbClr val="000000"/>
            </a:solidFill>
            <a:tailEnd type="none"/>
          </a:ln>
        </p:spPr>
        <p:style>
          <a:lnRef idx="1">
            <a:schemeClr val="accent1"/>
          </a:lnRef>
          <a:fillRef idx="0">
            <a:schemeClr val="accent1"/>
          </a:fillRef>
          <a:effectRef idx="0">
            <a:schemeClr val="accent1"/>
          </a:effectRef>
          <a:fontRef idx="minor">
            <a:schemeClr val="tx1"/>
          </a:fontRef>
        </p:style>
      </p:cxnSp>
      <p:sp>
        <p:nvSpPr>
          <p:cNvPr id="37" name="フローチャート: 判断 36">
            <a:extLst>
              <a:ext uri="{FF2B5EF4-FFF2-40B4-BE49-F238E27FC236}">
                <a16:creationId xmlns:a16="http://schemas.microsoft.com/office/drawing/2014/main" id="{810BEF0F-9E4D-4704-87DF-51BF9D7C4CAD}"/>
              </a:ext>
            </a:extLst>
          </p:cNvPr>
          <p:cNvSpPr/>
          <p:nvPr/>
        </p:nvSpPr>
        <p:spPr>
          <a:xfrm>
            <a:off x="6996035" y="2045709"/>
            <a:ext cx="1183695" cy="760954"/>
          </a:xfrm>
          <a:prstGeom prst="flowChartDecision">
            <a:avLst/>
          </a:prstGeom>
          <a:solidFill>
            <a:schemeClr val="bg1"/>
          </a:solidFill>
          <a:ln w="6350">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rPr>
              <a:t>器に餅がある</a:t>
            </a:r>
          </a:p>
        </p:txBody>
      </p:sp>
      <p:sp>
        <p:nvSpPr>
          <p:cNvPr id="38" name="Google Shape;101;p15">
            <a:extLst>
              <a:ext uri="{FF2B5EF4-FFF2-40B4-BE49-F238E27FC236}">
                <a16:creationId xmlns:a16="http://schemas.microsoft.com/office/drawing/2014/main" id="{F635ED57-68F7-4ED1-9CDF-DEC970A12A25}"/>
              </a:ext>
            </a:extLst>
          </p:cNvPr>
          <p:cNvSpPr/>
          <p:nvPr/>
        </p:nvSpPr>
        <p:spPr>
          <a:xfrm>
            <a:off x="7139784" y="2998864"/>
            <a:ext cx="896406" cy="574239"/>
          </a:xfrm>
          <a:prstGeom prst="flowChartProcess">
            <a:avLst/>
          </a:prstGeom>
          <a:solidFill>
            <a:schemeClr val="bg1"/>
          </a:solidFill>
          <a:ln w="317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ja-JP" altLang="en-US" sz="1400" dirty="0">
                <a:solidFill>
                  <a:schemeClr val="dk1"/>
                </a:solidFill>
                <a:cs typeface="Meiryo"/>
                <a:sym typeface="Meiryo"/>
              </a:rPr>
              <a:t>餅を</a:t>
            </a:r>
            <a:r>
              <a:rPr lang="en-US" altLang="ja-JP" sz="1400" dirty="0">
                <a:solidFill>
                  <a:schemeClr val="dk1"/>
                </a:solidFill>
                <a:cs typeface="Meiryo"/>
                <a:sym typeface="Meiryo"/>
              </a:rPr>
              <a:t>1</a:t>
            </a:r>
            <a:r>
              <a:rPr lang="ja-JP" altLang="en-US" sz="1400" dirty="0">
                <a:solidFill>
                  <a:schemeClr val="dk1"/>
                </a:solidFill>
                <a:cs typeface="Meiryo"/>
                <a:sym typeface="Meiryo"/>
              </a:rPr>
              <a:t>個食べる</a:t>
            </a:r>
            <a:endParaRPr sz="1400" dirty="0"/>
          </a:p>
        </p:txBody>
      </p:sp>
      <p:cxnSp>
        <p:nvCxnSpPr>
          <p:cNvPr id="40" name="直線矢印コネクタ 39">
            <a:extLst>
              <a:ext uri="{FF2B5EF4-FFF2-40B4-BE49-F238E27FC236}">
                <a16:creationId xmlns:a16="http://schemas.microsoft.com/office/drawing/2014/main" id="{2CAE687F-4F06-4637-9A81-133CDE1DDFD1}"/>
              </a:ext>
            </a:extLst>
          </p:cNvPr>
          <p:cNvCxnSpPr>
            <a:cxnSpLocks/>
            <a:endCxn id="21" idx="0"/>
          </p:cNvCxnSpPr>
          <p:nvPr/>
        </p:nvCxnSpPr>
        <p:spPr>
          <a:xfrm>
            <a:off x="4665952" y="1221852"/>
            <a:ext cx="1" cy="292970"/>
          </a:xfrm>
          <a:prstGeom prst="straightConnector1">
            <a:avLst/>
          </a:prstGeom>
          <a:ln w="12700">
            <a:solidFill>
              <a:srgbClr val="000000"/>
            </a:solidFill>
            <a:tailEnd type="none"/>
          </a:ln>
        </p:spPr>
        <p:style>
          <a:lnRef idx="1">
            <a:schemeClr val="accent1"/>
          </a:lnRef>
          <a:fillRef idx="0">
            <a:schemeClr val="accent1"/>
          </a:fillRef>
          <a:effectRef idx="0">
            <a:schemeClr val="accent1"/>
          </a:effectRef>
          <a:fontRef idx="minor">
            <a:schemeClr val="tx1"/>
          </a:fontRef>
        </p:style>
      </p:cxnSp>
      <p:cxnSp>
        <p:nvCxnSpPr>
          <p:cNvPr id="43" name="直線矢印コネクタ 42">
            <a:extLst>
              <a:ext uri="{FF2B5EF4-FFF2-40B4-BE49-F238E27FC236}">
                <a16:creationId xmlns:a16="http://schemas.microsoft.com/office/drawing/2014/main" id="{A5774DB9-1F03-4A1A-AF9A-AED333B85D23}"/>
              </a:ext>
            </a:extLst>
          </p:cNvPr>
          <p:cNvCxnSpPr>
            <a:cxnSpLocks/>
            <a:endCxn id="37" idx="0"/>
          </p:cNvCxnSpPr>
          <p:nvPr/>
        </p:nvCxnSpPr>
        <p:spPr>
          <a:xfrm>
            <a:off x="7587883" y="1226105"/>
            <a:ext cx="0" cy="819604"/>
          </a:xfrm>
          <a:prstGeom prst="straightConnector1">
            <a:avLst/>
          </a:prstGeom>
          <a:ln w="12700">
            <a:solidFill>
              <a:srgbClr val="000000"/>
            </a:solidFill>
            <a:tailEnd type="none"/>
          </a:ln>
        </p:spPr>
        <p:style>
          <a:lnRef idx="1">
            <a:schemeClr val="accent1"/>
          </a:lnRef>
          <a:fillRef idx="0">
            <a:schemeClr val="accent1"/>
          </a:fillRef>
          <a:effectRef idx="0">
            <a:schemeClr val="accent1"/>
          </a:effectRef>
          <a:fontRef idx="minor">
            <a:schemeClr val="tx1"/>
          </a:fontRef>
        </p:style>
      </p:cxnSp>
      <p:cxnSp>
        <p:nvCxnSpPr>
          <p:cNvPr id="47" name="直線矢印コネクタ 46">
            <a:extLst>
              <a:ext uri="{FF2B5EF4-FFF2-40B4-BE49-F238E27FC236}">
                <a16:creationId xmlns:a16="http://schemas.microsoft.com/office/drawing/2014/main" id="{864068D4-A178-418F-82A7-F8CD61001708}"/>
              </a:ext>
            </a:extLst>
          </p:cNvPr>
          <p:cNvCxnSpPr>
            <a:cxnSpLocks/>
            <a:stCxn id="37" idx="2"/>
            <a:endCxn id="38" idx="0"/>
          </p:cNvCxnSpPr>
          <p:nvPr/>
        </p:nvCxnSpPr>
        <p:spPr>
          <a:xfrm>
            <a:off x="7587883" y="2806663"/>
            <a:ext cx="104" cy="192201"/>
          </a:xfrm>
          <a:prstGeom prst="straightConnector1">
            <a:avLst/>
          </a:prstGeom>
          <a:ln w="12700">
            <a:solidFill>
              <a:srgbClr val="000000"/>
            </a:solidFill>
            <a:tailEnd type="none"/>
          </a:ln>
        </p:spPr>
        <p:style>
          <a:lnRef idx="1">
            <a:schemeClr val="accent1"/>
          </a:lnRef>
          <a:fillRef idx="0">
            <a:schemeClr val="accent1"/>
          </a:fillRef>
          <a:effectRef idx="0">
            <a:schemeClr val="accent1"/>
          </a:effectRef>
          <a:fontRef idx="minor">
            <a:schemeClr val="tx1"/>
          </a:fontRef>
        </p:style>
      </p:cxnSp>
      <p:cxnSp>
        <p:nvCxnSpPr>
          <p:cNvPr id="51" name="コネクタ: カギ線 50">
            <a:extLst>
              <a:ext uri="{FF2B5EF4-FFF2-40B4-BE49-F238E27FC236}">
                <a16:creationId xmlns:a16="http://schemas.microsoft.com/office/drawing/2014/main" id="{A32AD69A-697F-4EF8-9E0F-56D494744AA2}"/>
              </a:ext>
            </a:extLst>
          </p:cNvPr>
          <p:cNvCxnSpPr>
            <a:cxnSpLocks/>
            <a:stCxn id="38" idx="2"/>
            <a:endCxn id="54" idx="1"/>
          </p:cNvCxnSpPr>
          <p:nvPr/>
        </p:nvCxnSpPr>
        <p:spPr>
          <a:xfrm rot="5400000" flipH="1" flipV="1">
            <a:off x="6684147" y="2644525"/>
            <a:ext cx="1832417" cy="24739"/>
          </a:xfrm>
          <a:prstGeom prst="bentConnector4">
            <a:avLst>
              <a:gd name="adj1" fmla="val -7268"/>
              <a:gd name="adj2" fmla="val -3764279"/>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54" name="テキスト ボックス 53">
            <a:extLst>
              <a:ext uri="{FF2B5EF4-FFF2-40B4-BE49-F238E27FC236}">
                <a16:creationId xmlns:a16="http://schemas.microsoft.com/office/drawing/2014/main" id="{266E822E-A1F4-4F69-8477-0E6EF3210D03}"/>
              </a:ext>
            </a:extLst>
          </p:cNvPr>
          <p:cNvSpPr txBox="1"/>
          <p:nvPr/>
        </p:nvSpPr>
        <p:spPr>
          <a:xfrm>
            <a:off x="7612726" y="1459515"/>
            <a:ext cx="608925" cy="562341"/>
          </a:xfrm>
          <a:prstGeom prst="rect">
            <a:avLst/>
          </a:prstGeom>
          <a:solidFill>
            <a:schemeClr val="bg1"/>
          </a:solidFill>
        </p:spPr>
        <p:txBody>
          <a:bodyPr wrap="square" rtlCol="0">
            <a:noAutofit/>
          </a:bodyPr>
          <a:lstStyle/>
          <a:p>
            <a:pPr algn="l"/>
            <a:endParaRPr kumimoji="1" lang="ja-JP" altLang="en-US" sz="1400" baseline="0" dirty="0">
              <a:solidFill>
                <a:schemeClr val="tx1"/>
              </a:solidFill>
            </a:endParaRPr>
          </a:p>
        </p:txBody>
      </p:sp>
      <p:cxnSp>
        <p:nvCxnSpPr>
          <p:cNvPr id="57" name="コネクタ: カギ線 56">
            <a:extLst>
              <a:ext uri="{FF2B5EF4-FFF2-40B4-BE49-F238E27FC236}">
                <a16:creationId xmlns:a16="http://schemas.microsoft.com/office/drawing/2014/main" id="{31F5136B-2FBA-42D0-BD1C-5118FED32A40}"/>
              </a:ext>
            </a:extLst>
          </p:cNvPr>
          <p:cNvCxnSpPr>
            <a:cxnSpLocks/>
            <a:stCxn id="37" idx="3"/>
          </p:cNvCxnSpPr>
          <p:nvPr/>
        </p:nvCxnSpPr>
        <p:spPr>
          <a:xfrm>
            <a:off x="8179730" y="2426186"/>
            <a:ext cx="206252" cy="1365132"/>
          </a:xfrm>
          <a:prstGeom prst="bentConnector2">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
        <p:nvSpPr>
          <p:cNvPr id="59" name="テキスト ボックス 58">
            <a:extLst>
              <a:ext uri="{FF2B5EF4-FFF2-40B4-BE49-F238E27FC236}">
                <a16:creationId xmlns:a16="http://schemas.microsoft.com/office/drawing/2014/main" id="{CFF5B219-4DDF-4B37-A64F-2304FFABF712}"/>
              </a:ext>
            </a:extLst>
          </p:cNvPr>
          <p:cNvSpPr txBox="1"/>
          <p:nvPr/>
        </p:nvSpPr>
        <p:spPr>
          <a:xfrm>
            <a:off x="8214783" y="3955059"/>
            <a:ext cx="391876" cy="149762"/>
          </a:xfrm>
          <a:prstGeom prst="rect">
            <a:avLst/>
          </a:prstGeom>
          <a:noFill/>
        </p:spPr>
        <p:txBody>
          <a:bodyPr wrap="square" rtlCol="0">
            <a:noAutofit/>
          </a:bodyPr>
          <a:lstStyle/>
          <a:p>
            <a:pPr algn="l"/>
            <a:endParaRPr kumimoji="1" lang="ja-JP" altLang="en-US" sz="1400" baseline="0" dirty="0">
              <a:solidFill>
                <a:schemeClr val="tx1"/>
              </a:solidFill>
            </a:endParaRPr>
          </a:p>
        </p:txBody>
      </p:sp>
      <p:sp>
        <p:nvSpPr>
          <p:cNvPr id="72" name="テキスト プレースホルダー 7">
            <a:extLst>
              <a:ext uri="{FF2B5EF4-FFF2-40B4-BE49-F238E27FC236}">
                <a16:creationId xmlns:a16="http://schemas.microsoft.com/office/drawing/2014/main" id="{83F0BF49-8189-4578-8B5F-CF276A24D0CA}"/>
              </a:ext>
            </a:extLst>
          </p:cNvPr>
          <p:cNvSpPr txBox="1">
            <a:spLocks/>
          </p:cNvSpPr>
          <p:nvPr/>
        </p:nvSpPr>
        <p:spPr>
          <a:xfrm>
            <a:off x="463550" y="4286585"/>
            <a:ext cx="8216900" cy="322587"/>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プログラムを制御構造にするにはこれから学習する</a:t>
            </a:r>
            <a:r>
              <a:rPr lang="ja-JP" altLang="en-US" b="1" dirty="0">
                <a:solidFill>
                  <a:schemeClr val="tx2"/>
                </a:solidFill>
              </a:rPr>
              <a:t>制御構文</a:t>
            </a:r>
            <a:r>
              <a:rPr lang="ja-JP" altLang="en-US" dirty="0"/>
              <a:t>を使います。</a:t>
            </a:r>
          </a:p>
        </p:txBody>
      </p:sp>
    </p:spTree>
    <p:extLst>
      <p:ext uri="{BB962C8B-B14F-4D97-AF65-F5344CB8AC3E}">
        <p14:creationId xmlns:p14="http://schemas.microsoft.com/office/powerpoint/2010/main" val="1859091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D789F924-2E03-4F43-ACF4-1E51B35C4376}"/>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F9015FCE-D4DB-4F1C-AF60-F0F88B82B8BC}"/>
              </a:ext>
            </a:extLst>
          </p:cNvPr>
          <p:cNvSpPr>
            <a:spLocks noGrp="1"/>
          </p:cNvSpPr>
          <p:nvPr>
            <p:ph type="ctrTitle"/>
          </p:nvPr>
        </p:nvSpPr>
        <p:spPr/>
        <p:txBody>
          <a:bodyPr/>
          <a:lstStyle/>
          <a:p>
            <a:r>
              <a:rPr kumimoji="1" lang="en-US" altLang="ja-JP" dirty="0"/>
              <a:t>if</a:t>
            </a:r>
            <a:r>
              <a:rPr kumimoji="1" lang="ja-JP" altLang="en-US" dirty="0"/>
              <a:t>文</a:t>
            </a:r>
          </a:p>
        </p:txBody>
      </p:sp>
      <p:sp>
        <p:nvSpPr>
          <p:cNvPr id="4" name="スライド番号プレースホルダー 3">
            <a:extLst>
              <a:ext uri="{FF2B5EF4-FFF2-40B4-BE49-F238E27FC236}">
                <a16:creationId xmlns:a16="http://schemas.microsoft.com/office/drawing/2014/main" id="{35AC524D-DF50-4770-A01E-616427C9996F}"/>
              </a:ext>
            </a:extLst>
          </p:cNvPr>
          <p:cNvSpPr>
            <a:spLocks noGrp="1"/>
          </p:cNvSpPr>
          <p:nvPr>
            <p:ph type="sldNum" sz="quarter" idx="4"/>
          </p:nvPr>
        </p:nvSpPr>
        <p:spPr/>
        <p:txBody>
          <a:bodyPr/>
          <a:lstStyle/>
          <a:p>
            <a:fld id="{00000000-1234-1234-1234-123412341234}" type="slidenum">
              <a:rPr lang="en" smtClean="0"/>
              <a:pPr/>
              <a:t>6</a:t>
            </a:fld>
            <a:endParaRPr lang="en" dirty="0">
              <a:latin typeface="+mn-ea"/>
            </a:endParaRPr>
          </a:p>
        </p:txBody>
      </p:sp>
      <p:sp>
        <p:nvSpPr>
          <p:cNvPr id="6" name="テキスト プレースホルダー 5">
            <a:extLst>
              <a:ext uri="{FF2B5EF4-FFF2-40B4-BE49-F238E27FC236}">
                <a16:creationId xmlns:a16="http://schemas.microsoft.com/office/drawing/2014/main" id="{9B8B2D4F-210A-4421-B273-144FE9241AF5}"/>
              </a:ext>
            </a:extLst>
          </p:cNvPr>
          <p:cNvSpPr>
            <a:spLocks noGrp="1"/>
          </p:cNvSpPr>
          <p:nvPr>
            <p:ph type="body" sz="quarter" idx="15"/>
          </p:nvPr>
        </p:nvSpPr>
        <p:spPr/>
        <p:txBody>
          <a:bodyPr/>
          <a:lstStyle/>
          <a:p>
            <a:r>
              <a:rPr kumimoji="1" lang="en-US" altLang="ja-JP" dirty="0"/>
              <a:t>if</a:t>
            </a:r>
            <a:r>
              <a:rPr kumimoji="1" lang="ja-JP" altLang="en-US" dirty="0"/>
              <a:t>文は制御構造の「分岐」に該当する</a:t>
            </a:r>
            <a:endParaRPr kumimoji="1" lang="en-US" altLang="ja-JP" dirty="0"/>
          </a:p>
          <a:p>
            <a:r>
              <a:rPr kumimoji="1" lang="en-US" altLang="ja-JP" dirty="0"/>
              <a:t>if</a:t>
            </a:r>
            <a:r>
              <a:rPr kumimoji="1" lang="ja-JP" altLang="en-US" dirty="0"/>
              <a:t>文には「</a:t>
            </a:r>
            <a:r>
              <a:rPr kumimoji="1" lang="en-US" altLang="ja-JP" dirty="0"/>
              <a:t>if</a:t>
            </a:r>
            <a:r>
              <a:rPr kumimoji="1" lang="ja-JP" altLang="en-US" dirty="0"/>
              <a:t>」「</a:t>
            </a:r>
            <a:r>
              <a:rPr kumimoji="1" lang="en-US" altLang="ja-JP" dirty="0"/>
              <a:t>else if</a:t>
            </a:r>
            <a:r>
              <a:rPr kumimoji="1" lang="ja-JP" altLang="en-US" dirty="0"/>
              <a:t>」</a:t>
            </a:r>
            <a:r>
              <a:rPr lang="ja-JP" altLang="en-US" dirty="0"/>
              <a:t>「</a:t>
            </a:r>
            <a:r>
              <a:rPr lang="en-US" altLang="ja-JP" dirty="0"/>
              <a:t>else</a:t>
            </a:r>
            <a:r>
              <a:rPr lang="ja-JP" altLang="en-US" dirty="0"/>
              <a:t>」という種類がある</a:t>
            </a:r>
            <a:endParaRPr lang="en-US" altLang="ja-JP" dirty="0"/>
          </a:p>
          <a:p>
            <a:r>
              <a:rPr lang="ja-JP" altLang="en-US" dirty="0"/>
              <a:t>「</a:t>
            </a:r>
            <a:r>
              <a:rPr lang="en-US" altLang="ja-JP" dirty="0"/>
              <a:t>if</a:t>
            </a:r>
            <a:r>
              <a:rPr lang="ja-JP" altLang="en-US" dirty="0"/>
              <a:t>」は必須、</a:t>
            </a:r>
            <a:r>
              <a:rPr kumimoji="1" lang="ja-JP" altLang="en-US" dirty="0"/>
              <a:t> 「</a:t>
            </a:r>
            <a:r>
              <a:rPr kumimoji="1" lang="en-US" altLang="ja-JP" dirty="0"/>
              <a:t>else if</a:t>
            </a:r>
            <a:r>
              <a:rPr kumimoji="1" lang="ja-JP" altLang="en-US" dirty="0"/>
              <a:t>」</a:t>
            </a:r>
            <a:r>
              <a:rPr lang="ja-JP" altLang="en-US" dirty="0"/>
              <a:t>「</a:t>
            </a:r>
            <a:r>
              <a:rPr lang="en-US" altLang="ja-JP" dirty="0"/>
              <a:t>else</a:t>
            </a:r>
            <a:r>
              <a:rPr lang="ja-JP" altLang="en-US" dirty="0"/>
              <a:t>」は任意で記載ができる</a:t>
            </a:r>
            <a:endParaRPr kumimoji="1" lang="en-US" altLang="ja-JP" dirty="0"/>
          </a:p>
        </p:txBody>
      </p:sp>
      <p:sp>
        <p:nvSpPr>
          <p:cNvPr id="7" name="テキスト プレースホルダー 6">
            <a:extLst>
              <a:ext uri="{FF2B5EF4-FFF2-40B4-BE49-F238E27FC236}">
                <a16:creationId xmlns:a16="http://schemas.microsoft.com/office/drawing/2014/main" id="{13F57220-7994-48C1-881B-E7FE7CB7102F}"/>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2137CC74-B121-42BE-93FB-DF79045DFFE3}"/>
              </a:ext>
            </a:extLst>
          </p:cNvPr>
          <p:cNvSpPr>
            <a:spLocks noGrp="1"/>
          </p:cNvSpPr>
          <p:nvPr>
            <p:ph type="body" sz="quarter" idx="14"/>
          </p:nvPr>
        </p:nvSpPr>
        <p:spPr>
          <a:xfrm>
            <a:off x="463550" y="2282430"/>
            <a:ext cx="8216900" cy="2309448"/>
          </a:xfrm>
        </p:spPr>
        <p:txBody>
          <a:bodyPr/>
          <a:lstStyle/>
          <a:p>
            <a:pPr marL="96838" indent="0">
              <a:buNone/>
            </a:pPr>
            <a:r>
              <a:rPr kumimoji="1" lang="ja-JP" altLang="en-US" dirty="0"/>
              <a:t>分岐を行うために使う制御構文が</a:t>
            </a:r>
            <a:r>
              <a:rPr kumimoji="1" lang="en-US" altLang="ja-JP" dirty="0"/>
              <a:t>if</a:t>
            </a:r>
            <a:r>
              <a:rPr kumimoji="1" lang="ja-JP" altLang="en-US" dirty="0"/>
              <a:t>文です。</a:t>
            </a:r>
            <a:endParaRPr kumimoji="1" lang="en-US" altLang="ja-JP" dirty="0"/>
          </a:p>
          <a:p>
            <a:pPr marL="96838" indent="0">
              <a:buNone/>
            </a:pPr>
            <a:r>
              <a:rPr kumimoji="1" lang="en-US" altLang="ja-JP" sz="1800" b="1" dirty="0">
                <a:solidFill>
                  <a:schemeClr val="accent1"/>
                </a:solidFill>
              </a:rPr>
              <a:t>if(</a:t>
            </a:r>
            <a:r>
              <a:rPr kumimoji="1" lang="ja-JP" altLang="en-US" sz="1800" b="1" dirty="0">
                <a:solidFill>
                  <a:schemeClr val="accent1"/>
                </a:solidFill>
              </a:rPr>
              <a:t>条件式</a:t>
            </a:r>
            <a:r>
              <a:rPr kumimoji="1" lang="en-US" altLang="ja-JP" sz="1800" b="1" dirty="0">
                <a:solidFill>
                  <a:schemeClr val="accent1"/>
                </a:solidFill>
              </a:rPr>
              <a:t>) {</a:t>
            </a:r>
          </a:p>
          <a:p>
            <a:pPr marL="96838" indent="0">
              <a:buNone/>
            </a:pPr>
            <a:r>
              <a:rPr kumimoji="1" lang="ja-JP" altLang="en-US" sz="1800" b="1" dirty="0">
                <a:solidFill>
                  <a:schemeClr val="accent1"/>
                </a:solidFill>
              </a:rPr>
              <a:t>　　条件式が「はい」のときの処理</a:t>
            </a:r>
          </a:p>
          <a:p>
            <a:pPr marL="96838" indent="0">
              <a:buNone/>
            </a:pPr>
            <a:r>
              <a:rPr kumimoji="1" lang="en-US" altLang="ja-JP" sz="1800" b="1" dirty="0">
                <a:solidFill>
                  <a:schemeClr val="accent1"/>
                </a:solidFill>
              </a:rPr>
              <a:t>} else {</a:t>
            </a:r>
          </a:p>
          <a:p>
            <a:pPr marL="96838" indent="0">
              <a:buNone/>
            </a:pPr>
            <a:r>
              <a:rPr kumimoji="1" lang="ja-JP" altLang="en-US" sz="1800" b="1" dirty="0">
                <a:solidFill>
                  <a:schemeClr val="accent1"/>
                </a:solidFill>
              </a:rPr>
              <a:t>　　条件式が「いいえ」のときの処理</a:t>
            </a:r>
          </a:p>
          <a:p>
            <a:pPr marL="96838" indent="0">
              <a:buNone/>
            </a:pPr>
            <a:r>
              <a:rPr kumimoji="1" lang="en-US" altLang="ja-JP" sz="1800" b="1" dirty="0">
                <a:solidFill>
                  <a:schemeClr val="accent1"/>
                </a:solidFill>
              </a:rPr>
              <a:t>}</a:t>
            </a:r>
            <a:endParaRPr kumimoji="1" lang="en-US" altLang="ja-JP" dirty="0"/>
          </a:p>
          <a:p>
            <a:pPr marL="96838" indent="0">
              <a:buNone/>
            </a:pPr>
            <a:r>
              <a:rPr kumimoji="1" lang="ja-JP" altLang="en-US" dirty="0"/>
              <a:t>「はい」のときの処理、 「いいえ」のときの処理はそれぞれ何行でも書くことができます。</a:t>
            </a:r>
          </a:p>
          <a:p>
            <a:pPr marL="96838" indent="0">
              <a:buNone/>
            </a:pPr>
            <a:endParaRPr kumimoji="1" lang="ja-JP" altLang="en-US" dirty="0"/>
          </a:p>
        </p:txBody>
      </p:sp>
    </p:spTree>
    <p:extLst>
      <p:ext uri="{BB962C8B-B14F-4D97-AF65-F5344CB8AC3E}">
        <p14:creationId xmlns:p14="http://schemas.microsoft.com/office/powerpoint/2010/main" val="2089056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C26FC9E-824E-49C1-94A2-CADDA6CC0D53}"/>
              </a:ext>
            </a:extLst>
          </p:cNvPr>
          <p:cNvSpPr>
            <a:spLocks noGrp="1"/>
          </p:cNvSpPr>
          <p:nvPr>
            <p:ph type="ftr" sz="quarter" idx="11"/>
          </p:nvPr>
        </p:nvSpPr>
        <p:spPr>
          <a:xfrm>
            <a:off x="3028950" y="4866125"/>
            <a:ext cx="3086100" cy="254493"/>
          </a:xfrm>
        </p:spPr>
        <p:txBody>
          <a:bodyPr/>
          <a:lstStyle/>
          <a:p>
            <a:r>
              <a:rPr lang="en-US" altLang="ja-JP"/>
              <a:t>copyright ©ITCollege All Rights Reserved</a:t>
            </a:r>
            <a:endParaRPr lang="ja-JP" altLang="en-US" dirty="0"/>
          </a:p>
        </p:txBody>
      </p:sp>
      <p:sp>
        <p:nvSpPr>
          <p:cNvPr id="3" name="タイトル 2">
            <a:extLst>
              <a:ext uri="{FF2B5EF4-FFF2-40B4-BE49-F238E27FC236}">
                <a16:creationId xmlns:a16="http://schemas.microsoft.com/office/drawing/2014/main" id="{C76342AA-69F7-4707-AB18-49D866955607}"/>
              </a:ext>
            </a:extLst>
          </p:cNvPr>
          <p:cNvSpPr>
            <a:spLocks noGrp="1"/>
          </p:cNvSpPr>
          <p:nvPr>
            <p:ph type="ctrTitle"/>
          </p:nvPr>
        </p:nvSpPr>
        <p:spPr>
          <a:xfrm>
            <a:off x="463550" y="119734"/>
            <a:ext cx="8216900" cy="541192"/>
          </a:xfrm>
        </p:spPr>
        <p:txBody>
          <a:bodyPr/>
          <a:lstStyle/>
          <a:p>
            <a:r>
              <a:rPr lang="en-US" altLang="ja-JP" dirty="0" err="1"/>
              <a:t>if文サンプル</a:t>
            </a:r>
            <a:endParaRPr lang="ja-JP" altLang="en-US" dirty="0"/>
          </a:p>
        </p:txBody>
      </p:sp>
      <p:sp>
        <p:nvSpPr>
          <p:cNvPr id="4" name="スライド番号プレースホルダー 3">
            <a:extLst>
              <a:ext uri="{FF2B5EF4-FFF2-40B4-BE49-F238E27FC236}">
                <a16:creationId xmlns:a16="http://schemas.microsoft.com/office/drawing/2014/main" id="{BF106BF8-5A59-42EE-9C56-59204DEFA2B2}"/>
              </a:ext>
            </a:extLst>
          </p:cNvPr>
          <p:cNvSpPr>
            <a:spLocks noGrp="1"/>
          </p:cNvSpPr>
          <p:nvPr>
            <p:ph type="sldNum" sz="quarter" idx="4"/>
          </p:nvPr>
        </p:nvSpPr>
        <p:spPr>
          <a:xfrm>
            <a:off x="218226" y="4862076"/>
            <a:ext cx="630348" cy="254494"/>
          </a:xfrm>
        </p:spPr>
        <p:txBody>
          <a:bodyPr/>
          <a:lstStyle/>
          <a:p>
            <a:fld id="{00000000-1234-1234-1234-123412341234}" type="slidenum">
              <a:rPr lang="en" smtClean="0"/>
              <a:pPr/>
              <a:t>7</a:t>
            </a:fld>
            <a:endParaRPr lang="en" dirty="0"/>
          </a:p>
        </p:txBody>
      </p:sp>
      <p:sp>
        <p:nvSpPr>
          <p:cNvPr id="10" name="テキスト プレースホルダー 9">
            <a:extLst>
              <a:ext uri="{FF2B5EF4-FFF2-40B4-BE49-F238E27FC236}">
                <a16:creationId xmlns:a16="http://schemas.microsoft.com/office/drawing/2014/main" id="{45A9D3B6-AA82-49F3-80E4-3A5DFB8B35D3}"/>
              </a:ext>
            </a:extLst>
          </p:cNvPr>
          <p:cNvSpPr>
            <a:spLocks noGrp="1"/>
          </p:cNvSpPr>
          <p:nvPr>
            <p:ph type="body" sz="quarter" idx="14"/>
          </p:nvPr>
        </p:nvSpPr>
        <p:spPr>
          <a:xfrm>
            <a:off x="462875" y="3713259"/>
            <a:ext cx="8216900" cy="373711"/>
          </a:xfrm>
        </p:spPr>
        <p:txBody>
          <a:bodyPr/>
          <a:lstStyle/>
          <a:p>
            <a:pPr marL="96838" indent="0">
              <a:buNone/>
            </a:pPr>
            <a:r>
              <a:rPr lang="en-US" altLang="ja-JP" dirty="0"/>
              <a:t>3</a:t>
            </a:r>
            <a:r>
              <a:rPr lang="ja-JP" altLang="en-US" dirty="0"/>
              <a:t>行目の</a:t>
            </a:r>
            <a:r>
              <a:rPr lang="en-US" altLang="ja-JP" dirty="0"/>
              <a:t>27</a:t>
            </a:r>
            <a:r>
              <a:rPr lang="ja-JP" altLang="en-US" dirty="0"/>
              <a:t>を</a:t>
            </a:r>
            <a:r>
              <a:rPr lang="en-US" altLang="ja-JP" dirty="0"/>
              <a:t>25</a:t>
            </a:r>
            <a:r>
              <a:rPr lang="ja-JP" altLang="en-US" dirty="0"/>
              <a:t>、</a:t>
            </a:r>
            <a:r>
              <a:rPr lang="en-US" altLang="ja-JP" dirty="0"/>
              <a:t>23</a:t>
            </a:r>
            <a:r>
              <a:rPr lang="ja-JP" altLang="en-US" dirty="0"/>
              <a:t>などいろいろな数に変えて実行してみましょう。</a:t>
            </a:r>
          </a:p>
        </p:txBody>
      </p:sp>
      <p:sp>
        <p:nvSpPr>
          <p:cNvPr id="6" name="テキスト プレースホルダー 4">
            <a:extLst>
              <a:ext uri="{FF2B5EF4-FFF2-40B4-BE49-F238E27FC236}">
                <a16:creationId xmlns:a16="http://schemas.microsoft.com/office/drawing/2014/main" id="{4C3AF5AA-B358-4316-BC78-20B29D60485D}"/>
              </a:ext>
            </a:extLst>
          </p:cNvPr>
          <p:cNvSpPr txBox="1">
            <a:spLocks/>
          </p:cNvSpPr>
          <p:nvPr/>
        </p:nvSpPr>
        <p:spPr>
          <a:xfrm>
            <a:off x="1232452" y="901975"/>
            <a:ext cx="6559825" cy="271586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IfSample</a:t>
            </a:r>
            <a:r>
              <a:rPr lang="en-US" altLang="ja-JP" dirty="0"/>
              <a:t> {</a:t>
            </a:r>
          </a:p>
          <a:p>
            <a:pPr marL="96838" indent="0">
              <a:buFont typeface="Arial" panose="020B0604020202020204" pitchFamily="34" charset="0"/>
              <a:buNone/>
            </a:pPr>
            <a:r>
              <a:rPr lang="en-US" altLang="ja-JP" dirty="0"/>
              <a:t>    public static void main(String[] </a:t>
            </a:r>
            <a:r>
              <a:rPr lang="en-US" altLang="ja-JP" dirty="0" err="1"/>
              <a:t>args</a:t>
            </a:r>
            <a:r>
              <a:rPr lang="en-US" altLang="ja-JP" dirty="0"/>
              <a:t>) {</a:t>
            </a:r>
          </a:p>
          <a:p>
            <a:pPr marL="96838" indent="0">
              <a:buFont typeface="Arial" panose="020B0604020202020204" pitchFamily="34" charset="0"/>
              <a:buNone/>
            </a:pPr>
            <a:r>
              <a:rPr lang="en-US" altLang="ja-JP" dirty="0"/>
              <a:t>        int temperature = 27;</a:t>
            </a:r>
          </a:p>
          <a:p>
            <a:pPr marL="96838" indent="0">
              <a:buFont typeface="Arial" panose="020B0604020202020204" pitchFamily="34" charset="0"/>
              <a:buNone/>
            </a:pPr>
            <a:r>
              <a:rPr lang="en-US" altLang="ja-JP" dirty="0"/>
              <a:t>        </a:t>
            </a:r>
            <a:r>
              <a:rPr lang="en-US" altLang="ja-JP" b="1" dirty="0">
                <a:solidFill>
                  <a:schemeClr val="accent1"/>
                </a:solidFill>
              </a:rPr>
              <a:t>if (temperature &gt;= 25)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半袖を着ます</a:t>
            </a:r>
            <a:r>
              <a:rPr lang="en-US" altLang="ja-JP" dirty="0"/>
              <a:t>");</a:t>
            </a:r>
          </a:p>
          <a:p>
            <a:pPr marL="96838" indent="0">
              <a:buFont typeface="Arial" panose="020B0604020202020204" pitchFamily="34" charset="0"/>
              <a:buNone/>
            </a:pPr>
            <a:r>
              <a:rPr lang="en-US" altLang="ja-JP" b="1" dirty="0">
                <a:solidFill>
                  <a:schemeClr val="accent1"/>
                </a:solidFill>
              </a:rPr>
              <a:t>        } else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長袖を着ます</a:t>
            </a:r>
            <a:r>
              <a:rPr lang="en-US" altLang="ja-JP" dirty="0"/>
              <a:t>");</a:t>
            </a:r>
          </a:p>
          <a:p>
            <a:pPr marL="96838" indent="0">
              <a:buFont typeface="Arial" panose="020B0604020202020204" pitchFamily="34" charset="0"/>
              <a:buNone/>
            </a:pPr>
            <a:r>
              <a:rPr lang="en-US" altLang="ja-JP" b="1" dirty="0">
                <a:solidFill>
                  <a:schemeClr val="accent1"/>
                </a:solidFill>
              </a:rPr>
              <a:t>        }</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p>
          <a:p>
            <a:pPr marL="96838" indent="0">
              <a:buFont typeface="Arial" panose="020B0604020202020204" pitchFamily="34" charset="0"/>
              <a:buNone/>
            </a:pPr>
            <a:endParaRPr lang="ja-JP" altLang="en-US" dirty="0"/>
          </a:p>
        </p:txBody>
      </p:sp>
    </p:spTree>
    <p:extLst>
      <p:ext uri="{BB962C8B-B14F-4D97-AF65-F5344CB8AC3E}">
        <p14:creationId xmlns:p14="http://schemas.microsoft.com/office/powerpoint/2010/main" val="1110472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BBE4694-184B-49B7-9E33-19EC7779B26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C5E10D8-FE1A-43F3-A5E1-4E0561551D6D}"/>
              </a:ext>
            </a:extLst>
          </p:cNvPr>
          <p:cNvSpPr>
            <a:spLocks noGrp="1"/>
          </p:cNvSpPr>
          <p:nvPr>
            <p:ph type="ctrTitle"/>
          </p:nvPr>
        </p:nvSpPr>
        <p:spPr/>
        <p:txBody>
          <a:bodyPr/>
          <a:lstStyle/>
          <a:p>
            <a:r>
              <a:rPr kumimoji="1" lang="en-US" altLang="ja-JP" dirty="0"/>
              <a:t>if</a:t>
            </a:r>
            <a:r>
              <a:rPr kumimoji="1" lang="ja-JP" altLang="en-US" dirty="0"/>
              <a:t>文</a:t>
            </a:r>
          </a:p>
        </p:txBody>
      </p:sp>
      <p:sp>
        <p:nvSpPr>
          <p:cNvPr id="4" name="スライド番号プレースホルダー 3">
            <a:extLst>
              <a:ext uri="{FF2B5EF4-FFF2-40B4-BE49-F238E27FC236}">
                <a16:creationId xmlns:a16="http://schemas.microsoft.com/office/drawing/2014/main" id="{3E06D817-31AB-4BEC-9B4A-1EC9934949B9}"/>
              </a:ext>
            </a:extLst>
          </p:cNvPr>
          <p:cNvSpPr>
            <a:spLocks noGrp="1"/>
          </p:cNvSpPr>
          <p:nvPr>
            <p:ph type="sldNum" sz="quarter" idx="4"/>
          </p:nvPr>
        </p:nvSpPr>
        <p:spPr/>
        <p:txBody>
          <a:bodyPr/>
          <a:lstStyle/>
          <a:p>
            <a:fld id="{00000000-1234-1234-1234-123412341234}" type="slidenum">
              <a:rPr lang="en" smtClean="0"/>
              <a:pPr/>
              <a:t>8</a:t>
            </a:fld>
            <a:endParaRPr lang="en" dirty="0"/>
          </a:p>
        </p:txBody>
      </p:sp>
      <p:sp>
        <p:nvSpPr>
          <p:cNvPr id="5" name="テキスト プレースホルダー 4">
            <a:extLst>
              <a:ext uri="{FF2B5EF4-FFF2-40B4-BE49-F238E27FC236}">
                <a16:creationId xmlns:a16="http://schemas.microsoft.com/office/drawing/2014/main" id="{B84F0D4E-F2BC-40E8-BE39-75DAE0927AB4}"/>
              </a:ext>
            </a:extLst>
          </p:cNvPr>
          <p:cNvSpPr>
            <a:spLocks noGrp="1"/>
          </p:cNvSpPr>
          <p:nvPr>
            <p:ph type="body" sz="quarter" idx="14"/>
          </p:nvPr>
        </p:nvSpPr>
        <p:spPr/>
        <p:txBody>
          <a:bodyPr/>
          <a:lstStyle/>
          <a:p>
            <a:pPr marL="96838" indent="0">
              <a:buNone/>
            </a:pPr>
            <a:r>
              <a:rPr kumimoji="1" lang="ja-JP" altLang="en-US" dirty="0"/>
              <a:t>いかがでしたか？</a:t>
            </a:r>
          </a:p>
          <a:p>
            <a:pPr marL="96838" indent="0">
              <a:buNone/>
            </a:pPr>
            <a:r>
              <a:rPr kumimoji="1" lang="ja-JP" altLang="en-US" dirty="0"/>
              <a:t>前のページのサンプルプログラムで、</a:t>
            </a:r>
            <a:endParaRPr kumimoji="1" lang="en-US" altLang="ja-JP" dirty="0"/>
          </a:p>
          <a:p>
            <a:pPr marL="452438" lvl="1" indent="0">
              <a:buNone/>
            </a:pPr>
            <a:r>
              <a:rPr kumimoji="1" lang="en-US" altLang="ja-JP" b="1" dirty="0">
                <a:solidFill>
                  <a:schemeClr val="accent1"/>
                </a:solidFill>
              </a:rPr>
              <a:t>temperature &gt;= 25</a:t>
            </a:r>
          </a:p>
          <a:p>
            <a:pPr marL="96838" indent="0">
              <a:buNone/>
            </a:pPr>
            <a:r>
              <a:rPr kumimoji="1" lang="ja-JP" altLang="en-US" dirty="0"/>
              <a:t>が条件式です。気温が</a:t>
            </a:r>
            <a:r>
              <a:rPr kumimoji="1" lang="en-US" altLang="ja-JP" dirty="0"/>
              <a:t>25℃</a:t>
            </a:r>
            <a:r>
              <a:rPr kumimoji="1" lang="ja-JP" altLang="en-US" dirty="0"/>
              <a:t>以上か？ということですね。</a:t>
            </a:r>
          </a:p>
          <a:p>
            <a:pPr marL="96838" indent="0">
              <a:buNone/>
            </a:pPr>
            <a:r>
              <a:rPr kumimoji="1" lang="en-US" altLang="ja-JP" dirty="0"/>
              <a:t>3</a:t>
            </a:r>
            <a:r>
              <a:rPr kumimoji="1" lang="ja-JP" altLang="en-US" dirty="0"/>
              <a:t>行目で気温を</a:t>
            </a:r>
            <a:r>
              <a:rPr kumimoji="1" lang="en-US" altLang="ja-JP" dirty="0"/>
              <a:t>27℃</a:t>
            </a:r>
            <a:r>
              <a:rPr kumimoji="1" lang="ja-JP" altLang="en-US" dirty="0"/>
              <a:t>にすると条件式が「はい（すなわち</a:t>
            </a:r>
            <a:r>
              <a:rPr kumimoji="1" lang="en-US" altLang="ja-JP" dirty="0"/>
              <a:t>true</a:t>
            </a:r>
            <a:r>
              <a:rPr kumimoji="1" lang="ja-JP" altLang="en-US" dirty="0"/>
              <a:t>）」の場合で</a:t>
            </a:r>
          </a:p>
          <a:p>
            <a:pPr marL="96838" indent="0">
              <a:buNone/>
            </a:pPr>
            <a:r>
              <a:rPr kumimoji="1" lang="ja-JP" altLang="en-US" b="1" dirty="0">
                <a:solidFill>
                  <a:schemeClr val="bg1"/>
                </a:solidFill>
                <a:highlight>
                  <a:srgbClr val="000000"/>
                </a:highlight>
              </a:rPr>
              <a:t>半袖を着ます</a:t>
            </a:r>
            <a:r>
              <a:rPr kumimoji="1" lang="ja-JP" altLang="en-US" b="1" dirty="0">
                <a:solidFill>
                  <a:schemeClr val="bg1"/>
                </a:solidFill>
              </a:rPr>
              <a:t>　</a:t>
            </a:r>
            <a:r>
              <a:rPr kumimoji="1" lang="ja-JP" altLang="en-US" dirty="0"/>
              <a:t>が画面に表示されました。</a:t>
            </a:r>
          </a:p>
          <a:p>
            <a:pPr marL="96838" indent="0">
              <a:buNone/>
            </a:pPr>
            <a:r>
              <a:rPr kumimoji="1" lang="ja-JP" altLang="en-US" dirty="0"/>
              <a:t>一方、</a:t>
            </a:r>
            <a:r>
              <a:rPr kumimoji="1" lang="en-US" altLang="ja-JP" dirty="0"/>
              <a:t>3</a:t>
            </a:r>
            <a:r>
              <a:rPr kumimoji="1" lang="ja-JP" altLang="en-US" dirty="0"/>
              <a:t>行目で気温を</a:t>
            </a:r>
            <a:r>
              <a:rPr kumimoji="1" lang="en-US" altLang="ja-JP" dirty="0"/>
              <a:t>23℃</a:t>
            </a:r>
            <a:r>
              <a:rPr kumimoji="1" lang="ja-JP" altLang="en-US" dirty="0"/>
              <a:t>にすると条件式が「いいえ（すなわち</a:t>
            </a:r>
            <a:r>
              <a:rPr kumimoji="1" lang="en-US" altLang="ja-JP" dirty="0"/>
              <a:t>false</a:t>
            </a:r>
            <a:r>
              <a:rPr kumimoji="1" lang="ja-JP" altLang="en-US" dirty="0"/>
              <a:t>）」になり、</a:t>
            </a:r>
          </a:p>
          <a:p>
            <a:pPr marL="96838" indent="0">
              <a:buNone/>
            </a:pPr>
            <a:r>
              <a:rPr kumimoji="1" lang="ja-JP" altLang="en-US" b="1" dirty="0">
                <a:solidFill>
                  <a:schemeClr val="bg1"/>
                </a:solidFill>
                <a:highlight>
                  <a:srgbClr val="000000"/>
                </a:highlight>
              </a:rPr>
              <a:t>長袖を着ます</a:t>
            </a:r>
            <a:r>
              <a:rPr kumimoji="1" lang="ja-JP" altLang="en-US" b="1" dirty="0">
                <a:solidFill>
                  <a:schemeClr val="bg1"/>
                </a:solidFill>
              </a:rPr>
              <a:t>　</a:t>
            </a:r>
            <a:r>
              <a:rPr kumimoji="1" lang="ja-JP" altLang="en-US" dirty="0"/>
              <a:t>が画面に表示されます。</a:t>
            </a:r>
          </a:p>
          <a:p>
            <a:pPr marL="96838" indent="0">
              <a:buNone/>
            </a:pPr>
            <a:r>
              <a:rPr kumimoji="1" lang="ja-JP" altLang="en-US" dirty="0"/>
              <a:t>このように条件式の結果によって、別の処理を行うことができるのが</a:t>
            </a:r>
            <a:r>
              <a:rPr kumimoji="1" lang="ja-JP" altLang="en-US" b="1" dirty="0">
                <a:solidFill>
                  <a:schemeClr val="tx2"/>
                </a:solidFill>
              </a:rPr>
              <a:t>分岐</a:t>
            </a:r>
            <a:r>
              <a:rPr kumimoji="1" lang="ja-JP" altLang="en-US" dirty="0"/>
              <a:t>です。</a:t>
            </a:r>
          </a:p>
          <a:p>
            <a:pPr marL="96838" indent="0">
              <a:buNone/>
            </a:pPr>
            <a:endParaRPr kumimoji="1" lang="ja-JP" altLang="en-US" dirty="0"/>
          </a:p>
        </p:txBody>
      </p:sp>
    </p:spTree>
    <p:extLst>
      <p:ext uri="{BB962C8B-B14F-4D97-AF65-F5344CB8AC3E}">
        <p14:creationId xmlns:p14="http://schemas.microsoft.com/office/powerpoint/2010/main" val="20231252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5A891BC-DCD6-4D57-B70D-D80C44C7DD4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ECC121AB-772A-4BE5-B6E5-12A14D7F48E0}"/>
              </a:ext>
            </a:extLst>
          </p:cNvPr>
          <p:cNvSpPr>
            <a:spLocks noGrp="1"/>
          </p:cNvSpPr>
          <p:nvPr>
            <p:ph type="ctrTitle"/>
          </p:nvPr>
        </p:nvSpPr>
        <p:spPr/>
        <p:txBody>
          <a:bodyPr/>
          <a:lstStyle/>
          <a:p>
            <a:r>
              <a:rPr kumimoji="1" lang="en-US" altLang="ja-JP" dirty="0"/>
              <a:t>3</a:t>
            </a:r>
            <a:r>
              <a:rPr kumimoji="1" lang="ja-JP" altLang="en-US" dirty="0"/>
              <a:t>種類の</a:t>
            </a:r>
            <a:r>
              <a:rPr kumimoji="1" lang="en-US" altLang="ja-JP" dirty="0"/>
              <a:t>if</a:t>
            </a:r>
            <a:r>
              <a:rPr kumimoji="1" lang="ja-JP" altLang="en-US" dirty="0"/>
              <a:t>文</a:t>
            </a:r>
          </a:p>
        </p:txBody>
      </p:sp>
      <p:sp>
        <p:nvSpPr>
          <p:cNvPr id="4" name="スライド番号プレースホルダー 3">
            <a:extLst>
              <a:ext uri="{FF2B5EF4-FFF2-40B4-BE49-F238E27FC236}">
                <a16:creationId xmlns:a16="http://schemas.microsoft.com/office/drawing/2014/main" id="{E2EFE866-8963-4177-8E58-DDD5A504750D}"/>
              </a:ext>
            </a:extLst>
          </p:cNvPr>
          <p:cNvSpPr>
            <a:spLocks noGrp="1"/>
          </p:cNvSpPr>
          <p:nvPr>
            <p:ph type="sldNum" sz="quarter" idx="4"/>
          </p:nvPr>
        </p:nvSpPr>
        <p:spPr/>
        <p:txBody>
          <a:bodyPr/>
          <a:lstStyle/>
          <a:p>
            <a:fld id="{00000000-1234-1234-1234-123412341234}" type="slidenum">
              <a:rPr lang="en" smtClean="0"/>
              <a:pPr/>
              <a:t>9</a:t>
            </a:fld>
            <a:endParaRPr lang="en" dirty="0"/>
          </a:p>
        </p:txBody>
      </p:sp>
      <p:sp>
        <p:nvSpPr>
          <p:cNvPr id="5" name="テキスト プレースホルダー 4">
            <a:extLst>
              <a:ext uri="{FF2B5EF4-FFF2-40B4-BE49-F238E27FC236}">
                <a16:creationId xmlns:a16="http://schemas.microsoft.com/office/drawing/2014/main" id="{1774875D-24B6-4061-A97A-E3A5F9F98EC7}"/>
              </a:ext>
            </a:extLst>
          </p:cNvPr>
          <p:cNvSpPr>
            <a:spLocks noGrp="1"/>
          </p:cNvSpPr>
          <p:nvPr>
            <p:ph type="body" sz="quarter" idx="14"/>
          </p:nvPr>
        </p:nvSpPr>
        <p:spPr/>
        <p:txBody>
          <a:bodyPr/>
          <a:lstStyle/>
          <a:p>
            <a:pPr marL="96838" indent="0">
              <a:buNone/>
            </a:pPr>
            <a:r>
              <a:rPr kumimoji="1" lang="ja-JP" altLang="en-US" dirty="0"/>
              <a:t>分岐と繰り返しの制御構文を学習したので、どんなプログラムでも書けるようになったのですが、分岐、繰り返し、ともに他の書き方もありますので、順に学習しましょう。</a:t>
            </a:r>
          </a:p>
          <a:p>
            <a:pPr marL="96838" indent="0">
              <a:buNone/>
            </a:pPr>
            <a:r>
              <a:rPr kumimoji="1" lang="ja-JP" altLang="en-US" dirty="0"/>
              <a:t>まずは</a:t>
            </a:r>
            <a:r>
              <a:rPr kumimoji="1" lang="en-US" altLang="ja-JP" dirty="0"/>
              <a:t>if</a:t>
            </a:r>
            <a:r>
              <a:rPr kumimoji="1" lang="ja-JP" altLang="en-US" dirty="0"/>
              <a:t>文のバリエーションです。</a:t>
            </a:r>
          </a:p>
          <a:p>
            <a:pPr marL="96838" indent="0">
              <a:buNone/>
            </a:pPr>
            <a:endParaRPr kumimoji="1" lang="en-US" altLang="ja-JP" dirty="0"/>
          </a:p>
          <a:p>
            <a:pPr marL="439738" indent="-342900">
              <a:buFont typeface="+mj-lt"/>
              <a:buAutoNum type="arabicPeriod"/>
            </a:pPr>
            <a:r>
              <a:rPr kumimoji="1" lang="en-US" altLang="ja-JP" b="1" dirty="0">
                <a:solidFill>
                  <a:schemeClr val="tx2"/>
                </a:solidFill>
              </a:rPr>
              <a:t>if-else</a:t>
            </a:r>
            <a:r>
              <a:rPr kumimoji="1" lang="ja-JP" altLang="en-US" b="1" dirty="0">
                <a:solidFill>
                  <a:schemeClr val="tx2"/>
                </a:solidFill>
              </a:rPr>
              <a:t>構文</a:t>
            </a:r>
          </a:p>
          <a:p>
            <a:pPr marL="452438" lvl="1" indent="0">
              <a:buNone/>
            </a:pPr>
            <a:r>
              <a:rPr kumimoji="1" lang="ja-JP" altLang="en-US" dirty="0"/>
              <a:t>今まで学習した</a:t>
            </a:r>
            <a:r>
              <a:rPr kumimoji="1" lang="en-US" altLang="ja-JP" dirty="0"/>
              <a:t>if</a:t>
            </a:r>
            <a:r>
              <a:rPr kumimoji="1" lang="ja-JP" altLang="en-US" dirty="0"/>
              <a:t>文の書き方です。</a:t>
            </a:r>
            <a:endParaRPr kumimoji="1" lang="en-US" altLang="ja-JP" dirty="0"/>
          </a:p>
          <a:p>
            <a:pPr marL="452438" lvl="1" indent="0">
              <a:buNone/>
            </a:pPr>
            <a:endParaRPr kumimoji="1" lang="ja-JP" altLang="en-US" dirty="0"/>
          </a:p>
          <a:p>
            <a:pPr marL="439738" indent="-342900">
              <a:buFont typeface="+mj-lt"/>
              <a:buAutoNum type="arabicPeriod"/>
            </a:pPr>
            <a:r>
              <a:rPr kumimoji="1" lang="en-US" altLang="ja-JP" b="1" dirty="0">
                <a:solidFill>
                  <a:schemeClr val="tx2"/>
                </a:solidFill>
              </a:rPr>
              <a:t>if</a:t>
            </a:r>
            <a:r>
              <a:rPr kumimoji="1" lang="ja-JP" altLang="en-US" b="1" dirty="0">
                <a:solidFill>
                  <a:schemeClr val="tx2"/>
                </a:solidFill>
              </a:rPr>
              <a:t>のみ構文</a:t>
            </a:r>
          </a:p>
          <a:p>
            <a:pPr marL="452438" lvl="1" indent="0">
              <a:buNone/>
            </a:pPr>
            <a:r>
              <a:rPr kumimoji="1" lang="ja-JP" altLang="en-US" dirty="0"/>
              <a:t>条件式が</a:t>
            </a:r>
            <a:r>
              <a:rPr kumimoji="1" lang="en-US" altLang="ja-JP" dirty="0"/>
              <a:t>false</a:t>
            </a:r>
            <a:r>
              <a:rPr kumimoji="1" lang="ja-JP" altLang="en-US" dirty="0"/>
              <a:t>の場合は処理がないときの書き方です。</a:t>
            </a:r>
          </a:p>
          <a:p>
            <a:pPr marL="439738" indent="-342900">
              <a:buFont typeface="+mj-lt"/>
              <a:buAutoNum type="arabicPeriod"/>
            </a:pPr>
            <a:endParaRPr kumimoji="1" lang="en-US" altLang="ja-JP" dirty="0"/>
          </a:p>
          <a:p>
            <a:pPr marL="439738" indent="-342900">
              <a:buFont typeface="+mj-lt"/>
              <a:buAutoNum type="arabicPeriod"/>
            </a:pPr>
            <a:r>
              <a:rPr kumimoji="1" lang="en-US" altLang="ja-JP" b="1" dirty="0">
                <a:solidFill>
                  <a:schemeClr val="tx2"/>
                </a:solidFill>
              </a:rPr>
              <a:t>if / else if / else </a:t>
            </a:r>
            <a:r>
              <a:rPr kumimoji="1" lang="ja-JP" altLang="en-US" b="1" dirty="0">
                <a:solidFill>
                  <a:schemeClr val="tx2"/>
                </a:solidFill>
              </a:rPr>
              <a:t>構文</a:t>
            </a:r>
          </a:p>
          <a:p>
            <a:pPr marL="452438" lvl="1" indent="0">
              <a:buNone/>
            </a:pPr>
            <a:r>
              <a:rPr kumimoji="1" lang="ja-JP" altLang="en-US" dirty="0"/>
              <a:t>条件式が</a:t>
            </a:r>
            <a:r>
              <a:rPr kumimoji="1" lang="en-US" altLang="ja-JP" dirty="0"/>
              <a:t>false</a:t>
            </a:r>
            <a:r>
              <a:rPr kumimoji="1" lang="ja-JP" altLang="en-US" dirty="0"/>
              <a:t>の場合、さらに別の条件で判定したいときの書き方です。</a:t>
            </a:r>
          </a:p>
          <a:p>
            <a:pPr marL="96838" indent="0">
              <a:buNone/>
            </a:pPr>
            <a:endParaRPr kumimoji="1" lang="ja-JP" altLang="en-US" dirty="0"/>
          </a:p>
        </p:txBody>
      </p:sp>
    </p:spTree>
    <p:extLst>
      <p:ext uri="{BB962C8B-B14F-4D97-AF65-F5344CB8AC3E}">
        <p14:creationId xmlns:p14="http://schemas.microsoft.com/office/powerpoint/2010/main" val="571433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16DA345-570A-4E37-A542-194BC90BB682}"/>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B972367C-4947-4E69-A131-8F640D8D60E5}"/>
              </a:ext>
            </a:extLst>
          </p:cNvPr>
          <p:cNvSpPr>
            <a:spLocks noGrp="1"/>
          </p:cNvSpPr>
          <p:nvPr>
            <p:ph type="ctrTitle"/>
          </p:nvPr>
        </p:nvSpPr>
        <p:spPr/>
        <p:txBody>
          <a:bodyPr/>
          <a:lstStyle/>
          <a:p>
            <a:r>
              <a:rPr lang="en-US" altLang="ja-JP" dirty="0" err="1"/>
              <a:t>ifのみ構文</a:t>
            </a:r>
            <a:endParaRPr kumimoji="1" lang="ja-JP" altLang="en-US" dirty="0"/>
          </a:p>
        </p:txBody>
      </p:sp>
      <p:sp>
        <p:nvSpPr>
          <p:cNvPr id="4" name="スライド番号プレースホルダー 3">
            <a:extLst>
              <a:ext uri="{FF2B5EF4-FFF2-40B4-BE49-F238E27FC236}">
                <a16:creationId xmlns:a16="http://schemas.microsoft.com/office/drawing/2014/main" id="{4A37BEEB-ECF0-4A29-8C95-8D8071DC2630}"/>
              </a:ext>
            </a:extLst>
          </p:cNvPr>
          <p:cNvSpPr>
            <a:spLocks noGrp="1"/>
          </p:cNvSpPr>
          <p:nvPr>
            <p:ph type="sldNum" sz="quarter" idx="4"/>
          </p:nvPr>
        </p:nvSpPr>
        <p:spPr/>
        <p:txBody>
          <a:bodyPr/>
          <a:lstStyle/>
          <a:p>
            <a:fld id="{00000000-1234-1234-1234-123412341234}" type="slidenum">
              <a:rPr lang="en" smtClean="0"/>
              <a:pPr/>
              <a:t>10</a:t>
            </a:fld>
            <a:endParaRPr lang="en" dirty="0"/>
          </a:p>
        </p:txBody>
      </p:sp>
      <p:sp>
        <p:nvSpPr>
          <p:cNvPr id="5" name="テキスト プレースホルダー 4">
            <a:extLst>
              <a:ext uri="{FF2B5EF4-FFF2-40B4-BE49-F238E27FC236}">
                <a16:creationId xmlns:a16="http://schemas.microsoft.com/office/drawing/2014/main" id="{B8CB535A-3CCB-4067-A5E6-C7F335F4C81D}"/>
              </a:ext>
            </a:extLst>
          </p:cNvPr>
          <p:cNvSpPr>
            <a:spLocks noGrp="1"/>
          </p:cNvSpPr>
          <p:nvPr>
            <p:ph type="body" sz="quarter" idx="14"/>
          </p:nvPr>
        </p:nvSpPr>
        <p:spPr>
          <a:xfrm>
            <a:off x="462875" y="859491"/>
            <a:ext cx="8216900" cy="341156"/>
          </a:xfrm>
        </p:spPr>
        <p:txBody>
          <a:bodyPr/>
          <a:lstStyle/>
          <a:p>
            <a:pPr marL="96838" indent="0">
              <a:buNone/>
            </a:pPr>
            <a:r>
              <a:rPr kumimoji="1" lang="ja-JP" altLang="en-US" dirty="0"/>
              <a:t>条件式が</a:t>
            </a:r>
            <a:r>
              <a:rPr kumimoji="1" lang="en-US" altLang="ja-JP" dirty="0"/>
              <a:t>false</a:t>
            </a:r>
            <a:r>
              <a:rPr kumimoji="1" lang="ja-JP" altLang="en-US" dirty="0"/>
              <a:t>の場合</a:t>
            </a:r>
            <a:r>
              <a:rPr lang="ja-JP" altLang="en-US" dirty="0"/>
              <a:t>、</a:t>
            </a:r>
            <a:r>
              <a:rPr kumimoji="1" lang="ja-JP" altLang="en-US" dirty="0"/>
              <a:t>処理がないときは</a:t>
            </a:r>
            <a:r>
              <a:rPr kumimoji="1" lang="en-US" altLang="ja-JP" dirty="0"/>
              <a:t>else{ }</a:t>
            </a:r>
            <a:r>
              <a:rPr kumimoji="1" lang="ja-JP" altLang="en-US" dirty="0"/>
              <a:t>を省略できます。</a:t>
            </a:r>
          </a:p>
          <a:p>
            <a:pPr marL="96838" indent="0">
              <a:buNone/>
            </a:pPr>
            <a:endParaRPr kumimoji="1" lang="ja-JP" altLang="en-US" dirty="0"/>
          </a:p>
        </p:txBody>
      </p:sp>
      <p:sp>
        <p:nvSpPr>
          <p:cNvPr id="6" name="テキスト プレースホルダー 4">
            <a:extLst>
              <a:ext uri="{FF2B5EF4-FFF2-40B4-BE49-F238E27FC236}">
                <a16:creationId xmlns:a16="http://schemas.microsoft.com/office/drawing/2014/main" id="{A47CD9CD-E188-4199-9271-65EABF76F149}"/>
              </a:ext>
            </a:extLst>
          </p:cNvPr>
          <p:cNvSpPr txBox="1">
            <a:spLocks/>
          </p:cNvSpPr>
          <p:nvPr/>
        </p:nvSpPr>
        <p:spPr>
          <a:xfrm>
            <a:off x="1232452" y="1200647"/>
            <a:ext cx="6559825" cy="331569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solidFill>
                  <a:schemeClr val="accent6"/>
                </a:solidFill>
              </a:rPr>
              <a:t>//</a:t>
            </a:r>
            <a:r>
              <a:rPr lang="ja-JP" altLang="en-US" dirty="0">
                <a:solidFill>
                  <a:schemeClr val="accent6"/>
                </a:solidFill>
              </a:rPr>
              <a:t>サイコロを</a:t>
            </a:r>
            <a:r>
              <a:rPr lang="en-US" altLang="ja-JP" dirty="0">
                <a:solidFill>
                  <a:schemeClr val="accent6"/>
                </a:solidFill>
              </a:rPr>
              <a:t>2</a:t>
            </a:r>
            <a:r>
              <a:rPr lang="ja-JP" altLang="en-US" dirty="0">
                <a:solidFill>
                  <a:schemeClr val="accent6"/>
                </a:solidFill>
              </a:rPr>
              <a:t>つ振ります</a:t>
            </a:r>
            <a:endParaRPr lang="en-US" altLang="ja-JP" dirty="0">
              <a:solidFill>
                <a:schemeClr val="accent6"/>
              </a:solidFill>
            </a:endParaRPr>
          </a:p>
          <a:p>
            <a:pPr marL="96838" indent="0">
              <a:buFont typeface="Arial" panose="020B0604020202020204" pitchFamily="34" charset="0"/>
              <a:buNone/>
            </a:pPr>
            <a:r>
              <a:rPr lang="en-US" altLang="ja-JP" dirty="0"/>
              <a:t>int dice1 = new </a:t>
            </a:r>
            <a:r>
              <a:rPr lang="en-US" altLang="ja-JP" dirty="0" err="1"/>
              <a:t>java.util.Random</a:t>
            </a:r>
            <a:r>
              <a:rPr lang="en-US" altLang="ja-JP" dirty="0"/>
              <a:t>().</a:t>
            </a:r>
            <a:r>
              <a:rPr lang="en-US" altLang="ja-JP" dirty="0" err="1"/>
              <a:t>nextInt</a:t>
            </a:r>
            <a:r>
              <a:rPr lang="en-US" altLang="ja-JP" dirty="0"/>
              <a:t>(6) + 1;  </a:t>
            </a:r>
          </a:p>
          <a:p>
            <a:pPr marL="96838" indent="0">
              <a:buFont typeface="Arial" panose="020B0604020202020204" pitchFamily="34" charset="0"/>
              <a:buNone/>
            </a:pPr>
            <a:r>
              <a:rPr lang="en-US" altLang="ja-JP" dirty="0"/>
              <a:t>int dice2 = new </a:t>
            </a:r>
            <a:r>
              <a:rPr lang="en-US" altLang="ja-JP" dirty="0" err="1"/>
              <a:t>java.util.Random</a:t>
            </a:r>
            <a:r>
              <a:rPr lang="en-US" altLang="ja-JP" dirty="0"/>
              <a:t>().</a:t>
            </a:r>
            <a:r>
              <a:rPr lang="en-US" altLang="ja-JP" dirty="0" err="1"/>
              <a:t>nextInt</a:t>
            </a:r>
            <a:r>
              <a:rPr lang="en-US" altLang="ja-JP" dirty="0"/>
              <a:t>(6) + 1;</a:t>
            </a:r>
            <a:br>
              <a:rPr lang="en-US" altLang="ja-JP" dirty="0"/>
            </a:br>
            <a:br>
              <a:rPr lang="en-US" altLang="ja-JP" dirty="0"/>
            </a:br>
            <a:r>
              <a:rPr lang="en-US" altLang="ja-JP" dirty="0">
                <a:solidFill>
                  <a:schemeClr val="accent6"/>
                </a:solidFill>
              </a:rPr>
              <a:t>// </a:t>
            </a:r>
            <a:r>
              <a:rPr lang="ja-JP" altLang="en-US" dirty="0">
                <a:solidFill>
                  <a:schemeClr val="accent6"/>
                </a:solidFill>
              </a:rPr>
              <a:t>それぞれの目の数だけ進みます</a:t>
            </a:r>
            <a:endParaRPr lang="en-US" altLang="ja-JP" dirty="0">
              <a:solidFill>
                <a:schemeClr val="accent6"/>
              </a:solidFill>
            </a:endParaRPr>
          </a:p>
          <a:p>
            <a:pPr marL="96838" indent="0">
              <a:buFont typeface="Arial" panose="020B0604020202020204" pitchFamily="34" charset="0"/>
              <a:buNone/>
            </a:pPr>
            <a:r>
              <a:rPr lang="en-US" altLang="ja-JP" dirty="0" err="1"/>
              <a:t>System.out.println</a:t>
            </a:r>
            <a:r>
              <a:rPr lang="en-US" altLang="ja-JP" dirty="0"/>
              <a:t>(dice1 + "</a:t>
            </a:r>
            <a:r>
              <a:rPr lang="ja-JP" altLang="en-US" dirty="0"/>
              <a:t>コマ進みます</a:t>
            </a:r>
            <a:r>
              <a:rPr lang="en-US" altLang="ja-JP" dirty="0"/>
              <a:t>");</a:t>
            </a:r>
          </a:p>
          <a:p>
            <a:pPr marL="96838" indent="0">
              <a:buFont typeface="Arial" panose="020B0604020202020204" pitchFamily="34" charset="0"/>
              <a:buNone/>
            </a:pPr>
            <a:r>
              <a:rPr lang="en-US" altLang="ja-JP" dirty="0" err="1"/>
              <a:t>System.out.println</a:t>
            </a:r>
            <a:r>
              <a:rPr lang="en-US" altLang="ja-JP" dirty="0"/>
              <a:t>(dice2 + "</a:t>
            </a:r>
            <a:r>
              <a:rPr lang="ja-JP" altLang="en-US" dirty="0"/>
              <a:t>コマ進みます</a:t>
            </a:r>
            <a:r>
              <a:rPr lang="en-US" altLang="ja-JP" dirty="0"/>
              <a:t>");</a:t>
            </a:r>
            <a:br>
              <a:rPr lang="en-US" altLang="ja-JP" dirty="0"/>
            </a:br>
            <a:endParaRPr lang="en-US" altLang="ja-JP" dirty="0"/>
          </a:p>
          <a:p>
            <a:pPr marL="96838" indent="0">
              <a:buFont typeface="Arial" panose="020B0604020202020204" pitchFamily="34" charset="0"/>
              <a:buNone/>
            </a:pPr>
            <a:r>
              <a:rPr lang="en-US" altLang="ja-JP" b="1" dirty="0">
                <a:solidFill>
                  <a:schemeClr val="accent1"/>
                </a:solidFill>
              </a:rPr>
              <a:t>if (dice1 == dice2) {</a:t>
            </a:r>
          </a:p>
          <a:p>
            <a:pPr marL="96838" indent="0">
              <a:buFont typeface="Arial" panose="020B0604020202020204" pitchFamily="34" charset="0"/>
              <a:buNone/>
            </a:pPr>
            <a:r>
              <a:rPr lang="en-US" altLang="ja-JP" dirty="0"/>
              <a:t>    </a:t>
            </a:r>
            <a:r>
              <a:rPr lang="en-US" altLang="ja-JP" dirty="0">
                <a:solidFill>
                  <a:schemeClr val="accent6"/>
                </a:solidFill>
              </a:rPr>
              <a:t>// </a:t>
            </a:r>
            <a:r>
              <a:rPr lang="ja-JP" altLang="en-US" dirty="0">
                <a:solidFill>
                  <a:schemeClr val="accent6"/>
                </a:solidFill>
              </a:rPr>
              <a:t>もし</a:t>
            </a:r>
            <a:r>
              <a:rPr lang="en-US" altLang="ja-JP" dirty="0">
                <a:solidFill>
                  <a:schemeClr val="accent6"/>
                </a:solidFill>
              </a:rPr>
              <a:t>2</a:t>
            </a:r>
            <a:r>
              <a:rPr lang="ja-JP" altLang="en-US" dirty="0">
                <a:solidFill>
                  <a:schemeClr val="accent6"/>
                </a:solidFill>
              </a:rPr>
              <a:t>つのサイコロの目が同じならあと</a:t>
            </a:r>
            <a:r>
              <a:rPr lang="en-US" altLang="ja-JP" dirty="0">
                <a:solidFill>
                  <a:schemeClr val="accent6"/>
                </a:solidFill>
              </a:rPr>
              <a:t>2</a:t>
            </a:r>
            <a:r>
              <a:rPr lang="ja-JP" altLang="en-US" dirty="0">
                <a:solidFill>
                  <a:schemeClr val="accent6"/>
                </a:solidFill>
              </a:rPr>
              <a:t>回進めます</a:t>
            </a:r>
            <a:endParaRPr lang="en-US" altLang="ja-JP" dirty="0">
              <a:solidFill>
                <a:schemeClr val="accent6"/>
              </a:solidFill>
            </a:endParaRPr>
          </a:p>
          <a:p>
            <a:pPr marL="96838" indent="0">
              <a:buFont typeface="Arial" panose="020B0604020202020204" pitchFamily="34" charset="0"/>
              <a:buNone/>
            </a:pPr>
            <a:r>
              <a:rPr lang="ja-JP" altLang="en-US" dirty="0"/>
              <a:t>    </a:t>
            </a:r>
            <a:r>
              <a:rPr lang="en-US" altLang="ja-JP" dirty="0" err="1"/>
              <a:t>System.out.println</a:t>
            </a:r>
            <a:r>
              <a:rPr lang="en-US" altLang="ja-JP" dirty="0"/>
              <a:t>(dice1 + "</a:t>
            </a:r>
            <a:r>
              <a:rPr lang="ja-JP" altLang="en-US" dirty="0"/>
              <a:t>コマ進みます</a:t>
            </a:r>
            <a:r>
              <a:rPr lang="en-US" altLang="ja-JP" dirty="0"/>
              <a:t>");</a:t>
            </a:r>
          </a:p>
          <a:p>
            <a:pPr marL="96838" indent="0">
              <a:buFont typeface="Arial" panose="020B0604020202020204" pitchFamily="34" charset="0"/>
              <a:buNone/>
            </a:pPr>
            <a:r>
              <a:rPr lang="en-US" altLang="ja-JP" dirty="0"/>
              <a:t>    </a:t>
            </a:r>
            <a:r>
              <a:rPr lang="en-US" altLang="ja-JP" dirty="0" err="1"/>
              <a:t>System.out.println</a:t>
            </a:r>
            <a:r>
              <a:rPr lang="en-US" altLang="ja-JP" dirty="0"/>
              <a:t>(dice2 + "</a:t>
            </a:r>
            <a:r>
              <a:rPr lang="ja-JP" altLang="en-US" dirty="0"/>
              <a:t>コマ進みます</a:t>
            </a:r>
            <a:r>
              <a:rPr lang="en-US" altLang="ja-JP" dirty="0"/>
              <a:t>");</a:t>
            </a:r>
          </a:p>
          <a:p>
            <a:pPr marL="96838" indent="0">
              <a:buFont typeface="Arial" panose="020B0604020202020204" pitchFamily="34" charset="0"/>
              <a:buNone/>
            </a:pPr>
            <a:r>
              <a:rPr lang="en-US" altLang="ja-JP" b="1" dirty="0">
                <a:solidFill>
                  <a:schemeClr val="accent1"/>
                </a:solidFill>
              </a:rPr>
              <a:t>}</a:t>
            </a:r>
          </a:p>
        </p:txBody>
      </p:sp>
    </p:spTree>
    <p:extLst>
      <p:ext uri="{BB962C8B-B14F-4D97-AF65-F5344CB8AC3E}">
        <p14:creationId xmlns:p14="http://schemas.microsoft.com/office/powerpoint/2010/main" val="9413359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6CE800C-FCE4-4EE7-A239-60CEFE1B9BE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815163A-60B7-454C-9BEE-6E5D93822057}"/>
              </a:ext>
            </a:extLst>
          </p:cNvPr>
          <p:cNvSpPr>
            <a:spLocks noGrp="1"/>
          </p:cNvSpPr>
          <p:nvPr>
            <p:ph type="ctrTitle"/>
          </p:nvPr>
        </p:nvSpPr>
        <p:spPr/>
        <p:txBody>
          <a:bodyPr/>
          <a:lstStyle/>
          <a:p>
            <a:r>
              <a:rPr lang="en-US" altLang="ja-JP" dirty="0"/>
              <a:t>if-else if-</a:t>
            </a:r>
            <a:r>
              <a:rPr lang="en-US" altLang="ja-JP" dirty="0" err="1"/>
              <a:t>else構文</a:t>
            </a:r>
            <a:endParaRPr kumimoji="1" lang="ja-JP" altLang="en-US" dirty="0"/>
          </a:p>
        </p:txBody>
      </p:sp>
      <p:sp>
        <p:nvSpPr>
          <p:cNvPr id="4" name="スライド番号プレースホルダー 3">
            <a:extLst>
              <a:ext uri="{FF2B5EF4-FFF2-40B4-BE49-F238E27FC236}">
                <a16:creationId xmlns:a16="http://schemas.microsoft.com/office/drawing/2014/main" id="{EA10D195-264F-462A-AC11-03B5FBA16444}"/>
              </a:ext>
            </a:extLst>
          </p:cNvPr>
          <p:cNvSpPr>
            <a:spLocks noGrp="1"/>
          </p:cNvSpPr>
          <p:nvPr>
            <p:ph type="sldNum" sz="quarter" idx="4"/>
          </p:nvPr>
        </p:nvSpPr>
        <p:spPr/>
        <p:txBody>
          <a:bodyPr/>
          <a:lstStyle/>
          <a:p>
            <a:fld id="{00000000-1234-1234-1234-123412341234}" type="slidenum">
              <a:rPr lang="en" smtClean="0"/>
              <a:pPr/>
              <a:t>11</a:t>
            </a:fld>
            <a:endParaRPr lang="en" dirty="0"/>
          </a:p>
        </p:txBody>
      </p:sp>
      <p:sp>
        <p:nvSpPr>
          <p:cNvPr id="5" name="テキスト プレースホルダー 4">
            <a:extLst>
              <a:ext uri="{FF2B5EF4-FFF2-40B4-BE49-F238E27FC236}">
                <a16:creationId xmlns:a16="http://schemas.microsoft.com/office/drawing/2014/main" id="{C2C2A754-1E8C-4305-B29C-CBE1EA53CBA0}"/>
              </a:ext>
            </a:extLst>
          </p:cNvPr>
          <p:cNvSpPr>
            <a:spLocks noGrp="1"/>
          </p:cNvSpPr>
          <p:nvPr>
            <p:ph type="body" sz="quarter" idx="14"/>
          </p:nvPr>
        </p:nvSpPr>
        <p:spPr>
          <a:xfrm>
            <a:off x="462875" y="859491"/>
            <a:ext cx="8216900" cy="541192"/>
          </a:xfrm>
        </p:spPr>
        <p:txBody>
          <a:bodyPr/>
          <a:lstStyle/>
          <a:p>
            <a:pPr marL="96838" indent="0">
              <a:buNone/>
            </a:pPr>
            <a:r>
              <a:rPr kumimoji="1" lang="ja-JP" altLang="en-US" dirty="0"/>
              <a:t>条件式が</a:t>
            </a:r>
            <a:r>
              <a:rPr kumimoji="1" lang="en-US" altLang="ja-JP" dirty="0"/>
              <a:t>false</a:t>
            </a:r>
            <a:r>
              <a:rPr kumimoji="1" lang="ja-JP" altLang="en-US" dirty="0"/>
              <a:t>の場合、さらに別の条件で判定したいときは、</a:t>
            </a:r>
            <a:r>
              <a:rPr kumimoji="1" lang="en-US" altLang="ja-JP" dirty="0"/>
              <a:t>if</a:t>
            </a:r>
            <a:r>
              <a:rPr kumimoji="1" lang="ja-JP" altLang="en-US" dirty="0"/>
              <a:t>ブロックと</a:t>
            </a:r>
            <a:r>
              <a:rPr kumimoji="1" lang="en-US" altLang="ja-JP" dirty="0"/>
              <a:t>else</a:t>
            </a:r>
            <a:r>
              <a:rPr kumimoji="1" lang="ja-JP" altLang="en-US" dirty="0"/>
              <a:t>ブロックの間に</a:t>
            </a:r>
            <a:r>
              <a:rPr kumimoji="1" lang="en-US" altLang="ja-JP" dirty="0"/>
              <a:t>else if</a:t>
            </a:r>
            <a:r>
              <a:rPr kumimoji="1" lang="ja-JP" altLang="en-US" dirty="0"/>
              <a:t>ブロックを入れて、</a:t>
            </a:r>
            <a:r>
              <a:rPr kumimoji="1" lang="en-US" altLang="ja-JP" dirty="0"/>
              <a:t>3</a:t>
            </a:r>
            <a:r>
              <a:rPr kumimoji="1" lang="ja-JP" altLang="en-US" dirty="0"/>
              <a:t>つ以上に分岐することができます。</a:t>
            </a:r>
          </a:p>
          <a:p>
            <a:pPr marL="96838" indent="0">
              <a:buNone/>
            </a:pPr>
            <a:endParaRPr kumimoji="1" lang="ja-JP" altLang="en-US" dirty="0"/>
          </a:p>
        </p:txBody>
      </p:sp>
      <p:sp>
        <p:nvSpPr>
          <p:cNvPr id="6" name="テキスト プレースホルダー 4">
            <a:extLst>
              <a:ext uri="{FF2B5EF4-FFF2-40B4-BE49-F238E27FC236}">
                <a16:creationId xmlns:a16="http://schemas.microsoft.com/office/drawing/2014/main" id="{50464128-AAA6-4EA5-B22F-16F5D6C630AD}"/>
              </a:ext>
            </a:extLst>
          </p:cNvPr>
          <p:cNvSpPr txBox="1">
            <a:spLocks/>
          </p:cNvSpPr>
          <p:nvPr/>
        </p:nvSpPr>
        <p:spPr>
          <a:xfrm>
            <a:off x="1232452" y="1352976"/>
            <a:ext cx="6559825" cy="3461393"/>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solidFill>
                  <a:schemeClr val="accent6"/>
                </a:solidFill>
              </a:rPr>
              <a:t>// </a:t>
            </a:r>
            <a:r>
              <a:rPr lang="ja-JP" altLang="en-US" dirty="0">
                <a:solidFill>
                  <a:schemeClr val="accent6"/>
                </a:solidFill>
              </a:rPr>
              <a:t>テストの点数を入力します</a:t>
            </a:r>
            <a:endParaRPr lang="en-US" altLang="ja-JP" dirty="0">
              <a:solidFill>
                <a:schemeClr val="accent6"/>
              </a:solidFill>
            </a:endParaRPr>
          </a:p>
          <a:p>
            <a:pPr marL="96838" indent="0">
              <a:buFont typeface="Arial" panose="020B0604020202020204" pitchFamily="34" charset="0"/>
              <a:buNone/>
            </a:pPr>
            <a:r>
              <a:rPr lang="en-US" altLang="ja-JP" dirty="0"/>
              <a:t>String </a:t>
            </a:r>
            <a:r>
              <a:rPr lang="en-US" altLang="ja-JP" dirty="0" err="1"/>
              <a:t>inputTest</a:t>
            </a:r>
            <a:r>
              <a:rPr lang="en-US" altLang="ja-JP" dirty="0"/>
              <a:t> = new </a:t>
            </a:r>
            <a:r>
              <a:rPr lang="en-US" altLang="ja-JP" dirty="0" err="1"/>
              <a:t>java.util.Scanner</a:t>
            </a:r>
            <a:r>
              <a:rPr lang="en-US" altLang="ja-JP" dirty="0"/>
              <a:t>(System.in).</a:t>
            </a:r>
            <a:r>
              <a:rPr lang="en-US" altLang="ja-JP" dirty="0" err="1"/>
              <a:t>nextLine</a:t>
            </a:r>
            <a:r>
              <a:rPr lang="en-US" altLang="ja-JP" dirty="0"/>
              <a:t>();</a:t>
            </a:r>
          </a:p>
          <a:p>
            <a:pPr marL="96838" indent="0">
              <a:buFont typeface="Arial" panose="020B0604020202020204" pitchFamily="34" charset="0"/>
              <a:buNone/>
            </a:pPr>
            <a:r>
              <a:rPr lang="en-US" altLang="ja-JP" dirty="0"/>
              <a:t>int test = </a:t>
            </a:r>
            <a:r>
              <a:rPr lang="en-US" altLang="ja-JP" dirty="0" err="1"/>
              <a:t>Integer.parseInt</a:t>
            </a:r>
            <a:r>
              <a:rPr lang="en-US" altLang="ja-JP" dirty="0"/>
              <a:t>(</a:t>
            </a:r>
            <a:r>
              <a:rPr lang="en-US" altLang="ja-JP" dirty="0" err="1"/>
              <a:t>inputTest</a:t>
            </a:r>
            <a:r>
              <a:rPr lang="en-US" altLang="ja-JP" dirty="0"/>
              <a:t>);</a:t>
            </a:r>
            <a:br>
              <a:rPr lang="en-US" altLang="ja-JP" dirty="0"/>
            </a:br>
            <a:endParaRPr lang="en-US" altLang="ja-JP" dirty="0"/>
          </a:p>
          <a:p>
            <a:pPr marL="96838" indent="0">
              <a:buFont typeface="Arial" panose="020B0604020202020204" pitchFamily="34" charset="0"/>
              <a:buNone/>
            </a:pPr>
            <a:r>
              <a:rPr lang="en-US" altLang="ja-JP" dirty="0">
                <a:solidFill>
                  <a:schemeClr val="accent6"/>
                </a:solidFill>
              </a:rPr>
              <a:t>// </a:t>
            </a:r>
            <a:r>
              <a:rPr lang="ja-JP" altLang="en-US" dirty="0">
                <a:solidFill>
                  <a:schemeClr val="accent6"/>
                </a:solidFill>
              </a:rPr>
              <a:t>点数によって成績を判定します</a:t>
            </a:r>
            <a:endParaRPr lang="en-US" altLang="ja-JP" dirty="0">
              <a:solidFill>
                <a:schemeClr val="accent6"/>
              </a:solidFill>
            </a:endParaRPr>
          </a:p>
          <a:p>
            <a:pPr marL="96838" indent="0">
              <a:buFont typeface="Arial" panose="020B0604020202020204" pitchFamily="34" charset="0"/>
              <a:buNone/>
            </a:pPr>
            <a:r>
              <a:rPr lang="en-US" altLang="ja-JP" dirty="0"/>
              <a:t>if (test &gt;= 80) {</a:t>
            </a:r>
          </a:p>
          <a:p>
            <a:pPr marL="96838" indent="0">
              <a:buFont typeface="Arial" panose="020B0604020202020204" pitchFamily="34" charset="0"/>
              <a:buNone/>
            </a:pPr>
            <a:r>
              <a:rPr lang="en-US" altLang="ja-JP" dirty="0"/>
              <a:t>    </a:t>
            </a:r>
            <a:r>
              <a:rPr lang="en-US" altLang="ja-JP" dirty="0" err="1"/>
              <a:t>System.out.print</a:t>
            </a:r>
            <a:r>
              <a:rPr lang="en-US" altLang="ja-JP" dirty="0"/>
              <a:t>("</a:t>
            </a:r>
            <a:r>
              <a:rPr lang="ja-JP" altLang="en-US" dirty="0"/>
              <a:t>成績は</a:t>
            </a:r>
            <a:r>
              <a:rPr lang="en-US" altLang="ja-JP" dirty="0"/>
              <a:t>\"</a:t>
            </a:r>
            <a:r>
              <a:rPr lang="ja-JP" altLang="en-US" dirty="0"/>
              <a:t>優</a:t>
            </a:r>
            <a:r>
              <a:rPr lang="en-US" altLang="ja-JP" dirty="0"/>
              <a:t>\"</a:t>
            </a:r>
            <a:r>
              <a:rPr lang="ja-JP" altLang="en-US" dirty="0"/>
              <a:t>です</a:t>
            </a:r>
            <a:r>
              <a:rPr lang="en-US" altLang="ja-JP" dirty="0"/>
              <a:t>");</a:t>
            </a:r>
          </a:p>
          <a:p>
            <a:pPr marL="96838" indent="0">
              <a:buFont typeface="Arial" panose="020B0604020202020204" pitchFamily="34" charset="0"/>
              <a:buNone/>
            </a:pPr>
            <a:r>
              <a:rPr lang="en-US" altLang="ja-JP" dirty="0"/>
              <a:t>} </a:t>
            </a:r>
            <a:r>
              <a:rPr lang="en-US" altLang="ja-JP" b="1" dirty="0">
                <a:solidFill>
                  <a:schemeClr val="accent1"/>
                </a:solidFill>
              </a:rPr>
              <a:t>else if (test &gt;= 60) {</a:t>
            </a:r>
          </a:p>
          <a:p>
            <a:pPr marL="96838" indent="0">
              <a:buFont typeface="Arial" panose="020B0604020202020204" pitchFamily="34" charset="0"/>
              <a:buNone/>
            </a:pPr>
            <a:r>
              <a:rPr lang="en-US" altLang="ja-JP" dirty="0"/>
              <a:t>    </a:t>
            </a:r>
            <a:r>
              <a:rPr lang="en-US" altLang="ja-JP" dirty="0" err="1"/>
              <a:t>System.out.print</a:t>
            </a:r>
            <a:r>
              <a:rPr lang="en-US" altLang="ja-JP" dirty="0"/>
              <a:t>("</a:t>
            </a:r>
            <a:r>
              <a:rPr lang="ja-JP" altLang="en-US" dirty="0"/>
              <a:t>成績は</a:t>
            </a:r>
            <a:r>
              <a:rPr lang="en-US" altLang="ja-JP" dirty="0"/>
              <a:t>\"</a:t>
            </a:r>
            <a:r>
              <a:rPr lang="ja-JP" altLang="en-US" dirty="0"/>
              <a:t>良</a:t>
            </a:r>
            <a:r>
              <a:rPr lang="en-US" altLang="ja-JP" dirty="0"/>
              <a:t>\"</a:t>
            </a:r>
            <a:r>
              <a:rPr lang="ja-JP" altLang="en-US" dirty="0"/>
              <a:t>です</a:t>
            </a:r>
            <a:r>
              <a:rPr lang="en-US" altLang="ja-JP" dirty="0"/>
              <a:t>");</a:t>
            </a:r>
          </a:p>
          <a:p>
            <a:pPr marL="96838" indent="0">
              <a:buFont typeface="Arial" panose="020B0604020202020204" pitchFamily="34" charset="0"/>
              <a:buNone/>
            </a:pPr>
            <a:r>
              <a:rPr lang="en-US" altLang="ja-JP" b="1" dirty="0">
                <a:solidFill>
                  <a:schemeClr val="accent1"/>
                </a:solidFill>
              </a:rPr>
              <a:t>} else if (test &gt;= 40) {</a:t>
            </a:r>
          </a:p>
          <a:p>
            <a:pPr marL="96838" indent="0">
              <a:buFont typeface="Arial" panose="020B0604020202020204" pitchFamily="34" charset="0"/>
              <a:buNone/>
            </a:pPr>
            <a:r>
              <a:rPr lang="en-US" altLang="ja-JP" dirty="0"/>
              <a:t>    </a:t>
            </a:r>
            <a:r>
              <a:rPr lang="en-US" altLang="ja-JP" dirty="0" err="1"/>
              <a:t>System.out.print</a:t>
            </a:r>
            <a:r>
              <a:rPr lang="en-US" altLang="ja-JP" dirty="0"/>
              <a:t>("</a:t>
            </a:r>
            <a:r>
              <a:rPr lang="ja-JP" altLang="en-US" dirty="0"/>
              <a:t>成績は</a:t>
            </a:r>
            <a:r>
              <a:rPr lang="en-US" altLang="ja-JP" dirty="0"/>
              <a:t>\"</a:t>
            </a:r>
            <a:r>
              <a:rPr lang="ja-JP" altLang="en-US" dirty="0"/>
              <a:t>可</a:t>
            </a:r>
            <a:r>
              <a:rPr lang="en-US" altLang="ja-JP" dirty="0"/>
              <a:t>\"</a:t>
            </a:r>
            <a:r>
              <a:rPr lang="ja-JP" altLang="en-US" dirty="0"/>
              <a:t>です</a:t>
            </a:r>
            <a:r>
              <a:rPr lang="en-US" altLang="ja-JP" dirty="0"/>
              <a:t>");</a:t>
            </a:r>
          </a:p>
          <a:p>
            <a:pPr marL="96838" indent="0">
              <a:buFont typeface="Arial" panose="020B0604020202020204" pitchFamily="34" charset="0"/>
              <a:buNone/>
            </a:pPr>
            <a:r>
              <a:rPr lang="en-US" altLang="ja-JP" b="1" dirty="0">
                <a:solidFill>
                  <a:schemeClr val="accent1"/>
                </a:solidFill>
              </a:rPr>
              <a:t>}</a:t>
            </a:r>
            <a:r>
              <a:rPr lang="en-US" altLang="ja-JP" dirty="0"/>
              <a:t> else {</a:t>
            </a:r>
          </a:p>
          <a:p>
            <a:pPr marL="96838" indent="0">
              <a:buFont typeface="Arial" panose="020B0604020202020204" pitchFamily="34" charset="0"/>
              <a:buNone/>
            </a:pPr>
            <a:r>
              <a:rPr lang="en-US" altLang="ja-JP" dirty="0"/>
              <a:t>    </a:t>
            </a:r>
            <a:r>
              <a:rPr lang="en-US" altLang="ja-JP" dirty="0" err="1"/>
              <a:t>System.out.print</a:t>
            </a:r>
            <a:r>
              <a:rPr lang="en-US" altLang="ja-JP" dirty="0"/>
              <a:t>("</a:t>
            </a:r>
            <a:r>
              <a:rPr lang="ja-JP" altLang="en-US" dirty="0"/>
              <a:t>落第です</a:t>
            </a:r>
            <a:r>
              <a:rPr lang="en-US" altLang="ja-JP" dirty="0"/>
              <a:t>");</a:t>
            </a:r>
          </a:p>
          <a:p>
            <a:pPr marL="96838" indent="0">
              <a:buFont typeface="Arial" panose="020B0604020202020204" pitchFamily="34" charset="0"/>
              <a:buNone/>
            </a:pPr>
            <a:r>
              <a:rPr lang="en-US" altLang="ja-JP" dirty="0"/>
              <a:t>}</a:t>
            </a:r>
          </a:p>
        </p:txBody>
      </p:sp>
    </p:spTree>
    <p:extLst>
      <p:ext uri="{BB962C8B-B14F-4D97-AF65-F5344CB8AC3E}">
        <p14:creationId xmlns:p14="http://schemas.microsoft.com/office/powerpoint/2010/main" val="2664152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C046154-C1F8-4A2F-92D2-C12E5F3941C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9AA1DBB-256C-43A5-BA05-76B0A7285263}"/>
              </a:ext>
            </a:extLst>
          </p:cNvPr>
          <p:cNvSpPr>
            <a:spLocks noGrp="1"/>
          </p:cNvSpPr>
          <p:nvPr>
            <p:ph type="ctrTitle"/>
          </p:nvPr>
        </p:nvSpPr>
        <p:spPr/>
        <p:txBody>
          <a:bodyPr/>
          <a:lstStyle/>
          <a:p>
            <a:r>
              <a:rPr lang="en-US" altLang="ja-JP" dirty="0"/>
              <a:t>if-else if-</a:t>
            </a:r>
            <a:r>
              <a:rPr lang="en-US" altLang="ja-JP" dirty="0" err="1"/>
              <a:t>else構文</a:t>
            </a:r>
            <a:endParaRPr kumimoji="1" lang="ja-JP" altLang="en-US" dirty="0"/>
          </a:p>
        </p:txBody>
      </p:sp>
      <p:sp>
        <p:nvSpPr>
          <p:cNvPr id="4" name="スライド番号プレースホルダー 3">
            <a:extLst>
              <a:ext uri="{FF2B5EF4-FFF2-40B4-BE49-F238E27FC236}">
                <a16:creationId xmlns:a16="http://schemas.microsoft.com/office/drawing/2014/main" id="{ECF618F2-5923-401D-9E91-CBDCED641DF6}"/>
              </a:ext>
            </a:extLst>
          </p:cNvPr>
          <p:cNvSpPr>
            <a:spLocks noGrp="1"/>
          </p:cNvSpPr>
          <p:nvPr>
            <p:ph type="sldNum" sz="quarter" idx="4"/>
          </p:nvPr>
        </p:nvSpPr>
        <p:spPr/>
        <p:txBody>
          <a:bodyPr/>
          <a:lstStyle/>
          <a:p>
            <a:fld id="{00000000-1234-1234-1234-123412341234}" type="slidenum">
              <a:rPr lang="en" smtClean="0"/>
              <a:pPr/>
              <a:t>12</a:t>
            </a:fld>
            <a:endParaRPr lang="en" dirty="0"/>
          </a:p>
        </p:txBody>
      </p:sp>
      <p:sp>
        <p:nvSpPr>
          <p:cNvPr id="5" name="テキスト プレースホルダー 4">
            <a:extLst>
              <a:ext uri="{FF2B5EF4-FFF2-40B4-BE49-F238E27FC236}">
                <a16:creationId xmlns:a16="http://schemas.microsoft.com/office/drawing/2014/main" id="{85E77323-67F6-4BFB-93B2-6199F0DE3356}"/>
              </a:ext>
            </a:extLst>
          </p:cNvPr>
          <p:cNvSpPr>
            <a:spLocks noGrp="1"/>
          </p:cNvSpPr>
          <p:nvPr>
            <p:ph type="body" sz="quarter" idx="14"/>
          </p:nvPr>
        </p:nvSpPr>
        <p:spPr>
          <a:xfrm>
            <a:off x="462875" y="859491"/>
            <a:ext cx="8216900" cy="317302"/>
          </a:xfrm>
        </p:spPr>
        <p:txBody>
          <a:bodyPr/>
          <a:lstStyle/>
          <a:p>
            <a:pPr marL="96838" indent="0">
              <a:buNone/>
            </a:pPr>
            <a:r>
              <a:rPr kumimoji="1" lang="ja-JP" altLang="en-US" dirty="0"/>
              <a:t>プログラムは順番が重要です。前のページのプログラムを少し順序を入れ替えてみました。</a:t>
            </a:r>
          </a:p>
          <a:p>
            <a:pPr marL="96838" indent="0">
              <a:buNone/>
            </a:pPr>
            <a:endParaRPr kumimoji="1" lang="ja-JP" altLang="en-US" dirty="0"/>
          </a:p>
        </p:txBody>
      </p:sp>
      <p:sp>
        <p:nvSpPr>
          <p:cNvPr id="6" name="テキスト プレースホルダー 4">
            <a:extLst>
              <a:ext uri="{FF2B5EF4-FFF2-40B4-BE49-F238E27FC236}">
                <a16:creationId xmlns:a16="http://schemas.microsoft.com/office/drawing/2014/main" id="{EBD2286A-0F1A-4DF5-A259-16CD3040F129}"/>
              </a:ext>
            </a:extLst>
          </p:cNvPr>
          <p:cNvSpPr txBox="1">
            <a:spLocks/>
          </p:cNvSpPr>
          <p:nvPr/>
        </p:nvSpPr>
        <p:spPr>
          <a:xfrm>
            <a:off x="1232452" y="1176794"/>
            <a:ext cx="6559825" cy="276705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solidFill>
                  <a:schemeClr val="accent6"/>
                </a:solidFill>
              </a:rPr>
              <a:t>// </a:t>
            </a:r>
            <a:r>
              <a:rPr lang="ja-JP" altLang="en-US" dirty="0">
                <a:solidFill>
                  <a:schemeClr val="accent6"/>
                </a:solidFill>
              </a:rPr>
              <a:t>点数によって成績を判定します</a:t>
            </a:r>
            <a:endParaRPr lang="en-US" altLang="ja-JP" dirty="0">
              <a:solidFill>
                <a:schemeClr val="accent6"/>
              </a:solidFill>
            </a:endParaRPr>
          </a:p>
          <a:p>
            <a:pPr marL="96838" indent="0">
              <a:buFont typeface="Arial" panose="020B0604020202020204" pitchFamily="34" charset="0"/>
              <a:buNone/>
            </a:pPr>
            <a:r>
              <a:rPr lang="en-US" altLang="ja-JP" dirty="0"/>
              <a:t>if (test &gt;= 40) {</a:t>
            </a:r>
          </a:p>
          <a:p>
            <a:pPr marL="96838" indent="0">
              <a:buFont typeface="Arial" panose="020B0604020202020204" pitchFamily="34" charset="0"/>
              <a:buNone/>
            </a:pPr>
            <a:r>
              <a:rPr lang="en-US" altLang="ja-JP" dirty="0"/>
              <a:t>    </a:t>
            </a:r>
            <a:r>
              <a:rPr lang="en-US" altLang="ja-JP" dirty="0" err="1"/>
              <a:t>System.out.print</a:t>
            </a:r>
            <a:r>
              <a:rPr lang="en-US" altLang="ja-JP" dirty="0"/>
              <a:t>(“</a:t>
            </a:r>
            <a:r>
              <a:rPr lang="ja-JP" altLang="en-US" dirty="0"/>
              <a:t>成績は</a:t>
            </a:r>
            <a:r>
              <a:rPr lang="en-US" altLang="ja-JP" dirty="0"/>
              <a:t>\”</a:t>
            </a:r>
            <a:r>
              <a:rPr lang="ja-JP" altLang="en-US" dirty="0"/>
              <a:t>可</a:t>
            </a:r>
            <a:r>
              <a:rPr lang="en-US" altLang="ja-JP" dirty="0"/>
              <a:t>\"</a:t>
            </a:r>
            <a:r>
              <a:rPr lang="ja-JP" altLang="en-US" dirty="0"/>
              <a:t>です</a:t>
            </a:r>
            <a:r>
              <a:rPr lang="en-US" altLang="ja-JP" dirty="0"/>
              <a:t>");</a:t>
            </a:r>
          </a:p>
          <a:p>
            <a:pPr marL="96838" indent="0">
              <a:buFont typeface="Arial" panose="020B0604020202020204" pitchFamily="34" charset="0"/>
              <a:buNone/>
            </a:pPr>
            <a:r>
              <a:rPr lang="en-US" altLang="ja-JP" dirty="0"/>
              <a:t>} else if (test &gt;= 60) {</a:t>
            </a:r>
          </a:p>
          <a:p>
            <a:pPr marL="96838" indent="0">
              <a:buFont typeface="Arial" panose="020B0604020202020204" pitchFamily="34" charset="0"/>
              <a:buNone/>
            </a:pPr>
            <a:r>
              <a:rPr lang="en-US" altLang="ja-JP" dirty="0"/>
              <a:t>    </a:t>
            </a:r>
            <a:r>
              <a:rPr lang="en-US" altLang="ja-JP" dirty="0" err="1"/>
              <a:t>System.out.print</a:t>
            </a:r>
            <a:r>
              <a:rPr lang="en-US" altLang="ja-JP" dirty="0"/>
              <a:t>("</a:t>
            </a:r>
            <a:r>
              <a:rPr lang="ja-JP" altLang="en-US" dirty="0"/>
              <a:t>成績は</a:t>
            </a:r>
            <a:r>
              <a:rPr lang="en-US" altLang="ja-JP" dirty="0"/>
              <a:t>\"</a:t>
            </a:r>
            <a:r>
              <a:rPr lang="ja-JP" altLang="en-US" dirty="0"/>
              <a:t>良</a:t>
            </a:r>
            <a:r>
              <a:rPr lang="en-US" altLang="ja-JP" dirty="0"/>
              <a:t>\"</a:t>
            </a:r>
            <a:r>
              <a:rPr lang="ja-JP" altLang="en-US" dirty="0"/>
              <a:t>です</a:t>
            </a:r>
            <a:r>
              <a:rPr lang="en-US" altLang="ja-JP" dirty="0"/>
              <a:t>");</a:t>
            </a:r>
          </a:p>
          <a:p>
            <a:pPr marL="96838" indent="0">
              <a:buFont typeface="Arial" panose="020B0604020202020204" pitchFamily="34" charset="0"/>
              <a:buNone/>
            </a:pPr>
            <a:r>
              <a:rPr lang="en-US" altLang="ja-JP" dirty="0"/>
              <a:t>} else if (test &gt;= 80) {</a:t>
            </a:r>
          </a:p>
          <a:p>
            <a:pPr marL="96838" indent="0">
              <a:buFont typeface="Arial" panose="020B0604020202020204" pitchFamily="34" charset="0"/>
              <a:buNone/>
            </a:pPr>
            <a:r>
              <a:rPr lang="en-US" altLang="ja-JP" dirty="0"/>
              <a:t>    </a:t>
            </a:r>
            <a:r>
              <a:rPr lang="en-US" altLang="ja-JP" dirty="0" err="1"/>
              <a:t>System.out.print</a:t>
            </a:r>
            <a:r>
              <a:rPr lang="en-US" altLang="ja-JP" dirty="0"/>
              <a:t>(“</a:t>
            </a:r>
            <a:r>
              <a:rPr lang="ja-JP" altLang="en-US" dirty="0"/>
              <a:t>成績は</a:t>
            </a:r>
            <a:r>
              <a:rPr lang="en-US" altLang="ja-JP" dirty="0"/>
              <a:t>\”</a:t>
            </a:r>
            <a:r>
              <a:rPr lang="ja-JP" altLang="en-US" dirty="0"/>
              <a:t>優</a:t>
            </a:r>
            <a:r>
              <a:rPr lang="en-US" altLang="ja-JP" dirty="0"/>
              <a:t>\"</a:t>
            </a:r>
            <a:r>
              <a:rPr lang="ja-JP" altLang="en-US" dirty="0"/>
              <a:t>です</a:t>
            </a:r>
            <a:r>
              <a:rPr lang="en-US" altLang="ja-JP" dirty="0"/>
              <a:t>");</a:t>
            </a:r>
          </a:p>
          <a:p>
            <a:pPr marL="96838" indent="0">
              <a:buFont typeface="Arial" panose="020B0604020202020204" pitchFamily="34" charset="0"/>
              <a:buNone/>
            </a:pPr>
            <a:r>
              <a:rPr lang="en-US" altLang="ja-JP" dirty="0"/>
              <a:t>} else {</a:t>
            </a:r>
          </a:p>
          <a:p>
            <a:pPr marL="96838" indent="0">
              <a:buFont typeface="Arial" panose="020B0604020202020204" pitchFamily="34" charset="0"/>
              <a:buNone/>
            </a:pPr>
            <a:r>
              <a:rPr lang="en-US" altLang="ja-JP" dirty="0"/>
              <a:t>    </a:t>
            </a:r>
            <a:r>
              <a:rPr lang="en-US" altLang="ja-JP" dirty="0" err="1"/>
              <a:t>System.out.print</a:t>
            </a:r>
            <a:r>
              <a:rPr lang="en-US" altLang="ja-JP" dirty="0"/>
              <a:t>("</a:t>
            </a:r>
            <a:r>
              <a:rPr lang="ja-JP" altLang="en-US" dirty="0"/>
              <a:t>落第です</a:t>
            </a:r>
            <a:r>
              <a:rPr lang="en-US" altLang="ja-JP" dirty="0"/>
              <a:t>");</a:t>
            </a:r>
          </a:p>
          <a:p>
            <a:pPr marL="96838" indent="0">
              <a:buFont typeface="Arial" panose="020B0604020202020204" pitchFamily="34" charset="0"/>
              <a:buNone/>
            </a:pPr>
            <a:r>
              <a:rPr lang="en-US" altLang="ja-JP" dirty="0"/>
              <a:t>}</a:t>
            </a:r>
          </a:p>
        </p:txBody>
      </p:sp>
      <p:sp>
        <p:nvSpPr>
          <p:cNvPr id="7" name="テキスト プレースホルダー 4">
            <a:extLst>
              <a:ext uri="{FF2B5EF4-FFF2-40B4-BE49-F238E27FC236}">
                <a16:creationId xmlns:a16="http://schemas.microsoft.com/office/drawing/2014/main" id="{EA633DCB-A576-4301-B681-FCD5E5467649}"/>
              </a:ext>
            </a:extLst>
          </p:cNvPr>
          <p:cNvSpPr txBox="1">
            <a:spLocks/>
          </p:cNvSpPr>
          <p:nvPr/>
        </p:nvSpPr>
        <p:spPr>
          <a:xfrm>
            <a:off x="462875" y="4028907"/>
            <a:ext cx="8216900" cy="31730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このプログラムだと</a:t>
            </a:r>
            <a:r>
              <a:rPr lang="en-US" altLang="ja-JP" dirty="0"/>
              <a:t>100</a:t>
            </a:r>
            <a:r>
              <a:rPr lang="ja-JP" altLang="en-US" dirty="0"/>
              <a:t>点を取った人の成績も</a:t>
            </a:r>
            <a:r>
              <a:rPr lang="en-US" altLang="ja-JP" dirty="0"/>
              <a:t>”</a:t>
            </a:r>
            <a:r>
              <a:rPr lang="ja-JP" altLang="en-US" dirty="0"/>
              <a:t>可</a:t>
            </a:r>
            <a:r>
              <a:rPr lang="en-US" altLang="ja-JP" dirty="0"/>
              <a:t>”</a:t>
            </a:r>
            <a:r>
              <a:rPr lang="ja-JP" altLang="en-US" dirty="0"/>
              <a:t>と表示されてしまいます。</a:t>
            </a:r>
          </a:p>
        </p:txBody>
      </p:sp>
    </p:spTree>
    <p:extLst>
      <p:ext uri="{BB962C8B-B14F-4D97-AF65-F5344CB8AC3E}">
        <p14:creationId xmlns:p14="http://schemas.microsoft.com/office/powerpoint/2010/main" val="3649152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FE0F1E7-A5CD-42B9-8CED-128084B54EFE}"/>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C89FF5A0-D3B5-4029-A1B1-DEE93326B4E8}"/>
              </a:ext>
            </a:extLst>
          </p:cNvPr>
          <p:cNvSpPr>
            <a:spLocks noGrp="1"/>
          </p:cNvSpPr>
          <p:nvPr>
            <p:ph type="ctrTitle"/>
          </p:nvPr>
        </p:nvSpPr>
        <p:spPr/>
        <p:txBody>
          <a:bodyPr/>
          <a:lstStyle/>
          <a:p>
            <a:r>
              <a:rPr lang="en-US" altLang="ja-JP"/>
              <a:t>w</a:t>
            </a:r>
            <a:r>
              <a:rPr kumimoji="1" lang="en-US" altLang="ja-JP"/>
              <a:t>hile</a:t>
            </a:r>
            <a:r>
              <a:rPr kumimoji="1" lang="ja-JP" altLang="en-US" dirty="0"/>
              <a:t>文</a:t>
            </a:r>
          </a:p>
        </p:txBody>
      </p:sp>
      <p:sp>
        <p:nvSpPr>
          <p:cNvPr id="4" name="スライド番号プレースホルダー 3">
            <a:extLst>
              <a:ext uri="{FF2B5EF4-FFF2-40B4-BE49-F238E27FC236}">
                <a16:creationId xmlns:a16="http://schemas.microsoft.com/office/drawing/2014/main" id="{664B3984-DF12-49BB-9208-B42002457D63}"/>
              </a:ext>
            </a:extLst>
          </p:cNvPr>
          <p:cNvSpPr>
            <a:spLocks noGrp="1"/>
          </p:cNvSpPr>
          <p:nvPr>
            <p:ph type="sldNum" sz="quarter" idx="4"/>
          </p:nvPr>
        </p:nvSpPr>
        <p:spPr/>
        <p:txBody>
          <a:bodyPr/>
          <a:lstStyle/>
          <a:p>
            <a:fld id="{00000000-1234-1234-1234-123412341234}" type="slidenum">
              <a:rPr lang="en" smtClean="0"/>
              <a:pPr/>
              <a:t>13</a:t>
            </a:fld>
            <a:endParaRPr lang="en" dirty="0">
              <a:latin typeface="+mn-ea"/>
            </a:endParaRPr>
          </a:p>
        </p:txBody>
      </p:sp>
      <p:sp>
        <p:nvSpPr>
          <p:cNvPr id="6" name="テキスト プレースホルダー 5">
            <a:extLst>
              <a:ext uri="{FF2B5EF4-FFF2-40B4-BE49-F238E27FC236}">
                <a16:creationId xmlns:a16="http://schemas.microsoft.com/office/drawing/2014/main" id="{35F58561-CF2B-4E01-A45D-4DB521FF9238}"/>
              </a:ext>
            </a:extLst>
          </p:cNvPr>
          <p:cNvSpPr>
            <a:spLocks noGrp="1"/>
          </p:cNvSpPr>
          <p:nvPr>
            <p:ph type="body" sz="quarter" idx="15"/>
          </p:nvPr>
        </p:nvSpPr>
        <p:spPr>
          <a:xfrm>
            <a:off x="463549" y="1023814"/>
            <a:ext cx="7177471" cy="877873"/>
          </a:xfrm>
        </p:spPr>
        <p:txBody>
          <a:bodyPr/>
          <a:lstStyle/>
          <a:p>
            <a:r>
              <a:rPr kumimoji="1" lang="en-US" altLang="ja-JP" dirty="0"/>
              <a:t>while</a:t>
            </a:r>
            <a:r>
              <a:rPr kumimoji="1" lang="ja-JP" altLang="en-US" dirty="0"/>
              <a:t>文は制御構造の「繰り返し」に該当する</a:t>
            </a:r>
            <a:endParaRPr kumimoji="1" lang="en-US" altLang="ja-JP" dirty="0"/>
          </a:p>
          <a:p>
            <a:r>
              <a:rPr lang="en-US" altLang="ja-JP" dirty="0"/>
              <a:t>while</a:t>
            </a:r>
            <a:r>
              <a:rPr lang="ja-JP" altLang="en-US" dirty="0"/>
              <a:t>文は繰り返し回数が不明な場合に利用することが多い</a:t>
            </a:r>
            <a:endParaRPr kumimoji="1" lang="en-US" altLang="ja-JP" dirty="0"/>
          </a:p>
          <a:p>
            <a:endParaRPr kumimoji="1" lang="ja-JP" altLang="en-US" dirty="0"/>
          </a:p>
        </p:txBody>
      </p:sp>
      <p:sp>
        <p:nvSpPr>
          <p:cNvPr id="7" name="テキスト プレースホルダー 6">
            <a:extLst>
              <a:ext uri="{FF2B5EF4-FFF2-40B4-BE49-F238E27FC236}">
                <a16:creationId xmlns:a16="http://schemas.microsoft.com/office/drawing/2014/main" id="{AEBE03B7-233B-4A8A-B548-44AD0BCB65BD}"/>
              </a:ext>
            </a:extLst>
          </p:cNvPr>
          <p:cNvSpPr>
            <a:spLocks noGrp="1"/>
          </p:cNvSpPr>
          <p:nvPr>
            <p:ph type="body" sz="quarter" idx="16"/>
          </p:nvPr>
        </p:nvSpPr>
        <p:spPr/>
        <p:txBody>
          <a:bodyPr/>
          <a:lstStyle/>
          <a:p>
            <a:endParaRPr kumimoji="1" lang="ja-JP" altLang="en-US"/>
          </a:p>
        </p:txBody>
      </p:sp>
      <p:sp>
        <p:nvSpPr>
          <p:cNvPr id="10" name="テキスト プレースホルダー 4">
            <a:extLst>
              <a:ext uri="{FF2B5EF4-FFF2-40B4-BE49-F238E27FC236}">
                <a16:creationId xmlns:a16="http://schemas.microsoft.com/office/drawing/2014/main" id="{EB10DA91-49E2-4C4E-BF53-055DCBABD5B8}"/>
              </a:ext>
            </a:extLst>
          </p:cNvPr>
          <p:cNvSpPr>
            <a:spLocks noGrp="1"/>
          </p:cNvSpPr>
          <p:nvPr>
            <p:ph type="body" sz="quarter" idx="14"/>
          </p:nvPr>
        </p:nvSpPr>
        <p:spPr>
          <a:xfrm>
            <a:off x="463550" y="1945693"/>
            <a:ext cx="8216900" cy="2838342"/>
          </a:xfrm>
        </p:spPr>
        <p:txBody>
          <a:bodyPr/>
          <a:lstStyle/>
          <a:p>
            <a:pPr marL="96838" indent="0">
              <a:buNone/>
            </a:pPr>
            <a:r>
              <a:rPr kumimoji="1" lang="ja-JP" altLang="en-US" dirty="0"/>
              <a:t>繰り返しを行うために使う制御構文が</a:t>
            </a:r>
            <a:r>
              <a:rPr kumimoji="1" lang="en-US" altLang="ja-JP" dirty="0"/>
              <a:t>while</a:t>
            </a:r>
            <a:r>
              <a:rPr kumimoji="1" lang="ja-JP" altLang="en-US" dirty="0"/>
              <a:t>文です。</a:t>
            </a:r>
          </a:p>
          <a:p>
            <a:pPr marL="452438" lvl="1" indent="0">
              <a:lnSpc>
                <a:spcPct val="150000"/>
              </a:lnSpc>
              <a:buNone/>
            </a:pPr>
            <a:r>
              <a:rPr kumimoji="1" lang="en-US" altLang="ja-JP" sz="2000" b="1" dirty="0">
                <a:solidFill>
                  <a:schemeClr val="accent1"/>
                </a:solidFill>
              </a:rPr>
              <a:t>while(</a:t>
            </a:r>
            <a:r>
              <a:rPr kumimoji="1" lang="ja-JP" altLang="en-US" sz="2000" b="1" dirty="0">
                <a:solidFill>
                  <a:schemeClr val="accent1"/>
                </a:solidFill>
              </a:rPr>
              <a:t>条件式</a:t>
            </a:r>
            <a:r>
              <a:rPr kumimoji="1" lang="en-US" altLang="ja-JP" sz="2000" b="1" dirty="0">
                <a:solidFill>
                  <a:schemeClr val="accent1"/>
                </a:solidFill>
              </a:rPr>
              <a:t>) {</a:t>
            </a:r>
          </a:p>
          <a:p>
            <a:pPr marL="452438" lvl="1" indent="0">
              <a:lnSpc>
                <a:spcPct val="150000"/>
              </a:lnSpc>
              <a:buNone/>
            </a:pPr>
            <a:r>
              <a:rPr kumimoji="1" lang="ja-JP" altLang="en-US" sz="2000" b="1" dirty="0">
                <a:solidFill>
                  <a:schemeClr val="accent1"/>
                </a:solidFill>
              </a:rPr>
              <a:t>　　条件式が「はい」のときに</a:t>
            </a:r>
          </a:p>
          <a:p>
            <a:pPr marL="452438" lvl="1" indent="0">
              <a:lnSpc>
                <a:spcPct val="150000"/>
              </a:lnSpc>
              <a:buNone/>
            </a:pPr>
            <a:r>
              <a:rPr kumimoji="1" lang="ja-JP" altLang="en-US" sz="2000" b="1" dirty="0">
                <a:solidFill>
                  <a:schemeClr val="accent1"/>
                </a:solidFill>
              </a:rPr>
              <a:t>　　繰り返す処理</a:t>
            </a:r>
          </a:p>
          <a:p>
            <a:pPr marL="452438" lvl="1" indent="0">
              <a:lnSpc>
                <a:spcPct val="150000"/>
              </a:lnSpc>
              <a:buNone/>
            </a:pPr>
            <a:r>
              <a:rPr kumimoji="1" lang="en-US" altLang="ja-JP" sz="2000" b="1" dirty="0">
                <a:solidFill>
                  <a:schemeClr val="accent1"/>
                </a:solidFill>
              </a:rPr>
              <a:t>} </a:t>
            </a:r>
          </a:p>
          <a:p>
            <a:pPr marL="96838" indent="0">
              <a:buNone/>
            </a:pPr>
            <a:r>
              <a:rPr kumimoji="1" lang="en-US" altLang="ja-JP" dirty="0"/>
              <a:t>if</a:t>
            </a:r>
            <a:r>
              <a:rPr kumimoji="1" lang="ja-JP" altLang="en-US" dirty="0"/>
              <a:t>文同様、繰り返す処理は何行でも書くことができます。</a:t>
            </a:r>
          </a:p>
          <a:p>
            <a:pPr marL="96838" indent="0">
              <a:buNone/>
            </a:pPr>
            <a:endParaRPr kumimoji="1" lang="ja-JP" altLang="en-US" dirty="0"/>
          </a:p>
        </p:txBody>
      </p:sp>
    </p:spTree>
    <p:extLst>
      <p:ext uri="{BB962C8B-B14F-4D97-AF65-F5344CB8AC3E}">
        <p14:creationId xmlns:p14="http://schemas.microsoft.com/office/powerpoint/2010/main" val="17019271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C26FC9E-824E-49C1-94A2-CADDA6CC0D53}"/>
              </a:ext>
            </a:extLst>
          </p:cNvPr>
          <p:cNvSpPr>
            <a:spLocks noGrp="1"/>
          </p:cNvSpPr>
          <p:nvPr>
            <p:ph type="ftr" sz="quarter" idx="11"/>
          </p:nvPr>
        </p:nvSpPr>
        <p:spPr>
          <a:xfrm>
            <a:off x="3028950" y="4866125"/>
            <a:ext cx="3086100" cy="254493"/>
          </a:xfrm>
        </p:spPr>
        <p:txBody>
          <a:bodyPr/>
          <a:lstStyle/>
          <a:p>
            <a:r>
              <a:rPr lang="en-US" altLang="ja-JP"/>
              <a:t>copyright ©ITCollege All Rights Reserved</a:t>
            </a:r>
            <a:endParaRPr lang="ja-JP" altLang="en-US" dirty="0"/>
          </a:p>
        </p:txBody>
      </p:sp>
      <p:sp>
        <p:nvSpPr>
          <p:cNvPr id="3" name="タイトル 2">
            <a:extLst>
              <a:ext uri="{FF2B5EF4-FFF2-40B4-BE49-F238E27FC236}">
                <a16:creationId xmlns:a16="http://schemas.microsoft.com/office/drawing/2014/main" id="{C76342AA-69F7-4707-AB18-49D866955607}"/>
              </a:ext>
            </a:extLst>
          </p:cNvPr>
          <p:cNvSpPr>
            <a:spLocks noGrp="1"/>
          </p:cNvSpPr>
          <p:nvPr>
            <p:ph type="ctrTitle"/>
          </p:nvPr>
        </p:nvSpPr>
        <p:spPr>
          <a:xfrm>
            <a:off x="463550" y="119734"/>
            <a:ext cx="8216900" cy="541192"/>
          </a:xfrm>
        </p:spPr>
        <p:txBody>
          <a:bodyPr/>
          <a:lstStyle/>
          <a:p>
            <a:r>
              <a:rPr lang="en-US" altLang="ja-JP" dirty="0" err="1"/>
              <a:t>while文サンプル</a:t>
            </a:r>
            <a:endParaRPr lang="ja-JP" altLang="en-US" dirty="0"/>
          </a:p>
        </p:txBody>
      </p:sp>
      <p:sp>
        <p:nvSpPr>
          <p:cNvPr id="4" name="スライド番号プレースホルダー 3">
            <a:extLst>
              <a:ext uri="{FF2B5EF4-FFF2-40B4-BE49-F238E27FC236}">
                <a16:creationId xmlns:a16="http://schemas.microsoft.com/office/drawing/2014/main" id="{BF106BF8-5A59-42EE-9C56-59204DEFA2B2}"/>
              </a:ext>
            </a:extLst>
          </p:cNvPr>
          <p:cNvSpPr>
            <a:spLocks noGrp="1"/>
          </p:cNvSpPr>
          <p:nvPr>
            <p:ph type="sldNum" sz="quarter" idx="4"/>
          </p:nvPr>
        </p:nvSpPr>
        <p:spPr>
          <a:xfrm>
            <a:off x="218226" y="4862076"/>
            <a:ext cx="630348" cy="254494"/>
          </a:xfrm>
        </p:spPr>
        <p:txBody>
          <a:bodyPr/>
          <a:lstStyle/>
          <a:p>
            <a:fld id="{00000000-1234-1234-1234-123412341234}" type="slidenum">
              <a:rPr lang="en" smtClean="0"/>
              <a:pPr/>
              <a:t>14</a:t>
            </a:fld>
            <a:endParaRPr lang="en" dirty="0"/>
          </a:p>
        </p:txBody>
      </p:sp>
      <p:sp>
        <p:nvSpPr>
          <p:cNvPr id="10" name="テキスト プレースホルダー 9">
            <a:extLst>
              <a:ext uri="{FF2B5EF4-FFF2-40B4-BE49-F238E27FC236}">
                <a16:creationId xmlns:a16="http://schemas.microsoft.com/office/drawing/2014/main" id="{45A9D3B6-AA82-49F3-80E4-3A5DFB8B35D3}"/>
              </a:ext>
            </a:extLst>
          </p:cNvPr>
          <p:cNvSpPr>
            <a:spLocks noGrp="1"/>
          </p:cNvSpPr>
          <p:nvPr>
            <p:ph type="body" sz="quarter" idx="14"/>
          </p:nvPr>
        </p:nvSpPr>
        <p:spPr>
          <a:xfrm>
            <a:off x="462875" y="3458765"/>
            <a:ext cx="8216900" cy="986014"/>
          </a:xfrm>
        </p:spPr>
        <p:txBody>
          <a:bodyPr/>
          <a:lstStyle/>
          <a:p>
            <a:pPr marL="96838" indent="0">
              <a:buNone/>
            </a:pPr>
            <a:r>
              <a:rPr lang="en-US" altLang="ja-JP" dirty="0"/>
              <a:t>3</a:t>
            </a:r>
            <a:r>
              <a:rPr lang="ja-JP" altLang="en-US" dirty="0"/>
              <a:t>行目の</a:t>
            </a:r>
            <a:r>
              <a:rPr lang="en-US" altLang="ja-JP" dirty="0"/>
              <a:t>5</a:t>
            </a:r>
            <a:r>
              <a:rPr lang="ja-JP" altLang="en-US" dirty="0"/>
              <a:t>を</a:t>
            </a:r>
            <a:r>
              <a:rPr lang="en-US" altLang="ja-JP" dirty="0"/>
              <a:t>3</a:t>
            </a:r>
            <a:r>
              <a:rPr lang="ja-JP" altLang="en-US" dirty="0"/>
              <a:t>、</a:t>
            </a:r>
            <a:r>
              <a:rPr lang="en-US" altLang="ja-JP" dirty="0"/>
              <a:t>8</a:t>
            </a:r>
            <a:r>
              <a:rPr lang="ja-JP" altLang="en-US" dirty="0"/>
              <a:t>などいろいろな数に変えて実行してみましょう。</a:t>
            </a:r>
          </a:p>
          <a:p>
            <a:pPr marL="96838" indent="0">
              <a:buNone/>
            </a:pPr>
            <a:r>
              <a:rPr lang="ja-JP" altLang="en-US" dirty="0"/>
              <a:t>「</a:t>
            </a:r>
            <a:r>
              <a:rPr lang="en-US" altLang="ja-JP" dirty="0"/>
              <a:t>--</a:t>
            </a:r>
            <a:r>
              <a:rPr lang="ja-JP" altLang="en-US" dirty="0"/>
              <a:t>」はデクリメント演算子でした。</a:t>
            </a:r>
            <a:br>
              <a:rPr lang="ja-JP" altLang="en-US" dirty="0"/>
            </a:br>
            <a:r>
              <a:rPr lang="ja-JP" altLang="en-US" dirty="0"/>
              <a:t>忘れてしまった人は「式と演算子」の単元を復習しておきましょう。</a:t>
            </a:r>
          </a:p>
        </p:txBody>
      </p:sp>
      <p:sp>
        <p:nvSpPr>
          <p:cNvPr id="6" name="テキスト プレースホルダー 4">
            <a:extLst>
              <a:ext uri="{FF2B5EF4-FFF2-40B4-BE49-F238E27FC236}">
                <a16:creationId xmlns:a16="http://schemas.microsoft.com/office/drawing/2014/main" id="{4C3AF5AA-B358-4316-BC78-20B29D60485D}"/>
              </a:ext>
            </a:extLst>
          </p:cNvPr>
          <p:cNvSpPr txBox="1">
            <a:spLocks/>
          </p:cNvSpPr>
          <p:nvPr/>
        </p:nvSpPr>
        <p:spPr>
          <a:xfrm>
            <a:off x="1232452" y="901975"/>
            <a:ext cx="6559825" cy="2493232"/>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public class </a:t>
            </a:r>
            <a:r>
              <a:rPr lang="en-US" altLang="ja-JP" dirty="0" err="1"/>
              <a:t>WhileSample</a:t>
            </a:r>
            <a:r>
              <a:rPr lang="en-US" altLang="ja-JP" dirty="0"/>
              <a:t> {</a:t>
            </a:r>
          </a:p>
          <a:p>
            <a:pPr marL="96838" indent="0">
              <a:buFont typeface="Arial" panose="020B0604020202020204" pitchFamily="34" charset="0"/>
              <a:buNone/>
            </a:pPr>
            <a:r>
              <a:rPr lang="en-US" altLang="ja-JP" dirty="0"/>
              <a:t>    public static void main(String[] </a:t>
            </a:r>
            <a:r>
              <a:rPr lang="en-US" altLang="ja-JP" dirty="0" err="1"/>
              <a:t>args</a:t>
            </a:r>
            <a:r>
              <a:rPr lang="en-US" altLang="ja-JP" dirty="0"/>
              <a:t>) {</a:t>
            </a:r>
          </a:p>
          <a:p>
            <a:pPr marL="96838" indent="0">
              <a:buFont typeface="Arial" panose="020B0604020202020204" pitchFamily="34" charset="0"/>
              <a:buNone/>
            </a:pPr>
            <a:r>
              <a:rPr lang="en-US" altLang="ja-JP" dirty="0"/>
              <a:t>        int </a:t>
            </a:r>
            <a:r>
              <a:rPr lang="en-US" altLang="ja-JP" dirty="0" err="1"/>
              <a:t>riceCake</a:t>
            </a:r>
            <a:r>
              <a:rPr lang="en-US" altLang="ja-JP" dirty="0"/>
              <a:t> = 5;</a:t>
            </a:r>
          </a:p>
          <a:p>
            <a:pPr marL="96838" indent="0">
              <a:buFont typeface="Arial" panose="020B0604020202020204" pitchFamily="34" charset="0"/>
              <a:buNone/>
            </a:pPr>
            <a:r>
              <a:rPr lang="en-US" altLang="ja-JP" b="1" dirty="0">
                <a:solidFill>
                  <a:schemeClr val="accent1"/>
                </a:solidFill>
              </a:rPr>
              <a:t>        while (</a:t>
            </a:r>
            <a:r>
              <a:rPr lang="en-US" altLang="ja-JP" b="1" dirty="0" err="1">
                <a:solidFill>
                  <a:schemeClr val="accent1"/>
                </a:solidFill>
              </a:rPr>
              <a:t>riceCake</a:t>
            </a:r>
            <a:r>
              <a:rPr lang="en-US" altLang="ja-JP" b="1" dirty="0">
                <a:solidFill>
                  <a:schemeClr val="accent1"/>
                </a:solidFill>
              </a:rPr>
              <a:t> &gt; 0)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餅を</a:t>
            </a:r>
            <a:r>
              <a:rPr lang="en-US" altLang="ja-JP" dirty="0"/>
              <a:t>1</a:t>
            </a:r>
            <a:r>
              <a:rPr lang="ja-JP" altLang="en-US" dirty="0"/>
              <a:t>個食べます</a:t>
            </a:r>
            <a:r>
              <a:rPr lang="en-US" altLang="ja-JP" dirty="0"/>
              <a:t>");</a:t>
            </a:r>
          </a:p>
          <a:p>
            <a:pPr marL="96838" indent="0">
              <a:buFont typeface="Arial" panose="020B0604020202020204" pitchFamily="34" charset="0"/>
              <a:buNone/>
            </a:pPr>
            <a:r>
              <a:rPr lang="en-US" altLang="ja-JP" dirty="0"/>
              <a:t>            </a:t>
            </a:r>
            <a:r>
              <a:rPr lang="en-US" altLang="ja-JP" dirty="0" err="1"/>
              <a:t>riceCake</a:t>
            </a:r>
            <a:r>
              <a:rPr lang="en-US" altLang="ja-JP" dirty="0"/>
              <a:t>--;         //</a:t>
            </a:r>
            <a:r>
              <a:rPr lang="ja-JP" altLang="en-US" dirty="0"/>
              <a:t>餅の数を</a:t>
            </a:r>
            <a:r>
              <a:rPr lang="en-US" altLang="ja-JP" dirty="0"/>
              <a:t>1</a:t>
            </a:r>
            <a:r>
              <a:rPr lang="ja-JP" altLang="en-US" dirty="0"/>
              <a:t>減らします</a:t>
            </a:r>
            <a:endParaRPr lang="en-US" altLang="ja-JP" dirty="0"/>
          </a:p>
          <a:p>
            <a:pPr marL="96838" indent="0">
              <a:buFont typeface="Arial" panose="020B0604020202020204" pitchFamily="34" charset="0"/>
              <a:buNone/>
            </a:pPr>
            <a:r>
              <a:rPr lang="ja-JP" altLang="en-US" b="1" dirty="0">
                <a:solidFill>
                  <a:schemeClr val="accent1"/>
                </a:solidFill>
              </a:rPr>
              <a:t>        </a:t>
            </a:r>
            <a:r>
              <a:rPr lang="en-US" altLang="ja-JP" b="1" dirty="0">
                <a:solidFill>
                  <a:schemeClr val="accent1"/>
                </a:solidFill>
              </a:rPr>
              <a:t>}</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a:t>
            </a:r>
          </a:p>
        </p:txBody>
      </p:sp>
    </p:spTree>
    <p:extLst>
      <p:ext uri="{BB962C8B-B14F-4D97-AF65-F5344CB8AC3E}">
        <p14:creationId xmlns:p14="http://schemas.microsoft.com/office/powerpoint/2010/main" val="3532048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63B8254-CD86-436F-BDFA-78D90B31FF1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256DAFB-5904-4ECE-B786-8B9CFBF370E1}"/>
              </a:ext>
            </a:extLst>
          </p:cNvPr>
          <p:cNvSpPr>
            <a:spLocks noGrp="1"/>
          </p:cNvSpPr>
          <p:nvPr>
            <p:ph type="ctrTitle"/>
          </p:nvPr>
        </p:nvSpPr>
        <p:spPr/>
        <p:txBody>
          <a:bodyPr/>
          <a:lstStyle/>
          <a:p>
            <a:r>
              <a:rPr lang="en-US" altLang="ja-JP" dirty="0" err="1"/>
              <a:t>while文</a:t>
            </a:r>
            <a:endParaRPr kumimoji="1" lang="ja-JP" altLang="en-US" dirty="0"/>
          </a:p>
        </p:txBody>
      </p:sp>
      <p:sp>
        <p:nvSpPr>
          <p:cNvPr id="4" name="スライド番号プレースホルダー 3">
            <a:extLst>
              <a:ext uri="{FF2B5EF4-FFF2-40B4-BE49-F238E27FC236}">
                <a16:creationId xmlns:a16="http://schemas.microsoft.com/office/drawing/2014/main" id="{8CECDBA1-9F5F-435E-A05D-934BAFE3A351}"/>
              </a:ext>
            </a:extLst>
          </p:cNvPr>
          <p:cNvSpPr>
            <a:spLocks noGrp="1"/>
          </p:cNvSpPr>
          <p:nvPr>
            <p:ph type="sldNum" sz="quarter" idx="4"/>
          </p:nvPr>
        </p:nvSpPr>
        <p:spPr/>
        <p:txBody>
          <a:bodyPr/>
          <a:lstStyle/>
          <a:p>
            <a:fld id="{00000000-1234-1234-1234-123412341234}" type="slidenum">
              <a:rPr lang="en" smtClean="0"/>
              <a:pPr/>
              <a:t>15</a:t>
            </a:fld>
            <a:endParaRPr lang="en" dirty="0"/>
          </a:p>
        </p:txBody>
      </p:sp>
      <p:sp>
        <p:nvSpPr>
          <p:cNvPr id="5" name="テキスト プレースホルダー 4">
            <a:extLst>
              <a:ext uri="{FF2B5EF4-FFF2-40B4-BE49-F238E27FC236}">
                <a16:creationId xmlns:a16="http://schemas.microsoft.com/office/drawing/2014/main" id="{1E91DBA5-B855-4E68-A39D-E92B77A725F9}"/>
              </a:ext>
            </a:extLst>
          </p:cNvPr>
          <p:cNvSpPr>
            <a:spLocks noGrp="1"/>
          </p:cNvSpPr>
          <p:nvPr>
            <p:ph type="body" sz="quarter" idx="14"/>
          </p:nvPr>
        </p:nvSpPr>
        <p:spPr/>
        <p:txBody>
          <a:bodyPr/>
          <a:lstStyle/>
          <a:p>
            <a:pPr marL="96838" indent="0">
              <a:buNone/>
            </a:pPr>
            <a:r>
              <a:rPr kumimoji="1" lang="ja-JP" altLang="en-US" dirty="0"/>
              <a:t>いかがでしたか？</a:t>
            </a:r>
          </a:p>
          <a:p>
            <a:pPr marL="96838" indent="0">
              <a:buNone/>
            </a:pPr>
            <a:r>
              <a:rPr kumimoji="1" lang="ja-JP" altLang="en-US" dirty="0"/>
              <a:t>前のページのサンプルプログラムで、</a:t>
            </a:r>
            <a:r>
              <a:rPr kumimoji="1" lang="en-US" altLang="ja-JP" b="1" dirty="0" err="1">
                <a:solidFill>
                  <a:schemeClr val="tx2"/>
                </a:solidFill>
              </a:rPr>
              <a:t>riceCake</a:t>
            </a:r>
            <a:r>
              <a:rPr kumimoji="1" lang="en-US" altLang="ja-JP" b="1" dirty="0">
                <a:solidFill>
                  <a:schemeClr val="tx2"/>
                </a:solidFill>
              </a:rPr>
              <a:t> &gt; 0 </a:t>
            </a:r>
            <a:r>
              <a:rPr kumimoji="1" lang="ja-JP" altLang="en-US" dirty="0"/>
              <a:t>が条件式です。</a:t>
            </a:r>
          </a:p>
          <a:p>
            <a:pPr marL="96838" indent="0">
              <a:buNone/>
            </a:pPr>
            <a:r>
              <a:rPr kumimoji="1" lang="ja-JP" altLang="en-US" dirty="0"/>
              <a:t>餅があるか（</a:t>
            </a:r>
            <a:r>
              <a:rPr kumimoji="1" lang="en-US" altLang="ja-JP" dirty="0"/>
              <a:t>0</a:t>
            </a:r>
            <a:r>
              <a:rPr kumimoji="1" lang="ja-JP" altLang="en-US" dirty="0"/>
              <a:t>個より多いか） ？ということですね。</a:t>
            </a:r>
          </a:p>
          <a:p>
            <a:pPr marL="96838" indent="0">
              <a:buNone/>
            </a:pPr>
            <a:r>
              <a:rPr kumimoji="1" lang="en-US" altLang="ja-JP" dirty="0"/>
              <a:t>3</a:t>
            </a:r>
            <a:r>
              <a:rPr kumimoji="1" lang="ja-JP" altLang="en-US" dirty="0"/>
              <a:t>行目で餅の数を</a:t>
            </a:r>
            <a:r>
              <a:rPr kumimoji="1" lang="en-US" altLang="ja-JP" dirty="0"/>
              <a:t>5</a:t>
            </a:r>
            <a:r>
              <a:rPr kumimoji="1" lang="ja-JP" altLang="en-US" dirty="0"/>
              <a:t>にしてプログラムを実行すると</a:t>
            </a:r>
          </a:p>
          <a:p>
            <a:pPr marL="96838" indent="0">
              <a:buNone/>
            </a:pPr>
            <a:r>
              <a:rPr kumimoji="1" lang="ja-JP" altLang="en-US" b="1" dirty="0">
                <a:solidFill>
                  <a:schemeClr val="bg1"/>
                </a:solidFill>
                <a:highlight>
                  <a:srgbClr val="000000"/>
                </a:highlight>
              </a:rPr>
              <a:t>餅を</a:t>
            </a:r>
            <a:r>
              <a:rPr kumimoji="1" lang="en-US" altLang="ja-JP" b="1" dirty="0">
                <a:solidFill>
                  <a:schemeClr val="bg1"/>
                </a:solidFill>
                <a:highlight>
                  <a:srgbClr val="000000"/>
                </a:highlight>
              </a:rPr>
              <a:t>1</a:t>
            </a:r>
            <a:r>
              <a:rPr kumimoji="1" lang="ja-JP" altLang="en-US" b="1" dirty="0">
                <a:solidFill>
                  <a:schemeClr val="bg1"/>
                </a:solidFill>
                <a:highlight>
                  <a:srgbClr val="000000"/>
                </a:highlight>
              </a:rPr>
              <a:t>個食べます</a:t>
            </a:r>
            <a:r>
              <a:rPr kumimoji="1" lang="ja-JP" altLang="en-US" b="1" dirty="0">
                <a:solidFill>
                  <a:schemeClr val="bg1"/>
                </a:solidFill>
              </a:rPr>
              <a:t>　</a:t>
            </a:r>
            <a:r>
              <a:rPr kumimoji="1" lang="ja-JP" altLang="en-US" dirty="0"/>
              <a:t>が</a:t>
            </a:r>
            <a:r>
              <a:rPr kumimoji="1" lang="en-US" altLang="ja-JP" dirty="0"/>
              <a:t>5</a:t>
            </a:r>
            <a:r>
              <a:rPr kumimoji="1" lang="ja-JP" altLang="en-US" dirty="0"/>
              <a:t>行画面に表示されました。</a:t>
            </a:r>
          </a:p>
          <a:p>
            <a:pPr marL="96838" indent="0">
              <a:buNone/>
            </a:pPr>
            <a:r>
              <a:rPr kumimoji="1" lang="ja-JP" altLang="en-US" dirty="0"/>
              <a:t>さらに</a:t>
            </a:r>
            <a:r>
              <a:rPr kumimoji="1" lang="en-US" altLang="ja-JP" dirty="0"/>
              <a:t>3</a:t>
            </a:r>
            <a:r>
              <a:rPr kumimoji="1" lang="ja-JP" altLang="en-US" dirty="0"/>
              <a:t>行目で餅の数を</a:t>
            </a:r>
            <a:r>
              <a:rPr kumimoji="1" lang="en-US" altLang="ja-JP" dirty="0"/>
              <a:t>3</a:t>
            </a:r>
            <a:r>
              <a:rPr kumimoji="1" lang="ja-JP" altLang="en-US" dirty="0"/>
              <a:t>にすると表示される行数が</a:t>
            </a:r>
            <a:r>
              <a:rPr kumimoji="1" lang="en-US" altLang="ja-JP" dirty="0"/>
              <a:t>3</a:t>
            </a:r>
            <a:r>
              <a:rPr kumimoji="1" lang="ja-JP" altLang="en-US" dirty="0"/>
              <a:t>行になりました。</a:t>
            </a:r>
          </a:p>
          <a:p>
            <a:pPr marL="96838" indent="0">
              <a:buNone/>
            </a:pPr>
            <a:r>
              <a:rPr kumimoji="1" lang="ja-JP" altLang="en-US" dirty="0"/>
              <a:t>条件式が「はい（すなわち</a:t>
            </a:r>
            <a:r>
              <a:rPr kumimoji="1" lang="en-US" altLang="ja-JP" dirty="0"/>
              <a:t>true</a:t>
            </a:r>
            <a:r>
              <a:rPr kumimoji="1" lang="ja-JP" altLang="en-US" dirty="0"/>
              <a:t>）」の時は</a:t>
            </a:r>
            <a:r>
              <a:rPr kumimoji="1" lang="en-US" altLang="ja-JP" dirty="0"/>
              <a:t>{  }</a:t>
            </a:r>
            <a:r>
              <a:rPr kumimoji="1" lang="ja-JP" altLang="en-US" dirty="0"/>
              <a:t>の中の繰り返す処理を行います。そのあと、再び条件式が「はい」か「いいえ」か判断します。</a:t>
            </a:r>
          </a:p>
          <a:p>
            <a:pPr marL="96838" indent="0">
              <a:buNone/>
            </a:pPr>
            <a:r>
              <a:rPr kumimoji="1" lang="ja-JP" altLang="en-US" dirty="0"/>
              <a:t>まだ条件式が「はい」ならば再び繰り返す処理を行い、「いいえ（すなわち</a:t>
            </a:r>
            <a:r>
              <a:rPr kumimoji="1" lang="en-US" altLang="ja-JP" dirty="0"/>
              <a:t>false</a:t>
            </a:r>
            <a:r>
              <a:rPr kumimoji="1" lang="ja-JP" altLang="en-US" dirty="0"/>
              <a:t>）」なら</a:t>
            </a:r>
            <a:r>
              <a:rPr kumimoji="1" lang="en-US" altLang="ja-JP" dirty="0"/>
              <a:t>{  }</a:t>
            </a:r>
            <a:r>
              <a:rPr kumimoji="1" lang="ja-JP" altLang="en-US" dirty="0"/>
              <a:t>の中の繰り返す処理を行わず、その次の処理に移ります。</a:t>
            </a:r>
          </a:p>
          <a:p>
            <a:pPr marL="96838" indent="0">
              <a:buNone/>
            </a:pPr>
            <a:r>
              <a:rPr kumimoji="1" lang="ja-JP" altLang="en-US" dirty="0"/>
              <a:t>このように条件式が「はい」の間、</a:t>
            </a:r>
            <a:r>
              <a:rPr kumimoji="1" lang="ja-JP" altLang="en-US" b="1" dirty="0">
                <a:solidFill>
                  <a:schemeClr val="tx2"/>
                </a:solidFill>
              </a:rPr>
              <a:t>繰り返し</a:t>
            </a:r>
            <a:r>
              <a:rPr kumimoji="1" lang="ja-JP" altLang="en-US" dirty="0"/>
              <a:t>処理を行うことができるのです。</a:t>
            </a:r>
          </a:p>
          <a:p>
            <a:pPr marL="96838" indent="0">
              <a:buNone/>
            </a:pPr>
            <a:endParaRPr kumimoji="1" lang="ja-JP" altLang="en-US" dirty="0"/>
          </a:p>
        </p:txBody>
      </p:sp>
    </p:spTree>
    <p:extLst>
      <p:ext uri="{BB962C8B-B14F-4D97-AF65-F5344CB8AC3E}">
        <p14:creationId xmlns:p14="http://schemas.microsoft.com/office/powerpoint/2010/main" val="1946457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8647A65-CCF4-4FE8-991A-746DE98A531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9C66717B-DC5D-4BC5-8268-8396B695A418}"/>
              </a:ext>
            </a:extLst>
          </p:cNvPr>
          <p:cNvSpPr>
            <a:spLocks noGrp="1"/>
          </p:cNvSpPr>
          <p:nvPr>
            <p:ph type="ctrTitle"/>
          </p:nvPr>
        </p:nvSpPr>
        <p:spPr/>
        <p:txBody>
          <a:bodyPr/>
          <a:lstStyle/>
          <a:p>
            <a:r>
              <a:rPr kumimoji="1" lang="en-US" altLang="ja-JP" dirty="0"/>
              <a:t>do-while</a:t>
            </a:r>
            <a:r>
              <a:rPr kumimoji="1" lang="ja-JP" altLang="en-US" dirty="0"/>
              <a:t>文</a:t>
            </a:r>
          </a:p>
        </p:txBody>
      </p:sp>
      <p:sp>
        <p:nvSpPr>
          <p:cNvPr id="4" name="スライド番号プレースホルダー 3">
            <a:extLst>
              <a:ext uri="{FF2B5EF4-FFF2-40B4-BE49-F238E27FC236}">
                <a16:creationId xmlns:a16="http://schemas.microsoft.com/office/drawing/2014/main" id="{6341FACA-283F-4253-8099-F6121522C9C6}"/>
              </a:ext>
            </a:extLst>
          </p:cNvPr>
          <p:cNvSpPr>
            <a:spLocks noGrp="1"/>
          </p:cNvSpPr>
          <p:nvPr>
            <p:ph type="sldNum" sz="quarter" idx="4"/>
          </p:nvPr>
        </p:nvSpPr>
        <p:spPr/>
        <p:txBody>
          <a:bodyPr/>
          <a:lstStyle/>
          <a:p>
            <a:fld id="{00000000-1234-1234-1234-123412341234}" type="slidenum">
              <a:rPr lang="en" smtClean="0"/>
              <a:pPr/>
              <a:t>16</a:t>
            </a:fld>
            <a:endParaRPr lang="en" dirty="0"/>
          </a:p>
        </p:txBody>
      </p:sp>
      <p:sp>
        <p:nvSpPr>
          <p:cNvPr id="5" name="テキスト プレースホルダー 4">
            <a:extLst>
              <a:ext uri="{FF2B5EF4-FFF2-40B4-BE49-F238E27FC236}">
                <a16:creationId xmlns:a16="http://schemas.microsoft.com/office/drawing/2014/main" id="{BAA9AD2E-1882-4C8E-9E00-D3A86BE862DC}"/>
              </a:ext>
            </a:extLst>
          </p:cNvPr>
          <p:cNvSpPr>
            <a:spLocks noGrp="1"/>
          </p:cNvSpPr>
          <p:nvPr>
            <p:ph type="body" sz="quarter" idx="14"/>
          </p:nvPr>
        </p:nvSpPr>
        <p:spPr>
          <a:xfrm>
            <a:off x="462875" y="1828799"/>
            <a:ext cx="8216900" cy="2955289"/>
          </a:xfrm>
        </p:spPr>
        <p:txBody>
          <a:bodyPr/>
          <a:lstStyle/>
          <a:p>
            <a:pPr marL="96838" indent="0">
              <a:buNone/>
            </a:pPr>
            <a:r>
              <a:rPr kumimoji="1" lang="ja-JP" altLang="en-US" dirty="0"/>
              <a:t>処理の最後に判定を行う繰り返しを行うために使う制御構文が</a:t>
            </a:r>
            <a:r>
              <a:rPr kumimoji="1" lang="en-US" altLang="ja-JP" b="1" dirty="0">
                <a:solidFill>
                  <a:srgbClr val="FF0000"/>
                </a:solidFill>
              </a:rPr>
              <a:t>do-while</a:t>
            </a:r>
            <a:r>
              <a:rPr kumimoji="1" lang="ja-JP" altLang="en-US" dirty="0"/>
              <a:t>文です。</a:t>
            </a:r>
          </a:p>
          <a:p>
            <a:pPr marL="96838" indent="0">
              <a:buNone/>
            </a:pPr>
            <a:endParaRPr kumimoji="1" lang="en-US" altLang="ja-JP" dirty="0"/>
          </a:p>
          <a:p>
            <a:pPr marL="96838" indent="0">
              <a:buNone/>
            </a:pPr>
            <a:r>
              <a:rPr kumimoji="1" lang="en-US" altLang="ja-JP" b="1" dirty="0">
                <a:solidFill>
                  <a:schemeClr val="accent1"/>
                </a:solidFill>
              </a:rPr>
              <a:t>do {</a:t>
            </a:r>
          </a:p>
          <a:p>
            <a:pPr marL="96838" indent="0">
              <a:buNone/>
            </a:pPr>
            <a:r>
              <a:rPr kumimoji="1" lang="ja-JP" altLang="en-US" b="1" dirty="0">
                <a:solidFill>
                  <a:schemeClr val="accent1"/>
                </a:solidFill>
              </a:rPr>
              <a:t>　　条件式が「はい」のときに</a:t>
            </a:r>
          </a:p>
          <a:p>
            <a:pPr marL="96838" indent="0">
              <a:buNone/>
            </a:pPr>
            <a:r>
              <a:rPr kumimoji="1" lang="ja-JP" altLang="en-US" b="1" dirty="0">
                <a:solidFill>
                  <a:schemeClr val="accent1"/>
                </a:solidFill>
              </a:rPr>
              <a:t>　　繰り返す処理</a:t>
            </a:r>
          </a:p>
          <a:p>
            <a:pPr marL="96838" indent="0">
              <a:buNone/>
            </a:pPr>
            <a:r>
              <a:rPr kumimoji="1" lang="en-US" altLang="ja-JP" b="1" dirty="0">
                <a:solidFill>
                  <a:schemeClr val="accent1"/>
                </a:solidFill>
              </a:rPr>
              <a:t>} while(</a:t>
            </a:r>
            <a:r>
              <a:rPr kumimoji="1" lang="ja-JP" altLang="en-US" b="1" dirty="0">
                <a:solidFill>
                  <a:schemeClr val="accent1"/>
                </a:solidFill>
              </a:rPr>
              <a:t>条件式</a:t>
            </a:r>
            <a:r>
              <a:rPr kumimoji="1" lang="en-US" altLang="ja-JP" b="1" dirty="0">
                <a:solidFill>
                  <a:schemeClr val="accent1"/>
                </a:solidFill>
              </a:rPr>
              <a:t>); </a:t>
            </a:r>
          </a:p>
          <a:p>
            <a:pPr marL="96838" indent="0">
              <a:buNone/>
            </a:pPr>
            <a:endParaRPr kumimoji="1" lang="en-US" altLang="ja-JP" dirty="0"/>
          </a:p>
          <a:p>
            <a:pPr marL="96838" indent="0">
              <a:buNone/>
            </a:pPr>
            <a:r>
              <a:rPr kumimoji="1" lang="en-US" altLang="ja-JP" dirty="0"/>
              <a:t>while</a:t>
            </a:r>
            <a:r>
              <a:rPr kumimoji="1" lang="ja-JP" altLang="en-US" dirty="0"/>
              <a:t>文同様、繰り返す処理は何行でも書くことができます。</a:t>
            </a:r>
          </a:p>
          <a:p>
            <a:pPr marL="96838" indent="0">
              <a:buNone/>
            </a:pPr>
            <a:r>
              <a:rPr kumimoji="1" lang="ja-JP" altLang="en-US" dirty="0"/>
              <a:t>今まで出てきた制御構文と異なり、最後に</a:t>
            </a:r>
            <a:r>
              <a:rPr kumimoji="1" lang="ja-JP" altLang="en-US" b="1" dirty="0">
                <a:solidFill>
                  <a:srgbClr val="FF0000"/>
                </a:solidFill>
              </a:rPr>
              <a:t>セミコロン「</a:t>
            </a:r>
            <a:r>
              <a:rPr kumimoji="1" lang="en-US" altLang="ja-JP" b="1" dirty="0">
                <a:solidFill>
                  <a:srgbClr val="FF0000"/>
                </a:solidFill>
              </a:rPr>
              <a:t>;</a:t>
            </a:r>
            <a:r>
              <a:rPr kumimoji="1" lang="ja-JP" altLang="en-US" b="1" dirty="0">
                <a:solidFill>
                  <a:srgbClr val="FF0000"/>
                </a:solidFill>
              </a:rPr>
              <a:t>」</a:t>
            </a:r>
            <a:r>
              <a:rPr kumimoji="1" lang="ja-JP" altLang="en-US" dirty="0"/>
              <a:t>が必要です。繰り返す処理を</a:t>
            </a:r>
            <a:r>
              <a:rPr kumimoji="1" lang="ja-JP" altLang="en-US" b="1" dirty="0">
                <a:solidFill>
                  <a:srgbClr val="FF0000"/>
                </a:solidFill>
              </a:rPr>
              <a:t>最低</a:t>
            </a:r>
            <a:r>
              <a:rPr kumimoji="1" lang="en-US" altLang="ja-JP" b="1" dirty="0">
                <a:solidFill>
                  <a:srgbClr val="FF0000"/>
                </a:solidFill>
              </a:rPr>
              <a:t>1</a:t>
            </a:r>
            <a:r>
              <a:rPr kumimoji="1" lang="ja-JP" altLang="en-US" b="1" dirty="0">
                <a:solidFill>
                  <a:srgbClr val="FF0000"/>
                </a:solidFill>
              </a:rPr>
              <a:t>回は実行</a:t>
            </a:r>
            <a:r>
              <a:rPr kumimoji="1" lang="ja-JP" altLang="en-US" dirty="0"/>
              <a:t>するところが</a:t>
            </a:r>
            <a:r>
              <a:rPr kumimoji="1" lang="en-US" altLang="ja-JP" dirty="0"/>
              <a:t>while</a:t>
            </a:r>
            <a:r>
              <a:rPr kumimoji="1" lang="ja-JP" altLang="en-US" dirty="0"/>
              <a:t>文と異なります。</a:t>
            </a:r>
            <a:endParaRPr kumimoji="1" lang="en-US" altLang="ja-JP" dirty="0"/>
          </a:p>
          <a:p>
            <a:pPr marL="96838" indent="0">
              <a:buNone/>
            </a:pPr>
            <a:r>
              <a:rPr kumimoji="1" lang="ja-JP" altLang="en-US" dirty="0"/>
              <a:t>あまり使用されることはないので、「こういう</a:t>
            </a:r>
            <a:r>
              <a:rPr lang="ja-JP" altLang="en-US" dirty="0"/>
              <a:t>書き方もできるんだ</a:t>
            </a:r>
            <a:r>
              <a:rPr kumimoji="1" lang="ja-JP" altLang="en-US" dirty="0"/>
              <a:t>」程度で</a:t>
            </a:r>
            <a:r>
              <a:rPr kumimoji="1" lang="en-US" altLang="ja-JP" dirty="0"/>
              <a:t>OK</a:t>
            </a:r>
            <a:r>
              <a:rPr kumimoji="1" lang="ja-JP" altLang="en-US" dirty="0"/>
              <a:t>です！</a:t>
            </a:r>
          </a:p>
          <a:p>
            <a:pPr marL="96838" indent="0">
              <a:buNone/>
            </a:pPr>
            <a:endParaRPr kumimoji="1" lang="ja-JP" altLang="en-US" dirty="0"/>
          </a:p>
        </p:txBody>
      </p:sp>
      <p:grpSp>
        <p:nvGrpSpPr>
          <p:cNvPr id="6" name="グループ化 5">
            <a:extLst>
              <a:ext uri="{FF2B5EF4-FFF2-40B4-BE49-F238E27FC236}">
                <a16:creationId xmlns:a16="http://schemas.microsoft.com/office/drawing/2014/main" id="{342602F0-7FAB-4417-B13E-8C785CF798D4}"/>
              </a:ext>
            </a:extLst>
          </p:cNvPr>
          <p:cNvGrpSpPr/>
          <p:nvPr/>
        </p:nvGrpSpPr>
        <p:grpSpPr>
          <a:xfrm>
            <a:off x="268873" y="786891"/>
            <a:ext cx="8411576" cy="4075185"/>
            <a:chOff x="268873" y="786891"/>
            <a:chExt cx="8411576" cy="4132541"/>
          </a:xfrm>
        </p:grpSpPr>
        <p:sp>
          <p:nvSpPr>
            <p:cNvPr id="7" name="四角形: 角を丸くする 6">
              <a:extLst>
                <a:ext uri="{FF2B5EF4-FFF2-40B4-BE49-F238E27FC236}">
                  <a16:creationId xmlns:a16="http://schemas.microsoft.com/office/drawing/2014/main" id="{B60E4081-1DE6-4E6C-A6CB-415B54FCCDD4}"/>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 name="テキスト ボックス 7">
              <a:extLst>
                <a:ext uri="{FF2B5EF4-FFF2-40B4-BE49-F238E27FC236}">
                  <a16:creationId xmlns:a16="http://schemas.microsoft.com/office/drawing/2014/main" id="{EFCE26D7-6442-4F8A-99D7-16744B731F49}"/>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pic>
          <p:nvPicPr>
            <p:cNvPr id="9" name="図 8">
              <a:extLst>
                <a:ext uri="{FF2B5EF4-FFF2-40B4-BE49-F238E27FC236}">
                  <a16:creationId xmlns:a16="http://schemas.microsoft.com/office/drawing/2014/main" id="{4F37236A-5404-4CE3-B54C-062A3A065682}"/>
                </a:ext>
              </a:extLst>
            </p:cNvPr>
            <p:cNvPicPr>
              <a:picLocks noChangeAspect="1"/>
            </p:cNvPicPr>
            <p:nvPr/>
          </p:nvPicPr>
          <p:blipFill>
            <a:blip r:embed="rId2"/>
            <a:stretch>
              <a:fillRect/>
            </a:stretch>
          </p:blipFill>
          <p:spPr>
            <a:xfrm>
              <a:off x="268873" y="805343"/>
              <a:ext cx="728929" cy="728929"/>
            </a:xfrm>
            <a:prstGeom prst="rect">
              <a:avLst/>
            </a:prstGeom>
          </p:spPr>
        </p:pic>
        <p:sp>
          <p:nvSpPr>
            <p:cNvPr id="10" name="吹き出し: 円形 9">
              <a:extLst>
                <a:ext uri="{FF2B5EF4-FFF2-40B4-BE49-F238E27FC236}">
                  <a16:creationId xmlns:a16="http://schemas.microsoft.com/office/drawing/2014/main" id="{00A00B8E-C6A7-498A-8C49-025D6A370FD0}"/>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grpSp>
      <p:sp>
        <p:nvSpPr>
          <p:cNvPr id="11" name="テキスト ボックス 10">
            <a:extLst>
              <a:ext uri="{FF2B5EF4-FFF2-40B4-BE49-F238E27FC236}">
                <a16:creationId xmlns:a16="http://schemas.microsoft.com/office/drawing/2014/main" id="{90555C8C-F571-4982-B178-2F65BCA81850}"/>
              </a:ext>
            </a:extLst>
          </p:cNvPr>
          <p:cNvSpPr txBox="1"/>
          <p:nvPr/>
        </p:nvSpPr>
        <p:spPr>
          <a:xfrm>
            <a:off x="1001091" y="1304691"/>
            <a:ext cx="2849216" cy="455325"/>
          </a:xfrm>
          <a:prstGeom prst="rect">
            <a:avLst/>
          </a:prstGeom>
          <a:solidFill>
            <a:schemeClr val="bg1">
              <a:lumMod val="95000"/>
            </a:schemeClr>
          </a:solidFill>
        </p:spPr>
        <p:txBody>
          <a:bodyPr wrap="square" rtlCol="0">
            <a:noAutofit/>
          </a:bodyPr>
          <a:lstStyle/>
          <a:p>
            <a:r>
              <a:rPr kumimoji="1" lang="ja-JP" altLang="en-US" sz="1600" dirty="0">
                <a:latin typeface="HGP創英角ﾎﾟｯﾌﾟ体" panose="040B0A00000000000000" pitchFamily="50" charset="-128"/>
                <a:ea typeface="HGP創英角ﾎﾟｯﾌﾟ体" panose="040B0A00000000000000" pitchFamily="50" charset="-128"/>
              </a:rPr>
              <a:t>　　</a:t>
            </a:r>
            <a:r>
              <a:rPr kumimoji="1" lang="en-US" altLang="ja-JP" sz="1600" dirty="0">
                <a:latin typeface="HGP創英角ﾎﾟｯﾌﾟ体" panose="040B0A00000000000000" pitchFamily="50" charset="-128"/>
                <a:ea typeface="HGP創英角ﾎﾟｯﾌﾟ体" panose="040B0A00000000000000" pitchFamily="50" charset="-128"/>
              </a:rPr>
              <a:t>do-while</a:t>
            </a:r>
            <a:r>
              <a:rPr kumimoji="1" lang="ja-JP" altLang="en-US" sz="1600" dirty="0">
                <a:latin typeface="HGP創英角ﾎﾟｯﾌﾟ体" panose="040B0A00000000000000" pitchFamily="50" charset="-128"/>
                <a:ea typeface="HGP創英角ﾎﾟｯﾌﾟ体" panose="040B0A00000000000000" pitchFamily="50" charset="-128"/>
              </a:rPr>
              <a:t>文って？</a:t>
            </a:r>
            <a:endPar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Tree>
    <p:extLst>
      <p:ext uri="{BB962C8B-B14F-4D97-AF65-F5344CB8AC3E}">
        <p14:creationId xmlns:p14="http://schemas.microsoft.com/office/powerpoint/2010/main" val="31984279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F6454DE-5363-407D-9EE1-E5D16115A251}"/>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3CDF3F90-CE5E-47C9-986A-03E74521240E}"/>
              </a:ext>
            </a:extLst>
          </p:cNvPr>
          <p:cNvSpPr>
            <a:spLocks noGrp="1"/>
          </p:cNvSpPr>
          <p:nvPr>
            <p:ph type="ctrTitle"/>
          </p:nvPr>
        </p:nvSpPr>
        <p:spPr/>
        <p:txBody>
          <a:bodyPr/>
          <a:lstStyle/>
          <a:p>
            <a:r>
              <a:rPr kumimoji="1" lang="ja-JP" altLang="en-US" dirty="0"/>
              <a:t>ブロックとスコープ</a:t>
            </a:r>
          </a:p>
        </p:txBody>
      </p:sp>
      <p:sp>
        <p:nvSpPr>
          <p:cNvPr id="4" name="スライド番号プレースホルダー 3">
            <a:extLst>
              <a:ext uri="{FF2B5EF4-FFF2-40B4-BE49-F238E27FC236}">
                <a16:creationId xmlns:a16="http://schemas.microsoft.com/office/drawing/2014/main" id="{34022FA7-B8EB-438C-8780-1C06A2FC4123}"/>
              </a:ext>
            </a:extLst>
          </p:cNvPr>
          <p:cNvSpPr>
            <a:spLocks noGrp="1"/>
          </p:cNvSpPr>
          <p:nvPr>
            <p:ph type="sldNum" sz="quarter" idx="4"/>
          </p:nvPr>
        </p:nvSpPr>
        <p:spPr/>
        <p:txBody>
          <a:bodyPr/>
          <a:lstStyle/>
          <a:p>
            <a:fld id="{00000000-1234-1234-1234-123412341234}" type="slidenum">
              <a:rPr lang="en" smtClean="0"/>
              <a:pPr/>
              <a:t>17</a:t>
            </a:fld>
            <a:endParaRPr lang="en" dirty="0">
              <a:latin typeface="+mn-ea"/>
            </a:endParaRPr>
          </a:p>
        </p:txBody>
      </p:sp>
      <p:sp>
        <p:nvSpPr>
          <p:cNvPr id="6" name="テキスト プレースホルダー 5">
            <a:extLst>
              <a:ext uri="{FF2B5EF4-FFF2-40B4-BE49-F238E27FC236}">
                <a16:creationId xmlns:a16="http://schemas.microsoft.com/office/drawing/2014/main" id="{4115816F-C3BD-4530-8441-8EC706274DBD}"/>
              </a:ext>
            </a:extLst>
          </p:cNvPr>
          <p:cNvSpPr>
            <a:spLocks noGrp="1"/>
          </p:cNvSpPr>
          <p:nvPr>
            <p:ph type="body" sz="quarter" idx="15"/>
          </p:nvPr>
        </p:nvSpPr>
        <p:spPr/>
        <p:txBody>
          <a:bodyPr/>
          <a:lstStyle/>
          <a:p>
            <a:r>
              <a:rPr kumimoji="1" lang="en-US" altLang="ja-JP" dirty="0"/>
              <a:t>Java</a:t>
            </a:r>
            <a:r>
              <a:rPr kumimoji="1" lang="ja-JP" altLang="en-US" dirty="0"/>
              <a:t>では</a:t>
            </a:r>
            <a:r>
              <a:rPr lang="en-US" altLang="ja-JP" dirty="0"/>
              <a:t>{}</a:t>
            </a:r>
            <a:r>
              <a:rPr lang="ja-JP" altLang="en-US" dirty="0"/>
              <a:t>で囲まれた部分をブロックという</a:t>
            </a:r>
            <a:endParaRPr lang="en-US" altLang="ja-JP" dirty="0"/>
          </a:p>
          <a:p>
            <a:r>
              <a:rPr kumimoji="1" lang="ja-JP" altLang="en-US" dirty="0"/>
              <a:t>ブロック内で定義された変数は同じブロック内でしか使用できない。これをスコープと呼ぶ</a:t>
            </a:r>
          </a:p>
        </p:txBody>
      </p:sp>
      <p:sp>
        <p:nvSpPr>
          <p:cNvPr id="7" name="テキスト プレースホルダー 6">
            <a:extLst>
              <a:ext uri="{FF2B5EF4-FFF2-40B4-BE49-F238E27FC236}">
                <a16:creationId xmlns:a16="http://schemas.microsoft.com/office/drawing/2014/main" id="{E621D826-2DD6-4853-986A-97C57E3D1A62}"/>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1A9D10A5-3AB1-4841-9CA1-A15EDFCF167F}"/>
              </a:ext>
            </a:extLst>
          </p:cNvPr>
          <p:cNvSpPr>
            <a:spLocks noGrp="1"/>
          </p:cNvSpPr>
          <p:nvPr>
            <p:ph type="body" sz="quarter" idx="14"/>
          </p:nvPr>
        </p:nvSpPr>
        <p:spPr>
          <a:xfrm>
            <a:off x="463549" y="2571750"/>
            <a:ext cx="8216900" cy="945455"/>
          </a:xfrm>
        </p:spPr>
        <p:txBody>
          <a:bodyPr/>
          <a:lstStyle/>
          <a:p>
            <a:pPr marL="96838" indent="0">
              <a:buNone/>
            </a:pPr>
            <a:r>
              <a:rPr kumimoji="1" lang="ja-JP" altLang="en-US" dirty="0"/>
              <a:t>制御構文を勉強するまではあまり気にしなくて良かった部分です。しかし、制御構文を学ぶ上で必ず理解しないといけない部分でもあります。次ページから、まずはブロックについて説明します。</a:t>
            </a:r>
          </a:p>
        </p:txBody>
      </p:sp>
    </p:spTree>
    <p:extLst>
      <p:ext uri="{BB962C8B-B14F-4D97-AF65-F5344CB8AC3E}">
        <p14:creationId xmlns:p14="http://schemas.microsoft.com/office/powerpoint/2010/main" val="39161328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CDDD9B9-7ED2-478E-BA65-F98702B36705}"/>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979EA96C-27B0-4A98-A6BB-18337E109675}"/>
              </a:ext>
            </a:extLst>
          </p:cNvPr>
          <p:cNvSpPr>
            <a:spLocks noGrp="1"/>
          </p:cNvSpPr>
          <p:nvPr>
            <p:ph type="ctrTitle"/>
          </p:nvPr>
        </p:nvSpPr>
        <p:spPr/>
        <p:txBody>
          <a:bodyPr/>
          <a:lstStyle/>
          <a:p>
            <a:r>
              <a:rPr lang="en-US" altLang="ja-JP" dirty="0" err="1"/>
              <a:t>ブロック</a:t>
            </a:r>
            <a:endParaRPr kumimoji="1" lang="ja-JP" altLang="en-US" dirty="0"/>
          </a:p>
        </p:txBody>
      </p:sp>
      <p:sp>
        <p:nvSpPr>
          <p:cNvPr id="4" name="スライド番号プレースホルダー 3">
            <a:extLst>
              <a:ext uri="{FF2B5EF4-FFF2-40B4-BE49-F238E27FC236}">
                <a16:creationId xmlns:a16="http://schemas.microsoft.com/office/drawing/2014/main" id="{07127856-F075-4934-B9D8-2D6F5B09A1AC}"/>
              </a:ext>
            </a:extLst>
          </p:cNvPr>
          <p:cNvSpPr>
            <a:spLocks noGrp="1"/>
          </p:cNvSpPr>
          <p:nvPr>
            <p:ph type="sldNum" sz="quarter" idx="4"/>
          </p:nvPr>
        </p:nvSpPr>
        <p:spPr/>
        <p:txBody>
          <a:bodyPr/>
          <a:lstStyle/>
          <a:p>
            <a:fld id="{00000000-1234-1234-1234-123412341234}" type="slidenum">
              <a:rPr lang="en" smtClean="0"/>
              <a:pPr/>
              <a:t>18</a:t>
            </a:fld>
            <a:endParaRPr lang="en" dirty="0"/>
          </a:p>
        </p:txBody>
      </p:sp>
      <p:sp>
        <p:nvSpPr>
          <p:cNvPr id="5" name="テキスト プレースホルダー 4">
            <a:extLst>
              <a:ext uri="{FF2B5EF4-FFF2-40B4-BE49-F238E27FC236}">
                <a16:creationId xmlns:a16="http://schemas.microsoft.com/office/drawing/2014/main" id="{AD63D481-D7C9-40D2-86FC-CF8EB51ADE00}"/>
              </a:ext>
            </a:extLst>
          </p:cNvPr>
          <p:cNvSpPr>
            <a:spLocks noGrp="1"/>
          </p:cNvSpPr>
          <p:nvPr>
            <p:ph type="body" sz="quarter" idx="14"/>
          </p:nvPr>
        </p:nvSpPr>
        <p:spPr>
          <a:xfrm>
            <a:off x="462875" y="859491"/>
            <a:ext cx="8216900" cy="945455"/>
          </a:xfrm>
        </p:spPr>
        <p:txBody>
          <a:bodyPr/>
          <a:lstStyle/>
          <a:p>
            <a:pPr marL="96838" indent="0">
              <a:buNone/>
            </a:pPr>
            <a:r>
              <a:rPr kumimoji="1" lang="en-US" altLang="ja-JP" dirty="0"/>
              <a:t>if</a:t>
            </a:r>
            <a:r>
              <a:rPr kumimoji="1" lang="ja-JP" altLang="en-US" dirty="0"/>
              <a:t>文でも、</a:t>
            </a:r>
            <a:r>
              <a:rPr kumimoji="1" lang="en-US" altLang="ja-JP" dirty="0"/>
              <a:t>while</a:t>
            </a:r>
            <a:r>
              <a:rPr kumimoji="1" lang="ja-JP" altLang="en-US" dirty="0"/>
              <a:t>文でも、波カッコ「</a:t>
            </a:r>
            <a:r>
              <a:rPr kumimoji="1" lang="en-US" altLang="ja-JP" dirty="0"/>
              <a:t>{</a:t>
            </a:r>
            <a:r>
              <a:rPr kumimoji="1" lang="ja-JP" altLang="en-US" dirty="0"/>
              <a:t>　</a:t>
            </a:r>
            <a:r>
              <a:rPr kumimoji="1" lang="en-US" altLang="ja-JP" dirty="0"/>
              <a:t>}</a:t>
            </a:r>
            <a:r>
              <a:rPr kumimoji="1" lang="ja-JP" altLang="en-US" dirty="0"/>
              <a:t>」の中に処理を書きました。このように</a:t>
            </a:r>
            <a:r>
              <a:rPr kumimoji="1" lang="en-US" altLang="ja-JP" dirty="0"/>
              <a:t>{</a:t>
            </a:r>
            <a:r>
              <a:rPr kumimoji="1" lang="ja-JP" altLang="en-US" dirty="0"/>
              <a:t>　</a:t>
            </a:r>
            <a:r>
              <a:rPr kumimoji="1" lang="en-US" altLang="ja-JP" dirty="0"/>
              <a:t>}</a:t>
            </a:r>
            <a:r>
              <a:rPr kumimoji="1" lang="ja-JP" altLang="en-US" dirty="0"/>
              <a:t>で囲まれた処理のことをブロックと呼びます。</a:t>
            </a:r>
          </a:p>
          <a:p>
            <a:pPr marL="96838" indent="0">
              <a:buNone/>
            </a:pPr>
            <a:r>
              <a:rPr kumimoji="1" lang="en-US" altLang="ja-JP" dirty="0"/>
              <a:t>if</a:t>
            </a:r>
            <a:r>
              <a:rPr kumimoji="1" lang="ja-JP" altLang="en-US" dirty="0"/>
              <a:t>文や</a:t>
            </a:r>
            <a:r>
              <a:rPr kumimoji="1" lang="en-US" altLang="ja-JP" dirty="0"/>
              <a:t>while</a:t>
            </a:r>
            <a:r>
              <a:rPr kumimoji="1" lang="ja-JP" altLang="en-US" dirty="0"/>
              <a:t>文に出てくるブロックは中の処理が</a:t>
            </a:r>
            <a:r>
              <a:rPr kumimoji="1" lang="en-US" altLang="ja-JP" dirty="0"/>
              <a:t>1</a:t>
            </a:r>
            <a:r>
              <a:rPr kumimoji="1" lang="ja-JP" altLang="en-US" dirty="0"/>
              <a:t>行しかなければ波カッコを省略することができますが、間違いのもとになるので必ず波カッコを書くようにしましょう。</a:t>
            </a:r>
          </a:p>
          <a:p>
            <a:pPr marL="96838" indent="0">
              <a:buNone/>
            </a:pPr>
            <a:endParaRPr kumimoji="1" lang="ja-JP" altLang="en-US" dirty="0"/>
          </a:p>
        </p:txBody>
      </p:sp>
      <p:sp>
        <p:nvSpPr>
          <p:cNvPr id="6" name="テキスト プレースホルダー 4">
            <a:extLst>
              <a:ext uri="{FF2B5EF4-FFF2-40B4-BE49-F238E27FC236}">
                <a16:creationId xmlns:a16="http://schemas.microsoft.com/office/drawing/2014/main" id="{557D5ABE-E95E-43B6-BA4B-30D67DC82E4B}"/>
              </a:ext>
            </a:extLst>
          </p:cNvPr>
          <p:cNvSpPr txBox="1">
            <a:spLocks/>
          </p:cNvSpPr>
          <p:nvPr/>
        </p:nvSpPr>
        <p:spPr>
          <a:xfrm>
            <a:off x="731520" y="2455959"/>
            <a:ext cx="7553739" cy="1828049"/>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if (test == 100)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褒めてもらえます</a:t>
            </a:r>
            <a:r>
              <a:rPr lang="en-US" altLang="ja-JP" dirty="0"/>
              <a:t>");</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ごほうびがもらえます</a:t>
            </a:r>
            <a:r>
              <a:rPr lang="en-US" altLang="ja-JP" dirty="0"/>
              <a:t>");</a:t>
            </a:r>
          </a:p>
          <a:p>
            <a:pPr marL="96838" indent="0">
              <a:buFont typeface="Arial" panose="020B0604020202020204" pitchFamily="34" charset="0"/>
              <a:buNone/>
            </a:pPr>
            <a:r>
              <a:rPr lang="en-US" altLang="ja-JP" dirty="0"/>
              <a:t>} else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ごほうびがもらえません</a:t>
            </a:r>
            <a:r>
              <a:rPr lang="en-US" altLang="ja-JP" dirty="0"/>
              <a:t>");</a:t>
            </a:r>
          </a:p>
          <a:p>
            <a:pPr marL="96838" indent="0">
              <a:buFont typeface="Arial" panose="020B0604020202020204" pitchFamily="34" charset="0"/>
              <a:buNone/>
            </a:pPr>
            <a:r>
              <a:rPr lang="en-US" altLang="ja-JP" dirty="0"/>
              <a:t>}</a:t>
            </a:r>
          </a:p>
        </p:txBody>
      </p:sp>
      <p:sp>
        <p:nvSpPr>
          <p:cNvPr id="9" name="正方形/長方形 8">
            <a:extLst>
              <a:ext uri="{FF2B5EF4-FFF2-40B4-BE49-F238E27FC236}">
                <a16:creationId xmlns:a16="http://schemas.microsoft.com/office/drawing/2014/main" id="{428EA767-7996-42DE-8E9E-552356BDC96C}"/>
              </a:ext>
            </a:extLst>
          </p:cNvPr>
          <p:cNvSpPr/>
          <p:nvPr/>
        </p:nvSpPr>
        <p:spPr>
          <a:xfrm>
            <a:off x="858742" y="2511620"/>
            <a:ext cx="7323150" cy="796123"/>
          </a:xfrm>
          <a:prstGeom prst="rect">
            <a:avLst/>
          </a:prstGeom>
          <a:solidFill>
            <a:schemeClr val="accent1">
              <a:alpha val="2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7" name="Google Shape;183;p22">
            <a:extLst>
              <a:ext uri="{FF2B5EF4-FFF2-40B4-BE49-F238E27FC236}">
                <a16:creationId xmlns:a16="http://schemas.microsoft.com/office/drawing/2014/main" id="{5A1A2977-47D7-4B83-8ED8-FAE0FCA35EFD}"/>
              </a:ext>
            </a:extLst>
          </p:cNvPr>
          <p:cNvSpPr txBox="1"/>
          <p:nvPr/>
        </p:nvSpPr>
        <p:spPr>
          <a:xfrm>
            <a:off x="6115049" y="2571750"/>
            <a:ext cx="1987147" cy="703198"/>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1400" dirty="0">
                <a:solidFill>
                  <a:schemeClr val="dk1"/>
                </a:solidFill>
                <a:latin typeface="Meiryo"/>
                <a:ea typeface="Meiryo"/>
                <a:cs typeface="Meiryo"/>
                <a:sym typeface="Meiryo"/>
              </a:rPr>
              <a:t>2行のブロックなので</a:t>
            </a:r>
            <a:endParaRPr sz="1400" dirty="0"/>
          </a:p>
          <a:p>
            <a:pPr marL="0" marR="0" lvl="0" indent="0" algn="l" rtl="0">
              <a:spcBef>
                <a:spcPts val="0"/>
              </a:spcBef>
              <a:spcAft>
                <a:spcPts val="0"/>
              </a:spcAft>
              <a:buNone/>
            </a:pPr>
            <a:r>
              <a:rPr lang="en-US" sz="1400" dirty="0" err="1">
                <a:solidFill>
                  <a:schemeClr val="dk1"/>
                </a:solidFill>
                <a:latin typeface="Meiryo"/>
                <a:ea typeface="Meiryo"/>
                <a:cs typeface="Meiryo"/>
                <a:sym typeface="Meiryo"/>
              </a:rPr>
              <a:t>省略できません</a:t>
            </a:r>
            <a:r>
              <a:rPr lang="en-US" sz="1400" dirty="0">
                <a:solidFill>
                  <a:schemeClr val="dk1"/>
                </a:solidFill>
                <a:latin typeface="Meiryo"/>
                <a:ea typeface="Meiryo"/>
                <a:cs typeface="Meiryo"/>
                <a:sym typeface="Meiryo"/>
              </a:rPr>
              <a:t>。</a:t>
            </a:r>
            <a:endParaRPr sz="1400" dirty="0">
              <a:solidFill>
                <a:schemeClr val="dk1"/>
              </a:solidFill>
              <a:latin typeface="Meiryo"/>
              <a:ea typeface="Meiryo"/>
              <a:cs typeface="Meiryo"/>
              <a:sym typeface="Meiryo"/>
            </a:endParaRPr>
          </a:p>
        </p:txBody>
      </p:sp>
      <p:sp>
        <p:nvSpPr>
          <p:cNvPr id="10" name="正方形/長方形 9">
            <a:extLst>
              <a:ext uri="{FF2B5EF4-FFF2-40B4-BE49-F238E27FC236}">
                <a16:creationId xmlns:a16="http://schemas.microsoft.com/office/drawing/2014/main" id="{CFC6B348-1037-44A4-8325-C4D3801B756C}"/>
              </a:ext>
            </a:extLst>
          </p:cNvPr>
          <p:cNvSpPr/>
          <p:nvPr/>
        </p:nvSpPr>
        <p:spPr>
          <a:xfrm>
            <a:off x="858742" y="3307744"/>
            <a:ext cx="7323150" cy="826934"/>
          </a:xfrm>
          <a:prstGeom prst="rect">
            <a:avLst/>
          </a:prstGeom>
          <a:solidFill>
            <a:schemeClr val="tx2">
              <a:alpha val="25000"/>
            </a:schemeClr>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 name="Google Shape;183;p22">
            <a:extLst>
              <a:ext uri="{FF2B5EF4-FFF2-40B4-BE49-F238E27FC236}">
                <a16:creationId xmlns:a16="http://schemas.microsoft.com/office/drawing/2014/main" id="{11DBA35D-4570-44DC-AD82-891FE3E745DA}"/>
              </a:ext>
            </a:extLst>
          </p:cNvPr>
          <p:cNvSpPr txBox="1"/>
          <p:nvPr/>
        </p:nvSpPr>
        <p:spPr>
          <a:xfrm>
            <a:off x="6115049" y="3383157"/>
            <a:ext cx="1987148" cy="687914"/>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latin typeface="Meiryo"/>
                <a:ea typeface="Meiryo"/>
                <a:cs typeface="Meiryo"/>
                <a:sym typeface="Meiryo"/>
              </a:rPr>
              <a:t>1</a:t>
            </a:r>
            <a:r>
              <a:rPr lang="ja-JP" altLang="en-US" sz="1400" dirty="0">
                <a:solidFill>
                  <a:schemeClr val="dk1"/>
                </a:solidFill>
                <a:latin typeface="Meiryo"/>
                <a:ea typeface="Meiryo"/>
                <a:cs typeface="Meiryo"/>
                <a:sym typeface="Meiryo"/>
              </a:rPr>
              <a:t>行のブロックなので</a:t>
            </a:r>
          </a:p>
          <a:p>
            <a:pPr marL="0" marR="0" lvl="0" indent="0" algn="l" rtl="0">
              <a:spcBef>
                <a:spcPts val="0"/>
              </a:spcBef>
              <a:spcAft>
                <a:spcPts val="0"/>
              </a:spcAft>
              <a:buNone/>
            </a:pPr>
            <a:r>
              <a:rPr lang="ja-JP" altLang="en-US" sz="1400" dirty="0">
                <a:solidFill>
                  <a:schemeClr val="dk1"/>
                </a:solidFill>
                <a:latin typeface="Meiryo"/>
                <a:ea typeface="Meiryo"/>
                <a:cs typeface="Meiryo"/>
                <a:sym typeface="Meiryo"/>
              </a:rPr>
              <a:t>省略可能ですが、</a:t>
            </a:r>
          </a:p>
          <a:p>
            <a:pPr marL="0" marR="0" lvl="0" indent="0" algn="l" rtl="0">
              <a:spcBef>
                <a:spcPts val="0"/>
              </a:spcBef>
              <a:spcAft>
                <a:spcPts val="0"/>
              </a:spcAft>
              <a:buNone/>
            </a:pPr>
            <a:r>
              <a:rPr lang="ja-JP" altLang="en-US" sz="1400" dirty="0">
                <a:solidFill>
                  <a:schemeClr val="dk1"/>
                </a:solidFill>
                <a:latin typeface="Meiryo"/>
                <a:ea typeface="Meiryo"/>
                <a:cs typeface="Meiryo"/>
                <a:sym typeface="Meiryo"/>
              </a:rPr>
              <a:t>書くほうが良いです。</a:t>
            </a:r>
          </a:p>
        </p:txBody>
      </p:sp>
    </p:spTree>
    <p:extLst>
      <p:ext uri="{BB962C8B-B14F-4D97-AF65-F5344CB8AC3E}">
        <p14:creationId xmlns:p14="http://schemas.microsoft.com/office/powerpoint/2010/main" val="25588638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5AC0C57-2057-45BF-B80F-6C3FFE31877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02214B61-6F76-4DD9-A34B-592E9EF53121}"/>
              </a:ext>
            </a:extLst>
          </p:cNvPr>
          <p:cNvSpPr>
            <a:spLocks noGrp="1"/>
          </p:cNvSpPr>
          <p:nvPr>
            <p:ph type="ctrTitle"/>
          </p:nvPr>
        </p:nvSpPr>
        <p:spPr/>
        <p:txBody>
          <a:bodyPr/>
          <a:lstStyle/>
          <a:p>
            <a:r>
              <a:rPr lang="en-US" altLang="ja-JP" dirty="0" err="1"/>
              <a:t>スコープ</a:t>
            </a:r>
            <a:endParaRPr kumimoji="1" lang="ja-JP" altLang="en-US" dirty="0"/>
          </a:p>
        </p:txBody>
      </p:sp>
      <p:sp>
        <p:nvSpPr>
          <p:cNvPr id="4" name="スライド番号プレースホルダー 3">
            <a:extLst>
              <a:ext uri="{FF2B5EF4-FFF2-40B4-BE49-F238E27FC236}">
                <a16:creationId xmlns:a16="http://schemas.microsoft.com/office/drawing/2014/main" id="{287DE5CD-25BF-4174-94AC-E2CF0D3A7019}"/>
              </a:ext>
            </a:extLst>
          </p:cNvPr>
          <p:cNvSpPr>
            <a:spLocks noGrp="1"/>
          </p:cNvSpPr>
          <p:nvPr>
            <p:ph type="sldNum" sz="quarter" idx="4"/>
          </p:nvPr>
        </p:nvSpPr>
        <p:spPr/>
        <p:txBody>
          <a:bodyPr/>
          <a:lstStyle/>
          <a:p>
            <a:fld id="{00000000-1234-1234-1234-123412341234}" type="slidenum">
              <a:rPr lang="en" smtClean="0"/>
              <a:pPr/>
              <a:t>19</a:t>
            </a:fld>
            <a:endParaRPr lang="en" dirty="0"/>
          </a:p>
        </p:txBody>
      </p:sp>
      <p:sp>
        <p:nvSpPr>
          <p:cNvPr id="5" name="テキスト プレースホルダー 4">
            <a:extLst>
              <a:ext uri="{FF2B5EF4-FFF2-40B4-BE49-F238E27FC236}">
                <a16:creationId xmlns:a16="http://schemas.microsoft.com/office/drawing/2014/main" id="{C2358685-C9DF-4D11-B40A-091E145AC05F}"/>
              </a:ext>
            </a:extLst>
          </p:cNvPr>
          <p:cNvSpPr>
            <a:spLocks noGrp="1"/>
          </p:cNvSpPr>
          <p:nvPr>
            <p:ph type="body" sz="quarter" idx="14"/>
          </p:nvPr>
        </p:nvSpPr>
        <p:spPr>
          <a:xfrm>
            <a:off x="462875" y="859491"/>
            <a:ext cx="8216900" cy="865942"/>
          </a:xfrm>
        </p:spPr>
        <p:txBody>
          <a:bodyPr/>
          <a:lstStyle/>
          <a:p>
            <a:pPr marL="96838" indent="0">
              <a:buNone/>
            </a:pPr>
            <a:r>
              <a:rPr kumimoji="1" lang="ja-JP" altLang="en-US" dirty="0"/>
              <a:t>ブロックの中にはどんな処理でも書くことができます。</a:t>
            </a:r>
            <a:br>
              <a:rPr kumimoji="1" lang="ja-JP" altLang="en-US" dirty="0"/>
            </a:br>
            <a:r>
              <a:rPr kumimoji="1" lang="ja-JP" altLang="en-US" dirty="0"/>
              <a:t>もちろん、変数の宣言も書くことができます。</a:t>
            </a:r>
            <a:br>
              <a:rPr kumimoji="1" lang="ja-JP" altLang="en-US" dirty="0"/>
            </a:br>
            <a:r>
              <a:rPr kumimoji="1" lang="ja-JP" altLang="en-US" dirty="0"/>
              <a:t>この場合、宣言した変数はブロックの中でしか使えないので、注意が必要です。このように変数の使える範囲のことをスコープといいます。</a:t>
            </a:r>
          </a:p>
        </p:txBody>
      </p:sp>
      <p:sp>
        <p:nvSpPr>
          <p:cNvPr id="6" name="テキスト プレースホルダー 4">
            <a:extLst>
              <a:ext uri="{FF2B5EF4-FFF2-40B4-BE49-F238E27FC236}">
                <a16:creationId xmlns:a16="http://schemas.microsoft.com/office/drawing/2014/main" id="{AF6E6B2C-3CE4-477F-9DA8-7509802DBEA1}"/>
              </a:ext>
            </a:extLst>
          </p:cNvPr>
          <p:cNvSpPr txBox="1">
            <a:spLocks/>
          </p:cNvSpPr>
          <p:nvPr/>
        </p:nvSpPr>
        <p:spPr>
          <a:xfrm>
            <a:off x="1168842" y="1816764"/>
            <a:ext cx="3482671" cy="2938078"/>
          </a:xfrm>
          <a:prstGeom prst="rect">
            <a:avLst/>
          </a:prstGeom>
          <a:solidFill>
            <a:schemeClr val="accent4">
              <a:lumMod val="20000"/>
              <a:lumOff val="80000"/>
            </a:schemeClr>
          </a:solidFill>
          <a:ln>
            <a:solidFill>
              <a:schemeClr val="accent4"/>
            </a:solidFill>
          </a:ln>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int </a:t>
            </a:r>
            <a:r>
              <a:rPr lang="en-US" altLang="ja-JP" sz="1200" dirty="0" err="1"/>
              <a:t>riceCake</a:t>
            </a:r>
            <a:r>
              <a:rPr lang="en-US" altLang="ja-JP" sz="1200" dirty="0"/>
              <a:t> = 5;</a:t>
            </a:r>
          </a:p>
          <a:p>
            <a:pPr marL="96838" indent="0">
              <a:buFont typeface="Arial" panose="020B0604020202020204" pitchFamily="34" charset="0"/>
              <a:buNone/>
            </a:pPr>
            <a:r>
              <a:rPr lang="en-US" altLang="ja-JP" sz="1200" dirty="0"/>
              <a:t>while (</a:t>
            </a:r>
            <a:r>
              <a:rPr lang="en-US" altLang="ja-JP" sz="1200" dirty="0" err="1"/>
              <a:t>riceCake</a:t>
            </a:r>
            <a:r>
              <a:rPr lang="en-US" altLang="ja-JP" sz="1200" dirty="0"/>
              <a:t> &gt; 0) {</a:t>
            </a:r>
          </a:p>
          <a:p>
            <a:pPr marL="96838" indent="0">
              <a:buFont typeface="Arial" panose="020B0604020202020204" pitchFamily="34" charset="0"/>
              <a:buNone/>
            </a:pPr>
            <a:r>
              <a:rPr lang="en-US" altLang="ja-JP" sz="1200" dirty="0"/>
              <a:t>    String comment;  //</a:t>
            </a:r>
            <a:r>
              <a:rPr lang="ja-JP" altLang="en-US" sz="1200" dirty="0"/>
              <a:t>宣言</a:t>
            </a:r>
            <a:endParaRPr lang="en-US" altLang="ja-JP" sz="1200" dirty="0"/>
          </a:p>
          <a:p>
            <a:pPr marL="96838" indent="0">
              <a:buFont typeface="Arial" panose="020B0604020202020204" pitchFamily="34" charset="0"/>
              <a:buNone/>
            </a:pPr>
            <a:r>
              <a:rPr lang="ja-JP" altLang="en-US" sz="1200" dirty="0"/>
              <a:t>    </a:t>
            </a:r>
            <a:r>
              <a:rPr lang="en-US" altLang="ja-JP" sz="1200" dirty="0"/>
              <a:t>if (</a:t>
            </a:r>
            <a:r>
              <a:rPr lang="en-US" altLang="ja-JP" sz="1200" dirty="0" err="1"/>
              <a:t>riceCake</a:t>
            </a:r>
            <a:r>
              <a:rPr lang="en-US" altLang="ja-JP" sz="1200" dirty="0"/>
              <a:t> &gt; 2) {</a:t>
            </a:r>
          </a:p>
          <a:p>
            <a:pPr marL="96838" indent="0">
              <a:buFont typeface="Arial" panose="020B0604020202020204" pitchFamily="34" charset="0"/>
              <a:buNone/>
            </a:pPr>
            <a:r>
              <a:rPr lang="en-US" altLang="ja-JP" sz="1200" dirty="0"/>
              <a:t>        comment = "</a:t>
            </a:r>
            <a:r>
              <a:rPr lang="ja-JP" altLang="en-US" sz="1200" dirty="0"/>
              <a:t>おいしい</a:t>
            </a:r>
            <a:r>
              <a:rPr lang="en-US" altLang="ja-JP" sz="1200" dirty="0"/>
              <a:t>";</a:t>
            </a:r>
          </a:p>
          <a:p>
            <a:pPr marL="96838" indent="0">
              <a:buFont typeface="Arial" panose="020B0604020202020204" pitchFamily="34" charset="0"/>
              <a:buNone/>
            </a:pPr>
            <a:r>
              <a:rPr lang="en-US" altLang="ja-JP" sz="1200" dirty="0"/>
              <a:t>    } else {</a:t>
            </a:r>
          </a:p>
          <a:p>
            <a:pPr marL="96838" indent="0">
              <a:buFont typeface="Arial" panose="020B0604020202020204" pitchFamily="34" charset="0"/>
              <a:buNone/>
            </a:pPr>
            <a:r>
              <a:rPr lang="en-US" altLang="ja-JP" sz="1200" dirty="0"/>
              <a:t>        comment = "</a:t>
            </a:r>
            <a:r>
              <a:rPr lang="ja-JP" altLang="en-US" sz="1200" dirty="0"/>
              <a:t>満腹</a:t>
            </a:r>
            <a:r>
              <a:rPr lang="en-US" altLang="ja-JP" sz="1200" dirty="0"/>
              <a:t>";</a:t>
            </a:r>
          </a:p>
          <a:p>
            <a:pPr marL="96838" indent="0">
              <a:buFont typeface="Arial" panose="020B0604020202020204" pitchFamily="34" charset="0"/>
              <a:buNone/>
            </a:pPr>
            <a:r>
              <a:rPr lang="en-US" altLang="ja-JP" sz="1200" dirty="0"/>
              <a:t>    }</a:t>
            </a:r>
          </a:p>
          <a:p>
            <a:pPr marL="96838" indent="0">
              <a:buFont typeface="Arial" panose="020B0604020202020204" pitchFamily="34" charset="0"/>
              <a:buNone/>
            </a:pPr>
            <a:r>
              <a:rPr lang="en-US" altLang="ja-JP" sz="1200" dirty="0"/>
              <a:t>    </a:t>
            </a:r>
            <a:r>
              <a:rPr lang="en-US" altLang="ja-JP" sz="1200" dirty="0" err="1"/>
              <a:t>riceCake</a:t>
            </a:r>
            <a:r>
              <a:rPr lang="en-US" altLang="ja-JP" sz="1200" dirty="0"/>
              <a:t>--;</a:t>
            </a:r>
          </a:p>
          <a:p>
            <a:pPr marL="96838" indent="0">
              <a:buFont typeface="Arial" panose="020B0604020202020204" pitchFamily="34" charset="0"/>
              <a:buNone/>
            </a:pPr>
            <a:r>
              <a:rPr lang="en-US" altLang="ja-JP" sz="1200" dirty="0"/>
              <a:t>    </a:t>
            </a:r>
            <a:r>
              <a:rPr lang="en-US" altLang="ja-JP" sz="1200" dirty="0" err="1"/>
              <a:t>System.out.println</a:t>
            </a:r>
            <a:r>
              <a:rPr lang="en-US" altLang="ja-JP" sz="1200" dirty="0"/>
              <a:t>(comment);</a:t>
            </a:r>
          </a:p>
          <a:p>
            <a:pPr marL="96838" indent="0">
              <a:buFont typeface="Arial" panose="020B0604020202020204" pitchFamily="34" charset="0"/>
              <a:buNone/>
            </a:pPr>
            <a:r>
              <a:rPr lang="en-US" altLang="ja-JP" sz="1200" dirty="0"/>
              <a:t>}</a:t>
            </a:r>
          </a:p>
          <a:p>
            <a:pPr marL="96838" indent="0">
              <a:buFont typeface="Arial" panose="020B0604020202020204" pitchFamily="34" charset="0"/>
              <a:buNone/>
            </a:pPr>
            <a:r>
              <a:rPr lang="en-US" altLang="ja-JP" sz="1200" dirty="0" err="1"/>
              <a:t>System.out.println</a:t>
            </a:r>
            <a:r>
              <a:rPr lang="en-US" altLang="ja-JP" sz="1200" dirty="0"/>
              <a:t>(comment);</a:t>
            </a:r>
            <a:br>
              <a:rPr lang="en-US" altLang="ja-JP" sz="1200" dirty="0"/>
            </a:br>
            <a:br>
              <a:rPr lang="en-US" altLang="ja-JP" sz="1200" dirty="0"/>
            </a:br>
            <a:endParaRPr lang="en-US" altLang="ja-JP" sz="1200" dirty="0"/>
          </a:p>
        </p:txBody>
      </p:sp>
      <p:sp>
        <p:nvSpPr>
          <p:cNvPr id="8" name="Google Shape;198;p23">
            <a:extLst>
              <a:ext uri="{FF2B5EF4-FFF2-40B4-BE49-F238E27FC236}">
                <a16:creationId xmlns:a16="http://schemas.microsoft.com/office/drawing/2014/main" id="{FB5CF734-FD8C-47ED-A991-D7605289366B}"/>
              </a:ext>
            </a:extLst>
          </p:cNvPr>
          <p:cNvSpPr txBox="1"/>
          <p:nvPr/>
        </p:nvSpPr>
        <p:spPr>
          <a:xfrm>
            <a:off x="5479504" y="1925550"/>
            <a:ext cx="1128030" cy="579111"/>
          </a:xfrm>
          <a:prstGeom prst="rect">
            <a:avLst/>
          </a:prstGeom>
          <a:solidFill>
            <a:schemeClr val="accent4">
              <a:lumMod val="20000"/>
              <a:lumOff val="80000"/>
            </a:schemeClr>
          </a:solidFill>
          <a:ln w="635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a:solidFill>
                  <a:schemeClr val="dk1"/>
                </a:solidFill>
                <a:cs typeface="Meiryo"/>
                <a:sym typeface="Meiryo"/>
              </a:rPr>
              <a:t>riceCakeの</a:t>
            </a:r>
            <a:endParaRPr sz="1400"/>
          </a:p>
          <a:p>
            <a:pPr marL="0" marR="0" lvl="0" indent="0" algn="l" rtl="0">
              <a:spcBef>
                <a:spcPts val="0"/>
              </a:spcBef>
              <a:spcAft>
                <a:spcPts val="0"/>
              </a:spcAft>
              <a:buNone/>
            </a:pPr>
            <a:r>
              <a:rPr lang="en-US" sz="1400">
                <a:solidFill>
                  <a:schemeClr val="dk1"/>
                </a:solidFill>
                <a:cs typeface="Meiryo"/>
                <a:sym typeface="Meiryo"/>
              </a:rPr>
              <a:t>スコープ</a:t>
            </a:r>
            <a:endParaRPr sz="1400"/>
          </a:p>
        </p:txBody>
      </p:sp>
      <p:cxnSp>
        <p:nvCxnSpPr>
          <p:cNvPr id="10" name="直線矢印コネクタ 9">
            <a:extLst>
              <a:ext uri="{FF2B5EF4-FFF2-40B4-BE49-F238E27FC236}">
                <a16:creationId xmlns:a16="http://schemas.microsoft.com/office/drawing/2014/main" id="{D1E1AAFB-9319-4FD0-AF11-44AAFA8269A7}"/>
              </a:ext>
            </a:extLst>
          </p:cNvPr>
          <p:cNvCxnSpPr>
            <a:stCxn id="8" idx="1"/>
          </p:cNvCxnSpPr>
          <p:nvPr/>
        </p:nvCxnSpPr>
        <p:spPr>
          <a:xfrm flipH="1">
            <a:off x="4651513" y="2215106"/>
            <a:ext cx="827991" cy="106675"/>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DE92F075-A417-44E2-ADE3-68FA1C49E000}"/>
              </a:ext>
            </a:extLst>
          </p:cNvPr>
          <p:cNvSpPr/>
          <p:nvPr/>
        </p:nvSpPr>
        <p:spPr>
          <a:xfrm>
            <a:off x="1565413" y="2321781"/>
            <a:ext cx="2616973" cy="1947996"/>
          </a:xfrm>
          <a:prstGeom prst="rect">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2" name="Google Shape;198;p23">
            <a:extLst>
              <a:ext uri="{FF2B5EF4-FFF2-40B4-BE49-F238E27FC236}">
                <a16:creationId xmlns:a16="http://schemas.microsoft.com/office/drawing/2014/main" id="{D60CA42D-40E7-48E9-898B-A950E3D6D2EC}"/>
              </a:ext>
            </a:extLst>
          </p:cNvPr>
          <p:cNvSpPr txBox="1"/>
          <p:nvPr/>
        </p:nvSpPr>
        <p:spPr>
          <a:xfrm>
            <a:off x="5048084" y="2794217"/>
            <a:ext cx="1128030" cy="579111"/>
          </a:xfrm>
          <a:prstGeom prst="rect">
            <a:avLst/>
          </a:prstGeom>
          <a:solidFill>
            <a:schemeClr val="accent6">
              <a:lumMod val="20000"/>
              <a:lumOff val="80000"/>
            </a:schemeClr>
          </a:solidFill>
          <a:ln w="635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a:solidFill>
                  <a:schemeClr val="dk1"/>
                </a:solidFill>
                <a:cs typeface="Meiryo"/>
                <a:sym typeface="Meiryo"/>
              </a:rPr>
              <a:t>comment</a:t>
            </a:r>
            <a:r>
              <a:rPr lang="ja-JP" altLang="en-US" sz="1400" dirty="0">
                <a:solidFill>
                  <a:schemeClr val="dk1"/>
                </a:solidFill>
                <a:cs typeface="Meiryo"/>
                <a:sym typeface="Meiryo"/>
              </a:rPr>
              <a:t>の</a:t>
            </a:r>
          </a:p>
          <a:p>
            <a:pPr marL="0" marR="0" lvl="0" indent="0" algn="l" rtl="0">
              <a:spcBef>
                <a:spcPts val="0"/>
              </a:spcBef>
              <a:spcAft>
                <a:spcPts val="0"/>
              </a:spcAft>
              <a:buNone/>
            </a:pPr>
            <a:r>
              <a:rPr lang="ja-JP" altLang="en-US" sz="1400" dirty="0">
                <a:solidFill>
                  <a:schemeClr val="dk1"/>
                </a:solidFill>
                <a:cs typeface="Meiryo"/>
                <a:sym typeface="Meiryo"/>
              </a:rPr>
              <a:t>スコープ</a:t>
            </a:r>
          </a:p>
        </p:txBody>
      </p:sp>
      <p:cxnSp>
        <p:nvCxnSpPr>
          <p:cNvPr id="14" name="直線矢印コネクタ 13">
            <a:extLst>
              <a:ext uri="{FF2B5EF4-FFF2-40B4-BE49-F238E27FC236}">
                <a16:creationId xmlns:a16="http://schemas.microsoft.com/office/drawing/2014/main" id="{32A8E0F2-FD29-4DB9-BCF8-BC10538B672C}"/>
              </a:ext>
            </a:extLst>
          </p:cNvPr>
          <p:cNvCxnSpPr>
            <a:cxnSpLocks/>
            <a:stCxn id="12" idx="1"/>
          </p:cNvCxnSpPr>
          <p:nvPr/>
        </p:nvCxnSpPr>
        <p:spPr>
          <a:xfrm flipH="1" flipV="1">
            <a:off x="4182386" y="2682934"/>
            <a:ext cx="865698" cy="400839"/>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9" name="Google Shape;198;p23">
            <a:extLst>
              <a:ext uri="{FF2B5EF4-FFF2-40B4-BE49-F238E27FC236}">
                <a16:creationId xmlns:a16="http://schemas.microsoft.com/office/drawing/2014/main" id="{41D8A924-57DB-47C0-9E8F-95FC39B81F93}"/>
              </a:ext>
            </a:extLst>
          </p:cNvPr>
          <p:cNvSpPr txBox="1"/>
          <p:nvPr/>
        </p:nvSpPr>
        <p:spPr>
          <a:xfrm>
            <a:off x="4722140" y="3540616"/>
            <a:ext cx="1901823" cy="579111"/>
          </a:xfrm>
          <a:prstGeom prst="rect">
            <a:avLst/>
          </a:prstGeom>
          <a:solidFill>
            <a:schemeClr val="accent6">
              <a:lumMod val="20000"/>
              <a:lumOff val="80000"/>
            </a:schemeClr>
          </a:solidFill>
          <a:ln w="635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altLang="en-US" sz="1400" dirty="0">
                <a:solidFill>
                  <a:schemeClr val="dk1"/>
                </a:solidFill>
                <a:cs typeface="Meiryo"/>
                <a:sym typeface="Meiryo"/>
              </a:rPr>
              <a:t>スコープの中なので</a:t>
            </a:r>
          </a:p>
          <a:p>
            <a:pPr marL="0" marR="0" lvl="0" indent="0" algn="l" rtl="0">
              <a:spcBef>
                <a:spcPts val="0"/>
              </a:spcBef>
              <a:spcAft>
                <a:spcPts val="0"/>
              </a:spcAft>
              <a:buNone/>
            </a:pPr>
            <a:r>
              <a:rPr lang="ja-JP" altLang="en-US" sz="1400" dirty="0">
                <a:solidFill>
                  <a:schemeClr val="dk1"/>
                </a:solidFill>
                <a:cs typeface="Meiryo"/>
                <a:sym typeface="Meiryo"/>
              </a:rPr>
              <a:t>使うことができます</a:t>
            </a:r>
          </a:p>
        </p:txBody>
      </p:sp>
      <p:cxnSp>
        <p:nvCxnSpPr>
          <p:cNvPr id="20" name="直線矢印コネクタ 19">
            <a:extLst>
              <a:ext uri="{FF2B5EF4-FFF2-40B4-BE49-F238E27FC236}">
                <a16:creationId xmlns:a16="http://schemas.microsoft.com/office/drawing/2014/main" id="{00C64AF7-8716-4986-BDE8-15ED9E2189CD}"/>
              </a:ext>
            </a:extLst>
          </p:cNvPr>
          <p:cNvCxnSpPr>
            <a:cxnSpLocks/>
            <a:stCxn id="19" idx="1"/>
          </p:cNvCxnSpPr>
          <p:nvPr/>
        </p:nvCxnSpPr>
        <p:spPr>
          <a:xfrm flipH="1">
            <a:off x="3809406" y="3830172"/>
            <a:ext cx="912734" cy="273961"/>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4" name="Google Shape;198;p23">
            <a:extLst>
              <a:ext uri="{FF2B5EF4-FFF2-40B4-BE49-F238E27FC236}">
                <a16:creationId xmlns:a16="http://schemas.microsoft.com/office/drawing/2014/main" id="{5DEFD2C3-FDC8-45AE-BE41-B732B159BBCA}"/>
              </a:ext>
            </a:extLst>
          </p:cNvPr>
          <p:cNvSpPr txBox="1"/>
          <p:nvPr/>
        </p:nvSpPr>
        <p:spPr>
          <a:xfrm>
            <a:off x="5327764" y="4231010"/>
            <a:ext cx="1901823" cy="579111"/>
          </a:xfrm>
          <a:prstGeom prst="rect">
            <a:avLst/>
          </a:prstGeom>
          <a:solidFill>
            <a:schemeClr val="accent6">
              <a:lumMod val="20000"/>
              <a:lumOff val="80000"/>
            </a:schemeClr>
          </a:solidFill>
          <a:ln w="635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altLang="en-US" sz="1400" dirty="0">
                <a:solidFill>
                  <a:schemeClr val="dk1"/>
                </a:solidFill>
                <a:cs typeface="Meiryo"/>
                <a:sym typeface="Meiryo"/>
              </a:rPr>
              <a:t>スコープの外なので</a:t>
            </a:r>
          </a:p>
          <a:p>
            <a:pPr marL="0" marR="0" lvl="0" indent="0" algn="l" rtl="0">
              <a:spcBef>
                <a:spcPts val="0"/>
              </a:spcBef>
              <a:spcAft>
                <a:spcPts val="0"/>
              </a:spcAft>
              <a:buNone/>
            </a:pPr>
            <a:r>
              <a:rPr lang="ja-JP" altLang="en-US" sz="1400" dirty="0">
                <a:solidFill>
                  <a:schemeClr val="dk1"/>
                </a:solidFill>
                <a:cs typeface="Meiryo"/>
                <a:sym typeface="Meiryo"/>
              </a:rPr>
              <a:t>エラーになります</a:t>
            </a:r>
          </a:p>
        </p:txBody>
      </p:sp>
      <p:cxnSp>
        <p:nvCxnSpPr>
          <p:cNvPr id="25" name="直線矢印コネクタ 24">
            <a:extLst>
              <a:ext uri="{FF2B5EF4-FFF2-40B4-BE49-F238E27FC236}">
                <a16:creationId xmlns:a16="http://schemas.microsoft.com/office/drawing/2014/main" id="{67C6214A-96D4-4070-AC0B-68733CDEF561}"/>
              </a:ext>
            </a:extLst>
          </p:cNvPr>
          <p:cNvCxnSpPr>
            <a:cxnSpLocks/>
            <a:stCxn id="24" idx="1"/>
          </p:cNvCxnSpPr>
          <p:nvPr/>
        </p:nvCxnSpPr>
        <p:spPr>
          <a:xfrm flipH="1">
            <a:off x="3546282" y="4520566"/>
            <a:ext cx="1781482" cy="71598"/>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8659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F0D2C855-CF3E-4C9C-87A4-1021CFB8FB44}"/>
              </a:ext>
            </a:extLst>
          </p:cNvPr>
          <p:cNvSpPr>
            <a:spLocks noGrp="1"/>
          </p:cNvSpPr>
          <p:nvPr>
            <p:ph type="ftr" sz="quarter" idx="11"/>
          </p:nvPr>
        </p:nvSpPr>
        <p:spPr/>
        <p:txBody>
          <a:bodyPr/>
          <a:lstStyle/>
          <a:p>
            <a:r>
              <a:rPr kumimoji="1" lang="en-US" altLang="ja-JP" dirty="0"/>
              <a:t>copyright ©</a:t>
            </a:r>
            <a:r>
              <a:rPr kumimoji="1" lang="en-US" altLang="ja-JP" dirty="0" err="1"/>
              <a:t>ITCollege</a:t>
            </a:r>
            <a:r>
              <a:rPr kumimoji="1" lang="en-US" altLang="ja-JP" dirty="0"/>
              <a:t>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BD7C8B81-6231-426A-9F24-0231A8102E0F}"/>
              </a:ext>
            </a:extLst>
          </p:cNvPr>
          <p:cNvSpPr>
            <a:spLocks noGrp="1"/>
          </p:cNvSpPr>
          <p:nvPr>
            <p:ph type="ctrTitle"/>
          </p:nvPr>
        </p:nvSpPr>
        <p:spPr/>
        <p:txBody>
          <a:bodyPr/>
          <a:lstStyle/>
          <a:p>
            <a:r>
              <a:rPr kumimoji="1" lang="ja-JP" altLang="en-US" dirty="0"/>
              <a:t>条件式</a:t>
            </a:r>
          </a:p>
        </p:txBody>
      </p:sp>
      <p:sp>
        <p:nvSpPr>
          <p:cNvPr id="4" name="スライド番号プレースホルダー 3">
            <a:extLst>
              <a:ext uri="{FF2B5EF4-FFF2-40B4-BE49-F238E27FC236}">
                <a16:creationId xmlns:a16="http://schemas.microsoft.com/office/drawing/2014/main" id="{D41BDD7D-7EC3-4903-BAEF-70EF9A75D331}"/>
              </a:ext>
            </a:extLst>
          </p:cNvPr>
          <p:cNvSpPr>
            <a:spLocks noGrp="1"/>
          </p:cNvSpPr>
          <p:nvPr>
            <p:ph type="sldNum" sz="quarter" idx="4"/>
          </p:nvPr>
        </p:nvSpPr>
        <p:spPr/>
        <p:txBody>
          <a:bodyPr/>
          <a:lstStyle/>
          <a:p>
            <a:fld id="{00000000-1234-1234-1234-123412341234}" type="slidenum">
              <a:rPr lang="en" smtClean="0"/>
              <a:pPr/>
              <a:t>20</a:t>
            </a:fld>
            <a:endParaRPr lang="en" dirty="0">
              <a:latin typeface="+mn-ea"/>
            </a:endParaRPr>
          </a:p>
        </p:txBody>
      </p:sp>
      <p:sp>
        <p:nvSpPr>
          <p:cNvPr id="6" name="テキスト プレースホルダー 5">
            <a:extLst>
              <a:ext uri="{FF2B5EF4-FFF2-40B4-BE49-F238E27FC236}">
                <a16:creationId xmlns:a16="http://schemas.microsoft.com/office/drawing/2014/main" id="{A0AE5BDD-60A3-4F7E-94AD-B63C4AE439C8}"/>
              </a:ext>
            </a:extLst>
          </p:cNvPr>
          <p:cNvSpPr>
            <a:spLocks noGrp="1"/>
          </p:cNvSpPr>
          <p:nvPr>
            <p:ph type="body" sz="quarter" idx="15"/>
          </p:nvPr>
        </p:nvSpPr>
        <p:spPr>
          <a:xfrm>
            <a:off x="463549" y="1023814"/>
            <a:ext cx="7534138" cy="1142410"/>
          </a:xfrm>
        </p:spPr>
        <p:txBody>
          <a:bodyPr/>
          <a:lstStyle/>
          <a:p>
            <a:r>
              <a:rPr kumimoji="1" lang="ja-JP" altLang="en-US" dirty="0"/>
              <a:t>関係演算子は「右辺」と「左辺」を比較するための演算子</a:t>
            </a:r>
            <a:endParaRPr kumimoji="1" lang="en-US" altLang="ja-JP" dirty="0"/>
          </a:p>
          <a:p>
            <a:r>
              <a:rPr kumimoji="1" lang="ja-JP" altLang="en-US" dirty="0"/>
              <a:t>論理演算子は「条件式」と「条件式」に関係を作るための演算子</a:t>
            </a:r>
            <a:endParaRPr kumimoji="1" lang="en-US" altLang="ja-JP" dirty="0"/>
          </a:p>
          <a:p>
            <a:r>
              <a:rPr lang="ja-JP" altLang="en-US" dirty="0"/>
              <a:t>同じく論理演算子には「条件式」が「～ではない」と否定するためのものも存在する</a:t>
            </a:r>
            <a:endParaRPr lang="en-US" altLang="ja-JP" dirty="0"/>
          </a:p>
          <a:p>
            <a:endParaRPr kumimoji="1" lang="ja-JP" altLang="en-US" dirty="0"/>
          </a:p>
        </p:txBody>
      </p:sp>
      <p:sp>
        <p:nvSpPr>
          <p:cNvPr id="7" name="テキスト プレースホルダー 6">
            <a:extLst>
              <a:ext uri="{FF2B5EF4-FFF2-40B4-BE49-F238E27FC236}">
                <a16:creationId xmlns:a16="http://schemas.microsoft.com/office/drawing/2014/main" id="{F3EC5684-1832-4738-B41E-CA771DF3B4C6}"/>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65F750D9-E556-47CA-A9D4-DF4561B6A3CF}"/>
              </a:ext>
            </a:extLst>
          </p:cNvPr>
          <p:cNvSpPr>
            <a:spLocks noGrp="1"/>
          </p:cNvSpPr>
          <p:nvPr>
            <p:ph type="body" sz="quarter" idx="14"/>
          </p:nvPr>
        </p:nvSpPr>
        <p:spPr>
          <a:xfrm>
            <a:off x="533400" y="2350346"/>
            <a:ext cx="8216900" cy="1769340"/>
          </a:xfrm>
        </p:spPr>
        <p:txBody>
          <a:bodyPr/>
          <a:lstStyle/>
          <a:p>
            <a:pPr marL="96838" indent="0">
              <a:buNone/>
            </a:pPr>
            <a:r>
              <a:rPr kumimoji="1" lang="en-US" altLang="ja-JP" dirty="0"/>
              <a:t>if</a:t>
            </a:r>
            <a:r>
              <a:rPr kumimoji="1" lang="ja-JP" altLang="en-US" dirty="0"/>
              <a:t>文や</a:t>
            </a:r>
            <a:r>
              <a:rPr kumimoji="1" lang="en-US" altLang="ja-JP" dirty="0"/>
              <a:t>while</a:t>
            </a:r>
            <a:r>
              <a:rPr kumimoji="1" lang="ja-JP" altLang="en-US" dirty="0"/>
              <a:t>文の丸カッコ「</a:t>
            </a:r>
            <a:r>
              <a:rPr kumimoji="1" lang="en-US" altLang="ja-JP" dirty="0"/>
              <a:t>(</a:t>
            </a:r>
            <a:r>
              <a:rPr kumimoji="1" lang="ja-JP" altLang="en-US" dirty="0"/>
              <a:t>　</a:t>
            </a:r>
            <a:r>
              <a:rPr kumimoji="1" lang="en-US" altLang="ja-JP" dirty="0"/>
              <a:t>)</a:t>
            </a:r>
            <a:r>
              <a:rPr kumimoji="1" lang="ja-JP" altLang="en-US" dirty="0"/>
              <a:t>」の中は条件式です。</a:t>
            </a:r>
          </a:p>
          <a:p>
            <a:pPr marL="96838" indent="0">
              <a:buNone/>
            </a:pPr>
            <a:r>
              <a:rPr kumimoji="1" lang="ja-JP" altLang="en-US" dirty="0"/>
              <a:t>条件式は「はい」か「いいえ」のどちらかになりますので、丸カッコの中は、</a:t>
            </a:r>
            <a:r>
              <a:rPr kumimoji="1" lang="en-US" altLang="ja-JP" dirty="0" err="1"/>
              <a:t>boolean</a:t>
            </a:r>
            <a:r>
              <a:rPr kumimoji="1" lang="ja-JP" altLang="en-US" dirty="0"/>
              <a:t>型を書かなければいけないということになります。</a:t>
            </a:r>
          </a:p>
          <a:p>
            <a:pPr marL="96838" indent="0">
              <a:buNone/>
            </a:pPr>
            <a:r>
              <a:rPr kumimoji="1" lang="ja-JP" altLang="en-US" dirty="0"/>
              <a:t>条件式は「気温が</a:t>
            </a:r>
            <a:r>
              <a:rPr kumimoji="1" lang="en-US" altLang="ja-JP" dirty="0"/>
              <a:t>25℃</a:t>
            </a:r>
            <a:r>
              <a:rPr kumimoji="1" lang="ja-JP" altLang="en-US" dirty="0"/>
              <a:t>以上」とか、「餅が</a:t>
            </a:r>
            <a:r>
              <a:rPr kumimoji="1" lang="en-US" altLang="ja-JP" dirty="0"/>
              <a:t>0</a:t>
            </a:r>
            <a:r>
              <a:rPr kumimoji="1" lang="ja-JP" altLang="en-US" dirty="0"/>
              <a:t>個より多いか」というように</a:t>
            </a:r>
            <a:r>
              <a:rPr kumimoji="1" lang="en-US" altLang="ja-JP" dirty="0"/>
              <a:t>2</a:t>
            </a:r>
            <a:r>
              <a:rPr kumimoji="1" lang="ja-JP" altLang="en-US" dirty="0"/>
              <a:t>つのデータを比べて判断することが多くなります。</a:t>
            </a:r>
          </a:p>
          <a:p>
            <a:pPr marL="96838" indent="0">
              <a:buNone/>
            </a:pPr>
            <a:r>
              <a:rPr kumimoji="1" lang="ja-JP" altLang="en-US" dirty="0"/>
              <a:t>このようにデータを比較するには関係演算子を使います。</a:t>
            </a:r>
            <a:endParaRPr kumimoji="1" lang="en-US" altLang="ja-JP" dirty="0"/>
          </a:p>
          <a:p>
            <a:pPr marL="96838" indent="0">
              <a:buNone/>
            </a:pPr>
            <a:r>
              <a:rPr lang="ja-JP" altLang="en-US" dirty="0"/>
              <a:t>次ページでは関係演算子の一覧を表示します。</a:t>
            </a:r>
            <a:endParaRPr kumimoji="1" lang="ja-JP" altLang="en-US" dirty="0"/>
          </a:p>
          <a:p>
            <a:pPr marL="96838" indent="0">
              <a:buNone/>
            </a:pPr>
            <a:endParaRPr kumimoji="1" lang="ja-JP" altLang="en-US" dirty="0"/>
          </a:p>
        </p:txBody>
      </p:sp>
    </p:spTree>
    <p:extLst>
      <p:ext uri="{BB962C8B-B14F-4D97-AF65-F5344CB8AC3E}">
        <p14:creationId xmlns:p14="http://schemas.microsoft.com/office/powerpoint/2010/main" val="13285256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51AB45C-3ABC-4B49-844A-62334491B01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30F99C26-20B3-4443-9F4F-4D39431C4739}"/>
              </a:ext>
            </a:extLst>
          </p:cNvPr>
          <p:cNvSpPr>
            <a:spLocks noGrp="1"/>
          </p:cNvSpPr>
          <p:nvPr>
            <p:ph type="ctrTitle"/>
          </p:nvPr>
        </p:nvSpPr>
        <p:spPr/>
        <p:txBody>
          <a:bodyPr/>
          <a:lstStyle/>
          <a:p>
            <a:r>
              <a:rPr lang="en-US" altLang="ja-JP" dirty="0" err="1"/>
              <a:t>条件式</a:t>
            </a:r>
            <a:endParaRPr kumimoji="1" lang="ja-JP" altLang="en-US" dirty="0"/>
          </a:p>
        </p:txBody>
      </p:sp>
      <p:sp>
        <p:nvSpPr>
          <p:cNvPr id="4" name="スライド番号プレースホルダー 3">
            <a:extLst>
              <a:ext uri="{FF2B5EF4-FFF2-40B4-BE49-F238E27FC236}">
                <a16:creationId xmlns:a16="http://schemas.microsoft.com/office/drawing/2014/main" id="{D7BBCE0D-3313-4EEF-8B66-71A9F7DEA2BA}"/>
              </a:ext>
            </a:extLst>
          </p:cNvPr>
          <p:cNvSpPr>
            <a:spLocks noGrp="1"/>
          </p:cNvSpPr>
          <p:nvPr>
            <p:ph type="sldNum" sz="quarter" idx="4"/>
          </p:nvPr>
        </p:nvSpPr>
        <p:spPr/>
        <p:txBody>
          <a:bodyPr/>
          <a:lstStyle/>
          <a:p>
            <a:fld id="{00000000-1234-1234-1234-123412341234}" type="slidenum">
              <a:rPr lang="en" smtClean="0"/>
              <a:pPr/>
              <a:t>21</a:t>
            </a:fld>
            <a:endParaRPr lang="en" dirty="0"/>
          </a:p>
        </p:txBody>
      </p:sp>
      <p:graphicFrame>
        <p:nvGraphicFramePr>
          <p:cNvPr id="6" name="Google Shape;213;p24">
            <a:extLst>
              <a:ext uri="{FF2B5EF4-FFF2-40B4-BE49-F238E27FC236}">
                <a16:creationId xmlns:a16="http://schemas.microsoft.com/office/drawing/2014/main" id="{DAC8AF56-1F1A-4360-9696-0C80394E8D9E}"/>
              </a:ext>
            </a:extLst>
          </p:cNvPr>
          <p:cNvGraphicFramePr/>
          <p:nvPr>
            <p:extLst>
              <p:ext uri="{D42A27DB-BD31-4B8C-83A1-F6EECF244321}">
                <p14:modId xmlns:p14="http://schemas.microsoft.com/office/powerpoint/2010/main" val="2131703"/>
              </p:ext>
            </p:extLst>
          </p:nvPr>
        </p:nvGraphicFramePr>
        <p:xfrm>
          <a:off x="1331650" y="970337"/>
          <a:ext cx="6480700" cy="2133670"/>
        </p:xfrm>
        <a:graphic>
          <a:graphicData uri="http://schemas.openxmlformats.org/drawingml/2006/table">
            <a:tbl>
              <a:tblPr firstRow="1" bandRow="1">
                <a:tableStyleId>{BDBED569-4797-4DF1-A0F4-6AAB3CD982D8}</a:tableStyleId>
              </a:tblPr>
              <a:tblGrid>
                <a:gridCol w="1440150">
                  <a:extLst>
                    <a:ext uri="{9D8B030D-6E8A-4147-A177-3AD203B41FA5}">
                      <a16:colId xmlns:a16="http://schemas.microsoft.com/office/drawing/2014/main" val="20000"/>
                    </a:ext>
                  </a:extLst>
                </a:gridCol>
                <a:gridCol w="5040550">
                  <a:extLst>
                    <a:ext uri="{9D8B030D-6E8A-4147-A177-3AD203B41FA5}">
                      <a16:colId xmlns:a16="http://schemas.microsoft.com/office/drawing/2014/main" val="20001"/>
                    </a:ext>
                  </a:extLst>
                </a:gridCol>
              </a:tblGrid>
              <a:tr h="293062">
                <a:tc>
                  <a:txBody>
                    <a:bodyPr/>
                    <a:lstStyle/>
                    <a:p>
                      <a:pPr marL="0" marR="0" lvl="0" indent="0" algn="ctr" rtl="0">
                        <a:spcBef>
                          <a:spcPts val="0"/>
                        </a:spcBef>
                        <a:spcAft>
                          <a:spcPts val="0"/>
                        </a:spcAft>
                        <a:buNone/>
                      </a:pPr>
                      <a:r>
                        <a:rPr lang="en-US" sz="1400" u="none" strike="noStrike" cap="none" dirty="0" err="1">
                          <a:sym typeface="Arial"/>
                        </a:rPr>
                        <a:t>演算子</a:t>
                      </a:r>
                      <a:endParaRPr sz="1400" dirty="0">
                        <a:latin typeface="+mn-lt"/>
                        <a:ea typeface="+mn-ea"/>
                        <a:cs typeface="Arial"/>
                        <a:sym typeface="Arial"/>
                      </a:endParaRPr>
                    </a:p>
                  </a:txBody>
                  <a:tcPr marL="91450" marR="91450" marT="45725" marB="45725"/>
                </a:tc>
                <a:tc>
                  <a:txBody>
                    <a:bodyPr/>
                    <a:lstStyle/>
                    <a:p>
                      <a:pPr marL="0" marR="0" lvl="0" indent="0" algn="ctr" rtl="0">
                        <a:spcBef>
                          <a:spcPts val="0"/>
                        </a:spcBef>
                        <a:spcAft>
                          <a:spcPts val="0"/>
                        </a:spcAft>
                        <a:buNone/>
                      </a:pPr>
                      <a:r>
                        <a:rPr lang="en-US" sz="1400" u="none" strike="noStrike" cap="none">
                          <a:sym typeface="Arial"/>
                        </a:rPr>
                        <a:t>意味</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0"/>
                  </a:ext>
                </a:extLst>
              </a:tr>
              <a:tr h="293062">
                <a:tc>
                  <a:txBody>
                    <a:bodyPr/>
                    <a:lstStyle/>
                    <a:p>
                      <a:pPr marL="0" marR="0" lvl="0" indent="0" algn="ctr" rtl="0">
                        <a:spcBef>
                          <a:spcPts val="0"/>
                        </a:spcBef>
                        <a:spcAft>
                          <a:spcPts val="0"/>
                        </a:spcAft>
                        <a:buNone/>
                      </a:pPr>
                      <a:r>
                        <a:rPr lang="en-US" sz="1400" u="none" strike="noStrike" cap="none">
                          <a:sym typeface="Arial"/>
                        </a:rPr>
                        <a:t>==</a:t>
                      </a:r>
                      <a:endParaRPr sz="1400" u="none" strike="noStrike" cap="none">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u="none" strike="noStrike" cap="none">
                          <a:sym typeface="Arial"/>
                        </a:rPr>
                        <a:t>左辺と右辺が等しいか判定</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1"/>
                  </a:ext>
                </a:extLst>
              </a:tr>
              <a:tr h="293062">
                <a:tc>
                  <a:txBody>
                    <a:bodyPr/>
                    <a:lstStyle/>
                    <a:p>
                      <a:pPr marL="0" marR="0" lvl="0" indent="0" algn="ctr" rtl="0">
                        <a:spcBef>
                          <a:spcPts val="0"/>
                        </a:spcBef>
                        <a:spcAft>
                          <a:spcPts val="0"/>
                        </a:spcAft>
                        <a:buNone/>
                      </a:pPr>
                      <a:r>
                        <a:rPr lang="en-US" sz="1400">
                          <a:sym typeface="Arial"/>
                        </a:rPr>
                        <a:t>!=</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左辺と右辺が異なるか判定</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2"/>
                  </a:ext>
                </a:extLst>
              </a:tr>
              <a:tr h="293062">
                <a:tc>
                  <a:txBody>
                    <a:bodyPr/>
                    <a:lstStyle/>
                    <a:p>
                      <a:pPr marL="0" marR="0" lvl="0" indent="0" algn="ctr" rtl="0">
                        <a:spcBef>
                          <a:spcPts val="0"/>
                        </a:spcBef>
                        <a:spcAft>
                          <a:spcPts val="0"/>
                        </a:spcAft>
                        <a:buNone/>
                      </a:pPr>
                      <a:r>
                        <a:rPr lang="en-US" sz="1400">
                          <a:sym typeface="Arial"/>
                        </a:rPr>
                        <a:t>&gt;</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左辺が右辺より大きいか判定</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3"/>
                  </a:ext>
                </a:extLst>
              </a:tr>
              <a:tr h="293062">
                <a:tc>
                  <a:txBody>
                    <a:bodyPr/>
                    <a:lstStyle/>
                    <a:p>
                      <a:pPr marL="0" marR="0" lvl="0" indent="0" algn="ctr" rtl="0">
                        <a:spcBef>
                          <a:spcPts val="0"/>
                        </a:spcBef>
                        <a:spcAft>
                          <a:spcPts val="0"/>
                        </a:spcAft>
                        <a:buNone/>
                      </a:pPr>
                      <a:r>
                        <a:rPr lang="en-US" sz="1400">
                          <a:sym typeface="Arial"/>
                        </a:rPr>
                        <a:t>&lt;</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左辺が右辺より小さいか判定</a:t>
                      </a:r>
                      <a:endParaRPr sz="1400">
                        <a:latin typeface="+mn-lt"/>
                        <a:ea typeface="+mn-ea"/>
                        <a:cs typeface="Arial"/>
                        <a:sym typeface="Arial"/>
                      </a:endParaRPr>
                    </a:p>
                  </a:txBody>
                  <a:tcPr marL="91450" marR="91450" marT="45725" marB="45725"/>
                </a:tc>
                <a:extLst>
                  <a:ext uri="{0D108BD9-81ED-4DB2-BD59-A6C34878D82A}">
                    <a16:rowId xmlns:a16="http://schemas.microsoft.com/office/drawing/2014/main" val="10004"/>
                  </a:ext>
                </a:extLst>
              </a:tr>
              <a:tr h="293062">
                <a:tc>
                  <a:txBody>
                    <a:bodyPr/>
                    <a:lstStyle/>
                    <a:p>
                      <a:pPr marL="0" marR="0" lvl="0" indent="0" algn="ctr" rtl="0">
                        <a:spcBef>
                          <a:spcPts val="0"/>
                        </a:spcBef>
                        <a:spcAft>
                          <a:spcPts val="0"/>
                        </a:spcAft>
                        <a:buNone/>
                      </a:pPr>
                      <a:r>
                        <a:rPr lang="en-US" sz="1400">
                          <a:sym typeface="Arial"/>
                        </a:rPr>
                        <a:t>&gt;=</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dirty="0" err="1">
                          <a:sym typeface="Arial"/>
                        </a:rPr>
                        <a:t>左辺が右辺より大きいまたは等しいか判定</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5"/>
                  </a:ext>
                </a:extLst>
              </a:tr>
              <a:tr h="293062">
                <a:tc>
                  <a:txBody>
                    <a:bodyPr/>
                    <a:lstStyle/>
                    <a:p>
                      <a:pPr marL="0" marR="0" lvl="0" indent="0" algn="ctr" rtl="0">
                        <a:spcBef>
                          <a:spcPts val="0"/>
                        </a:spcBef>
                        <a:spcAft>
                          <a:spcPts val="0"/>
                        </a:spcAft>
                        <a:buNone/>
                      </a:pPr>
                      <a:r>
                        <a:rPr lang="en-US" sz="1400" dirty="0">
                          <a:sym typeface="Arial"/>
                        </a:rPr>
                        <a:t>&lt;=</a:t>
                      </a:r>
                      <a:endParaRPr sz="1400" dirty="0">
                        <a:latin typeface="+mn-lt"/>
                        <a:ea typeface="+mn-ea"/>
                        <a:cs typeface="Arial"/>
                        <a:sym typeface="Aria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1800"/>
                        <a:buFont typeface="Quattrocento Sans"/>
                        <a:buNone/>
                      </a:pPr>
                      <a:r>
                        <a:rPr lang="en-US" sz="1400" dirty="0" err="1">
                          <a:sym typeface="Arial"/>
                        </a:rPr>
                        <a:t>左辺が右辺より小さいまたは等しいか判定</a:t>
                      </a:r>
                      <a:endParaRPr sz="1400" dirty="0">
                        <a:latin typeface="+mn-lt"/>
                        <a:ea typeface="+mn-ea"/>
                        <a:cs typeface="Arial"/>
                        <a:sym typeface="Arial"/>
                      </a:endParaRPr>
                    </a:p>
                  </a:txBody>
                  <a:tcPr marL="91450" marR="91450" marT="45725" marB="45725"/>
                </a:tc>
                <a:extLst>
                  <a:ext uri="{0D108BD9-81ED-4DB2-BD59-A6C34878D82A}">
                    <a16:rowId xmlns:a16="http://schemas.microsoft.com/office/drawing/2014/main" val="10006"/>
                  </a:ext>
                </a:extLst>
              </a:tr>
            </a:tbl>
          </a:graphicData>
        </a:graphic>
      </p:graphicFrame>
      <p:sp>
        <p:nvSpPr>
          <p:cNvPr id="7" name="テキスト プレースホルダー 4">
            <a:extLst>
              <a:ext uri="{FF2B5EF4-FFF2-40B4-BE49-F238E27FC236}">
                <a16:creationId xmlns:a16="http://schemas.microsoft.com/office/drawing/2014/main" id="{C4B18335-672C-4DD8-9A89-CB04DA3DC180}"/>
              </a:ext>
            </a:extLst>
          </p:cNvPr>
          <p:cNvSpPr>
            <a:spLocks noGrp="1"/>
          </p:cNvSpPr>
          <p:nvPr>
            <p:ph type="body" sz="quarter" idx="14"/>
          </p:nvPr>
        </p:nvSpPr>
        <p:spPr>
          <a:xfrm>
            <a:off x="599661" y="3347229"/>
            <a:ext cx="8216900" cy="664255"/>
          </a:xfrm>
        </p:spPr>
        <p:txBody>
          <a:bodyPr/>
          <a:lstStyle/>
          <a:p>
            <a:pPr marL="96838" indent="0">
              <a:buNone/>
            </a:pPr>
            <a:r>
              <a:rPr kumimoji="1" lang="ja-JP" altLang="en-US" dirty="0"/>
              <a:t>特に「</a:t>
            </a:r>
            <a:r>
              <a:rPr kumimoji="1" lang="en-US" altLang="ja-JP" dirty="0"/>
              <a:t>&gt;</a:t>
            </a:r>
            <a:r>
              <a:rPr kumimoji="1" lang="ja-JP" altLang="en-US" dirty="0"/>
              <a:t>」</a:t>
            </a:r>
            <a:r>
              <a:rPr lang="ja-JP" altLang="en-US" dirty="0"/>
              <a:t>「</a:t>
            </a:r>
            <a:r>
              <a:rPr lang="en-US" altLang="ja-JP" dirty="0"/>
              <a:t>&lt;</a:t>
            </a:r>
            <a:r>
              <a:rPr lang="ja-JP" altLang="en-US" dirty="0"/>
              <a:t>」と「</a:t>
            </a:r>
            <a:r>
              <a:rPr lang="en-US" altLang="ja-JP" dirty="0"/>
              <a:t>&gt;=</a:t>
            </a:r>
            <a:r>
              <a:rPr lang="ja-JP" altLang="en-US" dirty="0"/>
              <a:t>」「</a:t>
            </a:r>
            <a:r>
              <a:rPr lang="en-US" altLang="ja-JP" dirty="0"/>
              <a:t>&lt;=</a:t>
            </a:r>
            <a:r>
              <a:rPr lang="ja-JP" altLang="en-US" dirty="0"/>
              <a:t>」はどちらを使用すればいいか混同してしまいがちです。</a:t>
            </a:r>
            <a:endParaRPr lang="en-US" altLang="ja-JP" dirty="0"/>
          </a:p>
          <a:p>
            <a:pPr marL="96838" indent="0">
              <a:buNone/>
            </a:pPr>
            <a:r>
              <a:rPr kumimoji="1" lang="ja-JP" altLang="en-US" dirty="0"/>
              <a:t>それぞれ</a:t>
            </a:r>
            <a:r>
              <a:rPr lang="ja-JP" altLang="en-US" dirty="0"/>
              <a:t>の判定基準をしっかりと理解して使用しましょう。</a:t>
            </a:r>
            <a:endParaRPr kumimoji="1" lang="en-US" altLang="ja-JP" dirty="0"/>
          </a:p>
        </p:txBody>
      </p:sp>
    </p:spTree>
    <p:extLst>
      <p:ext uri="{BB962C8B-B14F-4D97-AF65-F5344CB8AC3E}">
        <p14:creationId xmlns:p14="http://schemas.microsoft.com/office/powerpoint/2010/main" val="3350652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094640F-F36C-4837-A6AC-889998AE944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979B095-C2D9-43FE-BDB4-F51D4674481B}"/>
              </a:ext>
            </a:extLst>
          </p:cNvPr>
          <p:cNvSpPr>
            <a:spLocks noGrp="1"/>
          </p:cNvSpPr>
          <p:nvPr>
            <p:ph type="ctrTitle"/>
          </p:nvPr>
        </p:nvSpPr>
        <p:spPr/>
        <p:txBody>
          <a:bodyPr/>
          <a:lstStyle/>
          <a:p>
            <a:r>
              <a:rPr kumimoji="1" lang="ja-JP" altLang="en-US" dirty="0"/>
              <a:t>関係演算子</a:t>
            </a:r>
          </a:p>
        </p:txBody>
      </p:sp>
      <p:sp>
        <p:nvSpPr>
          <p:cNvPr id="4" name="スライド番号プレースホルダー 3">
            <a:extLst>
              <a:ext uri="{FF2B5EF4-FFF2-40B4-BE49-F238E27FC236}">
                <a16:creationId xmlns:a16="http://schemas.microsoft.com/office/drawing/2014/main" id="{1929CDE3-77C8-4EE0-B83B-D12B12A8E7C0}"/>
              </a:ext>
            </a:extLst>
          </p:cNvPr>
          <p:cNvSpPr>
            <a:spLocks noGrp="1"/>
          </p:cNvSpPr>
          <p:nvPr>
            <p:ph type="sldNum" sz="quarter" idx="4"/>
          </p:nvPr>
        </p:nvSpPr>
        <p:spPr/>
        <p:txBody>
          <a:bodyPr/>
          <a:lstStyle/>
          <a:p>
            <a:fld id="{00000000-1234-1234-1234-123412341234}" type="slidenum">
              <a:rPr lang="en" smtClean="0"/>
              <a:pPr/>
              <a:t>22</a:t>
            </a:fld>
            <a:endParaRPr lang="en" dirty="0"/>
          </a:p>
        </p:txBody>
      </p:sp>
      <p:sp>
        <p:nvSpPr>
          <p:cNvPr id="5" name="テキスト プレースホルダー 4">
            <a:extLst>
              <a:ext uri="{FF2B5EF4-FFF2-40B4-BE49-F238E27FC236}">
                <a16:creationId xmlns:a16="http://schemas.microsoft.com/office/drawing/2014/main" id="{B7128837-A21D-4351-8A56-98194BD48CFE}"/>
              </a:ext>
            </a:extLst>
          </p:cNvPr>
          <p:cNvSpPr>
            <a:spLocks noGrp="1"/>
          </p:cNvSpPr>
          <p:nvPr>
            <p:ph type="body" sz="quarter" idx="14"/>
          </p:nvPr>
        </p:nvSpPr>
        <p:spPr/>
        <p:txBody>
          <a:bodyPr/>
          <a:lstStyle/>
          <a:p>
            <a:pPr marL="96838" indent="0">
              <a:buNone/>
            </a:pPr>
            <a:r>
              <a:rPr kumimoji="1" lang="ja-JP" altLang="en-US" dirty="0"/>
              <a:t>関係演算子は「右辺と左辺を比較した結果、</a:t>
            </a:r>
            <a:r>
              <a:rPr kumimoji="1" lang="en-US" altLang="ja-JP" dirty="0"/>
              <a:t>true</a:t>
            </a:r>
            <a:r>
              <a:rPr kumimoji="1" lang="ja-JP" altLang="en-US" dirty="0"/>
              <a:t>か</a:t>
            </a:r>
            <a:r>
              <a:rPr kumimoji="1" lang="en-US" altLang="ja-JP" dirty="0"/>
              <a:t>false</a:t>
            </a:r>
            <a:r>
              <a:rPr kumimoji="1" lang="ja-JP" altLang="en-US" dirty="0"/>
              <a:t>を判定する」という機能があります。</a:t>
            </a:r>
          </a:p>
          <a:p>
            <a:pPr marL="96838" indent="0">
              <a:buNone/>
            </a:pPr>
            <a:r>
              <a:rPr kumimoji="1" lang="ja-JP" altLang="en-US" dirty="0"/>
              <a:t>いくつか気をつけないといけないことがあります。</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等しいか判定するときは「</a:t>
            </a:r>
            <a:r>
              <a:rPr kumimoji="1" lang="en-US" altLang="ja-JP" b="1" dirty="0">
                <a:solidFill>
                  <a:schemeClr val="tx2"/>
                </a:solidFill>
              </a:rPr>
              <a:t>=</a:t>
            </a:r>
            <a:r>
              <a:rPr kumimoji="1" lang="ja-JP" altLang="en-US" b="1" dirty="0">
                <a:solidFill>
                  <a:schemeClr val="tx2"/>
                </a:solidFill>
              </a:rPr>
              <a:t>」ではない</a:t>
            </a:r>
          </a:p>
          <a:p>
            <a:pPr marL="452438" lvl="1" indent="0">
              <a:buNone/>
            </a:pPr>
            <a:r>
              <a:rPr kumimoji="1" lang="ja-JP" altLang="en-US" dirty="0"/>
              <a:t>「</a:t>
            </a:r>
            <a:r>
              <a:rPr kumimoji="1" lang="en-US" altLang="ja-JP" dirty="0"/>
              <a:t>=</a:t>
            </a:r>
            <a:r>
              <a:rPr kumimoji="1" lang="ja-JP" altLang="en-US" dirty="0"/>
              <a:t>」は代入演算子です。等しいかを判定するのは「</a:t>
            </a:r>
            <a:r>
              <a:rPr kumimoji="1" lang="en-US" altLang="ja-JP" dirty="0"/>
              <a:t>==</a:t>
            </a:r>
            <a:r>
              <a:rPr kumimoji="1" lang="ja-JP" altLang="en-US" dirty="0"/>
              <a:t>」です。</a:t>
            </a:r>
          </a:p>
          <a:p>
            <a:pPr marL="439738" indent="-342900">
              <a:buFont typeface="+mj-lt"/>
              <a:buAutoNum type="arabicPeriod"/>
            </a:pPr>
            <a:endParaRPr kumimoji="1" lang="en-US" altLang="ja-JP" dirty="0"/>
          </a:p>
          <a:p>
            <a:pPr marL="439738" indent="-342900">
              <a:buFont typeface="+mj-lt"/>
              <a:buAutoNum type="arabicPeriod"/>
            </a:pPr>
            <a:r>
              <a:rPr kumimoji="1" lang="en-US" altLang="ja-JP" b="1" dirty="0">
                <a:solidFill>
                  <a:schemeClr val="tx2"/>
                </a:solidFill>
              </a:rPr>
              <a:t>2</a:t>
            </a:r>
            <a:r>
              <a:rPr kumimoji="1" lang="ja-JP" altLang="en-US" b="1" dirty="0">
                <a:solidFill>
                  <a:schemeClr val="tx2"/>
                </a:solidFill>
              </a:rPr>
              <a:t>文字で出来ている演算子は間にスペースを入れたり、	順序を入れ替えてはいけない</a:t>
            </a:r>
          </a:p>
          <a:p>
            <a:pPr marL="452438" lvl="1" indent="0">
              <a:buNone/>
            </a:pPr>
            <a:r>
              <a:rPr kumimoji="1" lang="ja-JP" altLang="en-US" dirty="0"/>
              <a:t>例えば「</a:t>
            </a:r>
            <a:r>
              <a:rPr kumimoji="1" lang="en-US" altLang="ja-JP" dirty="0"/>
              <a:t>&gt;=</a:t>
            </a:r>
            <a:r>
              <a:rPr kumimoji="1" lang="ja-JP" altLang="en-US" dirty="0"/>
              <a:t>」を「</a:t>
            </a:r>
            <a:r>
              <a:rPr kumimoji="1" lang="en-US" altLang="ja-JP" dirty="0"/>
              <a:t>&gt;  =</a:t>
            </a:r>
            <a:r>
              <a:rPr kumimoji="1" lang="ja-JP" altLang="en-US" dirty="0"/>
              <a:t>」とか「</a:t>
            </a:r>
            <a:r>
              <a:rPr kumimoji="1" lang="en-US" altLang="ja-JP" dirty="0"/>
              <a:t>=&gt;</a:t>
            </a:r>
            <a:r>
              <a:rPr kumimoji="1" lang="ja-JP" altLang="en-US" dirty="0"/>
              <a:t>」とか書いてはいけません。</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文字列を比較することはできない</a:t>
            </a:r>
          </a:p>
          <a:p>
            <a:pPr marL="452438" lvl="1" indent="0">
              <a:buNone/>
            </a:pPr>
            <a:r>
              <a:rPr kumimoji="1" lang="ja-JP" altLang="en-US" dirty="0"/>
              <a:t>例えば</a:t>
            </a:r>
            <a:r>
              <a:rPr kumimoji="1" lang="en-US" altLang="ja-JP" dirty="0"/>
              <a:t>String</a:t>
            </a:r>
            <a:r>
              <a:rPr kumimoji="1" lang="ja-JP" altLang="en-US" dirty="0"/>
              <a:t>型の変数</a:t>
            </a:r>
            <a:r>
              <a:rPr kumimoji="1" lang="en-US" altLang="ja-JP" dirty="0"/>
              <a:t>comment</a:t>
            </a:r>
            <a:r>
              <a:rPr kumimoji="1" lang="ja-JP" altLang="en-US" dirty="0"/>
              <a:t>が </a:t>
            </a:r>
            <a:r>
              <a:rPr kumimoji="1" lang="en-US" altLang="ja-JP" dirty="0"/>
              <a:t>“</a:t>
            </a:r>
            <a:r>
              <a:rPr kumimoji="1" lang="ja-JP" altLang="en-US" dirty="0"/>
              <a:t>おいしい</a:t>
            </a:r>
            <a:r>
              <a:rPr kumimoji="1" lang="en-US" altLang="ja-JP" dirty="0"/>
              <a:t>”</a:t>
            </a:r>
            <a:r>
              <a:rPr kumimoji="1" lang="ja-JP" altLang="en-US" dirty="0"/>
              <a:t> と等しいか判定したい場合、</a:t>
            </a:r>
            <a:br>
              <a:rPr kumimoji="1" lang="ja-JP" altLang="en-US" dirty="0"/>
            </a:br>
            <a:r>
              <a:rPr kumimoji="1" lang="en-US" altLang="ja-JP" b="1" dirty="0">
                <a:solidFill>
                  <a:schemeClr val="accent1"/>
                </a:solidFill>
              </a:rPr>
              <a:t>comment == “</a:t>
            </a:r>
            <a:r>
              <a:rPr kumimoji="1" lang="ja-JP" altLang="en-US" b="1" dirty="0">
                <a:solidFill>
                  <a:schemeClr val="accent1"/>
                </a:solidFill>
              </a:rPr>
              <a:t>おいしい</a:t>
            </a:r>
            <a:r>
              <a:rPr kumimoji="1" lang="en-US" altLang="ja-JP" b="1" dirty="0">
                <a:solidFill>
                  <a:schemeClr val="accent1"/>
                </a:solidFill>
              </a:rPr>
              <a:t>”</a:t>
            </a:r>
            <a:endParaRPr lang="en-US" altLang="ja-JP" b="1" dirty="0">
              <a:solidFill>
                <a:schemeClr val="accent1"/>
              </a:solidFill>
            </a:endParaRPr>
          </a:p>
          <a:p>
            <a:pPr marL="452438" lvl="1" indent="0">
              <a:buNone/>
            </a:pPr>
            <a:r>
              <a:rPr kumimoji="1" lang="ja-JP" altLang="en-US" dirty="0"/>
              <a:t>と書きたくなりますが、これでは正しく判定できません。</a:t>
            </a:r>
            <a:endParaRPr lang="en-US" altLang="ja-JP" dirty="0"/>
          </a:p>
          <a:p>
            <a:pPr marL="452438" lvl="1" indent="0">
              <a:buNone/>
            </a:pPr>
            <a:r>
              <a:rPr kumimoji="1" lang="ja-JP" altLang="en-US" dirty="0"/>
              <a:t>正しくは </a:t>
            </a:r>
            <a:r>
              <a:rPr kumimoji="1" lang="en-US" altLang="ja-JP" b="1" dirty="0" err="1">
                <a:solidFill>
                  <a:schemeClr val="accent1"/>
                </a:solidFill>
              </a:rPr>
              <a:t>comment.equals</a:t>
            </a:r>
            <a:r>
              <a:rPr kumimoji="1" lang="en-US" altLang="ja-JP" b="1" dirty="0">
                <a:solidFill>
                  <a:schemeClr val="accent1"/>
                </a:solidFill>
              </a:rPr>
              <a:t>(“</a:t>
            </a:r>
            <a:r>
              <a:rPr kumimoji="1" lang="ja-JP" altLang="en-US" b="1" dirty="0">
                <a:solidFill>
                  <a:schemeClr val="accent1"/>
                </a:solidFill>
              </a:rPr>
              <a:t>おいしい</a:t>
            </a:r>
            <a:r>
              <a:rPr kumimoji="1" lang="en-US" altLang="ja-JP" b="1" dirty="0">
                <a:solidFill>
                  <a:schemeClr val="accent1"/>
                </a:solidFill>
              </a:rPr>
              <a:t>”)</a:t>
            </a:r>
          </a:p>
          <a:p>
            <a:pPr marL="452438" lvl="1" indent="0">
              <a:buNone/>
            </a:pPr>
            <a:r>
              <a:rPr kumimoji="1" lang="ja-JP" altLang="en-US" dirty="0"/>
              <a:t>と書かなければいけません。</a:t>
            </a:r>
          </a:p>
          <a:p>
            <a:pPr marL="96838" indent="0">
              <a:buNone/>
            </a:pPr>
            <a:endParaRPr kumimoji="1" lang="ja-JP" altLang="en-US" dirty="0"/>
          </a:p>
        </p:txBody>
      </p:sp>
    </p:spTree>
    <p:extLst>
      <p:ext uri="{BB962C8B-B14F-4D97-AF65-F5344CB8AC3E}">
        <p14:creationId xmlns:p14="http://schemas.microsoft.com/office/powerpoint/2010/main" val="344385144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1E33FD6-8C94-4E6A-AD21-CB86C0ADE15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8A90C5B-D1BB-47BB-9861-87F6FD459443}"/>
              </a:ext>
            </a:extLst>
          </p:cNvPr>
          <p:cNvSpPr>
            <a:spLocks noGrp="1"/>
          </p:cNvSpPr>
          <p:nvPr>
            <p:ph type="ctrTitle"/>
          </p:nvPr>
        </p:nvSpPr>
        <p:spPr/>
        <p:txBody>
          <a:bodyPr/>
          <a:lstStyle/>
          <a:p>
            <a:r>
              <a:rPr kumimoji="1" lang="ja-JP" altLang="en-US" dirty="0"/>
              <a:t>ここに注意！</a:t>
            </a:r>
          </a:p>
        </p:txBody>
      </p:sp>
      <p:sp>
        <p:nvSpPr>
          <p:cNvPr id="4" name="スライド番号プレースホルダー 3">
            <a:extLst>
              <a:ext uri="{FF2B5EF4-FFF2-40B4-BE49-F238E27FC236}">
                <a16:creationId xmlns:a16="http://schemas.microsoft.com/office/drawing/2014/main" id="{B2DAF8DD-DFBA-407B-8CA5-C8F7F92E9182}"/>
              </a:ext>
            </a:extLst>
          </p:cNvPr>
          <p:cNvSpPr>
            <a:spLocks noGrp="1"/>
          </p:cNvSpPr>
          <p:nvPr>
            <p:ph type="sldNum" sz="quarter" idx="4"/>
          </p:nvPr>
        </p:nvSpPr>
        <p:spPr/>
        <p:txBody>
          <a:bodyPr/>
          <a:lstStyle/>
          <a:p>
            <a:fld id="{00000000-1234-1234-1234-123412341234}" type="slidenum">
              <a:rPr lang="en" smtClean="0"/>
              <a:pPr/>
              <a:t>23</a:t>
            </a:fld>
            <a:endParaRPr lang="en" dirty="0"/>
          </a:p>
        </p:txBody>
      </p:sp>
      <p:sp>
        <p:nvSpPr>
          <p:cNvPr id="5" name="テキスト プレースホルダー 4">
            <a:extLst>
              <a:ext uri="{FF2B5EF4-FFF2-40B4-BE49-F238E27FC236}">
                <a16:creationId xmlns:a16="http://schemas.microsoft.com/office/drawing/2014/main" id="{01C523D0-7CCE-4899-8918-6D813585575B}"/>
              </a:ext>
            </a:extLst>
          </p:cNvPr>
          <p:cNvSpPr>
            <a:spLocks noGrp="1"/>
          </p:cNvSpPr>
          <p:nvPr>
            <p:ph type="body" sz="quarter" idx="14"/>
          </p:nvPr>
        </p:nvSpPr>
        <p:spPr/>
        <p:txBody>
          <a:bodyPr/>
          <a:lstStyle/>
          <a:p>
            <a:pPr marL="96838" indent="0">
              <a:buNone/>
            </a:pPr>
            <a:r>
              <a:rPr kumimoji="1" lang="ja-JP" altLang="en-US" dirty="0"/>
              <a:t>前のページの最後にあったとおり、文字列を比較するときは</a:t>
            </a:r>
            <a:r>
              <a:rPr kumimoji="1" lang="en-US" altLang="ja-JP" dirty="0"/>
              <a:t>equals</a:t>
            </a:r>
            <a:r>
              <a:rPr kumimoji="1" lang="ja-JP" altLang="en-US" dirty="0"/>
              <a:t>というものを</a:t>
            </a:r>
            <a:br>
              <a:rPr kumimoji="1" lang="ja-JP" altLang="en-US" dirty="0"/>
            </a:br>
            <a:r>
              <a:rPr kumimoji="1" lang="ja-JP" altLang="en-US" dirty="0"/>
              <a:t>使用します。</a:t>
            </a:r>
          </a:p>
          <a:p>
            <a:pPr marL="452438" lvl="1" indent="0">
              <a:buNone/>
            </a:pPr>
            <a:r>
              <a:rPr kumimoji="1" lang="en-US" altLang="ja-JP" b="1" dirty="0">
                <a:solidFill>
                  <a:schemeClr val="accent1"/>
                </a:solidFill>
              </a:rPr>
              <a:t>String str1 = </a:t>
            </a:r>
            <a:r>
              <a:rPr kumimoji="1" lang="ja-JP" altLang="en-US" b="1" dirty="0">
                <a:solidFill>
                  <a:schemeClr val="accent1"/>
                </a:solidFill>
              </a:rPr>
              <a:t>～</a:t>
            </a:r>
            <a:r>
              <a:rPr kumimoji="1" lang="en-US" altLang="ja-JP" b="1" dirty="0">
                <a:solidFill>
                  <a:schemeClr val="accent1"/>
                </a:solidFill>
              </a:rPr>
              <a:t>;</a:t>
            </a:r>
          </a:p>
          <a:p>
            <a:pPr marL="452438" lvl="1" indent="0">
              <a:buNone/>
            </a:pPr>
            <a:r>
              <a:rPr kumimoji="1" lang="en-US" altLang="ja-JP" b="1" dirty="0">
                <a:solidFill>
                  <a:schemeClr val="accent1"/>
                </a:solidFill>
              </a:rPr>
              <a:t>String str2 = </a:t>
            </a:r>
            <a:r>
              <a:rPr kumimoji="1" lang="ja-JP" altLang="en-US" b="1" dirty="0">
                <a:solidFill>
                  <a:schemeClr val="accent1"/>
                </a:solidFill>
              </a:rPr>
              <a:t>～</a:t>
            </a:r>
            <a:r>
              <a:rPr kumimoji="1" lang="en-US" altLang="ja-JP" b="1" dirty="0">
                <a:solidFill>
                  <a:schemeClr val="accent1"/>
                </a:solidFill>
              </a:rPr>
              <a:t>;</a:t>
            </a:r>
          </a:p>
          <a:p>
            <a:pPr marL="452438" lvl="1" indent="0">
              <a:buNone/>
            </a:pPr>
            <a:r>
              <a:rPr kumimoji="1" lang="en-US" altLang="ja-JP" b="1" dirty="0">
                <a:solidFill>
                  <a:schemeClr val="accent1"/>
                </a:solidFill>
              </a:rPr>
              <a:t>if(str1.equals(str2)) {</a:t>
            </a:r>
            <a:endParaRPr lang="en-US" altLang="ja-JP" b="1" dirty="0">
              <a:solidFill>
                <a:schemeClr val="accent1"/>
              </a:solidFill>
            </a:endParaRPr>
          </a:p>
          <a:p>
            <a:pPr marL="817563" lvl="2" indent="0">
              <a:buNone/>
            </a:pPr>
            <a:r>
              <a:rPr kumimoji="1" lang="en-US" altLang="ja-JP" dirty="0">
                <a:solidFill>
                  <a:schemeClr val="accent6"/>
                </a:solidFill>
              </a:rPr>
              <a:t>// </a:t>
            </a:r>
            <a:r>
              <a:rPr kumimoji="1" lang="ja-JP" altLang="en-US" dirty="0">
                <a:solidFill>
                  <a:schemeClr val="accent6"/>
                </a:solidFill>
              </a:rPr>
              <a:t>等しいときの処理</a:t>
            </a:r>
            <a:endParaRPr kumimoji="1" lang="en-US" altLang="ja-JP" dirty="0">
              <a:solidFill>
                <a:schemeClr val="accent6"/>
              </a:solidFill>
            </a:endParaRPr>
          </a:p>
          <a:p>
            <a:pPr marL="452438" lvl="1" indent="0">
              <a:buNone/>
            </a:pPr>
            <a:r>
              <a:rPr kumimoji="1" lang="en-US" altLang="ja-JP" b="1" dirty="0">
                <a:solidFill>
                  <a:schemeClr val="accent1"/>
                </a:solidFill>
              </a:rPr>
              <a:t>}</a:t>
            </a:r>
          </a:p>
          <a:p>
            <a:pPr marL="96838" indent="0">
              <a:buNone/>
            </a:pPr>
            <a:r>
              <a:rPr kumimoji="1" lang="ja-JP" altLang="en-US" dirty="0"/>
              <a:t>のように書きます。しかし、</a:t>
            </a:r>
            <a:r>
              <a:rPr kumimoji="1" lang="en-US" altLang="ja-JP" dirty="0"/>
              <a:t>Java</a:t>
            </a:r>
            <a:r>
              <a:rPr kumimoji="1" lang="ja-JP" altLang="en-US" dirty="0"/>
              <a:t>に慣れていないうちは、</a:t>
            </a:r>
          </a:p>
          <a:p>
            <a:pPr marL="452438" lvl="1" indent="0">
              <a:buNone/>
            </a:pPr>
            <a:r>
              <a:rPr kumimoji="1" lang="en-US" altLang="ja-JP" b="1" dirty="0">
                <a:solidFill>
                  <a:schemeClr val="accent1"/>
                </a:solidFill>
              </a:rPr>
              <a:t>if(str1==str2) {</a:t>
            </a:r>
          </a:p>
          <a:p>
            <a:pPr marL="96838" indent="0">
              <a:buNone/>
            </a:pPr>
            <a:r>
              <a:rPr kumimoji="1" lang="ja-JP" altLang="en-US" dirty="0"/>
              <a:t>と書いてしまいがちです。このときにやっかいなのは「</a:t>
            </a:r>
            <a:r>
              <a:rPr kumimoji="1" lang="en-US" altLang="ja-JP" dirty="0"/>
              <a:t>==</a:t>
            </a:r>
            <a:r>
              <a:rPr kumimoji="1" lang="ja-JP" altLang="en-US" dirty="0"/>
              <a:t>」を使用しても</a:t>
            </a:r>
            <a:r>
              <a:rPr kumimoji="1" lang="ja-JP" altLang="en-US" b="1" dirty="0">
                <a:solidFill>
                  <a:schemeClr val="tx2"/>
                </a:solidFill>
              </a:rPr>
              <a:t>コンパイルエラー</a:t>
            </a:r>
            <a:r>
              <a:rPr kumimoji="1" lang="ja-JP" altLang="en-US" dirty="0"/>
              <a:t>にならないということです。</a:t>
            </a:r>
          </a:p>
          <a:p>
            <a:pPr marL="96838" indent="0">
              <a:buNone/>
            </a:pPr>
            <a:r>
              <a:rPr kumimoji="1" lang="ja-JP" altLang="en-US" dirty="0"/>
              <a:t>コンパイルできるということは実行もできます。</a:t>
            </a:r>
          </a:p>
          <a:p>
            <a:pPr marL="96838" indent="0">
              <a:buNone/>
            </a:pPr>
            <a:r>
              <a:rPr kumimoji="1" lang="ja-JP" altLang="en-US" dirty="0"/>
              <a:t>両方の変数に入っている文字列が同じでも「</a:t>
            </a:r>
            <a:r>
              <a:rPr kumimoji="1" lang="en-US" altLang="ja-JP" dirty="0"/>
              <a:t>==</a:t>
            </a:r>
            <a:r>
              <a:rPr kumimoji="1" lang="ja-JP" altLang="en-US" dirty="0"/>
              <a:t>」で判定すると</a:t>
            </a:r>
          </a:p>
          <a:p>
            <a:pPr marL="96838" indent="0">
              <a:buNone/>
            </a:pPr>
            <a:r>
              <a:rPr kumimoji="1" lang="ja-JP" altLang="en-US" b="1" dirty="0">
                <a:solidFill>
                  <a:schemeClr val="tx2"/>
                </a:solidFill>
              </a:rPr>
              <a:t>等しいと判定されたり、等しくないと判定されたりします。</a:t>
            </a:r>
          </a:p>
          <a:p>
            <a:pPr marL="96838" indent="0">
              <a:buNone/>
            </a:pPr>
            <a:endParaRPr kumimoji="1" lang="ja-JP" altLang="en-US" dirty="0"/>
          </a:p>
        </p:txBody>
      </p:sp>
    </p:spTree>
    <p:extLst>
      <p:ext uri="{BB962C8B-B14F-4D97-AF65-F5344CB8AC3E}">
        <p14:creationId xmlns:p14="http://schemas.microsoft.com/office/powerpoint/2010/main" val="25369387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A8C7CF6-7770-49A8-AFAC-4C501145CEA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6F1B7E9D-D51B-4D7B-9C5C-1D6AB55E0E01}"/>
              </a:ext>
            </a:extLst>
          </p:cNvPr>
          <p:cNvSpPr>
            <a:spLocks noGrp="1"/>
          </p:cNvSpPr>
          <p:nvPr>
            <p:ph type="ctrTitle"/>
          </p:nvPr>
        </p:nvSpPr>
        <p:spPr/>
        <p:txBody>
          <a:bodyPr/>
          <a:lstStyle/>
          <a:p>
            <a:r>
              <a:rPr lang="en-US" altLang="ja-JP" dirty="0" err="1"/>
              <a:t>論理演算子</a:t>
            </a:r>
            <a:endParaRPr kumimoji="1" lang="ja-JP" altLang="en-US" dirty="0"/>
          </a:p>
        </p:txBody>
      </p:sp>
      <p:sp>
        <p:nvSpPr>
          <p:cNvPr id="4" name="スライド番号プレースホルダー 3">
            <a:extLst>
              <a:ext uri="{FF2B5EF4-FFF2-40B4-BE49-F238E27FC236}">
                <a16:creationId xmlns:a16="http://schemas.microsoft.com/office/drawing/2014/main" id="{DECB6C20-CAEF-4999-91E4-CBC92F5637E2}"/>
              </a:ext>
            </a:extLst>
          </p:cNvPr>
          <p:cNvSpPr>
            <a:spLocks noGrp="1"/>
          </p:cNvSpPr>
          <p:nvPr>
            <p:ph type="sldNum" sz="quarter" idx="4"/>
          </p:nvPr>
        </p:nvSpPr>
        <p:spPr/>
        <p:txBody>
          <a:bodyPr/>
          <a:lstStyle/>
          <a:p>
            <a:fld id="{00000000-1234-1234-1234-123412341234}" type="slidenum">
              <a:rPr lang="en" smtClean="0"/>
              <a:pPr/>
              <a:t>24</a:t>
            </a:fld>
            <a:endParaRPr lang="en" dirty="0"/>
          </a:p>
        </p:txBody>
      </p:sp>
      <p:sp>
        <p:nvSpPr>
          <p:cNvPr id="5" name="テキスト プレースホルダー 4">
            <a:extLst>
              <a:ext uri="{FF2B5EF4-FFF2-40B4-BE49-F238E27FC236}">
                <a16:creationId xmlns:a16="http://schemas.microsoft.com/office/drawing/2014/main" id="{5FCDB39A-957D-4A00-8DAD-535DB2A897C9}"/>
              </a:ext>
            </a:extLst>
          </p:cNvPr>
          <p:cNvSpPr>
            <a:spLocks noGrp="1"/>
          </p:cNvSpPr>
          <p:nvPr>
            <p:ph type="body" sz="quarter" idx="14"/>
          </p:nvPr>
        </p:nvSpPr>
        <p:spPr>
          <a:xfrm>
            <a:off x="462875" y="859491"/>
            <a:ext cx="8216900" cy="541192"/>
          </a:xfrm>
        </p:spPr>
        <p:txBody>
          <a:bodyPr/>
          <a:lstStyle/>
          <a:p>
            <a:pPr marL="96838" indent="0">
              <a:buNone/>
            </a:pPr>
            <a:r>
              <a:rPr kumimoji="1" lang="ja-JP" altLang="en-US" dirty="0"/>
              <a:t>「気温が</a:t>
            </a:r>
            <a:r>
              <a:rPr kumimoji="1" lang="en-US" altLang="ja-JP" dirty="0"/>
              <a:t>25℃</a:t>
            </a:r>
            <a:r>
              <a:rPr kumimoji="1" lang="ja-JP" altLang="en-US" dirty="0"/>
              <a:t>以上で晴れた場合」などのように単純に</a:t>
            </a:r>
            <a:r>
              <a:rPr kumimoji="1" lang="en-US" altLang="ja-JP" dirty="0"/>
              <a:t>1</a:t>
            </a:r>
            <a:r>
              <a:rPr kumimoji="1" lang="ja-JP" altLang="en-US" dirty="0"/>
              <a:t>つの条件だけではなく、複数の条件を組み合わせなければならないこともあります。そのような場合に使うのが論理演算子です。</a:t>
            </a:r>
          </a:p>
          <a:p>
            <a:pPr marL="96838" indent="0">
              <a:buNone/>
            </a:pPr>
            <a:endParaRPr kumimoji="1" lang="ja-JP" altLang="en-US" dirty="0"/>
          </a:p>
        </p:txBody>
      </p:sp>
      <p:graphicFrame>
        <p:nvGraphicFramePr>
          <p:cNvPr id="6" name="Google Shape;236;p27">
            <a:extLst>
              <a:ext uri="{FF2B5EF4-FFF2-40B4-BE49-F238E27FC236}">
                <a16:creationId xmlns:a16="http://schemas.microsoft.com/office/drawing/2014/main" id="{C8D06F01-1809-47E1-9F43-3FDBE39B2DFA}"/>
              </a:ext>
            </a:extLst>
          </p:cNvPr>
          <p:cNvGraphicFramePr/>
          <p:nvPr>
            <p:extLst>
              <p:ext uri="{D42A27DB-BD31-4B8C-83A1-F6EECF244321}">
                <p14:modId xmlns:p14="http://schemas.microsoft.com/office/powerpoint/2010/main" val="712494913"/>
              </p:ext>
            </p:extLst>
          </p:nvPr>
        </p:nvGraphicFramePr>
        <p:xfrm>
          <a:off x="1168842" y="1338214"/>
          <a:ext cx="6901732" cy="1219240"/>
        </p:xfrm>
        <a:graphic>
          <a:graphicData uri="http://schemas.openxmlformats.org/drawingml/2006/table">
            <a:tbl>
              <a:tblPr firstRow="1" bandRow="1">
                <a:tableStyleId>{BDBED569-4797-4DF1-A0F4-6AAB3CD982D8}</a:tableStyleId>
              </a:tblPr>
              <a:tblGrid>
                <a:gridCol w="1022474">
                  <a:extLst>
                    <a:ext uri="{9D8B030D-6E8A-4147-A177-3AD203B41FA5}">
                      <a16:colId xmlns:a16="http://schemas.microsoft.com/office/drawing/2014/main" val="20000"/>
                    </a:ext>
                  </a:extLst>
                </a:gridCol>
                <a:gridCol w="5879258">
                  <a:extLst>
                    <a:ext uri="{9D8B030D-6E8A-4147-A177-3AD203B41FA5}">
                      <a16:colId xmlns:a16="http://schemas.microsoft.com/office/drawing/2014/main" val="20001"/>
                    </a:ext>
                  </a:extLst>
                </a:gridCol>
              </a:tblGrid>
              <a:tr h="220412">
                <a:tc>
                  <a:txBody>
                    <a:bodyPr/>
                    <a:lstStyle/>
                    <a:p>
                      <a:pPr marL="0" marR="0" lvl="0" indent="0" algn="ctr" rtl="0">
                        <a:spcBef>
                          <a:spcPts val="0"/>
                        </a:spcBef>
                        <a:spcAft>
                          <a:spcPts val="0"/>
                        </a:spcAft>
                        <a:buNone/>
                      </a:pPr>
                      <a:r>
                        <a:rPr lang="en-US" sz="1400" dirty="0" err="1">
                          <a:sym typeface="Arial"/>
                        </a:rPr>
                        <a:t>演算子</a:t>
                      </a:r>
                      <a:endParaRPr sz="1100" dirty="0">
                        <a:latin typeface="+mn-lt"/>
                        <a:ea typeface="+mn-ea"/>
                        <a:cs typeface="Arial"/>
                        <a:sym typeface="Arial"/>
                      </a:endParaRPr>
                    </a:p>
                  </a:txBody>
                  <a:tcPr marL="91450" marR="91450" marT="45725" marB="45725"/>
                </a:tc>
                <a:tc>
                  <a:txBody>
                    <a:bodyPr/>
                    <a:lstStyle/>
                    <a:p>
                      <a:pPr marL="0" marR="0" lvl="0" indent="0" algn="ctr" rtl="0">
                        <a:spcBef>
                          <a:spcPts val="0"/>
                        </a:spcBef>
                        <a:spcAft>
                          <a:spcPts val="0"/>
                        </a:spcAft>
                        <a:buNone/>
                      </a:pPr>
                      <a:r>
                        <a:rPr lang="en-US" sz="1400" dirty="0" err="1">
                          <a:sym typeface="Arial"/>
                        </a:rPr>
                        <a:t>意味</a:t>
                      </a:r>
                      <a:endParaRPr sz="1100" dirty="0">
                        <a:latin typeface="+mn-lt"/>
                        <a:ea typeface="+mn-ea"/>
                        <a:cs typeface="Arial"/>
                        <a:sym typeface="Arial"/>
                      </a:endParaRPr>
                    </a:p>
                  </a:txBody>
                  <a:tcPr marL="91450" marR="91450" marT="45725" marB="45725"/>
                </a:tc>
                <a:extLst>
                  <a:ext uri="{0D108BD9-81ED-4DB2-BD59-A6C34878D82A}">
                    <a16:rowId xmlns:a16="http://schemas.microsoft.com/office/drawing/2014/main" val="10000"/>
                  </a:ext>
                </a:extLst>
              </a:tr>
              <a:tr h="220412">
                <a:tc>
                  <a:txBody>
                    <a:bodyPr/>
                    <a:lstStyle/>
                    <a:p>
                      <a:pPr marL="0" marR="0" lvl="0" indent="0" algn="ctr" rtl="0">
                        <a:spcBef>
                          <a:spcPts val="0"/>
                        </a:spcBef>
                        <a:spcAft>
                          <a:spcPts val="0"/>
                        </a:spcAft>
                        <a:buNone/>
                      </a:pPr>
                      <a:r>
                        <a:rPr lang="en-US" sz="1400" dirty="0">
                          <a:sym typeface="Arial"/>
                        </a:rPr>
                        <a:t>&amp;&amp;</a:t>
                      </a:r>
                      <a:endParaRPr sz="1400" dirty="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dirty="0" err="1">
                          <a:sym typeface="Arial"/>
                        </a:rPr>
                        <a:t>かつ（左右のオペランドが両方trueのときtrue</a:t>
                      </a:r>
                      <a:r>
                        <a:rPr lang="en-US" sz="1400" dirty="0">
                          <a:sym typeface="Arial"/>
                        </a:rPr>
                        <a:t>）</a:t>
                      </a:r>
                      <a:endParaRPr sz="1100" dirty="0">
                        <a:latin typeface="+mn-lt"/>
                        <a:ea typeface="+mn-ea"/>
                        <a:cs typeface="Arial"/>
                        <a:sym typeface="Arial"/>
                      </a:endParaRPr>
                    </a:p>
                  </a:txBody>
                  <a:tcPr marL="91450" marR="91450" marT="45725" marB="45725"/>
                </a:tc>
                <a:extLst>
                  <a:ext uri="{0D108BD9-81ED-4DB2-BD59-A6C34878D82A}">
                    <a16:rowId xmlns:a16="http://schemas.microsoft.com/office/drawing/2014/main" val="10001"/>
                  </a:ext>
                </a:extLst>
              </a:tr>
              <a:tr h="220412">
                <a:tc>
                  <a:txBody>
                    <a:bodyPr/>
                    <a:lstStyle/>
                    <a:p>
                      <a:pPr marL="0" marR="0" lvl="0" indent="0" algn="ctr" rtl="0">
                        <a:spcBef>
                          <a:spcPts val="0"/>
                        </a:spcBef>
                        <a:spcAft>
                          <a:spcPts val="0"/>
                        </a:spcAft>
                        <a:buNone/>
                      </a:pPr>
                      <a:r>
                        <a:rPr lang="en-US" sz="1400" dirty="0">
                          <a:latin typeface="+mn-lt"/>
                          <a:ea typeface="+mn-ea"/>
                          <a:cs typeface="Arial"/>
                          <a:sym typeface="Arial"/>
                        </a:rPr>
                        <a:t>||</a:t>
                      </a:r>
                      <a:endParaRPr sz="1400" dirty="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a:sym typeface="Arial"/>
                        </a:rPr>
                        <a:t>または（左右のオペランドの少なくとも片方がtrueならtrue）</a:t>
                      </a:r>
                      <a:endParaRPr sz="1100">
                        <a:latin typeface="+mn-lt"/>
                        <a:ea typeface="+mn-ea"/>
                        <a:cs typeface="Arial"/>
                        <a:sym typeface="Arial"/>
                      </a:endParaRPr>
                    </a:p>
                  </a:txBody>
                  <a:tcPr marL="91450" marR="91450" marT="45725" marB="45725"/>
                </a:tc>
                <a:extLst>
                  <a:ext uri="{0D108BD9-81ED-4DB2-BD59-A6C34878D82A}">
                    <a16:rowId xmlns:a16="http://schemas.microsoft.com/office/drawing/2014/main" val="10002"/>
                  </a:ext>
                </a:extLst>
              </a:tr>
              <a:tr h="220412">
                <a:tc>
                  <a:txBody>
                    <a:bodyPr/>
                    <a:lstStyle/>
                    <a:p>
                      <a:pPr marL="0" marR="0" lvl="0" indent="0" algn="ctr" rtl="0">
                        <a:spcBef>
                          <a:spcPts val="0"/>
                        </a:spcBef>
                        <a:spcAft>
                          <a:spcPts val="0"/>
                        </a:spcAft>
                        <a:buNone/>
                      </a:pPr>
                      <a:r>
                        <a:rPr lang="en-US" sz="1400">
                          <a:sym typeface="Arial"/>
                        </a:rPr>
                        <a:t>!</a:t>
                      </a:r>
                      <a:endParaRPr sz="1400">
                        <a:latin typeface="+mn-lt"/>
                        <a:ea typeface="+mn-ea"/>
                        <a:cs typeface="Arial"/>
                        <a:sym typeface="Arial"/>
                      </a:endParaRPr>
                    </a:p>
                  </a:txBody>
                  <a:tcPr marL="91450" marR="91450" marT="45725" marB="45725"/>
                </a:tc>
                <a:tc>
                  <a:txBody>
                    <a:bodyPr/>
                    <a:lstStyle/>
                    <a:p>
                      <a:pPr marL="0" marR="0" lvl="0" indent="0" algn="l" rtl="0">
                        <a:spcBef>
                          <a:spcPts val="0"/>
                        </a:spcBef>
                        <a:spcAft>
                          <a:spcPts val="0"/>
                        </a:spcAft>
                        <a:buNone/>
                      </a:pPr>
                      <a:r>
                        <a:rPr lang="en-US" sz="1400" dirty="0">
                          <a:sym typeface="Arial"/>
                        </a:rPr>
                        <a:t>～</a:t>
                      </a:r>
                      <a:r>
                        <a:rPr lang="en-US" sz="1400" dirty="0" err="1">
                          <a:sym typeface="Arial"/>
                        </a:rPr>
                        <a:t>でない（右のオペランドがtrueならfalse、falseならtrue</a:t>
                      </a:r>
                      <a:r>
                        <a:rPr lang="en-US" sz="1400" dirty="0">
                          <a:sym typeface="Arial"/>
                        </a:rPr>
                        <a:t>）</a:t>
                      </a:r>
                      <a:endParaRPr sz="1100" dirty="0">
                        <a:latin typeface="+mn-lt"/>
                        <a:ea typeface="+mn-ea"/>
                        <a:cs typeface="Arial"/>
                        <a:sym typeface="Arial"/>
                      </a:endParaRPr>
                    </a:p>
                  </a:txBody>
                  <a:tcPr marL="91450" marR="91450" marT="45725" marB="45725"/>
                </a:tc>
                <a:extLst>
                  <a:ext uri="{0D108BD9-81ED-4DB2-BD59-A6C34878D82A}">
                    <a16:rowId xmlns:a16="http://schemas.microsoft.com/office/drawing/2014/main" val="10003"/>
                  </a:ext>
                </a:extLst>
              </a:tr>
            </a:tbl>
          </a:graphicData>
        </a:graphic>
      </p:graphicFrame>
      <p:sp>
        <p:nvSpPr>
          <p:cNvPr id="7" name="テキスト プレースホルダー 4">
            <a:extLst>
              <a:ext uri="{FF2B5EF4-FFF2-40B4-BE49-F238E27FC236}">
                <a16:creationId xmlns:a16="http://schemas.microsoft.com/office/drawing/2014/main" id="{87B8FE7D-A94E-40AE-B317-F45A615D1D9E}"/>
              </a:ext>
            </a:extLst>
          </p:cNvPr>
          <p:cNvSpPr txBox="1">
            <a:spLocks/>
          </p:cNvSpPr>
          <p:nvPr/>
        </p:nvSpPr>
        <p:spPr>
          <a:xfrm>
            <a:off x="462875" y="2590186"/>
            <a:ext cx="8216900" cy="2271889"/>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ja-JP" altLang="en-US" dirty="0"/>
              <a:t>例）</a:t>
            </a:r>
          </a:p>
          <a:p>
            <a:pPr marL="452438" lvl="1" indent="0">
              <a:buNone/>
            </a:pPr>
            <a:r>
              <a:rPr lang="en-US" altLang="ja-JP" b="1" dirty="0">
                <a:solidFill>
                  <a:schemeClr val="accent1"/>
                </a:solidFill>
              </a:rPr>
              <a:t>if (height &gt;= 180 &amp;&amp; weight &lt; 60) {</a:t>
            </a:r>
            <a:br>
              <a:rPr lang="en-US" altLang="ja-JP" b="1" dirty="0">
                <a:solidFill>
                  <a:schemeClr val="accent1"/>
                </a:solidFill>
              </a:rPr>
            </a:br>
            <a:r>
              <a:rPr lang="en-US" altLang="ja-JP" dirty="0"/>
              <a:t>	</a:t>
            </a:r>
            <a:r>
              <a:rPr lang="en-US" altLang="ja-JP" dirty="0">
                <a:solidFill>
                  <a:schemeClr val="accent6"/>
                </a:solidFill>
              </a:rPr>
              <a:t>//</a:t>
            </a:r>
            <a:r>
              <a:rPr lang="ja-JP" altLang="en-US" dirty="0">
                <a:solidFill>
                  <a:schemeClr val="accent6"/>
                </a:solidFill>
              </a:rPr>
              <a:t> 身長が</a:t>
            </a:r>
            <a:r>
              <a:rPr lang="en-US" altLang="ja-JP" dirty="0">
                <a:solidFill>
                  <a:schemeClr val="accent6"/>
                </a:solidFill>
              </a:rPr>
              <a:t>180cm</a:t>
            </a:r>
            <a:r>
              <a:rPr lang="ja-JP" altLang="en-US" dirty="0">
                <a:solidFill>
                  <a:schemeClr val="accent6"/>
                </a:solidFill>
              </a:rPr>
              <a:t>以上かつ体重が</a:t>
            </a:r>
            <a:r>
              <a:rPr lang="en-US" altLang="ja-JP" dirty="0">
                <a:solidFill>
                  <a:schemeClr val="accent6"/>
                </a:solidFill>
              </a:rPr>
              <a:t>60kg</a:t>
            </a:r>
            <a:r>
              <a:rPr lang="ja-JP" altLang="en-US" dirty="0">
                <a:solidFill>
                  <a:schemeClr val="accent6"/>
                </a:solidFill>
              </a:rPr>
              <a:t>ない人の処理</a:t>
            </a:r>
            <a:br>
              <a:rPr lang="en-US" altLang="ja-JP" dirty="0">
                <a:solidFill>
                  <a:schemeClr val="accent6"/>
                </a:solidFill>
              </a:rPr>
            </a:br>
            <a:r>
              <a:rPr lang="en-US" altLang="ja-JP" b="1" dirty="0">
                <a:solidFill>
                  <a:schemeClr val="accent1"/>
                </a:solidFill>
              </a:rPr>
              <a:t>}</a:t>
            </a:r>
          </a:p>
          <a:p>
            <a:pPr marL="452438" lvl="1" indent="0">
              <a:buNone/>
            </a:pPr>
            <a:r>
              <a:rPr lang="en-US" altLang="ja-JP" b="1" dirty="0">
                <a:solidFill>
                  <a:schemeClr val="accent1"/>
                </a:solidFill>
              </a:rPr>
              <a:t>while (dice == 1 || dice == 5) {</a:t>
            </a:r>
            <a:br>
              <a:rPr lang="en-US" altLang="ja-JP" b="1" dirty="0">
                <a:solidFill>
                  <a:schemeClr val="accent1"/>
                </a:solidFill>
              </a:rPr>
            </a:br>
            <a:r>
              <a:rPr lang="en-US" altLang="ja-JP" dirty="0"/>
              <a:t>	</a:t>
            </a:r>
            <a:r>
              <a:rPr lang="en-US" altLang="ja-JP" dirty="0">
                <a:solidFill>
                  <a:schemeClr val="accent6"/>
                </a:solidFill>
              </a:rPr>
              <a:t>// </a:t>
            </a:r>
            <a:r>
              <a:rPr lang="ja-JP" altLang="en-US" dirty="0">
                <a:solidFill>
                  <a:schemeClr val="accent6"/>
                </a:solidFill>
              </a:rPr>
              <a:t>サイコロの目で</a:t>
            </a:r>
            <a:r>
              <a:rPr lang="en-US" altLang="ja-JP" dirty="0">
                <a:solidFill>
                  <a:schemeClr val="accent6"/>
                </a:solidFill>
              </a:rPr>
              <a:t>1</a:t>
            </a:r>
            <a:r>
              <a:rPr lang="ja-JP" altLang="en-US" dirty="0">
                <a:solidFill>
                  <a:schemeClr val="accent6"/>
                </a:solidFill>
              </a:rPr>
              <a:t>または</a:t>
            </a:r>
            <a:r>
              <a:rPr lang="en-US" altLang="ja-JP" dirty="0">
                <a:solidFill>
                  <a:schemeClr val="accent6"/>
                </a:solidFill>
              </a:rPr>
              <a:t>5</a:t>
            </a:r>
            <a:r>
              <a:rPr lang="ja-JP" altLang="en-US" dirty="0">
                <a:solidFill>
                  <a:schemeClr val="accent6"/>
                </a:solidFill>
              </a:rPr>
              <a:t>が出続ける間繰り返す処理</a:t>
            </a:r>
            <a:br>
              <a:rPr lang="en-US" altLang="ja-JP" dirty="0"/>
            </a:br>
            <a:r>
              <a:rPr lang="en-US" altLang="ja-JP" b="1" dirty="0">
                <a:solidFill>
                  <a:schemeClr val="accent1"/>
                </a:solidFill>
              </a:rPr>
              <a:t>}</a:t>
            </a:r>
          </a:p>
          <a:p>
            <a:pPr marL="452438" lvl="1" indent="0">
              <a:buNone/>
            </a:pPr>
            <a:r>
              <a:rPr lang="en-US" altLang="ja-JP" b="1" dirty="0">
                <a:solidFill>
                  <a:schemeClr val="accent1"/>
                </a:solidFill>
              </a:rPr>
              <a:t>while (!</a:t>
            </a:r>
            <a:r>
              <a:rPr lang="en-US" altLang="ja-JP" b="1" dirty="0" err="1">
                <a:solidFill>
                  <a:schemeClr val="accent1"/>
                </a:solidFill>
              </a:rPr>
              <a:t>omikuji.equals</a:t>
            </a:r>
            <a:r>
              <a:rPr lang="en-US" altLang="ja-JP" b="1" dirty="0">
                <a:solidFill>
                  <a:schemeClr val="accent1"/>
                </a:solidFill>
              </a:rPr>
              <a:t>(“</a:t>
            </a:r>
            <a:r>
              <a:rPr lang="ja-JP" altLang="en-US" b="1" dirty="0">
                <a:solidFill>
                  <a:schemeClr val="accent1"/>
                </a:solidFill>
              </a:rPr>
              <a:t>大吉”</a:t>
            </a:r>
            <a:r>
              <a:rPr lang="en-US" altLang="ja-JP" b="1" dirty="0">
                <a:solidFill>
                  <a:schemeClr val="accent1"/>
                </a:solidFill>
              </a:rPr>
              <a:t>)) {</a:t>
            </a:r>
            <a:br>
              <a:rPr lang="en-US" altLang="ja-JP" b="1" dirty="0">
                <a:solidFill>
                  <a:schemeClr val="accent1"/>
                </a:solidFill>
              </a:rPr>
            </a:br>
            <a:r>
              <a:rPr lang="en-US" altLang="ja-JP" dirty="0"/>
              <a:t>	</a:t>
            </a:r>
            <a:r>
              <a:rPr lang="en-US" altLang="ja-JP" dirty="0">
                <a:solidFill>
                  <a:schemeClr val="accent6"/>
                </a:solidFill>
              </a:rPr>
              <a:t>// </a:t>
            </a:r>
            <a:r>
              <a:rPr lang="ja-JP" altLang="en-US" dirty="0">
                <a:solidFill>
                  <a:schemeClr val="accent6"/>
                </a:solidFill>
              </a:rPr>
              <a:t>おみくじで大吉でない場合は繰り返す処理</a:t>
            </a:r>
            <a:br>
              <a:rPr lang="ja-JP" altLang="en-US" dirty="0"/>
            </a:br>
            <a:r>
              <a:rPr lang="en-US" altLang="ja-JP" b="1" dirty="0">
                <a:solidFill>
                  <a:schemeClr val="accent1"/>
                </a:solidFill>
              </a:rPr>
              <a:t>}</a:t>
            </a:r>
          </a:p>
        </p:txBody>
      </p:sp>
    </p:spTree>
    <p:extLst>
      <p:ext uri="{BB962C8B-B14F-4D97-AF65-F5344CB8AC3E}">
        <p14:creationId xmlns:p14="http://schemas.microsoft.com/office/powerpoint/2010/main" val="3337611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EAD4089-7CA0-4262-AECB-1B539CFA34A8}"/>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CAB8C6D2-24D6-4FC2-9F78-BFC9F52E9C50}"/>
              </a:ext>
            </a:extLst>
          </p:cNvPr>
          <p:cNvSpPr>
            <a:spLocks noGrp="1"/>
          </p:cNvSpPr>
          <p:nvPr>
            <p:ph type="ctrTitle"/>
          </p:nvPr>
        </p:nvSpPr>
        <p:spPr/>
        <p:txBody>
          <a:bodyPr/>
          <a:lstStyle/>
          <a:p>
            <a:r>
              <a:rPr kumimoji="1" lang="en-US" altLang="ja-JP" dirty="0"/>
              <a:t>switch</a:t>
            </a:r>
            <a:r>
              <a:rPr kumimoji="1" lang="ja-JP" altLang="en-US" dirty="0"/>
              <a:t>文</a:t>
            </a:r>
          </a:p>
        </p:txBody>
      </p:sp>
      <p:sp>
        <p:nvSpPr>
          <p:cNvPr id="4" name="スライド番号プレースホルダー 3">
            <a:extLst>
              <a:ext uri="{FF2B5EF4-FFF2-40B4-BE49-F238E27FC236}">
                <a16:creationId xmlns:a16="http://schemas.microsoft.com/office/drawing/2014/main" id="{7100CB59-C861-40CC-AF14-A383EC0E81E2}"/>
              </a:ext>
            </a:extLst>
          </p:cNvPr>
          <p:cNvSpPr>
            <a:spLocks noGrp="1"/>
          </p:cNvSpPr>
          <p:nvPr>
            <p:ph type="sldNum" sz="quarter" idx="4"/>
          </p:nvPr>
        </p:nvSpPr>
        <p:spPr/>
        <p:txBody>
          <a:bodyPr/>
          <a:lstStyle/>
          <a:p>
            <a:fld id="{00000000-1234-1234-1234-123412341234}" type="slidenum">
              <a:rPr lang="en" smtClean="0"/>
              <a:pPr/>
              <a:t>25</a:t>
            </a:fld>
            <a:endParaRPr lang="en" dirty="0">
              <a:latin typeface="+mn-ea"/>
            </a:endParaRPr>
          </a:p>
        </p:txBody>
      </p:sp>
      <p:sp>
        <p:nvSpPr>
          <p:cNvPr id="6" name="テキスト プレースホルダー 5">
            <a:extLst>
              <a:ext uri="{FF2B5EF4-FFF2-40B4-BE49-F238E27FC236}">
                <a16:creationId xmlns:a16="http://schemas.microsoft.com/office/drawing/2014/main" id="{1ED9000C-F4FF-46F0-AF2F-038040AA7F31}"/>
              </a:ext>
            </a:extLst>
          </p:cNvPr>
          <p:cNvSpPr>
            <a:spLocks noGrp="1"/>
          </p:cNvSpPr>
          <p:nvPr>
            <p:ph type="body" sz="quarter" idx="15"/>
          </p:nvPr>
        </p:nvSpPr>
        <p:spPr>
          <a:xfrm>
            <a:off x="463549" y="1023814"/>
            <a:ext cx="7177471" cy="963525"/>
          </a:xfrm>
        </p:spPr>
        <p:txBody>
          <a:bodyPr/>
          <a:lstStyle/>
          <a:p>
            <a:r>
              <a:rPr kumimoji="1" lang="en-US" altLang="ja-JP" dirty="0"/>
              <a:t>switch</a:t>
            </a:r>
            <a:r>
              <a:rPr kumimoji="1" lang="ja-JP" altLang="en-US" dirty="0"/>
              <a:t>文は制御構造の「</a:t>
            </a:r>
            <a:r>
              <a:rPr lang="ja-JP" altLang="en-US" dirty="0"/>
              <a:t>分岐</a:t>
            </a:r>
            <a:r>
              <a:rPr kumimoji="1" lang="ja-JP" altLang="en-US" dirty="0"/>
              <a:t>」に該当する</a:t>
            </a:r>
            <a:endParaRPr kumimoji="1" lang="en-US" altLang="ja-JP" dirty="0"/>
          </a:p>
          <a:p>
            <a:r>
              <a:rPr lang="en-US" altLang="ja-JP" dirty="0"/>
              <a:t>switch</a:t>
            </a:r>
            <a:r>
              <a:rPr lang="ja-JP" altLang="en-US" dirty="0"/>
              <a:t>文は分岐条件が「条件式」ではなく「値」で分岐する際に使われる</a:t>
            </a:r>
            <a:endParaRPr kumimoji="1" lang="en-US" altLang="ja-JP" dirty="0"/>
          </a:p>
        </p:txBody>
      </p:sp>
      <p:sp>
        <p:nvSpPr>
          <p:cNvPr id="7" name="テキスト プレースホルダー 6">
            <a:extLst>
              <a:ext uri="{FF2B5EF4-FFF2-40B4-BE49-F238E27FC236}">
                <a16:creationId xmlns:a16="http://schemas.microsoft.com/office/drawing/2014/main" id="{C7576F67-79C1-4583-A47A-9ACA9437F4CA}"/>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36F45C4D-E402-45CD-AB82-ECF748D9D380}"/>
              </a:ext>
            </a:extLst>
          </p:cNvPr>
          <p:cNvSpPr>
            <a:spLocks noGrp="1"/>
          </p:cNvSpPr>
          <p:nvPr>
            <p:ph type="body" sz="quarter" idx="14"/>
          </p:nvPr>
        </p:nvSpPr>
        <p:spPr>
          <a:xfrm>
            <a:off x="463550" y="2490905"/>
            <a:ext cx="8216900" cy="1696782"/>
          </a:xfrm>
        </p:spPr>
        <p:txBody>
          <a:bodyPr/>
          <a:lstStyle/>
          <a:p>
            <a:pPr marL="96838" indent="0">
              <a:buNone/>
            </a:pPr>
            <a:r>
              <a:rPr lang="en-US" altLang="ja-JP" dirty="0"/>
              <a:t>Java</a:t>
            </a:r>
            <a:r>
              <a:rPr lang="ja-JP" altLang="en-US" dirty="0"/>
              <a:t>には制御構造の「分岐」を表すための文が２つあります。１つはすでに勉強した「</a:t>
            </a:r>
            <a:r>
              <a:rPr lang="en-US" altLang="ja-JP" dirty="0"/>
              <a:t>if</a:t>
            </a:r>
            <a:r>
              <a:rPr lang="ja-JP" altLang="en-US" dirty="0"/>
              <a:t>文」で、もう１つがこの「</a:t>
            </a:r>
            <a:r>
              <a:rPr lang="en-US" altLang="ja-JP" dirty="0"/>
              <a:t>switch</a:t>
            </a:r>
            <a:r>
              <a:rPr lang="ja-JP" altLang="en-US" dirty="0"/>
              <a:t>文」になります。</a:t>
            </a:r>
            <a:endParaRPr lang="en-US" altLang="ja-JP" dirty="0"/>
          </a:p>
          <a:p>
            <a:pPr marL="96838" indent="0">
              <a:buNone/>
            </a:pPr>
            <a:endParaRPr kumimoji="1" lang="en-US" altLang="ja-JP" dirty="0"/>
          </a:p>
          <a:p>
            <a:pPr marL="96838" indent="0">
              <a:buNone/>
            </a:pPr>
            <a:r>
              <a:rPr lang="en-US" altLang="ja-JP" dirty="0"/>
              <a:t>switch</a:t>
            </a:r>
            <a:r>
              <a:rPr lang="ja-JP" altLang="en-US" dirty="0"/>
              <a:t>文は、分岐条件が「値」であり、かつ３つ以上の分岐がある場合によく使われます。</a:t>
            </a:r>
            <a:endParaRPr lang="en-US" altLang="ja-JP" dirty="0"/>
          </a:p>
          <a:p>
            <a:pPr marL="96838" indent="0">
              <a:buNone/>
            </a:pPr>
            <a:endParaRPr kumimoji="1" lang="en-US" altLang="ja-JP" dirty="0"/>
          </a:p>
          <a:p>
            <a:pPr marL="96838" indent="0">
              <a:buNone/>
            </a:pPr>
            <a:r>
              <a:rPr lang="ja-JP" altLang="en-US" dirty="0"/>
              <a:t>次のページで詳しい構文の書き方を記載します。</a:t>
            </a:r>
            <a:endParaRPr kumimoji="1" lang="ja-JP" altLang="en-US" dirty="0"/>
          </a:p>
        </p:txBody>
      </p:sp>
    </p:spTree>
    <p:extLst>
      <p:ext uri="{BB962C8B-B14F-4D97-AF65-F5344CB8AC3E}">
        <p14:creationId xmlns:p14="http://schemas.microsoft.com/office/powerpoint/2010/main" val="2320461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7475A98-1F55-4658-BBFA-AEB19286B7F3}"/>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8ADF3397-CBD7-44EE-BB76-9A53E1D09CAC}"/>
              </a:ext>
            </a:extLst>
          </p:cNvPr>
          <p:cNvSpPr>
            <a:spLocks noGrp="1"/>
          </p:cNvSpPr>
          <p:nvPr>
            <p:ph type="ctrTitle"/>
          </p:nvPr>
        </p:nvSpPr>
        <p:spPr/>
        <p:txBody>
          <a:bodyPr/>
          <a:lstStyle/>
          <a:p>
            <a:r>
              <a:rPr lang="en-US" altLang="ja-JP" dirty="0" err="1"/>
              <a:t>switch文</a:t>
            </a:r>
            <a:endParaRPr kumimoji="1" lang="ja-JP" altLang="en-US" dirty="0"/>
          </a:p>
        </p:txBody>
      </p:sp>
      <p:sp>
        <p:nvSpPr>
          <p:cNvPr id="4" name="スライド番号プレースホルダー 3">
            <a:extLst>
              <a:ext uri="{FF2B5EF4-FFF2-40B4-BE49-F238E27FC236}">
                <a16:creationId xmlns:a16="http://schemas.microsoft.com/office/drawing/2014/main" id="{DC0CB1D3-D74C-4752-9CA9-08C5D953D43B}"/>
              </a:ext>
            </a:extLst>
          </p:cNvPr>
          <p:cNvSpPr>
            <a:spLocks noGrp="1"/>
          </p:cNvSpPr>
          <p:nvPr>
            <p:ph type="sldNum" sz="quarter" idx="4"/>
          </p:nvPr>
        </p:nvSpPr>
        <p:spPr/>
        <p:txBody>
          <a:bodyPr/>
          <a:lstStyle/>
          <a:p>
            <a:fld id="{00000000-1234-1234-1234-123412341234}" type="slidenum">
              <a:rPr lang="en" smtClean="0"/>
              <a:pPr/>
              <a:t>26</a:t>
            </a:fld>
            <a:endParaRPr lang="en" dirty="0"/>
          </a:p>
        </p:txBody>
      </p:sp>
      <p:sp>
        <p:nvSpPr>
          <p:cNvPr id="5" name="テキスト プレースホルダー 4">
            <a:extLst>
              <a:ext uri="{FF2B5EF4-FFF2-40B4-BE49-F238E27FC236}">
                <a16:creationId xmlns:a16="http://schemas.microsoft.com/office/drawing/2014/main" id="{8AF17209-0E3F-4A7F-963D-59AE37D7A761}"/>
              </a:ext>
            </a:extLst>
          </p:cNvPr>
          <p:cNvSpPr>
            <a:spLocks noGrp="1"/>
          </p:cNvSpPr>
          <p:nvPr>
            <p:ph type="body" sz="quarter" idx="14"/>
          </p:nvPr>
        </p:nvSpPr>
        <p:spPr/>
        <p:txBody>
          <a:bodyPr/>
          <a:lstStyle/>
          <a:p>
            <a:pPr marL="96838" indent="0">
              <a:buNone/>
            </a:pPr>
            <a:endParaRPr kumimoji="1" lang="ja-JP" altLang="en-US" dirty="0"/>
          </a:p>
          <a:p>
            <a:pPr marL="96838" indent="0">
              <a:buNone/>
            </a:pPr>
            <a:r>
              <a:rPr kumimoji="1" lang="en-US" altLang="ja-JP" b="1" dirty="0">
                <a:solidFill>
                  <a:schemeClr val="accent1"/>
                </a:solidFill>
              </a:rPr>
              <a:t>switch(</a:t>
            </a:r>
            <a:r>
              <a:rPr kumimoji="1" lang="ja-JP" altLang="en-US" b="1" dirty="0">
                <a:solidFill>
                  <a:schemeClr val="accent1"/>
                </a:solidFill>
              </a:rPr>
              <a:t>条件値</a:t>
            </a:r>
            <a:r>
              <a:rPr kumimoji="1" lang="en-US" altLang="ja-JP" b="1" dirty="0">
                <a:solidFill>
                  <a:schemeClr val="accent1"/>
                </a:solidFill>
              </a:rPr>
              <a:t>) {</a:t>
            </a:r>
          </a:p>
          <a:p>
            <a:pPr marL="96838" indent="0">
              <a:buNone/>
            </a:pPr>
            <a:r>
              <a:rPr kumimoji="1" lang="en-US" altLang="ja-JP" b="1" dirty="0">
                <a:solidFill>
                  <a:schemeClr val="accent1"/>
                </a:solidFill>
              </a:rPr>
              <a:t>    case </a:t>
            </a:r>
            <a:r>
              <a:rPr kumimoji="1" lang="ja-JP" altLang="en-US" b="1" dirty="0">
                <a:solidFill>
                  <a:schemeClr val="accent1"/>
                </a:solidFill>
              </a:rPr>
              <a:t>値</a:t>
            </a:r>
            <a:r>
              <a:rPr kumimoji="1" lang="en-US" altLang="ja-JP" b="1" dirty="0">
                <a:solidFill>
                  <a:schemeClr val="accent1"/>
                </a:solidFill>
              </a:rPr>
              <a:t>1:</a:t>
            </a:r>
          </a:p>
          <a:p>
            <a:pPr marL="96838" indent="0">
              <a:buNone/>
            </a:pPr>
            <a:r>
              <a:rPr kumimoji="1" lang="en-US" altLang="ja-JP" b="1" dirty="0">
                <a:solidFill>
                  <a:schemeClr val="accent1"/>
                </a:solidFill>
              </a:rPr>
              <a:t>        </a:t>
            </a:r>
            <a:r>
              <a:rPr kumimoji="1" lang="ja-JP" altLang="en-US" b="1" dirty="0">
                <a:solidFill>
                  <a:schemeClr val="accent1"/>
                </a:solidFill>
              </a:rPr>
              <a:t>処理</a:t>
            </a:r>
            <a:r>
              <a:rPr kumimoji="1" lang="en-US" altLang="ja-JP" b="1" dirty="0">
                <a:solidFill>
                  <a:schemeClr val="accent1"/>
                </a:solidFill>
              </a:rPr>
              <a:t>1;</a:t>
            </a:r>
            <a:br>
              <a:rPr kumimoji="1" lang="en-US" altLang="ja-JP" b="1" dirty="0">
                <a:solidFill>
                  <a:schemeClr val="accent1"/>
                </a:solidFill>
              </a:rPr>
            </a:br>
            <a:r>
              <a:rPr kumimoji="1" lang="en-US" altLang="ja-JP" b="1" dirty="0">
                <a:solidFill>
                  <a:schemeClr val="accent1"/>
                </a:solidFill>
              </a:rPr>
              <a:t>        break;</a:t>
            </a:r>
          </a:p>
          <a:p>
            <a:pPr marL="96838" indent="0">
              <a:buNone/>
            </a:pPr>
            <a:r>
              <a:rPr kumimoji="1" lang="en-US" altLang="ja-JP" b="1" dirty="0">
                <a:solidFill>
                  <a:schemeClr val="accent1"/>
                </a:solidFill>
              </a:rPr>
              <a:t>    case </a:t>
            </a:r>
            <a:r>
              <a:rPr kumimoji="1" lang="ja-JP" altLang="en-US" b="1" dirty="0">
                <a:solidFill>
                  <a:schemeClr val="accent1"/>
                </a:solidFill>
              </a:rPr>
              <a:t>値</a:t>
            </a:r>
            <a:r>
              <a:rPr kumimoji="1" lang="en-US" altLang="ja-JP" b="1" dirty="0">
                <a:solidFill>
                  <a:schemeClr val="accent1"/>
                </a:solidFill>
              </a:rPr>
              <a:t>2:</a:t>
            </a:r>
          </a:p>
          <a:p>
            <a:pPr marL="96838" indent="0">
              <a:buNone/>
            </a:pPr>
            <a:r>
              <a:rPr kumimoji="1" lang="en-US" altLang="ja-JP" b="1" dirty="0">
                <a:solidFill>
                  <a:schemeClr val="accent1"/>
                </a:solidFill>
              </a:rPr>
              <a:t>        </a:t>
            </a:r>
            <a:r>
              <a:rPr kumimoji="1" lang="ja-JP" altLang="en-US" b="1" dirty="0">
                <a:solidFill>
                  <a:schemeClr val="accent1"/>
                </a:solidFill>
              </a:rPr>
              <a:t>処理</a:t>
            </a:r>
            <a:r>
              <a:rPr kumimoji="1" lang="en-US" altLang="ja-JP" b="1" dirty="0">
                <a:solidFill>
                  <a:schemeClr val="accent1"/>
                </a:solidFill>
              </a:rPr>
              <a:t>2;</a:t>
            </a:r>
            <a:br>
              <a:rPr kumimoji="1" lang="en-US" altLang="ja-JP" b="1" dirty="0">
                <a:solidFill>
                  <a:schemeClr val="accent1"/>
                </a:solidFill>
              </a:rPr>
            </a:br>
            <a:r>
              <a:rPr kumimoji="1" lang="en-US" altLang="ja-JP" b="1" dirty="0">
                <a:solidFill>
                  <a:schemeClr val="accent1"/>
                </a:solidFill>
              </a:rPr>
              <a:t>        break;</a:t>
            </a:r>
          </a:p>
          <a:p>
            <a:pPr marL="96838" indent="0">
              <a:buNone/>
            </a:pPr>
            <a:r>
              <a:rPr kumimoji="1" lang="en-US" altLang="ja-JP" b="1" dirty="0">
                <a:solidFill>
                  <a:schemeClr val="accent1"/>
                </a:solidFill>
              </a:rPr>
              <a:t>    default:</a:t>
            </a:r>
          </a:p>
          <a:p>
            <a:pPr marL="96838" indent="0">
              <a:buNone/>
            </a:pPr>
            <a:r>
              <a:rPr kumimoji="1" lang="en-US" altLang="ja-JP" b="1" dirty="0">
                <a:solidFill>
                  <a:schemeClr val="accent1"/>
                </a:solidFill>
              </a:rPr>
              <a:t>        </a:t>
            </a:r>
            <a:r>
              <a:rPr kumimoji="1" lang="ja-JP" altLang="en-US" b="1" dirty="0">
                <a:solidFill>
                  <a:schemeClr val="accent1"/>
                </a:solidFill>
              </a:rPr>
              <a:t>処理</a:t>
            </a:r>
            <a:r>
              <a:rPr kumimoji="1" lang="en-US" altLang="ja-JP" b="1" dirty="0">
                <a:solidFill>
                  <a:schemeClr val="accent1"/>
                </a:solidFill>
              </a:rPr>
              <a:t>X;</a:t>
            </a:r>
            <a:br>
              <a:rPr kumimoji="1" lang="en-US" altLang="ja-JP" b="1" dirty="0">
                <a:solidFill>
                  <a:schemeClr val="accent1"/>
                </a:solidFill>
              </a:rPr>
            </a:br>
            <a:r>
              <a:rPr kumimoji="1" lang="en-US" altLang="ja-JP" b="1" dirty="0">
                <a:solidFill>
                  <a:schemeClr val="accent1"/>
                </a:solidFill>
              </a:rPr>
              <a:t>        break;</a:t>
            </a:r>
          </a:p>
          <a:p>
            <a:pPr marL="96838" indent="0">
              <a:buNone/>
            </a:pPr>
            <a:r>
              <a:rPr kumimoji="1" lang="en-US" altLang="ja-JP" b="1" dirty="0">
                <a:solidFill>
                  <a:schemeClr val="accent1"/>
                </a:solidFill>
              </a:rPr>
              <a:t>}</a:t>
            </a:r>
          </a:p>
          <a:p>
            <a:pPr marL="96838" indent="0">
              <a:buNone/>
            </a:pPr>
            <a:endParaRPr lang="en-US" altLang="ja-JP" dirty="0"/>
          </a:p>
          <a:p>
            <a:pPr marL="96838" indent="0">
              <a:buNone/>
            </a:pPr>
            <a:r>
              <a:rPr kumimoji="1" lang="ja-JP" altLang="en-US" dirty="0"/>
              <a:t>処理</a:t>
            </a:r>
            <a:r>
              <a:rPr kumimoji="1" lang="en-US" altLang="ja-JP" dirty="0"/>
              <a:t>1</a:t>
            </a:r>
            <a:r>
              <a:rPr kumimoji="1" lang="ja-JP" altLang="en-US" dirty="0"/>
              <a:t>、処理</a:t>
            </a:r>
            <a:r>
              <a:rPr kumimoji="1" lang="en-US" altLang="ja-JP" dirty="0"/>
              <a:t>2</a:t>
            </a:r>
            <a:r>
              <a:rPr kumimoji="1" lang="ja-JP" altLang="en-US" dirty="0"/>
              <a:t>、処理</a:t>
            </a:r>
            <a:r>
              <a:rPr kumimoji="1" lang="en-US" altLang="ja-JP" dirty="0"/>
              <a:t>X</a:t>
            </a:r>
            <a:r>
              <a:rPr kumimoji="1" lang="ja-JP" altLang="en-US" dirty="0"/>
              <a:t>はそれぞれ何行でも書けます。</a:t>
            </a:r>
          </a:p>
        </p:txBody>
      </p:sp>
      <p:sp>
        <p:nvSpPr>
          <p:cNvPr id="6" name="Google Shape;277;p32">
            <a:extLst>
              <a:ext uri="{FF2B5EF4-FFF2-40B4-BE49-F238E27FC236}">
                <a16:creationId xmlns:a16="http://schemas.microsoft.com/office/drawing/2014/main" id="{19ACB777-4C69-4AE2-9B51-348E26C5B4C6}"/>
              </a:ext>
            </a:extLst>
          </p:cNvPr>
          <p:cNvSpPr txBox="1"/>
          <p:nvPr/>
        </p:nvSpPr>
        <p:spPr>
          <a:xfrm>
            <a:off x="2599994" y="1480370"/>
            <a:ext cx="2242348" cy="562636"/>
          </a:xfrm>
          <a:prstGeom prst="rect">
            <a:avLst/>
          </a:prstGeom>
          <a:solidFill>
            <a:schemeClr val="accent1">
              <a:lumMod val="20000"/>
              <a:lumOff val="80000"/>
            </a:schemeClr>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err="1">
                <a:solidFill>
                  <a:schemeClr val="dk1"/>
                </a:solidFill>
                <a:cs typeface="Meiryo"/>
                <a:sym typeface="Meiryo"/>
              </a:rPr>
              <a:t>条件値</a:t>
            </a:r>
            <a:r>
              <a:rPr lang="en-US" sz="1400" dirty="0">
                <a:solidFill>
                  <a:schemeClr val="dk1"/>
                </a:solidFill>
                <a:cs typeface="Meiryo"/>
                <a:sym typeface="Meiryo"/>
              </a:rPr>
              <a:t>==値1の場合、</a:t>
            </a:r>
            <a:br>
              <a:rPr lang="en-US" sz="1400" dirty="0">
                <a:solidFill>
                  <a:schemeClr val="dk1"/>
                </a:solidFill>
                <a:cs typeface="Meiryo"/>
                <a:sym typeface="Meiryo"/>
              </a:rPr>
            </a:br>
            <a:r>
              <a:rPr lang="en-US" sz="1400" dirty="0">
                <a:solidFill>
                  <a:schemeClr val="dk1"/>
                </a:solidFill>
                <a:cs typeface="Meiryo"/>
                <a:sym typeface="Meiryo"/>
              </a:rPr>
              <a:t>処理1を行います。</a:t>
            </a:r>
            <a:endParaRPr sz="1400" dirty="0"/>
          </a:p>
        </p:txBody>
      </p:sp>
      <p:sp>
        <p:nvSpPr>
          <p:cNvPr id="7" name="Google Shape;279;p32">
            <a:extLst>
              <a:ext uri="{FF2B5EF4-FFF2-40B4-BE49-F238E27FC236}">
                <a16:creationId xmlns:a16="http://schemas.microsoft.com/office/drawing/2014/main" id="{FF2577CE-45E7-4EEA-B2C3-5C7ED5455854}"/>
              </a:ext>
            </a:extLst>
          </p:cNvPr>
          <p:cNvSpPr txBox="1"/>
          <p:nvPr/>
        </p:nvSpPr>
        <p:spPr>
          <a:xfrm>
            <a:off x="2599995" y="2241571"/>
            <a:ext cx="2242349" cy="562636"/>
          </a:xfrm>
          <a:prstGeom prst="rect">
            <a:avLst/>
          </a:prstGeom>
          <a:solidFill>
            <a:schemeClr val="accent1">
              <a:lumMod val="20000"/>
              <a:lumOff val="80000"/>
            </a:schemeClr>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err="1">
                <a:solidFill>
                  <a:schemeClr val="dk1"/>
                </a:solidFill>
                <a:cs typeface="Meiryo"/>
                <a:sym typeface="Meiryo"/>
              </a:rPr>
              <a:t>条件値</a:t>
            </a:r>
            <a:r>
              <a:rPr lang="en-US" sz="1400" dirty="0">
                <a:solidFill>
                  <a:schemeClr val="dk1"/>
                </a:solidFill>
                <a:cs typeface="Meiryo"/>
                <a:sym typeface="Meiryo"/>
              </a:rPr>
              <a:t>==値2の場合、</a:t>
            </a:r>
            <a:br>
              <a:rPr lang="en-US" sz="1400" dirty="0">
                <a:solidFill>
                  <a:schemeClr val="dk1"/>
                </a:solidFill>
                <a:cs typeface="Meiryo"/>
                <a:sym typeface="Meiryo"/>
              </a:rPr>
            </a:br>
            <a:r>
              <a:rPr lang="en-US" sz="1400" dirty="0">
                <a:solidFill>
                  <a:schemeClr val="dk1"/>
                </a:solidFill>
                <a:cs typeface="Meiryo"/>
                <a:sym typeface="Meiryo"/>
              </a:rPr>
              <a:t>処理2を行います。</a:t>
            </a:r>
            <a:endParaRPr sz="1400" dirty="0"/>
          </a:p>
        </p:txBody>
      </p:sp>
      <p:sp>
        <p:nvSpPr>
          <p:cNvPr id="8" name="Google Shape;281;p32">
            <a:extLst>
              <a:ext uri="{FF2B5EF4-FFF2-40B4-BE49-F238E27FC236}">
                <a16:creationId xmlns:a16="http://schemas.microsoft.com/office/drawing/2014/main" id="{E910A402-74B4-4C71-BB1F-BFEB50C1B5B7}"/>
              </a:ext>
            </a:extLst>
          </p:cNvPr>
          <p:cNvSpPr txBox="1"/>
          <p:nvPr/>
        </p:nvSpPr>
        <p:spPr>
          <a:xfrm>
            <a:off x="2599994" y="3002772"/>
            <a:ext cx="2242350" cy="562637"/>
          </a:xfrm>
          <a:prstGeom prst="rect">
            <a:avLst/>
          </a:prstGeom>
          <a:solidFill>
            <a:schemeClr val="accent1">
              <a:lumMod val="20000"/>
              <a:lumOff val="80000"/>
            </a:schemeClr>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err="1">
                <a:solidFill>
                  <a:schemeClr val="dk1"/>
                </a:solidFill>
                <a:cs typeface="Meiryo"/>
                <a:sym typeface="Meiryo"/>
              </a:rPr>
              <a:t>どれにも該当ない場合</a:t>
            </a:r>
            <a:r>
              <a:rPr lang="en-US" sz="1400" dirty="0">
                <a:solidFill>
                  <a:schemeClr val="dk1"/>
                </a:solidFill>
                <a:cs typeface="Meiryo"/>
                <a:sym typeface="Meiryo"/>
              </a:rPr>
              <a:t>、</a:t>
            </a:r>
            <a:br>
              <a:rPr lang="en-US" sz="1400" dirty="0">
                <a:solidFill>
                  <a:schemeClr val="dk1"/>
                </a:solidFill>
                <a:cs typeface="Meiryo"/>
                <a:sym typeface="Meiryo"/>
              </a:rPr>
            </a:br>
            <a:r>
              <a:rPr lang="en-US" sz="1400" dirty="0" err="1">
                <a:solidFill>
                  <a:schemeClr val="dk1"/>
                </a:solidFill>
                <a:cs typeface="Meiryo"/>
                <a:sym typeface="Meiryo"/>
              </a:rPr>
              <a:t>処理Xを行います</a:t>
            </a:r>
            <a:r>
              <a:rPr lang="en-US" sz="1400" dirty="0">
                <a:solidFill>
                  <a:schemeClr val="dk1"/>
                </a:solidFill>
                <a:cs typeface="Meiryo"/>
                <a:sym typeface="Meiryo"/>
              </a:rPr>
              <a:t>。</a:t>
            </a:r>
            <a:endParaRPr sz="1400" dirty="0"/>
          </a:p>
        </p:txBody>
      </p:sp>
      <p:sp>
        <p:nvSpPr>
          <p:cNvPr id="9" name="二等辺三角形 8">
            <a:extLst>
              <a:ext uri="{FF2B5EF4-FFF2-40B4-BE49-F238E27FC236}">
                <a16:creationId xmlns:a16="http://schemas.microsoft.com/office/drawing/2014/main" id="{60F5CBF6-0422-4A7A-8BA4-8D09EF54946F}"/>
              </a:ext>
            </a:extLst>
          </p:cNvPr>
          <p:cNvSpPr/>
          <p:nvPr/>
        </p:nvSpPr>
        <p:spPr>
          <a:xfrm rot="16200000">
            <a:off x="2023835" y="1579200"/>
            <a:ext cx="364891" cy="389200"/>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0" name="二等辺三角形 9">
            <a:extLst>
              <a:ext uri="{FF2B5EF4-FFF2-40B4-BE49-F238E27FC236}">
                <a16:creationId xmlns:a16="http://schemas.microsoft.com/office/drawing/2014/main" id="{4D621CF3-0CF4-489C-B223-3FA3D33C2E35}"/>
              </a:ext>
            </a:extLst>
          </p:cNvPr>
          <p:cNvSpPr/>
          <p:nvPr/>
        </p:nvSpPr>
        <p:spPr>
          <a:xfrm rot="16200000">
            <a:off x="2023833" y="2356135"/>
            <a:ext cx="364893" cy="389201"/>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11" name="二等辺三角形 10">
            <a:extLst>
              <a:ext uri="{FF2B5EF4-FFF2-40B4-BE49-F238E27FC236}">
                <a16:creationId xmlns:a16="http://schemas.microsoft.com/office/drawing/2014/main" id="{F882B540-8177-4F5E-AC95-6745C0031FFE}"/>
              </a:ext>
            </a:extLst>
          </p:cNvPr>
          <p:cNvSpPr/>
          <p:nvPr/>
        </p:nvSpPr>
        <p:spPr>
          <a:xfrm rot="16200000">
            <a:off x="2023832" y="3060637"/>
            <a:ext cx="364896" cy="389201"/>
          </a:xfrm>
          <a:prstGeom prst="triangle">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Tree>
    <p:extLst>
      <p:ext uri="{BB962C8B-B14F-4D97-AF65-F5344CB8AC3E}">
        <p14:creationId xmlns:p14="http://schemas.microsoft.com/office/powerpoint/2010/main" val="41593785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11AECA0-8994-400F-A3BC-5C18D2A1482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D7CEE353-66FB-4D47-ABE7-E6D457A6F88A}"/>
              </a:ext>
            </a:extLst>
          </p:cNvPr>
          <p:cNvSpPr>
            <a:spLocks noGrp="1"/>
          </p:cNvSpPr>
          <p:nvPr>
            <p:ph type="ctrTitle"/>
          </p:nvPr>
        </p:nvSpPr>
        <p:spPr/>
        <p:txBody>
          <a:bodyPr/>
          <a:lstStyle/>
          <a:p>
            <a:r>
              <a:rPr lang="en-US" altLang="ja-JP" dirty="0" err="1"/>
              <a:t>switch文サンプル</a:t>
            </a:r>
            <a:endParaRPr kumimoji="1" lang="ja-JP" altLang="en-US" dirty="0"/>
          </a:p>
        </p:txBody>
      </p:sp>
      <p:sp>
        <p:nvSpPr>
          <p:cNvPr id="4" name="スライド番号プレースホルダー 3">
            <a:extLst>
              <a:ext uri="{FF2B5EF4-FFF2-40B4-BE49-F238E27FC236}">
                <a16:creationId xmlns:a16="http://schemas.microsoft.com/office/drawing/2014/main" id="{F8068D6B-1CF6-425E-A7C1-7428E5469AB1}"/>
              </a:ext>
            </a:extLst>
          </p:cNvPr>
          <p:cNvSpPr>
            <a:spLocks noGrp="1"/>
          </p:cNvSpPr>
          <p:nvPr>
            <p:ph type="sldNum" sz="quarter" idx="4"/>
          </p:nvPr>
        </p:nvSpPr>
        <p:spPr/>
        <p:txBody>
          <a:bodyPr/>
          <a:lstStyle/>
          <a:p>
            <a:fld id="{00000000-1234-1234-1234-123412341234}" type="slidenum">
              <a:rPr lang="en" smtClean="0"/>
              <a:pPr/>
              <a:t>27</a:t>
            </a:fld>
            <a:endParaRPr lang="en" dirty="0"/>
          </a:p>
        </p:txBody>
      </p:sp>
      <p:sp>
        <p:nvSpPr>
          <p:cNvPr id="5" name="テキスト プレースホルダー 4">
            <a:extLst>
              <a:ext uri="{FF2B5EF4-FFF2-40B4-BE49-F238E27FC236}">
                <a16:creationId xmlns:a16="http://schemas.microsoft.com/office/drawing/2014/main" id="{65F8DBFA-3C03-463C-8EBC-DD915EEA6A5E}"/>
              </a:ext>
            </a:extLst>
          </p:cNvPr>
          <p:cNvSpPr>
            <a:spLocks noGrp="1"/>
          </p:cNvSpPr>
          <p:nvPr>
            <p:ph type="body" sz="quarter" idx="14"/>
          </p:nvPr>
        </p:nvSpPr>
        <p:spPr>
          <a:xfrm>
            <a:off x="462875" y="4175185"/>
            <a:ext cx="8216900" cy="388864"/>
          </a:xfrm>
        </p:spPr>
        <p:txBody>
          <a:bodyPr/>
          <a:lstStyle/>
          <a:p>
            <a:pPr marL="96838" indent="0">
              <a:buNone/>
            </a:pPr>
            <a:r>
              <a:rPr kumimoji="1" lang="ja-JP" altLang="en-US" dirty="0"/>
              <a:t>どれにも該当しないときに処理がなければ</a:t>
            </a:r>
            <a:r>
              <a:rPr kumimoji="1" lang="en-US" altLang="ja-JP" dirty="0"/>
              <a:t>default:</a:t>
            </a:r>
            <a:r>
              <a:rPr kumimoji="1" lang="ja-JP" altLang="en-US" dirty="0"/>
              <a:t>以降は省略できます。</a:t>
            </a:r>
          </a:p>
        </p:txBody>
      </p:sp>
      <p:sp>
        <p:nvSpPr>
          <p:cNvPr id="7" name="テキスト プレースホルダー 4">
            <a:extLst>
              <a:ext uri="{FF2B5EF4-FFF2-40B4-BE49-F238E27FC236}">
                <a16:creationId xmlns:a16="http://schemas.microsoft.com/office/drawing/2014/main" id="{BCFA7568-C799-428D-8424-0D6988FA0BF6}"/>
              </a:ext>
            </a:extLst>
          </p:cNvPr>
          <p:cNvSpPr txBox="1">
            <a:spLocks/>
          </p:cNvSpPr>
          <p:nvPr/>
        </p:nvSpPr>
        <p:spPr>
          <a:xfrm>
            <a:off x="1232452" y="859491"/>
            <a:ext cx="6559825" cy="323365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b="1" dirty="0">
                <a:solidFill>
                  <a:schemeClr val="accent1"/>
                </a:solidFill>
              </a:rPr>
              <a:t>switch (card) {</a:t>
            </a:r>
          </a:p>
          <a:p>
            <a:pPr marL="96838" indent="0">
              <a:buFont typeface="Arial" panose="020B0604020202020204" pitchFamily="34" charset="0"/>
              <a:buNone/>
            </a:pPr>
            <a:r>
              <a:rPr lang="en-US" altLang="ja-JP" b="1" dirty="0">
                <a:solidFill>
                  <a:schemeClr val="accent1"/>
                </a:solidFill>
              </a:rPr>
              <a:t>    case 1:</a:t>
            </a:r>
            <a:br>
              <a:rPr lang="en-US" altLang="ja-JP" b="1" dirty="0">
                <a:solidFill>
                  <a:schemeClr val="accent1"/>
                </a:solidFill>
              </a:rPr>
            </a:br>
            <a:r>
              <a:rPr lang="en-US" altLang="ja-JP" dirty="0"/>
              <a:t>        </a:t>
            </a:r>
            <a:r>
              <a:rPr lang="en-US" altLang="ja-JP" dirty="0" err="1"/>
              <a:t>System.out.println</a:t>
            </a:r>
            <a:r>
              <a:rPr lang="en-US" altLang="ja-JP" dirty="0"/>
              <a:t>("</a:t>
            </a:r>
            <a:r>
              <a:rPr lang="ja-JP" altLang="en-US" dirty="0"/>
              <a:t>スペード</a:t>
            </a:r>
            <a:r>
              <a:rPr lang="en-US" altLang="ja-JP" dirty="0"/>
              <a:t>");</a:t>
            </a:r>
            <a:br>
              <a:rPr lang="en-US" altLang="ja-JP" dirty="0"/>
            </a:br>
            <a:r>
              <a:rPr lang="en-US" altLang="ja-JP" dirty="0"/>
              <a:t>        break;</a:t>
            </a:r>
          </a:p>
          <a:p>
            <a:pPr marL="96838" indent="0">
              <a:buFont typeface="Arial" panose="020B0604020202020204" pitchFamily="34" charset="0"/>
              <a:buNone/>
            </a:pPr>
            <a:r>
              <a:rPr lang="en-US" altLang="ja-JP" b="1" dirty="0">
                <a:solidFill>
                  <a:schemeClr val="accent1"/>
                </a:solidFill>
              </a:rPr>
              <a:t>    case 2:</a:t>
            </a:r>
            <a:br>
              <a:rPr lang="en-US" altLang="ja-JP" b="1" dirty="0">
                <a:solidFill>
                  <a:schemeClr val="accent1"/>
                </a:solidFill>
              </a:rPr>
            </a:br>
            <a:r>
              <a:rPr lang="en-US" altLang="ja-JP" dirty="0"/>
              <a:t>        </a:t>
            </a:r>
            <a:r>
              <a:rPr lang="en-US" altLang="ja-JP" dirty="0" err="1"/>
              <a:t>System.out.println</a:t>
            </a:r>
            <a:r>
              <a:rPr lang="en-US" altLang="ja-JP" dirty="0"/>
              <a:t>("</a:t>
            </a:r>
            <a:r>
              <a:rPr lang="ja-JP" altLang="en-US" dirty="0"/>
              <a:t>ハート</a:t>
            </a:r>
            <a:r>
              <a:rPr lang="en-US" altLang="ja-JP" dirty="0"/>
              <a:t>");</a:t>
            </a:r>
            <a:br>
              <a:rPr lang="en-US" altLang="ja-JP" dirty="0"/>
            </a:br>
            <a:r>
              <a:rPr lang="en-US" altLang="ja-JP" dirty="0"/>
              <a:t>        break;</a:t>
            </a:r>
          </a:p>
          <a:p>
            <a:pPr marL="96838" indent="0">
              <a:buFont typeface="Arial" panose="020B0604020202020204" pitchFamily="34" charset="0"/>
              <a:buNone/>
            </a:pPr>
            <a:r>
              <a:rPr lang="en-US" altLang="ja-JP" b="1" dirty="0">
                <a:solidFill>
                  <a:schemeClr val="accent1"/>
                </a:solidFill>
              </a:rPr>
              <a:t>    case 3:</a:t>
            </a:r>
            <a:br>
              <a:rPr lang="en-US" altLang="ja-JP" b="1" dirty="0">
                <a:solidFill>
                  <a:schemeClr val="accent1"/>
                </a:solidFill>
              </a:rPr>
            </a:br>
            <a:r>
              <a:rPr lang="en-US" altLang="ja-JP" dirty="0"/>
              <a:t>        </a:t>
            </a:r>
            <a:r>
              <a:rPr lang="en-US" altLang="ja-JP" dirty="0" err="1"/>
              <a:t>System.out.println</a:t>
            </a:r>
            <a:r>
              <a:rPr lang="en-US" altLang="ja-JP" dirty="0"/>
              <a:t>("</a:t>
            </a:r>
            <a:r>
              <a:rPr lang="ja-JP" altLang="en-US" dirty="0"/>
              <a:t>ダイヤ</a:t>
            </a:r>
            <a:r>
              <a:rPr lang="en-US" altLang="ja-JP" dirty="0"/>
              <a:t>");</a:t>
            </a:r>
            <a:br>
              <a:rPr lang="en-US" altLang="ja-JP" dirty="0"/>
            </a:br>
            <a:r>
              <a:rPr lang="en-US" altLang="ja-JP" dirty="0"/>
              <a:t>        break;</a:t>
            </a:r>
          </a:p>
          <a:p>
            <a:pPr marL="96838" indent="0">
              <a:buFont typeface="Arial" panose="020B0604020202020204" pitchFamily="34" charset="0"/>
              <a:buNone/>
            </a:pPr>
            <a:r>
              <a:rPr lang="en-US" altLang="ja-JP" b="1" dirty="0">
                <a:solidFill>
                  <a:schemeClr val="accent1"/>
                </a:solidFill>
              </a:rPr>
              <a:t>    case 4:</a:t>
            </a:r>
            <a:br>
              <a:rPr lang="en-US" altLang="ja-JP" b="1" dirty="0">
                <a:solidFill>
                  <a:schemeClr val="accent1"/>
                </a:solidFill>
              </a:rPr>
            </a:br>
            <a:r>
              <a:rPr lang="en-US" altLang="ja-JP" dirty="0"/>
              <a:t>        </a:t>
            </a:r>
            <a:r>
              <a:rPr lang="en-US" altLang="ja-JP" dirty="0" err="1"/>
              <a:t>System.out.println</a:t>
            </a:r>
            <a:r>
              <a:rPr lang="en-US" altLang="ja-JP" dirty="0"/>
              <a:t>("</a:t>
            </a:r>
            <a:r>
              <a:rPr lang="ja-JP" altLang="en-US" dirty="0"/>
              <a:t>クラブ</a:t>
            </a:r>
            <a:r>
              <a:rPr lang="en-US" altLang="ja-JP" dirty="0"/>
              <a:t>");</a:t>
            </a:r>
            <a:br>
              <a:rPr lang="en-US" altLang="ja-JP" dirty="0"/>
            </a:br>
            <a:r>
              <a:rPr lang="en-US" altLang="ja-JP" dirty="0"/>
              <a:t>        break;</a:t>
            </a:r>
          </a:p>
          <a:p>
            <a:pPr marL="96838" indent="0">
              <a:buFont typeface="Arial" panose="020B0604020202020204" pitchFamily="34" charset="0"/>
              <a:buNone/>
            </a:pPr>
            <a:r>
              <a:rPr lang="en-US" altLang="ja-JP" b="1" dirty="0">
                <a:solidFill>
                  <a:schemeClr val="accent1"/>
                </a:solidFill>
              </a:rPr>
              <a:t>}</a:t>
            </a:r>
          </a:p>
        </p:txBody>
      </p:sp>
    </p:spTree>
    <p:extLst>
      <p:ext uri="{BB962C8B-B14F-4D97-AF65-F5344CB8AC3E}">
        <p14:creationId xmlns:p14="http://schemas.microsoft.com/office/powerpoint/2010/main" val="27455029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1CFABE61-DE9B-4FCA-AF60-580B09BDF742}"/>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48A70034-29E8-489A-B615-329037CF346A}"/>
              </a:ext>
            </a:extLst>
          </p:cNvPr>
          <p:cNvSpPr>
            <a:spLocks noGrp="1"/>
          </p:cNvSpPr>
          <p:nvPr>
            <p:ph type="ctrTitle"/>
          </p:nvPr>
        </p:nvSpPr>
        <p:spPr/>
        <p:txBody>
          <a:bodyPr/>
          <a:lstStyle/>
          <a:p>
            <a:r>
              <a:rPr kumimoji="1" lang="en-US" altLang="ja-JP" dirty="0"/>
              <a:t>switch</a:t>
            </a:r>
            <a:r>
              <a:rPr kumimoji="1" lang="ja-JP" altLang="en-US" dirty="0"/>
              <a:t>文注意事項</a:t>
            </a:r>
          </a:p>
        </p:txBody>
      </p:sp>
      <p:sp>
        <p:nvSpPr>
          <p:cNvPr id="4" name="スライド番号プレースホルダー 3">
            <a:extLst>
              <a:ext uri="{FF2B5EF4-FFF2-40B4-BE49-F238E27FC236}">
                <a16:creationId xmlns:a16="http://schemas.microsoft.com/office/drawing/2014/main" id="{B6157AFC-C435-4F1D-9F20-329B336A0977}"/>
              </a:ext>
            </a:extLst>
          </p:cNvPr>
          <p:cNvSpPr>
            <a:spLocks noGrp="1"/>
          </p:cNvSpPr>
          <p:nvPr>
            <p:ph type="sldNum" sz="quarter" idx="4"/>
          </p:nvPr>
        </p:nvSpPr>
        <p:spPr/>
        <p:txBody>
          <a:bodyPr/>
          <a:lstStyle/>
          <a:p>
            <a:fld id="{00000000-1234-1234-1234-123412341234}" type="slidenum">
              <a:rPr lang="en" smtClean="0"/>
              <a:pPr/>
              <a:t>28</a:t>
            </a:fld>
            <a:endParaRPr lang="en" dirty="0"/>
          </a:p>
        </p:txBody>
      </p:sp>
      <p:sp>
        <p:nvSpPr>
          <p:cNvPr id="5" name="テキスト プレースホルダー 4">
            <a:extLst>
              <a:ext uri="{FF2B5EF4-FFF2-40B4-BE49-F238E27FC236}">
                <a16:creationId xmlns:a16="http://schemas.microsoft.com/office/drawing/2014/main" id="{870E934D-B2BF-428B-AC4B-1C45CBAE4729}"/>
              </a:ext>
            </a:extLst>
          </p:cNvPr>
          <p:cNvSpPr>
            <a:spLocks noGrp="1"/>
          </p:cNvSpPr>
          <p:nvPr>
            <p:ph type="body" sz="quarter" idx="14"/>
          </p:nvPr>
        </p:nvSpPr>
        <p:spPr/>
        <p:txBody>
          <a:bodyPr/>
          <a:lstStyle/>
          <a:p>
            <a:pPr marL="96838" indent="0">
              <a:buNone/>
            </a:pPr>
            <a:r>
              <a:rPr kumimoji="1" lang="en-US" altLang="ja-JP" dirty="0"/>
              <a:t>switch</a:t>
            </a:r>
            <a:r>
              <a:rPr kumimoji="1" lang="ja-JP" altLang="en-US" dirty="0"/>
              <a:t>文を使う場合はいくつか注意事項があります。</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条件値のデータ型</a:t>
            </a:r>
          </a:p>
          <a:p>
            <a:pPr marL="452438" lvl="1" indent="0">
              <a:buNone/>
            </a:pPr>
            <a:r>
              <a:rPr kumimoji="1" lang="en-US" altLang="ja-JP" dirty="0"/>
              <a:t>byte</a:t>
            </a:r>
            <a:r>
              <a:rPr kumimoji="1" lang="ja-JP" altLang="en-US" dirty="0"/>
              <a:t>、</a:t>
            </a:r>
            <a:r>
              <a:rPr kumimoji="1" lang="en-US" altLang="ja-JP" dirty="0"/>
              <a:t>short</a:t>
            </a:r>
            <a:r>
              <a:rPr kumimoji="1" lang="ja-JP" altLang="en-US" dirty="0"/>
              <a:t>、</a:t>
            </a:r>
            <a:r>
              <a:rPr kumimoji="1" lang="en-US" altLang="ja-JP" dirty="0"/>
              <a:t>int</a:t>
            </a:r>
            <a:r>
              <a:rPr kumimoji="1" lang="ja-JP" altLang="en-US" dirty="0"/>
              <a:t>、</a:t>
            </a:r>
            <a:r>
              <a:rPr kumimoji="1" lang="en-US" altLang="ja-JP" dirty="0"/>
              <a:t>char</a:t>
            </a:r>
            <a:r>
              <a:rPr kumimoji="1" lang="ja-JP" altLang="en-US" dirty="0"/>
              <a:t>、</a:t>
            </a:r>
            <a:r>
              <a:rPr kumimoji="1" lang="en-US" altLang="ja-JP" dirty="0"/>
              <a:t>String</a:t>
            </a:r>
            <a:r>
              <a:rPr kumimoji="1" lang="ja-JP" altLang="en-US" dirty="0"/>
              <a:t>のいずれかしか書けません。</a:t>
            </a:r>
            <a:br>
              <a:rPr kumimoji="1" lang="ja-JP" altLang="en-US" dirty="0"/>
            </a:br>
            <a:r>
              <a:rPr kumimoji="1" lang="ja-JP" altLang="en-US" dirty="0"/>
              <a:t>特に小数型や</a:t>
            </a:r>
            <a:r>
              <a:rPr kumimoji="1" lang="en-US" altLang="ja-JP" dirty="0"/>
              <a:t>long</a:t>
            </a:r>
            <a:r>
              <a:rPr kumimoji="1" lang="ja-JP" altLang="en-US" dirty="0"/>
              <a:t>は書けないので注意が必要です。</a:t>
            </a:r>
          </a:p>
          <a:p>
            <a:pPr marL="439738" indent="-342900">
              <a:buFont typeface="+mj-lt"/>
              <a:buAutoNum type="arabicPeriod"/>
            </a:pPr>
            <a:endParaRPr kumimoji="1" lang="en-US" altLang="ja-JP" dirty="0"/>
          </a:p>
          <a:p>
            <a:pPr marL="439738" indent="-342900">
              <a:buFont typeface="+mj-lt"/>
              <a:buAutoNum type="arabicPeriod"/>
            </a:pPr>
            <a:r>
              <a:rPr kumimoji="1" lang="en-US" altLang="ja-JP" b="1" dirty="0">
                <a:solidFill>
                  <a:schemeClr val="tx2"/>
                </a:solidFill>
              </a:rPr>
              <a:t>case</a:t>
            </a:r>
            <a:r>
              <a:rPr kumimoji="1" lang="ja-JP" altLang="en-US" b="1" dirty="0">
                <a:solidFill>
                  <a:schemeClr val="tx2"/>
                </a:solidFill>
              </a:rPr>
              <a:t>ラベル</a:t>
            </a:r>
          </a:p>
          <a:p>
            <a:pPr marL="452438" lvl="1" indent="0">
              <a:buNone/>
            </a:pPr>
            <a:r>
              <a:rPr kumimoji="1" lang="en-US" altLang="ja-JP" dirty="0"/>
              <a:t>case</a:t>
            </a:r>
            <a:r>
              <a:rPr kumimoji="1" lang="ja-JP" altLang="en-US" dirty="0"/>
              <a:t>の右にはリテラルか定数しか書けません。</a:t>
            </a:r>
            <a:br>
              <a:rPr kumimoji="1" lang="ja-JP" altLang="en-US" dirty="0"/>
            </a:br>
            <a:r>
              <a:rPr kumimoji="1" lang="ja-JP" altLang="en-US" dirty="0"/>
              <a:t>変数を書くことはできません。</a:t>
            </a:r>
            <a:br>
              <a:rPr kumimoji="1" lang="ja-JP" altLang="en-US" dirty="0"/>
            </a:br>
            <a:r>
              <a:rPr kumimoji="1" lang="ja-JP" altLang="en-US" dirty="0"/>
              <a:t>また、その右はコロン「</a:t>
            </a:r>
            <a:r>
              <a:rPr kumimoji="1" lang="en-US" altLang="ja-JP" dirty="0"/>
              <a:t>:</a:t>
            </a:r>
            <a:r>
              <a:rPr kumimoji="1" lang="ja-JP" altLang="en-US" dirty="0"/>
              <a:t>」です。セミコロン「</a:t>
            </a:r>
            <a:r>
              <a:rPr kumimoji="1" lang="en-US" altLang="ja-JP" dirty="0"/>
              <a:t>;</a:t>
            </a:r>
            <a:r>
              <a:rPr kumimoji="1" lang="ja-JP" altLang="en-US" dirty="0"/>
              <a:t>」ではありません。</a:t>
            </a:r>
          </a:p>
          <a:p>
            <a:pPr marL="439738" indent="-342900">
              <a:buFont typeface="+mj-lt"/>
              <a:buAutoNum type="arabicPeriod"/>
            </a:pPr>
            <a:endParaRPr kumimoji="1" lang="en-US" altLang="ja-JP" dirty="0"/>
          </a:p>
          <a:p>
            <a:pPr marL="439738" indent="-342900">
              <a:buFont typeface="+mj-lt"/>
              <a:buAutoNum type="arabicPeriod"/>
            </a:pPr>
            <a:r>
              <a:rPr kumimoji="1" lang="ja-JP" altLang="en-US" b="1" dirty="0">
                <a:solidFill>
                  <a:schemeClr val="tx2"/>
                </a:solidFill>
              </a:rPr>
              <a:t>大小の比較は不可</a:t>
            </a:r>
          </a:p>
          <a:p>
            <a:pPr marL="452438" lvl="1" indent="0">
              <a:buNone/>
            </a:pPr>
            <a:r>
              <a:rPr kumimoji="1" lang="ja-JP" altLang="en-US" dirty="0"/>
              <a:t>判定はあくまで「条件値</a:t>
            </a:r>
            <a:r>
              <a:rPr kumimoji="1" lang="en-US" altLang="ja-JP" dirty="0"/>
              <a:t>==</a:t>
            </a:r>
            <a:r>
              <a:rPr kumimoji="1" lang="ja-JP" altLang="en-US" dirty="0"/>
              <a:t>値</a:t>
            </a:r>
            <a:r>
              <a:rPr kumimoji="1" lang="en-US" altLang="ja-JP" dirty="0"/>
              <a:t>n</a:t>
            </a:r>
            <a:r>
              <a:rPr kumimoji="1" lang="ja-JP" altLang="en-US" dirty="0"/>
              <a:t>」です。</a:t>
            </a:r>
            <a:endParaRPr kumimoji="1" lang="en-US" altLang="ja-JP" dirty="0"/>
          </a:p>
          <a:p>
            <a:pPr marL="452438" lvl="1" indent="0">
              <a:buNone/>
            </a:pPr>
            <a:r>
              <a:rPr kumimoji="1" lang="ja-JP" altLang="en-US" dirty="0"/>
              <a:t>（条件値が</a:t>
            </a:r>
            <a:r>
              <a:rPr kumimoji="1" lang="en-US" altLang="ja-JP" dirty="0"/>
              <a:t>String</a:t>
            </a:r>
            <a:r>
              <a:rPr kumimoji="1" lang="ja-JP" altLang="en-US" dirty="0"/>
              <a:t>の場合は「条件値</a:t>
            </a:r>
            <a:r>
              <a:rPr kumimoji="1" lang="en-US" altLang="ja-JP" dirty="0"/>
              <a:t>.equals(</a:t>
            </a:r>
            <a:r>
              <a:rPr kumimoji="1" lang="ja-JP" altLang="en-US" dirty="0"/>
              <a:t>値</a:t>
            </a:r>
            <a:r>
              <a:rPr kumimoji="1" lang="en-US" altLang="ja-JP" dirty="0"/>
              <a:t>n)</a:t>
            </a:r>
            <a:r>
              <a:rPr kumimoji="1" lang="ja-JP" altLang="en-US" dirty="0"/>
              <a:t>」です。）</a:t>
            </a:r>
            <a:endParaRPr kumimoji="1" lang="en-US" altLang="ja-JP" dirty="0"/>
          </a:p>
          <a:p>
            <a:pPr marL="452438" lvl="1" indent="0">
              <a:buNone/>
            </a:pPr>
            <a:r>
              <a:rPr kumimoji="1" lang="ja-JP" altLang="en-US" dirty="0"/>
              <a:t>「</a:t>
            </a:r>
            <a:r>
              <a:rPr kumimoji="1" lang="en-US" altLang="ja-JP" dirty="0"/>
              <a:t>&gt;</a:t>
            </a:r>
            <a:r>
              <a:rPr kumimoji="1" lang="ja-JP" altLang="en-US" dirty="0"/>
              <a:t>」や「</a:t>
            </a:r>
            <a:r>
              <a:rPr kumimoji="1" lang="en-US" altLang="ja-JP" dirty="0"/>
              <a:t>&lt;</a:t>
            </a:r>
            <a:r>
              <a:rPr kumimoji="1" lang="ja-JP" altLang="en-US" dirty="0"/>
              <a:t>」など大小の比較をすることはできません。</a:t>
            </a:r>
          </a:p>
          <a:p>
            <a:pPr marL="439738" indent="-342900">
              <a:buFont typeface="+mj-lt"/>
              <a:buAutoNum type="arabicPeriod"/>
            </a:pPr>
            <a:endParaRPr kumimoji="1" lang="ja-JP" altLang="en-US" dirty="0"/>
          </a:p>
        </p:txBody>
      </p:sp>
    </p:spTree>
    <p:extLst>
      <p:ext uri="{BB962C8B-B14F-4D97-AF65-F5344CB8AC3E}">
        <p14:creationId xmlns:p14="http://schemas.microsoft.com/office/powerpoint/2010/main" val="3015286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6FAC5C9-0636-4867-A11C-356A71E5053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1453A0E-55EE-4AEB-91D2-9DB4AE35E3DE}"/>
              </a:ext>
            </a:extLst>
          </p:cNvPr>
          <p:cNvSpPr>
            <a:spLocks noGrp="1"/>
          </p:cNvSpPr>
          <p:nvPr>
            <p:ph type="ctrTitle"/>
          </p:nvPr>
        </p:nvSpPr>
        <p:spPr/>
        <p:txBody>
          <a:bodyPr/>
          <a:lstStyle/>
          <a:p>
            <a:r>
              <a:rPr lang="en-US" altLang="ja-JP" dirty="0" err="1"/>
              <a:t>break;なしのswitch文</a:t>
            </a:r>
            <a:endParaRPr kumimoji="1" lang="ja-JP" altLang="en-US" dirty="0"/>
          </a:p>
        </p:txBody>
      </p:sp>
      <p:sp>
        <p:nvSpPr>
          <p:cNvPr id="4" name="スライド番号プレースホルダー 3">
            <a:extLst>
              <a:ext uri="{FF2B5EF4-FFF2-40B4-BE49-F238E27FC236}">
                <a16:creationId xmlns:a16="http://schemas.microsoft.com/office/drawing/2014/main" id="{037F8722-1E5B-429A-8A75-6BF78122ACD1}"/>
              </a:ext>
            </a:extLst>
          </p:cNvPr>
          <p:cNvSpPr>
            <a:spLocks noGrp="1"/>
          </p:cNvSpPr>
          <p:nvPr>
            <p:ph type="sldNum" sz="quarter" idx="4"/>
          </p:nvPr>
        </p:nvSpPr>
        <p:spPr/>
        <p:txBody>
          <a:bodyPr/>
          <a:lstStyle/>
          <a:p>
            <a:fld id="{00000000-1234-1234-1234-123412341234}" type="slidenum">
              <a:rPr lang="en" smtClean="0"/>
              <a:pPr/>
              <a:t>29</a:t>
            </a:fld>
            <a:endParaRPr lang="en" dirty="0"/>
          </a:p>
        </p:txBody>
      </p:sp>
      <p:sp>
        <p:nvSpPr>
          <p:cNvPr id="5" name="テキスト プレースホルダー 4">
            <a:extLst>
              <a:ext uri="{FF2B5EF4-FFF2-40B4-BE49-F238E27FC236}">
                <a16:creationId xmlns:a16="http://schemas.microsoft.com/office/drawing/2014/main" id="{C9168D82-A6E8-47C7-9E34-0055387B3E1E}"/>
              </a:ext>
            </a:extLst>
          </p:cNvPr>
          <p:cNvSpPr>
            <a:spLocks noGrp="1"/>
          </p:cNvSpPr>
          <p:nvPr>
            <p:ph type="body" sz="quarter" idx="14"/>
          </p:nvPr>
        </p:nvSpPr>
        <p:spPr>
          <a:xfrm>
            <a:off x="462875" y="859491"/>
            <a:ext cx="8216900" cy="635354"/>
          </a:xfrm>
        </p:spPr>
        <p:txBody>
          <a:bodyPr/>
          <a:lstStyle/>
          <a:p>
            <a:pPr marL="96838" indent="0">
              <a:buNone/>
            </a:pPr>
            <a:r>
              <a:rPr kumimoji="1" lang="en-US" altLang="ja-JP" dirty="0"/>
              <a:t>switch</a:t>
            </a:r>
            <a:r>
              <a:rPr kumimoji="1" lang="ja-JP" altLang="en-US" dirty="0"/>
              <a:t>文は</a:t>
            </a:r>
            <a:r>
              <a:rPr kumimoji="1" lang="en-US" altLang="ja-JP" dirty="0"/>
              <a:t>break;</a:t>
            </a:r>
            <a:r>
              <a:rPr kumimoji="1" lang="ja-JP" altLang="en-US" dirty="0"/>
              <a:t>を書かなくてもコンパイルエラーにはなりません。</a:t>
            </a:r>
          </a:p>
          <a:p>
            <a:pPr marL="96838" indent="0">
              <a:buNone/>
            </a:pPr>
            <a:r>
              <a:rPr kumimoji="1" lang="ja-JP" altLang="en-US" dirty="0"/>
              <a:t>この場合、次の</a:t>
            </a:r>
            <a:r>
              <a:rPr kumimoji="1" lang="en-US" altLang="ja-JP" dirty="0"/>
              <a:t>case(</a:t>
            </a:r>
            <a:r>
              <a:rPr kumimoji="1" lang="ja-JP" altLang="en-US" dirty="0"/>
              <a:t>または</a:t>
            </a:r>
            <a:r>
              <a:rPr kumimoji="1" lang="en-US" altLang="ja-JP" dirty="0"/>
              <a:t>default)</a:t>
            </a:r>
            <a:r>
              <a:rPr kumimoji="1" lang="ja-JP" altLang="en-US" dirty="0"/>
              <a:t>の処理も行ってしまうため注意が必要です。</a:t>
            </a:r>
          </a:p>
          <a:p>
            <a:pPr marL="96838" indent="0">
              <a:buNone/>
            </a:pPr>
            <a:endParaRPr kumimoji="1" lang="ja-JP" altLang="en-US" dirty="0"/>
          </a:p>
        </p:txBody>
      </p:sp>
      <p:sp>
        <p:nvSpPr>
          <p:cNvPr id="6" name="テキスト プレースホルダー 4">
            <a:extLst>
              <a:ext uri="{FF2B5EF4-FFF2-40B4-BE49-F238E27FC236}">
                <a16:creationId xmlns:a16="http://schemas.microsoft.com/office/drawing/2014/main" id="{416F6B10-E341-483C-8EB1-A447CA0B519D}"/>
              </a:ext>
            </a:extLst>
          </p:cNvPr>
          <p:cNvSpPr txBox="1">
            <a:spLocks/>
          </p:cNvSpPr>
          <p:nvPr/>
        </p:nvSpPr>
        <p:spPr>
          <a:xfrm>
            <a:off x="1232452" y="1495740"/>
            <a:ext cx="6559825" cy="2600221"/>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switch (</a:t>
            </a:r>
            <a:r>
              <a:rPr lang="en-US" altLang="ja-JP" dirty="0" err="1"/>
              <a:t>ch</a:t>
            </a:r>
            <a:r>
              <a:rPr lang="en-US" altLang="ja-JP" dirty="0"/>
              <a:t>) {</a:t>
            </a:r>
          </a:p>
          <a:p>
            <a:pPr marL="96838" indent="0">
              <a:buFont typeface="Arial" panose="020B0604020202020204" pitchFamily="34" charset="0"/>
              <a:buNone/>
            </a:pPr>
            <a:r>
              <a:rPr lang="en-US" altLang="ja-JP" dirty="0"/>
              <a:t>    case '</a:t>
            </a:r>
            <a:r>
              <a:rPr lang="ja-JP" altLang="en-US" dirty="0"/>
              <a:t>大</a:t>
            </a:r>
            <a:r>
              <a:rPr lang="en-US" altLang="ja-JP" dirty="0"/>
              <a:t>':</a:t>
            </a:r>
            <a:br>
              <a:rPr lang="en-US" altLang="ja-JP" dirty="0"/>
            </a:br>
            <a:r>
              <a:rPr lang="en-US" altLang="ja-JP" dirty="0"/>
              <a:t>        </a:t>
            </a:r>
            <a:r>
              <a:rPr lang="en-US" altLang="ja-JP" dirty="0" err="1"/>
              <a:t>System.out.print</a:t>
            </a:r>
            <a:r>
              <a:rPr lang="en-US" altLang="ja-JP" dirty="0"/>
              <a:t>("</a:t>
            </a:r>
            <a:r>
              <a:rPr lang="ja-JP" altLang="en-US" dirty="0"/>
              <a:t>大きな</a:t>
            </a:r>
            <a:r>
              <a:rPr lang="en-US" altLang="ja-JP" dirty="0"/>
              <a:t>");</a:t>
            </a:r>
            <a:br>
              <a:rPr lang="en-US" altLang="ja-JP" dirty="0"/>
            </a:br>
            <a:r>
              <a:rPr lang="en-US" altLang="ja-JP" dirty="0"/>
              <a:t>        </a:t>
            </a:r>
            <a:r>
              <a:rPr lang="en-US" altLang="ja-JP" dirty="0">
                <a:solidFill>
                  <a:schemeClr val="accent6"/>
                </a:solidFill>
              </a:rPr>
              <a:t>// break</a:t>
            </a:r>
            <a:r>
              <a:rPr lang="ja-JP" altLang="en-US" dirty="0">
                <a:solidFill>
                  <a:schemeClr val="accent6"/>
                </a:solidFill>
              </a:rPr>
              <a:t>なし</a:t>
            </a:r>
            <a:endParaRPr lang="en-US" altLang="ja-JP" dirty="0">
              <a:solidFill>
                <a:schemeClr val="accent6"/>
              </a:solidFill>
            </a:endParaRPr>
          </a:p>
          <a:p>
            <a:pPr marL="96838" indent="0">
              <a:buFont typeface="Arial" panose="020B0604020202020204" pitchFamily="34" charset="0"/>
              <a:buNone/>
            </a:pPr>
            <a:r>
              <a:rPr lang="ja-JP" altLang="en-US" dirty="0"/>
              <a:t>    </a:t>
            </a:r>
            <a:r>
              <a:rPr lang="en-US" altLang="ja-JP" dirty="0"/>
              <a:t>case '</a:t>
            </a:r>
            <a:r>
              <a:rPr lang="ja-JP" altLang="en-US" dirty="0"/>
              <a:t>白</a:t>
            </a:r>
            <a:r>
              <a:rPr lang="en-US" altLang="ja-JP" dirty="0"/>
              <a:t>':</a:t>
            </a:r>
            <a:br>
              <a:rPr lang="en-US" altLang="ja-JP" dirty="0"/>
            </a:br>
            <a:r>
              <a:rPr lang="en-US" altLang="ja-JP" dirty="0"/>
              <a:t>        </a:t>
            </a:r>
            <a:r>
              <a:rPr lang="en-US" altLang="ja-JP" dirty="0" err="1"/>
              <a:t>System.out.print</a:t>
            </a:r>
            <a:r>
              <a:rPr lang="en-US" altLang="ja-JP" dirty="0"/>
              <a:t>("</a:t>
            </a:r>
            <a:r>
              <a:rPr lang="ja-JP" altLang="en-US" dirty="0"/>
              <a:t>白い</a:t>
            </a:r>
            <a:r>
              <a:rPr lang="en-US" altLang="ja-JP" dirty="0"/>
              <a:t>");</a:t>
            </a:r>
            <a:br>
              <a:rPr lang="en-US" altLang="ja-JP" dirty="0"/>
            </a:br>
            <a:r>
              <a:rPr lang="en-US" altLang="ja-JP" dirty="0"/>
              <a:t>        </a:t>
            </a:r>
            <a:r>
              <a:rPr lang="en-US" altLang="ja-JP" dirty="0">
                <a:solidFill>
                  <a:schemeClr val="accent6"/>
                </a:solidFill>
              </a:rPr>
              <a:t>// break</a:t>
            </a:r>
            <a:r>
              <a:rPr lang="ja-JP" altLang="en-US" dirty="0">
                <a:solidFill>
                  <a:schemeClr val="accent6"/>
                </a:solidFill>
              </a:rPr>
              <a:t>なし</a:t>
            </a:r>
            <a:endParaRPr lang="en-US" altLang="ja-JP" dirty="0">
              <a:solidFill>
                <a:schemeClr val="accent6"/>
              </a:solidFill>
            </a:endParaRPr>
          </a:p>
          <a:p>
            <a:pPr marL="96838" indent="0">
              <a:buFont typeface="Arial" panose="020B0604020202020204" pitchFamily="34" charset="0"/>
              <a:buNone/>
            </a:pPr>
            <a:r>
              <a:rPr lang="ja-JP" altLang="en-US" dirty="0"/>
              <a:t>    </a:t>
            </a:r>
            <a:r>
              <a:rPr lang="en-US" altLang="ja-JP" dirty="0"/>
              <a:t>case '</a:t>
            </a:r>
            <a:r>
              <a:rPr lang="ja-JP" altLang="en-US" dirty="0"/>
              <a:t>雲</a:t>
            </a:r>
            <a:r>
              <a:rPr lang="en-US" altLang="ja-JP" dirty="0"/>
              <a:t>':</a:t>
            </a:r>
            <a:br>
              <a:rPr lang="en-US" altLang="ja-JP" dirty="0"/>
            </a:br>
            <a:r>
              <a:rPr lang="en-US" altLang="ja-JP" dirty="0"/>
              <a:t>        </a:t>
            </a:r>
            <a:r>
              <a:rPr lang="en-US" altLang="ja-JP" dirty="0" err="1"/>
              <a:t>System.out.println</a:t>
            </a:r>
            <a:r>
              <a:rPr lang="en-US" altLang="ja-JP" dirty="0"/>
              <a:t>("</a:t>
            </a:r>
            <a:r>
              <a:rPr lang="ja-JP" altLang="en-US" dirty="0"/>
              <a:t>雲が見えます</a:t>
            </a:r>
            <a:r>
              <a:rPr lang="en-US" altLang="ja-JP" dirty="0"/>
              <a:t>");</a:t>
            </a:r>
            <a:br>
              <a:rPr lang="en-US" altLang="ja-JP" dirty="0"/>
            </a:br>
            <a:r>
              <a:rPr lang="en-US" altLang="ja-JP" dirty="0"/>
              <a:t>        break;</a:t>
            </a:r>
          </a:p>
          <a:p>
            <a:pPr marL="96838" indent="0">
              <a:buFont typeface="Arial" panose="020B0604020202020204" pitchFamily="34" charset="0"/>
              <a:buNone/>
            </a:pPr>
            <a:r>
              <a:rPr lang="en-US" altLang="ja-JP" dirty="0"/>
              <a:t>}</a:t>
            </a:r>
          </a:p>
        </p:txBody>
      </p:sp>
      <p:sp>
        <p:nvSpPr>
          <p:cNvPr id="7" name="Google Shape;277;p32">
            <a:extLst>
              <a:ext uri="{FF2B5EF4-FFF2-40B4-BE49-F238E27FC236}">
                <a16:creationId xmlns:a16="http://schemas.microsoft.com/office/drawing/2014/main" id="{5AA8E07E-E209-4FAB-B08E-DC75AEC347D2}"/>
              </a:ext>
            </a:extLst>
          </p:cNvPr>
          <p:cNvSpPr txBox="1"/>
          <p:nvPr/>
        </p:nvSpPr>
        <p:spPr>
          <a:xfrm>
            <a:off x="4872504" y="1424580"/>
            <a:ext cx="2242348" cy="752238"/>
          </a:xfrm>
          <a:prstGeom prst="rect">
            <a:avLst/>
          </a:prstGeom>
          <a:solidFill>
            <a:schemeClr val="accent1">
              <a:lumMod val="20000"/>
              <a:lumOff val="80000"/>
            </a:schemeClr>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err="1">
                <a:solidFill>
                  <a:schemeClr val="dk1"/>
                </a:solidFill>
                <a:cs typeface="Meiryo"/>
                <a:sym typeface="Meiryo"/>
              </a:rPr>
              <a:t>ch</a:t>
            </a:r>
            <a:r>
              <a:rPr lang="en-US" altLang="ja-JP" sz="1400">
                <a:solidFill>
                  <a:schemeClr val="dk1"/>
                </a:solidFill>
                <a:cs typeface="Meiryo"/>
                <a:sym typeface="Meiryo"/>
              </a:rPr>
              <a:t>==‘</a:t>
            </a:r>
            <a:r>
              <a:rPr lang="ja-JP" altLang="en-US" sz="1400" dirty="0">
                <a:solidFill>
                  <a:schemeClr val="dk1"/>
                </a:solidFill>
                <a:cs typeface="Meiryo"/>
                <a:sym typeface="Meiryo"/>
              </a:rPr>
              <a:t>大’の場合、</a:t>
            </a:r>
            <a:br>
              <a:rPr lang="ja-JP" altLang="en-US" sz="1400" dirty="0">
                <a:solidFill>
                  <a:schemeClr val="dk1"/>
                </a:solidFill>
                <a:cs typeface="Meiryo"/>
                <a:sym typeface="Meiryo"/>
              </a:rPr>
            </a:br>
            <a:r>
              <a:rPr lang="ja-JP" altLang="en-US" sz="1400" dirty="0">
                <a:solidFill>
                  <a:srgbClr val="7A6100"/>
                </a:solidFill>
                <a:cs typeface="Meiryo"/>
                <a:sym typeface="Meiryo"/>
              </a:rPr>
              <a:t>大きな白い雲が見えます</a:t>
            </a:r>
            <a:br>
              <a:rPr lang="ja-JP" altLang="en-US" sz="1400" dirty="0">
                <a:solidFill>
                  <a:schemeClr val="dk1"/>
                </a:solidFill>
                <a:cs typeface="Meiryo"/>
                <a:sym typeface="Meiryo"/>
              </a:rPr>
            </a:br>
            <a:r>
              <a:rPr lang="ja-JP" altLang="en-US" sz="1400" dirty="0">
                <a:solidFill>
                  <a:schemeClr val="dk1"/>
                </a:solidFill>
                <a:cs typeface="Meiryo"/>
                <a:sym typeface="Meiryo"/>
              </a:rPr>
              <a:t>と表示されます</a:t>
            </a:r>
            <a:endParaRPr lang="ja-JP" altLang="en-US" sz="1100" dirty="0"/>
          </a:p>
        </p:txBody>
      </p:sp>
      <p:sp>
        <p:nvSpPr>
          <p:cNvPr id="8" name="Google Shape;279;p32">
            <a:extLst>
              <a:ext uri="{FF2B5EF4-FFF2-40B4-BE49-F238E27FC236}">
                <a16:creationId xmlns:a16="http://schemas.microsoft.com/office/drawing/2014/main" id="{CC90732A-ACB8-40E0-ADBB-A7DA8123B972}"/>
              </a:ext>
            </a:extLst>
          </p:cNvPr>
          <p:cNvSpPr txBox="1"/>
          <p:nvPr/>
        </p:nvSpPr>
        <p:spPr>
          <a:xfrm>
            <a:off x="5820275" y="2259607"/>
            <a:ext cx="2091273" cy="752238"/>
          </a:xfrm>
          <a:prstGeom prst="rect">
            <a:avLst/>
          </a:prstGeom>
          <a:solidFill>
            <a:schemeClr val="accent1">
              <a:lumMod val="20000"/>
              <a:lumOff val="80000"/>
            </a:schemeClr>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err="1">
                <a:solidFill>
                  <a:schemeClr val="dk1"/>
                </a:solidFill>
                <a:cs typeface="Meiryo"/>
                <a:sym typeface="Meiryo"/>
              </a:rPr>
              <a:t>ch</a:t>
            </a:r>
            <a:r>
              <a:rPr lang="en-US" altLang="ja-JP" sz="1400" dirty="0">
                <a:solidFill>
                  <a:schemeClr val="dk1"/>
                </a:solidFill>
                <a:cs typeface="Meiryo"/>
                <a:sym typeface="Meiryo"/>
              </a:rPr>
              <a:t>==‘</a:t>
            </a:r>
            <a:r>
              <a:rPr lang="ja-JP" altLang="en-US" sz="1400" dirty="0">
                <a:solidFill>
                  <a:schemeClr val="dk1"/>
                </a:solidFill>
                <a:cs typeface="Meiryo"/>
                <a:sym typeface="Meiryo"/>
              </a:rPr>
              <a:t>白’の場合、</a:t>
            </a:r>
            <a:br>
              <a:rPr lang="ja-JP" altLang="en-US" sz="1400" dirty="0">
                <a:solidFill>
                  <a:schemeClr val="dk1"/>
                </a:solidFill>
                <a:cs typeface="Meiryo"/>
                <a:sym typeface="Meiryo"/>
              </a:rPr>
            </a:br>
            <a:r>
              <a:rPr lang="ja-JP" altLang="en-US" sz="1400" dirty="0">
                <a:solidFill>
                  <a:srgbClr val="7A6100"/>
                </a:solidFill>
                <a:cs typeface="Meiryo"/>
                <a:sym typeface="Meiryo"/>
              </a:rPr>
              <a:t>白い雲が見えます</a:t>
            </a:r>
            <a:br>
              <a:rPr lang="ja-JP" altLang="en-US" sz="1400" dirty="0">
                <a:solidFill>
                  <a:schemeClr val="dk1"/>
                </a:solidFill>
                <a:cs typeface="Meiryo"/>
                <a:sym typeface="Meiryo"/>
              </a:rPr>
            </a:br>
            <a:r>
              <a:rPr lang="ja-JP" altLang="en-US" sz="1400" dirty="0">
                <a:solidFill>
                  <a:schemeClr val="dk1"/>
                </a:solidFill>
                <a:cs typeface="Meiryo"/>
                <a:sym typeface="Meiryo"/>
              </a:rPr>
              <a:t>と表示されます</a:t>
            </a:r>
            <a:endParaRPr lang="ja-JP" altLang="en-US" sz="1100" dirty="0"/>
          </a:p>
        </p:txBody>
      </p:sp>
      <p:sp>
        <p:nvSpPr>
          <p:cNvPr id="9" name="Google Shape;281;p32">
            <a:extLst>
              <a:ext uri="{FF2B5EF4-FFF2-40B4-BE49-F238E27FC236}">
                <a16:creationId xmlns:a16="http://schemas.microsoft.com/office/drawing/2014/main" id="{B3B3A101-1CC1-40C6-906E-E865AB3204EB}"/>
              </a:ext>
            </a:extLst>
          </p:cNvPr>
          <p:cNvSpPr txBox="1"/>
          <p:nvPr/>
        </p:nvSpPr>
        <p:spPr>
          <a:xfrm>
            <a:off x="5470416" y="3094238"/>
            <a:ext cx="2091273" cy="752239"/>
          </a:xfrm>
          <a:prstGeom prst="rect">
            <a:avLst/>
          </a:prstGeom>
          <a:solidFill>
            <a:schemeClr val="accent1">
              <a:lumMod val="20000"/>
              <a:lumOff val="80000"/>
            </a:schemeClr>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err="1">
                <a:solidFill>
                  <a:schemeClr val="dk1"/>
                </a:solidFill>
                <a:cs typeface="Meiryo"/>
                <a:sym typeface="Meiryo"/>
              </a:rPr>
              <a:t>ch</a:t>
            </a:r>
            <a:r>
              <a:rPr lang="en-US" altLang="ja-JP" sz="1400" dirty="0">
                <a:solidFill>
                  <a:schemeClr val="dk1"/>
                </a:solidFill>
                <a:cs typeface="Meiryo"/>
                <a:sym typeface="Meiryo"/>
              </a:rPr>
              <a:t>==‘</a:t>
            </a:r>
            <a:r>
              <a:rPr lang="ja-JP" altLang="en-US" sz="1400" dirty="0">
                <a:solidFill>
                  <a:schemeClr val="dk1"/>
                </a:solidFill>
                <a:cs typeface="Meiryo"/>
                <a:sym typeface="Meiryo"/>
              </a:rPr>
              <a:t>雲’の場合、</a:t>
            </a:r>
            <a:br>
              <a:rPr lang="ja-JP" altLang="en-US" sz="1400" dirty="0">
                <a:solidFill>
                  <a:schemeClr val="dk1"/>
                </a:solidFill>
                <a:cs typeface="Meiryo"/>
                <a:sym typeface="Meiryo"/>
              </a:rPr>
            </a:br>
            <a:r>
              <a:rPr lang="ja-JP" altLang="en-US" sz="1400" dirty="0">
                <a:solidFill>
                  <a:srgbClr val="7A6100"/>
                </a:solidFill>
                <a:cs typeface="Meiryo"/>
                <a:sym typeface="Meiryo"/>
              </a:rPr>
              <a:t>雲が見えます</a:t>
            </a:r>
            <a:br>
              <a:rPr lang="ja-JP" altLang="en-US" sz="1400" dirty="0">
                <a:solidFill>
                  <a:schemeClr val="dk1"/>
                </a:solidFill>
                <a:cs typeface="Meiryo"/>
                <a:sym typeface="Meiryo"/>
              </a:rPr>
            </a:br>
            <a:r>
              <a:rPr lang="ja-JP" altLang="en-US" sz="1400" dirty="0">
                <a:solidFill>
                  <a:schemeClr val="dk1"/>
                </a:solidFill>
                <a:cs typeface="Meiryo"/>
                <a:sym typeface="Meiryo"/>
              </a:rPr>
              <a:t>と表示されます</a:t>
            </a:r>
            <a:endParaRPr lang="ja-JP" altLang="en-US" sz="1100" dirty="0"/>
          </a:p>
        </p:txBody>
      </p:sp>
      <p:sp>
        <p:nvSpPr>
          <p:cNvPr id="10" name="Google Shape;307;p35">
            <a:extLst>
              <a:ext uri="{FF2B5EF4-FFF2-40B4-BE49-F238E27FC236}">
                <a16:creationId xmlns:a16="http://schemas.microsoft.com/office/drawing/2014/main" id="{C7477D15-AF30-4B50-9A55-F9DB0B3DD722}"/>
              </a:ext>
            </a:extLst>
          </p:cNvPr>
          <p:cNvSpPr/>
          <p:nvPr/>
        </p:nvSpPr>
        <p:spPr>
          <a:xfrm rot="10800000">
            <a:off x="2814761" y="1693409"/>
            <a:ext cx="1889119" cy="275010"/>
          </a:xfrm>
          <a:prstGeom prst="rightArrow">
            <a:avLst>
              <a:gd name="adj1" fmla="val 50000"/>
              <a:gd name="adj2" fmla="val 8758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1" name="Google Shape;307;p35">
            <a:extLst>
              <a:ext uri="{FF2B5EF4-FFF2-40B4-BE49-F238E27FC236}">
                <a16:creationId xmlns:a16="http://schemas.microsoft.com/office/drawing/2014/main" id="{FF0BF8BB-6A5A-48C6-9DFC-D7EFF9AD9EEA}"/>
              </a:ext>
            </a:extLst>
          </p:cNvPr>
          <p:cNvSpPr/>
          <p:nvPr/>
        </p:nvSpPr>
        <p:spPr>
          <a:xfrm rot="10800000">
            <a:off x="2814759" y="2413160"/>
            <a:ext cx="2886243" cy="275010"/>
          </a:xfrm>
          <a:prstGeom prst="rightArrow">
            <a:avLst>
              <a:gd name="adj1" fmla="val 50000"/>
              <a:gd name="adj2" fmla="val 8758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2" name="Google Shape;307;p35">
            <a:extLst>
              <a:ext uri="{FF2B5EF4-FFF2-40B4-BE49-F238E27FC236}">
                <a16:creationId xmlns:a16="http://schemas.microsoft.com/office/drawing/2014/main" id="{7061D972-AB54-44F3-BC60-66CB527657F8}"/>
              </a:ext>
            </a:extLst>
          </p:cNvPr>
          <p:cNvSpPr/>
          <p:nvPr/>
        </p:nvSpPr>
        <p:spPr>
          <a:xfrm rot="10800000">
            <a:off x="2814759" y="3094237"/>
            <a:ext cx="2536386" cy="275011"/>
          </a:xfrm>
          <a:prstGeom prst="rightArrow">
            <a:avLst>
              <a:gd name="adj1" fmla="val 50000"/>
              <a:gd name="adj2" fmla="val 8758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Tree>
    <p:extLst>
      <p:ext uri="{BB962C8B-B14F-4D97-AF65-F5344CB8AC3E}">
        <p14:creationId xmlns:p14="http://schemas.microsoft.com/office/powerpoint/2010/main" val="37377588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CB9097B-65F2-4097-A3C3-DCB0284409FA}"/>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0E6EF6C-643D-46A5-BCA4-2208D09284E4}"/>
              </a:ext>
            </a:extLst>
          </p:cNvPr>
          <p:cNvSpPr>
            <a:spLocks noGrp="1"/>
          </p:cNvSpPr>
          <p:nvPr>
            <p:ph type="ctrTitle"/>
          </p:nvPr>
        </p:nvSpPr>
        <p:spPr/>
        <p:txBody>
          <a:bodyPr/>
          <a:lstStyle/>
          <a:p>
            <a:r>
              <a:rPr lang="en-US" altLang="ja-JP" dirty="0" err="1"/>
              <a:t>break;なしのswitch文</a:t>
            </a:r>
            <a:endParaRPr kumimoji="1" lang="ja-JP" altLang="en-US" dirty="0"/>
          </a:p>
        </p:txBody>
      </p:sp>
      <p:sp>
        <p:nvSpPr>
          <p:cNvPr id="4" name="スライド番号プレースホルダー 3">
            <a:extLst>
              <a:ext uri="{FF2B5EF4-FFF2-40B4-BE49-F238E27FC236}">
                <a16:creationId xmlns:a16="http://schemas.microsoft.com/office/drawing/2014/main" id="{9AF3E4CC-E564-46DB-A082-A80B467ED541}"/>
              </a:ext>
            </a:extLst>
          </p:cNvPr>
          <p:cNvSpPr>
            <a:spLocks noGrp="1"/>
          </p:cNvSpPr>
          <p:nvPr>
            <p:ph type="sldNum" sz="quarter" idx="4"/>
          </p:nvPr>
        </p:nvSpPr>
        <p:spPr/>
        <p:txBody>
          <a:bodyPr/>
          <a:lstStyle/>
          <a:p>
            <a:fld id="{00000000-1234-1234-1234-123412341234}" type="slidenum">
              <a:rPr lang="en" smtClean="0"/>
              <a:pPr/>
              <a:t>30</a:t>
            </a:fld>
            <a:endParaRPr lang="en" dirty="0"/>
          </a:p>
        </p:txBody>
      </p:sp>
      <p:sp>
        <p:nvSpPr>
          <p:cNvPr id="5" name="テキスト プレースホルダー 4">
            <a:extLst>
              <a:ext uri="{FF2B5EF4-FFF2-40B4-BE49-F238E27FC236}">
                <a16:creationId xmlns:a16="http://schemas.microsoft.com/office/drawing/2014/main" id="{919049D3-0FA6-454A-B4CC-11082E3D994A}"/>
              </a:ext>
            </a:extLst>
          </p:cNvPr>
          <p:cNvSpPr>
            <a:spLocks noGrp="1"/>
          </p:cNvSpPr>
          <p:nvPr>
            <p:ph type="body" sz="quarter" idx="14"/>
          </p:nvPr>
        </p:nvSpPr>
        <p:spPr>
          <a:xfrm>
            <a:off x="462875" y="859491"/>
            <a:ext cx="8216900" cy="349107"/>
          </a:xfrm>
        </p:spPr>
        <p:txBody>
          <a:bodyPr/>
          <a:lstStyle/>
          <a:p>
            <a:pPr marL="96838" indent="0">
              <a:buNone/>
            </a:pPr>
            <a:r>
              <a:rPr kumimoji="1" lang="en-US" altLang="ja-JP" dirty="0"/>
              <a:t>break;</a:t>
            </a:r>
            <a:r>
              <a:rPr kumimoji="1" lang="ja-JP" altLang="en-US" dirty="0"/>
              <a:t>を書かないときの動きを利用すると「または」と同じ処理を書けます。</a:t>
            </a:r>
          </a:p>
          <a:p>
            <a:pPr marL="96838" indent="0">
              <a:buNone/>
            </a:pPr>
            <a:endParaRPr kumimoji="1" lang="ja-JP" altLang="en-US" dirty="0"/>
          </a:p>
        </p:txBody>
      </p:sp>
      <p:sp>
        <p:nvSpPr>
          <p:cNvPr id="6" name="テキスト プレースホルダー 4">
            <a:extLst>
              <a:ext uri="{FF2B5EF4-FFF2-40B4-BE49-F238E27FC236}">
                <a16:creationId xmlns:a16="http://schemas.microsoft.com/office/drawing/2014/main" id="{40AE093F-0277-4CEE-ABD9-3E36D329F807}"/>
              </a:ext>
            </a:extLst>
          </p:cNvPr>
          <p:cNvSpPr txBox="1">
            <a:spLocks/>
          </p:cNvSpPr>
          <p:nvPr/>
        </p:nvSpPr>
        <p:spPr>
          <a:xfrm>
            <a:off x="1232452" y="1208598"/>
            <a:ext cx="6559825" cy="297246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switch (month) {</a:t>
            </a:r>
            <a:br>
              <a:rPr lang="en-US" altLang="ja-JP" dirty="0"/>
            </a:br>
            <a:r>
              <a:rPr lang="en-US" altLang="ja-JP" dirty="0"/>
              <a:t>    case 3:</a:t>
            </a:r>
            <a:br>
              <a:rPr lang="en-US" altLang="ja-JP" dirty="0"/>
            </a:br>
            <a:r>
              <a:rPr lang="en-US" altLang="ja-JP" dirty="0"/>
              <a:t>    case 4:</a:t>
            </a:r>
            <a:br>
              <a:rPr lang="en-US" altLang="ja-JP" dirty="0"/>
            </a:br>
            <a:r>
              <a:rPr lang="en-US" altLang="ja-JP" dirty="0"/>
              <a:t>    case 5:</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春です</a:t>
            </a:r>
            <a:r>
              <a:rPr lang="en-US" altLang="ja-JP" dirty="0"/>
              <a:t>");</a:t>
            </a:r>
            <a:br>
              <a:rPr lang="en-US" altLang="ja-JP" dirty="0"/>
            </a:br>
            <a:r>
              <a:rPr lang="en-US" altLang="ja-JP" dirty="0"/>
              <a:t>        break;</a:t>
            </a:r>
          </a:p>
          <a:p>
            <a:pPr marL="96838" indent="0">
              <a:buFont typeface="Arial" panose="020B0604020202020204" pitchFamily="34" charset="0"/>
              <a:buNone/>
            </a:pPr>
            <a:r>
              <a:rPr lang="en-US" altLang="ja-JP" dirty="0"/>
              <a:t>    case 6:</a:t>
            </a:r>
            <a:br>
              <a:rPr lang="en-US" altLang="ja-JP" dirty="0"/>
            </a:br>
            <a:r>
              <a:rPr lang="en-US" altLang="ja-JP" dirty="0"/>
              <a:t>    case 7:</a:t>
            </a:r>
            <a:br>
              <a:rPr lang="en-US" altLang="ja-JP" dirty="0"/>
            </a:br>
            <a:r>
              <a:rPr lang="en-US" altLang="ja-JP" dirty="0"/>
              <a:t>    case 8:</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ja-JP" altLang="en-US" dirty="0"/>
              <a:t>夏です</a:t>
            </a:r>
            <a:r>
              <a:rPr lang="en-US" altLang="ja-JP" dirty="0"/>
              <a:t>");</a:t>
            </a:r>
            <a:br>
              <a:rPr lang="en-US" altLang="ja-JP" dirty="0"/>
            </a:br>
            <a:r>
              <a:rPr lang="en-US" altLang="ja-JP" dirty="0"/>
              <a:t>        break;</a:t>
            </a:r>
          </a:p>
          <a:p>
            <a:pPr marL="96838" indent="0">
              <a:buFont typeface="Arial" panose="020B0604020202020204" pitchFamily="34" charset="0"/>
              <a:buNone/>
            </a:pPr>
            <a:r>
              <a:rPr lang="ja-JP" altLang="en-US" dirty="0"/>
              <a:t>    　　</a:t>
            </a:r>
            <a:r>
              <a:rPr lang="en-US" altLang="ja-JP" dirty="0">
                <a:solidFill>
                  <a:schemeClr val="accent6"/>
                </a:solidFill>
              </a:rPr>
              <a:t>// </a:t>
            </a:r>
            <a:r>
              <a:rPr lang="ja-JP" altLang="en-US" dirty="0">
                <a:solidFill>
                  <a:schemeClr val="accent6"/>
                </a:solidFill>
              </a:rPr>
              <a:t>秋と冬の処理は省略</a:t>
            </a:r>
            <a:br>
              <a:rPr lang="ja-JP" altLang="en-US" dirty="0"/>
            </a:br>
            <a:r>
              <a:rPr lang="en-US" altLang="ja-JP" dirty="0"/>
              <a:t>}</a:t>
            </a:r>
          </a:p>
        </p:txBody>
      </p:sp>
      <p:sp>
        <p:nvSpPr>
          <p:cNvPr id="7" name="Google Shape;277;p32">
            <a:extLst>
              <a:ext uri="{FF2B5EF4-FFF2-40B4-BE49-F238E27FC236}">
                <a16:creationId xmlns:a16="http://schemas.microsoft.com/office/drawing/2014/main" id="{B8C21830-8874-451E-BB81-52131C6815EA}"/>
              </a:ext>
            </a:extLst>
          </p:cNvPr>
          <p:cNvSpPr txBox="1"/>
          <p:nvPr/>
        </p:nvSpPr>
        <p:spPr>
          <a:xfrm>
            <a:off x="4872503" y="1349561"/>
            <a:ext cx="2697137" cy="752238"/>
          </a:xfrm>
          <a:prstGeom prst="rect">
            <a:avLst/>
          </a:prstGeom>
          <a:solidFill>
            <a:schemeClr val="accent1">
              <a:lumMod val="20000"/>
              <a:lumOff val="80000"/>
            </a:schemeClr>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latin typeface="Meiryo"/>
                <a:ea typeface="Meiryo"/>
                <a:cs typeface="Meiryo"/>
                <a:sym typeface="Meiryo"/>
              </a:rPr>
              <a:t>3</a:t>
            </a:r>
            <a:r>
              <a:rPr lang="ja-JP" altLang="en-US" sz="1400" dirty="0">
                <a:solidFill>
                  <a:schemeClr val="dk1"/>
                </a:solidFill>
                <a:latin typeface="Meiryo"/>
                <a:ea typeface="Meiryo"/>
                <a:cs typeface="Meiryo"/>
                <a:sym typeface="Meiryo"/>
              </a:rPr>
              <a:t>月または</a:t>
            </a:r>
            <a:r>
              <a:rPr lang="en-US" altLang="ja-JP" sz="1400" dirty="0">
                <a:solidFill>
                  <a:schemeClr val="dk1"/>
                </a:solidFill>
                <a:latin typeface="Meiryo"/>
                <a:ea typeface="Meiryo"/>
                <a:cs typeface="Meiryo"/>
                <a:sym typeface="Meiryo"/>
              </a:rPr>
              <a:t>4</a:t>
            </a:r>
            <a:r>
              <a:rPr lang="ja-JP" altLang="en-US" sz="1400" dirty="0">
                <a:solidFill>
                  <a:schemeClr val="dk1"/>
                </a:solidFill>
                <a:latin typeface="Meiryo"/>
                <a:ea typeface="Meiryo"/>
                <a:cs typeface="Meiryo"/>
                <a:sym typeface="Meiryo"/>
              </a:rPr>
              <a:t>月または</a:t>
            </a:r>
            <a:r>
              <a:rPr lang="en-US" altLang="ja-JP" sz="1400" dirty="0">
                <a:solidFill>
                  <a:schemeClr val="dk1"/>
                </a:solidFill>
                <a:latin typeface="Meiryo"/>
                <a:ea typeface="Meiryo"/>
                <a:cs typeface="Meiryo"/>
                <a:sym typeface="Meiryo"/>
              </a:rPr>
              <a:t>5</a:t>
            </a:r>
            <a:r>
              <a:rPr lang="ja-JP" altLang="en-US" sz="1400" dirty="0">
                <a:solidFill>
                  <a:schemeClr val="dk1"/>
                </a:solidFill>
                <a:latin typeface="Meiryo"/>
                <a:ea typeface="Meiryo"/>
                <a:cs typeface="Meiryo"/>
                <a:sym typeface="Meiryo"/>
              </a:rPr>
              <a:t>月の場合</a:t>
            </a:r>
            <a:br>
              <a:rPr lang="ja-JP" altLang="en-US" sz="1400" dirty="0">
                <a:solidFill>
                  <a:schemeClr val="dk1"/>
                </a:solidFill>
                <a:latin typeface="Meiryo"/>
                <a:ea typeface="Meiryo"/>
                <a:cs typeface="Meiryo"/>
                <a:sym typeface="Meiryo"/>
              </a:rPr>
            </a:br>
            <a:r>
              <a:rPr lang="ja-JP" altLang="en-US" sz="1400" b="1" dirty="0">
                <a:solidFill>
                  <a:schemeClr val="tx2"/>
                </a:solidFill>
                <a:latin typeface="Meiryo"/>
                <a:ea typeface="Meiryo"/>
                <a:cs typeface="Meiryo"/>
                <a:sym typeface="Meiryo"/>
              </a:rPr>
              <a:t>春です</a:t>
            </a:r>
            <a:br>
              <a:rPr lang="ja-JP" altLang="en-US" sz="1400" dirty="0">
                <a:solidFill>
                  <a:schemeClr val="dk1"/>
                </a:solidFill>
                <a:latin typeface="Meiryo"/>
                <a:ea typeface="Meiryo"/>
                <a:cs typeface="Meiryo"/>
                <a:sym typeface="Meiryo"/>
              </a:rPr>
            </a:br>
            <a:r>
              <a:rPr lang="ja-JP" altLang="en-US" sz="1400" dirty="0">
                <a:solidFill>
                  <a:schemeClr val="dk1"/>
                </a:solidFill>
                <a:latin typeface="Meiryo"/>
                <a:ea typeface="Meiryo"/>
                <a:cs typeface="Meiryo"/>
                <a:sym typeface="Meiryo"/>
              </a:rPr>
              <a:t>と表示されます</a:t>
            </a:r>
            <a:endParaRPr lang="ja-JP" altLang="en-US" sz="1100" dirty="0"/>
          </a:p>
        </p:txBody>
      </p:sp>
      <p:sp>
        <p:nvSpPr>
          <p:cNvPr id="8" name="Google Shape;277;p32">
            <a:extLst>
              <a:ext uri="{FF2B5EF4-FFF2-40B4-BE49-F238E27FC236}">
                <a16:creationId xmlns:a16="http://schemas.microsoft.com/office/drawing/2014/main" id="{E6DE9D1A-AEB6-4AEB-BC3A-28717310E568}"/>
              </a:ext>
            </a:extLst>
          </p:cNvPr>
          <p:cNvSpPr txBox="1"/>
          <p:nvPr/>
        </p:nvSpPr>
        <p:spPr>
          <a:xfrm>
            <a:off x="4872504" y="2525925"/>
            <a:ext cx="2697138" cy="752238"/>
          </a:xfrm>
          <a:prstGeom prst="rect">
            <a:avLst/>
          </a:prstGeom>
          <a:solidFill>
            <a:schemeClr val="accent1">
              <a:lumMod val="20000"/>
              <a:lumOff val="80000"/>
            </a:schemeClr>
          </a:solidFill>
          <a:ln w="19050"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solidFill>
                  <a:schemeClr val="dk1"/>
                </a:solidFill>
                <a:latin typeface="Meiryo"/>
                <a:ea typeface="Meiryo"/>
                <a:cs typeface="Meiryo"/>
                <a:sym typeface="Meiryo"/>
              </a:rPr>
              <a:t>6</a:t>
            </a:r>
            <a:r>
              <a:rPr lang="ja-JP" altLang="en-US" sz="1400" dirty="0">
                <a:solidFill>
                  <a:schemeClr val="dk1"/>
                </a:solidFill>
                <a:latin typeface="Meiryo"/>
                <a:ea typeface="Meiryo"/>
                <a:cs typeface="Meiryo"/>
                <a:sym typeface="Meiryo"/>
              </a:rPr>
              <a:t>月または</a:t>
            </a:r>
            <a:r>
              <a:rPr lang="en-US" altLang="ja-JP" sz="1400" dirty="0">
                <a:solidFill>
                  <a:schemeClr val="dk1"/>
                </a:solidFill>
                <a:latin typeface="Meiryo"/>
                <a:ea typeface="Meiryo"/>
                <a:cs typeface="Meiryo"/>
                <a:sym typeface="Meiryo"/>
              </a:rPr>
              <a:t>7</a:t>
            </a:r>
            <a:r>
              <a:rPr lang="ja-JP" altLang="en-US" sz="1400" dirty="0">
                <a:solidFill>
                  <a:schemeClr val="dk1"/>
                </a:solidFill>
                <a:latin typeface="Meiryo"/>
                <a:ea typeface="Meiryo"/>
                <a:cs typeface="Meiryo"/>
                <a:sym typeface="Meiryo"/>
              </a:rPr>
              <a:t>月または</a:t>
            </a:r>
            <a:r>
              <a:rPr lang="en-US" altLang="ja-JP" sz="1400" dirty="0">
                <a:solidFill>
                  <a:schemeClr val="dk1"/>
                </a:solidFill>
                <a:latin typeface="Meiryo"/>
                <a:ea typeface="Meiryo"/>
                <a:cs typeface="Meiryo"/>
                <a:sym typeface="Meiryo"/>
              </a:rPr>
              <a:t>8</a:t>
            </a:r>
            <a:r>
              <a:rPr lang="ja-JP" altLang="en-US" sz="1400" dirty="0">
                <a:solidFill>
                  <a:schemeClr val="dk1"/>
                </a:solidFill>
                <a:latin typeface="Meiryo"/>
                <a:ea typeface="Meiryo"/>
                <a:cs typeface="Meiryo"/>
                <a:sym typeface="Meiryo"/>
              </a:rPr>
              <a:t>月の場合</a:t>
            </a:r>
            <a:br>
              <a:rPr lang="ja-JP" altLang="en-US" sz="1400" dirty="0">
                <a:solidFill>
                  <a:schemeClr val="dk1"/>
                </a:solidFill>
                <a:latin typeface="Meiryo"/>
                <a:ea typeface="Meiryo"/>
                <a:cs typeface="Meiryo"/>
                <a:sym typeface="Meiryo"/>
              </a:rPr>
            </a:br>
            <a:r>
              <a:rPr lang="ja-JP" altLang="en-US" sz="1400" b="1" dirty="0">
                <a:solidFill>
                  <a:schemeClr val="tx2"/>
                </a:solidFill>
                <a:latin typeface="Meiryo"/>
                <a:ea typeface="Meiryo"/>
                <a:cs typeface="Meiryo"/>
                <a:sym typeface="Meiryo"/>
              </a:rPr>
              <a:t>夏です</a:t>
            </a:r>
            <a:br>
              <a:rPr lang="ja-JP" altLang="en-US" sz="1400" dirty="0">
                <a:solidFill>
                  <a:schemeClr val="dk1"/>
                </a:solidFill>
                <a:latin typeface="Meiryo"/>
                <a:ea typeface="Meiryo"/>
                <a:cs typeface="Meiryo"/>
                <a:sym typeface="Meiryo"/>
              </a:rPr>
            </a:br>
            <a:r>
              <a:rPr lang="ja-JP" altLang="en-US" sz="1400" dirty="0">
                <a:solidFill>
                  <a:schemeClr val="dk1"/>
                </a:solidFill>
                <a:latin typeface="Meiryo"/>
                <a:ea typeface="Meiryo"/>
                <a:cs typeface="Meiryo"/>
                <a:sym typeface="Meiryo"/>
              </a:rPr>
              <a:t>と表示されます</a:t>
            </a:r>
            <a:endParaRPr lang="ja-JP" altLang="en-US" sz="1100" dirty="0"/>
          </a:p>
        </p:txBody>
      </p:sp>
      <p:sp>
        <p:nvSpPr>
          <p:cNvPr id="9" name="Google Shape;307;p35">
            <a:extLst>
              <a:ext uri="{FF2B5EF4-FFF2-40B4-BE49-F238E27FC236}">
                <a16:creationId xmlns:a16="http://schemas.microsoft.com/office/drawing/2014/main" id="{2C93F375-A663-49C6-B80E-53DB8D902081}"/>
              </a:ext>
            </a:extLst>
          </p:cNvPr>
          <p:cNvSpPr/>
          <p:nvPr/>
        </p:nvSpPr>
        <p:spPr>
          <a:xfrm rot="10800000">
            <a:off x="2568270" y="1557705"/>
            <a:ext cx="2135609" cy="335952"/>
          </a:xfrm>
          <a:prstGeom prst="rightArrow">
            <a:avLst>
              <a:gd name="adj1" fmla="val 50000"/>
              <a:gd name="adj2" fmla="val 8758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
        <p:nvSpPr>
          <p:cNvPr id="10" name="Google Shape;307;p35">
            <a:extLst>
              <a:ext uri="{FF2B5EF4-FFF2-40B4-BE49-F238E27FC236}">
                <a16:creationId xmlns:a16="http://schemas.microsoft.com/office/drawing/2014/main" id="{F285B219-475B-44A1-934D-C9506B322CA4}"/>
              </a:ext>
            </a:extLst>
          </p:cNvPr>
          <p:cNvSpPr/>
          <p:nvPr/>
        </p:nvSpPr>
        <p:spPr>
          <a:xfrm rot="10800000">
            <a:off x="2568270" y="2734068"/>
            <a:ext cx="2135609" cy="335952"/>
          </a:xfrm>
          <a:prstGeom prst="rightArrow">
            <a:avLst>
              <a:gd name="adj1" fmla="val 50000"/>
              <a:gd name="adj2" fmla="val 87587"/>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Meiryo"/>
              <a:ea typeface="Meiryo"/>
              <a:cs typeface="Meiryo"/>
              <a:sym typeface="Meiryo"/>
            </a:endParaRPr>
          </a:p>
        </p:txBody>
      </p:sp>
    </p:spTree>
    <p:extLst>
      <p:ext uri="{BB962C8B-B14F-4D97-AF65-F5344CB8AC3E}">
        <p14:creationId xmlns:p14="http://schemas.microsoft.com/office/powerpoint/2010/main" val="138350086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BCA1EF0F-B776-42C3-97D5-FA00D3E3A2E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D712DFF2-F646-430F-8004-923BF1E76430}"/>
              </a:ext>
            </a:extLst>
          </p:cNvPr>
          <p:cNvSpPr>
            <a:spLocks noGrp="1"/>
          </p:cNvSpPr>
          <p:nvPr>
            <p:ph type="ctrTitle"/>
          </p:nvPr>
        </p:nvSpPr>
        <p:spPr/>
        <p:txBody>
          <a:bodyPr/>
          <a:lstStyle/>
          <a:p>
            <a:r>
              <a:rPr lang="en-US" altLang="ja-JP" dirty="0" err="1"/>
              <a:t>回数を決めて繰り返す</a:t>
            </a:r>
            <a:endParaRPr kumimoji="1" lang="ja-JP" altLang="en-US" dirty="0"/>
          </a:p>
        </p:txBody>
      </p:sp>
      <p:sp>
        <p:nvSpPr>
          <p:cNvPr id="4" name="スライド番号プレースホルダー 3">
            <a:extLst>
              <a:ext uri="{FF2B5EF4-FFF2-40B4-BE49-F238E27FC236}">
                <a16:creationId xmlns:a16="http://schemas.microsoft.com/office/drawing/2014/main" id="{A47B9173-32BF-4F9B-9A9B-FC77DBC9FF69}"/>
              </a:ext>
            </a:extLst>
          </p:cNvPr>
          <p:cNvSpPr>
            <a:spLocks noGrp="1"/>
          </p:cNvSpPr>
          <p:nvPr>
            <p:ph type="sldNum" sz="quarter" idx="4"/>
          </p:nvPr>
        </p:nvSpPr>
        <p:spPr/>
        <p:txBody>
          <a:bodyPr/>
          <a:lstStyle/>
          <a:p>
            <a:fld id="{00000000-1234-1234-1234-123412341234}" type="slidenum">
              <a:rPr lang="en" smtClean="0"/>
              <a:pPr/>
              <a:t>31</a:t>
            </a:fld>
            <a:endParaRPr lang="en" dirty="0"/>
          </a:p>
        </p:txBody>
      </p:sp>
      <p:sp>
        <p:nvSpPr>
          <p:cNvPr id="5" name="テキスト プレースホルダー 4">
            <a:extLst>
              <a:ext uri="{FF2B5EF4-FFF2-40B4-BE49-F238E27FC236}">
                <a16:creationId xmlns:a16="http://schemas.microsoft.com/office/drawing/2014/main" id="{3BC04A58-5FAF-4C7C-AB03-0AF861F93F4F}"/>
              </a:ext>
            </a:extLst>
          </p:cNvPr>
          <p:cNvSpPr>
            <a:spLocks noGrp="1"/>
          </p:cNvSpPr>
          <p:nvPr>
            <p:ph type="body" sz="quarter" idx="14"/>
          </p:nvPr>
        </p:nvSpPr>
        <p:spPr/>
        <p:txBody>
          <a:bodyPr/>
          <a:lstStyle/>
          <a:p>
            <a:pPr marL="96838" indent="0">
              <a:buNone/>
            </a:pPr>
            <a:r>
              <a:rPr lang="ja-JP" altLang="en-US" dirty="0"/>
              <a:t>「今日は</a:t>
            </a:r>
            <a:r>
              <a:rPr lang="en-US" altLang="ja-JP" dirty="0"/>
              <a:t>Java</a:t>
            </a:r>
            <a:r>
              <a:rPr lang="ja-JP" altLang="en-US" dirty="0"/>
              <a:t>の勉強！」を</a:t>
            </a:r>
            <a:r>
              <a:rPr lang="en-US" altLang="ja-JP" dirty="0"/>
              <a:t>5</a:t>
            </a:r>
            <a:r>
              <a:rPr lang="ja-JP" altLang="en-US" dirty="0"/>
              <a:t>回繰り返し表示したい場合、どうしたらいいでしょうか。もちろん</a:t>
            </a:r>
            <a:endParaRPr lang="en-US" altLang="ja-JP" dirty="0"/>
          </a:p>
          <a:p>
            <a:pPr marL="96838" indent="0">
              <a:buNone/>
            </a:pPr>
            <a:r>
              <a:rPr lang="en-US" altLang="ja-JP" dirty="0"/>
              <a:t>	</a:t>
            </a:r>
            <a:r>
              <a:rPr lang="en-US" altLang="ja-JP" b="1" dirty="0" err="1">
                <a:solidFill>
                  <a:schemeClr val="accent1"/>
                </a:solidFill>
              </a:rPr>
              <a:t>System.out.println</a:t>
            </a:r>
            <a:r>
              <a:rPr lang="en-US" altLang="ja-JP" b="1" dirty="0">
                <a:solidFill>
                  <a:schemeClr val="accent1"/>
                </a:solidFill>
              </a:rPr>
              <a:t>(“</a:t>
            </a:r>
            <a:r>
              <a:rPr lang="ja-JP" altLang="en-US" b="1" dirty="0">
                <a:solidFill>
                  <a:schemeClr val="accent1"/>
                </a:solidFill>
              </a:rPr>
              <a:t>今日は</a:t>
            </a:r>
            <a:r>
              <a:rPr lang="en-US" altLang="ja-JP" b="1" dirty="0">
                <a:solidFill>
                  <a:schemeClr val="accent1"/>
                </a:solidFill>
              </a:rPr>
              <a:t>Java</a:t>
            </a:r>
            <a:r>
              <a:rPr lang="ja-JP" altLang="en-US" b="1" dirty="0">
                <a:solidFill>
                  <a:schemeClr val="accent1"/>
                </a:solidFill>
              </a:rPr>
              <a:t>の勉強！</a:t>
            </a:r>
            <a:r>
              <a:rPr lang="en-US" altLang="ja-JP" b="1" dirty="0">
                <a:solidFill>
                  <a:schemeClr val="accent1"/>
                </a:solidFill>
              </a:rPr>
              <a:t>”);</a:t>
            </a:r>
          </a:p>
          <a:p>
            <a:pPr marL="96838" indent="0">
              <a:buNone/>
            </a:pPr>
            <a:r>
              <a:rPr lang="ja-JP" altLang="en-US" dirty="0"/>
              <a:t>を</a:t>
            </a:r>
            <a:r>
              <a:rPr lang="en-US" altLang="ja-JP" dirty="0"/>
              <a:t>5</a:t>
            </a:r>
            <a:r>
              <a:rPr lang="ja-JP" altLang="en-US" dirty="0"/>
              <a:t>行書いてもいいのですが、このやり方だと表示する回数が</a:t>
            </a:r>
            <a:r>
              <a:rPr lang="en-US" altLang="ja-JP" dirty="0"/>
              <a:t>100</a:t>
            </a:r>
            <a:r>
              <a:rPr lang="ja-JP" altLang="en-US" dirty="0"/>
              <a:t>行だったら大変です。やはり「繰り返し」の制御構文を使うべきです。</a:t>
            </a:r>
          </a:p>
          <a:p>
            <a:pPr marL="96838" indent="0">
              <a:buNone/>
            </a:pPr>
            <a:r>
              <a:rPr lang="ja-JP" altLang="en-US" dirty="0"/>
              <a:t>回数を決めて繰り返すとき、プログラムの中で何回繰り返したかを数えなければなりません。そのために変数が</a:t>
            </a:r>
            <a:r>
              <a:rPr lang="en-US" altLang="ja-JP" dirty="0"/>
              <a:t>1</a:t>
            </a:r>
            <a:r>
              <a:rPr lang="ja-JP" altLang="en-US" dirty="0"/>
              <a:t>つ必要です。その変数のことを</a:t>
            </a:r>
            <a:r>
              <a:rPr lang="ja-JP" altLang="en-US" b="1" dirty="0">
                <a:solidFill>
                  <a:schemeClr val="tx2"/>
                </a:solidFill>
              </a:rPr>
              <a:t>ループ変数</a:t>
            </a:r>
            <a:r>
              <a:rPr lang="ja-JP" altLang="en-US" dirty="0"/>
              <a:t>と呼びます。ループ変数も今まで習った変数と同じで命名規則に沿っていればどんな名前をつけてもかまいませんが、通常「</a:t>
            </a:r>
            <a:r>
              <a:rPr lang="en-US" altLang="ja-JP" dirty="0" err="1"/>
              <a:t>i</a:t>
            </a:r>
            <a:r>
              <a:rPr lang="ja-JP" altLang="en-US" dirty="0"/>
              <a:t>」を使います。もし、ループ変数が複数必要になったら</a:t>
            </a:r>
            <a:r>
              <a:rPr lang="en-US" altLang="ja-JP" dirty="0"/>
              <a:t>j, k, …</a:t>
            </a:r>
            <a:r>
              <a:rPr lang="ja-JP" altLang="en-US" dirty="0"/>
              <a:t>と名前をつけていきます。</a:t>
            </a:r>
            <a:br>
              <a:rPr lang="ja-JP" altLang="en-US" dirty="0"/>
            </a:br>
            <a:r>
              <a:rPr lang="ja-JP" altLang="en-US" dirty="0"/>
              <a:t>ループ変数は最低、以下の</a:t>
            </a:r>
            <a:r>
              <a:rPr lang="en-US" altLang="ja-JP" dirty="0"/>
              <a:t>3</a:t>
            </a:r>
            <a:r>
              <a:rPr lang="ja-JP" altLang="en-US" dirty="0"/>
              <a:t>つの処理が必要になります。</a:t>
            </a:r>
          </a:p>
          <a:p>
            <a:pPr marL="96838" indent="0">
              <a:buNone/>
            </a:pPr>
            <a:endParaRPr lang="en-US" altLang="ja-JP" dirty="0"/>
          </a:p>
          <a:p>
            <a:pPr marL="439738" indent="-342900">
              <a:buFont typeface="+mj-lt"/>
              <a:buAutoNum type="arabicPeriod"/>
            </a:pPr>
            <a:r>
              <a:rPr lang="ja-JP" altLang="en-US" b="1" dirty="0">
                <a:solidFill>
                  <a:schemeClr val="tx2"/>
                </a:solidFill>
              </a:rPr>
              <a:t>初期化処理</a:t>
            </a:r>
            <a:r>
              <a:rPr lang="en-US" altLang="ja-JP" dirty="0"/>
              <a:t>		</a:t>
            </a:r>
            <a:r>
              <a:rPr lang="ja-JP" altLang="en-US" dirty="0"/>
              <a:t>繰り返しの前に</a:t>
            </a:r>
            <a:r>
              <a:rPr lang="en-US" altLang="ja-JP" dirty="0"/>
              <a:t>1</a:t>
            </a:r>
            <a:r>
              <a:rPr lang="ja-JP" altLang="en-US" dirty="0"/>
              <a:t>度だけ行います。</a:t>
            </a:r>
            <a:endParaRPr lang="en-US" altLang="ja-JP" dirty="0"/>
          </a:p>
          <a:p>
            <a:pPr marL="452438" lvl="1" indent="0">
              <a:buNone/>
            </a:pPr>
            <a:r>
              <a:rPr lang="ja-JP" altLang="en-US" dirty="0"/>
              <a:t>コンピュータは</a:t>
            </a:r>
            <a:r>
              <a:rPr lang="en-US" altLang="ja-JP" dirty="0"/>
              <a:t>0</a:t>
            </a:r>
            <a:r>
              <a:rPr lang="ja-JP" altLang="en-US" dirty="0"/>
              <a:t>から始める方が便利です。</a:t>
            </a:r>
          </a:p>
          <a:p>
            <a:pPr marL="439738" indent="-342900">
              <a:buFont typeface="+mj-lt"/>
              <a:buAutoNum type="arabicPeriod"/>
            </a:pPr>
            <a:r>
              <a:rPr lang="ja-JP" altLang="en-US" b="1" dirty="0">
                <a:solidFill>
                  <a:schemeClr val="tx2"/>
                </a:solidFill>
              </a:rPr>
              <a:t>条件式による判定</a:t>
            </a:r>
            <a:r>
              <a:rPr lang="ja-JP" altLang="en-US" dirty="0"/>
              <a:t>	まだ繰り返すかやめるかを判定します。</a:t>
            </a:r>
            <a:endParaRPr lang="en-US" altLang="ja-JP" dirty="0"/>
          </a:p>
          <a:p>
            <a:pPr marL="452438" lvl="1" indent="0">
              <a:buNone/>
            </a:pPr>
            <a:r>
              <a:rPr lang="ja-JP" altLang="en-US" dirty="0"/>
              <a:t>最後でも可能ですが、通常最初に判定します。</a:t>
            </a:r>
          </a:p>
          <a:p>
            <a:pPr marL="439738" indent="-342900">
              <a:buFont typeface="+mj-lt"/>
              <a:buAutoNum type="arabicPeriod"/>
            </a:pPr>
            <a:r>
              <a:rPr lang="ja-JP" altLang="en-US" b="1" dirty="0">
                <a:solidFill>
                  <a:schemeClr val="tx2"/>
                </a:solidFill>
              </a:rPr>
              <a:t>カウントアップ処理	</a:t>
            </a:r>
            <a:r>
              <a:rPr lang="en-US" altLang="ja-JP" dirty="0"/>
              <a:t>	</a:t>
            </a:r>
            <a:r>
              <a:rPr lang="ja-JP" altLang="en-US" dirty="0"/>
              <a:t>繰り返すたびに</a:t>
            </a:r>
            <a:r>
              <a:rPr lang="en-US" altLang="ja-JP" dirty="0"/>
              <a:t>1</a:t>
            </a:r>
            <a:r>
              <a:rPr lang="ja-JP" altLang="en-US" dirty="0"/>
              <a:t>ずつ増やします。</a:t>
            </a:r>
          </a:p>
          <a:p>
            <a:pPr marL="96838" indent="0">
              <a:buNone/>
            </a:pPr>
            <a:endParaRPr lang="ja-JP" altLang="en-US" dirty="0"/>
          </a:p>
        </p:txBody>
      </p:sp>
    </p:spTree>
    <p:extLst>
      <p:ext uri="{BB962C8B-B14F-4D97-AF65-F5344CB8AC3E}">
        <p14:creationId xmlns:p14="http://schemas.microsoft.com/office/powerpoint/2010/main" val="3730994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9C0A43A-1BAC-462A-BE51-86F3D5878EDC}"/>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41E6646-33D9-4B6F-BC80-8102A701396F}"/>
              </a:ext>
            </a:extLst>
          </p:cNvPr>
          <p:cNvSpPr>
            <a:spLocks noGrp="1"/>
          </p:cNvSpPr>
          <p:nvPr>
            <p:ph type="ctrTitle"/>
          </p:nvPr>
        </p:nvSpPr>
        <p:spPr/>
        <p:txBody>
          <a:bodyPr/>
          <a:lstStyle/>
          <a:p>
            <a:r>
              <a:rPr lang="en-US" altLang="ja-JP" dirty="0" err="1"/>
              <a:t>回数を決めて繰り返す</a:t>
            </a:r>
            <a:endParaRPr kumimoji="1" lang="ja-JP" altLang="en-US" dirty="0"/>
          </a:p>
        </p:txBody>
      </p:sp>
      <p:sp>
        <p:nvSpPr>
          <p:cNvPr id="4" name="スライド番号プレースホルダー 3">
            <a:extLst>
              <a:ext uri="{FF2B5EF4-FFF2-40B4-BE49-F238E27FC236}">
                <a16:creationId xmlns:a16="http://schemas.microsoft.com/office/drawing/2014/main" id="{73EA0208-7B5E-4D0D-A2AF-F4A41EEC8073}"/>
              </a:ext>
            </a:extLst>
          </p:cNvPr>
          <p:cNvSpPr>
            <a:spLocks noGrp="1"/>
          </p:cNvSpPr>
          <p:nvPr>
            <p:ph type="sldNum" sz="quarter" idx="4"/>
          </p:nvPr>
        </p:nvSpPr>
        <p:spPr/>
        <p:txBody>
          <a:bodyPr/>
          <a:lstStyle/>
          <a:p>
            <a:fld id="{00000000-1234-1234-1234-123412341234}" type="slidenum">
              <a:rPr lang="en" smtClean="0"/>
              <a:pPr/>
              <a:t>32</a:t>
            </a:fld>
            <a:endParaRPr lang="en" dirty="0"/>
          </a:p>
        </p:txBody>
      </p:sp>
      <p:sp>
        <p:nvSpPr>
          <p:cNvPr id="5" name="テキスト プレースホルダー 4">
            <a:extLst>
              <a:ext uri="{FF2B5EF4-FFF2-40B4-BE49-F238E27FC236}">
                <a16:creationId xmlns:a16="http://schemas.microsoft.com/office/drawing/2014/main" id="{4F7BE0E2-F22D-4224-A250-61F7BABC679B}"/>
              </a:ext>
            </a:extLst>
          </p:cNvPr>
          <p:cNvSpPr>
            <a:spLocks noGrp="1"/>
          </p:cNvSpPr>
          <p:nvPr>
            <p:ph type="body" sz="quarter" idx="14"/>
          </p:nvPr>
        </p:nvSpPr>
        <p:spPr>
          <a:xfrm>
            <a:off x="462875" y="859491"/>
            <a:ext cx="8216900" cy="325253"/>
          </a:xfrm>
        </p:spPr>
        <p:txBody>
          <a:bodyPr/>
          <a:lstStyle/>
          <a:p>
            <a:pPr marL="96838" indent="0">
              <a:buNone/>
            </a:pPr>
            <a:r>
              <a:rPr lang="ja-JP" altLang="en-US" dirty="0"/>
              <a:t>前のページをふまえて</a:t>
            </a:r>
            <a:r>
              <a:rPr lang="en-US" altLang="ja-JP" dirty="0"/>
              <a:t>while</a:t>
            </a:r>
            <a:r>
              <a:rPr lang="ja-JP" altLang="en-US" dirty="0"/>
              <a:t>文を使うと以下のようになります。</a:t>
            </a:r>
          </a:p>
        </p:txBody>
      </p:sp>
      <p:sp>
        <p:nvSpPr>
          <p:cNvPr id="6" name="テキスト プレースホルダー 4">
            <a:extLst>
              <a:ext uri="{FF2B5EF4-FFF2-40B4-BE49-F238E27FC236}">
                <a16:creationId xmlns:a16="http://schemas.microsoft.com/office/drawing/2014/main" id="{322AED5D-67E9-49B9-B313-EDCD22B365D2}"/>
              </a:ext>
            </a:extLst>
          </p:cNvPr>
          <p:cNvSpPr txBox="1">
            <a:spLocks/>
          </p:cNvSpPr>
          <p:nvPr/>
        </p:nvSpPr>
        <p:spPr>
          <a:xfrm>
            <a:off x="1232452" y="1176794"/>
            <a:ext cx="6559825" cy="1455088"/>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 </a:t>
            </a:r>
            <a:r>
              <a:rPr lang="en-US" altLang="ja-JP" dirty="0" err="1"/>
              <a:t>i</a:t>
            </a:r>
            <a:r>
              <a:rPr lang="en-US" altLang="ja-JP" dirty="0"/>
              <a:t> = 0;	</a:t>
            </a:r>
            <a:r>
              <a:rPr lang="en-US" altLang="ja-JP" dirty="0">
                <a:solidFill>
                  <a:schemeClr val="accent6"/>
                </a:solidFill>
              </a:rPr>
              <a:t>// </a:t>
            </a:r>
            <a:r>
              <a:rPr lang="ja-JP" altLang="en-US" dirty="0">
                <a:solidFill>
                  <a:schemeClr val="accent6"/>
                </a:solidFill>
              </a:rPr>
              <a:t>初期化処理</a:t>
            </a:r>
            <a:endParaRPr lang="en-US" altLang="ja-JP" dirty="0">
              <a:solidFill>
                <a:schemeClr val="accent6"/>
              </a:solidFill>
            </a:endParaRPr>
          </a:p>
          <a:p>
            <a:pPr marL="96838" indent="0">
              <a:buFont typeface="Arial" panose="020B0604020202020204" pitchFamily="34" charset="0"/>
              <a:buNone/>
            </a:pPr>
            <a:r>
              <a:rPr lang="en-US" altLang="ja-JP" dirty="0"/>
              <a:t>while (</a:t>
            </a:r>
            <a:r>
              <a:rPr lang="en-US" altLang="ja-JP" dirty="0" err="1"/>
              <a:t>i</a:t>
            </a:r>
            <a:r>
              <a:rPr lang="en-US" altLang="ja-JP" dirty="0"/>
              <a:t> &lt; 5) {	</a:t>
            </a:r>
            <a:r>
              <a:rPr lang="en-US" altLang="ja-JP" dirty="0">
                <a:solidFill>
                  <a:schemeClr val="accent6"/>
                </a:solidFill>
              </a:rPr>
              <a:t>//</a:t>
            </a:r>
            <a:r>
              <a:rPr lang="ja-JP" altLang="en-US" dirty="0">
                <a:solidFill>
                  <a:schemeClr val="accent6"/>
                </a:solidFill>
              </a:rPr>
              <a:t>条件式による判定</a:t>
            </a:r>
            <a:endParaRPr lang="en-US" altLang="ja-JP" dirty="0">
              <a:solidFill>
                <a:schemeClr val="accent6"/>
              </a:solidFill>
            </a:endParaRPr>
          </a:p>
          <a:p>
            <a:pPr marL="96838" indent="0">
              <a:buFont typeface="Arial" panose="020B0604020202020204" pitchFamily="34" charset="0"/>
              <a:buNone/>
            </a:pPr>
            <a:r>
              <a:rPr lang="ja-JP" altLang="en-US" dirty="0"/>
              <a:t>    </a:t>
            </a:r>
            <a:r>
              <a:rPr lang="en-US" altLang="ja-JP" dirty="0" err="1"/>
              <a:t>System.out.println</a:t>
            </a:r>
            <a:r>
              <a:rPr lang="en-US" altLang="ja-JP" dirty="0"/>
              <a:t>("</a:t>
            </a:r>
            <a:r>
              <a:rPr lang="ja-JP" altLang="en-US" dirty="0"/>
              <a:t>今日は</a:t>
            </a:r>
            <a:r>
              <a:rPr lang="en-US" altLang="ja-JP" dirty="0"/>
              <a:t>Java</a:t>
            </a:r>
            <a:r>
              <a:rPr lang="ja-JP" altLang="en-US" dirty="0"/>
              <a:t>の勉強！</a:t>
            </a:r>
            <a:r>
              <a:rPr lang="en-US" altLang="ja-JP" dirty="0"/>
              <a:t>");</a:t>
            </a:r>
          </a:p>
          <a:p>
            <a:pPr marL="96838" indent="0">
              <a:buFont typeface="Arial" panose="020B0604020202020204" pitchFamily="34" charset="0"/>
              <a:buNone/>
            </a:pPr>
            <a:r>
              <a:rPr lang="en-US" altLang="ja-JP" dirty="0"/>
              <a:t>    </a:t>
            </a:r>
            <a:r>
              <a:rPr lang="en-US" altLang="ja-JP" dirty="0" err="1"/>
              <a:t>i</a:t>
            </a:r>
            <a:r>
              <a:rPr lang="en-US" altLang="ja-JP" dirty="0"/>
              <a:t>++;	</a:t>
            </a:r>
            <a:r>
              <a:rPr lang="en-US" altLang="ja-JP" dirty="0">
                <a:solidFill>
                  <a:schemeClr val="accent6"/>
                </a:solidFill>
              </a:rPr>
              <a:t>//</a:t>
            </a:r>
            <a:r>
              <a:rPr lang="ja-JP" altLang="en-US" dirty="0">
                <a:solidFill>
                  <a:schemeClr val="accent6"/>
                </a:solidFill>
              </a:rPr>
              <a:t>カウントアップ処理</a:t>
            </a:r>
            <a:endParaRPr lang="en-US" altLang="ja-JP" dirty="0">
              <a:solidFill>
                <a:schemeClr val="accent6"/>
              </a:solidFill>
            </a:endParaRPr>
          </a:p>
          <a:p>
            <a:pPr marL="96838" indent="0">
              <a:buFont typeface="Arial" panose="020B0604020202020204" pitchFamily="34" charset="0"/>
              <a:buNone/>
            </a:pPr>
            <a:r>
              <a:rPr lang="en-US" altLang="ja-JP" dirty="0"/>
              <a:t>}</a:t>
            </a:r>
          </a:p>
        </p:txBody>
      </p:sp>
      <p:sp>
        <p:nvSpPr>
          <p:cNvPr id="7" name="テキスト プレースホルダー 4">
            <a:extLst>
              <a:ext uri="{FF2B5EF4-FFF2-40B4-BE49-F238E27FC236}">
                <a16:creationId xmlns:a16="http://schemas.microsoft.com/office/drawing/2014/main" id="{B5962821-5EE5-46B4-9A85-4485E16939C7}"/>
              </a:ext>
            </a:extLst>
          </p:cNvPr>
          <p:cNvSpPr txBox="1">
            <a:spLocks/>
          </p:cNvSpPr>
          <p:nvPr/>
        </p:nvSpPr>
        <p:spPr>
          <a:xfrm>
            <a:off x="462875" y="2698156"/>
            <a:ext cx="8216900" cy="1268550"/>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ja-JP" altLang="en-US" dirty="0"/>
              <a:t>いかがでしょうか。少し複雑なプログラムなのでよく理解してください。</a:t>
            </a:r>
          </a:p>
          <a:p>
            <a:pPr marL="96838" indent="0">
              <a:buFont typeface="Arial" panose="020B0604020202020204" pitchFamily="34" charset="0"/>
              <a:buNone/>
            </a:pPr>
            <a:r>
              <a:rPr lang="ja-JP" altLang="en-US" dirty="0"/>
              <a:t>今回は繰り返す処理が</a:t>
            </a:r>
            <a:r>
              <a:rPr lang="en-US" altLang="ja-JP" dirty="0" err="1"/>
              <a:t>System.out.println</a:t>
            </a:r>
            <a:r>
              <a:rPr lang="en-US" altLang="ja-JP" dirty="0"/>
              <a:t>(</a:t>
            </a:r>
            <a:r>
              <a:rPr lang="ja-JP" altLang="en-US" dirty="0"/>
              <a:t>～</a:t>
            </a:r>
            <a:r>
              <a:rPr lang="en-US" altLang="ja-JP" dirty="0"/>
              <a:t>);</a:t>
            </a:r>
            <a:r>
              <a:rPr lang="ja-JP" altLang="en-US" dirty="0"/>
              <a:t>の</a:t>
            </a:r>
            <a:r>
              <a:rPr lang="en-US" altLang="ja-JP" dirty="0"/>
              <a:t>1</a:t>
            </a:r>
            <a:r>
              <a:rPr lang="ja-JP" altLang="en-US" dirty="0"/>
              <a:t>行ですが、繰り返す処理が長くなってくると繰り返しの</a:t>
            </a:r>
            <a:r>
              <a:rPr lang="en-US" altLang="ja-JP" dirty="0"/>
              <a:t>3</a:t>
            </a:r>
            <a:r>
              <a:rPr lang="ja-JP" altLang="en-US" dirty="0"/>
              <a:t>つの処理が離れ離れになってわかりづらくなります。</a:t>
            </a:r>
          </a:p>
          <a:p>
            <a:pPr marL="96838" indent="0">
              <a:buFont typeface="Arial" panose="020B0604020202020204" pitchFamily="34" charset="0"/>
              <a:buNone/>
            </a:pPr>
            <a:r>
              <a:rPr lang="ja-JP" altLang="en-US" dirty="0"/>
              <a:t>そこで、ループ変数を使って回数を数えながら処理する場合に便利な別の制御構文があります。</a:t>
            </a:r>
          </a:p>
        </p:txBody>
      </p:sp>
    </p:spTree>
    <p:extLst>
      <p:ext uri="{BB962C8B-B14F-4D97-AF65-F5344CB8AC3E}">
        <p14:creationId xmlns:p14="http://schemas.microsoft.com/office/powerpoint/2010/main" val="2188684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C67E1416-2C31-4F26-8F51-B5CF7A7EBBDB}"/>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BD0978F1-895A-408A-AE5F-54704D9AD7BE}"/>
              </a:ext>
            </a:extLst>
          </p:cNvPr>
          <p:cNvSpPr>
            <a:spLocks noGrp="1"/>
          </p:cNvSpPr>
          <p:nvPr>
            <p:ph type="ctrTitle"/>
          </p:nvPr>
        </p:nvSpPr>
        <p:spPr/>
        <p:txBody>
          <a:bodyPr/>
          <a:lstStyle/>
          <a:p>
            <a:r>
              <a:rPr kumimoji="1" lang="en-US" altLang="ja-JP" dirty="0"/>
              <a:t>for</a:t>
            </a:r>
            <a:r>
              <a:rPr kumimoji="1" lang="ja-JP" altLang="en-US" dirty="0"/>
              <a:t>文</a:t>
            </a:r>
          </a:p>
        </p:txBody>
      </p:sp>
      <p:sp>
        <p:nvSpPr>
          <p:cNvPr id="4" name="スライド番号プレースホルダー 3">
            <a:extLst>
              <a:ext uri="{FF2B5EF4-FFF2-40B4-BE49-F238E27FC236}">
                <a16:creationId xmlns:a16="http://schemas.microsoft.com/office/drawing/2014/main" id="{AA35EC14-5FF4-4039-86E6-4621E08AAA7D}"/>
              </a:ext>
            </a:extLst>
          </p:cNvPr>
          <p:cNvSpPr>
            <a:spLocks noGrp="1"/>
          </p:cNvSpPr>
          <p:nvPr>
            <p:ph type="sldNum" sz="quarter" idx="4"/>
          </p:nvPr>
        </p:nvSpPr>
        <p:spPr/>
        <p:txBody>
          <a:bodyPr/>
          <a:lstStyle/>
          <a:p>
            <a:fld id="{00000000-1234-1234-1234-123412341234}" type="slidenum">
              <a:rPr lang="en" smtClean="0"/>
              <a:pPr/>
              <a:t>33</a:t>
            </a:fld>
            <a:endParaRPr lang="en" dirty="0">
              <a:latin typeface="+mn-ea"/>
            </a:endParaRPr>
          </a:p>
        </p:txBody>
      </p:sp>
      <p:sp>
        <p:nvSpPr>
          <p:cNvPr id="6" name="テキスト プレースホルダー 5">
            <a:extLst>
              <a:ext uri="{FF2B5EF4-FFF2-40B4-BE49-F238E27FC236}">
                <a16:creationId xmlns:a16="http://schemas.microsoft.com/office/drawing/2014/main" id="{58A2BEF5-A861-4534-AF96-3DFB23C70B93}"/>
              </a:ext>
            </a:extLst>
          </p:cNvPr>
          <p:cNvSpPr>
            <a:spLocks noGrp="1"/>
          </p:cNvSpPr>
          <p:nvPr>
            <p:ph type="body" sz="quarter" idx="15"/>
          </p:nvPr>
        </p:nvSpPr>
        <p:spPr>
          <a:xfrm>
            <a:off x="463549" y="1023814"/>
            <a:ext cx="7177471" cy="924256"/>
          </a:xfrm>
        </p:spPr>
        <p:txBody>
          <a:bodyPr/>
          <a:lstStyle/>
          <a:p>
            <a:r>
              <a:rPr kumimoji="1" lang="en-US" altLang="ja-JP" dirty="0"/>
              <a:t>for</a:t>
            </a:r>
            <a:r>
              <a:rPr kumimoji="1" lang="ja-JP" altLang="en-US" dirty="0"/>
              <a:t>文は制御構造の「</a:t>
            </a:r>
            <a:r>
              <a:rPr lang="ja-JP" altLang="en-US" dirty="0"/>
              <a:t>繰り返し</a:t>
            </a:r>
            <a:r>
              <a:rPr kumimoji="1" lang="ja-JP" altLang="en-US" dirty="0"/>
              <a:t>」に該当する</a:t>
            </a:r>
            <a:endParaRPr kumimoji="1" lang="en-US" altLang="ja-JP" dirty="0"/>
          </a:p>
          <a:p>
            <a:r>
              <a:rPr lang="en-US" altLang="ja-JP" dirty="0"/>
              <a:t>for</a:t>
            </a:r>
            <a:r>
              <a:rPr lang="ja-JP" altLang="en-US" dirty="0"/>
              <a:t>文は繰り返し回数が特定の回数や、特定の数に依存する場合に使用される</a:t>
            </a:r>
            <a:endParaRPr kumimoji="1" lang="en-US" altLang="ja-JP" dirty="0"/>
          </a:p>
          <a:p>
            <a:endParaRPr kumimoji="1" lang="ja-JP" altLang="en-US" dirty="0"/>
          </a:p>
        </p:txBody>
      </p:sp>
      <p:sp>
        <p:nvSpPr>
          <p:cNvPr id="7" name="テキスト プレースホルダー 6">
            <a:extLst>
              <a:ext uri="{FF2B5EF4-FFF2-40B4-BE49-F238E27FC236}">
                <a16:creationId xmlns:a16="http://schemas.microsoft.com/office/drawing/2014/main" id="{DD129630-6ED4-4EE1-AAA8-35EC88D92284}"/>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93035A94-69F1-480C-83F5-D758944143A8}"/>
              </a:ext>
            </a:extLst>
          </p:cNvPr>
          <p:cNvSpPr>
            <a:spLocks noGrp="1"/>
          </p:cNvSpPr>
          <p:nvPr>
            <p:ph type="body" sz="quarter" idx="14"/>
          </p:nvPr>
        </p:nvSpPr>
        <p:spPr>
          <a:xfrm>
            <a:off x="463549" y="2166224"/>
            <a:ext cx="8216900" cy="3260195"/>
          </a:xfrm>
        </p:spPr>
        <p:txBody>
          <a:bodyPr/>
          <a:lstStyle/>
          <a:p>
            <a:pPr marL="96838" indent="0">
              <a:buNone/>
            </a:pPr>
            <a:r>
              <a:rPr kumimoji="1" lang="ja-JP" altLang="en-US" dirty="0"/>
              <a:t>主に回数を決めて繰り返しを行うときに使う制御構文が</a:t>
            </a:r>
            <a:r>
              <a:rPr kumimoji="1" lang="en-US" altLang="ja-JP" b="1" dirty="0">
                <a:solidFill>
                  <a:schemeClr val="tx2"/>
                </a:solidFill>
              </a:rPr>
              <a:t>for</a:t>
            </a:r>
            <a:r>
              <a:rPr kumimoji="1" lang="ja-JP" altLang="en-US" b="1" dirty="0">
                <a:solidFill>
                  <a:schemeClr val="tx2"/>
                </a:solidFill>
              </a:rPr>
              <a:t>文</a:t>
            </a:r>
            <a:r>
              <a:rPr kumimoji="1" lang="ja-JP" altLang="en-US" dirty="0"/>
              <a:t>です。</a:t>
            </a:r>
          </a:p>
          <a:p>
            <a:pPr marL="96838" indent="0">
              <a:buNone/>
            </a:pPr>
            <a:r>
              <a:rPr kumimoji="1" lang="en-US" altLang="ja-JP" sz="1600" b="1" dirty="0">
                <a:solidFill>
                  <a:schemeClr val="accent1"/>
                </a:solidFill>
              </a:rPr>
              <a:t>for(</a:t>
            </a:r>
            <a:r>
              <a:rPr kumimoji="1" lang="ja-JP" altLang="en-US" sz="1600" b="1" dirty="0">
                <a:solidFill>
                  <a:schemeClr val="accent1"/>
                </a:solidFill>
              </a:rPr>
              <a:t>初期化</a:t>
            </a:r>
            <a:r>
              <a:rPr kumimoji="1" lang="en-US" altLang="ja-JP" sz="1600" b="1" dirty="0">
                <a:solidFill>
                  <a:schemeClr val="accent1"/>
                </a:solidFill>
              </a:rPr>
              <a:t>; </a:t>
            </a:r>
            <a:r>
              <a:rPr kumimoji="1" lang="ja-JP" altLang="en-US" sz="1600" b="1" dirty="0">
                <a:solidFill>
                  <a:schemeClr val="accent1"/>
                </a:solidFill>
              </a:rPr>
              <a:t>条件式</a:t>
            </a:r>
            <a:r>
              <a:rPr kumimoji="1" lang="en-US" altLang="ja-JP" sz="1600" b="1" dirty="0">
                <a:solidFill>
                  <a:schemeClr val="accent1"/>
                </a:solidFill>
              </a:rPr>
              <a:t>; </a:t>
            </a:r>
            <a:r>
              <a:rPr kumimoji="1" lang="ja-JP" altLang="en-US" sz="1600" b="1" dirty="0">
                <a:solidFill>
                  <a:schemeClr val="accent1"/>
                </a:solidFill>
              </a:rPr>
              <a:t>後処理</a:t>
            </a:r>
            <a:r>
              <a:rPr kumimoji="1" lang="en-US" altLang="ja-JP" sz="1600" b="1" dirty="0">
                <a:solidFill>
                  <a:schemeClr val="accent1"/>
                </a:solidFill>
              </a:rPr>
              <a:t>) {</a:t>
            </a:r>
          </a:p>
          <a:p>
            <a:pPr marL="96838" indent="0">
              <a:buNone/>
            </a:pPr>
            <a:r>
              <a:rPr kumimoji="1" lang="ja-JP" altLang="en-US" sz="1600" b="1" dirty="0">
                <a:solidFill>
                  <a:schemeClr val="accent1"/>
                </a:solidFill>
              </a:rPr>
              <a:t>　　条件式が「はい」のときに</a:t>
            </a:r>
          </a:p>
          <a:p>
            <a:pPr marL="96838" indent="0">
              <a:buNone/>
            </a:pPr>
            <a:r>
              <a:rPr kumimoji="1" lang="ja-JP" altLang="en-US" sz="1600" b="1" dirty="0">
                <a:solidFill>
                  <a:schemeClr val="accent1"/>
                </a:solidFill>
              </a:rPr>
              <a:t>　　繰り返す処理</a:t>
            </a:r>
          </a:p>
          <a:p>
            <a:pPr marL="96838" indent="0">
              <a:buNone/>
            </a:pPr>
            <a:r>
              <a:rPr kumimoji="1" lang="en-US" altLang="ja-JP" sz="1600" b="1" dirty="0">
                <a:solidFill>
                  <a:schemeClr val="accent1"/>
                </a:solidFill>
              </a:rPr>
              <a:t>} </a:t>
            </a:r>
            <a:endParaRPr kumimoji="1" lang="en-US" altLang="ja-JP" dirty="0"/>
          </a:p>
          <a:p>
            <a:pPr marL="96838" indent="0">
              <a:buNone/>
            </a:pPr>
            <a:r>
              <a:rPr kumimoji="1" lang="en-US" altLang="ja-JP" dirty="0"/>
              <a:t>while</a:t>
            </a:r>
            <a:r>
              <a:rPr kumimoji="1" lang="ja-JP" altLang="en-US" dirty="0"/>
              <a:t>文同様、繰り返す処理は何行でも書くことができます。</a:t>
            </a:r>
          </a:p>
          <a:p>
            <a:pPr marL="96838" indent="0">
              <a:buNone/>
            </a:pPr>
            <a:r>
              <a:rPr kumimoji="1" lang="en-US" altLang="ja-JP" dirty="0"/>
              <a:t>if</a:t>
            </a:r>
            <a:r>
              <a:rPr kumimoji="1" lang="ja-JP" altLang="en-US" dirty="0"/>
              <a:t>文や</a:t>
            </a:r>
            <a:r>
              <a:rPr kumimoji="1" lang="en-US" altLang="ja-JP" dirty="0"/>
              <a:t>while</a:t>
            </a:r>
            <a:r>
              <a:rPr kumimoji="1" lang="ja-JP" altLang="en-US" dirty="0"/>
              <a:t>文と違って</a:t>
            </a:r>
            <a:r>
              <a:rPr kumimoji="1" lang="en-US" altLang="ja-JP" dirty="0"/>
              <a:t>for</a:t>
            </a:r>
            <a:r>
              <a:rPr kumimoji="1" lang="ja-JP" altLang="en-US" dirty="0"/>
              <a:t>文は丸カッコ「</a:t>
            </a:r>
            <a:r>
              <a:rPr kumimoji="1" lang="en-US" altLang="ja-JP" dirty="0"/>
              <a:t>(</a:t>
            </a:r>
            <a:r>
              <a:rPr kumimoji="1" lang="ja-JP" altLang="en-US" dirty="0"/>
              <a:t>　</a:t>
            </a:r>
            <a:r>
              <a:rPr kumimoji="1" lang="en-US" altLang="ja-JP" dirty="0"/>
              <a:t>)</a:t>
            </a:r>
            <a:r>
              <a:rPr kumimoji="1" lang="ja-JP" altLang="en-US" dirty="0"/>
              <a:t>」の中に必ずセミコロン「</a:t>
            </a:r>
            <a:r>
              <a:rPr kumimoji="1" lang="en-US" altLang="ja-JP" dirty="0"/>
              <a:t>;</a:t>
            </a:r>
            <a:r>
              <a:rPr kumimoji="1" lang="ja-JP" altLang="en-US" dirty="0"/>
              <a:t>」を</a:t>
            </a:r>
            <a:r>
              <a:rPr kumimoji="1" lang="en-US" altLang="ja-JP" dirty="0"/>
              <a:t>2</a:t>
            </a:r>
            <a:r>
              <a:rPr kumimoji="1" lang="ja-JP" altLang="en-US" dirty="0"/>
              <a:t>つ書かなければいけません。</a:t>
            </a:r>
          </a:p>
          <a:p>
            <a:pPr marL="96838" indent="0">
              <a:buNone/>
            </a:pPr>
            <a:r>
              <a:rPr kumimoji="1" lang="ja-JP" altLang="en-US" dirty="0"/>
              <a:t>後処理は次の繰り返しのための準備作業です。通常ループ変数のカウントアップを行いますが、カウントアップ処理以外のこともあります。</a:t>
            </a:r>
          </a:p>
          <a:p>
            <a:pPr marL="96838" indent="0">
              <a:buNone/>
            </a:pPr>
            <a:endParaRPr kumimoji="1" lang="ja-JP" altLang="en-US" dirty="0"/>
          </a:p>
        </p:txBody>
      </p:sp>
    </p:spTree>
    <p:extLst>
      <p:ext uri="{BB962C8B-B14F-4D97-AF65-F5344CB8AC3E}">
        <p14:creationId xmlns:p14="http://schemas.microsoft.com/office/powerpoint/2010/main" val="21132836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97E6E7AB-A6E7-4279-A33F-83E576F4F8C5}"/>
              </a:ext>
            </a:extLst>
          </p:cNvPr>
          <p:cNvSpPr>
            <a:spLocks noGrp="1"/>
          </p:cNvSpPr>
          <p:nvPr>
            <p:ph type="ftr" sz="quarter" idx="11"/>
          </p:nvPr>
        </p:nvSpPr>
        <p:spPr/>
        <p:txBody>
          <a:bodyPr/>
          <a:lstStyle/>
          <a:p>
            <a:r>
              <a:rPr kumimoji="1" lang="en-US" altLang="ja-JP" dirty="0"/>
              <a:t>copyright ©</a:t>
            </a:r>
            <a:r>
              <a:rPr kumimoji="1" lang="en-US" altLang="ja-JP" dirty="0" err="1"/>
              <a:t>ITCollege</a:t>
            </a:r>
            <a:r>
              <a:rPr kumimoji="1" lang="en-US" altLang="ja-JP" dirty="0"/>
              <a:t> All Rights Reserved</a:t>
            </a:r>
            <a:endParaRPr kumimoji="1" lang="ja-JP" altLang="en-US" sz="1000" dirty="0"/>
          </a:p>
        </p:txBody>
      </p:sp>
      <p:sp>
        <p:nvSpPr>
          <p:cNvPr id="3" name="タイトル 2">
            <a:extLst>
              <a:ext uri="{FF2B5EF4-FFF2-40B4-BE49-F238E27FC236}">
                <a16:creationId xmlns:a16="http://schemas.microsoft.com/office/drawing/2014/main" id="{44BE499F-2257-4822-B269-1BE3FFCF9667}"/>
              </a:ext>
            </a:extLst>
          </p:cNvPr>
          <p:cNvSpPr>
            <a:spLocks noGrp="1"/>
          </p:cNvSpPr>
          <p:nvPr>
            <p:ph type="ctrTitle"/>
          </p:nvPr>
        </p:nvSpPr>
        <p:spPr/>
        <p:txBody>
          <a:bodyPr/>
          <a:lstStyle/>
          <a:p>
            <a:r>
              <a:rPr lang="en-US" altLang="ja-JP" dirty="0" err="1"/>
              <a:t>for文サンプル</a:t>
            </a:r>
            <a:endParaRPr kumimoji="1" lang="ja-JP" altLang="en-US" dirty="0"/>
          </a:p>
        </p:txBody>
      </p:sp>
      <p:sp>
        <p:nvSpPr>
          <p:cNvPr id="4" name="スライド番号プレースホルダー 3">
            <a:extLst>
              <a:ext uri="{FF2B5EF4-FFF2-40B4-BE49-F238E27FC236}">
                <a16:creationId xmlns:a16="http://schemas.microsoft.com/office/drawing/2014/main" id="{E6EE1D56-A687-4326-971E-5AA553366F8D}"/>
              </a:ext>
            </a:extLst>
          </p:cNvPr>
          <p:cNvSpPr>
            <a:spLocks noGrp="1"/>
          </p:cNvSpPr>
          <p:nvPr>
            <p:ph type="sldNum" sz="quarter" idx="4"/>
          </p:nvPr>
        </p:nvSpPr>
        <p:spPr/>
        <p:txBody>
          <a:bodyPr/>
          <a:lstStyle/>
          <a:p>
            <a:fld id="{00000000-1234-1234-1234-123412341234}" type="slidenum">
              <a:rPr lang="en" smtClean="0"/>
              <a:pPr/>
              <a:t>34</a:t>
            </a:fld>
            <a:endParaRPr lang="en" dirty="0"/>
          </a:p>
        </p:txBody>
      </p:sp>
      <p:sp>
        <p:nvSpPr>
          <p:cNvPr id="5" name="テキスト プレースホルダー 4">
            <a:extLst>
              <a:ext uri="{FF2B5EF4-FFF2-40B4-BE49-F238E27FC236}">
                <a16:creationId xmlns:a16="http://schemas.microsoft.com/office/drawing/2014/main" id="{3F776E22-B480-4DE3-BA09-4D11B302B84E}"/>
              </a:ext>
            </a:extLst>
          </p:cNvPr>
          <p:cNvSpPr>
            <a:spLocks noGrp="1"/>
          </p:cNvSpPr>
          <p:nvPr>
            <p:ph type="body" sz="quarter" idx="14"/>
          </p:nvPr>
        </p:nvSpPr>
        <p:spPr/>
        <p:txBody>
          <a:bodyPr/>
          <a:lstStyle/>
          <a:p>
            <a:pPr marL="96838" indent="0">
              <a:buNone/>
            </a:pPr>
            <a:r>
              <a:rPr kumimoji="1" lang="ja-JP" altLang="en-US" dirty="0"/>
              <a:t>さきほど</a:t>
            </a:r>
            <a:r>
              <a:rPr kumimoji="1" lang="en-US" altLang="ja-JP" dirty="0"/>
              <a:t>while</a:t>
            </a:r>
            <a:r>
              <a:rPr kumimoji="1" lang="ja-JP" altLang="en-US" dirty="0"/>
              <a:t>文を使って書いた処理を</a:t>
            </a:r>
            <a:r>
              <a:rPr kumimoji="1" lang="en-US" altLang="ja-JP" dirty="0"/>
              <a:t>for</a:t>
            </a:r>
            <a:r>
              <a:rPr kumimoji="1" lang="ja-JP" altLang="en-US" dirty="0"/>
              <a:t>文で書くとこうなります。</a:t>
            </a:r>
          </a:p>
          <a:p>
            <a:pPr marL="452438" lvl="1" indent="0">
              <a:buNone/>
            </a:pPr>
            <a:r>
              <a:rPr kumimoji="1" lang="en-US" altLang="ja-JP" sz="1800" b="1" dirty="0">
                <a:solidFill>
                  <a:schemeClr val="accent1"/>
                </a:solidFill>
              </a:rPr>
              <a:t>for (int </a:t>
            </a:r>
            <a:r>
              <a:rPr kumimoji="1" lang="en-US" altLang="ja-JP" sz="1800" b="1" dirty="0" err="1">
                <a:solidFill>
                  <a:schemeClr val="accent1"/>
                </a:solidFill>
              </a:rPr>
              <a:t>i</a:t>
            </a:r>
            <a:r>
              <a:rPr kumimoji="1" lang="en-US" altLang="ja-JP" sz="1800" b="1" dirty="0">
                <a:solidFill>
                  <a:schemeClr val="accent1"/>
                </a:solidFill>
              </a:rPr>
              <a:t> = 0; </a:t>
            </a:r>
            <a:r>
              <a:rPr kumimoji="1" lang="en-US" altLang="ja-JP" sz="1800" b="1" dirty="0" err="1">
                <a:solidFill>
                  <a:schemeClr val="accent1"/>
                </a:solidFill>
              </a:rPr>
              <a:t>i</a:t>
            </a:r>
            <a:r>
              <a:rPr kumimoji="1" lang="en-US" altLang="ja-JP" sz="1800" b="1" dirty="0">
                <a:solidFill>
                  <a:schemeClr val="accent1"/>
                </a:solidFill>
              </a:rPr>
              <a:t> &lt; 5; </a:t>
            </a:r>
            <a:r>
              <a:rPr kumimoji="1" lang="en-US" altLang="ja-JP" sz="1800" b="1" dirty="0" err="1">
                <a:solidFill>
                  <a:schemeClr val="accent1"/>
                </a:solidFill>
              </a:rPr>
              <a:t>i</a:t>
            </a:r>
            <a:r>
              <a:rPr kumimoji="1" lang="en-US" altLang="ja-JP" sz="1800" b="1" dirty="0">
                <a:solidFill>
                  <a:schemeClr val="accent1"/>
                </a:solidFill>
              </a:rPr>
              <a:t>++) {</a:t>
            </a:r>
            <a:br>
              <a:rPr kumimoji="1" lang="en-US" altLang="ja-JP" sz="1800" b="1" dirty="0">
                <a:solidFill>
                  <a:schemeClr val="accent1"/>
                </a:solidFill>
              </a:rPr>
            </a:br>
            <a:r>
              <a:rPr kumimoji="1" lang="en-US" altLang="ja-JP" sz="1800" b="1" dirty="0">
                <a:solidFill>
                  <a:schemeClr val="accent1"/>
                </a:solidFill>
              </a:rPr>
              <a:t>    </a:t>
            </a:r>
            <a:r>
              <a:rPr kumimoji="1" lang="en-US" altLang="ja-JP" sz="1800" b="1" dirty="0" err="1">
                <a:solidFill>
                  <a:schemeClr val="accent1"/>
                </a:solidFill>
              </a:rPr>
              <a:t>System.out.println</a:t>
            </a:r>
            <a:r>
              <a:rPr kumimoji="1" lang="en-US" altLang="ja-JP" sz="1800" b="1" dirty="0">
                <a:solidFill>
                  <a:schemeClr val="accent1"/>
                </a:solidFill>
              </a:rPr>
              <a:t>("</a:t>
            </a:r>
            <a:r>
              <a:rPr kumimoji="1" lang="ja-JP" altLang="en-US" sz="1800" b="1" dirty="0">
                <a:solidFill>
                  <a:schemeClr val="accent1"/>
                </a:solidFill>
              </a:rPr>
              <a:t>今日は</a:t>
            </a:r>
            <a:r>
              <a:rPr kumimoji="1" lang="en-US" altLang="ja-JP" sz="1800" b="1" dirty="0">
                <a:solidFill>
                  <a:schemeClr val="accent1"/>
                </a:solidFill>
              </a:rPr>
              <a:t>Java</a:t>
            </a:r>
            <a:r>
              <a:rPr kumimoji="1" lang="ja-JP" altLang="en-US" sz="1800" b="1" dirty="0">
                <a:solidFill>
                  <a:schemeClr val="accent1"/>
                </a:solidFill>
              </a:rPr>
              <a:t>の勉強！</a:t>
            </a:r>
            <a:r>
              <a:rPr kumimoji="1" lang="en-US" altLang="ja-JP" sz="1800" b="1" dirty="0">
                <a:solidFill>
                  <a:schemeClr val="accent1"/>
                </a:solidFill>
              </a:rPr>
              <a:t>");</a:t>
            </a:r>
            <a:br>
              <a:rPr kumimoji="1" lang="en-US" altLang="ja-JP" sz="1800" b="1" dirty="0">
                <a:solidFill>
                  <a:schemeClr val="accent1"/>
                </a:solidFill>
              </a:rPr>
            </a:br>
            <a:r>
              <a:rPr kumimoji="1" lang="en-US" altLang="ja-JP" sz="1800" b="1" dirty="0">
                <a:solidFill>
                  <a:schemeClr val="accent1"/>
                </a:solidFill>
              </a:rPr>
              <a:t>}</a:t>
            </a:r>
          </a:p>
          <a:p>
            <a:pPr marL="96838" indent="0">
              <a:buNone/>
            </a:pPr>
            <a:r>
              <a:rPr kumimoji="1" lang="en-US" altLang="ja-JP" dirty="0"/>
              <a:t>2</a:t>
            </a:r>
            <a:r>
              <a:rPr kumimoji="1" lang="ja-JP" altLang="en-US" dirty="0"/>
              <a:t>ページ前の</a:t>
            </a:r>
            <a:r>
              <a:rPr kumimoji="1" lang="en-US" altLang="ja-JP" dirty="0"/>
              <a:t>while</a:t>
            </a:r>
            <a:r>
              <a:rPr kumimoji="1" lang="ja-JP" altLang="en-US" dirty="0"/>
              <a:t>文と同じ処理ですが、繰り返しの</a:t>
            </a:r>
            <a:r>
              <a:rPr kumimoji="1" lang="en-US" altLang="ja-JP" dirty="0"/>
              <a:t>3</a:t>
            </a:r>
            <a:r>
              <a:rPr kumimoji="1" lang="ja-JP" altLang="en-US" dirty="0"/>
              <a:t>つの処理が</a:t>
            </a:r>
            <a:r>
              <a:rPr kumimoji="1" lang="en-US" altLang="ja-JP" dirty="0"/>
              <a:t>1</a:t>
            </a:r>
            <a:r>
              <a:rPr kumimoji="1" lang="ja-JP" altLang="en-US" dirty="0"/>
              <a:t>行にまとまっていて、わかりやすくなりました。</a:t>
            </a:r>
          </a:p>
          <a:p>
            <a:pPr marL="96838" indent="0">
              <a:buNone/>
            </a:pPr>
            <a:r>
              <a:rPr kumimoji="1" lang="ja-JP" altLang="en-US" dirty="0"/>
              <a:t>このように繰り返し処理は</a:t>
            </a:r>
            <a:r>
              <a:rPr kumimoji="1" lang="en-US" altLang="ja-JP" dirty="0"/>
              <a:t>while</a:t>
            </a:r>
            <a:r>
              <a:rPr kumimoji="1" lang="ja-JP" altLang="en-US" dirty="0"/>
              <a:t>文でも</a:t>
            </a:r>
            <a:r>
              <a:rPr kumimoji="1" lang="en-US" altLang="ja-JP" dirty="0"/>
              <a:t>for</a:t>
            </a:r>
            <a:r>
              <a:rPr kumimoji="1" lang="ja-JP" altLang="en-US" dirty="0"/>
              <a:t>文でも書けますが、ループ変数を使ってループの回数を数えながら処理する場合はなるべく</a:t>
            </a:r>
            <a:r>
              <a:rPr kumimoji="1" lang="en-US" altLang="ja-JP" dirty="0"/>
              <a:t>for</a:t>
            </a:r>
            <a:r>
              <a:rPr kumimoji="1" lang="ja-JP" altLang="en-US" dirty="0"/>
              <a:t>文を使うようにしましょう。</a:t>
            </a:r>
          </a:p>
          <a:p>
            <a:pPr marL="96838" indent="0">
              <a:buNone/>
            </a:pPr>
            <a:r>
              <a:rPr kumimoji="1" lang="ja-JP" altLang="en-US" dirty="0"/>
              <a:t>なお、このサンプルのように</a:t>
            </a:r>
            <a:r>
              <a:rPr kumimoji="1" lang="en-US" altLang="ja-JP" dirty="0"/>
              <a:t>for</a:t>
            </a:r>
            <a:r>
              <a:rPr kumimoji="1" lang="ja-JP" altLang="en-US" dirty="0"/>
              <a:t>文の丸カッコ「</a:t>
            </a:r>
            <a:r>
              <a:rPr kumimoji="1" lang="en-US" altLang="ja-JP" dirty="0"/>
              <a:t>(</a:t>
            </a:r>
            <a:r>
              <a:rPr kumimoji="1" lang="ja-JP" altLang="en-US" dirty="0"/>
              <a:t>　</a:t>
            </a:r>
            <a:r>
              <a:rPr kumimoji="1" lang="en-US" altLang="ja-JP" dirty="0"/>
              <a:t>)</a:t>
            </a:r>
            <a:r>
              <a:rPr kumimoji="1" lang="ja-JP" altLang="en-US" dirty="0"/>
              <a:t>」の中で変数を宣言した場合、その</a:t>
            </a:r>
            <a:r>
              <a:rPr kumimoji="1" lang="ja-JP" altLang="en-US" b="1" dirty="0">
                <a:solidFill>
                  <a:schemeClr val="tx2"/>
                </a:solidFill>
              </a:rPr>
              <a:t>変数のスコープは</a:t>
            </a:r>
            <a:r>
              <a:rPr kumimoji="1" lang="en-US" altLang="ja-JP" b="1" dirty="0">
                <a:solidFill>
                  <a:schemeClr val="tx2"/>
                </a:solidFill>
              </a:rPr>
              <a:t>for</a:t>
            </a:r>
            <a:r>
              <a:rPr kumimoji="1" lang="ja-JP" altLang="en-US" b="1" dirty="0">
                <a:solidFill>
                  <a:schemeClr val="tx2"/>
                </a:solidFill>
              </a:rPr>
              <a:t>文の中だけ</a:t>
            </a:r>
            <a:r>
              <a:rPr kumimoji="1" lang="ja-JP" altLang="en-US" dirty="0"/>
              <a:t>です。すなわち、スコープは丸カッコ「</a:t>
            </a:r>
            <a:r>
              <a:rPr kumimoji="1" lang="en-US" altLang="ja-JP" dirty="0"/>
              <a:t>(</a:t>
            </a:r>
            <a:r>
              <a:rPr kumimoji="1" lang="ja-JP" altLang="en-US" dirty="0"/>
              <a:t>　</a:t>
            </a:r>
            <a:r>
              <a:rPr kumimoji="1" lang="en-US" altLang="ja-JP" dirty="0"/>
              <a:t>)</a:t>
            </a:r>
            <a:r>
              <a:rPr kumimoji="1" lang="ja-JP" altLang="en-US" dirty="0"/>
              <a:t>」の中と、波カッコ「</a:t>
            </a:r>
            <a:r>
              <a:rPr kumimoji="1" lang="en-US" altLang="ja-JP" dirty="0"/>
              <a:t>{</a:t>
            </a:r>
            <a:r>
              <a:rPr kumimoji="1" lang="ja-JP" altLang="en-US" dirty="0"/>
              <a:t>　</a:t>
            </a:r>
            <a:r>
              <a:rPr kumimoji="1" lang="en-US" altLang="ja-JP" dirty="0"/>
              <a:t>}</a:t>
            </a:r>
            <a:r>
              <a:rPr kumimoji="1" lang="ja-JP" altLang="en-US" dirty="0"/>
              <a:t>」の中だけです。見た目はブロックの外で宣言しているように見えますが、</a:t>
            </a:r>
            <a:r>
              <a:rPr kumimoji="1" lang="en-US" altLang="ja-JP" dirty="0"/>
              <a:t>for</a:t>
            </a:r>
            <a:r>
              <a:rPr kumimoji="1" lang="ja-JP" altLang="en-US" dirty="0"/>
              <a:t>文の外では使えませんので注意しましょう。</a:t>
            </a:r>
          </a:p>
          <a:p>
            <a:pPr marL="96838" indent="0">
              <a:buNone/>
            </a:pPr>
            <a:endParaRPr kumimoji="1" lang="ja-JP" altLang="en-US" dirty="0"/>
          </a:p>
        </p:txBody>
      </p:sp>
    </p:spTree>
    <p:extLst>
      <p:ext uri="{BB962C8B-B14F-4D97-AF65-F5344CB8AC3E}">
        <p14:creationId xmlns:p14="http://schemas.microsoft.com/office/powerpoint/2010/main" val="61310349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514B1CA-D864-4C2C-8C7C-8B5E3D23EC81}"/>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7005572-B4E1-4626-90AE-2D6719A5F270}"/>
              </a:ext>
            </a:extLst>
          </p:cNvPr>
          <p:cNvSpPr>
            <a:spLocks noGrp="1"/>
          </p:cNvSpPr>
          <p:nvPr>
            <p:ph type="ctrTitle"/>
          </p:nvPr>
        </p:nvSpPr>
        <p:spPr/>
        <p:txBody>
          <a:bodyPr/>
          <a:lstStyle/>
          <a:p>
            <a:r>
              <a:rPr lang="en-US" altLang="ja-JP" dirty="0" err="1"/>
              <a:t>for文の処理の流れ</a:t>
            </a:r>
            <a:endParaRPr kumimoji="1" lang="ja-JP" altLang="en-US" dirty="0"/>
          </a:p>
        </p:txBody>
      </p:sp>
      <p:sp>
        <p:nvSpPr>
          <p:cNvPr id="4" name="スライド番号プレースホルダー 3">
            <a:extLst>
              <a:ext uri="{FF2B5EF4-FFF2-40B4-BE49-F238E27FC236}">
                <a16:creationId xmlns:a16="http://schemas.microsoft.com/office/drawing/2014/main" id="{27160A19-7A53-4CF7-BE61-6523BE04BB0B}"/>
              </a:ext>
            </a:extLst>
          </p:cNvPr>
          <p:cNvSpPr>
            <a:spLocks noGrp="1"/>
          </p:cNvSpPr>
          <p:nvPr>
            <p:ph type="sldNum" sz="quarter" idx="4"/>
          </p:nvPr>
        </p:nvSpPr>
        <p:spPr/>
        <p:txBody>
          <a:bodyPr/>
          <a:lstStyle/>
          <a:p>
            <a:fld id="{00000000-1234-1234-1234-123412341234}" type="slidenum">
              <a:rPr lang="en" smtClean="0"/>
              <a:pPr/>
              <a:t>35</a:t>
            </a:fld>
            <a:endParaRPr lang="en" dirty="0"/>
          </a:p>
        </p:txBody>
      </p:sp>
      <p:sp>
        <p:nvSpPr>
          <p:cNvPr id="5" name="テキスト プレースホルダー 4">
            <a:extLst>
              <a:ext uri="{FF2B5EF4-FFF2-40B4-BE49-F238E27FC236}">
                <a16:creationId xmlns:a16="http://schemas.microsoft.com/office/drawing/2014/main" id="{EA2FB964-7777-48F3-9977-75491B0019C0}"/>
              </a:ext>
            </a:extLst>
          </p:cNvPr>
          <p:cNvSpPr>
            <a:spLocks noGrp="1"/>
          </p:cNvSpPr>
          <p:nvPr>
            <p:ph type="body" sz="quarter" idx="14"/>
          </p:nvPr>
        </p:nvSpPr>
        <p:spPr>
          <a:xfrm>
            <a:off x="462874" y="859491"/>
            <a:ext cx="8216899" cy="3924598"/>
          </a:xfrm>
        </p:spPr>
        <p:txBody>
          <a:bodyPr/>
          <a:lstStyle/>
          <a:p>
            <a:pPr marL="96838" indent="0">
              <a:buNone/>
            </a:pPr>
            <a:r>
              <a:rPr kumimoji="1" lang="en-US" altLang="ja-JP" dirty="0"/>
              <a:t>for</a:t>
            </a:r>
            <a:r>
              <a:rPr kumimoji="1" lang="ja-JP" altLang="en-US" dirty="0"/>
              <a:t>文は見た目はすっきりしていますが、</a:t>
            </a:r>
            <a:r>
              <a:rPr kumimoji="1" lang="en-US" altLang="ja-JP" dirty="0"/>
              <a:t>while</a:t>
            </a:r>
            <a:r>
              <a:rPr kumimoji="1" lang="ja-JP" altLang="en-US" dirty="0"/>
              <a:t>文に比べ、書くものが多いので処理の流れが複雑です。しっかりおさえておきましょう。</a:t>
            </a:r>
          </a:p>
          <a:p>
            <a:pPr marL="452438" lvl="1" indent="0">
              <a:buNone/>
            </a:pPr>
            <a:endParaRPr kumimoji="1" lang="en-US" altLang="ja-JP" sz="1800" b="1" dirty="0">
              <a:solidFill>
                <a:schemeClr val="accent1"/>
              </a:solidFill>
            </a:endParaRPr>
          </a:p>
          <a:p>
            <a:pPr marL="452438" lvl="1" indent="0">
              <a:buNone/>
            </a:pPr>
            <a:r>
              <a:rPr kumimoji="1" lang="en-US" altLang="ja-JP" sz="1800" b="1" dirty="0">
                <a:solidFill>
                  <a:schemeClr val="accent1"/>
                </a:solidFill>
              </a:rPr>
              <a:t>for(</a:t>
            </a:r>
            <a:r>
              <a:rPr kumimoji="1" lang="ja-JP" altLang="en-US" sz="1800" b="1" dirty="0">
                <a:solidFill>
                  <a:schemeClr val="accent1"/>
                </a:solidFill>
              </a:rPr>
              <a:t>初期化</a:t>
            </a:r>
            <a:r>
              <a:rPr kumimoji="1" lang="en-US" altLang="ja-JP" sz="1800" b="1" dirty="0">
                <a:solidFill>
                  <a:schemeClr val="accent1"/>
                </a:solidFill>
              </a:rPr>
              <a:t>; </a:t>
            </a:r>
            <a:r>
              <a:rPr kumimoji="1" lang="ja-JP" altLang="en-US" sz="1800" b="1" dirty="0">
                <a:solidFill>
                  <a:schemeClr val="accent1"/>
                </a:solidFill>
              </a:rPr>
              <a:t>条件式</a:t>
            </a:r>
            <a:r>
              <a:rPr kumimoji="1" lang="en-US" altLang="ja-JP" sz="1800" b="1" dirty="0">
                <a:solidFill>
                  <a:schemeClr val="accent1"/>
                </a:solidFill>
              </a:rPr>
              <a:t>; </a:t>
            </a:r>
            <a:r>
              <a:rPr kumimoji="1" lang="ja-JP" altLang="en-US" sz="1800" b="1" dirty="0">
                <a:solidFill>
                  <a:schemeClr val="accent1"/>
                </a:solidFill>
              </a:rPr>
              <a:t>後処理</a:t>
            </a:r>
            <a:r>
              <a:rPr kumimoji="1" lang="en-US" altLang="ja-JP" sz="1800" b="1" dirty="0">
                <a:solidFill>
                  <a:schemeClr val="accent1"/>
                </a:solidFill>
              </a:rPr>
              <a:t>) {</a:t>
            </a:r>
            <a:br>
              <a:rPr kumimoji="1" lang="en-US" altLang="ja-JP" sz="1800" b="1" dirty="0">
                <a:solidFill>
                  <a:schemeClr val="accent1"/>
                </a:solidFill>
              </a:rPr>
            </a:br>
            <a:r>
              <a:rPr kumimoji="1" lang="en-US" altLang="ja-JP" sz="1800" b="1" dirty="0">
                <a:solidFill>
                  <a:schemeClr val="accent1"/>
                </a:solidFill>
              </a:rPr>
              <a:t>    </a:t>
            </a:r>
            <a:r>
              <a:rPr kumimoji="1" lang="ja-JP" altLang="en-US" sz="1800" b="1" dirty="0">
                <a:solidFill>
                  <a:schemeClr val="accent1"/>
                </a:solidFill>
              </a:rPr>
              <a:t>繰り返す処理</a:t>
            </a:r>
            <a:br>
              <a:rPr kumimoji="1" lang="ja-JP" altLang="en-US" sz="1800" b="1" dirty="0">
                <a:solidFill>
                  <a:schemeClr val="accent1"/>
                </a:solidFill>
              </a:rPr>
            </a:br>
            <a:r>
              <a:rPr kumimoji="1" lang="en-US" altLang="ja-JP" sz="1800" b="1" dirty="0">
                <a:solidFill>
                  <a:schemeClr val="accent1"/>
                </a:solidFill>
              </a:rPr>
              <a:t>}</a:t>
            </a:r>
          </a:p>
          <a:p>
            <a:pPr marL="96838" indent="0">
              <a:buNone/>
            </a:pPr>
            <a:endParaRPr kumimoji="1" lang="en-US" altLang="ja-JP" dirty="0"/>
          </a:p>
          <a:p>
            <a:pPr marL="96838" indent="0">
              <a:buNone/>
            </a:pPr>
            <a:r>
              <a:rPr kumimoji="1" lang="ja-JP" altLang="en-US" dirty="0"/>
              <a:t>特に繰り返す処理と後処理の順序を間違え</a:t>
            </a:r>
            <a:br>
              <a:rPr kumimoji="1" lang="ja-JP" altLang="en-US" dirty="0"/>
            </a:br>
            <a:r>
              <a:rPr kumimoji="1" lang="ja-JP" altLang="en-US" dirty="0"/>
              <a:t>やすいので注意が必要です。</a:t>
            </a:r>
          </a:p>
          <a:p>
            <a:pPr marL="96838" indent="0">
              <a:buNone/>
            </a:pPr>
            <a:endParaRPr kumimoji="1" lang="ja-JP" altLang="en-US" dirty="0"/>
          </a:p>
        </p:txBody>
      </p:sp>
      <p:sp>
        <p:nvSpPr>
          <p:cNvPr id="6" name="正方形/長方形 5">
            <a:extLst>
              <a:ext uri="{FF2B5EF4-FFF2-40B4-BE49-F238E27FC236}">
                <a16:creationId xmlns:a16="http://schemas.microsoft.com/office/drawing/2014/main" id="{E0C88329-82AB-4BD1-BB35-9BE5C8020B13}"/>
              </a:ext>
            </a:extLst>
          </p:cNvPr>
          <p:cNvSpPr/>
          <p:nvPr/>
        </p:nvSpPr>
        <p:spPr>
          <a:xfrm>
            <a:off x="6295312" y="1484339"/>
            <a:ext cx="1737360" cy="31421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初期化</a:t>
            </a:r>
          </a:p>
        </p:txBody>
      </p:sp>
      <p:sp>
        <p:nvSpPr>
          <p:cNvPr id="7" name="フローチャート: 判断 6">
            <a:extLst>
              <a:ext uri="{FF2B5EF4-FFF2-40B4-BE49-F238E27FC236}">
                <a16:creationId xmlns:a16="http://schemas.microsoft.com/office/drawing/2014/main" id="{2202E6CF-0793-4669-BE34-B1D961C3E87D}"/>
              </a:ext>
            </a:extLst>
          </p:cNvPr>
          <p:cNvSpPr/>
          <p:nvPr/>
        </p:nvSpPr>
        <p:spPr>
          <a:xfrm>
            <a:off x="6219112" y="2127132"/>
            <a:ext cx="1889760" cy="694658"/>
          </a:xfrm>
          <a:prstGeom prst="flowChartDecision">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条件式</a:t>
            </a:r>
          </a:p>
        </p:txBody>
      </p:sp>
      <p:sp>
        <p:nvSpPr>
          <p:cNvPr id="8" name="正方形/長方形 7">
            <a:extLst>
              <a:ext uri="{FF2B5EF4-FFF2-40B4-BE49-F238E27FC236}">
                <a16:creationId xmlns:a16="http://schemas.microsoft.com/office/drawing/2014/main" id="{EE85B067-B655-4DA1-BE93-0771AED4BCA9}"/>
              </a:ext>
            </a:extLst>
          </p:cNvPr>
          <p:cNvSpPr/>
          <p:nvPr/>
        </p:nvSpPr>
        <p:spPr>
          <a:xfrm>
            <a:off x="6295312" y="3150367"/>
            <a:ext cx="1737360" cy="31421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繰り返す処理</a:t>
            </a:r>
          </a:p>
        </p:txBody>
      </p:sp>
      <p:sp>
        <p:nvSpPr>
          <p:cNvPr id="9" name="正方形/長方形 8">
            <a:extLst>
              <a:ext uri="{FF2B5EF4-FFF2-40B4-BE49-F238E27FC236}">
                <a16:creationId xmlns:a16="http://schemas.microsoft.com/office/drawing/2014/main" id="{0AA81E11-4082-4CEB-9FA6-483AD2724AF0}"/>
              </a:ext>
            </a:extLst>
          </p:cNvPr>
          <p:cNvSpPr/>
          <p:nvPr/>
        </p:nvSpPr>
        <p:spPr>
          <a:xfrm>
            <a:off x="6295312" y="3793160"/>
            <a:ext cx="1737360" cy="31421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solidFill>
                  <a:schemeClr val="tx1"/>
                </a:solidFill>
              </a:rPr>
              <a:t>後処理</a:t>
            </a:r>
          </a:p>
        </p:txBody>
      </p:sp>
      <p:cxnSp>
        <p:nvCxnSpPr>
          <p:cNvPr id="10" name="直線矢印コネクタ 9">
            <a:extLst>
              <a:ext uri="{FF2B5EF4-FFF2-40B4-BE49-F238E27FC236}">
                <a16:creationId xmlns:a16="http://schemas.microsoft.com/office/drawing/2014/main" id="{63C3C4ED-4B75-4AF0-8581-0A80AE7BAF0A}"/>
              </a:ext>
            </a:extLst>
          </p:cNvPr>
          <p:cNvCxnSpPr>
            <a:cxnSpLocks/>
            <a:stCxn id="6" idx="2"/>
            <a:endCxn id="7" idx="0"/>
          </p:cNvCxnSpPr>
          <p:nvPr/>
        </p:nvCxnSpPr>
        <p:spPr>
          <a:xfrm>
            <a:off x="7163992" y="1798555"/>
            <a:ext cx="0" cy="32857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3" name="直線矢印コネクタ 12">
            <a:extLst>
              <a:ext uri="{FF2B5EF4-FFF2-40B4-BE49-F238E27FC236}">
                <a16:creationId xmlns:a16="http://schemas.microsoft.com/office/drawing/2014/main" id="{32890A55-31C8-4B65-ADD7-0229287072AC}"/>
              </a:ext>
            </a:extLst>
          </p:cNvPr>
          <p:cNvCxnSpPr>
            <a:cxnSpLocks/>
            <a:stCxn id="7" idx="2"/>
            <a:endCxn id="8" idx="0"/>
          </p:cNvCxnSpPr>
          <p:nvPr/>
        </p:nvCxnSpPr>
        <p:spPr>
          <a:xfrm>
            <a:off x="7163992" y="2821790"/>
            <a:ext cx="0" cy="32857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6" name="直線矢印コネクタ 15">
            <a:extLst>
              <a:ext uri="{FF2B5EF4-FFF2-40B4-BE49-F238E27FC236}">
                <a16:creationId xmlns:a16="http://schemas.microsoft.com/office/drawing/2014/main" id="{34A3A635-78D6-4F4E-BF8D-C885B66DD6F0}"/>
              </a:ext>
            </a:extLst>
          </p:cNvPr>
          <p:cNvCxnSpPr>
            <a:cxnSpLocks/>
            <a:stCxn id="8" idx="2"/>
            <a:endCxn id="9" idx="0"/>
          </p:cNvCxnSpPr>
          <p:nvPr/>
        </p:nvCxnSpPr>
        <p:spPr>
          <a:xfrm>
            <a:off x="7163992" y="3464583"/>
            <a:ext cx="0" cy="328577"/>
          </a:xfrm>
          <a:prstGeom prst="straightConnector1">
            <a:avLst/>
          </a:prstGeom>
          <a:ln w="19050">
            <a:solidFill>
              <a:schemeClr val="tx1"/>
            </a:solidFill>
            <a:tailEnd type="none"/>
          </a:ln>
        </p:spPr>
        <p:style>
          <a:lnRef idx="1">
            <a:schemeClr val="accent1"/>
          </a:lnRef>
          <a:fillRef idx="0">
            <a:schemeClr val="accent1"/>
          </a:fillRef>
          <a:effectRef idx="0">
            <a:schemeClr val="accent1"/>
          </a:effectRef>
          <a:fontRef idx="minor">
            <a:schemeClr val="tx1"/>
          </a:fontRef>
        </p:style>
      </p:cxnSp>
      <p:sp>
        <p:nvSpPr>
          <p:cNvPr id="19" name="テキスト ボックス 18">
            <a:extLst>
              <a:ext uri="{FF2B5EF4-FFF2-40B4-BE49-F238E27FC236}">
                <a16:creationId xmlns:a16="http://schemas.microsoft.com/office/drawing/2014/main" id="{30375369-E0BD-4F9D-8906-0A551849FDCB}"/>
              </a:ext>
            </a:extLst>
          </p:cNvPr>
          <p:cNvSpPr txBox="1"/>
          <p:nvPr/>
        </p:nvSpPr>
        <p:spPr>
          <a:xfrm>
            <a:off x="7163992" y="1747006"/>
            <a:ext cx="796290" cy="537233"/>
          </a:xfrm>
          <a:prstGeom prst="rect">
            <a:avLst/>
          </a:prstGeom>
          <a:noFill/>
          <a:ln>
            <a:noFill/>
          </a:ln>
        </p:spPr>
        <p:txBody>
          <a:bodyPr wrap="square" rtlCol="0">
            <a:noAutofit/>
          </a:bodyPr>
          <a:lstStyle/>
          <a:p>
            <a:pPr algn="l"/>
            <a:endParaRPr kumimoji="1" lang="ja-JP" altLang="en-US" sz="1400" baseline="0" dirty="0">
              <a:solidFill>
                <a:schemeClr val="tx1"/>
              </a:solidFill>
            </a:endParaRPr>
          </a:p>
        </p:txBody>
      </p:sp>
      <p:cxnSp>
        <p:nvCxnSpPr>
          <p:cNvPr id="20" name="コネクタ: カギ線 19">
            <a:extLst>
              <a:ext uri="{FF2B5EF4-FFF2-40B4-BE49-F238E27FC236}">
                <a16:creationId xmlns:a16="http://schemas.microsoft.com/office/drawing/2014/main" id="{99642043-6D59-44BF-97FF-0DB3B68F463B}"/>
              </a:ext>
            </a:extLst>
          </p:cNvPr>
          <p:cNvCxnSpPr>
            <a:cxnSpLocks/>
            <a:stCxn id="9" idx="2"/>
            <a:endCxn id="19" idx="1"/>
          </p:cNvCxnSpPr>
          <p:nvPr/>
        </p:nvCxnSpPr>
        <p:spPr>
          <a:xfrm rot="5400000" flipH="1">
            <a:off x="6118115" y="3061500"/>
            <a:ext cx="2091753" cy="12700"/>
          </a:xfrm>
          <a:prstGeom prst="bentConnector4">
            <a:avLst>
              <a:gd name="adj1" fmla="val -10929"/>
              <a:gd name="adj2" fmla="val 10267827"/>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コネクタ: カギ線 23">
            <a:extLst>
              <a:ext uri="{FF2B5EF4-FFF2-40B4-BE49-F238E27FC236}">
                <a16:creationId xmlns:a16="http://schemas.microsoft.com/office/drawing/2014/main" id="{EC1B078F-8281-4354-BA79-6C917CA1E7C3}"/>
              </a:ext>
            </a:extLst>
          </p:cNvPr>
          <p:cNvCxnSpPr>
            <a:cxnSpLocks/>
            <a:stCxn id="7" idx="3"/>
          </p:cNvCxnSpPr>
          <p:nvPr/>
        </p:nvCxnSpPr>
        <p:spPr>
          <a:xfrm>
            <a:off x="8108872" y="2474461"/>
            <a:ext cx="399024" cy="2145247"/>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620263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83AABE78-E350-460A-9E78-2FB156E1E832}"/>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90AA5D02-FB5C-4A73-80CA-7E02A3454802}"/>
              </a:ext>
            </a:extLst>
          </p:cNvPr>
          <p:cNvSpPr>
            <a:spLocks noGrp="1"/>
          </p:cNvSpPr>
          <p:nvPr>
            <p:ph type="ctrTitle"/>
          </p:nvPr>
        </p:nvSpPr>
        <p:spPr/>
        <p:txBody>
          <a:bodyPr/>
          <a:lstStyle/>
          <a:p>
            <a:r>
              <a:rPr kumimoji="1" lang="ja-JP" altLang="en-US" dirty="0"/>
              <a:t>制御構造のネスト</a:t>
            </a:r>
          </a:p>
        </p:txBody>
      </p:sp>
      <p:sp>
        <p:nvSpPr>
          <p:cNvPr id="4" name="スライド番号プレースホルダー 3">
            <a:extLst>
              <a:ext uri="{FF2B5EF4-FFF2-40B4-BE49-F238E27FC236}">
                <a16:creationId xmlns:a16="http://schemas.microsoft.com/office/drawing/2014/main" id="{ACAC8F6B-0B90-4E10-BCB0-3535A71E171D}"/>
              </a:ext>
            </a:extLst>
          </p:cNvPr>
          <p:cNvSpPr>
            <a:spLocks noGrp="1"/>
          </p:cNvSpPr>
          <p:nvPr>
            <p:ph type="sldNum" sz="quarter" idx="4"/>
          </p:nvPr>
        </p:nvSpPr>
        <p:spPr/>
        <p:txBody>
          <a:bodyPr/>
          <a:lstStyle/>
          <a:p>
            <a:fld id="{00000000-1234-1234-1234-123412341234}" type="slidenum">
              <a:rPr lang="en" smtClean="0"/>
              <a:pPr/>
              <a:t>36</a:t>
            </a:fld>
            <a:endParaRPr lang="en" dirty="0">
              <a:latin typeface="+mn-ea"/>
            </a:endParaRPr>
          </a:p>
        </p:txBody>
      </p:sp>
      <p:sp>
        <p:nvSpPr>
          <p:cNvPr id="6" name="テキスト プレースホルダー 5">
            <a:extLst>
              <a:ext uri="{FF2B5EF4-FFF2-40B4-BE49-F238E27FC236}">
                <a16:creationId xmlns:a16="http://schemas.microsoft.com/office/drawing/2014/main" id="{10FF3ABF-532B-4BD8-8BC8-25B456FC246A}"/>
              </a:ext>
            </a:extLst>
          </p:cNvPr>
          <p:cNvSpPr>
            <a:spLocks noGrp="1"/>
          </p:cNvSpPr>
          <p:nvPr>
            <p:ph type="body" sz="quarter" idx="15"/>
          </p:nvPr>
        </p:nvSpPr>
        <p:spPr>
          <a:xfrm>
            <a:off x="463549" y="1023814"/>
            <a:ext cx="7177471" cy="844743"/>
          </a:xfrm>
        </p:spPr>
        <p:txBody>
          <a:bodyPr/>
          <a:lstStyle/>
          <a:p>
            <a:r>
              <a:rPr kumimoji="1" lang="en-US" altLang="ja-JP" dirty="0"/>
              <a:t>{}</a:t>
            </a:r>
            <a:r>
              <a:rPr kumimoji="1" lang="ja-JP" altLang="en-US" dirty="0"/>
              <a:t>で囲まれた構文の中に</a:t>
            </a:r>
            <a:r>
              <a:rPr kumimoji="1" lang="en-US" altLang="ja-JP" dirty="0"/>
              <a:t>{}</a:t>
            </a:r>
            <a:r>
              <a:rPr lang="ja-JP" altLang="en-US" dirty="0"/>
              <a:t>で囲まれた構文を記載することをネストと呼ぶ</a:t>
            </a:r>
            <a:endParaRPr lang="en-US" altLang="ja-JP" dirty="0"/>
          </a:p>
          <a:p>
            <a:r>
              <a:rPr kumimoji="1" lang="ja-JP" altLang="en-US" dirty="0"/>
              <a:t>ネストが増えることで複雑な処理になるが、多すぎるネストには注意</a:t>
            </a:r>
          </a:p>
        </p:txBody>
      </p:sp>
      <p:sp>
        <p:nvSpPr>
          <p:cNvPr id="7" name="テキスト プレースホルダー 6">
            <a:extLst>
              <a:ext uri="{FF2B5EF4-FFF2-40B4-BE49-F238E27FC236}">
                <a16:creationId xmlns:a16="http://schemas.microsoft.com/office/drawing/2014/main" id="{1E05E3CD-6795-467B-A143-461AD26F59F8}"/>
              </a:ext>
            </a:extLst>
          </p:cNvPr>
          <p:cNvSpPr>
            <a:spLocks noGrp="1"/>
          </p:cNvSpPr>
          <p:nvPr>
            <p:ph type="body" sz="quarter" idx="16"/>
          </p:nvPr>
        </p:nvSpPr>
        <p:spPr/>
        <p:txBody>
          <a:bodyPr/>
          <a:lstStyle/>
          <a:p>
            <a:endParaRPr kumimoji="1" lang="ja-JP" altLang="en-US"/>
          </a:p>
        </p:txBody>
      </p:sp>
      <p:sp>
        <p:nvSpPr>
          <p:cNvPr id="15" name="テキスト プレースホルダー 4">
            <a:extLst>
              <a:ext uri="{FF2B5EF4-FFF2-40B4-BE49-F238E27FC236}">
                <a16:creationId xmlns:a16="http://schemas.microsoft.com/office/drawing/2014/main" id="{B8FAB926-DBC7-473E-A75F-D19A39EECE20}"/>
              </a:ext>
            </a:extLst>
          </p:cNvPr>
          <p:cNvSpPr>
            <a:spLocks noGrp="1"/>
          </p:cNvSpPr>
          <p:nvPr>
            <p:ph type="body" sz="quarter" idx="14"/>
          </p:nvPr>
        </p:nvSpPr>
        <p:spPr>
          <a:xfrm>
            <a:off x="463550" y="1993599"/>
            <a:ext cx="8216900" cy="1432087"/>
          </a:xfrm>
        </p:spPr>
        <p:txBody>
          <a:bodyPr/>
          <a:lstStyle/>
          <a:p>
            <a:pPr marL="96838" indent="0">
              <a:buNone/>
            </a:pPr>
            <a:r>
              <a:rPr kumimoji="1" lang="ja-JP" altLang="en-US" dirty="0"/>
              <a:t>今まで</a:t>
            </a:r>
            <a:r>
              <a:rPr kumimoji="1" lang="en-US" altLang="ja-JP" dirty="0"/>
              <a:t>5</a:t>
            </a:r>
            <a:r>
              <a:rPr kumimoji="1" lang="ja-JP" altLang="en-US" dirty="0"/>
              <a:t>種類の制御構文を学んできました。これらの制御構文はその中に更に制御構文を書くことができます。</a:t>
            </a:r>
          </a:p>
          <a:p>
            <a:pPr marL="96838" indent="0">
              <a:buNone/>
            </a:pPr>
            <a:r>
              <a:rPr kumimoji="1" lang="ja-JP" altLang="en-US" dirty="0"/>
              <a:t>例えば、下のプログラムはスコープの説明で使ったものですが、繰り返し</a:t>
            </a:r>
            <a:r>
              <a:rPr kumimoji="1" lang="en-US" altLang="ja-JP" dirty="0"/>
              <a:t>(while</a:t>
            </a:r>
            <a:r>
              <a:rPr kumimoji="1" lang="ja-JP" altLang="en-US" dirty="0"/>
              <a:t>文</a:t>
            </a:r>
            <a:r>
              <a:rPr kumimoji="1" lang="en-US" altLang="ja-JP" dirty="0"/>
              <a:t>)</a:t>
            </a:r>
            <a:r>
              <a:rPr kumimoji="1" lang="ja-JP" altLang="en-US" dirty="0"/>
              <a:t>の中に分岐</a:t>
            </a:r>
            <a:r>
              <a:rPr kumimoji="1" lang="en-US" altLang="ja-JP" dirty="0"/>
              <a:t>(if</a:t>
            </a:r>
            <a:r>
              <a:rPr kumimoji="1" lang="ja-JP" altLang="en-US" dirty="0"/>
              <a:t>文</a:t>
            </a:r>
            <a:r>
              <a:rPr kumimoji="1" lang="en-US" altLang="ja-JP" dirty="0"/>
              <a:t>)</a:t>
            </a:r>
            <a:r>
              <a:rPr kumimoji="1" lang="ja-JP" altLang="en-US" dirty="0"/>
              <a:t>が入っています。</a:t>
            </a:r>
            <a:br>
              <a:rPr kumimoji="1" lang="ja-JP" altLang="en-US" dirty="0"/>
            </a:br>
            <a:r>
              <a:rPr kumimoji="1" lang="ja-JP" altLang="en-US" dirty="0"/>
              <a:t>このような多重構造を「</a:t>
            </a:r>
            <a:r>
              <a:rPr kumimoji="1" lang="ja-JP" altLang="en-US" b="1" dirty="0">
                <a:solidFill>
                  <a:schemeClr val="tx2"/>
                </a:solidFill>
              </a:rPr>
              <a:t>入れ子</a:t>
            </a:r>
            <a:r>
              <a:rPr kumimoji="1" lang="ja-JP" altLang="en-US" dirty="0"/>
              <a:t>」とか「</a:t>
            </a:r>
            <a:r>
              <a:rPr kumimoji="1" lang="ja-JP" altLang="en-US" b="1" dirty="0">
                <a:solidFill>
                  <a:schemeClr val="tx2"/>
                </a:solidFill>
              </a:rPr>
              <a:t>ネスト</a:t>
            </a:r>
            <a:r>
              <a:rPr kumimoji="1" lang="ja-JP" altLang="en-US" dirty="0"/>
              <a:t>」といいます。</a:t>
            </a:r>
            <a:endParaRPr kumimoji="1" lang="en-US" altLang="ja-JP" dirty="0"/>
          </a:p>
          <a:p>
            <a:pPr marL="96838" indent="0">
              <a:buNone/>
            </a:pPr>
            <a:r>
              <a:rPr lang="ja-JP" altLang="en-US" dirty="0"/>
              <a:t>次のページでプログラムのサンプルを記載します。</a:t>
            </a:r>
            <a:endParaRPr kumimoji="1" lang="ja-JP" altLang="en-US" dirty="0"/>
          </a:p>
          <a:p>
            <a:pPr marL="96838" indent="0">
              <a:buNone/>
            </a:pPr>
            <a:endParaRPr kumimoji="1" lang="ja-JP" altLang="en-US" dirty="0"/>
          </a:p>
        </p:txBody>
      </p:sp>
    </p:spTree>
    <p:extLst>
      <p:ext uri="{BB962C8B-B14F-4D97-AF65-F5344CB8AC3E}">
        <p14:creationId xmlns:p14="http://schemas.microsoft.com/office/powerpoint/2010/main" val="295997463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3AE09C4-B747-4C59-9559-DCD59D4CC45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C66C19A5-D0E7-4138-928B-1D8341B72893}"/>
              </a:ext>
            </a:extLst>
          </p:cNvPr>
          <p:cNvSpPr>
            <a:spLocks noGrp="1"/>
          </p:cNvSpPr>
          <p:nvPr>
            <p:ph type="ctrTitle"/>
          </p:nvPr>
        </p:nvSpPr>
        <p:spPr/>
        <p:txBody>
          <a:bodyPr/>
          <a:lstStyle/>
          <a:p>
            <a:r>
              <a:rPr lang="en-US" altLang="ja-JP" dirty="0" err="1"/>
              <a:t>制御構造のネスト</a:t>
            </a:r>
            <a:endParaRPr kumimoji="1" lang="ja-JP" altLang="en-US" dirty="0"/>
          </a:p>
        </p:txBody>
      </p:sp>
      <p:sp>
        <p:nvSpPr>
          <p:cNvPr id="4" name="スライド番号プレースホルダー 3">
            <a:extLst>
              <a:ext uri="{FF2B5EF4-FFF2-40B4-BE49-F238E27FC236}">
                <a16:creationId xmlns:a16="http://schemas.microsoft.com/office/drawing/2014/main" id="{14D7D040-667C-45ED-8769-7BE9646E2B17}"/>
              </a:ext>
            </a:extLst>
          </p:cNvPr>
          <p:cNvSpPr>
            <a:spLocks noGrp="1"/>
          </p:cNvSpPr>
          <p:nvPr>
            <p:ph type="sldNum" sz="quarter" idx="4"/>
          </p:nvPr>
        </p:nvSpPr>
        <p:spPr/>
        <p:txBody>
          <a:bodyPr/>
          <a:lstStyle/>
          <a:p>
            <a:fld id="{00000000-1234-1234-1234-123412341234}" type="slidenum">
              <a:rPr lang="en" smtClean="0"/>
              <a:pPr/>
              <a:t>37</a:t>
            </a:fld>
            <a:endParaRPr lang="en" dirty="0"/>
          </a:p>
        </p:txBody>
      </p:sp>
      <p:sp>
        <p:nvSpPr>
          <p:cNvPr id="6" name="テキスト プレースホルダー 4">
            <a:extLst>
              <a:ext uri="{FF2B5EF4-FFF2-40B4-BE49-F238E27FC236}">
                <a16:creationId xmlns:a16="http://schemas.microsoft.com/office/drawing/2014/main" id="{74E7D1F4-BCF9-431D-8B4B-FAB1E1CB252E}"/>
              </a:ext>
            </a:extLst>
          </p:cNvPr>
          <p:cNvSpPr txBox="1">
            <a:spLocks/>
          </p:cNvSpPr>
          <p:nvPr/>
        </p:nvSpPr>
        <p:spPr>
          <a:xfrm>
            <a:off x="1168842" y="931632"/>
            <a:ext cx="3482671" cy="2703404"/>
          </a:xfrm>
          <a:prstGeom prst="rect">
            <a:avLst/>
          </a:prstGeom>
          <a:solidFill>
            <a:schemeClr val="accent4">
              <a:lumMod val="20000"/>
              <a:lumOff val="80000"/>
            </a:schemeClr>
          </a:solidFill>
          <a:ln>
            <a:solidFill>
              <a:schemeClr val="accent4"/>
            </a:solidFill>
          </a:ln>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sz="1200" dirty="0"/>
              <a:t>int </a:t>
            </a:r>
            <a:r>
              <a:rPr lang="en-US" altLang="ja-JP" sz="1200" dirty="0" err="1"/>
              <a:t>riceCake</a:t>
            </a:r>
            <a:r>
              <a:rPr lang="en-US" altLang="ja-JP" sz="1200" dirty="0"/>
              <a:t> = 5;</a:t>
            </a:r>
          </a:p>
          <a:p>
            <a:pPr marL="96838" indent="0">
              <a:buFont typeface="Arial" panose="020B0604020202020204" pitchFamily="34" charset="0"/>
              <a:buNone/>
            </a:pPr>
            <a:r>
              <a:rPr lang="en-US" altLang="ja-JP" sz="1200" dirty="0"/>
              <a:t>while (</a:t>
            </a:r>
            <a:r>
              <a:rPr lang="en-US" altLang="ja-JP" sz="1200" dirty="0" err="1"/>
              <a:t>riceCake</a:t>
            </a:r>
            <a:r>
              <a:rPr lang="en-US" altLang="ja-JP" sz="1200" dirty="0"/>
              <a:t> &gt; 0) {</a:t>
            </a:r>
          </a:p>
          <a:p>
            <a:pPr marL="96838" indent="0">
              <a:buFont typeface="Arial" panose="020B0604020202020204" pitchFamily="34" charset="0"/>
              <a:buNone/>
            </a:pPr>
            <a:r>
              <a:rPr lang="en-US" altLang="ja-JP" sz="1200" dirty="0"/>
              <a:t>    String comment;  //</a:t>
            </a:r>
            <a:r>
              <a:rPr lang="ja-JP" altLang="en-US" sz="1200" dirty="0"/>
              <a:t>宣言</a:t>
            </a:r>
            <a:endParaRPr lang="en-US" altLang="ja-JP" sz="1200" dirty="0"/>
          </a:p>
          <a:p>
            <a:pPr marL="96838" indent="0">
              <a:buFont typeface="Arial" panose="020B0604020202020204" pitchFamily="34" charset="0"/>
              <a:buNone/>
            </a:pPr>
            <a:r>
              <a:rPr lang="ja-JP" altLang="en-US" sz="1200" dirty="0"/>
              <a:t>    </a:t>
            </a:r>
            <a:r>
              <a:rPr lang="en-US" altLang="ja-JP" sz="1200" dirty="0"/>
              <a:t>if (</a:t>
            </a:r>
            <a:r>
              <a:rPr lang="en-US" altLang="ja-JP" sz="1200" dirty="0" err="1"/>
              <a:t>riceCake</a:t>
            </a:r>
            <a:r>
              <a:rPr lang="en-US" altLang="ja-JP" sz="1200" dirty="0"/>
              <a:t> &gt; 2) {</a:t>
            </a:r>
          </a:p>
          <a:p>
            <a:pPr marL="96838" indent="0">
              <a:buFont typeface="Arial" panose="020B0604020202020204" pitchFamily="34" charset="0"/>
              <a:buNone/>
            </a:pPr>
            <a:r>
              <a:rPr lang="en-US" altLang="ja-JP" sz="1200" dirty="0"/>
              <a:t>        comment = "</a:t>
            </a:r>
            <a:r>
              <a:rPr lang="ja-JP" altLang="en-US" sz="1200" dirty="0"/>
              <a:t>おいしい</a:t>
            </a:r>
            <a:r>
              <a:rPr lang="en-US" altLang="ja-JP" sz="1200" dirty="0"/>
              <a:t>";</a:t>
            </a:r>
          </a:p>
          <a:p>
            <a:pPr marL="96838" indent="0">
              <a:buFont typeface="Arial" panose="020B0604020202020204" pitchFamily="34" charset="0"/>
              <a:buNone/>
            </a:pPr>
            <a:r>
              <a:rPr lang="en-US" altLang="ja-JP" sz="1200" dirty="0"/>
              <a:t>    } else {</a:t>
            </a:r>
          </a:p>
          <a:p>
            <a:pPr marL="96838" indent="0">
              <a:buFont typeface="Arial" panose="020B0604020202020204" pitchFamily="34" charset="0"/>
              <a:buNone/>
            </a:pPr>
            <a:r>
              <a:rPr lang="en-US" altLang="ja-JP" sz="1200" dirty="0"/>
              <a:t>        comment = "</a:t>
            </a:r>
            <a:r>
              <a:rPr lang="ja-JP" altLang="en-US" sz="1200" dirty="0"/>
              <a:t>満腹</a:t>
            </a:r>
            <a:r>
              <a:rPr lang="en-US" altLang="ja-JP" sz="1200" dirty="0"/>
              <a:t>";</a:t>
            </a:r>
          </a:p>
          <a:p>
            <a:pPr marL="96838" indent="0">
              <a:buFont typeface="Arial" panose="020B0604020202020204" pitchFamily="34" charset="0"/>
              <a:buNone/>
            </a:pPr>
            <a:r>
              <a:rPr lang="en-US" altLang="ja-JP" sz="1200" dirty="0"/>
              <a:t>    }</a:t>
            </a:r>
          </a:p>
          <a:p>
            <a:pPr marL="96838" indent="0">
              <a:buFont typeface="Arial" panose="020B0604020202020204" pitchFamily="34" charset="0"/>
              <a:buNone/>
            </a:pPr>
            <a:r>
              <a:rPr lang="en-US" altLang="ja-JP" sz="1200" dirty="0"/>
              <a:t>    </a:t>
            </a:r>
            <a:r>
              <a:rPr lang="en-US" altLang="ja-JP" sz="1200" dirty="0" err="1"/>
              <a:t>riceCake</a:t>
            </a:r>
            <a:r>
              <a:rPr lang="en-US" altLang="ja-JP" sz="1200"/>
              <a:t>--;</a:t>
            </a:r>
            <a:endParaRPr lang="en-US" altLang="ja-JP" sz="1200" dirty="0"/>
          </a:p>
          <a:p>
            <a:pPr marL="96838" indent="0">
              <a:buFont typeface="Arial" panose="020B0604020202020204" pitchFamily="34" charset="0"/>
              <a:buNone/>
            </a:pPr>
            <a:r>
              <a:rPr lang="en-US" altLang="ja-JP" sz="1200" dirty="0"/>
              <a:t>    </a:t>
            </a:r>
            <a:r>
              <a:rPr lang="en-US" altLang="ja-JP" sz="1200" dirty="0" err="1"/>
              <a:t>System.out.println</a:t>
            </a:r>
            <a:r>
              <a:rPr lang="en-US" altLang="ja-JP" sz="1200" dirty="0"/>
              <a:t>(comment);</a:t>
            </a:r>
          </a:p>
          <a:p>
            <a:pPr marL="96838" indent="0">
              <a:buFont typeface="Arial" panose="020B0604020202020204" pitchFamily="34" charset="0"/>
              <a:buNone/>
            </a:pPr>
            <a:r>
              <a:rPr lang="en-US" altLang="ja-JP" sz="1200" dirty="0"/>
              <a:t>}</a:t>
            </a:r>
          </a:p>
        </p:txBody>
      </p:sp>
      <p:sp>
        <p:nvSpPr>
          <p:cNvPr id="7" name="正方形/長方形 6">
            <a:extLst>
              <a:ext uri="{FF2B5EF4-FFF2-40B4-BE49-F238E27FC236}">
                <a16:creationId xmlns:a16="http://schemas.microsoft.com/office/drawing/2014/main" id="{6F8C7DF0-C430-4A10-8EC8-3D94556FA6FE}"/>
              </a:ext>
            </a:extLst>
          </p:cNvPr>
          <p:cNvSpPr/>
          <p:nvPr/>
        </p:nvSpPr>
        <p:spPr>
          <a:xfrm>
            <a:off x="1565413" y="1655200"/>
            <a:ext cx="2616973" cy="1255556"/>
          </a:xfrm>
          <a:prstGeom prst="rect">
            <a:avLst/>
          </a:prstGeom>
          <a:solidFill>
            <a:schemeClr val="accent6">
              <a:alpha val="20000"/>
            </a:schemeClr>
          </a:solid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1400" dirty="0">
              <a:solidFill>
                <a:schemeClr val="tx1"/>
              </a:solidFill>
            </a:endParaRPr>
          </a:p>
        </p:txBody>
      </p:sp>
      <p:sp>
        <p:nvSpPr>
          <p:cNvPr id="8" name="Google Shape;198;p23">
            <a:extLst>
              <a:ext uri="{FF2B5EF4-FFF2-40B4-BE49-F238E27FC236}">
                <a16:creationId xmlns:a16="http://schemas.microsoft.com/office/drawing/2014/main" id="{A0AF6942-5F48-4D92-8567-BEA120045B7B}"/>
              </a:ext>
            </a:extLst>
          </p:cNvPr>
          <p:cNvSpPr txBox="1"/>
          <p:nvPr/>
        </p:nvSpPr>
        <p:spPr>
          <a:xfrm>
            <a:off x="4730032" y="1993422"/>
            <a:ext cx="1128030" cy="579111"/>
          </a:xfrm>
          <a:prstGeom prst="rect">
            <a:avLst/>
          </a:prstGeom>
          <a:solidFill>
            <a:schemeClr val="accent6">
              <a:lumMod val="20000"/>
              <a:lumOff val="80000"/>
            </a:schemeClr>
          </a:solidFill>
          <a:ln w="6350"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altLang="en-US" sz="1400" dirty="0">
                <a:solidFill>
                  <a:schemeClr val="dk1"/>
                </a:solidFill>
                <a:cs typeface="Meiryo"/>
                <a:sym typeface="Meiryo"/>
              </a:rPr>
              <a:t>分岐</a:t>
            </a:r>
            <a:endParaRPr lang="en-US" altLang="ja-JP" sz="1400" dirty="0">
              <a:solidFill>
                <a:schemeClr val="dk1"/>
              </a:solidFill>
              <a:cs typeface="Meiryo"/>
              <a:sym typeface="Meiryo"/>
            </a:endParaRPr>
          </a:p>
          <a:p>
            <a:pPr marL="0" marR="0" lvl="0" indent="0" algn="l" rtl="0">
              <a:spcBef>
                <a:spcPts val="0"/>
              </a:spcBef>
              <a:spcAft>
                <a:spcPts val="0"/>
              </a:spcAft>
              <a:buNone/>
            </a:pPr>
            <a:r>
              <a:rPr lang="en-US" altLang="ja-JP" sz="1400" dirty="0">
                <a:solidFill>
                  <a:schemeClr val="dk1"/>
                </a:solidFill>
                <a:cs typeface="Meiryo"/>
                <a:sym typeface="Meiryo"/>
              </a:rPr>
              <a:t>(if</a:t>
            </a:r>
            <a:r>
              <a:rPr lang="ja-JP" altLang="en-US" sz="1400" dirty="0">
                <a:solidFill>
                  <a:schemeClr val="dk1"/>
                </a:solidFill>
                <a:cs typeface="Meiryo"/>
                <a:sym typeface="Meiryo"/>
              </a:rPr>
              <a:t>文</a:t>
            </a:r>
            <a:r>
              <a:rPr lang="en-US" altLang="ja-JP" sz="1400" dirty="0">
                <a:solidFill>
                  <a:schemeClr val="dk1"/>
                </a:solidFill>
                <a:cs typeface="Meiryo"/>
                <a:sym typeface="Meiryo"/>
              </a:rPr>
              <a:t>)</a:t>
            </a:r>
          </a:p>
        </p:txBody>
      </p:sp>
      <p:sp>
        <p:nvSpPr>
          <p:cNvPr id="9" name="Google Shape;198;p23">
            <a:extLst>
              <a:ext uri="{FF2B5EF4-FFF2-40B4-BE49-F238E27FC236}">
                <a16:creationId xmlns:a16="http://schemas.microsoft.com/office/drawing/2014/main" id="{B7384BAB-7B67-4787-8306-5B69348A6E92}"/>
              </a:ext>
            </a:extLst>
          </p:cNvPr>
          <p:cNvSpPr txBox="1"/>
          <p:nvPr/>
        </p:nvSpPr>
        <p:spPr>
          <a:xfrm>
            <a:off x="5048084" y="1112500"/>
            <a:ext cx="1128030" cy="579111"/>
          </a:xfrm>
          <a:prstGeom prst="rect">
            <a:avLst/>
          </a:prstGeom>
          <a:solidFill>
            <a:schemeClr val="accent4">
              <a:lumMod val="20000"/>
              <a:lumOff val="80000"/>
            </a:schemeClr>
          </a:solidFill>
          <a:ln w="6350"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ja-JP" altLang="en-US" sz="1400" dirty="0">
                <a:solidFill>
                  <a:schemeClr val="dk1"/>
                </a:solidFill>
                <a:sym typeface="Meiryo"/>
              </a:rPr>
              <a:t>繰り返し</a:t>
            </a:r>
            <a:endParaRPr lang="en-US" altLang="ja-JP" sz="1400" dirty="0">
              <a:solidFill>
                <a:schemeClr val="dk1"/>
              </a:solidFill>
              <a:sym typeface="Meiryo"/>
            </a:endParaRPr>
          </a:p>
          <a:p>
            <a:pPr marL="0" marR="0" lvl="0" indent="0" algn="l" rtl="0">
              <a:spcBef>
                <a:spcPts val="0"/>
              </a:spcBef>
              <a:spcAft>
                <a:spcPts val="0"/>
              </a:spcAft>
              <a:buNone/>
            </a:pPr>
            <a:r>
              <a:rPr lang="en-US" sz="1400" dirty="0">
                <a:solidFill>
                  <a:schemeClr val="dk1"/>
                </a:solidFill>
                <a:sym typeface="Meiryo"/>
              </a:rPr>
              <a:t>(while</a:t>
            </a:r>
            <a:r>
              <a:rPr lang="ja-JP" altLang="en-US" sz="1400" dirty="0">
                <a:solidFill>
                  <a:schemeClr val="dk1"/>
                </a:solidFill>
                <a:sym typeface="Meiryo"/>
              </a:rPr>
              <a:t>文</a:t>
            </a:r>
            <a:r>
              <a:rPr lang="en-US" altLang="ja-JP" sz="1400" dirty="0">
                <a:solidFill>
                  <a:schemeClr val="dk1"/>
                </a:solidFill>
                <a:sym typeface="Meiryo"/>
              </a:rPr>
              <a:t>)</a:t>
            </a:r>
            <a:endParaRPr sz="1400" dirty="0"/>
          </a:p>
        </p:txBody>
      </p:sp>
      <p:cxnSp>
        <p:nvCxnSpPr>
          <p:cNvPr id="10" name="直線矢印コネクタ 9">
            <a:extLst>
              <a:ext uri="{FF2B5EF4-FFF2-40B4-BE49-F238E27FC236}">
                <a16:creationId xmlns:a16="http://schemas.microsoft.com/office/drawing/2014/main" id="{8D52443C-7EF5-4ED0-8F69-CA0D10523F99}"/>
              </a:ext>
            </a:extLst>
          </p:cNvPr>
          <p:cNvCxnSpPr>
            <a:cxnSpLocks/>
            <a:stCxn id="9" idx="1"/>
          </p:cNvCxnSpPr>
          <p:nvPr/>
        </p:nvCxnSpPr>
        <p:spPr>
          <a:xfrm flipH="1" flipV="1">
            <a:off x="4651513" y="1305343"/>
            <a:ext cx="396571" cy="96713"/>
          </a:xfrm>
          <a:prstGeom prst="straightConnector1">
            <a:avLst/>
          </a:prstGeom>
          <a:ln>
            <a:solidFill>
              <a:schemeClr val="accent4"/>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37DC1B2C-9F0F-488C-906B-D7CB32F1FEDE}"/>
              </a:ext>
            </a:extLst>
          </p:cNvPr>
          <p:cNvCxnSpPr>
            <a:cxnSpLocks/>
            <a:stCxn id="8" idx="1"/>
            <a:endCxn id="7" idx="3"/>
          </p:cNvCxnSpPr>
          <p:nvPr/>
        </p:nvCxnSpPr>
        <p:spPr>
          <a:xfrm flipH="1">
            <a:off x="4182386" y="2282978"/>
            <a:ext cx="547646" cy="0"/>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4" name="テキスト プレースホルダー 4">
            <a:extLst>
              <a:ext uri="{FF2B5EF4-FFF2-40B4-BE49-F238E27FC236}">
                <a16:creationId xmlns:a16="http://schemas.microsoft.com/office/drawing/2014/main" id="{337C2694-BEF1-4955-8EA8-36E746785E3C}"/>
              </a:ext>
            </a:extLst>
          </p:cNvPr>
          <p:cNvSpPr>
            <a:spLocks noGrp="1"/>
          </p:cNvSpPr>
          <p:nvPr>
            <p:ph type="body" sz="quarter" idx="14"/>
          </p:nvPr>
        </p:nvSpPr>
        <p:spPr>
          <a:xfrm>
            <a:off x="543063" y="3827879"/>
            <a:ext cx="8216900" cy="1098729"/>
          </a:xfrm>
        </p:spPr>
        <p:txBody>
          <a:bodyPr/>
          <a:lstStyle/>
          <a:p>
            <a:pPr marL="96838" indent="0">
              <a:buNone/>
            </a:pPr>
            <a:r>
              <a:rPr kumimoji="1" lang="ja-JP" altLang="en-US" dirty="0"/>
              <a:t>このように複雑な処理を記載することが可能ですが、それに伴ってプログラムの解読難易度は上がります。</a:t>
            </a:r>
            <a:r>
              <a:rPr lang="ja-JP" altLang="en-US" dirty="0"/>
              <a:t>１</a:t>
            </a:r>
            <a:r>
              <a:rPr kumimoji="1" lang="ja-JP" altLang="en-US" dirty="0"/>
              <a:t>つ</a:t>
            </a:r>
            <a:r>
              <a:rPr lang="ja-JP" altLang="en-US" dirty="0"/>
              <a:t>１</a:t>
            </a:r>
            <a:r>
              <a:rPr kumimoji="1" lang="ja-JP" altLang="en-US" dirty="0"/>
              <a:t>つの処理をしっかりと追いかけられるように制御構文を理解しましょう。</a:t>
            </a:r>
          </a:p>
        </p:txBody>
      </p:sp>
    </p:spTree>
    <p:extLst>
      <p:ext uri="{BB962C8B-B14F-4D97-AF65-F5344CB8AC3E}">
        <p14:creationId xmlns:p14="http://schemas.microsoft.com/office/powerpoint/2010/main" val="5392112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22650181-3D66-4775-BCF0-0D0FDDFEFC86}"/>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14DEA64-20B8-4AA8-86AC-64D39C90D847}"/>
              </a:ext>
            </a:extLst>
          </p:cNvPr>
          <p:cNvSpPr>
            <a:spLocks noGrp="1"/>
          </p:cNvSpPr>
          <p:nvPr>
            <p:ph type="ctrTitle"/>
          </p:nvPr>
        </p:nvSpPr>
        <p:spPr/>
        <p:txBody>
          <a:bodyPr/>
          <a:lstStyle/>
          <a:p>
            <a:r>
              <a:rPr lang="en-US" altLang="ja-JP" dirty="0"/>
              <a:t>2重ループ</a:t>
            </a:r>
            <a:endParaRPr kumimoji="1" lang="ja-JP" altLang="en-US" dirty="0"/>
          </a:p>
        </p:txBody>
      </p:sp>
      <p:sp>
        <p:nvSpPr>
          <p:cNvPr id="4" name="スライド番号プレースホルダー 3">
            <a:extLst>
              <a:ext uri="{FF2B5EF4-FFF2-40B4-BE49-F238E27FC236}">
                <a16:creationId xmlns:a16="http://schemas.microsoft.com/office/drawing/2014/main" id="{E49FD26D-E71F-4525-8A88-F93FBA7ADB35}"/>
              </a:ext>
            </a:extLst>
          </p:cNvPr>
          <p:cNvSpPr>
            <a:spLocks noGrp="1"/>
          </p:cNvSpPr>
          <p:nvPr>
            <p:ph type="sldNum" sz="quarter" idx="4"/>
          </p:nvPr>
        </p:nvSpPr>
        <p:spPr/>
        <p:txBody>
          <a:bodyPr/>
          <a:lstStyle/>
          <a:p>
            <a:fld id="{00000000-1234-1234-1234-123412341234}" type="slidenum">
              <a:rPr lang="en" smtClean="0"/>
              <a:pPr/>
              <a:t>38</a:t>
            </a:fld>
            <a:endParaRPr lang="en" dirty="0"/>
          </a:p>
        </p:txBody>
      </p:sp>
      <p:sp>
        <p:nvSpPr>
          <p:cNvPr id="5" name="テキスト プレースホルダー 4">
            <a:extLst>
              <a:ext uri="{FF2B5EF4-FFF2-40B4-BE49-F238E27FC236}">
                <a16:creationId xmlns:a16="http://schemas.microsoft.com/office/drawing/2014/main" id="{C9C8E9F4-AF70-441B-831D-54B0A0147661}"/>
              </a:ext>
            </a:extLst>
          </p:cNvPr>
          <p:cNvSpPr>
            <a:spLocks noGrp="1"/>
          </p:cNvSpPr>
          <p:nvPr>
            <p:ph type="body" sz="quarter" idx="14"/>
          </p:nvPr>
        </p:nvSpPr>
        <p:spPr>
          <a:xfrm>
            <a:off x="462875" y="843163"/>
            <a:ext cx="8216900" cy="3924598"/>
          </a:xfrm>
        </p:spPr>
        <p:txBody>
          <a:bodyPr/>
          <a:lstStyle/>
          <a:p>
            <a:pPr marL="96838" indent="0">
              <a:buNone/>
            </a:pPr>
            <a:r>
              <a:rPr kumimoji="1" lang="ja-JP" altLang="en-US" dirty="0"/>
              <a:t>ネストの中でも特にループの中にループがあると流れを理解するのが難しくなります。ループが</a:t>
            </a:r>
            <a:r>
              <a:rPr kumimoji="1" lang="en-US" altLang="ja-JP" dirty="0"/>
              <a:t>2</a:t>
            </a:r>
            <a:r>
              <a:rPr kumimoji="1" lang="ja-JP" altLang="en-US" dirty="0"/>
              <a:t>重になっても基本的な考え方は変わりません。</a:t>
            </a:r>
          </a:p>
          <a:p>
            <a:pPr marL="96838" indent="0">
              <a:buNone/>
            </a:pPr>
            <a:r>
              <a:rPr kumimoji="1" lang="ja-JP" altLang="en-US" b="1" dirty="0">
                <a:solidFill>
                  <a:schemeClr val="tx2"/>
                </a:solidFill>
              </a:rPr>
              <a:t>丁寧に処理を</a:t>
            </a:r>
            <a:r>
              <a:rPr kumimoji="1" lang="en-US" altLang="ja-JP" b="1" dirty="0">
                <a:solidFill>
                  <a:schemeClr val="tx2"/>
                </a:solidFill>
              </a:rPr>
              <a:t>1</a:t>
            </a:r>
            <a:r>
              <a:rPr kumimoji="1" lang="ja-JP" altLang="en-US" b="1" dirty="0">
                <a:solidFill>
                  <a:schemeClr val="tx2"/>
                </a:solidFill>
              </a:rPr>
              <a:t>つ</a:t>
            </a:r>
            <a:r>
              <a:rPr kumimoji="1" lang="en-US" altLang="ja-JP" b="1" dirty="0">
                <a:solidFill>
                  <a:schemeClr val="tx2"/>
                </a:solidFill>
              </a:rPr>
              <a:t>1</a:t>
            </a:r>
            <a:r>
              <a:rPr kumimoji="1" lang="ja-JP" altLang="en-US" b="1" dirty="0">
                <a:solidFill>
                  <a:schemeClr val="tx2"/>
                </a:solidFill>
              </a:rPr>
              <a:t>つ追う</a:t>
            </a:r>
            <a:r>
              <a:rPr kumimoji="1" lang="ja-JP" altLang="en-US" dirty="0"/>
              <a:t>ようにしましょう。</a:t>
            </a:r>
          </a:p>
          <a:p>
            <a:pPr marL="452438" lvl="1" indent="0">
              <a:buNone/>
            </a:pPr>
            <a:r>
              <a:rPr kumimoji="1" lang="en-US" altLang="ja-JP" sz="2000" b="1" dirty="0">
                <a:solidFill>
                  <a:schemeClr val="accent1"/>
                </a:solidFill>
              </a:rPr>
              <a:t>for (int </a:t>
            </a:r>
            <a:r>
              <a:rPr kumimoji="1" lang="en-US" altLang="ja-JP" sz="2000" b="1" dirty="0" err="1">
                <a:solidFill>
                  <a:schemeClr val="accent1"/>
                </a:solidFill>
              </a:rPr>
              <a:t>i</a:t>
            </a:r>
            <a:r>
              <a:rPr kumimoji="1" lang="en-US" altLang="ja-JP" sz="2000" b="1" dirty="0">
                <a:solidFill>
                  <a:schemeClr val="accent1"/>
                </a:solidFill>
              </a:rPr>
              <a:t> = 0; </a:t>
            </a:r>
            <a:r>
              <a:rPr kumimoji="1" lang="en-US" altLang="ja-JP" sz="2000" b="1" dirty="0" err="1">
                <a:solidFill>
                  <a:schemeClr val="accent1"/>
                </a:solidFill>
              </a:rPr>
              <a:t>i</a:t>
            </a:r>
            <a:r>
              <a:rPr kumimoji="1" lang="en-US" altLang="ja-JP" sz="2000" b="1" dirty="0">
                <a:solidFill>
                  <a:schemeClr val="accent1"/>
                </a:solidFill>
              </a:rPr>
              <a:t> &lt; 2; </a:t>
            </a:r>
            <a:r>
              <a:rPr kumimoji="1" lang="en-US" altLang="ja-JP" sz="2000" b="1" dirty="0" err="1">
                <a:solidFill>
                  <a:schemeClr val="accent1"/>
                </a:solidFill>
              </a:rPr>
              <a:t>i</a:t>
            </a:r>
            <a:r>
              <a:rPr kumimoji="1" lang="en-US" altLang="ja-JP" sz="2000" b="1" dirty="0">
                <a:solidFill>
                  <a:schemeClr val="accent1"/>
                </a:solidFill>
              </a:rPr>
              <a:t>++) {</a:t>
            </a:r>
            <a:br>
              <a:rPr kumimoji="1" lang="en-US" altLang="ja-JP" sz="2000" b="1" dirty="0">
                <a:solidFill>
                  <a:schemeClr val="accent1"/>
                </a:solidFill>
              </a:rPr>
            </a:br>
            <a:r>
              <a:rPr kumimoji="1" lang="en-US" altLang="ja-JP" sz="2000" b="1" dirty="0">
                <a:solidFill>
                  <a:schemeClr val="accent1"/>
                </a:solidFill>
              </a:rPr>
              <a:t>    for (int j = 0; j &lt; 2; </a:t>
            </a:r>
            <a:r>
              <a:rPr kumimoji="1" lang="en-US" altLang="ja-JP" sz="2000" b="1" dirty="0" err="1">
                <a:solidFill>
                  <a:schemeClr val="accent1"/>
                </a:solidFill>
              </a:rPr>
              <a:t>j++</a:t>
            </a:r>
            <a:r>
              <a:rPr kumimoji="1" lang="en-US" altLang="ja-JP" sz="2000" b="1" dirty="0">
                <a:solidFill>
                  <a:schemeClr val="accent1"/>
                </a:solidFill>
              </a:rPr>
              <a:t>) {</a:t>
            </a:r>
            <a:br>
              <a:rPr kumimoji="1" lang="en-US" altLang="ja-JP" sz="2000" b="1" dirty="0">
                <a:solidFill>
                  <a:schemeClr val="accent1"/>
                </a:solidFill>
              </a:rPr>
            </a:br>
            <a:r>
              <a:rPr kumimoji="1" lang="en-US" altLang="ja-JP" sz="2000" b="1" dirty="0">
                <a:solidFill>
                  <a:schemeClr val="accent1"/>
                </a:solidFill>
              </a:rPr>
              <a:t>        </a:t>
            </a:r>
            <a:r>
              <a:rPr kumimoji="1" lang="en-US" altLang="ja-JP" sz="2000" b="1" dirty="0" err="1">
                <a:solidFill>
                  <a:schemeClr val="accent1"/>
                </a:solidFill>
              </a:rPr>
              <a:t>System.out.println</a:t>
            </a:r>
            <a:r>
              <a:rPr kumimoji="1" lang="en-US" altLang="ja-JP" sz="2000" b="1" dirty="0">
                <a:solidFill>
                  <a:schemeClr val="accent1"/>
                </a:solidFill>
              </a:rPr>
              <a:t>("</a:t>
            </a:r>
            <a:r>
              <a:rPr kumimoji="1" lang="en-US" altLang="ja-JP" sz="2000" b="1" dirty="0" err="1">
                <a:solidFill>
                  <a:schemeClr val="accent1"/>
                </a:solidFill>
              </a:rPr>
              <a:t>i</a:t>
            </a:r>
            <a:r>
              <a:rPr kumimoji="1" lang="en-US" altLang="ja-JP" sz="2000" b="1" dirty="0">
                <a:solidFill>
                  <a:schemeClr val="accent1"/>
                </a:solidFill>
              </a:rPr>
              <a:t>=" + </a:t>
            </a:r>
            <a:r>
              <a:rPr kumimoji="1" lang="en-US" altLang="ja-JP" sz="2000" b="1" dirty="0" err="1">
                <a:solidFill>
                  <a:schemeClr val="accent1"/>
                </a:solidFill>
              </a:rPr>
              <a:t>i</a:t>
            </a:r>
            <a:r>
              <a:rPr kumimoji="1" lang="en-US" altLang="ja-JP" sz="2000" b="1" dirty="0">
                <a:solidFill>
                  <a:schemeClr val="accent1"/>
                </a:solidFill>
              </a:rPr>
              <a:t>);</a:t>
            </a:r>
            <a:br>
              <a:rPr kumimoji="1" lang="en-US" altLang="ja-JP" sz="2000" b="1" dirty="0">
                <a:solidFill>
                  <a:schemeClr val="accent1"/>
                </a:solidFill>
              </a:rPr>
            </a:br>
            <a:r>
              <a:rPr kumimoji="1" lang="en-US" altLang="ja-JP" sz="2000" b="1" dirty="0">
                <a:solidFill>
                  <a:schemeClr val="accent1"/>
                </a:solidFill>
              </a:rPr>
              <a:t>        </a:t>
            </a:r>
            <a:r>
              <a:rPr kumimoji="1" lang="en-US" altLang="ja-JP" sz="2000" b="1" dirty="0" err="1">
                <a:solidFill>
                  <a:schemeClr val="accent1"/>
                </a:solidFill>
              </a:rPr>
              <a:t>System.out.println</a:t>
            </a:r>
            <a:r>
              <a:rPr kumimoji="1" lang="en-US" altLang="ja-JP" sz="2000" b="1" dirty="0">
                <a:solidFill>
                  <a:schemeClr val="accent1"/>
                </a:solidFill>
              </a:rPr>
              <a:t>("j=" + j);</a:t>
            </a:r>
            <a:br>
              <a:rPr kumimoji="1" lang="en-US" altLang="ja-JP" sz="2000" b="1" dirty="0">
                <a:solidFill>
                  <a:schemeClr val="accent1"/>
                </a:solidFill>
              </a:rPr>
            </a:br>
            <a:r>
              <a:rPr kumimoji="1" lang="en-US" altLang="ja-JP" sz="2000" b="1" dirty="0">
                <a:solidFill>
                  <a:schemeClr val="accent1"/>
                </a:solidFill>
              </a:rPr>
              <a:t>    }</a:t>
            </a:r>
            <a:br>
              <a:rPr kumimoji="1" lang="en-US" altLang="ja-JP" sz="2000" b="1" dirty="0">
                <a:solidFill>
                  <a:schemeClr val="accent1"/>
                </a:solidFill>
              </a:rPr>
            </a:br>
            <a:r>
              <a:rPr kumimoji="1" lang="en-US" altLang="ja-JP" sz="2000" b="1" dirty="0">
                <a:solidFill>
                  <a:schemeClr val="accent1"/>
                </a:solidFill>
              </a:rPr>
              <a:t>}</a:t>
            </a:r>
          </a:p>
          <a:p>
            <a:pPr marL="96838" indent="0">
              <a:buNone/>
            </a:pPr>
            <a:r>
              <a:rPr kumimoji="1" lang="ja-JP" altLang="en-US" dirty="0"/>
              <a:t>このプログラムを実行するとどのように表示されるか、なぜそうなるのか、説明してみましょう。</a:t>
            </a:r>
          </a:p>
          <a:p>
            <a:pPr marL="96838" indent="0">
              <a:buNone/>
            </a:pPr>
            <a:endParaRPr kumimoji="1" lang="ja-JP" altLang="en-US" dirty="0"/>
          </a:p>
        </p:txBody>
      </p:sp>
    </p:spTree>
    <p:extLst>
      <p:ext uri="{BB962C8B-B14F-4D97-AF65-F5344CB8AC3E}">
        <p14:creationId xmlns:p14="http://schemas.microsoft.com/office/powerpoint/2010/main" val="3829503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0D6B10AF-D906-490E-B1BE-0AA48DAA1154}"/>
              </a:ext>
            </a:extLst>
          </p:cNvPr>
          <p:cNvSpPr>
            <a:spLocks noGrp="1"/>
          </p:cNvSpPr>
          <p:nvPr>
            <p:ph type="ftr" sz="quarter" idx="11"/>
          </p:nvPr>
        </p:nvSpPr>
        <p:spPr/>
        <p:txBody>
          <a:bodyPr/>
          <a:lstStyle/>
          <a:p>
            <a:r>
              <a:rPr kumimoji="1" lang="en-US" altLang="ja-JP"/>
              <a:t>copyright ©ITCollege All Rights Reserved</a:t>
            </a:r>
            <a:endParaRPr kumimoji="1" lang="ja-JP" altLang="en-US" dirty="0">
              <a:latin typeface="+mn-ea"/>
            </a:endParaRPr>
          </a:p>
        </p:txBody>
      </p:sp>
      <p:sp>
        <p:nvSpPr>
          <p:cNvPr id="3" name="タイトル 2">
            <a:extLst>
              <a:ext uri="{FF2B5EF4-FFF2-40B4-BE49-F238E27FC236}">
                <a16:creationId xmlns:a16="http://schemas.microsoft.com/office/drawing/2014/main" id="{EDC6CA7F-2BBD-4EAF-B19A-B88583537BB6}"/>
              </a:ext>
            </a:extLst>
          </p:cNvPr>
          <p:cNvSpPr>
            <a:spLocks noGrp="1"/>
          </p:cNvSpPr>
          <p:nvPr>
            <p:ph type="ctrTitle"/>
          </p:nvPr>
        </p:nvSpPr>
        <p:spPr/>
        <p:txBody>
          <a:bodyPr/>
          <a:lstStyle/>
          <a:p>
            <a:r>
              <a:rPr kumimoji="1" lang="ja-JP" altLang="en-US" dirty="0"/>
              <a:t>繰り返しの中断</a:t>
            </a:r>
          </a:p>
        </p:txBody>
      </p:sp>
      <p:sp>
        <p:nvSpPr>
          <p:cNvPr id="4" name="スライド番号プレースホルダー 3">
            <a:extLst>
              <a:ext uri="{FF2B5EF4-FFF2-40B4-BE49-F238E27FC236}">
                <a16:creationId xmlns:a16="http://schemas.microsoft.com/office/drawing/2014/main" id="{6C30F5C7-3BB6-4897-A9DB-5BCB2108D5A9}"/>
              </a:ext>
            </a:extLst>
          </p:cNvPr>
          <p:cNvSpPr>
            <a:spLocks noGrp="1"/>
          </p:cNvSpPr>
          <p:nvPr>
            <p:ph type="sldNum" sz="quarter" idx="4"/>
          </p:nvPr>
        </p:nvSpPr>
        <p:spPr/>
        <p:txBody>
          <a:bodyPr/>
          <a:lstStyle/>
          <a:p>
            <a:fld id="{00000000-1234-1234-1234-123412341234}" type="slidenum">
              <a:rPr lang="en" smtClean="0"/>
              <a:pPr/>
              <a:t>39</a:t>
            </a:fld>
            <a:endParaRPr lang="en" dirty="0">
              <a:latin typeface="+mn-ea"/>
            </a:endParaRPr>
          </a:p>
        </p:txBody>
      </p:sp>
      <p:sp>
        <p:nvSpPr>
          <p:cNvPr id="6" name="テキスト プレースホルダー 5">
            <a:extLst>
              <a:ext uri="{FF2B5EF4-FFF2-40B4-BE49-F238E27FC236}">
                <a16:creationId xmlns:a16="http://schemas.microsoft.com/office/drawing/2014/main" id="{ABC72356-0360-45A5-AFCB-F29B14C311CB}"/>
              </a:ext>
            </a:extLst>
          </p:cNvPr>
          <p:cNvSpPr>
            <a:spLocks noGrp="1"/>
          </p:cNvSpPr>
          <p:nvPr>
            <p:ph type="body" sz="quarter" idx="15"/>
          </p:nvPr>
        </p:nvSpPr>
        <p:spPr>
          <a:xfrm>
            <a:off x="463549" y="1023814"/>
            <a:ext cx="7177471" cy="897751"/>
          </a:xfrm>
        </p:spPr>
        <p:txBody>
          <a:bodyPr/>
          <a:lstStyle/>
          <a:p>
            <a:r>
              <a:rPr kumimoji="1" lang="ja-JP" altLang="en-US" dirty="0"/>
              <a:t>繰り返しの制御構文はこちらの望むタイミングで終了・スキップが可能</a:t>
            </a:r>
            <a:endParaRPr kumimoji="1" lang="en-US" altLang="ja-JP" dirty="0"/>
          </a:p>
          <a:p>
            <a:r>
              <a:rPr lang="ja-JP" altLang="en-US" dirty="0"/>
              <a:t>終了・スキップするためには分岐の制御構文を使用することが多い</a:t>
            </a:r>
            <a:endParaRPr kumimoji="1" lang="ja-JP" altLang="en-US" dirty="0"/>
          </a:p>
        </p:txBody>
      </p:sp>
      <p:sp>
        <p:nvSpPr>
          <p:cNvPr id="7" name="テキスト プレースホルダー 6">
            <a:extLst>
              <a:ext uri="{FF2B5EF4-FFF2-40B4-BE49-F238E27FC236}">
                <a16:creationId xmlns:a16="http://schemas.microsoft.com/office/drawing/2014/main" id="{2B64B25B-60DA-4CB5-8D5B-D26903D960A2}"/>
              </a:ext>
            </a:extLst>
          </p:cNvPr>
          <p:cNvSpPr>
            <a:spLocks noGrp="1"/>
          </p:cNvSpPr>
          <p:nvPr>
            <p:ph type="body" sz="quarter" idx="16"/>
          </p:nvPr>
        </p:nvSpPr>
        <p:spPr/>
        <p:txBody>
          <a:bodyPr/>
          <a:lstStyle/>
          <a:p>
            <a:endParaRPr kumimoji="1" lang="ja-JP" altLang="en-US"/>
          </a:p>
        </p:txBody>
      </p:sp>
      <p:sp>
        <p:nvSpPr>
          <p:cNvPr id="8" name="テキスト プレースホルダー 4">
            <a:extLst>
              <a:ext uri="{FF2B5EF4-FFF2-40B4-BE49-F238E27FC236}">
                <a16:creationId xmlns:a16="http://schemas.microsoft.com/office/drawing/2014/main" id="{23B1ABD0-B95C-43D2-AB52-7064F561E119}"/>
              </a:ext>
            </a:extLst>
          </p:cNvPr>
          <p:cNvSpPr>
            <a:spLocks noGrp="1"/>
          </p:cNvSpPr>
          <p:nvPr>
            <p:ph type="body" sz="quarter" idx="14"/>
          </p:nvPr>
        </p:nvSpPr>
        <p:spPr>
          <a:xfrm>
            <a:off x="463549" y="2151577"/>
            <a:ext cx="8216900" cy="1148213"/>
          </a:xfrm>
        </p:spPr>
        <p:txBody>
          <a:bodyPr/>
          <a:lstStyle/>
          <a:p>
            <a:pPr marL="96838" indent="0">
              <a:buNone/>
            </a:pPr>
            <a:r>
              <a:rPr kumimoji="1" lang="ja-JP" altLang="en-US" dirty="0"/>
              <a:t>繰り返しの制御構文は、実は最後まで繰り返さなくても途中で終わらせたり、処理をスキップさせたりすることができます。</a:t>
            </a:r>
            <a:endParaRPr kumimoji="1" lang="en-US" altLang="ja-JP" dirty="0"/>
          </a:p>
          <a:p>
            <a:pPr marL="96838" indent="0">
              <a:buNone/>
            </a:pPr>
            <a:endParaRPr lang="en-US" altLang="ja-JP" dirty="0"/>
          </a:p>
          <a:p>
            <a:pPr marL="96838" indent="0">
              <a:buNone/>
            </a:pPr>
            <a:r>
              <a:rPr kumimoji="1" lang="ja-JP" altLang="en-US" dirty="0"/>
              <a:t>詳しい構文については次のページで説明します。</a:t>
            </a:r>
          </a:p>
        </p:txBody>
      </p:sp>
    </p:spTree>
    <p:extLst>
      <p:ext uri="{BB962C8B-B14F-4D97-AF65-F5344CB8AC3E}">
        <p14:creationId xmlns:p14="http://schemas.microsoft.com/office/powerpoint/2010/main" val="169146279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6B0E3322-AD6C-44A2-AD27-9572365EDB7B}"/>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FA65D89D-EC1B-45AB-82C8-AA592403E72E}"/>
              </a:ext>
            </a:extLst>
          </p:cNvPr>
          <p:cNvSpPr>
            <a:spLocks noGrp="1"/>
          </p:cNvSpPr>
          <p:nvPr>
            <p:ph type="ctrTitle"/>
          </p:nvPr>
        </p:nvSpPr>
        <p:spPr/>
        <p:txBody>
          <a:bodyPr/>
          <a:lstStyle/>
          <a:p>
            <a:r>
              <a:rPr lang="en-US" altLang="ja-JP" dirty="0" err="1"/>
              <a:t>繰り返しの中断</a:t>
            </a:r>
            <a:endParaRPr kumimoji="1" lang="ja-JP" altLang="en-US" dirty="0"/>
          </a:p>
        </p:txBody>
      </p:sp>
      <p:sp>
        <p:nvSpPr>
          <p:cNvPr id="4" name="スライド番号プレースホルダー 3">
            <a:extLst>
              <a:ext uri="{FF2B5EF4-FFF2-40B4-BE49-F238E27FC236}">
                <a16:creationId xmlns:a16="http://schemas.microsoft.com/office/drawing/2014/main" id="{AE26E480-E584-4BD0-B2C6-26A2D4B0EFB7}"/>
              </a:ext>
            </a:extLst>
          </p:cNvPr>
          <p:cNvSpPr>
            <a:spLocks noGrp="1"/>
          </p:cNvSpPr>
          <p:nvPr>
            <p:ph type="sldNum" sz="quarter" idx="4"/>
          </p:nvPr>
        </p:nvSpPr>
        <p:spPr/>
        <p:txBody>
          <a:bodyPr/>
          <a:lstStyle/>
          <a:p>
            <a:fld id="{00000000-1234-1234-1234-123412341234}" type="slidenum">
              <a:rPr lang="en" smtClean="0"/>
              <a:pPr/>
              <a:t>40</a:t>
            </a:fld>
            <a:endParaRPr lang="en" dirty="0"/>
          </a:p>
        </p:txBody>
      </p:sp>
      <p:sp>
        <p:nvSpPr>
          <p:cNvPr id="5" name="テキスト プレースホルダー 4">
            <a:extLst>
              <a:ext uri="{FF2B5EF4-FFF2-40B4-BE49-F238E27FC236}">
                <a16:creationId xmlns:a16="http://schemas.microsoft.com/office/drawing/2014/main" id="{2F9CB12F-5380-4E11-9BB1-E950F984CB3F}"/>
              </a:ext>
            </a:extLst>
          </p:cNvPr>
          <p:cNvSpPr>
            <a:spLocks noGrp="1"/>
          </p:cNvSpPr>
          <p:nvPr>
            <p:ph type="body" sz="quarter" idx="14"/>
          </p:nvPr>
        </p:nvSpPr>
        <p:spPr/>
        <p:txBody>
          <a:bodyPr/>
          <a:lstStyle/>
          <a:p>
            <a:pPr marL="96838" indent="0">
              <a:buNone/>
            </a:pPr>
            <a:r>
              <a:rPr kumimoji="1" lang="en-US" altLang="ja-JP" dirty="0"/>
              <a:t>Java</a:t>
            </a:r>
            <a:r>
              <a:rPr kumimoji="1" lang="ja-JP" altLang="en-US" dirty="0"/>
              <a:t>には繰り返しの途中で中断する命令が</a:t>
            </a:r>
            <a:r>
              <a:rPr kumimoji="1" lang="en-US" altLang="ja-JP" dirty="0"/>
              <a:t>2</a:t>
            </a:r>
            <a:r>
              <a:rPr kumimoji="1" lang="ja-JP" altLang="en-US" dirty="0"/>
              <a:t>つ用意されています。</a:t>
            </a:r>
          </a:p>
          <a:p>
            <a:pPr marL="96838" indent="0">
              <a:buNone/>
            </a:pPr>
            <a:r>
              <a:rPr kumimoji="1" lang="en-US" altLang="ja-JP" dirty="0"/>
              <a:t>while</a:t>
            </a:r>
            <a:r>
              <a:rPr kumimoji="1" lang="ja-JP" altLang="en-US" dirty="0"/>
              <a:t>文、</a:t>
            </a:r>
            <a:r>
              <a:rPr kumimoji="1" lang="en-US" altLang="ja-JP" dirty="0"/>
              <a:t>do-while</a:t>
            </a:r>
            <a:r>
              <a:rPr kumimoji="1" lang="ja-JP" altLang="en-US" dirty="0"/>
              <a:t>文、</a:t>
            </a:r>
            <a:r>
              <a:rPr kumimoji="1" lang="en-US" altLang="ja-JP" dirty="0"/>
              <a:t>for</a:t>
            </a:r>
            <a:r>
              <a:rPr kumimoji="1" lang="ja-JP" altLang="en-US" dirty="0"/>
              <a:t>文いずれでも使えますが、ここでは</a:t>
            </a:r>
            <a:r>
              <a:rPr kumimoji="1" lang="en-US" altLang="ja-JP" dirty="0"/>
              <a:t>for</a:t>
            </a:r>
            <a:r>
              <a:rPr kumimoji="1" lang="ja-JP" altLang="en-US" dirty="0"/>
              <a:t>文で説明します。</a:t>
            </a:r>
          </a:p>
          <a:p>
            <a:pPr marL="96838" indent="0">
              <a:buNone/>
            </a:pPr>
            <a:endParaRPr kumimoji="1" lang="en-US" altLang="ja-JP" dirty="0"/>
          </a:p>
          <a:p>
            <a:pPr marL="96838" indent="0">
              <a:buNone/>
            </a:pPr>
            <a:r>
              <a:rPr kumimoji="1" lang="en-US" altLang="ja-JP" sz="1800" b="1" dirty="0">
                <a:solidFill>
                  <a:schemeClr val="accent1"/>
                </a:solidFill>
              </a:rPr>
              <a:t>for(…; …; …) {</a:t>
            </a:r>
            <a:br>
              <a:rPr kumimoji="1" lang="en-US" altLang="ja-JP" sz="1800" b="1" dirty="0">
                <a:solidFill>
                  <a:schemeClr val="accent1"/>
                </a:solidFill>
              </a:rPr>
            </a:br>
            <a:r>
              <a:rPr kumimoji="1" lang="ja-JP" altLang="en-US" sz="1800" b="1" dirty="0">
                <a:solidFill>
                  <a:schemeClr val="accent1"/>
                </a:solidFill>
              </a:rPr>
              <a:t>　　　：</a:t>
            </a:r>
            <a:br>
              <a:rPr kumimoji="1" lang="ja-JP" altLang="en-US" sz="1800" b="1" dirty="0">
                <a:solidFill>
                  <a:schemeClr val="accent1"/>
                </a:solidFill>
              </a:rPr>
            </a:br>
            <a:r>
              <a:rPr kumimoji="1" lang="ja-JP" altLang="en-US" sz="1800" b="1" dirty="0">
                <a:solidFill>
                  <a:schemeClr val="accent1"/>
                </a:solidFill>
              </a:rPr>
              <a:t>        </a:t>
            </a:r>
            <a:r>
              <a:rPr kumimoji="1" lang="en-US" altLang="ja-JP" sz="1800" b="1" dirty="0">
                <a:solidFill>
                  <a:schemeClr val="tx2"/>
                </a:solidFill>
              </a:rPr>
              <a:t>break;</a:t>
            </a:r>
            <a:br>
              <a:rPr kumimoji="1" lang="en-US" altLang="ja-JP" sz="1800" b="1" dirty="0">
                <a:solidFill>
                  <a:schemeClr val="accent1"/>
                </a:solidFill>
              </a:rPr>
            </a:br>
            <a:r>
              <a:rPr kumimoji="1" lang="ja-JP" altLang="en-US" sz="1800" b="1" dirty="0">
                <a:solidFill>
                  <a:schemeClr val="accent1"/>
                </a:solidFill>
              </a:rPr>
              <a:t>　　　：</a:t>
            </a:r>
            <a:br>
              <a:rPr kumimoji="1" lang="ja-JP" altLang="en-US" sz="1800" b="1" dirty="0">
                <a:solidFill>
                  <a:schemeClr val="accent1"/>
                </a:solidFill>
              </a:rPr>
            </a:br>
            <a:r>
              <a:rPr kumimoji="1" lang="en-US" altLang="ja-JP" sz="1800" b="1" dirty="0">
                <a:solidFill>
                  <a:schemeClr val="accent1"/>
                </a:solidFill>
              </a:rPr>
              <a:t>}</a:t>
            </a:r>
          </a:p>
          <a:p>
            <a:pPr marL="96838" indent="0">
              <a:buNone/>
            </a:pPr>
            <a:endParaRPr kumimoji="1" lang="en-US" altLang="ja-JP" sz="1800" dirty="0"/>
          </a:p>
          <a:p>
            <a:pPr marL="96838" indent="0">
              <a:buNone/>
            </a:pPr>
            <a:r>
              <a:rPr kumimoji="1" lang="en-US" altLang="ja-JP" sz="1800" b="1" dirty="0">
                <a:solidFill>
                  <a:schemeClr val="accent1"/>
                </a:solidFill>
              </a:rPr>
              <a:t>for(…; …; …) {</a:t>
            </a:r>
            <a:br>
              <a:rPr kumimoji="1" lang="en-US" altLang="ja-JP" sz="1800" b="1" dirty="0">
                <a:solidFill>
                  <a:schemeClr val="accent1"/>
                </a:solidFill>
              </a:rPr>
            </a:br>
            <a:r>
              <a:rPr kumimoji="1" lang="ja-JP" altLang="en-US" sz="1800" b="1" dirty="0">
                <a:solidFill>
                  <a:schemeClr val="accent1"/>
                </a:solidFill>
              </a:rPr>
              <a:t>　　　：</a:t>
            </a:r>
            <a:br>
              <a:rPr kumimoji="1" lang="ja-JP" altLang="en-US" sz="1800" b="1" dirty="0">
                <a:solidFill>
                  <a:schemeClr val="accent1"/>
                </a:solidFill>
              </a:rPr>
            </a:br>
            <a:r>
              <a:rPr kumimoji="1" lang="ja-JP" altLang="en-US" sz="1800" b="1" dirty="0">
                <a:solidFill>
                  <a:schemeClr val="accent1"/>
                </a:solidFill>
              </a:rPr>
              <a:t>        </a:t>
            </a:r>
            <a:r>
              <a:rPr kumimoji="1" lang="en-US" altLang="ja-JP" sz="1800" b="1" dirty="0">
                <a:solidFill>
                  <a:schemeClr val="tx2"/>
                </a:solidFill>
              </a:rPr>
              <a:t>continue;</a:t>
            </a:r>
            <a:br>
              <a:rPr kumimoji="1" lang="en-US" altLang="ja-JP" sz="1800" b="1" dirty="0">
                <a:solidFill>
                  <a:schemeClr val="accent1"/>
                </a:solidFill>
              </a:rPr>
            </a:br>
            <a:r>
              <a:rPr kumimoji="1" lang="ja-JP" altLang="en-US" sz="1800" b="1" dirty="0">
                <a:solidFill>
                  <a:schemeClr val="accent1"/>
                </a:solidFill>
              </a:rPr>
              <a:t>　　　：</a:t>
            </a:r>
            <a:br>
              <a:rPr kumimoji="1" lang="ja-JP" altLang="en-US" sz="1800" b="1" dirty="0">
                <a:solidFill>
                  <a:schemeClr val="accent1"/>
                </a:solidFill>
              </a:rPr>
            </a:br>
            <a:r>
              <a:rPr kumimoji="1" lang="en-US" altLang="ja-JP" sz="1800" b="1" dirty="0">
                <a:solidFill>
                  <a:schemeClr val="accent1"/>
                </a:solidFill>
              </a:rPr>
              <a:t>}</a:t>
            </a:r>
          </a:p>
          <a:p>
            <a:pPr marL="96838" indent="0">
              <a:buNone/>
            </a:pPr>
            <a:endParaRPr kumimoji="1" lang="ja-JP" altLang="en-US" dirty="0"/>
          </a:p>
        </p:txBody>
      </p:sp>
      <p:sp>
        <p:nvSpPr>
          <p:cNvPr id="6" name="Google Shape;444;p47">
            <a:extLst>
              <a:ext uri="{FF2B5EF4-FFF2-40B4-BE49-F238E27FC236}">
                <a16:creationId xmlns:a16="http://schemas.microsoft.com/office/drawing/2014/main" id="{F6061DE6-9EFA-4BC6-B8EF-240BB57A35ED}"/>
              </a:ext>
            </a:extLst>
          </p:cNvPr>
          <p:cNvSpPr txBox="1"/>
          <p:nvPr/>
        </p:nvSpPr>
        <p:spPr>
          <a:xfrm>
            <a:off x="3524131" y="2076545"/>
            <a:ext cx="2328028" cy="558816"/>
          </a:xfrm>
          <a:prstGeom prst="rect">
            <a:avLst/>
          </a:prstGeom>
          <a:solidFill>
            <a:schemeClr val="tx2">
              <a:lumMod val="20000"/>
              <a:lumOff val="80000"/>
            </a:schemeClr>
          </a:solidFill>
          <a:ln w="3175" cap="flat" cmpd="sng">
            <a:solidFill>
              <a:schemeClr val="tx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sz="1400" dirty="0" err="1">
                <a:cs typeface="Meiryo"/>
                <a:sym typeface="Meiryo"/>
              </a:rPr>
              <a:t>break文が実行されると</a:t>
            </a:r>
            <a:endParaRPr sz="1400" dirty="0"/>
          </a:p>
          <a:p>
            <a:pPr marL="0" marR="0" lvl="0" indent="0" algn="l" rtl="0">
              <a:spcBef>
                <a:spcPts val="0"/>
              </a:spcBef>
              <a:spcAft>
                <a:spcPts val="0"/>
              </a:spcAft>
              <a:buNone/>
            </a:pPr>
            <a:r>
              <a:rPr lang="en-US" sz="1400" dirty="0" err="1">
                <a:cs typeface="Meiryo"/>
                <a:sym typeface="Meiryo"/>
              </a:rPr>
              <a:t>ループの外に出ていきます</a:t>
            </a:r>
            <a:endParaRPr sz="1400" dirty="0"/>
          </a:p>
        </p:txBody>
      </p:sp>
      <p:sp>
        <p:nvSpPr>
          <p:cNvPr id="7" name="テキスト ボックス 6">
            <a:extLst>
              <a:ext uri="{FF2B5EF4-FFF2-40B4-BE49-F238E27FC236}">
                <a16:creationId xmlns:a16="http://schemas.microsoft.com/office/drawing/2014/main" id="{1B4DF456-75CD-4E9A-B803-AA10655CD13D}"/>
              </a:ext>
            </a:extLst>
          </p:cNvPr>
          <p:cNvSpPr txBox="1"/>
          <p:nvPr/>
        </p:nvSpPr>
        <p:spPr>
          <a:xfrm>
            <a:off x="395217" y="2571750"/>
            <a:ext cx="437455" cy="537233"/>
          </a:xfrm>
          <a:prstGeom prst="rect">
            <a:avLst/>
          </a:prstGeom>
          <a:noFill/>
          <a:ln>
            <a:noFill/>
          </a:ln>
        </p:spPr>
        <p:txBody>
          <a:bodyPr wrap="square" rtlCol="0">
            <a:noAutofit/>
          </a:bodyPr>
          <a:lstStyle/>
          <a:p>
            <a:pPr algn="l"/>
            <a:endParaRPr kumimoji="1" lang="ja-JP" altLang="en-US" sz="1400" baseline="0" dirty="0">
              <a:solidFill>
                <a:schemeClr val="tx1"/>
              </a:solidFill>
            </a:endParaRPr>
          </a:p>
        </p:txBody>
      </p:sp>
      <p:cxnSp>
        <p:nvCxnSpPr>
          <p:cNvPr id="9" name="コネクタ: カギ線 8">
            <a:extLst>
              <a:ext uri="{FF2B5EF4-FFF2-40B4-BE49-F238E27FC236}">
                <a16:creationId xmlns:a16="http://schemas.microsoft.com/office/drawing/2014/main" id="{3198ED64-B5FB-4113-B7FB-01FCD983793C}"/>
              </a:ext>
            </a:extLst>
          </p:cNvPr>
          <p:cNvCxnSpPr>
            <a:stCxn id="6" idx="2"/>
            <a:endCxn id="7" idx="3"/>
          </p:cNvCxnSpPr>
          <p:nvPr/>
        </p:nvCxnSpPr>
        <p:spPr>
          <a:xfrm rot="5400000">
            <a:off x="2657906" y="810128"/>
            <a:ext cx="205006" cy="3855473"/>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矢印コネクタ 10">
            <a:extLst>
              <a:ext uri="{FF2B5EF4-FFF2-40B4-BE49-F238E27FC236}">
                <a16:creationId xmlns:a16="http://schemas.microsoft.com/office/drawing/2014/main" id="{49A5E27B-530F-4AF6-9489-D86856F569A3}"/>
              </a:ext>
            </a:extLst>
          </p:cNvPr>
          <p:cNvCxnSpPr>
            <a:stCxn id="6" idx="1"/>
          </p:cNvCxnSpPr>
          <p:nvPr/>
        </p:nvCxnSpPr>
        <p:spPr>
          <a:xfrm flipH="1">
            <a:off x="2393343" y="2355953"/>
            <a:ext cx="1130788"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13" name="Google Shape;444;p47">
            <a:extLst>
              <a:ext uri="{FF2B5EF4-FFF2-40B4-BE49-F238E27FC236}">
                <a16:creationId xmlns:a16="http://schemas.microsoft.com/office/drawing/2014/main" id="{2C29435F-5762-40A5-BF9E-7AFCE8D8AAE6}"/>
              </a:ext>
            </a:extLst>
          </p:cNvPr>
          <p:cNvSpPr txBox="1"/>
          <p:nvPr/>
        </p:nvSpPr>
        <p:spPr>
          <a:xfrm>
            <a:off x="3524131" y="3669536"/>
            <a:ext cx="4323806" cy="558816"/>
          </a:xfrm>
          <a:prstGeom prst="rect">
            <a:avLst/>
          </a:prstGeom>
          <a:solidFill>
            <a:schemeClr val="tx2">
              <a:lumMod val="20000"/>
              <a:lumOff val="80000"/>
            </a:schemeClr>
          </a:solidFill>
          <a:ln w="3175" cap="flat" cmpd="sng">
            <a:solidFill>
              <a:schemeClr val="tx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n-US" altLang="ja-JP" sz="1400" dirty="0">
                <a:cs typeface="Meiryo"/>
                <a:sym typeface="Meiryo"/>
              </a:rPr>
              <a:t>continue</a:t>
            </a:r>
            <a:r>
              <a:rPr lang="ja-JP" altLang="en-US" sz="1400" dirty="0">
                <a:cs typeface="Meiryo"/>
                <a:sym typeface="Meiryo"/>
              </a:rPr>
              <a:t>文が実行されると</a:t>
            </a:r>
          </a:p>
          <a:p>
            <a:pPr marL="0" marR="0" lvl="0" indent="0" algn="l" rtl="0">
              <a:spcBef>
                <a:spcPts val="0"/>
              </a:spcBef>
              <a:spcAft>
                <a:spcPts val="0"/>
              </a:spcAft>
              <a:buNone/>
            </a:pPr>
            <a:r>
              <a:rPr lang="ja-JP" altLang="en-US" sz="1400" dirty="0">
                <a:cs typeface="Meiryo"/>
                <a:sym typeface="Meiryo"/>
              </a:rPr>
              <a:t>ループの最後（ブロックの内側）に処理が移ります</a:t>
            </a:r>
          </a:p>
        </p:txBody>
      </p:sp>
      <p:sp>
        <p:nvSpPr>
          <p:cNvPr id="14" name="テキスト ボックス 13">
            <a:extLst>
              <a:ext uri="{FF2B5EF4-FFF2-40B4-BE49-F238E27FC236}">
                <a16:creationId xmlns:a16="http://schemas.microsoft.com/office/drawing/2014/main" id="{EE8188CB-70A5-46B7-B484-F460E87F5BDF}"/>
              </a:ext>
            </a:extLst>
          </p:cNvPr>
          <p:cNvSpPr txBox="1"/>
          <p:nvPr/>
        </p:nvSpPr>
        <p:spPr>
          <a:xfrm>
            <a:off x="244147" y="4063830"/>
            <a:ext cx="437455" cy="537233"/>
          </a:xfrm>
          <a:prstGeom prst="rect">
            <a:avLst/>
          </a:prstGeom>
          <a:noFill/>
          <a:ln>
            <a:noFill/>
          </a:ln>
        </p:spPr>
        <p:txBody>
          <a:bodyPr wrap="square" rtlCol="0">
            <a:noAutofit/>
          </a:bodyPr>
          <a:lstStyle/>
          <a:p>
            <a:pPr algn="l"/>
            <a:endParaRPr kumimoji="1" lang="ja-JP" altLang="en-US" sz="1400" baseline="0" dirty="0">
              <a:solidFill>
                <a:schemeClr val="tx1"/>
              </a:solidFill>
            </a:endParaRPr>
          </a:p>
        </p:txBody>
      </p:sp>
      <p:cxnSp>
        <p:nvCxnSpPr>
          <p:cNvPr id="15" name="コネクタ: カギ線 14">
            <a:extLst>
              <a:ext uri="{FF2B5EF4-FFF2-40B4-BE49-F238E27FC236}">
                <a16:creationId xmlns:a16="http://schemas.microsoft.com/office/drawing/2014/main" id="{3000F5A0-CF49-47CB-8EA3-8FB78BFA9B01}"/>
              </a:ext>
            </a:extLst>
          </p:cNvPr>
          <p:cNvCxnSpPr>
            <a:cxnSpLocks/>
            <a:stCxn id="13" idx="2"/>
            <a:endCxn id="14" idx="3"/>
          </p:cNvCxnSpPr>
          <p:nvPr/>
        </p:nvCxnSpPr>
        <p:spPr>
          <a:xfrm rot="5400000">
            <a:off x="3131771" y="1778183"/>
            <a:ext cx="104095" cy="5004432"/>
          </a:xfrm>
          <a:prstGeom prst="bentConnector2">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線矢印コネクタ 17">
            <a:extLst>
              <a:ext uri="{FF2B5EF4-FFF2-40B4-BE49-F238E27FC236}">
                <a16:creationId xmlns:a16="http://schemas.microsoft.com/office/drawing/2014/main" id="{CB046D33-A979-4C87-A7E4-6DC2B5AF9F3B}"/>
              </a:ext>
            </a:extLst>
          </p:cNvPr>
          <p:cNvCxnSpPr>
            <a:cxnSpLocks/>
            <a:stCxn id="13" idx="1"/>
          </p:cNvCxnSpPr>
          <p:nvPr/>
        </p:nvCxnSpPr>
        <p:spPr>
          <a:xfrm flipH="1">
            <a:off x="2684875" y="3948944"/>
            <a:ext cx="839256" cy="0"/>
          </a:xfrm>
          <a:prstGeom prst="straightConnector1">
            <a:avLst/>
          </a:prstGeom>
          <a:ln>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26499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58A125D6-ABD1-467F-BFE3-7868B9D1351E}"/>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ABBD9F0C-EC3B-4B28-AFAF-229A412152A4}"/>
              </a:ext>
            </a:extLst>
          </p:cNvPr>
          <p:cNvSpPr>
            <a:spLocks noGrp="1"/>
          </p:cNvSpPr>
          <p:nvPr>
            <p:ph type="ctrTitle"/>
          </p:nvPr>
        </p:nvSpPr>
        <p:spPr/>
        <p:txBody>
          <a:bodyPr/>
          <a:lstStyle/>
          <a:p>
            <a:r>
              <a:rPr lang="en-US" altLang="ja-JP" dirty="0" err="1"/>
              <a:t>break文サンプル</a:t>
            </a:r>
            <a:endParaRPr kumimoji="1" lang="ja-JP" altLang="en-US" dirty="0"/>
          </a:p>
        </p:txBody>
      </p:sp>
      <p:sp>
        <p:nvSpPr>
          <p:cNvPr id="4" name="スライド番号プレースホルダー 3">
            <a:extLst>
              <a:ext uri="{FF2B5EF4-FFF2-40B4-BE49-F238E27FC236}">
                <a16:creationId xmlns:a16="http://schemas.microsoft.com/office/drawing/2014/main" id="{506EDEE3-3135-497E-A64D-505EA894ACFD}"/>
              </a:ext>
            </a:extLst>
          </p:cNvPr>
          <p:cNvSpPr>
            <a:spLocks noGrp="1"/>
          </p:cNvSpPr>
          <p:nvPr>
            <p:ph type="sldNum" sz="quarter" idx="4"/>
          </p:nvPr>
        </p:nvSpPr>
        <p:spPr/>
        <p:txBody>
          <a:bodyPr/>
          <a:lstStyle/>
          <a:p>
            <a:fld id="{00000000-1234-1234-1234-123412341234}" type="slidenum">
              <a:rPr lang="en" smtClean="0"/>
              <a:pPr/>
              <a:t>41</a:t>
            </a:fld>
            <a:endParaRPr lang="en" dirty="0"/>
          </a:p>
        </p:txBody>
      </p:sp>
      <p:sp>
        <p:nvSpPr>
          <p:cNvPr id="5" name="テキスト プレースホルダー 4">
            <a:extLst>
              <a:ext uri="{FF2B5EF4-FFF2-40B4-BE49-F238E27FC236}">
                <a16:creationId xmlns:a16="http://schemas.microsoft.com/office/drawing/2014/main" id="{4AE9B888-374E-4762-B972-ABA2E0DC8FC8}"/>
              </a:ext>
            </a:extLst>
          </p:cNvPr>
          <p:cNvSpPr>
            <a:spLocks noGrp="1"/>
          </p:cNvSpPr>
          <p:nvPr>
            <p:ph type="body" sz="quarter" idx="14"/>
          </p:nvPr>
        </p:nvSpPr>
        <p:spPr>
          <a:xfrm>
            <a:off x="462875" y="859491"/>
            <a:ext cx="8216900" cy="541192"/>
          </a:xfrm>
        </p:spPr>
        <p:txBody>
          <a:bodyPr/>
          <a:lstStyle/>
          <a:p>
            <a:pPr marL="96838" indent="0">
              <a:buNone/>
            </a:pPr>
            <a:r>
              <a:rPr kumimoji="1" lang="ja-JP" altLang="en-US" dirty="0"/>
              <a:t>以下のプログラムを実行するとどのように表示されるか考えてみましょう。</a:t>
            </a:r>
            <a:endParaRPr kumimoji="1" lang="en-US" altLang="ja-JP" dirty="0"/>
          </a:p>
          <a:p>
            <a:pPr marL="96838" indent="0">
              <a:buNone/>
            </a:pPr>
            <a:r>
              <a:rPr kumimoji="1" lang="ja-JP" altLang="en-US" dirty="0"/>
              <a:t>ここではループ変数の初期値を</a:t>
            </a:r>
            <a:r>
              <a:rPr kumimoji="1" lang="en-US" altLang="ja-JP" dirty="0"/>
              <a:t>1</a:t>
            </a:r>
            <a:r>
              <a:rPr kumimoji="1" lang="ja-JP" altLang="en-US" dirty="0"/>
              <a:t>にしています。</a:t>
            </a:r>
          </a:p>
          <a:p>
            <a:pPr marL="96838" indent="0">
              <a:buNone/>
            </a:pPr>
            <a:endParaRPr kumimoji="1" lang="ja-JP" altLang="en-US" dirty="0"/>
          </a:p>
        </p:txBody>
      </p:sp>
      <p:sp>
        <p:nvSpPr>
          <p:cNvPr id="6" name="テキスト プレースホルダー 4">
            <a:extLst>
              <a:ext uri="{FF2B5EF4-FFF2-40B4-BE49-F238E27FC236}">
                <a16:creationId xmlns:a16="http://schemas.microsoft.com/office/drawing/2014/main" id="{5856A477-8FE0-4542-BEDA-795413BD48F5}"/>
              </a:ext>
            </a:extLst>
          </p:cNvPr>
          <p:cNvSpPr txBox="1">
            <a:spLocks/>
          </p:cNvSpPr>
          <p:nvPr/>
        </p:nvSpPr>
        <p:spPr>
          <a:xfrm>
            <a:off x="1232452" y="1446179"/>
            <a:ext cx="6559825" cy="2251141"/>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for (int </a:t>
            </a:r>
            <a:r>
              <a:rPr lang="en-US" altLang="ja-JP" dirty="0" err="1"/>
              <a:t>i</a:t>
            </a:r>
            <a:r>
              <a:rPr lang="en-US" altLang="ja-JP" dirty="0"/>
              <a:t> = 1; </a:t>
            </a:r>
            <a:r>
              <a:rPr lang="en-US" altLang="ja-JP" dirty="0" err="1"/>
              <a:t>i</a:t>
            </a:r>
            <a:r>
              <a:rPr lang="en-US" altLang="ja-JP" dirty="0"/>
              <a:t> &lt;= 5; </a:t>
            </a:r>
            <a:r>
              <a:rPr lang="en-US" altLang="ja-JP" dirty="0" err="1"/>
              <a:t>i</a:t>
            </a:r>
            <a:r>
              <a:rPr lang="en-US" altLang="ja-JP" dirty="0"/>
              <a:t>++)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en-US" altLang="ja-JP" dirty="0" err="1"/>
              <a:t>i</a:t>
            </a:r>
            <a:r>
              <a:rPr lang="en-US" altLang="ja-JP" dirty="0"/>
              <a:t> + "</a:t>
            </a:r>
            <a:r>
              <a:rPr lang="ja-JP" altLang="en-US" dirty="0"/>
              <a:t>回目の処理を開始します</a:t>
            </a:r>
            <a:r>
              <a:rPr lang="en-US" altLang="ja-JP" dirty="0"/>
              <a:t>");</a:t>
            </a:r>
          </a:p>
          <a:p>
            <a:pPr marL="96838" indent="0">
              <a:buFont typeface="Arial" panose="020B0604020202020204" pitchFamily="34" charset="0"/>
              <a:buNone/>
            </a:pPr>
            <a:r>
              <a:rPr lang="en-US" altLang="ja-JP" dirty="0"/>
              <a:t>    if (</a:t>
            </a:r>
            <a:r>
              <a:rPr lang="en-US" altLang="ja-JP" dirty="0" err="1"/>
              <a:t>i</a:t>
            </a:r>
            <a:r>
              <a:rPr lang="en-US" altLang="ja-JP" dirty="0"/>
              <a:t> == 3) {</a:t>
            </a:r>
          </a:p>
          <a:p>
            <a:pPr marL="96838" indent="0">
              <a:buFont typeface="Arial" panose="020B0604020202020204" pitchFamily="34" charset="0"/>
              <a:buNone/>
            </a:pPr>
            <a:r>
              <a:rPr lang="en-US" altLang="ja-JP" dirty="0"/>
              <a:t>        </a:t>
            </a:r>
            <a:r>
              <a:rPr lang="en-US" altLang="ja-JP" dirty="0" err="1"/>
              <a:t>System.out.println</a:t>
            </a:r>
            <a:r>
              <a:rPr lang="en-US" altLang="ja-JP" dirty="0"/>
              <a:t>("break</a:t>
            </a:r>
            <a:r>
              <a:rPr lang="ja-JP" altLang="en-US" dirty="0"/>
              <a:t>します</a:t>
            </a:r>
            <a:r>
              <a:rPr lang="en-US" altLang="ja-JP" dirty="0"/>
              <a:t>");</a:t>
            </a:r>
          </a:p>
          <a:p>
            <a:pPr marL="96838" indent="0">
              <a:buFont typeface="Arial" panose="020B0604020202020204" pitchFamily="34" charset="0"/>
              <a:buNone/>
            </a:pPr>
            <a:r>
              <a:rPr lang="en-US" altLang="ja-JP" dirty="0"/>
              <a:t>        </a:t>
            </a:r>
            <a:r>
              <a:rPr lang="en-US" altLang="ja-JP" b="1" dirty="0">
                <a:solidFill>
                  <a:schemeClr val="accent1"/>
                </a:solidFill>
              </a:rPr>
              <a:t>break;</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en-US" altLang="ja-JP" dirty="0" err="1"/>
              <a:t>i</a:t>
            </a:r>
            <a:r>
              <a:rPr lang="en-US" altLang="ja-JP" dirty="0"/>
              <a:t> + "</a:t>
            </a:r>
            <a:r>
              <a:rPr lang="ja-JP" altLang="en-US" dirty="0"/>
              <a:t>回目の処理を終了します</a:t>
            </a:r>
            <a:r>
              <a:rPr lang="en-US" altLang="ja-JP" dirty="0"/>
              <a:t>");</a:t>
            </a:r>
          </a:p>
          <a:p>
            <a:pPr marL="96838" indent="0">
              <a:buFont typeface="Arial" panose="020B0604020202020204" pitchFamily="34" charset="0"/>
              <a:buNone/>
            </a:pPr>
            <a:r>
              <a:rPr lang="en-US" altLang="ja-JP" dirty="0"/>
              <a:t>}</a:t>
            </a:r>
          </a:p>
        </p:txBody>
      </p:sp>
    </p:spTree>
    <p:extLst>
      <p:ext uri="{BB962C8B-B14F-4D97-AF65-F5344CB8AC3E}">
        <p14:creationId xmlns:p14="http://schemas.microsoft.com/office/powerpoint/2010/main" val="366757245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4E297B46-3B69-49A4-A880-9FC4CBF1A7AF}"/>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E1BA3BF-C26E-4A1F-94E4-7D2D106D3018}"/>
              </a:ext>
            </a:extLst>
          </p:cNvPr>
          <p:cNvSpPr>
            <a:spLocks noGrp="1"/>
          </p:cNvSpPr>
          <p:nvPr>
            <p:ph type="ctrTitle"/>
          </p:nvPr>
        </p:nvSpPr>
        <p:spPr/>
        <p:txBody>
          <a:bodyPr/>
          <a:lstStyle/>
          <a:p>
            <a:r>
              <a:rPr lang="en-US" altLang="ja-JP" dirty="0" err="1"/>
              <a:t>continue文サンプル</a:t>
            </a:r>
            <a:endParaRPr kumimoji="1" lang="ja-JP" altLang="en-US" dirty="0"/>
          </a:p>
        </p:txBody>
      </p:sp>
      <p:sp>
        <p:nvSpPr>
          <p:cNvPr id="4" name="スライド番号プレースホルダー 3">
            <a:extLst>
              <a:ext uri="{FF2B5EF4-FFF2-40B4-BE49-F238E27FC236}">
                <a16:creationId xmlns:a16="http://schemas.microsoft.com/office/drawing/2014/main" id="{8873CE0A-2F2C-4AB7-A48C-748B23399E2A}"/>
              </a:ext>
            </a:extLst>
          </p:cNvPr>
          <p:cNvSpPr>
            <a:spLocks noGrp="1"/>
          </p:cNvSpPr>
          <p:nvPr>
            <p:ph type="sldNum" sz="quarter" idx="4"/>
          </p:nvPr>
        </p:nvSpPr>
        <p:spPr/>
        <p:txBody>
          <a:bodyPr/>
          <a:lstStyle/>
          <a:p>
            <a:fld id="{00000000-1234-1234-1234-123412341234}" type="slidenum">
              <a:rPr lang="en" smtClean="0"/>
              <a:pPr/>
              <a:t>42</a:t>
            </a:fld>
            <a:endParaRPr lang="en" dirty="0"/>
          </a:p>
        </p:txBody>
      </p:sp>
      <p:sp>
        <p:nvSpPr>
          <p:cNvPr id="5" name="テキスト プレースホルダー 4">
            <a:extLst>
              <a:ext uri="{FF2B5EF4-FFF2-40B4-BE49-F238E27FC236}">
                <a16:creationId xmlns:a16="http://schemas.microsoft.com/office/drawing/2014/main" id="{4A1A0A11-456B-4437-97AD-51D2844FB686}"/>
              </a:ext>
            </a:extLst>
          </p:cNvPr>
          <p:cNvSpPr>
            <a:spLocks noGrp="1"/>
          </p:cNvSpPr>
          <p:nvPr>
            <p:ph type="body" sz="quarter" idx="14"/>
          </p:nvPr>
        </p:nvSpPr>
        <p:spPr>
          <a:xfrm>
            <a:off x="462875" y="859491"/>
            <a:ext cx="8216900" cy="619452"/>
          </a:xfrm>
        </p:spPr>
        <p:txBody>
          <a:bodyPr/>
          <a:lstStyle/>
          <a:p>
            <a:pPr marL="96838" indent="0">
              <a:buNone/>
            </a:pPr>
            <a:r>
              <a:rPr kumimoji="1" lang="ja-JP" altLang="en-US" dirty="0"/>
              <a:t>同じプログラムで</a:t>
            </a:r>
            <a:r>
              <a:rPr kumimoji="1" lang="en-US" altLang="ja-JP" dirty="0"/>
              <a:t>break;</a:t>
            </a:r>
            <a:r>
              <a:rPr kumimoji="1" lang="ja-JP" altLang="en-US" dirty="0"/>
              <a:t>を</a:t>
            </a:r>
            <a:r>
              <a:rPr kumimoji="1" lang="en-US" altLang="ja-JP" dirty="0"/>
              <a:t>continue;</a:t>
            </a:r>
            <a:r>
              <a:rPr kumimoji="1" lang="ja-JP" altLang="en-US" dirty="0"/>
              <a:t>に変えてみました。</a:t>
            </a:r>
          </a:p>
          <a:p>
            <a:pPr marL="96838" indent="0">
              <a:buNone/>
            </a:pPr>
            <a:r>
              <a:rPr kumimoji="1" lang="ja-JP" altLang="en-US" dirty="0"/>
              <a:t>このプログラムを実行するとどう表示されるか、考えましょう。</a:t>
            </a:r>
          </a:p>
        </p:txBody>
      </p:sp>
      <p:sp>
        <p:nvSpPr>
          <p:cNvPr id="6" name="テキスト プレースホルダー 4">
            <a:extLst>
              <a:ext uri="{FF2B5EF4-FFF2-40B4-BE49-F238E27FC236}">
                <a16:creationId xmlns:a16="http://schemas.microsoft.com/office/drawing/2014/main" id="{414E1B23-D7BF-4D07-8882-3B849C669EE5}"/>
              </a:ext>
            </a:extLst>
          </p:cNvPr>
          <p:cNvSpPr txBox="1">
            <a:spLocks/>
          </p:cNvSpPr>
          <p:nvPr/>
        </p:nvSpPr>
        <p:spPr>
          <a:xfrm>
            <a:off x="1232452" y="1446179"/>
            <a:ext cx="6559825" cy="2251141"/>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for (int </a:t>
            </a:r>
            <a:r>
              <a:rPr lang="en-US" altLang="ja-JP" dirty="0" err="1"/>
              <a:t>i</a:t>
            </a:r>
            <a:r>
              <a:rPr lang="en-US" altLang="ja-JP" dirty="0"/>
              <a:t> = 1; </a:t>
            </a:r>
            <a:r>
              <a:rPr lang="en-US" altLang="ja-JP" dirty="0" err="1"/>
              <a:t>i</a:t>
            </a:r>
            <a:r>
              <a:rPr lang="en-US" altLang="ja-JP" dirty="0"/>
              <a:t> &lt;= 5; </a:t>
            </a:r>
            <a:r>
              <a:rPr lang="en-US" altLang="ja-JP" dirty="0" err="1"/>
              <a:t>i</a:t>
            </a:r>
            <a:r>
              <a:rPr lang="en-US" altLang="ja-JP" dirty="0"/>
              <a:t>++)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en-US" altLang="ja-JP" dirty="0" err="1"/>
              <a:t>i</a:t>
            </a:r>
            <a:r>
              <a:rPr lang="en-US" altLang="ja-JP" dirty="0"/>
              <a:t> + "</a:t>
            </a:r>
            <a:r>
              <a:rPr lang="ja-JP" altLang="en-US" dirty="0"/>
              <a:t>回目の処理を開始します</a:t>
            </a:r>
            <a:r>
              <a:rPr lang="en-US" altLang="ja-JP" dirty="0"/>
              <a:t>");</a:t>
            </a:r>
          </a:p>
          <a:p>
            <a:pPr marL="96838" indent="0">
              <a:buFont typeface="Arial" panose="020B0604020202020204" pitchFamily="34" charset="0"/>
              <a:buNone/>
            </a:pPr>
            <a:r>
              <a:rPr lang="en-US" altLang="ja-JP" dirty="0"/>
              <a:t>    if (</a:t>
            </a:r>
            <a:r>
              <a:rPr lang="en-US" altLang="ja-JP" dirty="0" err="1"/>
              <a:t>i</a:t>
            </a:r>
            <a:r>
              <a:rPr lang="en-US" altLang="ja-JP" dirty="0"/>
              <a:t> == 3) {</a:t>
            </a:r>
          </a:p>
          <a:p>
            <a:pPr marL="96838" indent="0">
              <a:buFont typeface="Arial" panose="020B0604020202020204" pitchFamily="34" charset="0"/>
              <a:buNone/>
            </a:pPr>
            <a:r>
              <a:rPr lang="en-US" altLang="ja-JP" dirty="0"/>
              <a:t>        </a:t>
            </a:r>
            <a:r>
              <a:rPr lang="en-US" altLang="ja-JP" dirty="0" err="1"/>
              <a:t>System.out.println</a:t>
            </a:r>
            <a:r>
              <a:rPr lang="en-US" altLang="ja-JP" dirty="0"/>
              <a:t>("continue</a:t>
            </a:r>
            <a:r>
              <a:rPr lang="ja-JP" altLang="en-US" dirty="0"/>
              <a:t>します</a:t>
            </a:r>
            <a:r>
              <a:rPr lang="en-US" altLang="ja-JP" dirty="0"/>
              <a:t>");</a:t>
            </a:r>
          </a:p>
          <a:p>
            <a:pPr marL="96838" indent="0">
              <a:buFont typeface="Arial" panose="020B0604020202020204" pitchFamily="34" charset="0"/>
              <a:buNone/>
            </a:pPr>
            <a:r>
              <a:rPr lang="en-US" altLang="ja-JP" b="1" dirty="0">
                <a:solidFill>
                  <a:schemeClr val="accent1"/>
                </a:solidFill>
              </a:rPr>
              <a:t>        continue;</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en-US" altLang="ja-JP" dirty="0" err="1"/>
              <a:t>i</a:t>
            </a:r>
            <a:r>
              <a:rPr lang="en-US" altLang="ja-JP" dirty="0"/>
              <a:t> + "</a:t>
            </a:r>
            <a:r>
              <a:rPr lang="ja-JP" altLang="en-US" dirty="0"/>
              <a:t>回目の処理を終了します</a:t>
            </a:r>
            <a:r>
              <a:rPr lang="en-US" altLang="ja-JP" dirty="0"/>
              <a:t>");</a:t>
            </a:r>
          </a:p>
          <a:p>
            <a:pPr marL="96838" indent="0">
              <a:buFont typeface="Arial" panose="020B0604020202020204" pitchFamily="34" charset="0"/>
              <a:buNone/>
            </a:pPr>
            <a:r>
              <a:rPr lang="en-US" altLang="ja-JP" dirty="0"/>
              <a:t>}</a:t>
            </a:r>
          </a:p>
        </p:txBody>
      </p:sp>
    </p:spTree>
    <p:extLst>
      <p:ext uri="{BB962C8B-B14F-4D97-AF65-F5344CB8AC3E}">
        <p14:creationId xmlns:p14="http://schemas.microsoft.com/office/powerpoint/2010/main" val="350884615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3C795EFD-025F-428B-B033-B23EED1D4F57}"/>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27BF7EB6-56EF-4C20-850E-5CAC82C68F29}"/>
              </a:ext>
            </a:extLst>
          </p:cNvPr>
          <p:cNvSpPr>
            <a:spLocks noGrp="1"/>
          </p:cNvSpPr>
          <p:nvPr>
            <p:ph type="ctrTitle"/>
          </p:nvPr>
        </p:nvSpPr>
        <p:spPr/>
        <p:txBody>
          <a:bodyPr/>
          <a:lstStyle/>
          <a:p>
            <a:r>
              <a:rPr lang="en-US" altLang="ja-JP" dirty="0" err="1"/>
              <a:t>continue文の注意</a:t>
            </a:r>
            <a:endParaRPr kumimoji="1" lang="ja-JP" altLang="en-US" dirty="0"/>
          </a:p>
        </p:txBody>
      </p:sp>
      <p:sp>
        <p:nvSpPr>
          <p:cNvPr id="4" name="スライド番号プレースホルダー 3">
            <a:extLst>
              <a:ext uri="{FF2B5EF4-FFF2-40B4-BE49-F238E27FC236}">
                <a16:creationId xmlns:a16="http://schemas.microsoft.com/office/drawing/2014/main" id="{611FE87D-ED76-44EA-B123-B62E20DE00D2}"/>
              </a:ext>
            </a:extLst>
          </p:cNvPr>
          <p:cNvSpPr>
            <a:spLocks noGrp="1"/>
          </p:cNvSpPr>
          <p:nvPr>
            <p:ph type="sldNum" sz="quarter" idx="4"/>
          </p:nvPr>
        </p:nvSpPr>
        <p:spPr/>
        <p:txBody>
          <a:bodyPr/>
          <a:lstStyle/>
          <a:p>
            <a:fld id="{00000000-1234-1234-1234-123412341234}" type="slidenum">
              <a:rPr lang="en" smtClean="0"/>
              <a:pPr/>
              <a:t>43</a:t>
            </a:fld>
            <a:endParaRPr lang="en" dirty="0"/>
          </a:p>
        </p:txBody>
      </p:sp>
      <p:sp>
        <p:nvSpPr>
          <p:cNvPr id="5" name="テキスト プレースホルダー 4">
            <a:extLst>
              <a:ext uri="{FF2B5EF4-FFF2-40B4-BE49-F238E27FC236}">
                <a16:creationId xmlns:a16="http://schemas.microsoft.com/office/drawing/2014/main" id="{824E45F8-5A3C-4C7C-B7D8-44D74578B315}"/>
              </a:ext>
            </a:extLst>
          </p:cNvPr>
          <p:cNvSpPr>
            <a:spLocks noGrp="1"/>
          </p:cNvSpPr>
          <p:nvPr>
            <p:ph type="body" sz="quarter" idx="14"/>
          </p:nvPr>
        </p:nvSpPr>
        <p:spPr>
          <a:xfrm>
            <a:off x="462875" y="859491"/>
            <a:ext cx="8216900" cy="635354"/>
          </a:xfrm>
        </p:spPr>
        <p:txBody>
          <a:bodyPr/>
          <a:lstStyle/>
          <a:p>
            <a:pPr marL="96838" indent="0">
              <a:buNone/>
            </a:pPr>
            <a:r>
              <a:rPr kumimoji="1" lang="en-US" altLang="ja-JP" dirty="0"/>
              <a:t>while</a:t>
            </a:r>
            <a:r>
              <a:rPr kumimoji="1" lang="ja-JP" altLang="en-US" dirty="0"/>
              <a:t>文の中で</a:t>
            </a:r>
            <a:r>
              <a:rPr kumimoji="1" lang="en-US" altLang="ja-JP" dirty="0"/>
              <a:t>continue</a:t>
            </a:r>
            <a:r>
              <a:rPr kumimoji="1" lang="ja-JP" altLang="en-US" dirty="0"/>
              <a:t>文を使うことを考えてみます。</a:t>
            </a:r>
          </a:p>
          <a:p>
            <a:pPr marL="96838" indent="0">
              <a:buNone/>
            </a:pPr>
            <a:r>
              <a:rPr kumimoji="1" lang="ja-JP" altLang="en-US" dirty="0"/>
              <a:t>このプログラムを実行するとどう表示されるか、考えましょう。</a:t>
            </a:r>
          </a:p>
        </p:txBody>
      </p:sp>
      <p:sp>
        <p:nvSpPr>
          <p:cNvPr id="6" name="テキスト プレースホルダー 4">
            <a:extLst>
              <a:ext uri="{FF2B5EF4-FFF2-40B4-BE49-F238E27FC236}">
                <a16:creationId xmlns:a16="http://schemas.microsoft.com/office/drawing/2014/main" id="{5F902F70-744F-4D7B-8381-CD20DD0F0E0B}"/>
              </a:ext>
            </a:extLst>
          </p:cNvPr>
          <p:cNvSpPr txBox="1">
            <a:spLocks/>
          </p:cNvSpPr>
          <p:nvPr/>
        </p:nvSpPr>
        <p:spPr>
          <a:xfrm>
            <a:off x="1232452" y="1494845"/>
            <a:ext cx="6559825" cy="2789164"/>
          </a:xfrm>
          <a:prstGeom prst="rect">
            <a:avLst/>
          </a:prstGeom>
          <a:solidFill>
            <a:schemeClr val="bg1"/>
          </a:solidFill>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Font typeface="Arial" panose="020B0604020202020204" pitchFamily="34" charset="0"/>
              <a:buNone/>
            </a:pPr>
            <a:r>
              <a:rPr lang="en-US" altLang="ja-JP" dirty="0"/>
              <a:t>int </a:t>
            </a:r>
            <a:r>
              <a:rPr lang="en-US" altLang="ja-JP" dirty="0" err="1"/>
              <a:t>i</a:t>
            </a:r>
            <a:r>
              <a:rPr lang="en-US" altLang="ja-JP" dirty="0"/>
              <a:t> = 1;</a:t>
            </a:r>
          </a:p>
          <a:p>
            <a:pPr marL="96838" indent="0">
              <a:buFont typeface="Arial" panose="020B0604020202020204" pitchFamily="34" charset="0"/>
              <a:buNone/>
            </a:pPr>
            <a:r>
              <a:rPr lang="en-US" altLang="ja-JP" dirty="0"/>
              <a:t>while (</a:t>
            </a:r>
            <a:r>
              <a:rPr lang="en-US" altLang="ja-JP" dirty="0" err="1"/>
              <a:t>i</a:t>
            </a:r>
            <a:r>
              <a:rPr lang="en-US" altLang="ja-JP" dirty="0"/>
              <a:t> &lt;= 5)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en-US" altLang="ja-JP" dirty="0" err="1"/>
              <a:t>i</a:t>
            </a:r>
            <a:r>
              <a:rPr lang="en-US" altLang="ja-JP" dirty="0"/>
              <a:t> + "</a:t>
            </a:r>
            <a:r>
              <a:rPr lang="ja-JP" altLang="en-US" dirty="0"/>
              <a:t>回目の処理を開始します</a:t>
            </a:r>
            <a:r>
              <a:rPr lang="en-US" altLang="ja-JP" dirty="0"/>
              <a:t>");</a:t>
            </a:r>
          </a:p>
          <a:p>
            <a:pPr marL="96838" indent="0">
              <a:buFont typeface="Arial" panose="020B0604020202020204" pitchFamily="34" charset="0"/>
              <a:buNone/>
            </a:pPr>
            <a:r>
              <a:rPr lang="en-US" altLang="ja-JP" dirty="0"/>
              <a:t>    if (</a:t>
            </a:r>
            <a:r>
              <a:rPr lang="en-US" altLang="ja-JP" dirty="0" err="1"/>
              <a:t>i</a:t>
            </a:r>
            <a:r>
              <a:rPr lang="en-US" altLang="ja-JP" dirty="0"/>
              <a:t> == 3) {</a:t>
            </a:r>
          </a:p>
          <a:p>
            <a:pPr marL="96838" indent="0">
              <a:buFont typeface="Arial" panose="020B0604020202020204" pitchFamily="34" charset="0"/>
              <a:buNone/>
            </a:pPr>
            <a:r>
              <a:rPr lang="en-US" altLang="ja-JP" dirty="0"/>
              <a:t>        </a:t>
            </a:r>
            <a:r>
              <a:rPr lang="en-US" altLang="ja-JP" dirty="0" err="1"/>
              <a:t>System.out.println</a:t>
            </a:r>
            <a:r>
              <a:rPr lang="en-US" altLang="ja-JP" dirty="0"/>
              <a:t>("continue</a:t>
            </a:r>
            <a:r>
              <a:rPr lang="ja-JP" altLang="en-US" dirty="0"/>
              <a:t>します</a:t>
            </a:r>
            <a:r>
              <a:rPr lang="en-US" altLang="ja-JP" dirty="0"/>
              <a:t>");</a:t>
            </a:r>
          </a:p>
          <a:p>
            <a:pPr marL="96838" indent="0">
              <a:buFont typeface="Arial" panose="020B0604020202020204" pitchFamily="34" charset="0"/>
              <a:buNone/>
            </a:pPr>
            <a:r>
              <a:rPr lang="en-US" altLang="ja-JP" b="1" dirty="0">
                <a:solidFill>
                  <a:schemeClr val="accent1"/>
                </a:solidFill>
              </a:rPr>
              <a:t>        continue;</a:t>
            </a:r>
          </a:p>
          <a:p>
            <a:pPr marL="96838" indent="0">
              <a:buFont typeface="Arial" panose="020B0604020202020204" pitchFamily="34" charset="0"/>
              <a:buNone/>
            </a:pPr>
            <a:r>
              <a:rPr lang="en-US" altLang="ja-JP" dirty="0"/>
              <a:t>    }</a:t>
            </a:r>
          </a:p>
          <a:p>
            <a:pPr marL="96838" indent="0">
              <a:buFont typeface="Arial" panose="020B0604020202020204" pitchFamily="34" charset="0"/>
              <a:buNone/>
            </a:pPr>
            <a:r>
              <a:rPr lang="en-US" altLang="ja-JP" dirty="0"/>
              <a:t>    </a:t>
            </a:r>
            <a:r>
              <a:rPr lang="en-US" altLang="ja-JP" dirty="0" err="1"/>
              <a:t>System.out.println</a:t>
            </a:r>
            <a:r>
              <a:rPr lang="en-US" altLang="ja-JP" dirty="0"/>
              <a:t>(</a:t>
            </a:r>
            <a:r>
              <a:rPr lang="en-US" altLang="ja-JP" dirty="0" err="1"/>
              <a:t>i</a:t>
            </a:r>
            <a:r>
              <a:rPr lang="en-US" altLang="ja-JP" dirty="0"/>
              <a:t> + "</a:t>
            </a:r>
            <a:r>
              <a:rPr lang="ja-JP" altLang="en-US" dirty="0"/>
              <a:t>回目の処理を終了します</a:t>
            </a:r>
            <a:r>
              <a:rPr lang="en-US" altLang="ja-JP" dirty="0"/>
              <a:t>");</a:t>
            </a:r>
          </a:p>
          <a:p>
            <a:pPr marL="96838" indent="0">
              <a:buFont typeface="Arial" panose="020B0604020202020204" pitchFamily="34" charset="0"/>
              <a:buNone/>
            </a:pPr>
            <a:r>
              <a:rPr lang="en-US" altLang="ja-JP" dirty="0"/>
              <a:t>    </a:t>
            </a:r>
            <a:r>
              <a:rPr lang="en-US" altLang="ja-JP" dirty="0" err="1"/>
              <a:t>i</a:t>
            </a:r>
            <a:r>
              <a:rPr lang="en-US" altLang="ja-JP" dirty="0"/>
              <a:t>++;</a:t>
            </a:r>
          </a:p>
          <a:p>
            <a:pPr marL="96838" indent="0">
              <a:buFont typeface="Arial" panose="020B0604020202020204" pitchFamily="34" charset="0"/>
              <a:buNone/>
            </a:pPr>
            <a:r>
              <a:rPr lang="en-US" altLang="ja-JP" dirty="0"/>
              <a:t>}</a:t>
            </a:r>
          </a:p>
        </p:txBody>
      </p:sp>
    </p:spTree>
    <p:extLst>
      <p:ext uri="{BB962C8B-B14F-4D97-AF65-F5344CB8AC3E}">
        <p14:creationId xmlns:p14="http://schemas.microsoft.com/office/powerpoint/2010/main" val="274855765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839EE74-FC6E-4CE1-91F0-31A6C97B11F9}"/>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78B4367A-64A1-492A-B18C-D09C932BF69B}"/>
              </a:ext>
            </a:extLst>
          </p:cNvPr>
          <p:cNvSpPr>
            <a:spLocks noGrp="1"/>
          </p:cNvSpPr>
          <p:nvPr>
            <p:ph type="ctrTitle"/>
          </p:nvPr>
        </p:nvSpPr>
        <p:spPr/>
        <p:txBody>
          <a:bodyPr/>
          <a:lstStyle/>
          <a:p>
            <a:r>
              <a:rPr lang="en-US" altLang="ja-JP" dirty="0" err="1"/>
              <a:t>無限ループ</a:t>
            </a:r>
            <a:endParaRPr kumimoji="1" lang="ja-JP" altLang="en-US" dirty="0"/>
          </a:p>
        </p:txBody>
      </p:sp>
      <p:sp>
        <p:nvSpPr>
          <p:cNvPr id="4" name="スライド番号プレースホルダー 3">
            <a:extLst>
              <a:ext uri="{FF2B5EF4-FFF2-40B4-BE49-F238E27FC236}">
                <a16:creationId xmlns:a16="http://schemas.microsoft.com/office/drawing/2014/main" id="{BEF70FC5-FEFB-4FA2-BDFD-CE956489583C}"/>
              </a:ext>
            </a:extLst>
          </p:cNvPr>
          <p:cNvSpPr>
            <a:spLocks noGrp="1"/>
          </p:cNvSpPr>
          <p:nvPr>
            <p:ph type="sldNum" sz="quarter" idx="4"/>
          </p:nvPr>
        </p:nvSpPr>
        <p:spPr/>
        <p:txBody>
          <a:bodyPr/>
          <a:lstStyle/>
          <a:p>
            <a:fld id="{00000000-1234-1234-1234-123412341234}" type="slidenum">
              <a:rPr lang="en" smtClean="0"/>
              <a:pPr/>
              <a:t>44</a:t>
            </a:fld>
            <a:endParaRPr lang="en" dirty="0"/>
          </a:p>
        </p:txBody>
      </p:sp>
      <p:sp>
        <p:nvSpPr>
          <p:cNvPr id="5" name="テキスト プレースホルダー 4">
            <a:extLst>
              <a:ext uri="{FF2B5EF4-FFF2-40B4-BE49-F238E27FC236}">
                <a16:creationId xmlns:a16="http://schemas.microsoft.com/office/drawing/2014/main" id="{D284CBBB-36B3-4B07-9CE4-EE6DC6F77D8D}"/>
              </a:ext>
            </a:extLst>
          </p:cNvPr>
          <p:cNvSpPr>
            <a:spLocks noGrp="1"/>
          </p:cNvSpPr>
          <p:nvPr>
            <p:ph type="body" sz="quarter" idx="14"/>
          </p:nvPr>
        </p:nvSpPr>
        <p:spPr/>
        <p:txBody>
          <a:bodyPr/>
          <a:lstStyle/>
          <a:p>
            <a:pPr marL="96838" indent="0">
              <a:buNone/>
            </a:pPr>
            <a:r>
              <a:rPr kumimoji="1" lang="ja-JP" altLang="en-US" dirty="0"/>
              <a:t>永久に繰り返しを続ける制御構造を</a:t>
            </a:r>
            <a:r>
              <a:rPr kumimoji="1" lang="ja-JP" altLang="en-US" b="1" dirty="0">
                <a:solidFill>
                  <a:schemeClr val="tx2"/>
                </a:solidFill>
              </a:rPr>
              <a:t>無限ループ</a:t>
            </a:r>
            <a:r>
              <a:rPr kumimoji="1" lang="ja-JP" altLang="en-US" dirty="0"/>
              <a:t>といいます。</a:t>
            </a:r>
            <a:br>
              <a:rPr kumimoji="1" lang="ja-JP" altLang="en-US" dirty="0"/>
            </a:br>
            <a:r>
              <a:rPr kumimoji="1" lang="ja-JP" altLang="en-US" dirty="0"/>
              <a:t>前のページでは「</a:t>
            </a:r>
            <a:r>
              <a:rPr kumimoji="1" lang="en-US" altLang="ja-JP" dirty="0"/>
              <a:t>3</a:t>
            </a:r>
            <a:r>
              <a:rPr kumimoji="1" lang="ja-JP" altLang="en-US" dirty="0"/>
              <a:t>回目の処理を開始します」と「</a:t>
            </a:r>
            <a:r>
              <a:rPr kumimoji="1" lang="en-US" altLang="ja-JP" dirty="0"/>
              <a:t>continue</a:t>
            </a:r>
            <a:r>
              <a:rPr kumimoji="1" lang="ja-JP" altLang="en-US" dirty="0"/>
              <a:t>します」を無限に表示し続けます。プログラムを作る際はこのような無限ループにならないよう、よく考えて作りましょう。</a:t>
            </a:r>
          </a:p>
          <a:p>
            <a:pPr marL="96838" indent="0">
              <a:buNone/>
            </a:pPr>
            <a:r>
              <a:rPr kumimoji="1" lang="ja-JP" altLang="en-US" dirty="0"/>
              <a:t>もし、無限ループになってしまったときは</a:t>
            </a:r>
            <a:r>
              <a:rPr kumimoji="1" lang="en-US" altLang="ja-JP" dirty="0"/>
              <a:t>Windows</a:t>
            </a:r>
            <a:r>
              <a:rPr kumimoji="1" lang="ja-JP" altLang="en-US" dirty="0"/>
              <a:t>のコマンドプロンプトで実行中なら</a:t>
            </a:r>
            <a:r>
              <a:rPr kumimoji="1" lang="en-US" altLang="ja-JP" dirty="0" err="1"/>
              <a:t>Ctrl+C</a:t>
            </a:r>
            <a:r>
              <a:rPr kumimoji="1" lang="ja-JP" altLang="en-US" dirty="0"/>
              <a:t>（</a:t>
            </a:r>
            <a:r>
              <a:rPr kumimoji="1" lang="en-US" altLang="ja-JP" dirty="0"/>
              <a:t>Ctrl</a:t>
            </a:r>
            <a:r>
              <a:rPr kumimoji="1" lang="ja-JP" altLang="en-US" dirty="0"/>
              <a:t>キーを押しながら</a:t>
            </a:r>
            <a:r>
              <a:rPr kumimoji="1" lang="en-US" altLang="ja-JP" dirty="0"/>
              <a:t>C</a:t>
            </a:r>
            <a:r>
              <a:rPr kumimoji="1" lang="ja-JP" altLang="en-US" dirty="0"/>
              <a:t>のキーを押すこと）で強制終了することができます。</a:t>
            </a:r>
          </a:p>
          <a:p>
            <a:pPr marL="96838" indent="0">
              <a:buNone/>
            </a:pPr>
            <a:r>
              <a:rPr kumimoji="1" lang="ja-JP" altLang="en-US" dirty="0"/>
              <a:t>逆に意図的に無限ループを作りたい場合もあります。以下の</a:t>
            </a:r>
            <a:r>
              <a:rPr kumimoji="1" lang="en-US" altLang="ja-JP" dirty="0"/>
              <a:t>2</a:t>
            </a:r>
            <a:r>
              <a:rPr kumimoji="1" lang="ja-JP" altLang="en-US" dirty="0"/>
              <a:t>つの書き方が一般的です。この場合、必ずどこかで</a:t>
            </a:r>
            <a:r>
              <a:rPr kumimoji="1" lang="en-US" altLang="ja-JP" dirty="0"/>
              <a:t>break</a:t>
            </a:r>
            <a:r>
              <a:rPr kumimoji="1" lang="ja-JP" altLang="en-US" dirty="0"/>
              <a:t>文を入れてループを中断させる必要があります。</a:t>
            </a:r>
          </a:p>
          <a:p>
            <a:pPr marL="96838" indent="0">
              <a:buNone/>
            </a:pPr>
            <a:endParaRPr kumimoji="1" lang="en-US" altLang="ja-JP" dirty="0"/>
          </a:p>
          <a:p>
            <a:pPr marL="96838" indent="0">
              <a:buNone/>
            </a:pPr>
            <a:r>
              <a:rPr kumimoji="1" lang="en-US" altLang="ja-JP" sz="2400" b="1" dirty="0">
                <a:solidFill>
                  <a:schemeClr val="accent1"/>
                </a:solidFill>
              </a:rPr>
              <a:t>while (true) {</a:t>
            </a:r>
            <a:br>
              <a:rPr kumimoji="1" lang="en-US" altLang="ja-JP" sz="2400" b="1" dirty="0">
                <a:solidFill>
                  <a:schemeClr val="accent1"/>
                </a:solidFill>
              </a:rPr>
            </a:br>
            <a:r>
              <a:rPr kumimoji="1" lang="ja-JP" altLang="en-US" sz="2400" b="1" dirty="0">
                <a:solidFill>
                  <a:schemeClr val="accent1"/>
                </a:solidFill>
              </a:rPr>
              <a:t>　　</a:t>
            </a:r>
            <a:r>
              <a:rPr kumimoji="1" lang="en-US" altLang="ja-JP" sz="2400" dirty="0">
                <a:solidFill>
                  <a:schemeClr val="accent6"/>
                </a:solidFill>
              </a:rPr>
              <a:t>// </a:t>
            </a:r>
            <a:r>
              <a:rPr kumimoji="1" lang="ja-JP" altLang="en-US" sz="2400" dirty="0">
                <a:solidFill>
                  <a:schemeClr val="accent6"/>
                </a:solidFill>
              </a:rPr>
              <a:t>繰り返す処理</a:t>
            </a:r>
            <a:br>
              <a:rPr kumimoji="1" lang="ja-JP" altLang="en-US" sz="2400" b="1" dirty="0">
                <a:solidFill>
                  <a:schemeClr val="accent1"/>
                </a:solidFill>
              </a:rPr>
            </a:br>
            <a:r>
              <a:rPr kumimoji="1" lang="en-US" altLang="ja-JP" sz="2400" b="1" dirty="0">
                <a:solidFill>
                  <a:schemeClr val="accent1"/>
                </a:solidFill>
              </a:rPr>
              <a:t>}</a:t>
            </a:r>
          </a:p>
          <a:p>
            <a:pPr marL="96838" indent="0">
              <a:buNone/>
            </a:pPr>
            <a:r>
              <a:rPr kumimoji="1" lang="en-US" altLang="ja-JP" sz="2400" b="1" dirty="0">
                <a:solidFill>
                  <a:schemeClr val="accent1"/>
                </a:solidFill>
              </a:rPr>
              <a:t>for ( ; ; ) {</a:t>
            </a:r>
            <a:br>
              <a:rPr kumimoji="1" lang="en-US" altLang="ja-JP" sz="2400" b="1" dirty="0">
                <a:solidFill>
                  <a:schemeClr val="accent1"/>
                </a:solidFill>
              </a:rPr>
            </a:br>
            <a:r>
              <a:rPr kumimoji="1" lang="ja-JP" altLang="en-US" sz="2400" b="1" dirty="0">
                <a:solidFill>
                  <a:schemeClr val="accent1"/>
                </a:solidFill>
              </a:rPr>
              <a:t>　　</a:t>
            </a:r>
            <a:r>
              <a:rPr kumimoji="1" lang="en-US" altLang="ja-JP" sz="2400" dirty="0">
                <a:solidFill>
                  <a:schemeClr val="accent6"/>
                </a:solidFill>
              </a:rPr>
              <a:t>// </a:t>
            </a:r>
            <a:r>
              <a:rPr kumimoji="1" lang="ja-JP" altLang="en-US" sz="2400" dirty="0">
                <a:solidFill>
                  <a:schemeClr val="accent6"/>
                </a:solidFill>
              </a:rPr>
              <a:t>繰り返す処理</a:t>
            </a:r>
            <a:br>
              <a:rPr kumimoji="1" lang="ja-JP" altLang="en-US" sz="2400" b="1" dirty="0">
                <a:solidFill>
                  <a:schemeClr val="accent1"/>
                </a:solidFill>
              </a:rPr>
            </a:br>
            <a:r>
              <a:rPr kumimoji="1" lang="en-US" altLang="ja-JP" sz="2400" b="1" dirty="0">
                <a:solidFill>
                  <a:schemeClr val="accent1"/>
                </a:solidFill>
              </a:rPr>
              <a:t>}</a:t>
            </a:r>
          </a:p>
          <a:p>
            <a:pPr marL="96838" indent="0">
              <a:buNone/>
            </a:pPr>
            <a:endParaRPr kumimoji="1" lang="ja-JP" altLang="en-US" dirty="0"/>
          </a:p>
        </p:txBody>
      </p:sp>
    </p:spTree>
    <p:extLst>
      <p:ext uri="{BB962C8B-B14F-4D97-AF65-F5344CB8AC3E}">
        <p14:creationId xmlns:p14="http://schemas.microsoft.com/office/powerpoint/2010/main" val="26056640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D920D1B-751C-9865-F29A-CA5506BC0DF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C3805FB-BDCE-8F27-9E84-6C87C9699942}"/>
              </a:ext>
            </a:extLst>
          </p:cNvPr>
          <p:cNvSpPr>
            <a:spLocks noGrp="1"/>
          </p:cNvSpPr>
          <p:nvPr>
            <p:ph type="ctrTitle"/>
          </p:nvPr>
        </p:nvSpPr>
        <p:spPr/>
        <p:txBody>
          <a:bodyPr/>
          <a:lstStyle/>
          <a:p>
            <a:r>
              <a:rPr kumimoji="1" lang="ja-JP" altLang="en-US" dirty="0"/>
              <a:t>コーディング規約って？</a:t>
            </a:r>
          </a:p>
        </p:txBody>
      </p:sp>
      <p:sp>
        <p:nvSpPr>
          <p:cNvPr id="4" name="スライド番号プレースホルダー 3">
            <a:extLst>
              <a:ext uri="{FF2B5EF4-FFF2-40B4-BE49-F238E27FC236}">
                <a16:creationId xmlns:a16="http://schemas.microsoft.com/office/drawing/2014/main" id="{F59F6BA6-50B4-2594-9966-BC35B5C485A9}"/>
              </a:ext>
            </a:extLst>
          </p:cNvPr>
          <p:cNvSpPr>
            <a:spLocks noGrp="1"/>
          </p:cNvSpPr>
          <p:nvPr>
            <p:ph type="sldNum" sz="quarter" idx="4"/>
          </p:nvPr>
        </p:nvSpPr>
        <p:spPr/>
        <p:txBody>
          <a:bodyPr/>
          <a:lstStyle/>
          <a:p>
            <a:fld id="{00000000-1234-1234-1234-123412341234}" type="slidenum">
              <a:rPr lang="en" smtClean="0"/>
              <a:pPr/>
              <a:t>45</a:t>
            </a:fld>
            <a:endParaRPr lang="en" dirty="0"/>
          </a:p>
        </p:txBody>
      </p:sp>
      <p:grpSp>
        <p:nvGrpSpPr>
          <p:cNvPr id="6" name="グループ化 5">
            <a:extLst>
              <a:ext uri="{FF2B5EF4-FFF2-40B4-BE49-F238E27FC236}">
                <a16:creationId xmlns:a16="http://schemas.microsoft.com/office/drawing/2014/main" id="{614948FD-ABCA-42F3-B586-B286FF1696FC}"/>
              </a:ext>
            </a:extLst>
          </p:cNvPr>
          <p:cNvGrpSpPr/>
          <p:nvPr/>
        </p:nvGrpSpPr>
        <p:grpSpPr>
          <a:xfrm>
            <a:off x="250952" y="787729"/>
            <a:ext cx="8411576" cy="4075185"/>
            <a:chOff x="268873" y="786891"/>
            <a:chExt cx="8411576" cy="4132541"/>
          </a:xfrm>
        </p:grpSpPr>
        <p:sp>
          <p:nvSpPr>
            <p:cNvPr id="7" name="四角形: 角を丸くする 6">
              <a:extLst>
                <a:ext uri="{FF2B5EF4-FFF2-40B4-BE49-F238E27FC236}">
                  <a16:creationId xmlns:a16="http://schemas.microsoft.com/office/drawing/2014/main" id="{B03352E1-F346-4AE5-8DB3-FA1D21A0B3BA}"/>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sz="1400" dirty="0">
                <a:solidFill>
                  <a:schemeClr val="tx1"/>
                </a:solidFill>
              </a:endParaRPr>
            </a:p>
          </p:txBody>
        </p:sp>
        <p:sp>
          <p:nvSpPr>
            <p:cNvPr id="8" name="テキスト ボックス 9">
              <a:extLst>
                <a:ext uri="{FF2B5EF4-FFF2-40B4-BE49-F238E27FC236}">
                  <a16:creationId xmlns:a16="http://schemas.microsoft.com/office/drawing/2014/main" id="{CFFBBFE5-B218-4585-A1B3-409A98264E5A}"/>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sp>
          <p:nvSpPr>
            <p:cNvPr id="9" name="吹き出し: 円形 8">
              <a:extLst>
                <a:ext uri="{FF2B5EF4-FFF2-40B4-BE49-F238E27FC236}">
                  <a16:creationId xmlns:a16="http://schemas.microsoft.com/office/drawing/2014/main" id="{68E5752A-378F-4F5F-BBB5-A9FF0ABD843B}"/>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pic>
          <p:nvPicPr>
            <p:cNvPr id="10" name="図 9">
              <a:extLst>
                <a:ext uri="{FF2B5EF4-FFF2-40B4-BE49-F238E27FC236}">
                  <a16:creationId xmlns:a16="http://schemas.microsoft.com/office/drawing/2014/main" id="{9A8308A9-BCCE-493E-9CB2-3D7B233454F8}"/>
                </a:ext>
              </a:extLst>
            </p:cNvPr>
            <p:cNvPicPr>
              <a:picLocks noChangeAspect="1"/>
            </p:cNvPicPr>
            <p:nvPr/>
          </p:nvPicPr>
          <p:blipFill>
            <a:blip r:embed="rId2"/>
            <a:stretch>
              <a:fillRect/>
            </a:stretch>
          </p:blipFill>
          <p:spPr>
            <a:xfrm>
              <a:off x="268873" y="805343"/>
              <a:ext cx="728929" cy="728929"/>
            </a:xfrm>
            <a:prstGeom prst="rect">
              <a:avLst/>
            </a:prstGeom>
          </p:spPr>
        </p:pic>
      </p:grpSp>
      <p:sp>
        <p:nvSpPr>
          <p:cNvPr id="11" name="テキスト ボックス 12">
            <a:extLst>
              <a:ext uri="{FF2B5EF4-FFF2-40B4-BE49-F238E27FC236}">
                <a16:creationId xmlns:a16="http://schemas.microsoft.com/office/drawing/2014/main" id="{00EC7B40-6C12-4A2A-BD47-4D3C23B813AA}"/>
              </a:ext>
            </a:extLst>
          </p:cNvPr>
          <p:cNvSpPr txBox="1"/>
          <p:nvPr/>
        </p:nvSpPr>
        <p:spPr>
          <a:xfrm>
            <a:off x="975993" y="1315270"/>
            <a:ext cx="2849216" cy="455325"/>
          </a:xfrm>
          <a:prstGeom prst="rect">
            <a:avLst/>
          </a:prstGeom>
          <a:solidFill>
            <a:schemeClr val="bg1">
              <a:lumMod val="95000"/>
            </a:schemeClr>
          </a:solid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kumimoji="1" lang="ja-JP" altLang="en-US" sz="1600" dirty="0">
                <a:latin typeface="HGP創英角ﾎﾟｯﾌﾟ体" panose="040B0A00000000000000" pitchFamily="50" charset="-128"/>
                <a:ea typeface="HGP創英角ﾎﾟｯﾌﾟ体" panose="040B0A00000000000000" pitchFamily="50" charset="-128"/>
              </a:rPr>
              <a:t>　　コーディング規約って何？</a:t>
            </a:r>
            <a:endPar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endParaRPr>
          </a:p>
        </p:txBody>
      </p:sp>
      <p:sp>
        <p:nvSpPr>
          <p:cNvPr id="12" name="テキスト プレースホルダー 4">
            <a:extLst>
              <a:ext uri="{FF2B5EF4-FFF2-40B4-BE49-F238E27FC236}">
                <a16:creationId xmlns:a16="http://schemas.microsoft.com/office/drawing/2014/main" id="{D345FCF4-B188-436C-9FB4-5149C3180134}"/>
              </a:ext>
            </a:extLst>
          </p:cNvPr>
          <p:cNvSpPr>
            <a:spLocks noGrp="1"/>
          </p:cNvSpPr>
          <p:nvPr/>
        </p:nvSpPr>
        <p:spPr>
          <a:xfrm>
            <a:off x="456560" y="1701517"/>
            <a:ext cx="8216900" cy="3077952"/>
          </a:xfrm>
          <a:prstGeom prst="rect">
            <a:avLst/>
          </a:prstGeom>
        </p:spPr>
        <p:txBody>
          <a:bodyPr vert="horz" lIns="91440" tIns="45720" rIns="91440" bIns="45720" rtlCol="0">
            <a:noAutofit/>
          </a:bodyPr>
          <a:lstStyle>
            <a:lvl1pPr marL="2682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1pPr>
            <a:lvl2pPr marL="623888"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2pPr>
            <a:lvl3pPr marL="9890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3pPr>
            <a:lvl4pPr marL="13446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4pPr>
            <a:lvl5pPr marL="1700213" indent="-171450" algn="l" defTabSz="685800" rtl="0" eaLnBrk="1" latinLnBrk="0" hangingPunct="1">
              <a:lnSpc>
                <a:spcPct val="90000"/>
              </a:lnSpc>
              <a:spcBef>
                <a:spcPts val="600"/>
              </a:spcBef>
              <a:buFont typeface="Arial" panose="020B0604020202020204" pitchFamily="34" charset="0"/>
              <a:buChar char="•"/>
              <a:defRPr kumimoji="1"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kumimoji="1" sz="1350" kern="1200">
                <a:solidFill>
                  <a:schemeClr val="tx1"/>
                </a:solidFill>
                <a:latin typeface="+mn-lt"/>
                <a:ea typeface="+mn-ea"/>
                <a:cs typeface="+mn-cs"/>
              </a:defRPr>
            </a:lvl9pPr>
          </a:lstStyle>
          <a:p>
            <a:pPr marL="96838" indent="0">
              <a:buNone/>
            </a:pPr>
            <a:r>
              <a:rPr lang="ja-JP" altLang="en-US" dirty="0"/>
              <a:t>業務に入ると、きっと皆さんの目の前にコーディング規約と呼ばれるコードの書き方を制定した書類があらわれるはずです。</a:t>
            </a:r>
            <a:endParaRPr lang="en-US" altLang="ja-JP" dirty="0"/>
          </a:p>
          <a:p>
            <a:pPr marL="96838" indent="0">
              <a:buNone/>
            </a:pPr>
            <a:r>
              <a:rPr lang="ja-JP" altLang="en-US" dirty="0"/>
              <a:t>変数名の付け方・｛｝の位置・制御構文の書き方等々、その業務で決められた書き方があり、それを守ってコーディングしようねという書類です。</a:t>
            </a:r>
            <a:endParaRPr lang="en-US" altLang="ja-JP" dirty="0"/>
          </a:p>
          <a:p>
            <a:pPr marL="96838" indent="0">
              <a:buNone/>
            </a:pPr>
            <a:r>
              <a:rPr kumimoji="1" lang="ja-JP" altLang="en-US" dirty="0"/>
              <a:t>これを守らないと「コードレビュー」という業務の段階で、「コーディング規約を守っていないため差戻」となり、余計な手間を取ることになります。</a:t>
            </a:r>
            <a:endParaRPr kumimoji="1" lang="en-US" altLang="ja-JP" dirty="0"/>
          </a:p>
          <a:p>
            <a:pPr marL="96838" indent="0">
              <a:buNone/>
            </a:pPr>
            <a:r>
              <a:rPr lang="ja-JP" altLang="en-US" dirty="0"/>
              <a:t>コーディング規約を決めることで、「誰が書いても」「同じような記載方法」になるという利点があります。これを「粒度が同じ」なんていう言い方をします。粒度を合わせることで、別の誰かが作ったプログラムでも、比較的スムーズに修正や追加をすることが出来ます。</a:t>
            </a:r>
            <a:endParaRPr kumimoji="1" lang="en-US" altLang="ja-JP" dirty="0"/>
          </a:p>
          <a:p>
            <a:pPr marL="96838" indent="0">
              <a:buNone/>
            </a:pPr>
            <a:r>
              <a:rPr lang="ja-JP" altLang="en-US" dirty="0"/>
              <a:t>業務に入ったらまずこのコーディング規約に目を通して、その記載内容を守るようにしましょう！</a:t>
            </a:r>
            <a:endParaRPr lang="en-US" altLang="ja-JP" dirty="0"/>
          </a:p>
          <a:p>
            <a:pPr marL="96838" indent="0">
              <a:buNone/>
            </a:pPr>
            <a:endParaRPr lang="en-US" altLang="ja-JP" dirty="0"/>
          </a:p>
          <a:p>
            <a:pPr marL="96838" indent="0">
              <a:buNone/>
            </a:pPr>
            <a:r>
              <a:rPr lang="ja-JP" altLang="en-US" dirty="0"/>
              <a:t>次のページでコーディング規約の例について記載します。</a:t>
            </a:r>
            <a:endParaRPr lang="en-US" altLang="ja-JP" dirty="0"/>
          </a:p>
        </p:txBody>
      </p:sp>
    </p:spTree>
    <p:extLst>
      <p:ext uri="{BB962C8B-B14F-4D97-AF65-F5344CB8AC3E}">
        <p14:creationId xmlns:p14="http://schemas.microsoft.com/office/powerpoint/2010/main" val="359107300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7D920D1B-751C-9865-F29A-CA5506BC0DF4}"/>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5C3805FB-BDCE-8F27-9E84-6C87C9699942}"/>
              </a:ext>
            </a:extLst>
          </p:cNvPr>
          <p:cNvSpPr>
            <a:spLocks noGrp="1"/>
          </p:cNvSpPr>
          <p:nvPr>
            <p:ph type="ctrTitle"/>
          </p:nvPr>
        </p:nvSpPr>
        <p:spPr/>
        <p:txBody>
          <a:bodyPr/>
          <a:lstStyle/>
          <a:p>
            <a:r>
              <a:rPr kumimoji="1" lang="ja-JP" altLang="en-US" dirty="0"/>
              <a:t>コーディング規約の例</a:t>
            </a:r>
          </a:p>
        </p:txBody>
      </p:sp>
      <p:sp>
        <p:nvSpPr>
          <p:cNvPr id="4" name="スライド番号プレースホルダー 3">
            <a:extLst>
              <a:ext uri="{FF2B5EF4-FFF2-40B4-BE49-F238E27FC236}">
                <a16:creationId xmlns:a16="http://schemas.microsoft.com/office/drawing/2014/main" id="{F59F6BA6-50B4-2594-9966-BC35B5C485A9}"/>
              </a:ext>
            </a:extLst>
          </p:cNvPr>
          <p:cNvSpPr>
            <a:spLocks noGrp="1"/>
          </p:cNvSpPr>
          <p:nvPr>
            <p:ph type="sldNum" sz="quarter" idx="4"/>
          </p:nvPr>
        </p:nvSpPr>
        <p:spPr/>
        <p:txBody>
          <a:bodyPr/>
          <a:lstStyle/>
          <a:p>
            <a:fld id="{00000000-1234-1234-1234-123412341234}" type="slidenum">
              <a:rPr lang="en" smtClean="0"/>
              <a:pPr/>
              <a:t>46</a:t>
            </a:fld>
            <a:endParaRPr lang="en" dirty="0"/>
          </a:p>
        </p:txBody>
      </p:sp>
      <p:grpSp>
        <p:nvGrpSpPr>
          <p:cNvPr id="6" name="グループ化 5">
            <a:extLst>
              <a:ext uri="{FF2B5EF4-FFF2-40B4-BE49-F238E27FC236}">
                <a16:creationId xmlns:a16="http://schemas.microsoft.com/office/drawing/2014/main" id="{614948FD-ABCA-42F3-B586-B286FF1696FC}"/>
              </a:ext>
            </a:extLst>
          </p:cNvPr>
          <p:cNvGrpSpPr/>
          <p:nvPr/>
        </p:nvGrpSpPr>
        <p:grpSpPr>
          <a:xfrm>
            <a:off x="250952" y="787729"/>
            <a:ext cx="8411576" cy="4075185"/>
            <a:chOff x="268873" y="786891"/>
            <a:chExt cx="8411576" cy="4132541"/>
          </a:xfrm>
        </p:grpSpPr>
        <p:sp>
          <p:nvSpPr>
            <p:cNvPr id="7" name="四角形: 角を丸くする 6">
              <a:extLst>
                <a:ext uri="{FF2B5EF4-FFF2-40B4-BE49-F238E27FC236}">
                  <a16:creationId xmlns:a16="http://schemas.microsoft.com/office/drawing/2014/main" id="{B03352E1-F346-4AE5-8DB3-FA1D21A0B3BA}"/>
                </a:ext>
              </a:extLst>
            </p:cNvPr>
            <p:cNvSpPr/>
            <p:nvPr/>
          </p:nvSpPr>
          <p:spPr>
            <a:xfrm>
              <a:off x="463549" y="1006821"/>
              <a:ext cx="8216900" cy="3912611"/>
            </a:xfrm>
            <a:prstGeom prst="roundRect">
              <a:avLst>
                <a:gd name="adj" fmla="val 3458"/>
              </a:avLst>
            </a:prstGeom>
            <a:noFill/>
            <a:ln w="38100">
              <a:solidFill>
                <a:schemeClr val="tx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kumimoji="1" lang="ja-JP" altLang="en-US" sz="1400" dirty="0">
                <a:solidFill>
                  <a:schemeClr val="tx1"/>
                </a:solidFill>
              </a:endParaRPr>
            </a:p>
          </p:txBody>
        </p:sp>
        <p:sp>
          <p:nvSpPr>
            <p:cNvPr id="8" name="テキスト ボックス 9">
              <a:extLst>
                <a:ext uri="{FF2B5EF4-FFF2-40B4-BE49-F238E27FC236}">
                  <a16:creationId xmlns:a16="http://schemas.microsoft.com/office/drawing/2014/main" id="{CFFBBFE5-B218-4585-A1B3-409A98264E5A}"/>
                </a:ext>
              </a:extLst>
            </p:cNvPr>
            <p:cNvSpPr txBox="1"/>
            <p:nvPr/>
          </p:nvSpPr>
          <p:spPr>
            <a:xfrm>
              <a:off x="615948" y="826258"/>
              <a:ext cx="2399472" cy="461733"/>
            </a:xfrm>
            <a:prstGeom prst="rect">
              <a:avLst/>
            </a:prstGeom>
            <a:solidFill>
              <a:schemeClr val="bg1">
                <a:lumMod val="95000"/>
              </a:schemeClr>
            </a:solidFill>
          </p:spPr>
          <p:txBody>
            <a:bodyPr wrap="square" rtlCol="0">
              <a:no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r"/>
              <a:r>
                <a:rPr kumimoji="1" lang="ja-JP" altLang="en-US" sz="1600" dirty="0">
                  <a:latin typeface="HGP創英角ﾎﾟｯﾌﾟ体" panose="040B0A00000000000000" pitchFamily="50" charset="-128"/>
                  <a:ea typeface="HGP創英角ﾎﾟｯﾌﾟ体" panose="040B0A00000000000000" pitchFamily="50" charset="-128"/>
                </a:rPr>
                <a:t>　　ワン！ </a:t>
              </a:r>
              <a:r>
                <a:rPr kumimoji="1" lang="ja-JP" altLang="en-US" sz="1600" baseline="0" dirty="0">
                  <a:solidFill>
                    <a:schemeClr val="tx1"/>
                  </a:solidFill>
                  <a:latin typeface="HGP創英角ﾎﾟｯﾌﾟ体" panose="040B0A00000000000000" pitchFamily="50" charset="-128"/>
                  <a:ea typeface="HGP創英角ﾎﾟｯﾌﾟ体" panose="040B0A00000000000000" pitchFamily="50" charset="-128"/>
                </a:rPr>
                <a:t>ポイントコラム</a:t>
              </a:r>
            </a:p>
          </p:txBody>
        </p:sp>
        <p:sp>
          <p:nvSpPr>
            <p:cNvPr id="9" name="吹き出し: 円形 8">
              <a:extLst>
                <a:ext uri="{FF2B5EF4-FFF2-40B4-BE49-F238E27FC236}">
                  <a16:creationId xmlns:a16="http://schemas.microsoft.com/office/drawing/2014/main" id="{68E5752A-378F-4F5F-BBB5-A9FF0ABD843B}"/>
                </a:ext>
              </a:extLst>
            </p:cNvPr>
            <p:cNvSpPr/>
            <p:nvPr/>
          </p:nvSpPr>
          <p:spPr>
            <a:xfrm>
              <a:off x="993914" y="786891"/>
              <a:ext cx="630239" cy="446764"/>
            </a:xfrm>
            <a:prstGeom prst="wedgeEllipseCallout">
              <a:avLst>
                <a:gd name="adj1" fmla="val -45409"/>
                <a:gd name="adj2" fmla="val 32837"/>
              </a:avLst>
            </a:prstGeom>
            <a:noFill/>
            <a:ln/>
          </p:spPr>
          <p:style>
            <a:lnRef idx="2">
              <a:schemeClr val="accent6"/>
            </a:lnRef>
            <a:fillRef idx="1">
              <a:schemeClr val="lt1"/>
            </a:fillRef>
            <a:effectRef idx="0">
              <a:schemeClr val="accent6"/>
            </a:effectRef>
            <a:fontRef idx="minor">
              <a:schemeClr val="dk1"/>
            </a:fontRef>
          </p:style>
          <p:txBody>
            <a:bodyPr rtlCol="0" anchor="ctr"/>
            <a:lstStyle>
              <a:defPPr>
                <a:defRPr lang="en-US"/>
              </a:defPPr>
              <a:lvl1pPr marL="0" algn="l" defTabSz="457200" rtl="0" eaLnBrk="1" latinLnBrk="0" hangingPunct="1">
                <a:defRPr sz="1800" kern="1200">
                  <a:solidFill>
                    <a:schemeClr val="dk1"/>
                  </a:solidFill>
                  <a:latin typeface="+mn-lt"/>
                  <a:ea typeface="+mn-ea"/>
                  <a:cs typeface="+mn-cs"/>
                </a:defRPr>
              </a:lvl1pPr>
              <a:lvl2pPr marL="457200" algn="l" defTabSz="457200" rtl="0" eaLnBrk="1" latinLnBrk="0" hangingPunct="1">
                <a:defRPr sz="1800" kern="1200">
                  <a:solidFill>
                    <a:schemeClr val="dk1"/>
                  </a:solidFill>
                  <a:latin typeface="+mn-lt"/>
                  <a:ea typeface="+mn-ea"/>
                  <a:cs typeface="+mn-cs"/>
                </a:defRPr>
              </a:lvl2pPr>
              <a:lvl3pPr marL="914400" algn="l" defTabSz="457200" rtl="0" eaLnBrk="1" latinLnBrk="0" hangingPunct="1">
                <a:defRPr sz="1800" kern="1200">
                  <a:solidFill>
                    <a:schemeClr val="dk1"/>
                  </a:solidFill>
                  <a:latin typeface="+mn-lt"/>
                  <a:ea typeface="+mn-ea"/>
                  <a:cs typeface="+mn-cs"/>
                </a:defRPr>
              </a:lvl3pPr>
              <a:lvl4pPr marL="1371600" algn="l" defTabSz="457200" rtl="0" eaLnBrk="1" latinLnBrk="0" hangingPunct="1">
                <a:defRPr sz="1800" kern="1200">
                  <a:solidFill>
                    <a:schemeClr val="dk1"/>
                  </a:solidFill>
                  <a:latin typeface="+mn-lt"/>
                  <a:ea typeface="+mn-ea"/>
                  <a:cs typeface="+mn-cs"/>
                </a:defRPr>
              </a:lvl4pPr>
              <a:lvl5pPr marL="1828800" algn="l" defTabSz="457200" rtl="0" eaLnBrk="1" latinLnBrk="0" hangingPunct="1">
                <a:defRPr sz="1800" kern="1200">
                  <a:solidFill>
                    <a:schemeClr val="dk1"/>
                  </a:solidFill>
                  <a:latin typeface="+mn-lt"/>
                  <a:ea typeface="+mn-ea"/>
                  <a:cs typeface="+mn-cs"/>
                </a:defRPr>
              </a:lvl5pPr>
              <a:lvl6pPr marL="2286000" algn="l" defTabSz="457200" rtl="0" eaLnBrk="1" latinLnBrk="0" hangingPunct="1">
                <a:defRPr sz="1800" kern="1200">
                  <a:solidFill>
                    <a:schemeClr val="dk1"/>
                  </a:solidFill>
                  <a:latin typeface="+mn-lt"/>
                  <a:ea typeface="+mn-ea"/>
                  <a:cs typeface="+mn-cs"/>
                </a:defRPr>
              </a:lvl6pPr>
              <a:lvl7pPr marL="2743200" algn="l" defTabSz="457200" rtl="0" eaLnBrk="1" latinLnBrk="0" hangingPunct="1">
                <a:defRPr sz="1800" kern="1200">
                  <a:solidFill>
                    <a:schemeClr val="dk1"/>
                  </a:solidFill>
                  <a:latin typeface="+mn-lt"/>
                  <a:ea typeface="+mn-ea"/>
                  <a:cs typeface="+mn-cs"/>
                </a:defRPr>
              </a:lvl7pPr>
              <a:lvl8pPr marL="3200400" algn="l" defTabSz="457200" rtl="0" eaLnBrk="1" latinLnBrk="0" hangingPunct="1">
                <a:defRPr sz="1800" kern="1200">
                  <a:solidFill>
                    <a:schemeClr val="dk1"/>
                  </a:solidFill>
                  <a:latin typeface="+mn-lt"/>
                  <a:ea typeface="+mn-ea"/>
                  <a:cs typeface="+mn-cs"/>
                </a:defRPr>
              </a:lvl8pPr>
              <a:lvl9pPr marL="3657600" algn="l" defTabSz="457200" rtl="0" eaLnBrk="1" latinLnBrk="0" hangingPunct="1">
                <a:defRPr sz="1800" kern="1200">
                  <a:solidFill>
                    <a:schemeClr val="dk1"/>
                  </a:solidFill>
                  <a:latin typeface="+mn-lt"/>
                  <a:ea typeface="+mn-ea"/>
                  <a:cs typeface="+mn-cs"/>
                </a:defRPr>
              </a:lvl9pPr>
            </a:lstStyle>
            <a:p>
              <a:endParaRPr kumimoji="1" lang="ja-JP" altLang="en-US" sz="1600" dirty="0">
                <a:solidFill>
                  <a:schemeClr val="tx1"/>
                </a:solidFill>
                <a:latin typeface="HGP創英角ﾎﾟｯﾌﾟ体" panose="040B0A00000000000000" pitchFamily="50" charset="-128"/>
                <a:ea typeface="HGP創英角ﾎﾟｯﾌﾟ体" panose="040B0A00000000000000" pitchFamily="50" charset="-128"/>
              </a:endParaRPr>
            </a:p>
          </p:txBody>
        </p:sp>
        <p:pic>
          <p:nvPicPr>
            <p:cNvPr id="10" name="図 9">
              <a:extLst>
                <a:ext uri="{FF2B5EF4-FFF2-40B4-BE49-F238E27FC236}">
                  <a16:creationId xmlns:a16="http://schemas.microsoft.com/office/drawing/2014/main" id="{9A8308A9-BCCE-493E-9CB2-3D7B233454F8}"/>
                </a:ext>
              </a:extLst>
            </p:cNvPr>
            <p:cNvPicPr>
              <a:picLocks noChangeAspect="1"/>
            </p:cNvPicPr>
            <p:nvPr/>
          </p:nvPicPr>
          <p:blipFill>
            <a:blip r:embed="rId2"/>
            <a:stretch>
              <a:fillRect/>
            </a:stretch>
          </p:blipFill>
          <p:spPr>
            <a:xfrm>
              <a:off x="268873" y="805343"/>
              <a:ext cx="728929" cy="728929"/>
            </a:xfrm>
            <a:prstGeom prst="rect">
              <a:avLst/>
            </a:prstGeom>
          </p:spPr>
        </p:pic>
      </p:grpSp>
      <p:pic>
        <p:nvPicPr>
          <p:cNvPr id="13" name="図 12">
            <a:extLst>
              <a:ext uri="{FF2B5EF4-FFF2-40B4-BE49-F238E27FC236}">
                <a16:creationId xmlns:a16="http://schemas.microsoft.com/office/drawing/2014/main" id="{DD0ED7BB-22F0-E638-8E1C-38569C6208E9}"/>
              </a:ext>
            </a:extLst>
          </p:cNvPr>
          <p:cNvPicPr>
            <a:picLocks noChangeAspect="1"/>
          </p:cNvPicPr>
          <p:nvPr/>
        </p:nvPicPr>
        <p:blipFill>
          <a:blip r:embed="rId3"/>
          <a:stretch>
            <a:fillRect/>
          </a:stretch>
        </p:blipFill>
        <p:spPr>
          <a:xfrm>
            <a:off x="525829" y="1502687"/>
            <a:ext cx="8092342" cy="2373417"/>
          </a:xfrm>
          <a:prstGeom prst="rect">
            <a:avLst/>
          </a:prstGeom>
        </p:spPr>
      </p:pic>
      <p:pic>
        <p:nvPicPr>
          <p:cNvPr id="15" name="図 14">
            <a:extLst>
              <a:ext uri="{FF2B5EF4-FFF2-40B4-BE49-F238E27FC236}">
                <a16:creationId xmlns:a16="http://schemas.microsoft.com/office/drawing/2014/main" id="{048AA5AE-2FB0-8308-378E-BFEE6DA79CC0}"/>
              </a:ext>
            </a:extLst>
          </p:cNvPr>
          <p:cNvPicPr>
            <a:picLocks noChangeAspect="1"/>
          </p:cNvPicPr>
          <p:nvPr/>
        </p:nvPicPr>
        <p:blipFill>
          <a:blip r:embed="rId4"/>
          <a:stretch>
            <a:fillRect/>
          </a:stretch>
        </p:blipFill>
        <p:spPr>
          <a:xfrm>
            <a:off x="481472" y="3887460"/>
            <a:ext cx="8136699" cy="908343"/>
          </a:xfrm>
          <a:prstGeom prst="rect">
            <a:avLst/>
          </a:prstGeom>
        </p:spPr>
      </p:pic>
    </p:spTree>
    <p:extLst>
      <p:ext uri="{BB962C8B-B14F-4D97-AF65-F5344CB8AC3E}">
        <p14:creationId xmlns:p14="http://schemas.microsoft.com/office/powerpoint/2010/main" val="105891295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フッター プレースホルダー 1">
            <a:extLst>
              <a:ext uri="{FF2B5EF4-FFF2-40B4-BE49-F238E27FC236}">
                <a16:creationId xmlns:a16="http://schemas.microsoft.com/office/drawing/2014/main" id="{EB0D0C3A-43B5-454D-8958-2B1625A4C9DD}"/>
              </a:ext>
            </a:extLst>
          </p:cNvPr>
          <p:cNvSpPr>
            <a:spLocks noGrp="1"/>
          </p:cNvSpPr>
          <p:nvPr>
            <p:ph type="ftr" sz="quarter" idx="11"/>
          </p:nvPr>
        </p:nvSpPr>
        <p:spPr/>
        <p:txBody>
          <a:bodyPr/>
          <a:lstStyle/>
          <a:p>
            <a:r>
              <a:rPr kumimoji="1" lang="en-US" altLang="ja-JP"/>
              <a:t>copyright ©ITCollege All Rights Reserved</a:t>
            </a:r>
            <a:endParaRPr kumimoji="1" lang="ja-JP" altLang="en-US" sz="1000" dirty="0"/>
          </a:p>
        </p:txBody>
      </p:sp>
      <p:sp>
        <p:nvSpPr>
          <p:cNvPr id="3" name="タイトル 2">
            <a:extLst>
              <a:ext uri="{FF2B5EF4-FFF2-40B4-BE49-F238E27FC236}">
                <a16:creationId xmlns:a16="http://schemas.microsoft.com/office/drawing/2014/main" id="{08517A0E-85D8-4EB8-B244-3757D421D29B}"/>
              </a:ext>
            </a:extLst>
          </p:cNvPr>
          <p:cNvSpPr>
            <a:spLocks noGrp="1"/>
          </p:cNvSpPr>
          <p:nvPr>
            <p:ph type="ctrTitle"/>
          </p:nvPr>
        </p:nvSpPr>
        <p:spPr/>
        <p:txBody>
          <a:bodyPr/>
          <a:lstStyle/>
          <a:p>
            <a:r>
              <a:rPr lang="en-US" altLang="ja-JP" dirty="0" err="1"/>
              <a:t>条件分岐と繰り返しまとめ</a:t>
            </a:r>
            <a:endParaRPr kumimoji="1" lang="ja-JP" altLang="en-US" dirty="0"/>
          </a:p>
        </p:txBody>
      </p:sp>
      <p:sp>
        <p:nvSpPr>
          <p:cNvPr id="4" name="スライド番号プレースホルダー 3">
            <a:extLst>
              <a:ext uri="{FF2B5EF4-FFF2-40B4-BE49-F238E27FC236}">
                <a16:creationId xmlns:a16="http://schemas.microsoft.com/office/drawing/2014/main" id="{60434265-2F37-4654-9BD1-6EB9D77FC8DA}"/>
              </a:ext>
            </a:extLst>
          </p:cNvPr>
          <p:cNvSpPr>
            <a:spLocks noGrp="1"/>
          </p:cNvSpPr>
          <p:nvPr>
            <p:ph type="sldNum" sz="quarter" idx="4"/>
          </p:nvPr>
        </p:nvSpPr>
        <p:spPr/>
        <p:txBody>
          <a:bodyPr/>
          <a:lstStyle/>
          <a:p>
            <a:fld id="{00000000-1234-1234-1234-123412341234}" type="slidenum">
              <a:rPr lang="en" smtClean="0"/>
              <a:pPr/>
              <a:t>47</a:t>
            </a:fld>
            <a:endParaRPr lang="en" dirty="0"/>
          </a:p>
        </p:txBody>
      </p:sp>
      <p:sp>
        <p:nvSpPr>
          <p:cNvPr id="5" name="テキスト プレースホルダー 4">
            <a:extLst>
              <a:ext uri="{FF2B5EF4-FFF2-40B4-BE49-F238E27FC236}">
                <a16:creationId xmlns:a16="http://schemas.microsoft.com/office/drawing/2014/main" id="{1514E438-FF84-4C11-BF31-69CCBAA4A88B}"/>
              </a:ext>
            </a:extLst>
          </p:cNvPr>
          <p:cNvSpPr>
            <a:spLocks noGrp="1"/>
          </p:cNvSpPr>
          <p:nvPr>
            <p:ph type="body" sz="quarter" idx="14"/>
          </p:nvPr>
        </p:nvSpPr>
        <p:spPr/>
        <p:txBody>
          <a:bodyPr/>
          <a:lstStyle/>
          <a:p>
            <a:pPr marL="96838" indent="0">
              <a:buNone/>
            </a:pPr>
            <a:r>
              <a:rPr kumimoji="1" lang="ja-JP" altLang="en-US" b="1" dirty="0">
                <a:solidFill>
                  <a:schemeClr val="tx2"/>
                </a:solidFill>
              </a:rPr>
              <a:t>制御構文</a:t>
            </a:r>
          </a:p>
          <a:p>
            <a:pPr marL="452438" lvl="1" indent="0">
              <a:buNone/>
            </a:pPr>
            <a:r>
              <a:rPr kumimoji="1" lang="ja-JP" altLang="en-US" dirty="0"/>
              <a:t>順次・分岐・繰り返しの</a:t>
            </a:r>
            <a:r>
              <a:rPr kumimoji="1" lang="en-US" altLang="ja-JP" dirty="0"/>
              <a:t>3</a:t>
            </a:r>
            <a:r>
              <a:rPr kumimoji="1" lang="ja-JP" altLang="en-US" dirty="0"/>
              <a:t>つの制御構造を組み合わせるとどんなプログラムも作ることができます。</a:t>
            </a:r>
          </a:p>
          <a:p>
            <a:pPr marL="452438" lvl="1" indent="0">
              <a:buNone/>
            </a:pPr>
            <a:r>
              <a:rPr kumimoji="1" lang="ja-JP" altLang="en-US" dirty="0"/>
              <a:t>分岐と繰り返しは「条件式」と「ブロック」で構成されています。</a:t>
            </a:r>
          </a:p>
          <a:p>
            <a:pPr marL="96838" indent="0">
              <a:buNone/>
            </a:pPr>
            <a:r>
              <a:rPr kumimoji="1" lang="ja-JP" altLang="en-US" b="1" dirty="0">
                <a:solidFill>
                  <a:schemeClr val="tx2"/>
                </a:solidFill>
              </a:rPr>
              <a:t>分岐</a:t>
            </a:r>
          </a:p>
          <a:p>
            <a:pPr marL="452438" lvl="1" indent="0">
              <a:buNone/>
            </a:pPr>
            <a:r>
              <a:rPr kumimoji="1" lang="en-US" altLang="ja-JP" dirty="0"/>
              <a:t>if</a:t>
            </a:r>
            <a:r>
              <a:rPr kumimoji="1" lang="ja-JP" altLang="en-US" dirty="0"/>
              <a:t>文または</a:t>
            </a:r>
            <a:r>
              <a:rPr kumimoji="1" lang="en-US" altLang="ja-JP" dirty="0"/>
              <a:t>switch</a:t>
            </a:r>
            <a:r>
              <a:rPr kumimoji="1" lang="ja-JP" altLang="en-US" dirty="0"/>
              <a:t>文を使います。</a:t>
            </a:r>
          </a:p>
          <a:p>
            <a:pPr marL="452438" lvl="1" indent="0">
              <a:buNone/>
            </a:pPr>
            <a:r>
              <a:rPr kumimoji="1" lang="en-US" altLang="ja-JP" dirty="0"/>
              <a:t>if</a:t>
            </a:r>
            <a:r>
              <a:rPr kumimoji="1" lang="ja-JP" altLang="en-US" dirty="0"/>
              <a:t>文は</a:t>
            </a:r>
            <a:r>
              <a:rPr kumimoji="1" lang="en-US" altLang="ja-JP" dirty="0"/>
              <a:t>if-else </a:t>
            </a:r>
            <a:r>
              <a:rPr kumimoji="1" lang="en-US" altLang="ja-JP" dirty="0" err="1"/>
              <a:t>if-else</a:t>
            </a:r>
            <a:r>
              <a:rPr kumimoji="1" lang="ja-JP" altLang="en-US" dirty="0"/>
              <a:t>構文を使うと</a:t>
            </a:r>
            <a:r>
              <a:rPr kumimoji="1" lang="en-US" altLang="ja-JP" dirty="0"/>
              <a:t>3</a:t>
            </a:r>
            <a:r>
              <a:rPr kumimoji="1" lang="ja-JP" altLang="en-US" dirty="0"/>
              <a:t>つ以上に分岐することができます。</a:t>
            </a:r>
          </a:p>
          <a:p>
            <a:pPr marL="452438" lvl="1" indent="0">
              <a:buNone/>
            </a:pPr>
            <a:r>
              <a:rPr kumimoji="1" lang="en-US" altLang="ja-JP" dirty="0"/>
              <a:t>3</a:t>
            </a:r>
            <a:r>
              <a:rPr kumimoji="1" lang="ja-JP" altLang="en-US" dirty="0"/>
              <a:t>つ以上に分岐する場合は</a:t>
            </a:r>
            <a:r>
              <a:rPr kumimoji="1" lang="en-US" altLang="ja-JP" dirty="0"/>
              <a:t>switch</a:t>
            </a:r>
            <a:r>
              <a:rPr kumimoji="1" lang="ja-JP" altLang="en-US" dirty="0"/>
              <a:t>文を使うと便利ですが、</a:t>
            </a:r>
            <a:r>
              <a:rPr kumimoji="1" lang="en-US" altLang="ja-JP" dirty="0"/>
              <a:t>switch</a:t>
            </a:r>
            <a:r>
              <a:rPr kumimoji="1" lang="ja-JP" altLang="en-US" dirty="0"/>
              <a:t>文を使うためにはいくつかの条件を満たさなければなりません。</a:t>
            </a:r>
          </a:p>
          <a:p>
            <a:pPr marL="96838" indent="0">
              <a:buNone/>
            </a:pPr>
            <a:r>
              <a:rPr kumimoji="1" lang="ja-JP" altLang="en-US" b="1" dirty="0">
                <a:solidFill>
                  <a:schemeClr val="tx2"/>
                </a:solidFill>
              </a:rPr>
              <a:t>繰り返し</a:t>
            </a:r>
          </a:p>
          <a:p>
            <a:pPr marL="452438" lvl="1" indent="0">
              <a:buNone/>
            </a:pPr>
            <a:r>
              <a:rPr kumimoji="1" lang="en-US" altLang="ja-JP" dirty="0"/>
              <a:t>while</a:t>
            </a:r>
            <a:r>
              <a:rPr kumimoji="1" lang="ja-JP" altLang="en-US" dirty="0"/>
              <a:t>文、</a:t>
            </a:r>
            <a:r>
              <a:rPr kumimoji="1" lang="en-US" altLang="ja-JP" dirty="0"/>
              <a:t>do-while</a:t>
            </a:r>
            <a:r>
              <a:rPr kumimoji="1" lang="ja-JP" altLang="en-US" dirty="0"/>
              <a:t>文または</a:t>
            </a:r>
            <a:r>
              <a:rPr kumimoji="1" lang="en-US" altLang="ja-JP" dirty="0"/>
              <a:t>for</a:t>
            </a:r>
            <a:r>
              <a:rPr kumimoji="1" lang="ja-JP" altLang="en-US" dirty="0"/>
              <a:t>文のいずれかを使います。</a:t>
            </a:r>
          </a:p>
          <a:p>
            <a:pPr marL="452438" lvl="1" indent="0">
              <a:buNone/>
            </a:pPr>
            <a:r>
              <a:rPr kumimoji="1" lang="en-US" altLang="ja-JP" dirty="0"/>
              <a:t>while</a:t>
            </a:r>
            <a:r>
              <a:rPr kumimoji="1" lang="ja-JP" altLang="en-US" dirty="0"/>
              <a:t>文、</a:t>
            </a:r>
            <a:r>
              <a:rPr kumimoji="1" lang="en-US" altLang="ja-JP" dirty="0"/>
              <a:t>for</a:t>
            </a:r>
            <a:r>
              <a:rPr kumimoji="1" lang="ja-JP" altLang="en-US" dirty="0"/>
              <a:t>文は繰り返し処理を</a:t>
            </a:r>
            <a:r>
              <a:rPr kumimoji="1" lang="en-US" altLang="ja-JP" dirty="0"/>
              <a:t>1</a:t>
            </a:r>
            <a:r>
              <a:rPr kumimoji="1" lang="ja-JP" altLang="en-US" dirty="0"/>
              <a:t>回も実行しないことがありますが、</a:t>
            </a:r>
            <a:r>
              <a:rPr kumimoji="1" lang="en-US" altLang="ja-JP" dirty="0"/>
              <a:t>do-while</a:t>
            </a:r>
            <a:r>
              <a:rPr kumimoji="1" lang="ja-JP" altLang="en-US" dirty="0"/>
              <a:t>文は最低</a:t>
            </a:r>
            <a:r>
              <a:rPr kumimoji="1" lang="en-US" altLang="ja-JP" dirty="0"/>
              <a:t>1</a:t>
            </a:r>
            <a:r>
              <a:rPr kumimoji="1" lang="ja-JP" altLang="en-US" dirty="0"/>
              <a:t>回は繰り返し処理を実行します。</a:t>
            </a:r>
          </a:p>
          <a:p>
            <a:pPr marL="452438" lvl="1" indent="0">
              <a:buNone/>
            </a:pPr>
            <a:r>
              <a:rPr kumimoji="1" lang="en-US" altLang="ja-JP" dirty="0"/>
              <a:t>break</a:t>
            </a:r>
            <a:r>
              <a:rPr kumimoji="1" lang="ja-JP" altLang="en-US" dirty="0"/>
              <a:t>文や</a:t>
            </a:r>
            <a:r>
              <a:rPr kumimoji="1" lang="en-US" altLang="ja-JP" dirty="0"/>
              <a:t>continue</a:t>
            </a:r>
            <a:r>
              <a:rPr kumimoji="1" lang="ja-JP" altLang="en-US" dirty="0"/>
              <a:t>文で繰り返し処理を中断することができます。</a:t>
            </a:r>
          </a:p>
          <a:p>
            <a:pPr marL="96838" indent="0">
              <a:buNone/>
            </a:pPr>
            <a:endParaRPr kumimoji="1" lang="ja-JP" altLang="en-US" dirty="0"/>
          </a:p>
        </p:txBody>
      </p:sp>
    </p:spTree>
    <p:extLst>
      <p:ext uri="{BB962C8B-B14F-4D97-AF65-F5344CB8AC3E}">
        <p14:creationId xmlns:p14="http://schemas.microsoft.com/office/powerpoint/2010/main" val="4011058669"/>
      </p:ext>
    </p:extLst>
  </p:cSld>
  <p:clrMapOvr>
    <a:masterClrMapping/>
  </p:clrMapOvr>
</p:sld>
</file>

<file path=ppt/theme/theme1.xml><?xml version="1.0" encoding="utf-8"?>
<a:theme xmlns:a="http://schemas.openxmlformats.org/drawingml/2006/main" name="template">
  <a:themeElements>
    <a:clrScheme name="ユーザー定義 2">
      <a:dk1>
        <a:sysClr val="windowText" lastClr="000000"/>
      </a:dk1>
      <a:lt1>
        <a:sysClr val="window" lastClr="FFFFFF"/>
      </a:lt1>
      <a:dk2>
        <a:srgbClr val="E10000"/>
      </a:dk2>
      <a:lt2>
        <a:srgbClr val="E7E6E6"/>
      </a:lt2>
      <a:accent1>
        <a:srgbClr val="4472C4"/>
      </a:accent1>
      <a:accent2>
        <a:srgbClr val="ED7D31"/>
      </a:accent2>
      <a:accent3>
        <a:srgbClr val="A5A5A5"/>
      </a:accent3>
      <a:accent4>
        <a:srgbClr val="FFC000"/>
      </a:accent4>
      <a:accent5>
        <a:srgbClr val="5B9BD5"/>
      </a:accent5>
      <a:accent6>
        <a:srgbClr val="70AD47"/>
      </a:accent6>
      <a:hlink>
        <a:srgbClr val="000000"/>
      </a:hlink>
      <a:folHlink>
        <a:srgbClr val="954F72"/>
      </a:folHlink>
    </a:clrScheme>
    <a:fontScheme name="ユーザー定義 4">
      <a:majorFont>
        <a:latin typeface="MyricaM M"/>
        <a:ea typeface="BIZ UDゴシック"/>
        <a:cs typeface=""/>
      </a:majorFont>
      <a:minorFont>
        <a:latin typeface="MyricaM M"/>
        <a:ea typeface="BIZ UDゴシック"/>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solidFill>
        <a:ln w="3175">
          <a:solidFill>
            <a:schemeClr val="tx1"/>
          </a:solidFill>
        </a:ln>
      </a:spPr>
      <a:bodyPr rtlCol="0" anchor="ctr"/>
      <a:lstStyle>
        <a:defPPr algn="ctr">
          <a:defRPr kumimoji="1" sz="1400" dirty="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solidFill>
          <a:schemeClr val="bg1"/>
        </a:solidFill>
      </a:spPr>
      <a:bodyPr wrap="square" rtlCol="0">
        <a:noAutofit/>
      </a:bodyPr>
      <a:lstStyle>
        <a:defPPr algn="l">
          <a:defRPr kumimoji="1" sz="1400" baseline="0" dirty="0">
            <a:solidFill>
              <a:schemeClr val="tx1"/>
            </a:solidFill>
          </a:defRPr>
        </a:defPPr>
      </a:lstStyle>
    </a:txDef>
  </a:objectDefaults>
  <a:extraClrSchemeLst/>
  <a:extLst>
    <a:ext uri="{05A4C25C-085E-4340-85A3-A5531E510DB2}">
      <thm15:themeFamily xmlns:thm15="http://schemas.microsoft.com/office/thememl/2012/main" name="プレゼンテーション1" id="{F0295CA2-4D04-418E-9880-A080A4FA0EA6}" vid="{795711FB-1E41-4FEF-B680-294A3F6A0EB4}"/>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template</Template>
  <TotalTime>1630</TotalTime>
  <Words>5926</Words>
  <Application>Microsoft Office PowerPoint</Application>
  <PresentationFormat>画面に合わせる (16:9)</PresentationFormat>
  <Paragraphs>615</Paragraphs>
  <Slides>48</Slides>
  <Notes>2</Notes>
  <HiddenSlides>1</HiddenSlides>
  <MMClips>0</MMClips>
  <ScaleCrop>false</ScaleCrop>
  <HeadingPairs>
    <vt:vector size="6" baseType="variant">
      <vt:variant>
        <vt:lpstr>使用されているフォント</vt:lpstr>
      </vt:variant>
      <vt:variant>
        <vt:i4>9</vt:i4>
      </vt:variant>
      <vt:variant>
        <vt:lpstr>テーマ</vt:lpstr>
      </vt:variant>
      <vt:variant>
        <vt:i4>1</vt:i4>
      </vt:variant>
      <vt:variant>
        <vt:lpstr>スライド タイトル</vt:lpstr>
      </vt:variant>
      <vt:variant>
        <vt:i4>48</vt:i4>
      </vt:variant>
    </vt:vector>
  </HeadingPairs>
  <TitlesOfParts>
    <vt:vector size="58" baseType="lpstr">
      <vt:lpstr>BIZ UDゴシック</vt:lpstr>
      <vt:lpstr>MyricaM M</vt:lpstr>
      <vt:lpstr>Gill Sans Ultra Bold</vt:lpstr>
      <vt:lpstr>Arial</vt:lpstr>
      <vt:lpstr>Meiryo</vt:lpstr>
      <vt:lpstr>Montserrat</vt:lpstr>
      <vt:lpstr>Quattrocento Sans</vt:lpstr>
      <vt:lpstr>HGP創英角ﾎﾟｯﾌﾟ体</vt:lpstr>
      <vt:lpstr>游ゴシック</vt:lpstr>
      <vt:lpstr>template</vt:lpstr>
      <vt:lpstr>改訂履歴</vt:lpstr>
      <vt:lpstr>条件分岐と 繰り返し</vt:lpstr>
      <vt:lpstr>テキストの ゴール</vt:lpstr>
      <vt:lpstr>テキストの 流れ</vt:lpstr>
      <vt:lpstr>制御構造</vt:lpstr>
      <vt:lpstr>制御構造</vt:lpstr>
      <vt:lpstr>if文</vt:lpstr>
      <vt:lpstr>if文サンプル</vt:lpstr>
      <vt:lpstr>if文</vt:lpstr>
      <vt:lpstr>3種類のif文</vt:lpstr>
      <vt:lpstr>ifのみ構文</vt:lpstr>
      <vt:lpstr>if-else if-else構文</vt:lpstr>
      <vt:lpstr>if-else if-else構文</vt:lpstr>
      <vt:lpstr>while文</vt:lpstr>
      <vt:lpstr>while文サンプル</vt:lpstr>
      <vt:lpstr>while文</vt:lpstr>
      <vt:lpstr>do-while文</vt:lpstr>
      <vt:lpstr>ブロックとスコープ</vt:lpstr>
      <vt:lpstr>ブロック</vt:lpstr>
      <vt:lpstr>スコープ</vt:lpstr>
      <vt:lpstr>条件式</vt:lpstr>
      <vt:lpstr>条件式</vt:lpstr>
      <vt:lpstr>関係演算子</vt:lpstr>
      <vt:lpstr>ここに注意！</vt:lpstr>
      <vt:lpstr>論理演算子</vt:lpstr>
      <vt:lpstr>switch文</vt:lpstr>
      <vt:lpstr>switch文</vt:lpstr>
      <vt:lpstr>switch文サンプル</vt:lpstr>
      <vt:lpstr>switch文注意事項</vt:lpstr>
      <vt:lpstr>break;なしのswitch文</vt:lpstr>
      <vt:lpstr>break;なしのswitch文</vt:lpstr>
      <vt:lpstr>回数を決めて繰り返す</vt:lpstr>
      <vt:lpstr>回数を決めて繰り返す</vt:lpstr>
      <vt:lpstr>for文</vt:lpstr>
      <vt:lpstr>for文サンプル</vt:lpstr>
      <vt:lpstr>for文の処理の流れ</vt:lpstr>
      <vt:lpstr>制御構造のネスト</vt:lpstr>
      <vt:lpstr>制御構造のネスト</vt:lpstr>
      <vt:lpstr>2重ループ</vt:lpstr>
      <vt:lpstr>繰り返しの中断</vt:lpstr>
      <vt:lpstr>繰り返しの中断</vt:lpstr>
      <vt:lpstr>break文サンプル</vt:lpstr>
      <vt:lpstr>continue文サンプル</vt:lpstr>
      <vt:lpstr>continue文の注意</vt:lpstr>
      <vt:lpstr>無限ループ</vt:lpstr>
      <vt:lpstr>コーディング規約って？</vt:lpstr>
      <vt:lpstr>コーディング規約の例</vt:lpstr>
      <vt:lpstr>条件分岐と繰り返しまとめ</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営業サーバ</dc:creator>
  <cp:lastModifiedBy>a031-031</cp:lastModifiedBy>
  <cp:revision>36</cp:revision>
  <dcterms:created xsi:type="dcterms:W3CDTF">2020-11-26T07:05:51Z</dcterms:created>
  <dcterms:modified xsi:type="dcterms:W3CDTF">2025-03-19T07:51:58Z</dcterms:modified>
</cp:coreProperties>
</file>