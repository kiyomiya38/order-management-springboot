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33"/>
  </p:notesMasterIdLst>
  <p:handoutMasterIdLst>
    <p:handoutMasterId r:id="rId34"/>
  </p:handoutMasterIdLst>
  <p:sldIdLst>
    <p:sldId id="382" r:id="rId2"/>
    <p:sldId id="256" r:id="rId3"/>
    <p:sldId id="360" r:id="rId4"/>
    <p:sldId id="361" r:id="rId5"/>
    <p:sldId id="393" r:id="rId6"/>
    <p:sldId id="394" r:id="rId7"/>
    <p:sldId id="395" r:id="rId8"/>
    <p:sldId id="406" r:id="rId9"/>
    <p:sldId id="396" r:id="rId10"/>
    <p:sldId id="397" r:id="rId11"/>
    <p:sldId id="398" r:id="rId12"/>
    <p:sldId id="399" r:id="rId13"/>
    <p:sldId id="400" r:id="rId14"/>
    <p:sldId id="401" r:id="rId15"/>
    <p:sldId id="402" r:id="rId16"/>
    <p:sldId id="403" r:id="rId17"/>
    <p:sldId id="407" r:id="rId18"/>
    <p:sldId id="408" r:id="rId19"/>
    <p:sldId id="409" r:id="rId20"/>
    <p:sldId id="410" r:id="rId21"/>
    <p:sldId id="412" r:id="rId22"/>
    <p:sldId id="411" r:id="rId23"/>
    <p:sldId id="414" r:id="rId24"/>
    <p:sldId id="415" r:id="rId25"/>
    <p:sldId id="416" r:id="rId26"/>
    <p:sldId id="417" r:id="rId27"/>
    <p:sldId id="418" r:id="rId28"/>
    <p:sldId id="419" r:id="rId29"/>
    <p:sldId id="421" r:id="rId30"/>
    <p:sldId id="420" r:id="rId31"/>
    <p:sldId id="422" r:id="rId32"/>
  </p:sldIdLst>
  <p:sldSz cx="9144000" cy="5143500" type="screen16x9"/>
  <p:notesSz cx="6858000" cy="9144000"/>
  <p:embeddedFontLst>
    <p:embeddedFont>
      <p:font typeface="MyricaM M" panose="020B0600070205080204" charset="-128"/>
      <p:regular r:id="rId35"/>
    </p:embeddedFont>
    <p:embeddedFont>
      <p:font typeface="BIZ UDゴシック" panose="020B0400000000000000" pitchFamily="49" charset="-128"/>
      <p:regular r:id="rId36"/>
      <p:bold r:id="rId37"/>
    </p:embeddedFont>
    <p:embeddedFont>
      <p:font typeface="Gill Sans Ultra Bold" panose="020B0A02020104020203" pitchFamily="34" charset="0"/>
      <p:regular r:id="rId38"/>
    </p:embeddedFont>
    <p:embeddedFont>
      <p:font typeface="HGP創英角ﾎﾟｯﾌﾟ体" panose="040B0A00000000000000" pitchFamily="50" charset="-128"/>
      <p:regular r:id="rId39"/>
    </p:embeddedFont>
    <p:embeddedFont>
      <p:font typeface="Montserrat" panose="00000500000000000000" pitchFamily="2" charset="0"/>
      <p:regular r:id="rId40"/>
      <p:bold r:id="rId41"/>
      <p:italic r:id="rId42"/>
      <p:boldItalic r:id="rId43"/>
    </p:embeddedFont>
    <p:embeddedFont>
      <p:font typeface="Quattrocento Sans" panose="020B0502050000020003" pitchFamily="34" charset="0"/>
      <p:regular r:id="rId44"/>
      <p:bold r:id="rId45"/>
      <p:italic r:id="rId46"/>
      <p:boldItalic r:id="rId47"/>
    </p:embeddedFont>
    <p:embeddedFont>
      <p:font typeface="游ゴシック" panose="020B0400000000000000" pitchFamily="50" charset="-128"/>
      <p:regular r:id="rId48"/>
      <p:bold r:id="rId4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0"/>
    <a:srgbClr val="000000"/>
    <a:srgbClr val="FF0000"/>
    <a:srgbClr val="FF99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49" autoAdjust="0"/>
    <p:restoredTop sz="95728" autoAdjust="0"/>
  </p:normalViewPr>
  <p:slideViewPr>
    <p:cSldViewPr snapToGrid="0">
      <p:cViewPr varScale="1">
        <p:scale>
          <a:sx n="104" d="100"/>
          <a:sy n="104" d="100"/>
        </p:scale>
        <p:origin x="552" y="102"/>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handoutMaster" Target="handoutMasters/handout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鈴木 秀規" userId="f68c5fd9-22d5-4c0a-9833-7fb0f5135313" providerId="ADAL" clId="{AE171C9D-A8B3-4AB5-91C0-52B3AD443501}"/>
    <pc:docChg chg="undo custSel addSld delSld modSld">
      <pc:chgData name="鈴木 秀規" userId="f68c5fd9-22d5-4c0a-9833-7fb0f5135313" providerId="ADAL" clId="{AE171C9D-A8B3-4AB5-91C0-52B3AD443501}" dt="2021-02-01T06:01:09.015" v="891" actId="20577"/>
      <pc:docMkLst>
        <pc:docMk/>
      </pc:docMkLst>
      <pc:sldChg chg="modSp mod">
        <pc:chgData name="鈴木 秀規" userId="f68c5fd9-22d5-4c0a-9833-7fb0f5135313" providerId="ADAL" clId="{AE171C9D-A8B3-4AB5-91C0-52B3AD443501}" dt="2021-01-28T08:23:28.407" v="25" actId="20577"/>
        <pc:sldMkLst>
          <pc:docMk/>
          <pc:sldMk cId="0" sldId="256"/>
        </pc:sldMkLst>
        <pc:spChg chg="mod">
          <ac:chgData name="鈴木 秀規" userId="f68c5fd9-22d5-4c0a-9833-7fb0f5135313" providerId="ADAL" clId="{AE171C9D-A8B3-4AB5-91C0-52B3AD443501}" dt="2021-01-28T08:23:28.407" v="25" actId="20577"/>
          <ac:spMkLst>
            <pc:docMk/>
            <pc:sldMk cId="0" sldId="256"/>
            <ac:spMk id="56" creationId="{00000000-0000-0000-0000-000000000000}"/>
          </ac:spMkLst>
        </pc:spChg>
      </pc:sldChg>
      <pc:sldChg chg="modSp mod">
        <pc:chgData name="鈴木 秀規" userId="f68c5fd9-22d5-4c0a-9833-7fb0f5135313" providerId="ADAL" clId="{AE171C9D-A8B3-4AB5-91C0-52B3AD443501}" dt="2021-02-01T06:01:09.015" v="891" actId="20577"/>
        <pc:sldMkLst>
          <pc:docMk/>
          <pc:sldMk cId="1668843990" sldId="360"/>
        </pc:sldMkLst>
        <pc:spChg chg="mod">
          <ac:chgData name="鈴木 秀規" userId="f68c5fd9-22d5-4c0a-9833-7fb0f5135313" providerId="ADAL" clId="{AE171C9D-A8B3-4AB5-91C0-52B3AD443501}" dt="2021-02-01T06:01:09.015" v="891" actId="20577"/>
          <ac:spMkLst>
            <pc:docMk/>
            <pc:sldMk cId="1668843990" sldId="360"/>
            <ac:spMk id="9" creationId="{A4832727-EA7F-44D6-A9F2-E4AE0246960A}"/>
          </ac:spMkLst>
        </pc:spChg>
      </pc:sldChg>
      <pc:sldChg chg="modSp mod">
        <pc:chgData name="鈴木 秀規" userId="f68c5fd9-22d5-4c0a-9833-7fb0f5135313" providerId="ADAL" clId="{AE171C9D-A8B3-4AB5-91C0-52B3AD443501}" dt="2021-02-01T05:59:39.027" v="672" actId="6549"/>
        <pc:sldMkLst>
          <pc:docMk/>
          <pc:sldMk cId="267129399" sldId="361"/>
        </pc:sldMkLst>
        <pc:spChg chg="mod">
          <ac:chgData name="鈴木 秀規" userId="f68c5fd9-22d5-4c0a-9833-7fb0f5135313" providerId="ADAL" clId="{AE171C9D-A8B3-4AB5-91C0-52B3AD443501}" dt="2021-02-01T05:59:39.027" v="672" actId="6549"/>
          <ac:spMkLst>
            <pc:docMk/>
            <pc:sldMk cId="267129399" sldId="361"/>
            <ac:spMk id="6" creationId="{D0F3BEAC-A5EA-4EE4-95C7-0AEC1107FD29}"/>
          </ac:spMkLst>
        </pc:spChg>
      </pc:sldChg>
      <pc:sldChg chg="modSp mod">
        <pc:chgData name="鈴木 秀規" userId="f68c5fd9-22d5-4c0a-9833-7fb0f5135313" providerId="ADAL" clId="{AE171C9D-A8B3-4AB5-91C0-52B3AD443501}" dt="2021-01-28T08:24:17.040" v="33" actId="20577"/>
        <pc:sldMkLst>
          <pc:docMk/>
          <pc:sldMk cId="2397736379" sldId="363"/>
        </pc:sldMkLst>
        <pc:spChg chg="mod">
          <ac:chgData name="鈴木 秀規" userId="f68c5fd9-22d5-4c0a-9833-7fb0f5135313" providerId="ADAL" clId="{AE171C9D-A8B3-4AB5-91C0-52B3AD443501}" dt="2021-01-28T08:23:54.400" v="27"/>
          <ac:spMkLst>
            <pc:docMk/>
            <pc:sldMk cId="2397736379" sldId="363"/>
            <ac:spMk id="7" creationId="{9630AD22-E64D-4A96-B059-2AF9F6580C25}"/>
          </ac:spMkLst>
        </pc:spChg>
        <pc:spChg chg="mod">
          <ac:chgData name="鈴木 秀規" userId="f68c5fd9-22d5-4c0a-9833-7fb0f5135313" providerId="ADAL" clId="{AE171C9D-A8B3-4AB5-91C0-52B3AD443501}" dt="2021-01-28T08:24:17.040" v="33" actId="20577"/>
          <ac:spMkLst>
            <pc:docMk/>
            <pc:sldMk cId="2397736379" sldId="363"/>
            <ac:spMk id="8" creationId="{787CF02A-01AB-4517-BA3E-25572FA82648}"/>
          </ac:spMkLst>
        </pc:spChg>
      </pc:sldChg>
      <pc:sldChg chg="del">
        <pc:chgData name="鈴木 秀規" userId="f68c5fd9-22d5-4c0a-9833-7fb0f5135313" providerId="ADAL" clId="{AE171C9D-A8B3-4AB5-91C0-52B3AD443501}" dt="2021-01-28T08:23:42.589" v="26" actId="2696"/>
        <pc:sldMkLst>
          <pc:docMk/>
          <pc:sldMk cId="2018664081" sldId="364"/>
        </pc:sldMkLst>
      </pc:sldChg>
      <pc:sldChg chg="addSp modSp new mod">
        <pc:chgData name="鈴木 秀規" userId="f68c5fd9-22d5-4c0a-9833-7fb0f5135313" providerId="ADAL" clId="{AE171C9D-A8B3-4AB5-91C0-52B3AD443501}" dt="2021-01-28T08:27:29.780" v="75" actId="14100"/>
        <pc:sldMkLst>
          <pc:docMk/>
          <pc:sldMk cId="4093317005" sldId="364"/>
        </pc:sldMkLst>
        <pc:spChg chg="mod">
          <ac:chgData name="鈴木 秀規" userId="f68c5fd9-22d5-4c0a-9833-7fb0f5135313" providerId="ADAL" clId="{AE171C9D-A8B3-4AB5-91C0-52B3AD443501}" dt="2021-01-28T08:24:28.680" v="35"/>
          <ac:spMkLst>
            <pc:docMk/>
            <pc:sldMk cId="4093317005" sldId="364"/>
            <ac:spMk id="3" creationId="{08BB3CCB-9DC9-46CD-97FE-8693508D3845}"/>
          </ac:spMkLst>
        </pc:spChg>
        <pc:spChg chg="mod">
          <ac:chgData name="鈴木 秀規" userId="f68c5fd9-22d5-4c0a-9833-7fb0f5135313" providerId="ADAL" clId="{AE171C9D-A8B3-4AB5-91C0-52B3AD443501}" dt="2021-01-28T08:27:00.139" v="73" actId="14100"/>
          <ac:spMkLst>
            <pc:docMk/>
            <pc:sldMk cId="4093317005" sldId="364"/>
            <ac:spMk id="5" creationId="{EA794FCE-9C81-4322-8340-1034381E58A6}"/>
          </ac:spMkLst>
        </pc:spChg>
        <pc:spChg chg="add mod">
          <ac:chgData name="鈴木 秀規" userId="f68c5fd9-22d5-4c0a-9833-7fb0f5135313" providerId="ADAL" clId="{AE171C9D-A8B3-4AB5-91C0-52B3AD443501}" dt="2021-01-28T08:27:22.975" v="74" actId="207"/>
          <ac:spMkLst>
            <pc:docMk/>
            <pc:sldMk cId="4093317005" sldId="364"/>
            <ac:spMk id="7" creationId="{DF295B52-B56B-40AA-9B23-22243EE5B8EC}"/>
          </ac:spMkLst>
        </pc:spChg>
        <pc:spChg chg="add mod">
          <ac:chgData name="鈴木 秀規" userId="f68c5fd9-22d5-4c0a-9833-7fb0f5135313" providerId="ADAL" clId="{AE171C9D-A8B3-4AB5-91C0-52B3AD443501}" dt="2021-01-28T08:25:23.354" v="49" actId="2711"/>
          <ac:spMkLst>
            <pc:docMk/>
            <pc:sldMk cId="4093317005" sldId="364"/>
            <ac:spMk id="9" creationId="{EB779C2B-17EA-4846-B814-BD78AC31AAD2}"/>
          </ac:spMkLst>
        </pc:spChg>
        <pc:spChg chg="add mod">
          <ac:chgData name="鈴木 秀規" userId="f68c5fd9-22d5-4c0a-9833-7fb0f5135313" providerId="ADAL" clId="{AE171C9D-A8B3-4AB5-91C0-52B3AD443501}" dt="2021-01-28T08:27:29.780" v="75" actId="14100"/>
          <ac:spMkLst>
            <pc:docMk/>
            <pc:sldMk cId="4093317005" sldId="364"/>
            <ac:spMk id="10" creationId="{7B49838F-1C68-4127-94F2-D1289173D96C}"/>
          </ac:spMkLst>
        </pc:spChg>
        <pc:spChg chg="add mod">
          <ac:chgData name="鈴木 秀規" userId="f68c5fd9-22d5-4c0a-9833-7fb0f5135313" providerId="ADAL" clId="{AE171C9D-A8B3-4AB5-91C0-52B3AD443501}" dt="2021-01-28T08:25:33.024" v="51" actId="1076"/>
          <ac:spMkLst>
            <pc:docMk/>
            <pc:sldMk cId="4093317005" sldId="364"/>
            <ac:spMk id="11" creationId="{DB887FAB-7878-46C7-9D5D-CA2B3FD50494}"/>
          </ac:spMkLst>
        </pc:spChg>
        <pc:spChg chg="add mod">
          <ac:chgData name="鈴木 秀規" userId="f68c5fd9-22d5-4c0a-9833-7fb0f5135313" providerId="ADAL" clId="{AE171C9D-A8B3-4AB5-91C0-52B3AD443501}" dt="2021-01-28T08:25:57.738" v="58" actId="1076"/>
          <ac:spMkLst>
            <pc:docMk/>
            <pc:sldMk cId="4093317005" sldId="364"/>
            <ac:spMk id="14" creationId="{744644A8-1BF0-4578-A327-434DB8785A92}"/>
          </ac:spMkLst>
        </pc:spChg>
        <pc:spChg chg="add mod">
          <ac:chgData name="鈴木 秀規" userId="f68c5fd9-22d5-4c0a-9833-7fb0f5135313" providerId="ADAL" clId="{AE171C9D-A8B3-4AB5-91C0-52B3AD443501}" dt="2021-01-28T08:25:42.334" v="53" actId="1076"/>
          <ac:spMkLst>
            <pc:docMk/>
            <pc:sldMk cId="4093317005" sldId="364"/>
            <ac:spMk id="15" creationId="{C006D28C-D802-4BBA-B0A4-874A4EF5FDCA}"/>
          </ac:spMkLst>
        </pc:spChg>
        <pc:picChg chg="add mod">
          <ac:chgData name="鈴木 秀規" userId="f68c5fd9-22d5-4c0a-9833-7fb0f5135313" providerId="ADAL" clId="{AE171C9D-A8B3-4AB5-91C0-52B3AD443501}" dt="2021-01-28T08:25:37.601" v="52" actId="1076"/>
          <ac:picMkLst>
            <pc:docMk/>
            <pc:sldMk cId="4093317005" sldId="364"/>
            <ac:picMk id="6" creationId="{92186FF4-8991-43D4-A39C-36A6B263CD59}"/>
          </ac:picMkLst>
        </pc:picChg>
        <pc:picChg chg="add mod">
          <ac:chgData name="鈴木 秀規" userId="f68c5fd9-22d5-4c0a-9833-7fb0f5135313" providerId="ADAL" clId="{AE171C9D-A8B3-4AB5-91C0-52B3AD443501}" dt="2021-01-28T08:25:16.200" v="47" actId="14100"/>
          <ac:picMkLst>
            <pc:docMk/>
            <pc:sldMk cId="4093317005" sldId="364"/>
            <ac:picMk id="8" creationId="{6E5F9F94-9ED3-4391-85BC-8478C06E0056}"/>
          </ac:picMkLst>
        </pc:picChg>
        <pc:cxnChg chg="add mod">
          <ac:chgData name="鈴木 秀規" userId="f68c5fd9-22d5-4c0a-9833-7fb0f5135313" providerId="ADAL" clId="{AE171C9D-A8B3-4AB5-91C0-52B3AD443501}" dt="2021-01-28T08:27:29.780" v="75" actId="14100"/>
          <ac:cxnSpMkLst>
            <pc:docMk/>
            <pc:sldMk cId="4093317005" sldId="364"/>
            <ac:cxnSpMk id="12" creationId="{75F81B37-4E9D-44E0-82C7-0C6E7D938AC7}"/>
          </ac:cxnSpMkLst>
        </pc:cxnChg>
        <pc:cxnChg chg="add mod">
          <ac:chgData name="鈴木 秀規" userId="f68c5fd9-22d5-4c0a-9833-7fb0f5135313" providerId="ADAL" clId="{AE171C9D-A8B3-4AB5-91C0-52B3AD443501}" dt="2021-01-28T08:27:29.780" v="75" actId="14100"/>
          <ac:cxnSpMkLst>
            <pc:docMk/>
            <pc:sldMk cId="4093317005" sldId="364"/>
            <ac:cxnSpMk id="13" creationId="{0155E00A-BB51-4B1B-9724-83BC5A24DE25}"/>
          </ac:cxnSpMkLst>
        </pc:cxnChg>
      </pc:sldChg>
      <pc:sldChg chg="del">
        <pc:chgData name="鈴木 秀規" userId="f68c5fd9-22d5-4c0a-9833-7fb0f5135313" providerId="ADAL" clId="{AE171C9D-A8B3-4AB5-91C0-52B3AD443501}" dt="2021-01-28T08:23:42.589" v="26" actId="2696"/>
        <pc:sldMkLst>
          <pc:docMk/>
          <pc:sldMk cId="2019205359" sldId="365"/>
        </pc:sldMkLst>
      </pc:sldChg>
      <pc:sldChg chg="addSp modSp new mod">
        <pc:chgData name="鈴木 秀規" userId="f68c5fd9-22d5-4c0a-9833-7fb0f5135313" providerId="ADAL" clId="{AE171C9D-A8B3-4AB5-91C0-52B3AD443501}" dt="2021-01-28T08:32:50.695" v="168" actId="20577"/>
        <pc:sldMkLst>
          <pc:docMk/>
          <pc:sldMk cId="4051364436" sldId="365"/>
        </pc:sldMkLst>
        <pc:spChg chg="mod">
          <ac:chgData name="鈴木 秀規" userId="f68c5fd9-22d5-4c0a-9833-7fb0f5135313" providerId="ADAL" clId="{AE171C9D-A8B3-4AB5-91C0-52B3AD443501}" dt="2021-01-28T08:27:52.077" v="77"/>
          <ac:spMkLst>
            <pc:docMk/>
            <pc:sldMk cId="4051364436" sldId="365"/>
            <ac:spMk id="3" creationId="{DD1D9F20-25A0-486F-A436-575C206BDE31}"/>
          </ac:spMkLst>
        </pc:spChg>
        <pc:spChg chg="mod">
          <ac:chgData name="鈴木 秀規" userId="f68c5fd9-22d5-4c0a-9833-7fb0f5135313" providerId="ADAL" clId="{AE171C9D-A8B3-4AB5-91C0-52B3AD443501}" dt="2021-01-28T08:28:58.067" v="81" actId="14100"/>
          <ac:spMkLst>
            <pc:docMk/>
            <pc:sldMk cId="4051364436" sldId="365"/>
            <ac:spMk id="5" creationId="{20F1DB10-15F2-4E10-8642-58A7054567CD}"/>
          </ac:spMkLst>
        </pc:spChg>
        <pc:spChg chg="add mod">
          <ac:chgData name="鈴木 秀規" userId="f68c5fd9-22d5-4c0a-9833-7fb0f5135313" providerId="ADAL" clId="{AE171C9D-A8B3-4AB5-91C0-52B3AD443501}" dt="2021-01-28T08:31:27.282" v="117" actId="1036"/>
          <ac:spMkLst>
            <pc:docMk/>
            <pc:sldMk cId="4051364436" sldId="365"/>
            <ac:spMk id="6" creationId="{BD581E50-0CEB-437C-A8A6-7962098F3A91}"/>
          </ac:spMkLst>
        </pc:spChg>
        <pc:spChg chg="add mod">
          <ac:chgData name="鈴木 秀規" userId="f68c5fd9-22d5-4c0a-9833-7fb0f5135313" providerId="ADAL" clId="{AE171C9D-A8B3-4AB5-91C0-52B3AD443501}" dt="2021-01-28T08:31:17.203" v="105" actId="1076"/>
          <ac:spMkLst>
            <pc:docMk/>
            <pc:sldMk cId="4051364436" sldId="365"/>
            <ac:spMk id="7" creationId="{1101D08C-D10E-4BF3-8927-62F604D6885E}"/>
          </ac:spMkLst>
        </pc:spChg>
        <pc:spChg chg="add mod">
          <ac:chgData name="鈴木 秀規" userId="f68c5fd9-22d5-4c0a-9833-7fb0f5135313" providerId="ADAL" clId="{AE171C9D-A8B3-4AB5-91C0-52B3AD443501}" dt="2021-01-28T08:31:10.433" v="104" actId="1076"/>
          <ac:spMkLst>
            <pc:docMk/>
            <pc:sldMk cId="4051364436" sldId="365"/>
            <ac:spMk id="35" creationId="{FD7FEC79-1C75-471F-BAF7-FBC820361873}"/>
          </ac:spMkLst>
        </pc:spChg>
        <pc:spChg chg="add mod">
          <ac:chgData name="鈴木 秀規" userId="f68c5fd9-22d5-4c0a-9833-7fb0f5135313" providerId="ADAL" clId="{AE171C9D-A8B3-4AB5-91C0-52B3AD443501}" dt="2021-01-28T08:32:18.162" v="132" actId="1076"/>
          <ac:spMkLst>
            <pc:docMk/>
            <pc:sldMk cId="4051364436" sldId="365"/>
            <ac:spMk id="36" creationId="{61EFC22A-6F63-4605-9AC6-F19A6586E90A}"/>
          </ac:spMkLst>
        </pc:spChg>
        <pc:spChg chg="add mod">
          <ac:chgData name="鈴木 秀規" userId="f68c5fd9-22d5-4c0a-9833-7fb0f5135313" providerId="ADAL" clId="{AE171C9D-A8B3-4AB5-91C0-52B3AD443501}" dt="2021-01-28T08:32:37.121" v="158" actId="20577"/>
          <ac:spMkLst>
            <pc:docMk/>
            <pc:sldMk cId="4051364436" sldId="365"/>
            <ac:spMk id="37" creationId="{45C65D7E-5EB6-498D-BE4D-2B8A984FF9F1}"/>
          </ac:spMkLst>
        </pc:spChg>
        <pc:spChg chg="add mod">
          <ac:chgData name="鈴木 秀規" userId="f68c5fd9-22d5-4c0a-9833-7fb0f5135313" providerId="ADAL" clId="{AE171C9D-A8B3-4AB5-91C0-52B3AD443501}" dt="2021-01-28T08:32:50.695" v="168" actId="20577"/>
          <ac:spMkLst>
            <pc:docMk/>
            <pc:sldMk cId="4051364436" sldId="365"/>
            <ac:spMk id="38" creationId="{F2F8161B-5FB5-467A-B046-A20AC91BCAE8}"/>
          </ac:spMkLst>
        </pc:spChg>
        <pc:picChg chg="add mod">
          <ac:chgData name="鈴木 秀規" userId="f68c5fd9-22d5-4c0a-9833-7fb0f5135313" providerId="ADAL" clId="{AE171C9D-A8B3-4AB5-91C0-52B3AD443501}" dt="2021-01-28T08:31:17.203" v="105" actId="1076"/>
          <ac:picMkLst>
            <pc:docMk/>
            <pc:sldMk cId="4051364436" sldId="365"/>
            <ac:picMk id="8" creationId="{6757AE74-C9D7-4B3F-85E6-368DFA1CE95C}"/>
          </ac:picMkLst>
        </pc:picChg>
        <pc:picChg chg="add mod">
          <ac:chgData name="鈴木 秀規" userId="f68c5fd9-22d5-4c0a-9833-7fb0f5135313" providerId="ADAL" clId="{AE171C9D-A8B3-4AB5-91C0-52B3AD443501}" dt="2021-01-28T08:31:17.203" v="105" actId="1076"/>
          <ac:picMkLst>
            <pc:docMk/>
            <pc:sldMk cId="4051364436" sldId="365"/>
            <ac:picMk id="9" creationId="{3745FD0D-65AA-460F-9C42-28AB3BDCAC03}"/>
          </ac:picMkLst>
        </pc:picChg>
        <pc:picChg chg="add mod">
          <ac:chgData name="鈴木 秀規" userId="f68c5fd9-22d5-4c0a-9833-7fb0f5135313" providerId="ADAL" clId="{AE171C9D-A8B3-4AB5-91C0-52B3AD443501}" dt="2021-01-28T08:31:17.203" v="105" actId="1076"/>
          <ac:picMkLst>
            <pc:docMk/>
            <pc:sldMk cId="4051364436" sldId="365"/>
            <ac:picMk id="10" creationId="{A1F0C1C9-0791-46B3-9D91-332B02FFE5B1}"/>
          </ac:picMkLst>
        </pc:picChg>
        <pc:picChg chg="add mod">
          <ac:chgData name="鈴木 秀規" userId="f68c5fd9-22d5-4c0a-9833-7fb0f5135313" providerId="ADAL" clId="{AE171C9D-A8B3-4AB5-91C0-52B3AD443501}" dt="2021-01-28T08:31:17.203" v="105" actId="1076"/>
          <ac:picMkLst>
            <pc:docMk/>
            <pc:sldMk cId="4051364436" sldId="365"/>
            <ac:picMk id="11" creationId="{0327CD05-24F9-475A-9144-D36F9157CF73}"/>
          </ac:picMkLst>
        </pc:picChg>
        <pc:picChg chg="add mod">
          <ac:chgData name="鈴木 秀規" userId="f68c5fd9-22d5-4c0a-9833-7fb0f5135313" providerId="ADAL" clId="{AE171C9D-A8B3-4AB5-91C0-52B3AD443501}" dt="2021-01-28T08:31:17.203" v="105" actId="1076"/>
          <ac:picMkLst>
            <pc:docMk/>
            <pc:sldMk cId="4051364436" sldId="365"/>
            <ac:picMk id="12" creationId="{28FA140F-8A89-4721-9DC1-BE4F62536C01}"/>
          </ac:picMkLst>
        </pc:picChg>
        <pc:picChg chg="add mod">
          <ac:chgData name="鈴木 秀規" userId="f68c5fd9-22d5-4c0a-9833-7fb0f5135313" providerId="ADAL" clId="{AE171C9D-A8B3-4AB5-91C0-52B3AD443501}" dt="2021-01-28T08:31:17.203" v="105" actId="1076"/>
          <ac:picMkLst>
            <pc:docMk/>
            <pc:sldMk cId="4051364436" sldId="365"/>
            <ac:picMk id="13" creationId="{3E1FAE9A-DB2B-4996-B5E5-C917043E1CA8}"/>
          </ac:picMkLst>
        </pc:picChg>
        <pc:picChg chg="add mod">
          <ac:chgData name="鈴木 秀規" userId="f68c5fd9-22d5-4c0a-9833-7fb0f5135313" providerId="ADAL" clId="{AE171C9D-A8B3-4AB5-91C0-52B3AD443501}" dt="2021-01-28T08:31:17.203" v="105" actId="1076"/>
          <ac:picMkLst>
            <pc:docMk/>
            <pc:sldMk cId="4051364436" sldId="365"/>
            <ac:picMk id="14" creationId="{E3017BFF-2C37-43B5-B417-1BB9AEDA9F61}"/>
          </ac:picMkLst>
        </pc:picChg>
        <pc:picChg chg="add mod">
          <ac:chgData name="鈴木 秀規" userId="f68c5fd9-22d5-4c0a-9833-7fb0f5135313" providerId="ADAL" clId="{AE171C9D-A8B3-4AB5-91C0-52B3AD443501}" dt="2021-01-28T08:31:17.203" v="105" actId="1076"/>
          <ac:picMkLst>
            <pc:docMk/>
            <pc:sldMk cId="4051364436" sldId="365"/>
            <ac:picMk id="15" creationId="{0F095995-DCD2-4DEF-90DF-7D8FF89A5B01}"/>
          </ac:picMkLst>
        </pc:picChg>
        <pc:picChg chg="add mod">
          <ac:chgData name="鈴木 秀規" userId="f68c5fd9-22d5-4c0a-9833-7fb0f5135313" providerId="ADAL" clId="{AE171C9D-A8B3-4AB5-91C0-52B3AD443501}" dt="2021-01-28T08:31:17.203" v="105" actId="1076"/>
          <ac:picMkLst>
            <pc:docMk/>
            <pc:sldMk cId="4051364436" sldId="365"/>
            <ac:picMk id="23" creationId="{09120199-5C7D-4DBE-A86F-8D198A552E1B}"/>
          </ac:picMkLst>
        </pc:picChg>
        <pc:picChg chg="add mod">
          <ac:chgData name="鈴木 秀規" userId="f68c5fd9-22d5-4c0a-9833-7fb0f5135313" providerId="ADAL" clId="{AE171C9D-A8B3-4AB5-91C0-52B3AD443501}" dt="2021-01-28T08:31:17.203" v="105" actId="1076"/>
          <ac:picMkLst>
            <pc:docMk/>
            <pc:sldMk cId="4051364436" sldId="365"/>
            <ac:picMk id="24" creationId="{5ECCD504-5DE8-4222-864B-09576B70E18A}"/>
          </ac:picMkLst>
        </pc:picChg>
        <pc:cxnChg chg="add mod">
          <ac:chgData name="鈴木 秀規" userId="f68c5fd9-22d5-4c0a-9833-7fb0f5135313" providerId="ADAL" clId="{AE171C9D-A8B3-4AB5-91C0-52B3AD443501}" dt="2021-01-28T08:31:17.203" v="105" actId="1076"/>
          <ac:cxnSpMkLst>
            <pc:docMk/>
            <pc:sldMk cId="4051364436" sldId="365"/>
            <ac:cxnSpMk id="16" creationId="{2F50AB69-F748-4E43-A45E-B718F9D29062}"/>
          </ac:cxnSpMkLst>
        </pc:cxnChg>
        <pc:cxnChg chg="add mod">
          <ac:chgData name="鈴木 秀規" userId="f68c5fd9-22d5-4c0a-9833-7fb0f5135313" providerId="ADAL" clId="{AE171C9D-A8B3-4AB5-91C0-52B3AD443501}" dt="2021-01-28T08:31:17.203" v="105" actId="1076"/>
          <ac:cxnSpMkLst>
            <pc:docMk/>
            <pc:sldMk cId="4051364436" sldId="365"/>
            <ac:cxnSpMk id="17" creationId="{D657242E-F336-4D35-BDCB-333089551ADB}"/>
          </ac:cxnSpMkLst>
        </pc:cxnChg>
        <pc:cxnChg chg="add mod">
          <ac:chgData name="鈴木 秀規" userId="f68c5fd9-22d5-4c0a-9833-7fb0f5135313" providerId="ADAL" clId="{AE171C9D-A8B3-4AB5-91C0-52B3AD443501}" dt="2021-01-28T08:31:17.203" v="105" actId="1076"/>
          <ac:cxnSpMkLst>
            <pc:docMk/>
            <pc:sldMk cId="4051364436" sldId="365"/>
            <ac:cxnSpMk id="18" creationId="{F4B069B6-C343-4ABE-87A3-F79AA8BC7CAB}"/>
          </ac:cxnSpMkLst>
        </pc:cxnChg>
        <pc:cxnChg chg="add mod">
          <ac:chgData name="鈴木 秀規" userId="f68c5fd9-22d5-4c0a-9833-7fb0f5135313" providerId="ADAL" clId="{AE171C9D-A8B3-4AB5-91C0-52B3AD443501}" dt="2021-01-28T08:31:17.203" v="105" actId="1076"/>
          <ac:cxnSpMkLst>
            <pc:docMk/>
            <pc:sldMk cId="4051364436" sldId="365"/>
            <ac:cxnSpMk id="19" creationId="{6AD8403C-1012-43CA-A795-8AE2B416ADF3}"/>
          </ac:cxnSpMkLst>
        </pc:cxnChg>
        <pc:cxnChg chg="add mod">
          <ac:chgData name="鈴木 秀規" userId="f68c5fd9-22d5-4c0a-9833-7fb0f5135313" providerId="ADAL" clId="{AE171C9D-A8B3-4AB5-91C0-52B3AD443501}" dt="2021-01-28T08:31:17.203" v="105" actId="1076"/>
          <ac:cxnSpMkLst>
            <pc:docMk/>
            <pc:sldMk cId="4051364436" sldId="365"/>
            <ac:cxnSpMk id="20" creationId="{1753FEB8-BE3F-407B-8638-13B110795583}"/>
          </ac:cxnSpMkLst>
        </pc:cxnChg>
        <pc:cxnChg chg="add mod">
          <ac:chgData name="鈴木 秀規" userId="f68c5fd9-22d5-4c0a-9833-7fb0f5135313" providerId="ADAL" clId="{AE171C9D-A8B3-4AB5-91C0-52B3AD443501}" dt="2021-01-28T08:31:17.203" v="105" actId="1076"/>
          <ac:cxnSpMkLst>
            <pc:docMk/>
            <pc:sldMk cId="4051364436" sldId="365"/>
            <ac:cxnSpMk id="21" creationId="{C42B87AE-8EFC-4EE8-B657-3253402C7EDB}"/>
          </ac:cxnSpMkLst>
        </pc:cxnChg>
        <pc:cxnChg chg="add mod">
          <ac:chgData name="鈴木 秀規" userId="f68c5fd9-22d5-4c0a-9833-7fb0f5135313" providerId="ADAL" clId="{AE171C9D-A8B3-4AB5-91C0-52B3AD443501}" dt="2021-01-28T08:31:17.203" v="105" actId="1076"/>
          <ac:cxnSpMkLst>
            <pc:docMk/>
            <pc:sldMk cId="4051364436" sldId="365"/>
            <ac:cxnSpMk id="22" creationId="{6E85E05B-3728-4DFD-AF70-EA2FADB88713}"/>
          </ac:cxnSpMkLst>
        </pc:cxnChg>
      </pc:sldChg>
      <pc:sldChg chg="addSp modSp new mod">
        <pc:chgData name="鈴木 秀規" userId="f68c5fd9-22d5-4c0a-9833-7fb0f5135313" providerId="ADAL" clId="{AE171C9D-A8B3-4AB5-91C0-52B3AD443501}" dt="2021-01-28T08:34:57.216" v="193" actId="166"/>
        <pc:sldMkLst>
          <pc:docMk/>
          <pc:sldMk cId="402670913" sldId="366"/>
        </pc:sldMkLst>
        <pc:spChg chg="mod">
          <ac:chgData name="鈴木 秀規" userId="f68c5fd9-22d5-4c0a-9833-7fb0f5135313" providerId="ADAL" clId="{AE171C9D-A8B3-4AB5-91C0-52B3AD443501}" dt="2021-01-28T08:33:10.839" v="170"/>
          <ac:spMkLst>
            <pc:docMk/>
            <pc:sldMk cId="402670913" sldId="366"/>
            <ac:spMk id="3" creationId="{DEB75B83-B7B8-4FBB-A218-09F9A032C67D}"/>
          </ac:spMkLst>
        </pc:spChg>
        <pc:spChg chg="mod">
          <ac:chgData name="鈴木 秀規" userId="f68c5fd9-22d5-4c0a-9833-7fb0f5135313" providerId="ADAL" clId="{AE171C9D-A8B3-4AB5-91C0-52B3AD443501}" dt="2021-01-28T08:33:36.055" v="173" actId="14100"/>
          <ac:spMkLst>
            <pc:docMk/>
            <pc:sldMk cId="402670913" sldId="366"/>
            <ac:spMk id="5" creationId="{563CBA67-6F60-45E0-8BAE-1F37AB6818B7}"/>
          </ac:spMkLst>
        </pc:spChg>
        <pc:spChg chg="add mod">
          <ac:chgData name="鈴木 秀規" userId="f68c5fd9-22d5-4c0a-9833-7fb0f5135313" providerId="ADAL" clId="{AE171C9D-A8B3-4AB5-91C0-52B3AD443501}" dt="2021-01-28T08:34:06.862" v="182" actId="14100"/>
          <ac:spMkLst>
            <pc:docMk/>
            <pc:sldMk cId="402670913" sldId="366"/>
            <ac:spMk id="11" creationId="{CAAC33A6-05AA-4E00-ACE6-D76FD47D81FA}"/>
          </ac:spMkLst>
        </pc:spChg>
        <pc:spChg chg="add mod">
          <ac:chgData name="鈴木 秀規" userId="f68c5fd9-22d5-4c0a-9833-7fb0f5135313" providerId="ADAL" clId="{AE171C9D-A8B3-4AB5-91C0-52B3AD443501}" dt="2021-01-28T08:34:42.224" v="189" actId="14100"/>
          <ac:spMkLst>
            <pc:docMk/>
            <pc:sldMk cId="402670913" sldId="366"/>
            <ac:spMk id="12" creationId="{71C9FC6C-BF02-4FED-8561-3CF01E7E71CE}"/>
          </ac:spMkLst>
        </pc:spChg>
        <pc:spChg chg="add mod">
          <ac:chgData name="鈴木 秀規" userId="f68c5fd9-22d5-4c0a-9833-7fb0f5135313" providerId="ADAL" clId="{AE171C9D-A8B3-4AB5-91C0-52B3AD443501}" dt="2021-01-28T08:34:36.424" v="188" actId="1076"/>
          <ac:spMkLst>
            <pc:docMk/>
            <pc:sldMk cId="402670913" sldId="366"/>
            <ac:spMk id="13" creationId="{CB683AC9-9B5D-429C-AA0D-F25F4E7E948B}"/>
          </ac:spMkLst>
        </pc:spChg>
        <pc:spChg chg="add mod">
          <ac:chgData name="鈴木 秀規" userId="f68c5fd9-22d5-4c0a-9833-7fb0f5135313" providerId="ADAL" clId="{AE171C9D-A8B3-4AB5-91C0-52B3AD443501}" dt="2021-01-28T08:34:36.424" v="188" actId="1076"/>
          <ac:spMkLst>
            <pc:docMk/>
            <pc:sldMk cId="402670913" sldId="366"/>
            <ac:spMk id="15" creationId="{85CE7E34-D585-477B-AFD7-60492883D43A}"/>
          </ac:spMkLst>
        </pc:spChg>
        <pc:picChg chg="add mod ord">
          <ac:chgData name="鈴木 秀規" userId="f68c5fd9-22d5-4c0a-9833-7fb0f5135313" providerId="ADAL" clId="{AE171C9D-A8B3-4AB5-91C0-52B3AD443501}" dt="2021-01-28T08:34:57.216" v="193" actId="166"/>
          <ac:picMkLst>
            <pc:docMk/>
            <pc:sldMk cId="402670913" sldId="366"/>
            <ac:picMk id="6" creationId="{73BFAB86-C714-4EC4-B0EC-DE3BA952A103}"/>
          </ac:picMkLst>
        </pc:picChg>
        <pc:picChg chg="add mod ord">
          <ac:chgData name="鈴木 秀規" userId="f68c5fd9-22d5-4c0a-9833-7fb0f5135313" providerId="ADAL" clId="{AE171C9D-A8B3-4AB5-91C0-52B3AD443501}" dt="2021-01-28T08:34:57.216" v="193" actId="166"/>
          <ac:picMkLst>
            <pc:docMk/>
            <pc:sldMk cId="402670913" sldId="366"/>
            <ac:picMk id="7" creationId="{E394ECFE-B68E-4DF3-89F6-42FC8DC0520A}"/>
          </ac:picMkLst>
        </pc:picChg>
        <pc:picChg chg="add mod ord">
          <ac:chgData name="鈴木 秀規" userId="f68c5fd9-22d5-4c0a-9833-7fb0f5135313" providerId="ADAL" clId="{AE171C9D-A8B3-4AB5-91C0-52B3AD443501}" dt="2021-01-28T08:34:57.216" v="193" actId="166"/>
          <ac:picMkLst>
            <pc:docMk/>
            <pc:sldMk cId="402670913" sldId="366"/>
            <ac:picMk id="8" creationId="{D08BE0A6-7B0B-421D-9137-4AC4751F6B81}"/>
          </ac:picMkLst>
        </pc:picChg>
        <pc:picChg chg="add mod">
          <ac:chgData name="鈴木 秀規" userId="f68c5fd9-22d5-4c0a-9833-7fb0f5135313" providerId="ADAL" clId="{AE171C9D-A8B3-4AB5-91C0-52B3AD443501}" dt="2021-01-28T08:34:45.527" v="190" actId="1076"/>
          <ac:picMkLst>
            <pc:docMk/>
            <pc:sldMk cId="402670913" sldId="366"/>
            <ac:picMk id="14" creationId="{8E8263F5-A3DF-4B7D-988C-3E0546F266AC}"/>
          </ac:picMkLst>
        </pc:picChg>
        <pc:cxnChg chg="add mod ord">
          <ac:chgData name="鈴木 秀規" userId="f68c5fd9-22d5-4c0a-9833-7fb0f5135313" providerId="ADAL" clId="{AE171C9D-A8B3-4AB5-91C0-52B3AD443501}" dt="2021-01-28T08:34:57.216" v="193" actId="166"/>
          <ac:cxnSpMkLst>
            <pc:docMk/>
            <pc:sldMk cId="402670913" sldId="366"/>
            <ac:cxnSpMk id="9" creationId="{4F5EF88B-A41C-4C51-BB64-0646E2128409}"/>
          </ac:cxnSpMkLst>
        </pc:cxnChg>
        <pc:cxnChg chg="add mod ord">
          <ac:chgData name="鈴木 秀規" userId="f68c5fd9-22d5-4c0a-9833-7fb0f5135313" providerId="ADAL" clId="{AE171C9D-A8B3-4AB5-91C0-52B3AD443501}" dt="2021-01-28T08:34:57.216" v="193" actId="166"/>
          <ac:cxnSpMkLst>
            <pc:docMk/>
            <pc:sldMk cId="402670913" sldId="366"/>
            <ac:cxnSpMk id="10" creationId="{BD307F70-5B1F-4999-B0E3-53E5903D01C2}"/>
          </ac:cxnSpMkLst>
        </pc:cxnChg>
      </pc:sldChg>
      <pc:sldChg chg="del">
        <pc:chgData name="鈴木 秀規" userId="f68c5fd9-22d5-4c0a-9833-7fb0f5135313" providerId="ADAL" clId="{AE171C9D-A8B3-4AB5-91C0-52B3AD443501}" dt="2021-01-28T08:23:42.589" v="26" actId="2696"/>
        <pc:sldMkLst>
          <pc:docMk/>
          <pc:sldMk cId="1083425996" sldId="366"/>
        </pc:sldMkLst>
      </pc:sldChg>
      <pc:sldChg chg="del">
        <pc:chgData name="鈴木 秀規" userId="f68c5fd9-22d5-4c0a-9833-7fb0f5135313" providerId="ADAL" clId="{AE171C9D-A8B3-4AB5-91C0-52B3AD443501}" dt="2021-01-28T08:23:42.589" v="26" actId="2696"/>
        <pc:sldMkLst>
          <pc:docMk/>
          <pc:sldMk cId="2277428888" sldId="367"/>
        </pc:sldMkLst>
      </pc:sldChg>
      <pc:sldChg chg="addSp modSp new mod">
        <pc:chgData name="鈴木 秀規" userId="f68c5fd9-22d5-4c0a-9833-7fb0f5135313" providerId="ADAL" clId="{AE171C9D-A8B3-4AB5-91C0-52B3AD443501}" dt="2021-01-28T08:47:07.035" v="260" actId="207"/>
        <pc:sldMkLst>
          <pc:docMk/>
          <pc:sldMk cId="2692777715" sldId="367"/>
        </pc:sldMkLst>
        <pc:spChg chg="mod">
          <ac:chgData name="鈴木 秀規" userId="f68c5fd9-22d5-4c0a-9833-7fb0f5135313" providerId="ADAL" clId="{AE171C9D-A8B3-4AB5-91C0-52B3AD443501}" dt="2021-01-28T08:35:14.872" v="195"/>
          <ac:spMkLst>
            <pc:docMk/>
            <pc:sldMk cId="2692777715" sldId="367"/>
            <ac:spMk id="3" creationId="{77AF2515-0CCD-491D-BBD0-7CEB66F76CDE}"/>
          </ac:spMkLst>
        </pc:spChg>
        <pc:spChg chg="mod">
          <ac:chgData name="鈴木 秀規" userId="f68c5fd9-22d5-4c0a-9833-7fb0f5135313" providerId="ADAL" clId="{AE171C9D-A8B3-4AB5-91C0-52B3AD443501}" dt="2021-01-28T08:35:33.041" v="198" actId="14100"/>
          <ac:spMkLst>
            <pc:docMk/>
            <pc:sldMk cId="2692777715" sldId="367"/>
            <ac:spMk id="5" creationId="{1200EAAA-17B5-4866-BD6E-8841C66E380F}"/>
          </ac:spMkLst>
        </pc:spChg>
        <pc:spChg chg="add mod">
          <ac:chgData name="鈴木 秀規" userId="f68c5fd9-22d5-4c0a-9833-7fb0f5135313" providerId="ADAL" clId="{AE171C9D-A8B3-4AB5-91C0-52B3AD443501}" dt="2021-01-28T08:47:07.035" v="260" actId="207"/>
          <ac:spMkLst>
            <pc:docMk/>
            <pc:sldMk cId="2692777715" sldId="367"/>
            <ac:spMk id="7" creationId="{992AE1FA-00BB-48AC-8259-561C9174834A}"/>
          </ac:spMkLst>
        </pc:spChg>
        <pc:spChg chg="add mod">
          <ac:chgData name="鈴木 秀規" userId="f68c5fd9-22d5-4c0a-9833-7fb0f5135313" providerId="ADAL" clId="{AE171C9D-A8B3-4AB5-91C0-52B3AD443501}" dt="2021-01-28T08:37:04.916" v="210" actId="14100"/>
          <ac:spMkLst>
            <pc:docMk/>
            <pc:sldMk cId="2692777715" sldId="367"/>
            <ac:spMk id="8" creationId="{E191ED05-471D-4BF6-A4F6-AE5E253D0FA8}"/>
          </ac:spMkLst>
        </pc:spChg>
        <pc:picChg chg="add mod">
          <ac:chgData name="鈴木 秀規" userId="f68c5fd9-22d5-4c0a-9833-7fb0f5135313" providerId="ADAL" clId="{AE171C9D-A8B3-4AB5-91C0-52B3AD443501}" dt="2021-01-28T08:37:12.006" v="212" actId="14100"/>
          <ac:picMkLst>
            <pc:docMk/>
            <pc:sldMk cId="2692777715" sldId="367"/>
            <ac:picMk id="6" creationId="{2567EFA5-09BD-4029-876E-7B0E54694513}"/>
          </ac:picMkLst>
        </pc:picChg>
      </pc:sldChg>
      <pc:sldChg chg="del">
        <pc:chgData name="鈴木 秀規" userId="f68c5fd9-22d5-4c0a-9833-7fb0f5135313" providerId="ADAL" clId="{AE171C9D-A8B3-4AB5-91C0-52B3AD443501}" dt="2021-01-28T08:23:42.589" v="26" actId="2696"/>
        <pc:sldMkLst>
          <pc:docMk/>
          <pc:sldMk cId="368796728" sldId="368"/>
        </pc:sldMkLst>
      </pc:sldChg>
      <pc:sldChg chg="addSp modSp new mod">
        <pc:chgData name="鈴木 秀規" userId="f68c5fd9-22d5-4c0a-9833-7fb0f5135313" providerId="ADAL" clId="{AE171C9D-A8B3-4AB5-91C0-52B3AD443501}" dt="2021-01-28T08:47:03.399" v="259" actId="207"/>
        <pc:sldMkLst>
          <pc:docMk/>
          <pc:sldMk cId="1806057471" sldId="368"/>
        </pc:sldMkLst>
        <pc:spChg chg="mod">
          <ac:chgData name="鈴木 秀規" userId="f68c5fd9-22d5-4c0a-9833-7fb0f5135313" providerId="ADAL" clId="{AE171C9D-A8B3-4AB5-91C0-52B3AD443501}" dt="2021-01-28T08:41:00.423" v="231"/>
          <ac:spMkLst>
            <pc:docMk/>
            <pc:sldMk cId="1806057471" sldId="368"/>
            <ac:spMk id="3" creationId="{E0F44F00-DAFA-4C2C-8BDD-64FABF9806D8}"/>
          </ac:spMkLst>
        </pc:spChg>
        <pc:spChg chg="mod">
          <ac:chgData name="鈴木 秀規" userId="f68c5fd9-22d5-4c0a-9833-7fb0f5135313" providerId="ADAL" clId="{AE171C9D-A8B3-4AB5-91C0-52B3AD443501}" dt="2021-01-28T08:38:18.779" v="217" actId="14100"/>
          <ac:spMkLst>
            <pc:docMk/>
            <pc:sldMk cId="1806057471" sldId="368"/>
            <ac:spMk id="5" creationId="{99210BDB-90C9-4A9E-A4DF-7E3EE303809B}"/>
          </ac:spMkLst>
        </pc:spChg>
        <pc:spChg chg="add mod">
          <ac:chgData name="鈴木 秀規" userId="f68c5fd9-22d5-4c0a-9833-7fb0f5135313" providerId="ADAL" clId="{AE171C9D-A8B3-4AB5-91C0-52B3AD443501}" dt="2021-01-28T08:47:03.399" v="259" actId="207"/>
          <ac:spMkLst>
            <pc:docMk/>
            <pc:sldMk cId="1806057471" sldId="368"/>
            <ac:spMk id="6" creationId="{AB716B78-847B-48E8-B695-2A096A360E87}"/>
          </ac:spMkLst>
        </pc:spChg>
        <pc:spChg chg="add mod">
          <ac:chgData name="鈴木 秀規" userId="f68c5fd9-22d5-4c0a-9833-7fb0f5135313" providerId="ADAL" clId="{AE171C9D-A8B3-4AB5-91C0-52B3AD443501}" dt="2021-01-28T08:40:44.614" v="229" actId="14100"/>
          <ac:spMkLst>
            <pc:docMk/>
            <pc:sldMk cId="1806057471" sldId="368"/>
            <ac:spMk id="7" creationId="{318E1983-FBCA-4054-B9D4-B6E8A0700ABD}"/>
          </ac:spMkLst>
        </pc:spChg>
        <pc:picChg chg="add mod">
          <ac:chgData name="鈴木 秀規" userId="f68c5fd9-22d5-4c0a-9833-7fb0f5135313" providerId="ADAL" clId="{AE171C9D-A8B3-4AB5-91C0-52B3AD443501}" dt="2021-01-28T08:38:26.456" v="218"/>
          <ac:picMkLst>
            <pc:docMk/>
            <pc:sldMk cId="1806057471" sldId="368"/>
            <ac:picMk id="8" creationId="{2B5FA88E-1503-465D-B418-EEBFDFC3A4E3}"/>
          </ac:picMkLst>
        </pc:picChg>
      </pc:sldChg>
      <pc:sldChg chg="addSp modSp new mod">
        <pc:chgData name="鈴木 秀規" userId="f68c5fd9-22d5-4c0a-9833-7fb0f5135313" providerId="ADAL" clId="{AE171C9D-A8B3-4AB5-91C0-52B3AD443501}" dt="2021-01-28T08:46:57.266" v="258" actId="207"/>
        <pc:sldMkLst>
          <pc:docMk/>
          <pc:sldMk cId="167090370" sldId="369"/>
        </pc:sldMkLst>
        <pc:spChg chg="mod">
          <ac:chgData name="鈴木 秀規" userId="f68c5fd9-22d5-4c0a-9833-7fb0f5135313" providerId="ADAL" clId="{AE171C9D-A8B3-4AB5-91C0-52B3AD443501}" dt="2021-01-28T08:42:33.826" v="237"/>
          <ac:spMkLst>
            <pc:docMk/>
            <pc:sldMk cId="167090370" sldId="369"/>
            <ac:spMk id="3" creationId="{C0CF25BB-97D8-49D8-8FEC-F3B1E05625EF}"/>
          </ac:spMkLst>
        </pc:spChg>
        <pc:spChg chg="mod">
          <ac:chgData name="鈴木 秀規" userId="f68c5fd9-22d5-4c0a-9833-7fb0f5135313" providerId="ADAL" clId="{AE171C9D-A8B3-4AB5-91C0-52B3AD443501}" dt="2021-01-28T08:42:27.377" v="236"/>
          <ac:spMkLst>
            <pc:docMk/>
            <pc:sldMk cId="167090370" sldId="369"/>
            <ac:spMk id="5" creationId="{C9BCC8F6-7E15-49CA-8743-3E5498B6B5EB}"/>
          </ac:spMkLst>
        </pc:spChg>
        <pc:spChg chg="add mod">
          <ac:chgData name="鈴木 秀規" userId="f68c5fd9-22d5-4c0a-9833-7fb0f5135313" providerId="ADAL" clId="{AE171C9D-A8B3-4AB5-91C0-52B3AD443501}" dt="2021-01-28T08:46:57.266" v="258" actId="207"/>
          <ac:spMkLst>
            <pc:docMk/>
            <pc:sldMk cId="167090370" sldId="369"/>
            <ac:spMk id="6" creationId="{F9FEF840-8576-4ACC-9BA4-A8F33D6B15FA}"/>
          </ac:spMkLst>
        </pc:spChg>
        <pc:spChg chg="add mod">
          <ac:chgData name="鈴木 秀規" userId="f68c5fd9-22d5-4c0a-9833-7fb0f5135313" providerId="ADAL" clId="{AE171C9D-A8B3-4AB5-91C0-52B3AD443501}" dt="2021-01-28T08:45:24.818" v="250" actId="115"/>
          <ac:spMkLst>
            <pc:docMk/>
            <pc:sldMk cId="167090370" sldId="369"/>
            <ac:spMk id="7" creationId="{F00D1BD6-0D51-4A53-A1C6-EC617C53FB9F}"/>
          </ac:spMkLst>
        </pc:spChg>
        <pc:picChg chg="add mod">
          <ac:chgData name="鈴木 秀規" userId="f68c5fd9-22d5-4c0a-9833-7fb0f5135313" providerId="ADAL" clId="{AE171C9D-A8B3-4AB5-91C0-52B3AD443501}" dt="2021-01-28T08:42:05.819" v="233"/>
          <ac:picMkLst>
            <pc:docMk/>
            <pc:sldMk cId="167090370" sldId="369"/>
            <ac:picMk id="8" creationId="{81C30A9C-95CB-4555-8BCA-EC35828AB32C}"/>
          </ac:picMkLst>
        </pc:picChg>
      </pc:sldChg>
      <pc:sldChg chg="del">
        <pc:chgData name="鈴木 秀規" userId="f68c5fd9-22d5-4c0a-9833-7fb0f5135313" providerId="ADAL" clId="{AE171C9D-A8B3-4AB5-91C0-52B3AD443501}" dt="2021-01-28T08:23:42.589" v="26" actId="2696"/>
        <pc:sldMkLst>
          <pc:docMk/>
          <pc:sldMk cId="1615278593" sldId="369"/>
        </pc:sldMkLst>
      </pc:sldChg>
      <pc:sldChg chg="addSp delSp modSp new mod">
        <pc:chgData name="鈴木 秀規" userId="f68c5fd9-22d5-4c0a-9833-7fb0f5135313" providerId="ADAL" clId="{AE171C9D-A8B3-4AB5-91C0-52B3AD443501}" dt="2021-01-28T08:49:01.738" v="279" actId="403"/>
        <pc:sldMkLst>
          <pc:docMk/>
          <pc:sldMk cId="95388061" sldId="370"/>
        </pc:sldMkLst>
        <pc:spChg chg="mod">
          <ac:chgData name="鈴木 秀規" userId="f68c5fd9-22d5-4c0a-9833-7fb0f5135313" providerId="ADAL" clId="{AE171C9D-A8B3-4AB5-91C0-52B3AD443501}" dt="2021-01-28T08:46:19.459" v="252"/>
          <ac:spMkLst>
            <pc:docMk/>
            <pc:sldMk cId="95388061" sldId="370"/>
            <ac:spMk id="3" creationId="{41A3CA38-7A81-4B93-AD9D-5EAFFBEF4BC8}"/>
          </ac:spMkLst>
        </pc:spChg>
        <pc:spChg chg="mod">
          <ac:chgData name="鈴木 秀規" userId="f68c5fd9-22d5-4c0a-9833-7fb0f5135313" providerId="ADAL" clId="{AE171C9D-A8B3-4AB5-91C0-52B3AD443501}" dt="2021-01-28T08:46:30.942" v="255" actId="14100"/>
          <ac:spMkLst>
            <pc:docMk/>
            <pc:sldMk cId="95388061" sldId="370"/>
            <ac:spMk id="5" creationId="{A797BDB9-D421-4C44-82DC-45A93556DA54}"/>
          </ac:spMkLst>
        </pc:spChg>
        <pc:spChg chg="add del">
          <ac:chgData name="鈴木 秀規" userId="f68c5fd9-22d5-4c0a-9833-7fb0f5135313" providerId="ADAL" clId="{AE171C9D-A8B3-4AB5-91C0-52B3AD443501}" dt="2021-01-28T08:46:48.419" v="257" actId="22"/>
          <ac:spMkLst>
            <pc:docMk/>
            <pc:sldMk cId="95388061" sldId="370"/>
            <ac:spMk id="7" creationId="{73FBEDA8-9D71-42B1-AC52-A14BEDEFBA3B}"/>
          </ac:spMkLst>
        </pc:spChg>
        <pc:spChg chg="add mod">
          <ac:chgData name="鈴木 秀規" userId="f68c5fd9-22d5-4c0a-9833-7fb0f5135313" providerId="ADAL" clId="{AE171C9D-A8B3-4AB5-91C0-52B3AD443501}" dt="2021-01-28T08:48:38.286" v="274" actId="207"/>
          <ac:spMkLst>
            <pc:docMk/>
            <pc:sldMk cId="95388061" sldId="370"/>
            <ac:spMk id="8" creationId="{21E0FF6F-8012-4390-915C-A06A275C8A67}"/>
          </ac:spMkLst>
        </pc:spChg>
        <pc:spChg chg="add mod">
          <ac:chgData name="鈴木 秀規" userId="f68c5fd9-22d5-4c0a-9833-7fb0f5135313" providerId="ADAL" clId="{AE171C9D-A8B3-4AB5-91C0-52B3AD443501}" dt="2021-01-28T08:49:01.738" v="279" actId="403"/>
          <ac:spMkLst>
            <pc:docMk/>
            <pc:sldMk cId="95388061" sldId="370"/>
            <ac:spMk id="9" creationId="{67B04C7C-CC9F-4726-8232-6616CEA4B022}"/>
          </ac:spMkLst>
        </pc:spChg>
      </pc:sldChg>
      <pc:sldChg chg="del">
        <pc:chgData name="鈴木 秀規" userId="f68c5fd9-22d5-4c0a-9833-7fb0f5135313" providerId="ADAL" clId="{AE171C9D-A8B3-4AB5-91C0-52B3AD443501}" dt="2021-01-28T08:23:42.589" v="26" actId="2696"/>
        <pc:sldMkLst>
          <pc:docMk/>
          <pc:sldMk cId="639239015" sldId="370"/>
        </pc:sldMkLst>
      </pc:sldChg>
      <pc:sldChg chg="modSp new mod">
        <pc:chgData name="鈴木 秀規" userId="f68c5fd9-22d5-4c0a-9833-7fb0f5135313" providerId="ADAL" clId="{AE171C9D-A8B3-4AB5-91C0-52B3AD443501}" dt="2021-01-28T08:54:54.355" v="291" actId="20577"/>
        <pc:sldMkLst>
          <pc:docMk/>
          <pc:sldMk cId="853967147" sldId="371"/>
        </pc:sldMkLst>
        <pc:spChg chg="mod">
          <ac:chgData name="鈴木 秀規" userId="f68c5fd9-22d5-4c0a-9833-7fb0f5135313" providerId="ADAL" clId="{AE171C9D-A8B3-4AB5-91C0-52B3AD443501}" dt="2021-01-28T08:54:03.130" v="281"/>
          <ac:spMkLst>
            <pc:docMk/>
            <pc:sldMk cId="853967147" sldId="371"/>
            <ac:spMk id="3" creationId="{AF42E5F5-F9D0-4554-B67F-148FD8EC3105}"/>
          </ac:spMkLst>
        </pc:spChg>
        <pc:spChg chg="mod">
          <ac:chgData name="鈴木 秀規" userId="f68c5fd9-22d5-4c0a-9833-7fb0f5135313" providerId="ADAL" clId="{AE171C9D-A8B3-4AB5-91C0-52B3AD443501}" dt="2021-01-28T08:54:54.355" v="291" actId="20577"/>
          <ac:spMkLst>
            <pc:docMk/>
            <pc:sldMk cId="853967147" sldId="371"/>
            <ac:spMk id="5" creationId="{2DFC0F04-3729-49EE-A700-AC4FE7495084}"/>
          </ac:spMkLst>
        </pc:spChg>
      </pc:sldChg>
      <pc:sldChg chg="del">
        <pc:chgData name="鈴木 秀規" userId="f68c5fd9-22d5-4c0a-9833-7fb0f5135313" providerId="ADAL" clId="{AE171C9D-A8B3-4AB5-91C0-52B3AD443501}" dt="2021-01-28T08:23:42.589" v="26" actId="2696"/>
        <pc:sldMkLst>
          <pc:docMk/>
          <pc:sldMk cId="4233707676" sldId="371"/>
        </pc:sldMkLst>
      </pc:sldChg>
      <pc:sldChg chg="addSp modSp new mod">
        <pc:chgData name="鈴木 秀規" userId="f68c5fd9-22d5-4c0a-9833-7fb0f5135313" providerId="ADAL" clId="{AE171C9D-A8B3-4AB5-91C0-52B3AD443501}" dt="2021-01-28T08:56:38.127" v="307" actId="1076"/>
        <pc:sldMkLst>
          <pc:docMk/>
          <pc:sldMk cId="193662145" sldId="372"/>
        </pc:sldMkLst>
        <pc:spChg chg="mod">
          <ac:chgData name="鈴木 秀規" userId="f68c5fd9-22d5-4c0a-9833-7fb0f5135313" providerId="ADAL" clId="{AE171C9D-A8B3-4AB5-91C0-52B3AD443501}" dt="2021-01-28T08:55:37.203" v="293"/>
          <ac:spMkLst>
            <pc:docMk/>
            <pc:sldMk cId="193662145" sldId="372"/>
            <ac:spMk id="3" creationId="{E76CAEB3-49D5-46F4-A9FE-CF97174D3CA3}"/>
          </ac:spMkLst>
        </pc:spChg>
        <pc:spChg chg="mod">
          <ac:chgData name="鈴木 秀規" userId="f68c5fd9-22d5-4c0a-9833-7fb0f5135313" providerId="ADAL" clId="{AE171C9D-A8B3-4AB5-91C0-52B3AD443501}" dt="2021-01-28T08:55:55.078" v="297" actId="14100"/>
          <ac:spMkLst>
            <pc:docMk/>
            <pc:sldMk cId="193662145" sldId="372"/>
            <ac:spMk id="5" creationId="{6D7F57BB-892D-4732-A951-E66AC83B7744}"/>
          </ac:spMkLst>
        </pc:spChg>
        <pc:graphicFrameChg chg="add mod modGraphic">
          <ac:chgData name="鈴木 秀規" userId="f68c5fd9-22d5-4c0a-9833-7fb0f5135313" providerId="ADAL" clId="{AE171C9D-A8B3-4AB5-91C0-52B3AD443501}" dt="2021-01-28T08:56:38.127" v="307" actId="1076"/>
          <ac:graphicFrameMkLst>
            <pc:docMk/>
            <pc:sldMk cId="193662145" sldId="372"/>
            <ac:graphicFrameMk id="6" creationId="{E68C0511-571B-443B-A12B-7AEF1DC35017}"/>
          </ac:graphicFrameMkLst>
        </pc:graphicFrameChg>
      </pc:sldChg>
      <pc:sldChg chg="del">
        <pc:chgData name="鈴木 秀規" userId="f68c5fd9-22d5-4c0a-9833-7fb0f5135313" providerId="ADAL" clId="{AE171C9D-A8B3-4AB5-91C0-52B3AD443501}" dt="2021-01-28T08:23:42.589" v="26" actId="2696"/>
        <pc:sldMkLst>
          <pc:docMk/>
          <pc:sldMk cId="2732402478" sldId="372"/>
        </pc:sldMkLst>
      </pc:sldChg>
      <pc:sldChg chg="del">
        <pc:chgData name="鈴木 秀規" userId="f68c5fd9-22d5-4c0a-9833-7fb0f5135313" providerId="ADAL" clId="{AE171C9D-A8B3-4AB5-91C0-52B3AD443501}" dt="2021-01-28T08:23:42.589" v="26" actId="2696"/>
        <pc:sldMkLst>
          <pc:docMk/>
          <pc:sldMk cId="1848207789" sldId="373"/>
        </pc:sldMkLst>
      </pc:sldChg>
      <pc:sldChg chg="modSp new mod">
        <pc:chgData name="鈴木 秀規" userId="f68c5fd9-22d5-4c0a-9833-7fb0f5135313" providerId="ADAL" clId="{AE171C9D-A8B3-4AB5-91C0-52B3AD443501}" dt="2021-01-28T08:57:19.003" v="316" actId="20577"/>
        <pc:sldMkLst>
          <pc:docMk/>
          <pc:sldMk cId="3119782308" sldId="373"/>
        </pc:sldMkLst>
        <pc:spChg chg="mod">
          <ac:chgData name="鈴木 秀規" userId="f68c5fd9-22d5-4c0a-9833-7fb0f5135313" providerId="ADAL" clId="{AE171C9D-A8B3-4AB5-91C0-52B3AD443501}" dt="2021-01-28T08:56:49.043" v="309"/>
          <ac:spMkLst>
            <pc:docMk/>
            <pc:sldMk cId="3119782308" sldId="373"/>
            <ac:spMk id="3" creationId="{8FBD40A1-B451-47DB-8D4F-7857B7B5653E}"/>
          </ac:spMkLst>
        </pc:spChg>
        <pc:spChg chg="mod">
          <ac:chgData name="鈴木 秀規" userId="f68c5fd9-22d5-4c0a-9833-7fb0f5135313" providerId="ADAL" clId="{AE171C9D-A8B3-4AB5-91C0-52B3AD443501}" dt="2021-01-28T08:57:19.003" v="316" actId="20577"/>
          <ac:spMkLst>
            <pc:docMk/>
            <pc:sldMk cId="3119782308" sldId="373"/>
            <ac:spMk id="5" creationId="{018A7818-795C-4FD1-B23D-EAC49475BFF4}"/>
          </ac:spMkLst>
        </pc:spChg>
      </pc:sldChg>
      <pc:sldChg chg="del">
        <pc:chgData name="鈴木 秀規" userId="f68c5fd9-22d5-4c0a-9833-7fb0f5135313" providerId="ADAL" clId="{AE171C9D-A8B3-4AB5-91C0-52B3AD443501}" dt="2021-01-28T08:23:42.589" v="26" actId="2696"/>
        <pc:sldMkLst>
          <pc:docMk/>
          <pc:sldMk cId="949514721" sldId="374"/>
        </pc:sldMkLst>
      </pc:sldChg>
      <pc:sldChg chg="addSp modSp new mod">
        <pc:chgData name="鈴木 秀規" userId="f68c5fd9-22d5-4c0a-9833-7fb0f5135313" providerId="ADAL" clId="{AE171C9D-A8B3-4AB5-91C0-52B3AD443501}" dt="2021-01-28T08:58:29.788" v="328" actId="1076"/>
        <pc:sldMkLst>
          <pc:docMk/>
          <pc:sldMk cId="4094264785" sldId="374"/>
        </pc:sldMkLst>
        <pc:spChg chg="mod">
          <ac:chgData name="鈴木 秀規" userId="f68c5fd9-22d5-4c0a-9833-7fb0f5135313" providerId="ADAL" clId="{AE171C9D-A8B3-4AB5-91C0-52B3AD443501}" dt="2021-01-28T08:57:56.186" v="318"/>
          <ac:spMkLst>
            <pc:docMk/>
            <pc:sldMk cId="4094264785" sldId="374"/>
            <ac:spMk id="3" creationId="{979359D2-AA93-488C-BF59-583AB51307FB}"/>
          </ac:spMkLst>
        </pc:spChg>
        <pc:spChg chg="mod">
          <ac:chgData name="鈴木 秀規" userId="f68c5fd9-22d5-4c0a-9833-7fb0f5135313" providerId="ADAL" clId="{AE171C9D-A8B3-4AB5-91C0-52B3AD443501}" dt="2021-01-28T08:58:07.913" v="321" actId="14100"/>
          <ac:spMkLst>
            <pc:docMk/>
            <pc:sldMk cId="4094264785" sldId="374"/>
            <ac:spMk id="5" creationId="{0C2CAB17-F534-44C9-96A3-14FEC3C582C3}"/>
          </ac:spMkLst>
        </pc:spChg>
        <pc:spChg chg="add mod">
          <ac:chgData name="鈴木 秀規" userId="f68c5fd9-22d5-4c0a-9833-7fb0f5135313" providerId="ADAL" clId="{AE171C9D-A8B3-4AB5-91C0-52B3AD443501}" dt="2021-01-28T08:58:29.788" v="328" actId="1076"/>
          <ac:spMkLst>
            <pc:docMk/>
            <pc:sldMk cId="4094264785" sldId="374"/>
            <ac:spMk id="6" creationId="{4DDCF655-29CA-4C92-872A-D5013C9AA280}"/>
          </ac:spMkLst>
        </pc:spChg>
        <pc:spChg chg="add mod">
          <ac:chgData name="鈴木 秀規" userId="f68c5fd9-22d5-4c0a-9833-7fb0f5135313" providerId="ADAL" clId="{AE171C9D-A8B3-4AB5-91C0-52B3AD443501}" dt="2021-01-28T08:58:29.788" v="328" actId="1076"/>
          <ac:spMkLst>
            <pc:docMk/>
            <pc:sldMk cId="4094264785" sldId="374"/>
            <ac:spMk id="7" creationId="{5C2BB362-C6B9-44D2-90C8-09FD7AB4AC8A}"/>
          </ac:spMkLst>
        </pc:spChg>
        <pc:spChg chg="add mod">
          <ac:chgData name="鈴木 秀規" userId="f68c5fd9-22d5-4c0a-9833-7fb0f5135313" providerId="ADAL" clId="{AE171C9D-A8B3-4AB5-91C0-52B3AD443501}" dt="2021-01-28T08:58:29.788" v="328" actId="1076"/>
          <ac:spMkLst>
            <pc:docMk/>
            <pc:sldMk cId="4094264785" sldId="374"/>
            <ac:spMk id="8" creationId="{CE86CC2E-1E41-49CA-B34B-CF2E7BEE9CB9}"/>
          </ac:spMkLst>
        </pc:spChg>
      </pc:sldChg>
      <pc:sldChg chg="del">
        <pc:chgData name="鈴木 秀規" userId="f68c5fd9-22d5-4c0a-9833-7fb0f5135313" providerId="ADAL" clId="{AE171C9D-A8B3-4AB5-91C0-52B3AD443501}" dt="2021-01-28T08:23:42.589" v="26" actId="2696"/>
        <pc:sldMkLst>
          <pc:docMk/>
          <pc:sldMk cId="420561561" sldId="375"/>
        </pc:sldMkLst>
      </pc:sldChg>
      <pc:sldChg chg="addSp modSp new mod">
        <pc:chgData name="鈴木 秀規" userId="f68c5fd9-22d5-4c0a-9833-7fb0f5135313" providerId="ADAL" clId="{AE171C9D-A8B3-4AB5-91C0-52B3AD443501}" dt="2021-01-28T09:02:31.895" v="352" actId="14100"/>
        <pc:sldMkLst>
          <pc:docMk/>
          <pc:sldMk cId="1155857800" sldId="375"/>
        </pc:sldMkLst>
        <pc:spChg chg="mod">
          <ac:chgData name="鈴木 秀規" userId="f68c5fd9-22d5-4c0a-9833-7fb0f5135313" providerId="ADAL" clId="{AE171C9D-A8B3-4AB5-91C0-52B3AD443501}" dt="2021-01-28T09:00:55.370" v="330"/>
          <ac:spMkLst>
            <pc:docMk/>
            <pc:sldMk cId="1155857800" sldId="375"/>
            <ac:spMk id="3" creationId="{4BF1C48F-1D23-4F10-BF6E-83490E6C205E}"/>
          </ac:spMkLst>
        </pc:spChg>
        <pc:spChg chg="mod">
          <ac:chgData name="鈴木 秀規" userId="f68c5fd9-22d5-4c0a-9833-7fb0f5135313" providerId="ADAL" clId="{AE171C9D-A8B3-4AB5-91C0-52B3AD443501}" dt="2021-01-28T09:01:08.339" v="335" actId="14100"/>
          <ac:spMkLst>
            <pc:docMk/>
            <pc:sldMk cId="1155857800" sldId="375"/>
            <ac:spMk id="5" creationId="{A245D60A-AEFB-4A28-95C4-6A74FCB912E5}"/>
          </ac:spMkLst>
        </pc:spChg>
        <pc:spChg chg="add mod">
          <ac:chgData name="鈴木 秀規" userId="f68c5fd9-22d5-4c0a-9833-7fb0f5135313" providerId="ADAL" clId="{AE171C9D-A8B3-4AB5-91C0-52B3AD443501}" dt="2021-01-28T09:01:51.924" v="347" actId="14100"/>
          <ac:spMkLst>
            <pc:docMk/>
            <pc:sldMk cId="1155857800" sldId="375"/>
            <ac:spMk id="6" creationId="{95819D2C-6F3A-4C2F-A0F2-4F79EB8F42A8}"/>
          </ac:spMkLst>
        </pc:spChg>
        <pc:spChg chg="add mod">
          <ac:chgData name="鈴木 秀規" userId="f68c5fd9-22d5-4c0a-9833-7fb0f5135313" providerId="ADAL" clId="{AE171C9D-A8B3-4AB5-91C0-52B3AD443501}" dt="2021-01-28T09:02:31.895" v="352" actId="14100"/>
          <ac:spMkLst>
            <pc:docMk/>
            <pc:sldMk cId="1155857800" sldId="375"/>
            <ac:spMk id="7" creationId="{BBCDBBF3-AB3C-4B48-9945-FF16E18B256F}"/>
          </ac:spMkLst>
        </pc:spChg>
      </pc:sldChg>
      <pc:sldChg chg="del">
        <pc:chgData name="鈴木 秀規" userId="f68c5fd9-22d5-4c0a-9833-7fb0f5135313" providerId="ADAL" clId="{AE171C9D-A8B3-4AB5-91C0-52B3AD443501}" dt="2021-01-28T08:23:42.589" v="26" actId="2696"/>
        <pc:sldMkLst>
          <pc:docMk/>
          <pc:sldMk cId="1996051249" sldId="376"/>
        </pc:sldMkLst>
      </pc:sldChg>
      <pc:sldChg chg="addSp modSp new mod">
        <pc:chgData name="鈴木 秀規" userId="f68c5fd9-22d5-4c0a-9833-7fb0f5135313" providerId="ADAL" clId="{AE171C9D-A8B3-4AB5-91C0-52B3AD443501}" dt="2021-01-28T09:03:57.978" v="367" actId="14100"/>
        <pc:sldMkLst>
          <pc:docMk/>
          <pc:sldMk cId="2003241689" sldId="376"/>
        </pc:sldMkLst>
        <pc:spChg chg="mod">
          <ac:chgData name="鈴木 秀規" userId="f68c5fd9-22d5-4c0a-9833-7fb0f5135313" providerId="ADAL" clId="{AE171C9D-A8B3-4AB5-91C0-52B3AD443501}" dt="2021-01-28T09:02:45.116" v="354"/>
          <ac:spMkLst>
            <pc:docMk/>
            <pc:sldMk cId="2003241689" sldId="376"/>
            <ac:spMk id="3" creationId="{E4682568-1295-478A-92AE-7F84AF8BE51C}"/>
          </ac:spMkLst>
        </pc:spChg>
        <pc:spChg chg="mod">
          <ac:chgData name="鈴木 秀規" userId="f68c5fd9-22d5-4c0a-9833-7fb0f5135313" providerId="ADAL" clId="{AE171C9D-A8B3-4AB5-91C0-52B3AD443501}" dt="2021-01-28T09:02:54.761" v="357" actId="14100"/>
          <ac:spMkLst>
            <pc:docMk/>
            <pc:sldMk cId="2003241689" sldId="376"/>
            <ac:spMk id="5" creationId="{7874FB13-0033-4D65-9C4D-DABA47369DA4}"/>
          </ac:spMkLst>
        </pc:spChg>
        <pc:spChg chg="add mod">
          <ac:chgData name="鈴木 秀規" userId="f68c5fd9-22d5-4c0a-9833-7fb0f5135313" providerId="ADAL" clId="{AE171C9D-A8B3-4AB5-91C0-52B3AD443501}" dt="2021-01-28T09:03:36.246" v="364" actId="2711"/>
          <ac:spMkLst>
            <pc:docMk/>
            <pc:sldMk cId="2003241689" sldId="376"/>
            <ac:spMk id="6" creationId="{E0CEA451-5366-4ABF-AF2C-DD94507D7541}"/>
          </ac:spMkLst>
        </pc:spChg>
        <pc:spChg chg="add mod">
          <ac:chgData name="鈴木 秀規" userId="f68c5fd9-22d5-4c0a-9833-7fb0f5135313" providerId="ADAL" clId="{AE171C9D-A8B3-4AB5-91C0-52B3AD443501}" dt="2021-01-28T09:03:36.246" v="364" actId="2711"/>
          <ac:spMkLst>
            <pc:docMk/>
            <pc:sldMk cId="2003241689" sldId="376"/>
            <ac:spMk id="7" creationId="{069BADC0-893D-498B-8216-F9ED79BC3FC3}"/>
          </ac:spMkLst>
        </pc:spChg>
        <pc:spChg chg="add mod">
          <ac:chgData name="鈴木 秀規" userId="f68c5fd9-22d5-4c0a-9833-7fb0f5135313" providerId="ADAL" clId="{AE171C9D-A8B3-4AB5-91C0-52B3AD443501}" dt="2021-01-28T09:03:36.246" v="364" actId="2711"/>
          <ac:spMkLst>
            <pc:docMk/>
            <pc:sldMk cId="2003241689" sldId="376"/>
            <ac:spMk id="8" creationId="{9E501490-B036-4BD2-B832-C7CEBEA251A1}"/>
          </ac:spMkLst>
        </pc:spChg>
        <pc:spChg chg="add mod">
          <ac:chgData name="鈴木 秀規" userId="f68c5fd9-22d5-4c0a-9833-7fb0f5135313" providerId="ADAL" clId="{AE171C9D-A8B3-4AB5-91C0-52B3AD443501}" dt="2021-01-28T09:03:52.800" v="366" actId="14100"/>
          <ac:spMkLst>
            <pc:docMk/>
            <pc:sldMk cId="2003241689" sldId="376"/>
            <ac:spMk id="9" creationId="{ED7ADC8C-D7C8-497B-95F1-B64E7F57A2A6}"/>
          </ac:spMkLst>
        </pc:spChg>
        <pc:spChg chg="add mod">
          <ac:chgData name="鈴木 秀規" userId="f68c5fd9-22d5-4c0a-9833-7fb0f5135313" providerId="ADAL" clId="{AE171C9D-A8B3-4AB5-91C0-52B3AD443501}" dt="2021-01-28T09:03:57.978" v="367" actId="14100"/>
          <ac:spMkLst>
            <pc:docMk/>
            <pc:sldMk cId="2003241689" sldId="376"/>
            <ac:spMk id="10" creationId="{54DE6F70-0E7D-42E1-8A6A-C826956AF346}"/>
          </ac:spMkLst>
        </pc:spChg>
        <pc:spChg chg="add mod">
          <ac:chgData name="鈴木 秀規" userId="f68c5fd9-22d5-4c0a-9833-7fb0f5135313" providerId="ADAL" clId="{AE171C9D-A8B3-4AB5-91C0-52B3AD443501}" dt="2021-01-28T09:03:36.246" v="364" actId="2711"/>
          <ac:spMkLst>
            <pc:docMk/>
            <pc:sldMk cId="2003241689" sldId="376"/>
            <ac:spMk id="11" creationId="{DC8A545F-291D-4CEF-B1FE-B53DDD12205E}"/>
          </ac:spMkLst>
        </pc:spChg>
        <pc:spChg chg="add mod">
          <ac:chgData name="鈴木 秀規" userId="f68c5fd9-22d5-4c0a-9833-7fb0f5135313" providerId="ADAL" clId="{AE171C9D-A8B3-4AB5-91C0-52B3AD443501}" dt="2021-01-28T09:03:36.246" v="364" actId="2711"/>
          <ac:spMkLst>
            <pc:docMk/>
            <pc:sldMk cId="2003241689" sldId="376"/>
            <ac:spMk id="12" creationId="{D0EB1E79-CEB5-472C-A83F-14E2367031FE}"/>
          </ac:spMkLst>
        </pc:spChg>
        <pc:spChg chg="add mod">
          <ac:chgData name="鈴木 秀規" userId="f68c5fd9-22d5-4c0a-9833-7fb0f5135313" providerId="ADAL" clId="{AE171C9D-A8B3-4AB5-91C0-52B3AD443501}" dt="2021-01-28T09:03:36.246" v="364" actId="2711"/>
          <ac:spMkLst>
            <pc:docMk/>
            <pc:sldMk cId="2003241689" sldId="376"/>
            <ac:spMk id="13" creationId="{C5621F42-019C-4CA8-9B08-6D212CEDE0AF}"/>
          </ac:spMkLst>
        </pc:spChg>
        <pc:spChg chg="add mod">
          <ac:chgData name="鈴木 秀規" userId="f68c5fd9-22d5-4c0a-9833-7fb0f5135313" providerId="ADAL" clId="{AE171C9D-A8B3-4AB5-91C0-52B3AD443501}" dt="2021-01-28T09:03:36.246" v="364" actId="2711"/>
          <ac:spMkLst>
            <pc:docMk/>
            <pc:sldMk cId="2003241689" sldId="376"/>
            <ac:spMk id="14" creationId="{45233C8B-FAF5-48E3-A8A0-DB5ECA0DB093}"/>
          </ac:spMkLst>
        </pc:spChg>
        <pc:spChg chg="add mod">
          <ac:chgData name="鈴木 秀規" userId="f68c5fd9-22d5-4c0a-9833-7fb0f5135313" providerId="ADAL" clId="{AE171C9D-A8B3-4AB5-91C0-52B3AD443501}" dt="2021-01-28T09:03:46.484" v="365" actId="207"/>
          <ac:spMkLst>
            <pc:docMk/>
            <pc:sldMk cId="2003241689" sldId="376"/>
            <ac:spMk id="15" creationId="{06FBD471-513F-460C-855B-4E4FBEFEFEF2}"/>
          </ac:spMkLst>
        </pc:spChg>
        <pc:spChg chg="add mod">
          <ac:chgData name="鈴木 秀規" userId="f68c5fd9-22d5-4c0a-9833-7fb0f5135313" providerId="ADAL" clId="{AE171C9D-A8B3-4AB5-91C0-52B3AD443501}" dt="2021-01-28T09:03:46.484" v="365" actId="207"/>
          <ac:spMkLst>
            <pc:docMk/>
            <pc:sldMk cId="2003241689" sldId="376"/>
            <ac:spMk id="16" creationId="{5CCDC4DB-AAB7-4910-82F0-CE9C82E02D90}"/>
          </ac:spMkLst>
        </pc:spChg>
        <pc:spChg chg="add mod">
          <ac:chgData name="鈴木 秀規" userId="f68c5fd9-22d5-4c0a-9833-7fb0f5135313" providerId="ADAL" clId="{AE171C9D-A8B3-4AB5-91C0-52B3AD443501}" dt="2021-01-28T09:03:46.484" v="365" actId="207"/>
          <ac:spMkLst>
            <pc:docMk/>
            <pc:sldMk cId="2003241689" sldId="376"/>
            <ac:spMk id="17" creationId="{078697B7-F848-46FF-A6EA-57A825DDB638}"/>
          </ac:spMkLst>
        </pc:spChg>
        <pc:spChg chg="add mod">
          <ac:chgData name="鈴木 秀規" userId="f68c5fd9-22d5-4c0a-9833-7fb0f5135313" providerId="ADAL" clId="{AE171C9D-A8B3-4AB5-91C0-52B3AD443501}" dt="2021-01-28T09:03:36.246" v="364" actId="2711"/>
          <ac:spMkLst>
            <pc:docMk/>
            <pc:sldMk cId="2003241689" sldId="376"/>
            <ac:spMk id="18" creationId="{B6CF7752-F728-49E4-925A-9FA36F68C2CE}"/>
          </ac:spMkLst>
        </pc:spChg>
      </pc:sldChg>
      <pc:sldChg chg="addSp modSp new mod">
        <pc:chgData name="鈴木 秀規" userId="f68c5fd9-22d5-4c0a-9833-7fb0f5135313" providerId="ADAL" clId="{AE171C9D-A8B3-4AB5-91C0-52B3AD443501}" dt="2021-01-28T09:04:58.722" v="377" actId="2711"/>
        <pc:sldMkLst>
          <pc:docMk/>
          <pc:sldMk cId="156709775" sldId="377"/>
        </pc:sldMkLst>
        <pc:spChg chg="mod">
          <ac:chgData name="鈴木 秀規" userId="f68c5fd9-22d5-4c0a-9833-7fb0f5135313" providerId="ADAL" clId="{AE171C9D-A8B3-4AB5-91C0-52B3AD443501}" dt="2021-01-28T09:04:13.302" v="369"/>
          <ac:spMkLst>
            <pc:docMk/>
            <pc:sldMk cId="156709775" sldId="377"/>
            <ac:spMk id="3" creationId="{5401838A-E061-4A4D-BB55-65687E6E46C8}"/>
          </ac:spMkLst>
        </pc:spChg>
        <pc:spChg chg="mod">
          <ac:chgData name="鈴木 秀規" userId="f68c5fd9-22d5-4c0a-9833-7fb0f5135313" providerId="ADAL" clId="{AE171C9D-A8B3-4AB5-91C0-52B3AD443501}" dt="2021-01-28T09:04:27.592" v="372" actId="14100"/>
          <ac:spMkLst>
            <pc:docMk/>
            <pc:sldMk cId="156709775" sldId="377"/>
            <ac:spMk id="5" creationId="{66725D84-5746-4911-ADD1-DAB0568797E6}"/>
          </ac:spMkLst>
        </pc:spChg>
        <pc:spChg chg="add mod">
          <ac:chgData name="鈴木 秀規" userId="f68c5fd9-22d5-4c0a-9833-7fb0f5135313" providerId="ADAL" clId="{AE171C9D-A8B3-4AB5-91C0-52B3AD443501}" dt="2021-01-28T09:04:58.722" v="377" actId="2711"/>
          <ac:spMkLst>
            <pc:docMk/>
            <pc:sldMk cId="156709775" sldId="377"/>
            <ac:spMk id="10" creationId="{54054970-B28B-48D8-AF30-D9FEC354E0E9}"/>
          </ac:spMkLst>
        </pc:spChg>
        <pc:spChg chg="add mod">
          <ac:chgData name="鈴木 秀規" userId="f68c5fd9-22d5-4c0a-9833-7fb0f5135313" providerId="ADAL" clId="{AE171C9D-A8B3-4AB5-91C0-52B3AD443501}" dt="2021-01-28T09:04:58.722" v="377" actId="2711"/>
          <ac:spMkLst>
            <pc:docMk/>
            <pc:sldMk cId="156709775" sldId="377"/>
            <ac:spMk id="11" creationId="{6A6EEA7D-E2B1-4097-BDFC-3D35E0AF506C}"/>
          </ac:spMkLst>
        </pc:spChg>
        <pc:spChg chg="add mod">
          <ac:chgData name="鈴木 秀規" userId="f68c5fd9-22d5-4c0a-9833-7fb0f5135313" providerId="ADAL" clId="{AE171C9D-A8B3-4AB5-91C0-52B3AD443501}" dt="2021-01-28T09:04:58.722" v="377" actId="2711"/>
          <ac:spMkLst>
            <pc:docMk/>
            <pc:sldMk cId="156709775" sldId="377"/>
            <ac:spMk id="12" creationId="{76A2137A-DF78-47C6-9DFF-B0679D1E8418}"/>
          </ac:spMkLst>
        </pc:spChg>
        <pc:picChg chg="add mod">
          <ac:chgData name="鈴木 秀規" userId="f68c5fd9-22d5-4c0a-9833-7fb0f5135313" providerId="ADAL" clId="{AE171C9D-A8B3-4AB5-91C0-52B3AD443501}" dt="2021-01-28T09:04:38.940" v="374" actId="1076"/>
          <ac:picMkLst>
            <pc:docMk/>
            <pc:sldMk cId="156709775" sldId="377"/>
            <ac:picMk id="6" creationId="{F6FCFE43-A9F9-4BBA-9C74-D18910D615E9}"/>
          </ac:picMkLst>
        </pc:picChg>
        <pc:picChg chg="add mod">
          <ac:chgData name="鈴木 秀規" userId="f68c5fd9-22d5-4c0a-9833-7fb0f5135313" providerId="ADAL" clId="{AE171C9D-A8B3-4AB5-91C0-52B3AD443501}" dt="2021-01-28T09:04:38.940" v="374" actId="1076"/>
          <ac:picMkLst>
            <pc:docMk/>
            <pc:sldMk cId="156709775" sldId="377"/>
            <ac:picMk id="7" creationId="{02629BC7-352E-418B-990D-D34CA7AA0043}"/>
          </ac:picMkLst>
        </pc:picChg>
        <pc:picChg chg="add mod">
          <ac:chgData name="鈴木 秀規" userId="f68c5fd9-22d5-4c0a-9833-7fb0f5135313" providerId="ADAL" clId="{AE171C9D-A8B3-4AB5-91C0-52B3AD443501}" dt="2021-01-28T09:04:38.940" v="374" actId="1076"/>
          <ac:picMkLst>
            <pc:docMk/>
            <pc:sldMk cId="156709775" sldId="377"/>
            <ac:picMk id="8" creationId="{3BB846BF-99D7-4CD4-9777-265CFB6E5D30}"/>
          </ac:picMkLst>
        </pc:picChg>
        <pc:picChg chg="add mod">
          <ac:chgData name="鈴木 秀規" userId="f68c5fd9-22d5-4c0a-9833-7fb0f5135313" providerId="ADAL" clId="{AE171C9D-A8B3-4AB5-91C0-52B3AD443501}" dt="2021-01-28T09:04:44.274" v="375" actId="1076"/>
          <ac:picMkLst>
            <pc:docMk/>
            <pc:sldMk cId="156709775" sldId="377"/>
            <ac:picMk id="9" creationId="{2D5B8E67-14EA-4594-8CD3-8DBE5AE09A8E}"/>
          </ac:picMkLst>
        </pc:picChg>
        <pc:picChg chg="add mod">
          <ac:chgData name="鈴木 秀規" userId="f68c5fd9-22d5-4c0a-9833-7fb0f5135313" providerId="ADAL" clId="{AE171C9D-A8B3-4AB5-91C0-52B3AD443501}" dt="2021-01-28T09:04:44.274" v="375" actId="1076"/>
          <ac:picMkLst>
            <pc:docMk/>
            <pc:sldMk cId="156709775" sldId="377"/>
            <ac:picMk id="16" creationId="{A357833A-765C-45DE-9C17-AEB30756D492}"/>
          </ac:picMkLst>
        </pc:picChg>
        <pc:picChg chg="add mod">
          <ac:chgData name="鈴木 秀規" userId="f68c5fd9-22d5-4c0a-9833-7fb0f5135313" providerId="ADAL" clId="{AE171C9D-A8B3-4AB5-91C0-52B3AD443501}" dt="2021-01-28T09:04:44.274" v="375" actId="1076"/>
          <ac:picMkLst>
            <pc:docMk/>
            <pc:sldMk cId="156709775" sldId="377"/>
            <ac:picMk id="17" creationId="{72F9336A-E609-404F-97AC-64224C3EA06A}"/>
          </ac:picMkLst>
        </pc:picChg>
        <pc:cxnChg chg="add mod">
          <ac:chgData name="鈴木 秀規" userId="f68c5fd9-22d5-4c0a-9833-7fb0f5135313" providerId="ADAL" clId="{AE171C9D-A8B3-4AB5-91C0-52B3AD443501}" dt="2021-01-28T09:04:44.274" v="375" actId="1076"/>
          <ac:cxnSpMkLst>
            <pc:docMk/>
            <pc:sldMk cId="156709775" sldId="377"/>
            <ac:cxnSpMk id="13" creationId="{F587428A-4F1F-49AE-A885-2A5F2079DD79}"/>
          </ac:cxnSpMkLst>
        </pc:cxnChg>
        <pc:cxnChg chg="add mod">
          <ac:chgData name="鈴木 秀規" userId="f68c5fd9-22d5-4c0a-9833-7fb0f5135313" providerId="ADAL" clId="{AE171C9D-A8B3-4AB5-91C0-52B3AD443501}" dt="2021-01-28T09:04:44.274" v="375" actId="1076"/>
          <ac:cxnSpMkLst>
            <pc:docMk/>
            <pc:sldMk cId="156709775" sldId="377"/>
            <ac:cxnSpMk id="14" creationId="{120221B7-5B2C-4B4C-99B3-EC62053BAC57}"/>
          </ac:cxnSpMkLst>
        </pc:cxnChg>
        <pc:cxnChg chg="add mod">
          <ac:chgData name="鈴木 秀規" userId="f68c5fd9-22d5-4c0a-9833-7fb0f5135313" providerId="ADAL" clId="{AE171C9D-A8B3-4AB5-91C0-52B3AD443501}" dt="2021-01-28T09:04:44.274" v="375" actId="1076"/>
          <ac:cxnSpMkLst>
            <pc:docMk/>
            <pc:sldMk cId="156709775" sldId="377"/>
            <ac:cxnSpMk id="15" creationId="{0A02DFF5-109F-499C-BD8C-C3064660340F}"/>
          </ac:cxnSpMkLst>
        </pc:cxnChg>
      </pc:sldChg>
      <pc:sldChg chg="del">
        <pc:chgData name="鈴木 秀規" userId="f68c5fd9-22d5-4c0a-9833-7fb0f5135313" providerId="ADAL" clId="{AE171C9D-A8B3-4AB5-91C0-52B3AD443501}" dt="2021-01-28T08:23:42.589" v="26" actId="2696"/>
        <pc:sldMkLst>
          <pc:docMk/>
          <pc:sldMk cId="3493943848" sldId="377"/>
        </pc:sldMkLst>
      </pc:sldChg>
      <pc:sldChg chg="del">
        <pc:chgData name="鈴木 秀規" userId="f68c5fd9-22d5-4c0a-9833-7fb0f5135313" providerId="ADAL" clId="{AE171C9D-A8B3-4AB5-91C0-52B3AD443501}" dt="2021-01-28T08:23:42.589" v="26" actId="2696"/>
        <pc:sldMkLst>
          <pc:docMk/>
          <pc:sldMk cId="3488235805" sldId="378"/>
        </pc:sldMkLst>
      </pc:sldChg>
      <pc:sldChg chg="addSp delSp modSp new mod">
        <pc:chgData name="鈴木 秀規" userId="f68c5fd9-22d5-4c0a-9833-7fb0f5135313" providerId="ADAL" clId="{AE171C9D-A8B3-4AB5-91C0-52B3AD443501}" dt="2021-01-28T09:08:08.892" v="418" actId="207"/>
        <pc:sldMkLst>
          <pc:docMk/>
          <pc:sldMk cId="4226280389" sldId="378"/>
        </pc:sldMkLst>
        <pc:spChg chg="mod">
          <ac:chgData name="鈴木 秀規" userId="f68c5fd9-22d5-4c0a-9833-7fb0f5135313" providerId="ADAL" clId="{AE171C9D-A8B3-4AB5-91C0-52B3AD443501}" dt="2021-01-28T09:05:23.693" v="379"/>
          <ac:spMkLst>
            <pc:docMk/>
            <pc:sldMk cId="4226280389" sldId="378"/>
            <ac:spMk id="3" creationId="{3DB11A7F-4861-415A-8EF5-B13845B979BB}"/>
          </ac:spMkLst>
        </pc:spChg>
        <pc:spChg chg="mod">
          <ac:chgData name="鈴木 秀規" userId="f68c5fd9-22d5-4c0a-9833-7fb0f5135313" providerId="ADAL" clId="{AE171C9D-A8B3-4AB5-91C0-52B3AD443501}" dt="2021-01-28T09:05:43.589" v="384" actId="113"/>
          <ac:spMkLst>
            <pc:docMk/>
            <pc:sldMk cId="4226280389" sldId="378"/>
            <ac:spMk id="5" creationId="{F109021C-31B2-4C35-8FA5-D85760F72C35}"/>
          </ac:spMkLst>
        </pc:spChg>
        <pc:spChg chg="add mod">
          <ac:chgData name="鈴木 秀規" userId="f68c5fd9-22d5-4c0a-9833-7fb0f5135313" providerId="ADAL" clId="{AE171C9D-A8B3-4AB5-91C0-52B3AD443501}" dt="2021-01-28T09:06:21.557" v="391" actId="14100"/>
          <ac:spMkLst>
            <pc:docMk/>
            <pc:sldMk cId="4226280389" sldId="378"/>
            <ac:spMk id="6" creationId="{47748407-37AF-4E05-8377-82E023146AE6}"/>
          </ac:spMkLst>
        </pc:spChg>
        <pc:spChg chg="add del mod">
          <ac:chgData name="鈴木 秀規" userId="f68c5fd9-22d5-4c0a-9833-7fb0f5135313" providerId="ADAL" clId="{AE171C9D-A8B3-4AB5-91C0-52B3AD443501}" dt="2021-01-28T09:06:28.261" v="393" actId="478"/>
          <ac:spMkLst>
            <pc:docMk/>
            <pc:sldMk cId="4226280389" sldId="378"/>
            <ac:spMk id="7" creationId="{5D7C18B2-107D-41E4-8965-FAFD63F39698}"/>
          </ac:spMkLst>
        </pc:spChg>
        <pc:spChg chg="add mod">
          <ac:chgData name="鈴木 秀規" userId="f68c5fd9-22d5-4c0a-9833-7fb0f5135313" providerId="ADAL" clId="{AE171C9D-A8B3-4AB5-91C0-52B3AD443501}" dt="2021-01-28T09:06:56.283" v="399" actId="207"/>
          <ac:spMkLst>
            <pc:docMk/>
            <pc:sldMk cId="4226280389" sldId="378"/>
            <ac:spMk id="8" creationId="{41D4D3DB-7F7B-42B8-B16B-83BCBD35D8C2}"/>
          </ac:spMkLst>
        </pc:spChg>
        <pc:spChg chg="add mod">
          <ac:chgData name="鈴木 秀規" userId="f68c5fd9-22d5-4c0a-9833-7fb0f5135313" providerId="ADAL" clId="{AE171C9D-A8B3-4AB5-91C0-52B3AD443501}" dt="2021-01-28T09:07:21.737" v="407" actId="1076"/>
          <ac:spMkLst>
            <pc:docMk/>
            <pc:sldMk cId="4226280389" sldId="378"/>
            <ac:spMk id="9" creationId="{17C2C203-0B47-44BC-86E2-094C1DC9AD85}"/>
          </ac:spMkLst>
        </pc:spChg>
        <pc:spChg chg="add mod">
          <ac:chgData name="鈴木 秀規" userId="f68c5fd9-22d5-4c0a-9833-7fb0f5135313" providerId="ADAL" clId="{AE171C9D-A8B3-4AB5-91C0-52B3AD443501}" dt="2021-01-28T09:07:36.262" v="410" actId="14100"/>
          <ac:spMkLst>
            <pc:docMk/>
            <pc:sldMk cId="4226280389" sldId="378"/>
            <ac:spMk id="10" creationId="{202C18EF-6A13-457D-AF97-7C2533B5B32B}"/>
          </ac:spMkLst>
        </pc:spChg>
        <pc:spChg chg="add mod">
          <ac:chgData name="鈴木 秀規" userId="f68c5fd9-22d5-4c0a-9833-7fb0f5135313" providerId="ADAL" clId="{AE171C9D-A8B3-4AB5-91C0-52B3AD443501}" dt="2021-01-28T09:08:08.892" v="418" actId="207"/>
          <ac:spMkLst>
            <pc:docMk/>
            <pc:sldMk cId="4226280389" sldId="378"/>
            <ac:spMk id="14" creationId="{9648B3C7-6E71-4957-B3BE-854366D6D56C}"/>
          </ac:spMkLst>
        </pc:spChg>
        <pc:cxnChg chg="add mod">
          <ac:chgData name="鈴木 秀規" userId="f68c5fd9-22d5-4c0a-9833-7fb0f5135313" providerId="ADAL" clId="{AE171C9D-A8B3-4AB5-91C0-52B3AD443501}" dt="2021-01-28T09:08:05.175" v="417" actId="14100"/>
          <ac:cxnSpMkLst>
            <pc:docMk/>
            <pc:sldMk cId="4226280389" sldId="378"/>
            <ac:cxnSpMk id="11" creationId="{5E87E17D-A5F0-432E-8E96-89F2966E0183}"/>
          </ac:cxnSpMkLst>
        </pc:cxnChg>
      </pc:sldChg>
      <pc:sldChg chg="addSp modSp new mod">
        <pc:chgData name="鈴木 秀規" userId="f68c5fd9-22d5-4c0a-9833-7fb0f5135313" providerId="ADAL" clId="{AE171C9D-A8B3-4AB5-91C0-52B3AD443501}" dt="2021-01-28T09:09:47.470" v="432" actId="207"/>
        <pc:sldMkLst>
          <pc:docMk/>
          <pc:sldMk cId="687387428" sldId="379"/>
        </pc:sldMkLst>
        <pc:spChg chg="mod">
          <ac:chgData name="鈴木 秀規" userId="f68c5fd9-22d5-4c0a-9833-7fb0f5135313" providerId="ADAL" clId="{AE171C9D-A8B3-4AB5-91C0-52B3AD443501}" dt="2021-01-28T09:08:23.547" v="420"/>
          <ac:spMkLst>
            <pc:docMk/>
            <pc:sldMk cId="687387428" sldId="379"/>
            <ac:spMk id="3" creationId="{DDD6E265-8645-41BB-B3C3-86F83FC86AA0}"/>
          </ac:spMkLst>
        </pc:spChg>
        <pc:spChg chg="mod">
          <ac:chgData name="鈴木 秀規" userId="f68c5fd9-22d5-4c0a-9833-7fb0f5135313" providerId="ADAL" clId="{AE171C9D-A8B3-4AB5-91C0-52B3AD443501}" dt="2021-01-28T09:08:36.679" v="423" actId="14100"/>
          <ac:spMkLst>
            <pc:docMk/>
            <pc:sldMk cId="687387428" sldId="379"/>
            <ac:spMk id="5" creationId="{CFFB7B23-2078-4831-B2C9-3619DE2E350D}"/>
          </ac:spMkLst>
        </pc:spChg>
        <pc:spChg chg="add mod">
          <ac:chgData name="鈴木 秀規" userId="f68c5fd9-22d5-4c0a-9833-7fb0f5135313" providerId="ADAL" clId="{AE171C9D-A8B3-4AB5-91C0-52B3AD443501}" dt="2021-01-28T09:09:03.905" v="428" actId="14100"/>
          <ac:spMkLst>
            <pc:docMk/>
            <pc:sldMk cId="687387428" sldId="379"/>
            <ac:spMk id="6" creationId="{A5BB5D39-EC36-4B8B-A27D-52DBBD213A04}"/>
          </ac:spMkLst>
        </pc:spChg>
        <pc:spChg chg="add mod">
          <ac:chgData name="鈴木 秀規" userId="f68c5fd9-22d5-4c0a-9833-7fb0f5135313" providerId="ADAL" clId="{AE171C9D-A8B3-4AB5-91C0-52B3AD443501}" dt="2021-01-28T09:09:47.470" v="432" actId="207"/>
          <ac:spMkLst>
            <pc:docMk/>
            <pc:sldMk cId="687387428" sldId="379"/>
            <ac:spMk id="7" creationId="{991EBFC0-0FCA-4958-9FEA-A87AAA733828}"/>
          </ac:spMkLst>
        </pc:spChg>
      </pc:sldChg>
      <pc:sldChg chg="del">
        <pc:chgData name="鈴木 秀規" userId="f68c5fd9-22d5-4c0a-9833-7fb0f5135313" providerId="ADAL" clId="{AE171C9D-A8B3-4AB5-91C0-52B3AD443501}" dt="2021-01-28T08:23:42.589" v="26" actId="2696"/>
        <pc:sldMkLst>
          <pc:docMk/>
          <pc:sldMk cId="2796318075" sldId="379"/>
        </pc:sldMkLst>
      </pc:sldChg>
      <pc:sldChg chg="addSp modSp new mod">
        <pc:chgData name="鈴木 秀規" userId="f68c5fd9-22d5-4c0a-9833-7fb0f5135313" providerId="ADAL" clId="{AE171C9D-A8B3-4AB5-91C0-52B3AD443501}" dt="2021-01-28T09:12:08.581" v="470" actId="1076"/>
        <pc:sldMkLst>
          <pc:docMk/>
          <pc:sldMk cId="1295816778" sldId="380"/>
        </pc:sldMkLst>
        <pc:spChg chg="mod">
          <ac:chgData name="鈴木 秀規" userId="f68c5fd9-22d5-4c0a-9833-7fb0f5135313" providerId="ADAL" clId="{AE171C9D-A8B3-4AB5-91C0-52B3AD443501}" dt="2021-01-28T09:10:00.502" v="434"/>
          <ac:spMkLst>
            <pc:docMk/>
            <pc:sldMk cId="1295816778" sldId="380"/>
            <ac:spMk id="3" creationId="{9D9060F4-D23A-4002-9C27-7D636EF9922B}"/>
          </ac:spMkLst>
        </pc:spChg>
        <pc:spChg chg="mod">
          <ac:chgData name="鈴木 秀規" userId="f68c5fd9-22d5-4c0a-9833-7fb0f5135313" providerId="ADAL" clId="{AE171C9D-A8B3-4AB5-91C0-52B3AD443501}" dt="2021-01-28T09:10:24.070" v="445" actId="14100"/>
          <ac:spMkLst>
            <pc:docMk/>
            <pc:sldMk cId="1295816778" sldId="380"/>
            <ac:spMk id="5" creationId="{D12DA5E9-F3F5-4F7C-AB62-3360BA0BE6B8}"/>
          </ac:spMkLst>
        </pc:spChg>
        <pc:spChg chg="add mod">
          <ac:chgData name="鈴木 秀規" userId="f68c5fd9-22d5-4c0a-9833-7fb0f5135313" providerId="ADAL" clId="{AE171C9D-A8B3-4AB5-91C0-52B3AD443501}" dt="2021-01-28T09:10:55.099" v="451" actId="1076"/>
          <ac:spMkLst>
            <pc:docMk/>
            <pc:sldMk cId="1295816778" sldId="380"/>
            <ac:spMk id="6" creationId="{2FE73017-FDCB-40C6-854F-8FB441553F0B}"/>
          </ac:spMkLst>
        </pc:spChg>
        <pc:picChg chg="add mod">
          <ac:chgData name="鈴木 秀規" userId="f68c5fd9-22d5-4c0a-9833-7fb0f5135313" providerId="ADAL" clId="{AE171C9D-A8B3-4AB5-91C0-52B3AD443501}" dt="2021-01-28T09:12:08.581" v="470" actId="1076"/>
          <ac:picMkLst>
            <pc:docMk/>
            <pc:sldMk cId="1295816778" sldId="380"/>
            <ac:picMk id="7" creationId="{FB62679B-3CB4-4F1B-BD49-886651EEA2A4}"/>
          </ac:picMkLst>
        </pc:picChg>
      </pc:sldChg>
      <pc:sldChg chg="del">
        <pc:chgData name="鈴木 秀規" userId="f68c5fd9-22d5-4c0a-9833-7fb0f5135313" providerId="ADAL" clId="{AE171C9D-A8B3-4AB5-91C0-52B3AD443501}" dt="2021-01-28T08:23:42.589" v="26" actId="2696"/>
        <pc:sldMkLst>
          <pc:docMk/>
          <pc:sldMk cId="3487842613" sldId="380"/>
        </pc:sldMkLst>
      </pc:sldChg>
      <pc:sldChg chg="addSp modSp new mod">
        <pc:chgData name="鈴木 秀規" userId="f68c5fd9-22d5-4c0a-9833-7fb0f5135313" providerId="ADAL" clId="{AE171C9D-A8B3-4AB5-91C0-52B3AD443501}" dt="2021-01-28T09:12:45.129" v="477" actId="208"/>
        <pc:sldMkLst>
          <pc:docMk/>
          <pc:sldMk cId="1094552731" sldId="381"/>
        </pc:sldMkLst>
        <pc:spChg chg="mod">
          <ac:chgData name="鈴木 秀規" userId="f68c5fd9-22d5-4c0a-9833-7fb0f5135313" providerId="ADAL" clId="{AE171C9D-A8B3-4AB5-91C0-52B3AD443501}" dt="2021-01-28T09:11:17.507" v="457"/>
          <ac:spMkLst>
            <pc:docMk/>
            <pc:sldMk cId="1094552731" sldId="381"/>
            <ac:spMk id="3" creationId="{C6019B33-9938-44D3-8169-546A1659375A}"/>
          </ac:spMkLst>
        </pc:spChg>
        <pc:spChg chg="mod">
          <ac:chgData name="鈴木 秀規" userId="f68c5fd9-22d5-4c0a-9833-7fb0f5135313" providerId="ADAL" clId="{AE171C9D-A8B3-4AB5-91C0-52B3AD443501}" dt="2021-01-28T09:11:47.098" v="468" actId="14100"/>
          <ac:spMkLst>
            <pc:docMk/>
            <pc:sldMk cId="1094552731" sldId="381"/>
            <ac:spMk id="5" creationId="{2CC54A8B-99C7-4AB1-B5AD-00E148ACA1ED}"/>
          </ac:spMkLst>
        </pc:spChg>
        <pc:spChg chg="add mod">
          <ac:chgData name="鈴木 秀規" userId="f68c5fd9-22d5-4c0a-9833-7fb0f5135313" providerId="ADAL" clId="{AE171C9D-A8B3-4AB5-91C0-52B3AD443501}" dt="2021-01-28T09:12:03.621" v="469"/>
          <ac:spMkLst>
            <pc:docMk/>
            <pc:sldMk cId="1094552731" sldId="381"/>
            <ac:spMk id="6" creationId="{A30415AB-1285-4ABC-911C-B77ECA899127}"/>
          </ac:spMkLst>
        </pc:spChg>
        <pc:spChg chg="add mod">
          <ac:chgData name="鈴木 秀規" userId="f68c5fd9-22d5-4c0a-9833-7fb0f5135313" providerId="ADAL" clId="{AE171C9D-A8B3-4AB5-91C0-52B3AD443501}" dt="2021-01-28T09:12:23.351" v="473" actId="1076"/>
          <ac:spMkLst>
            <pc:docMk/>
            <pc:sldMk cId="1094552731" sldId="381"/>
            <ac:spMk id="8" creationId="{4EF15A16-1479-46B7-A531-AC7F379A8D09}"/>
          </ac:spMkLst>
        </pc:spChg>
        <pc:picChg chg="add mod">
          <ac:chgData name="鈴木 秀規" userId="f68c5fd9-22d5-4c0a-9833-7fb0f5135313" providerId="ADAL" clId="{AE171C9D-A8B3-4AB5-91C0-52B3AD443501}" dt="2021-01-28T09:12:11.036" v="471"/>
          <ac:picMkLst>
            <pc:docMk/>
            <pc:sldMk cId="1094552731" sldId="381"/>
            <ac:picMk id="7" creationId="{C36A14EA-A8AF-456E-94D3-533EFB48325F}"/>
          </ac:picMkLst>
        </pc:picChg>
        <pc:cxnChg chg="add mod">
          <ac:chgData name="鈴木 秀規" userId="f68c5fd9-22d5-4c0a-9833-7fb0f5135313" providerId="ADAL" clId="{AE171C9D-A8B3-4AB5-91C0-52B3AD443501}" dt="2021-01-28T09:12:45.129" v="477" actId="208"/>
          <ac:cxnSpMkLst>
            <pc:docMk/>
            <pc:sldMk cId="1094552731" sldId="381"/>
            <ac:cxnSpMk id="9" creationId="{5D963DF2-EDA9-42D9-9A2B-0D20586112D7}"/>
          </ac:cxnSpMkLst>
        </pc:cxnChg>
      </pc:sldChg>
      <pc:sldChg chg="del">
        <pc:chgData name="鈴木 秀規" userId="f68c5fd9-22d5-4c0a-9833-7fb0f5135313" providerId="ADAL" clId="{AE171C9D-A8B3-4AB5-91C0-52B3AD443501}" dt="2021-01-28T08:23:42.589" v="26" actId="2696"/>
        <pc:sldMkLst>
          <pc:docMk/>
          <pc:sldMk cId="1329678765" sldId="381"/>
        </pc:sldMkLst>
      </pc:sldChg>
      <pc:sldChg chg="del">
        <pc:chgData name="鈴木 秀規" userId="f68c5fd9-22d5-4c0a-9833-7fb0f5135313" providerId="ADAL" clId="{AE171C9D-A8B3-4AB5-91C0-52B3AD443501}" dt="2021-01-28T08:23:42.589" v="26" actId="2696"/>
        <pc:sldMkLst>
          <pc:docMk/>
          <pc:sldMk cId="1241536557" sldId="382"/>
        </pc:sldMkLst>
      </pc:sldChg>
      <pc:sldChg chg="addSp delSp modSp new mod">
        <pc:chgData name="鈴木 秀規" userId="f68c5fd9-22d5-4c0a-9833-7fb0f5135313" providerId="ADAL" clId="{AE171C9D-A8B3-4AB5-91C0-52B3AD443501}" dt="2021-01-28T09:14:11.366" v="501" actId="207"/>
        <pc:sldMkLst>
          <pc:docMk/>
          <pc:sldMk cId="3093851719" sldId="382"/>
        </pc:sldMkLst>
        <pc:spChg chg="mod">
          <ac:chgData name="鈴木 秀規" userId="f68c5fd9-22d5-4c0a-9833-7fb0f5135313" providerId="ADAL" clId="{AE171C9D-A8B3-4AB5-91C0-52B3AD443501}" dt="2021-01-28T09:13:01.717" v="479"/>
          <ac:spMkLst>
            <pc:docMk/>
            <pc:sldMk cId="3093851719" sldId="382"/>
            <ac:spMk id="3" creationId="{26542F04-7E49-4413-944A-94701047AC1D}"/>
          </ac:spMkLst>
        </pc:spChg>
        <pc:spChg chg="mod">
          <ac:chgData name="鈴木 秀規" userId="f68c5fd9-22d5-4c0a-9833-7fb0f5135313" providerId="ADAL" clId="{AE171C9D-A8B3-4AB5-91C0-52B3AD443501}" dt="2021-01-28T09:13:36.974" v="494" actId="207"/>
          <ac:spMkLst>
            <pc:docMk/>
            <pc:sldMk cId="3093851719" sldId="382"/>
            <ac:spMk id="5" creationId="{0908EEDD-676A-4B95-8E3D-23A91832AABE}"/>
          </ac:spMkLst>
        </pc:spChg>
        <pc:spChg chg="add del mod">
          <ac:chgData name="鈴木 秀規" userId="f68c5fd9-22d5-4c0a-9833-7fb0f5135313" providerId="ADAL" clId="{AE171C9D-A8B3-4AB5-91C0-52B3AD443501}" dt="2021-01-28T09:13:43.369" v="496"/>
          <ac:spMkLst>
            <pc:docMk/>
            <pc:sldMk cId="3093851719" sldId="382"/>
            <ac:spMk id="6" creationId="{06D85A39-A703-4BB4-9491-63D91E66F632}"/>
          </ac:spMkLst>
        </pc:spChg>
        <pc:spChg chg="add mod">
          <ac:chgData name="鈴木 秀規" userId="f68c5fd9-22d5-4c0a-9833-7fb0f5135313" providerId="ADAL" clId="{AE171C9D-A8B3-4AB5-91C0-52B3AD443501}" dt="2021-01-28T09:13:52.951" v="497"/>
          <ac:spMkLst>
            <pc:docMk/>
            <pc:sldMk cId="3093851719" sldId="382"/>
            <ac:spMk id="7" creationId="{CFF372B6-D1BD-4393-9D86-97422850ADD9}"/>
          </ac:spMkLst>
        </pc:spChg>
        <pc:spChg chg="add mod">
          <ac:chgData name="鈴木 秀規" userId="f68c5fd9-22d5-4c0a-9833-7fb0f5135313" providerId="ADAL" clId="{AE171C9D-A8B3-4AB5-91C0-52B3AD443501}" dt="2021-01-28T09:13:52.951" v="497"/>
          <ac:spMkLst>
            <pc:docMk/>
            <pc:sldMk cId="3093851719" sldId="382"/>
            <ac:spMk id="9" creationId="{E2074F30-F94F-4322-8528-49C0C53758CD}"/>
          </ac:spMkLst>
        </pc:spChg>
        <pc:spChg chg="add mod">
          <ac:chgData name="鈴木 秀規" userId="f68c5fd9-22d5-4c0a-9833-7fb0f5135313" providerId="ADAL" clId="{AE171C9D-A8B3-4AB5-91C0-52B3AD443501}" dt="2021-01-28T09:14:11.366" v="501" actId="207"/>
          <ac:spMkLst>
            <pc:docMk/>
            <pc:sldMk cId="3093851719" sldId="382"/>
            <ac:spMk id="11" creationId="{B194C144-DE0A-4F55-B5A6-92622E4A50E0}"/>
          </ac:spMkLst>
        </pc:spChg>
        <pc:picChg chg="add mod">
          <ac:chgData name="鈴木 秀規" userId="f68c5fd9-22d5-4c0a-9833-7fb0f5135313" providerId="ADAL" clId="{AE171C9D-A8B3-4AB5-91C0-52B3AD443501}" dt="2021-01-28T09:13:52.951" v="497"/>
          <ac:picMkLst>
            <pc:docMk/>
            <pc:sldMk cId="3093851719" sldId="382"/>
            <ac:picMk id="8" creationId="{67962541-D3A1-4BDB-BC88-F9AD3A19BEFC}"/>
          </ac:picMkLst>
        </pc:picChg>
        <pc:cxnChg chg="add mod">
          <ac:chgData name="鈴木 秀規" userId="f68c5fd9-22d5-4c0a-9833-7fb0f5135313" providerId="ADAL" clId="{AE171C9D-A8B3-4AB5-91C0-52B3AD443501}" dt="2021-01-28T09:13:52.951" v="497"/>
          <ac:cxnSpMkLst>
            <pc:docMk/>
            <pc:sldMk cId="3093851719" sldId="382"/>
            <ac:cxnSpMk id="10" creationId="{71292176-528F-4478-8BEF-F51568A0B80A}"/>
          </ac:cxnSpMkLst>
        </pc:cxnChg>
      </pc:sldChg>
      <pc:sldChg chg="modSp new mod">
        <pc:chgData name="鈴木 秀規" userId="f68c5fd9-22d5-4c0a-9833-7fb0f5135313" providerId="ADAL" clId="{AE171C9D-A8B3-4AB5-91C0-52B3AD443501}" dt="2021-01-28T09:15:17.959" v="509" actId="207"/>
        <pc:sldMkLst>
          <pc:docMk/>
          <pc:sldMk cId="248645521" sldId="383"/>
        </pc:sldMkLst>
        <pc:spChg chg="mod">
          <ac:chgData name="鈴木 秀規" userId="f68c5fd9-22d5-4c0a-9833-7fb0f5135313" providerId="ADAL" clId="{AE171C9D-A8B3-4AB5-91C0-52B3AD443501}" dt="2021-01-28T09:14:54.085" v="503"/>
          <ac:spMkLst>
            <pc:docMk/>
            <pc:sldMk cId="248645521" sldId="383"/>
            <ac:spMk id="3" creationId="{670B7E8D-23B9-4268-A58B-887164FF0E1D}"/>
          </ac:spMkLst>
        </pc:spChg>
        <pc:spChg chg="mod">
          <ac:chgData name="鈴木 秀規" userId="f68c5fd9-22d5-4c0a-9833-7fb0f5135313" providerId="ADAL" clId="{AE171C9D-A8B3-4AB5-91C0-52B3AD443501}" dt="2021-01-28T09:15:17.959" v="509" actId="207"/>
          <ac:spMkLst>
            <pc:docMk/>
            <pc:sldMk cId="248645521" sldId="383"/>
            <ac:spMk id="5" creationId="{18D844A5-7317-4367-ACA5-E591D0F8613A}"/>
          </ac:spMkLst>
        </pc:spChg>
      </pc:sldChg>
      <pc:sldChg chg="del">
        <pc:chgData name="鈴木 秀規" userId="f68c5fd9-22d5-4c0a-9833-7fb0f5135313" providerId="ADAL" clId="{AE171C9D-A8B3-4AB5-91C0-52B3AD443501}" dt="2021-01-28T08:23:42.589" v="26" actId="2696"/>
        <pc:sldMkLst>
          <pc:docMk/>
          <pc:sldMk cId="370086342" sldId="383"/>
        </pc:sldMkLst>
      </pc:sldChg>
      <pc:sldChg chg="modSp new mod">
        <pc:chgData name="鈴木 秀規" userId="f68c5fd9-22d5-4c0a-9833-7fb0f5135313" providerId="ADAL" clId="{AE171C9D-A8B3-4AB5-91C0-52B3AD443501}" dt="2021-01-28T09:16:44.910" v="513"/>
        <pc:sldMkLst>
          <pc:docMk/>
          <pc:sldMk cId="7551430" sldId="384"/>
        </pc:sldMkLst>
        <pc:spChg chg="mod">
          <ac:chgData name="鈴木 秀規" userId="f68c5fd9-22d5-4c0a-9833-7fb0f5135313" providerId="ADAL" clId="{AE171C9D-A8B3-4AB5-91C0-52B3AD443501}" dt="2021-01-28T09:16:32.144" v="511"/>
          <ac:spMkLst>
            <pc:docMk/>
            <pc:sldMk cId="7551430" sldId="384"/>
            <ac:spMk id="3" creationId="{F03498AB-4692-4037-8A47-948C7AADF903}"/>
          </ac:spMkLst>
        </pc:spChg>
        <pc:spChg chg="mod">
          <ac:chgData name="鈴木 秀規" userId="f68c5fd9-22d5-4c0a-9833-7fb0f5135313" providerId="ADAL" clId="{AE171C9D-A8B3-4AB5-91C0-52B3AD443501}" dt="2021-01-28T09:16:44.910" v="513"/>
          <ac:spMkLst>
            <pc:docMk/>
            <pc:sldMk cId="7551430" sldId="384"/>
            <ac:spMk id="5" creationId="{6A3899EF-4253-40DE-94E2-2C6A2507B6E7}"/>
          </ac:spMkLst>
        </pc:spChg>
      </pc:sldChg>
      <pc:sldChg chg="del">
        <pc:chgData name="鈴木 秀規" userId="f68c5fd9-22d5-4c0a-9833-7fb0f5135313" providerId="ADAL" clId="{AE171C9D-A8B3-4AB5-91C0-52B3AD443501}" dt="2021-01-28T08:23:42.589" v="26" actId="2696"/>
        <pc:sldMkLst>
          <pc:docMk/>
          <pc:sldMk cId="2606702251" sldId="384"/>
        </pc:sldMkLst>
      </pc:sldChg>
      <pc:sldChg chg="del">
        <pc:chgData name="鈴木 秀規" userId="f68c5fd9-22d5-4c0a-9833-7fb0f5135313" providerId="ADAL" clId="{AE171C9D-A8B3-4AB5-91C0-52B3AD443501}" dt="2021-01-28T08:23:42.589" v="26" actId="2696"/>
        <pc:sldMkLst>
          <pc:docMk/>
          <pc:sldMk cId="687702862" sldId="385"/>
        </pc:sldMkLst>
      </pc:sldChg>
      <pc:sldChg chg="del">
        <pc:chgData name="鈴木 秀規" userId="f68c5fd9-22d5-4c0a-9833-7fb0f5135313" providerId="ADAL" clId="{AE171C9D-A8B3-4AB5-91C0-52B3AD443501}" dt="2021-01-28T08:23:42.589" v="26" actId="2696"/>
        <pc:sldMkLst>
          <pc:docMk/>
          <pc:sldMk cId="1556991625" sldId="386"/>
        </pc:sldMkLst>
      </pc:sldChg>
      <pc:sldChg chg="del">
        <pc:chgData name="鈴木 秀規" userId="f68c5fd9-22d5-4c0a-9833-7fb0f5135313" providerId="ADAL" clId="{AE171C9D-A8B3-4AB5-91C0-52B3AD443501}" dt="2021-01-28T08:23:42.589" v="26" actId="2696"/>
        <pc:sldMkLst>
          <pc:docMk/>
          <pc:sldMk cId="3227213484" sldId="387"/>
        </pc:sldMkLst>
      </pc:sldChg>
      <pc:sldChg chg="del">
        <pc:chgData name="鈴木 秀規" userId="f68c5fd9-22d5-4c0a-9833-7fb0f5135313" providerId="ADAL" clId="{AE171C9D-A8B3-4AB5-91C0-52B3AD443501}" dt="2021-01-28T08:23:42.589" v="26" actId="2696"/>
        <pc:sldMkLst>
          <pc:docMk/>
          <pc:sldMk cId="2658651072" sldId="388"/>
        </pc:sldMkLst>
      </pc:sldChg>
      <pc:sldChg chg="del">
        <pc:chgData name="鈴木 秀規" userId="f68c5fd9-22d5-4c0a-9833-7fb0f5135313" providerId="ADAL" clId="{AE171C9D-A8B3-4AB5-91C0-52B3AD443501}" dt="2021-01-28T08:23:42.589" v="26" actId="2696"/>
        <pc:sldMkLst>
          <pc:docMk/>
          <pc:sldMk cId="91634463" sldId="389"/>
        </pc:sldMkLst>
      </pc:sldChg>
      <pc:sldChg chg="del">
        <pc:chgData name="鈴木 秀規" userId="f68c5fd9-22d5-4c0a-9833-7fb0f5135313" providerId="ADAL" clId="{AE171C9D-A8B3-4AB5-91C0-52B3AD443501}" dt="2021-01-28T08:23:42.589" v="26" actId="2696"/>
        <pc:sldMkLst>
          <pc:docMk/>
          <pc:sldMk cId="2320300325" sldId="390"/>
        </pc:sldMkLst>
      </pc:sldChg>
      <pc:sldChg chg="del">
        <pc:chgData name="鈴木 秀規" userId="f68c5fd9-22d5-4c0a-9833-7fb0f5135313" providerId="ADAL" clId="{AE171C9D-A8B3-4AB5-91C0-52B3AD443501}" dt="2021-01-28T08:23:42.589" v="26" actId="2696"/>
        <pc:sldMkLst>
          <pc:docMk/>
          <pc:sldMk cId="1037775335" sldId="391"/>
        </pc:sldMkLst>
      </pc:sldChg>
      <pc:sldChg chg="del">
        <pc:chgData name="鈴木 秀規" userId="f68c5fd9-22d5-4c0a-9833-7fb0f5135313" providerId="ADAL" clId="{AE171C9D-A8B3-4AB5-91C0-52B3AD443501}" dt="2021-01-28T08:23:42.589" v="26" actId="2696"/>
        <pc:sldMkLst>
          <pc:docMk/>
          <pc:sldMk cId="1989164865" sldId="392"/>
        </pc:sldMkLst>
      </pc:sldChg>
      <pc:sldChg chg="del">
        <pc:chgData name="鈴木 秀規" userId="f68c5fd9-22d5-4c0a-9833-7fb0f5135313" providerId="ADAL" clId="{AE171C9D-A8B3-4AB5-91C0-52B3AD443501}" dt="2021-01-28T08:23:42.589" v="26" actId="2696"/>
        <pc:sldMkLst>
          <pc:docMk/>
          <pc:sldMk cId="3817722397" sldId="393"/>
        </pc:sldMkLst>
      </pc:sldChg>
      <pc:sldChg chg="del">
        <pc:chgData name="鈴木 秀規" userId="f68c5fd9-22d5-4c0a-9833-7fb0f5135313" providerId="ADAL" clId="{AE171C9D-A8B3-4AB5-91C0-52B3AD443501}" dt="2021-01-28T08:23:42.589" v="26" actId="2696"/>
        <pc:sldMkLst>
          <pc:docMk/>
          <pc:sldMk cId="2635548106" sldId="394"/>
        </pc:sldMkLst>
      </pc:sldChg>
      <pc:sldChg chg="del">
        <pc:chgData name="鈴木 秀規" userId="f68c5fd9-22d5-4c0a-9833-7fb0f5135313" providerId="ADAL" clId="{AE171C9D-A8B3-4AB5-91C0-52B3AD443501}" dt="2021-01-28T08:23:42.589" v="26" actId="2696"/>
        <pc:sldMkLst>
          <pc:docMk/>
          <pc:sldMk cId="436757555" sldId="395"/>
        </pc:sldMkLst>
      </pc:sldChg>
      <pc:sldChg chg="del">
        <pc:chgData name="鈴木 秀規" userId="f68c5fd9-22d5-4c0a-9833-7fb0f5135313" providerId="ADAL" clId="{AE171C9D-A8B3-4AB5-91C0-52B3AD443501}" dt="2021-01-28T08:23:42.589" v="26" actId="2696"/>
        <pc:sldMkLst>
          <pc:docMk/>
          <pc:sldMk cId="3553494220" sldId="396"/>
        </pc:sldMkLst>
      </pc:sldChg>
    </pc:docChg>
  </pc:docChgLst>
  <pc:docChgLst>
    <pc:chgData name="稔章 今野" userId="9659808f-245f-46a7-991e-983cdf43b7a2" providerId="ADAL" clId="{E8904BC4-0448-45D5-BFB2-3B47FD2C3934}"/>
    <pc:docChg chg="addSld">
      <pc:chgData name="稔章 今野" userId="9659808f-245f-46a7-991e-983cdf43b7a2" providerId="ADAL" clId="{E8904BC4-0448-45D5-BFB2-3B47FD2C3934}" dt="2021-12-23T07:32:15.613" v="7" actId="680"/>
      <pc:docMkLst>
        <pc:docMk/>
      </pc:docMkLst>
      <pc:sldChg chg="new">
        <pc:chgData name="稔章 今野" userId="9659808f-245f-46a7-991e-983cdf43b7a2" providerId="ADAL" clId="{E8904BC4-0448-45D5-BFB2-3B47FD2C3934}" dt="2021-12-23T07:24:41.704" v="0" actId="680"/>
        <pc:sldMkLst>
          <pc:docMk/>
          <pc:sldMk cId="3240047151" sldId="385"/>
        </pc:sldMkLst>
      </pc:sldChg>
      <pc:sldChg chg="new">
        <pc:chgData name="稔章 今野" userId="9659808f-245f-46a7-991e-983cdf43b7a2" providerId="ADAL" clId="{E8904BC4-0448-45D5-BFB2-3B47FD2C3934}" dt="2021-12-23T07:25:08.851" v="1" actId="680"/>
        <pc:sldMkLst>
          <pc:docMk/>
          <pc:sldMk cId="1494485833" sldId="386"/>
        </pc:sldMkLst>
      </pc:sldChg>
      <pc:sldChg chg="new">
        <pc:chgData name="稔章 今野" userId="9659808f-245f-46a7-991e-983cdf43b7a2" providerId="ADAL" clId="{E8904BC4-0448-45D5-BFB2-3B47FD2C3934}" dt="2021-12-23T07:25:43.461" v="2" actId="680"/>
        <pc:sldMkLst>
          <pc:docMk/>
          <pc:sldMk cId="296117335" sldId="387"/>
        </pc:sldMkLst>
      </pc:sldChg>
      <pc:sldChg chg="new">
        <pc:chgData name="稔章 今野" userId="9659808f-245f-46a7-991e-983cdf43b7a2" providerId="ADAL" clId="{E8904BC4-0448-45D5-BFB2-3B47FD2C3934}" dt="2021-12-23T07:27:35.091" v="3" actId="680"/>
        <pc:sldMkLst>
          <pc:docMk/>
          <pc:sldMk cId="1009327762" sldId="388"/>
        </pc:sldMkLst>
      </pc:sldChg>
      <pc:sldChg chg="new">
        <pc:chgData name="稔章 今野" userId="9659808f-245f-46a7-991e-983cdf43b7a2" providerId="ADAL" clId="{E8904BC4-0448-45D5-BFB2-3B47FD2C3934}" dt="2021-12-23T07:28:06.925" v="4" actId="680"/>
        <pc:sldMkLst>
          <pc:docMk/>
          <pc:sldMk cId="2838878806" sldId="389"/>
        </pc:sldMkLst>
      </pc:sldChg>
      <pc:sldChg chg="new">
        <pc:chgData name="稔章 今野" userId="9659808f-245f-46a7-991e-983cdf43b7a2" providerId="ADAL" clId="{E8904BC4-0448-45D5-BFB2-3B47FD2C3934}" dt="2021-12-23T07:28:47.098" v="5" actId="680"/>
        <pc:sldMkLst>
          <pc:docMk/>
          <pc:sldMk cId="666049537" sldId="390"/>
        </pc:sldMkLst>
      </pc:sldChg>
      <pc:sldChg chg="new">
        <pc:chgData name="稔章 今野" userId="9659808f-245f-46a7-991e-983cdf43b7a2" providerId="ADAL" clId="{E8904BC4-0448-45D5-BFB2-3B47FD2C3934}" dt="2021-12-23T07:30:48.738" v="6" actId="680"/>
        <pc:sldMkLst>
          <pc:docMk/>
          <pc:sldMk cId="3979686175" sldId="391"/>
        </pc:sldMkLst>
      </pc:sldChg>
      <pc:sldChg chg="new">
        <pc:chgData name="稔章 今野" userId="9659808f-245f-46a7-991e-983cdf43b7a2" providerId="ADAL" clId="{E8904BC4-0448-45D5-BFB2-3B47FD2C3934}" dt="2021-12-23T07:32:15.613" v="7" actId="680"/>
        <pc:sldMkLst>
          <pc:docMk/>
          <pc:sldMk cId="2257254096" sldId="392"/>
        </pc:sldMkLst>
      </pc:sldChg>
    </pc:docChg>
  </pc:docChgLst>
  <pc:docChgLst>
    <pc:chgData name="鈴木 秀規" userId="f68c5fd9-22d5-4c0a-9833-7fb0f5135313" providerId="ADAL" clId="{BE39BC92-915D-4BE9-AEA4-43CFA5564052}"/>
    <pc:docChg chg="undo custSel addSld delSld modSld">
      <pc:chgData name="鈴木 秀規" userId="f68c5fd9-22d5-4c0a-9833-7fb0f5135313" providerId="ADAL" clId="{BE39BC92-915D-4BE9-AEA4-43CFA5564052}" dt="2021-01-28T04:49:57.117" v="1481" actId="2696"/>
      <pc:docMkLst>
        <pc:docMk/>
      </pc:docMkLst>
      <pc:sldChg chg="modSp mod">
        <pc:chgData name="鈴木 秀規" userId="f68c5fd9-22d5-4c0a-9833-7fb0f5135313" providerId="ADAL" clId="{BE39BC92-915D-4BE9-AEA4-43CFA5564052}" dt="2021-01-28T02:07:33.365" v="8" actId="20577"/>
        <pc:sldMkLst>
          <pc:docMk/>
          <pc:sldMk cId="0" sldId="256"/>
        </pc:sldMkLst>
        <pc:spChg chg="mod">
          <ac:chgData name="鈴木 秀規" userId="f68c5fd9-22d5-4c0a-9833-7fb0f5135313" providerId="ADAL" clId="{BE39BC92-915D-4BE9-AEA4-43CFA5564052}" dt="2021-01-28T02:07:33.365" v="8" actId="20577"/>
          <ac:spMkLst>
            <pc:docMk/>
            <pc:sldMk cId="0" sldId="256"/>
            <ac:spMk id="56" creationId="{00000000-0000-0000-0000-000000000000}"/>
          </ac:spMkLst>
        </pc:spChg>
      </pc:sldChg>
      <pc:sldChg chg="del">
        <pc:chgData name="鈴木 秀規" userId="f68c5fd9-22d5-4c0a-9833-7fb0f5135313" providerId="ADAL" clId="{BE39BC92-915D-4BE9-AEA4-43CFA5564052}" dt="2021-01-28T02:09:51.679" v="33" actId="2696"/>
        <pc:sldMkLst>
          <pc:docMk/>
          <pc:sldMk cId="1859091905" sldId="362"/>
        </pc:sldMkLst>
      </pc:sldChg>
      <pc:sldChg chg="del">
        <pc:chgData name="鈴木 秀規" userId="f68c5fd9-22d5-4c0a-9833-7fb0f5135313" providerId="ADAL" clId="{BE39BC92-915D-4BE9-AEA4-43CFA5564052}" dt="2021-01-28T02:07:53.316" v="9" actId="2696"/>
        <pc:sldMkLst>
          <pc:docMk/>
          <pc:sldMk cId="2294830573" sldId="363"/>
        </pc:sldMkLst>
      </pc:sldChg>
      <pc:sldChg chg="addSp delSp modSp new mod modClrScheme chgLayout">
        <pc:chgData name="鈴木 秀規" userId="f68c5fd9-22d5-4c0a-9833-7fb0f5135313" providerId="ADAL" clId="{BE39BC92-915D-4BE9-AEA4-43CFA5564052}" dt="2021-01-28T02:09:40.539" v="32" actId="207"/>
        <pc:sldMkLst>
          <pc:docMk/>
          <pc:sldMk cId="2397736379" sldId="363"/>
        </pc:sldMkLst>
        <pc:spChg chg="del mod ord">
          <ac:chgData name="鈴木 秀規" userId="f68c5fd9-22d5-4c0a-9833-7fb0f5135313" providerId="ADAL" clId="{BE39BC92-915D-4BE9-AEA4-43CFA5564052}" dt="2021-01-28T02:08:17.136" v="11" actId="700"/>
          <ac:spMkLst>
            <pc:docMk/>
            <pc:sldMk cId="2397736379" sldId="363"/>
            <ac:spMk id="2" creationId="{ECF94125-F70F-4DFD-9A24-1605B41C084D}"/>
          </ac:spMkLst>
        </pc:spChg>
        <pc:spChg chg="del mod ord">
          <ac:chgData name="鈴木 秀規" userId="f68c5fd9-22d5-4c0a-9833-7fb0f5135313" providerId="ADAL" clId="{BE39BC92-915D-4BE9-AEA4-43CFA5564052}" dt="2021-01-28T02:08:17.136" v="11" actId="700"/>
          <ac:spMkLst>
            <pc:docMk/>
            <pc:sldMk cId="2397736379" sldId="363"/>
            <ac:spMk id="3" creationId="{D95523EC-6C8F-490C-93CB-26DFD358471E}"/>
          </ac:spMkLst>
        </pc:spChg>
        <pc:spChg chg="mod ord">
          <ac:chgData name="鈴木 秀規" userId="f68c5fd9-22d5-4c0a-9833-7fb0f5135313" providerId="ADAL" clId="{BE39BC92-915D-4BE9-AEA4-43CFA5564052}" dt="2021-01-28T02:08:17.136" v="11" actId="700"/>
          <ac:spMkLst>
            <pc:docMk/>
            <pc:sldMk cId="2397736379" sldId="363"/>
            <ac:spMk id="4" creationId="{DE764CD8-0B12-484E-890C-8A5A26296D13}"/>
          </ac:spMkLst>
        </pc:spChg>
        <pc:spChg chg="mod ord">
          <ac:chgData name="鈴木 秀規" userId="f68c5fd9-22d5-4c0a-9833-7fb0f5135313" providerId="ADAL" clId="{BE39BC92-915D-4BE9-AEA4-43CFA5564052}" dt="2021-01-28T02:08:17.136" v="11" actId="700"/>
          <ac:spMkLst>
            <pc:docMk/>
            <pc:sldMk cId="2397736379" sldId="363"/>
            <ac:spMk id="5" creationId="{433B62C4-B6B9-4622-B802-69C25D6F2A49}"/>
          </ac:spMkLst>
        </pc:spChg>
        <pc:spChg chg="del">
          <ac:chgData name="鈴木 秀規" userId="f68c5fd9-22d5-4c0a-9833-7fb0f5135313" providerId="ADAL" clId="{BE39BC92-915D-4BE9-AEA4-43CFA5564052}" dt="2021-01-28T02:08:17.136" v="11" actId="700"/>
          <ac:spMkLst>
            <pc:docMk/>
            <pc:sldMk cId="2397736379" sldId="363"/>
            <ac:spMk id="6" creationId="{AB0A71B5-7DD3-4736-905A-46EED9A1D167}"/>
          </ac:spMkLst>
        </pc:spChg>
        <pc:spChg chg="add mod ord">
          <ac:chgData name="鈴木 秀規" userId="f68c5fd9-22d5-4c0a-9833-7fb0f5135313" providerId="ADAL" clId="{BE39BC92-915D-4BE9-AEA4-43CFA5564052}" dt="2021-01-28T02:08:25.553" v="12"/>
          <ac:spMkLst>
            <pc:docMk/>
            <pc:sldMk cId="2397736379" sldId="363"/>
            <ac:spMk id="7" creationId="{9630AD22-E64D-4A96-B059-2AF9F6580C25}"/>
          </ac:spMkLst>
        </pc:spChg>
        <pc:spChg chg="add mod ord">
          <ac:chgData name="鈴木 秀規" userId="f68c5fd9-22d5-4c0a-9833-7fb0f5135313" providerId="ADAL" clId="{BE39BC92-915D-4BE9-AEA4-43CFA5564052}" dt="2021-01-28T02:09:40.539" v="32" actId="207"/>
          <ac:spMkLst>
            <pc:docMk/>
            <pc:sldMk cId="2397736379" sldId="363"/>
            <ac:spMk id="8" creationId="{787CF02A-01AB-4517-BA3E-25572FA82648}"/>
          </ac:spMkLst>
        </pc:spChg>
      </pc:sldChg>
      <pc:sldChg chg="addSp modSp new mod">
        <pc:chgData name="鈴木 秀規" userId="f68c5fd9-22d5-4c0a-9833-7fb0f5135313" providerId="ADAL" clId="{BE39BC92-915D-4BE9-AEA4-43CFA5564052}" dt="2021-01-28T02:12:44.068" v="68" actId="207"/>
        <pc:sldMkLst>
          <pc:docMk/>
          <pc:sldMk cId="655144691" sldId="364"/>
        </pc:sldMkLst>
        <pc:spChg chg="mod">
          <ac:chgData name="鈴木 秀規" userId="f68c5fd9-22d5-4c0a-9833-7fb0f5135313" providerId="ADAL" clId="{BE39BC92-915D-4BE9-AEA4-43CFA5564052}" dt="2021-01-28T02:10:01.652" v="35"/>
          <ac:spMkLst>
            <pc:docMk/>
            <pc:sldMk cId="655144691" sldId="364"/>
            <ac:spMk id="3" creationId="{54E60DEB-3CF0-4D89-AB0B-045AFE2F15B2}"/>
          </ac:spMkLst>
        </pc:spChg>
        <pc:spChg chg="mod">
          <ac:chgData name="鈴木 秀規" userId="f68c5fd9-22d5-4c0a-9833-7fb0f5135313" providerId="ADAL" clId="{BE39BC92-915D-4BE9-AEA4-43CFA5564052}" dt="2021-01-28T02:11:56.237" v="60" actId="14100"/>
          <ac:spMkLst>
            <pc:docMk/>
            <pc:sldMk cId="655144691" sldId="364"/>
            <ac:spMk id="5" creationId="{D4511741-E9E3-4257-8CFE-534B1CA03E7B}"/>
          </ac:spMkLst>
        </pc:spChg>
        <pc:spChg chg="mod">
          <ac:chgData name="鈴木 秀規" userId="f68c5fd9-22d5-4c0a-9833-7fb0f5135313" providerId="ADAL" clId="{BE39BC92-915D-4BE9-AEA4-43CFA5564052}" dt="2021-01-28T02:10:35.039" v="42" actId="2711"/>
          <ac:spMkLst>
            <pc:docMk/>
            <pc:sldMk cId="655144691" sldId="364"/>
            <ac:spMk id="7" creationId="{6DCB21D9-A62A-455C-BDC9-4D9B5095E8ED}"/>
          </ac:spMkLst>
        </pc:spChg>
        <pc:spChg chg="mod">
          <ac:chgData name="鈴木 秀規" userId="f68c5fd9-22d5-4c0a-9833-7fb0f5135313" providerId="ADAL" clId="{BE39BC92-915D-4BE9-AEA4-43CFA5564052}" dt="2021-01-28T02:10:35.039" v="42" actId="2711"/>
          <ac:spMkLst>
            <pc:docMk/>
            <pc:sldMk cId="655144691" sldId="364"/>
            <ac:spMk id="8" creationId="{23C05CFD-5519-42FD-9E09-8924C155AA3B}"/>
          </ac:spMkLst>
        </pc:spChg>
        <pc:spChg chg="mod">
          <ac:chgData name="鈴木 秀規" userId="f68c5fd9-22d5-4c0a-9833-7fb0f5135313" providerId="ADAL" clId="{BE39BC92-915D-4BE9-AEA4-43CFA5564052}" dt="2021-01-28T02:10:35.039" v="42" actId="2711"/>
          <ac:spMkLst>
            <pc:docMk/>
            <pc:sldMk cId="655144691" sldId="364"/>
            <ac:spMk id="9" creationId="{AF9DA8F2-FC02-49C9-9EED-291488A6FDAC}"/>
          </ac:spMkLst>
        </pc:spChg>
        <pc:spChg chg="mod">
          <ac:chgData name="鈴木 秀規" userId="f68c5fd9-22d5-4c0a-9833-7fb0f5135313" providerId="ADAL" clId="{BE39BC92-915D-4BE9-AEA4-43CFA5564052}" dt="2021-01-28T02:10:35.039" v="42" actId="2711"/>
          <ac:spMkLst>
            <pc:docMk/>
            <pc:sldMk cId="655144691" sldId="364"/>
            <ac:spMk id="10" creationId="{F162C742-F2D1-4E3F-B9B5-1B59E1BAF548}"/>
          </ac:spMkLst>
        </pc:spChg>
        <pc:spChg chg="mod">
          <ac:chgData name="鈴木 秀規" userId="f68c5fd9-22d5-4c0a-9833-7fb0f5135313" providerId="ADAL" clId="{BE39BC92-915D-4BE9-AEA4-43CFA5564052}" dt="2021-01-28T02:10:35.039" v="42" actId="2711"/>
          <ac:spMkLst>
            <pc:docMk/>
            <pc:sldMk cId="655144691" sldId="364"/>
            <ac:spMk id="11" creationId="{7F343D24-C241-43FF-85F4-AFF6B6B72916}"/>
          </ac:spMkLst>
        </pc:spChg>
        <pc:spChg chg="mod">
          <ac:chgData name="鈴木 秀規" userId="f68c5fd9-22d5-4c0a-9833-7fb0f5135313" providerId="ADAL" clId="{BE39BC92-915D-4BE9-AEA4-43CFA5564052}" dt="2021-01-28T02:10:35.039" v="42" actId="2711"/>
          <ac:spMkLst>
            <pc:docMk/>
            <pc:sldMk cId="655144691" sldId="364"/>
            <ac:spMk id="12" creationId="{56B27176-02CE-41EA-8E3D-CB068F79DFE4}"/>
          </ac:spMkLst>
        </pc:spChg>
        <pc:spChg chg="mod">
          <ac:chgData name="鈴木 秀規" userId="f68c5fd9-22d5-4c0a-9833-7fb0f5135313" providerId="ADAL" clId="{BE39BC92-915D-4BE9-AEA4-43CFA5564052}" dt="2021-01-28T02:10:35.039" v="42" actId="2711"/>
          <ac:spMkLst>
            <pc:docMk/>
            <pc:sldMk cId="655144691" sldId="364"/>
            <ac:spMk id="13" creationId="{BE7959ED-1898-4CA0-98A9-01976F9401FE}"/>
          </ac:spMkLst>
        </pc:spChg>
        <pc:spChg chg="add mod">
          <ac:chgData name="鈴木 秀規" userId="f68c5fd9-22d5-4c0a-9833-7fb0f5135313" providerId="ADAL" clId="{BE39BC92-915D-4BE9-AEA4-43CFA5564052}" dt="2021-01-28T02:11:49.243" v="58" actId="164"/>
          <ac:spMkLst>
            <pc:docMk/>
            <pc:sldMk cId="655144691" sldId="364"/>
            <ac:spMk id="14" creationId="{115BB9DC-9006-42FC-89B8-95AD8402514F}"/>
          </ac:spMkLst>
        </pc:spChg>
        <pc:spChg chg="add mod">
          <ac:chgData name="鈴木 秀規" userId="f68c5fd9-22d5-4c0a-9833-7fb0f5135313" providerId="ADAL" clId="{BE39BC92-915D-4BE9-AEA4-43CFA5564052}" dt="2021-01-28T02:11:49.243" v="58" actId="164"/>
          <ac:spMkLst>
            <pc:docMk/>
            <pc:sldMk cId="655144691" sldId="364"/>
            <ac:spMk id="15" creationId="{F5252EAB-166B-4928-B8DF-79EE13DE20C2}"/>
          </ac:spMkLst>
        </pc:spChg>
        <pc:spChg chg="add mod">
          <ac:chgData name="鈴木 秀規" userId="f68c5fd9-22d5-4c0a-9833-7fb0f5135313" providerId="ADAL" clId="{BE39BC92-915D-4BE9-AEA4-43CFA5564052}" dt="2021-01-28T02:11:49.243" v="58" actId="164"/>
          <ac:spMkLst>
            <pc:docMk/>
            <pc:sldMk cId="655144691" sldId="364"/>
            <ac:spMk id="16" creationId="{1EBB0533-3B6B-4153-99FF-60DA3A5C87FE}"/>
          </ac:spMkLst>
        </pc:spChg>
        <pc:spChg chg="add mod">
          <ac:chgData name="鈴木 秀規" userId="f68c5fd9-22d5-4c0a-9833-7fb0f5135313" providerId="ADAL" clId="{BE39BC92-915D-4BE9-AEA4-43CFA5564052}" dt="2021-01-28T02:11:49.243" v="58" actId="164"/>
          <ac:spMkLst>
            <pc:docMk/>
            <pc:sldMk cId="655144691" sldId="364"/>
            <ac:spMk id="17" creationId="{E2E073F8-32E6-4D79-8C97-BAB3A6BFE6F8}"/>
          </ac:spMkLst>
        </pc:spChg>
        <pc:spChg chg="add mod">
          <ac:chgData name="鈴木 秀規" userId="f68c5fd9-22d5-4c0a-9833-7fb0f5135313" providerId="ADAL" clId="{BE39BC92-915D-4BE9-AEA4-43CFA5564052}" dt="2021-01-28T02:11:49.243" v="58" actId="164"/>
          <ac:spMkLst>
            <pc:docMk/>
            <pc:sldMk cId="655144691" sldId="364"/>
            <ac:spMk id="18" creationId="{3015448E-7458-44DA-8693-648E12BF0C31}"/>
          </ac:spMkLst>
        </pc:spChg>
        <pc:spChg chg="add mod">
          <ac:chgData name="鈴木 秀規" userId="f68c5fd9-22d5-4c0a-9833-7fb0f5135313" providerId="ADAL" clId="{BE39BC92-915D-4BE9-AEA4-43CFA5564052}" dt="2021-01-28T02:11:49.243" v="58" actId="164"/>
          <ac:spMkLst>
            <pc:docMk/>
            <pc:sldMk cId="655144691" sldId="364"/>
            <ac:spMk id="19" creationId="{3005D83C-B7EC-4DA8-8ECE-3DE2BE5A30E3}"/>
          </ac:spMkLst>
        </pc:spChg>
        <pc:spChg chg="add mod ord">
          <ac:chgData name="鈴木 秀規" userId="f68c5fd9-22d5-4c0a-9833-7fb0f5135313" providerId="ADAL" clId="{BE39BC92-915D-4BE9-AEA4-43CFA5564052}" dt="2021-01-28T02:11:49.243" v="58" actId="164"/>
          <ac:spMkLst>
            <pc:docMk/>
            <pc:sldMk cId="655144691" sldId="364"/>
            <ac:spMk id="20" creationId="{794B0652-4AF5-4519-B01F-F5AE0D5AB1CA}"/>
          </ac:spMkLst>
        </pc:spChg>
        <pc:spChg chg="add mod">
          <ac:chgData name="鈴木 秀規" userId="f68c5fd9-22d5-4c0a-9833-7fb0f5135313" providerId="ADAL" clId="{BE39BC92-915D-4BE9-AEA4-43CFA5564052}" dt="2021-01-28T02:12:44.068" v="68" actId="207"/>
          <ac:spMkLst>
            <pc:docMk/>
            <pc:sldMk cId="655144691" sldId="364"/>
            <ac:spMk id="22" creationId="{6269760F-A874-4513-8213-97598B0F505A}"/>
          </ac:spMkLst>
        </pc:spChg>
        <pc:grpChg chg="add mod">
          <ac:chgData name="鈴木 秀規" userId="f68c5fd9-22d5-4c0a-9833-7fb0f5135313" providerId="ADAL" clId="{BE39BC92-915D-4BE9-AEA4-43CFA5564052}" dt="2021-01-28T02:11:49.243" v="58" actId="164"/>
          <ac:grpSpMkLst>
            <pc:docMk/>
            <pc:sldMk cId="655144691" sldId="364"/>
            <ac:grpSpMk id="6" creationId="{1024C8AB-1378-4703-8FB6-E8F322F41B16}"/>
          </ac:grpSpMkLst>
        </pc:grpChg>
        <pc:grpChg chg="add mod">
          <ac:chgData name="鈴木 秀規" userId="f68c5fd9-22d5-4c0a-9833-7fb0f5135313" providerId="ADAL" clId="{BE39BC92-915D-4BE9-AEA4-43CFA5564052}" dt="2021-01-28T02:11:52.630" v="59" actId="1076"/>
          <ac:grpSpMkLst>
            <pc:docMk/>
            <pc:sldMk cId="655144691" sldId="364"/>
            <ac:grpSpMk id="21" creationId="{7A7ACBB5-4C1B-46A7-927D-81EB144B3E37}"/>
          </ac:grpSpMkLst>
        </pc:grpChg>
      </pc:sldChg>
      <pc:sldChg chg="del">
        <pc:chgData name="鈴木 秀規" userId="f68c5fd9-22d5-4c0a-9833-7fb0f5135313" providerId="ADAL" clId="{BE39BC92-915D-4BE9-AEA4-43CFA5564052}" dt="2021-01-28T02:07:53.316" v="9" actId="2696"/>
        <pc:sldMkLst>
          <pc:docMk/>
          <pc:sldMk cId="1110472243" sldId="364"/>
        </pc:sldMkLst>
      </pc:sldChg>
      <pc:sldChg chg="del">
        <pc:chgData name="鈴木 秀規" userId="f68c5fd9-22d5-4c0a-9833-7fb0f5135313" providerId="ADAL" clId="{BE39BC92-915D-4BE9-AEA4-43CFA5564052}" dt="2021-01-28T02:07:53.316" v="9" actId="2696"/>
        <pc:sldMkLst>
          <pc:docMk/>
          <pc:sldMk cId="2023125260" sldId="365"/>
        </pc:sldMkLst>
      </pc:sldChg>
      <pc:sldChg chg="addSp modSp new mod">
        <pc:chgData name="鈴木 秀規" userId="f68c5fd9-22d5-4c0a-9833-7fb0f5135313" providerId="ADAL" clId="{BE39BC92-915D-4BE9-AEA4-43CFA5564052}" dt="2021-01-28T02:18:54.305" v="324" actId="12385"/>
        <pc:sldMkLst>
          <pc:docMk/>
          <pc:sldMk cId="3025764782" sldId="365"/>
        </pc:sldMkLst>
        <pc:spChg chg="mod">
          <ac:chgData name="鈴木 秀規" userId="f68c5fd9-22d5-4c0a-9833-7fb0f5135313" providerId="ADAL" clId="{BE39BC92-915D-4BE9-AEA4-43CFA5564052}" dt="2021-01-28T02:13:06.887" v="70"/>
          <ac:spMkLst>
            <pc:docMk/>
            <pc:sldMk cId="3025764782" sldId="365"/>
            <ac:spMk id="3" creationId="{6B20F84A-74E9-4AE6-9643-9ED31F4B5BFB}"/>
          </ac:spMkLst>
        </pc:spChg>
        <pc:spChg chg="mod">
          <ac:chgData name="鈴木 秀規" userId="f68c5fd9-22d5-4c0a-9833-7fb0f5135313" providerId="ADAL" clId="{BE39BC92-915D-4BE9-AEA4-43CFA5564052}" dt="2021-01-28T02:14:02.162" v="83" actId="14100"/>
          <ac:spMkLst>
            <pc:docMk/>
            <pc:sldMk cId="3025764782" sldId="365"/>
            <ac:spMk id="5" creationId="{62359AF8-7954-46A8-94DD-32F6059CB2B7}"/>
          </ac:spMkLst>
        </pc:spChg>
        <pc:spChg chg="add mod">
          <ac:chgData name="鈴木 秀規" userId="f68c5fd9-22d5-4c0a-9833-7fb0f5135313" providerId="ADAL" clId="{BE39BC92-915D-4BE9-AEA4-43CFA5564052}" dt="2021-01-28T02:18:20.274" v="323" actId="207"/>
          <ac:spMkLst>
            <pc:docMk/>
            <pc:sldMk cId="3025764782" sldId="365"/>
            <ac:spMk id="7" creationId="{4BB5458C-2295-4333-908D-3684DE458D08}"/>
          </ac:spMkLst>
        </pc:spChg>
        <pc:spChg chg="add mod">
          <ac:chgData name="鈴木 秀規" userId="f68c5fd9-22d5-4c0a-9833-7fb0f5135313" providerId="ADAL" clId="{BE39BC92-915D-4BE9-AEA4-43CFA5564052}" dt="2021-01-28T02:18:20.274" v="323" actId="207"/>
          <ac:spMkLst>
            <pc:docMk/>
            <pc:sldMk cId="3025764782" sldId="365"/>
            <ac:spMk id="8" creationId="{6B2668E2-1D6A-42ED-904A-CC96DFD8A4FA}"/>
          </ac:spMkLst>
        </pc:spChg>
        <pc:spChg chg="add mod">
          <ac:chgData name="鈴木 秀規" userId="f68c5fd9-22d5-4c0a-9833-7fb0f5135313" providerId="ADAL" clId="{BE39BC92-915D-4BE9-AEA4-43CFA5564052}" dt="2021-01-28T02:18:20.274" v="323" actId="207"/>
          <ac:spMkLst>
            <pc:docMk/>
            <pc:sldMk cId="3025764782" sldId="365"/>
            <ac:spMk id="9" creationId="{5A2F7215-6636-4AE3-AE50-5A3767DA50CC}"/>
          </ac:spMkLst>
        </pc:spChg>
        <pc:spChg chg="add mod">
          <ac:chgData name="鈴木 秀規" userId="f68c5fd9-22d5-4c0a-9833-7fb0f5135313" providerId="ADAL" clId="{BE39BC92-915D-4BE9-AEA4-43CFA5564052}" dt="2021-01-28T02:18:20.274" v="323" actId="207"/>
          <ac:spMkLst>
            <pc:docMk/>
            <pc:sldMk cId="3025764782" sldId="365"/>
            <ac:spMk id="10" creationId="{B9A49085-154E-4FAB-9546-485C6C12A9DC}"/>
          </ac:spMkLst>
        </pc:spChg>
        <pc:graphicFrameChg chg="add mod modGraphic">
          <ac:chgData name="鈴木 秀規" userId="f68c5fd9-22d5-4c0a-9833-7fb0f5135313" providerId="ADAL" clId="{BE39BC92-915D-4BE9-AEA4-43CFA5564052}" dt="2021-01-28T02:18:54.305" v="324" actId="12385"/>
          <ac:graphicFrameMkLst>
            <pc:docMk/>
            <pc:sldMk cId="3025764782" sldId="365"/>
            <ac:graphicFrameMk id="6" creationId="{44380A86-AA42-4DB7-A671-620E8EF972B8}"/>
          </ac:graphicFrameMkLst>
        </pc:graphicFrameChg>
      </pc:sldChg>
      <pc:sldChg chg="del">
        <pc:chgData name="鈴木 秀規" userId="f68c5fd9-22d5-4c0a-9833-7fb0f5135313" providerId="ADAL" clId="{BE39BC92-915D-4BE9-AEA4-43CFA5564052}" dt="2021-01-28T02:07:53.316" v="9" actId="2696"/>
        <pc:sldMkLst>
          <pc:docMk/>
          <pc:sldMk cId="597858556" sldId="366"/>
        </pc:sldMkLst>
      </pc:sldChg>
      <pc:sldChg chg="addSp modSp new mod">
        <pc:chgData name="鈴木 秀規" userId="f68c5fd9-22d5-4c0a-9833-7fb0f5135313" providerId="ADAL" clId="{BE39BC92-915D-4BE9-AEA4-43CFA5564052}" dt="2021-01-28T02:21:18.459" v="349" actId="2711"/>
        <pc:sldMkLst>
          <pc:docMk/>
          <pc:sldMk cId="4018965676" sldId="366"/>
        </pc:sldMkLst>
        <pc:spChg chg="mod">
          <ac:chgData name="鈴木 秀規" userId="f68c5fd9-22d5-4c0a-9833-7fb0f5135313" providerId="ADAL" clId="{BE39BC92-915D-4BE9-AEA4-43CFA5564052}" dt="2021-01-28T02:20:00.769" v="326"/>
          <ac:spMkLst>
            <pc:docMk/>
            <pc:sldMk cId="4018965676" sldId="366"/>
            <ac:spMk id="3" creationId="{6065C671-29C1-42DC-9C1E-A88CECEB07A6}"/>
          </ac:spMkLst>
        </pc:spChg>
        <pc:spChg chg="mod">
          <ac:chgData name="鈴木 秀規" userId="f68c5fd9-22d5-4c0a-9833-7fb0f5135313" providerId="ADAL" clId="{BE39BC92-915D-4BE9-AEA4-43CFA5564052}" dt="2021-01-28T02:21:12.195" v="346" actId="14100"/>
          <ac:spMkLst>
            <pc:docMk/>
            <pc:sldMk cId="4018965676" sldId="366"/>
            <ac:spMk id="5" creationId="{35CC0BAD-936C-4EB6-92E1-56B969F9F1E7}"/>
          </ac:spMkLst>
        </pc:spChg>
        <pc:spChg chg="add mod">
          <ac:chgData name="鈴木 秀規" userId="f68c5fd9-22d5-4c0a-9833-7fb0f5135313" providerId="ADAL" clId="{BE39BC92-915D-4BE9-AEA4-43CFA5564052}" dt="2021-01-28T02:21:18.459" v="349" actId="2711"/>
          <ac:spMkLst>
            <pc:docMk/>
            <pc:sldMk cId="4018965676" sldId="366"/>
            <ac:spMk id="6" creationId="{2221DFF8-72C3-4060-B108-4E7A7779EDF8}"/>
          </ac:spMkLst>
        </pc:spChg>
      </pc:sldChg>
      <pc:sldChg chg="addSp delSp modSp new mod">
        <pc:chgData name="鈴木 秀規" userId="f68c5fd9-22d5-4c0a-9833-7fb0f5135313" providerId="ADAL" clId="{BE39BC92-915D-4BE9-AEA4-43CFA5564052}" dt="2021-01-28T03:28:53.898" v="519" actId="207"/>
        <pc:sldMkLst>
          <pc:docMk/>
          <pc:sldMk cId="2327445248" sldId="367"/>
        </pc:sldMkLst>
        <pc:spChg chg="mod">
          <ac:chgData name="鈴木 秀規" userId="f68c5fd9-22d5-4c0a-9833-7fb0f5135313" providerId="ADAL" clId="{BE39BC92-915D-4BE9-AEA4-43CFA5564052}" dt="2021-01-28T02:21:33.854" v="351"/>
          <ac:spMkLst>
            <pc:docMk/>
            <pc:sldMk cId="2327445248" sldId="367"/>
            <ac:spMk id="3" creationId="{DC9775AD-DF08-487A-8150-66A5547804BA}"/>
          </ac:spMkLst>
        </pc:spChg>
        <pc:spChg chg="add del mod">
          <ac:chgData name="鈴木 秀規" userId="f68c5fd9-22d5-4c0a-9833-7fb0f5135313" providerId="ADAL" clId="{BE39BC92-915D-4BE9-AEA4-43CFA5564052}" dt="2021-01-28T02:27:12.713" v="463" actId="1076"/>
          <ac:spMkLst>
            <pc:docMk/>
            <pc:sldMk cId="2327445248" sldId="367"/>
            <ac:spMk id="5" creationId="{F6F2B032-1854-426E-853D-2DDB691ABD42}"/>
          </ac:spMkLst>
        </pc:spChg>
        <pc:spChg chg="add del mod">
          <ac:chgData name="鈴木 秀規" userId="f68c5fd9-22d5-4c0a-9833-7fb0f5135313" providerId="ADAL" clId="{BE39BC92-915D-4BE9-AEA4-43CFA5564052}" dt="2021-01-28T02:23:28.422" v="393" actId="21"/>
          <ac:spMkLst>
            <pc:docMk/>
            <pc:sldMk cId="2327445248" sldId="367"/>
            <ac:spMk id="7" creationId="{2C8121B7-7B73-4CF8-9B38-1985AD6689A3}"/>
          </ac:spMkLst>
        </pc:spChg>
        <pc:spChg chg="add del mod">
          <ac:chgData name="鈴木 秀規" userId="f68c5fd9-22d5-4c0a-9833-7fb0f5135313" providerId="ADAL" clId="{BE39BC92-915D-4BE9-AEA4-43CFA5564052}" dt="2021-01-28T02:23:34.979" v="396"/>
          <ac:spMkLst>
            <pc:docMk/>
            <pc:sldMk cId="2327445248" sldId="367"/>
            <ac:spMk id="8" creationId="{BA8392B6-C7A7-411F-8F37-EA78C90F9C2A}"/>
          </ac:spMkLst>
        </pc:spChg>
        <pc:spChg chg="add mod">
          <ac:chgData name="鈴木 秀規" userId="f68c5fd9-22d5-4c0a-9833-7fb0f5135313" providerId="ADAL" clId="{BE39BC92-915D-4BE9-AEA4-43CFA5564052}" dt="2021-01-28T02:25:33.653" v="447" actId="404"/>
          <ac:spMkLst>
            <pc:docMk/>
            <pc:sldMk cId="2327445248" sldId="367"/>
            <ac:spMk id="9" creationId="{4CD9BE09-5129-4C3B-A4FE-048849E95693}"/>
          </ac:spMkLst>
        </pc:spChg>
        <pc:spChg chg="add mod">
          <ac:chgData name="鈴木 秀規" userId="f68c5fd9-22d5-4c0a-9833-7fb0f5135313" providerId="ADAL" clId="{BE39BC92-915D-4BE9-AEA4-43CFA5564052}" dt="2021-01-28T02:25:33.653" v="447" actId="404"/>
          <ac:spMkLst>
            <pc:docMk/>
            <pc:sldMk cId="2327445248" sldId="367"/>
            <ac:spMk id="10" creationId="{62E7CF24-56CC-47C3-98B0-A46BE86CF153}"/>
          </ac:spMkLst>
        </pc:spChg>
        <pc:spChg chg="add mod">
          <ac:chgData name="鈴木 秀規" userId="f68c5fd9-22d5-4c0a-9833-7fb0f5135313" providerId="ADAL" clId="{BE39BC92-915D-4BE9-AEA4-43CFA5564052}" dt="2021-01-28T02:25:33.653" v="447" actId="404"/>
          <ac:spMkLst>
            <pc:docMk/>
            <pc:sldMk cId="2327445248" sldId="367"/>
            <ac:spMk id="11" creationId="{3FF84382-C8EB-42C6-A379-F156E0D315E0}"/>
          </ac:spMkLst>
        </pc:spChg>
        <pc:spChg chg="add del mod">
          <ac:chgData name="鈴木 秀規" userId="f68c5fd9-22d5-4c0a-9833-7fb0f5135313" providerId="ADAL" clId="{BE39BC92-915D-4BE9-AEA4-43CFA5564052}" dt="2021-01-28T02:24:03.238" v="399" actId="478"/>
          <ac:spMkLst>
            <pc:docMk/>
            <pc:sldMk cId="2327445248" sldId="367"/>
            <ac:spMk id="12" creationId="{9D56C091-0C55-4440-9277-678FBEDFEE53}"/>
          </ac:spMkLst>
        </pc:spChg>
        <pc:spChg chg="add del mod">
          <ac:chgData name="鈴木 秀規" userId="f68c5fd9-22d5-4c0a-9833-7fb0f5135313" providerId="ADAL" clId="{BE39BC92-915D-4BE9-AEA4-43CFA5564052}" dt="2021-01-28T02:24:03.238" v="399" actId="478"/>
          <ac:spMkLst>
            <pc:docMk/>
            <pc:sldMk cId="2327445248" sldId="367"/>
            <ac:spMk id="13" creationId="{41C9036D-466D-473F-9CBD-EF7336C0B96B}"/>
          </ac:spMkLst>
        </pc:spChg>
        <pc:spChg chg="add del mod">
          <ac:chgData name="鈴木 秀規" userId="f68c5fd9-22d5-4c0a-9833-7fb0f5135313" providerId="ADAL" clId="{BE39BC92-915D-4BE9-AEA4-43CFA5564052}" dt="2021-01-28T02:24:03.238" v="399" actId="478"/>
          <ac:spMkLst>
            <pc:docMk/>
            <pc:sldMk cId="2327445248" sldId="367"/>
            <ac:spMk id="14" creationId="{C85FBBCE-6672-47F7-ABB4-F250306F30B3}"/>
          </ac:spMkLst>
        </pc:spChg>
        <pc:spChg chg="add mod">
          <ac:chgData name="鈴木 秀規" userId="f68c5fd9-22d5-4c0a-9833-7fb0f5135313" providerId="ADAL" clId="{BE39BC92-915D-4BE9-AEA4-43CFA5564052}" dt="2021-01-28T02:25:36.319" v="448" actId="20577"/>
          <ac:spMkLst>
            <pc:docMk/>
            <pc:sldMk cId="2327445248" sldId="367"/>
            <ac:spMk id="15" creationId="{06BC60B0-1315-4548-80FD-D156800B6A3C}"/>
          </ac:spMkLst>
        </pc:spChg>
        <pc:spChg chg="add mod">
          <ac:chgData name="鈴木 秀規" userId="f68c5fd9-22d5-4c0a-9833-7fb0f5135313" providerId="ADAL" clId="{BE39BC92-915D-4BE9-AEA4-43CFA5564052}" dt="2021-01-28T03:28:03.464" v="503" actId="1076"/>
          <ac:spMkLst>
            <pc:docMk/>
            <pc:sldMk cId="2327445248" sldId="367"/>
            <ac:spMk id="16" creationId="{324C1AE3-2904-4520-828A-7F5E0D2E112C}"/>
          </ac:spMkLst>
        </pc:spChg>
        <pc:spChg chg="add del mod">
          <ac:chgData name="鈴木 秀規" userId="f68c5fd9-22d5-4c0a-9833-7fb0f5135313" providerId="ADAL" clId="{BE39BC92-915D-4BE9-AEA4-43CFA5564052}" dt="2021-01-28T03:27:55.954" v="502" actId="478"/>
          <ac:spMkLst>
            <pc:docMk/>
            <pc:sldMk cId="2327445248" sldId="367"/>
            <ac:spMk id="17" creationId="{D290F318-A1F7-4790-B832-EEA027B26901}"/>
          </ac:spMkLst>
        </pc:spChg>
        <pc:spChg chg="add mod">
          <ac:chgData name="鈴木 秀規" userId="f68c5fd9-22d5-4c0a-9833-7fb0f5135313" providerId="ADAL" clId="{BE39BC92-915D-4BE9-AEA4-43CFA5564052}" dt="2021-01-28T03:28:53.898" v="519" actId="207"/>
          <ac:spMkLst>
            <pc:docMk/>
            <pc:sldMk cId="2327445248" sldId="367"/>
            <ac:spMk id="18" creationId="{01407575-3DFD-4109-94C2-A5F86AC9B86C}"/>
          </ac:spMkLst>
        </pc:spChg>
      </pc:sldChg>
      <pc:sldChg chg="del">
        <pc:chgData name="鈴木 秀規" userId="f68c5fd9-22d5-4c0a-9833-7fb0f5135313" providerId="ADAL" clId="{BE39BC92-915D-4BE9-AEA4-43CFA5564052}" dt="2021-01-28T02:07:53.316" v="9" actId="2696"/>
        <pc:sldMkLst>
          <pc:docMk/>
          <pc:sldMk cId="3532048317" sldId="367"/>
        </pc:sldMkLst>
      </pc:sldChg>
      <pc:sldChg chg="addSp modSp new mod">
        <pc:chgData name="鈴木 秀規" userId="f68c5fd9-22d5-4c0a-9833-7fb0f5135313" providerId="ADAL" clId="{BE39BC92-915D-4BE9-AEA4-43CFA5564052}" dt="2021-01-28T03:30:10.927" v="537" actId="1076"/>
        <pc:sldMkLst>
          <pc:docMk/>
          <pc:sldMk cId="19046241" sldId="368"/>
        </pc:sldMkLst>
        <pc:spChg chg="mod">
          <ac:chgData name="鈴木 秀規" userId="f68c5fd9-22d5-4c0a-9833-7fb0f5135313" providerId="ADAL" clId="{BE39BC92-915D-4BE9-AEA4-43CFA5564052}" dt="2021-01-28T02:27:52.380" v="467"/>
          <ac:spMkLst>
            <pc:docMk/>
            <pc:sldMk cId="19046241" sldId="368"/>
            <ac:spMk id="3" creationId="{FC9C1281-C10D-4E7F-9AF6-89FF603B4C74}"/>
          </ac:spMkLst>
        </pc:spChg>
        <pc:spChg chg="mod">
          <ac:chgData name="鈴木 秀規" userId="f68c5fd9-22d5-4c0a-9833-7fb0f5135313" providerId="ADAL" clId="{BE39BC92-915D-4BE9-AEA4-43CFA5564052}" dt="2021-01-28T02:29:30.132" v="499" actId="14100"/>
          <ac:spMkLst>
            <pc:docMk/>
            <pc:sldMk cId="19046241" sldId="368"/>
            <ac:spMk id="5" creationId="{AB608DCD-A62C-492B-9BD6-076E4C270D07}"/>
          </ac:spMkLst>
        </pc:spChg>
        <pc:spChg chg="add mod">
          <ac:chgData name="鈴木 秀規" userId="f68c5fd9-22d5-4c0a-9833-7fb0f5135313" providerId="ADAL" clId="{BE39BC92-915D-4BE9-AEA4-43CFA5564052}" dt="2021-01-28T03:29:06.399" v="520"/>
          <ac:spMkLst>
            <pc:docMk/>
            <pc:sldMk cId="19046241" sldId="368"/>
            <ac:spMk id="6" creationId="{4A907D25-C3F3-4AC4-87A1-486B8B2AD49A}"/>
          </ac:spMkLst>
        </pc:spChg>
        <pc:spChg chg="add mod">
          <ac:chgData name="鈴木 秀規" userId="f68c5fd9-22d5-4c0a-9833-7fb0f5135313" providerId="ADAL" clId="{BE39BC92-915D-4BE9-AEA4-43CFA5564052}" dt="2021-01-28T03:29:06.399" v="520"/>
          <ac:spMkLst>
            <pc:docMk/>
            <pc:sldMk cId="19046241" sldId="368"/>
            <ac:spMk id="7" creationId="{811BFB9F-6064-4F41-AF6E-1F3F16C39BAB}"/>
          </ac:spMkLst>
        </pc:spChg>
        <pc:spChg chg="add mod">
          <ac:chgData name="鈴木 秀規" userId="f68c5fd9-22d5-4c0a-9833-7fb0f5135313" providerId="ADAL" clId="{BE39BC92-915D-4BE9-AEA4-43CFA5564052}" dt="2021-01-28T03:29:06.399" v="520"/>
          <ac:spMkLst>
            <pc:docMk/>
            <pc:sldMk cId="19046241" sldId="368"/>
            <ac:spMk id="8" creationId="{A2238F6F-B629-40F1-AFFC-F83AFCF0A03E}"/>
          </ac:spMkLst>
        </pc:spChg>
        <pc:spChg chg="add mod">
          <ac:chgData name="鈴木 秀規" userId="f68c5fd9-22d5-4c0a-9833-7fb0f5135313" providerId="ADAL" clId="{BE39BC92-915D-4BE9-AEA4-43CFA5564052}" dt="2021-01-28T03:29:06.399" v="520"/>
          <ac:spMkLst>
            <pc:docMk/>
            <pc:sldMk cId="19046241" sldId="368"/>
            <ac:spMk id="9" creationId="{C72FE042-B436-4C24-96D7-09A90D6817E1}"/>
          </ac:spMkLst>
        </pc:spChg>
        <pc:spChg chg="add mod">
          <ac:chgData name="鈴木 秀規" userId="f68c5fd9-22d5-4c0a-9833-7fb0f5135313" providerId="ADAL" clId="{BE39BC92-915D-4BE9-AEA4-43CFA5564052}" dt="2021-01-28T03:29:06.399" v="520"/>
          <ac:spMkLst>
            <pc:docMk/>
            <pc:sldMk cId="19046241" sldId="368"/>
            <ac:spMk id="10" creationId="{3C3D1B91-4159-44EA-8500-9DEE12086EEF}"/>
          </ac:spMkLst>
        </pc:spChg>
        <pc:spChg chg="add mod">
          <ac:chgData name="鈴木 秀規" userId="f68c5fd9-22d5-4c0a-9833-7fb0f5135313" providerId="ADAL" clId="{BE39BC92-915D-4BE9-AEA4-43CFA5564052}" dt="2021-01-28T03:29:06.399" v="520"/>
          <ac:spMkLst>
            <pc:docMk/>
            <pc:sldMk cId="19046241" sldId="368"/>
            <ac:spMk id="11" creationId="{3BF806A8-C064-4CFC-BC1C-692B306EB673}"/>
          </ac:spMkLst>
        </pc:spChg>
        <pc:spChg chg="add mod">
          <ac:chgData name="鈴木 秀規" userId="f68c5fd9-22d5-4c0a-9833-7fb0f5135313" providerId="ADAL" clId="{BE39BC92-915D-4BE9-AEA4-43CFA5564052}" dt="2021-01-28T03:29:51.219" v="531" actId="1076"/>
          <ac:spMkLst>
            <pc:docMk/>
            <pc:sldMk cId="19046241" sldId="368"/>
            <ac:spMk id="12" creationId="{EE3B6725-EF61-4BAF-B319-7E7756E54D92}"/>
          </ac:spMkLst>
        </pc:spChg>
        <pc:spChg chg="add mod">
          <ac:chgData name="鈴木 秀規" userId="f68c5fd9-22d5-4c0a-9833-7fb0f5135313" providerId="ADAL" clId="{BE39BC92-915D-4BE9-AEA4-43CFA5564052}" dt="2021-01-28T03:30:10.927" v="537" actId="1076"/>
          <ac:spMkLst>
            <pc:docMk/>
            <pc:sldMk cId="19046241" sldId="368"/>
            <ac:spMk id="13" creationId="{DB8999FD-C198-4B59-8093-E336EA6D9961}"/>
          </ac:spMkLst>
        </pc:spChg>
      </pc:sldChg>
      <pc:sldChg chg="del">
        <pc:chgData name="鈴木 秀規" userId="f68c5fd9-22d5-4c0a-9833-7fb0f5135313" providerId="ADAL" clId="{BE39BC92-915D-4BE9-AEA4-43CFA5564052}" dt="2021-01-28T02:07:53.316" v="9" actId="2696"/>
        <pc:sldMkLst>
          <pc:docMk/>
          <pc:sldMk cId="1946457624" sldId="368"/>
        </pc:sldMkLst>
      </pc:sldChg>
      <pc:sldChg chg="addSp modSp new mod">
        <pc:chgData name="鈴木 秀規" userId="f68c5fd9-22d5-4c0a-9833-7fb0f5135313" providerId="ADAL" clId="{BE39BC92-915D-4BE9-AEA4-43CFA5564052}" dt="2021-01-28T03:33:18.002" v="572" actId="2085"/>
        <pc:sldMkLst>
          <pc:docMk/>
          <pc:sldMk cId="1634234875" sldId="369"/>
        </pc:sldMkLst>
        <pc:spChg chg="mod">
          <ac:chgData name="鈴木 秀規" userId="f68c5fd9-22d5-4c0a-9833-7fb0f5135313" providerId="ADAL" clId="{BE39BC92-915D-4BE9-AEA4-43CFA5564052}" dt="2021-01-28T03:30:30.967" v="539"/>
          <ac:spMkLst>
            <pc:docMk/>
            <pc:sldMk cId="1634234875" sldId="369"/>
            <ac:spMk id="3" creationId="{369F2C59-9C4F-4D1E-A16E-5DA411534166}"/>
          </ac:spMkLst>
        </pc:spChg>
        <pc:spChg chg="mod">
          <ac:chgData name="鈴木 秀規" userId="f68c5fd9-22d5-4c0a-9833-7fb0f5135313" providerId="ADAL" clId="{BE39BC92-915D-4BE9-AEA4-43CFA5564052}" dt="2021-01-28T03:31:04.668" v="547" actId="207"/>
          <ac:spMkLst>
            <pc:docMk/>
            <pc:sldMk cId="1634234875" sldId="369"/>
            <ac:spMk id="5" creationId="{098CDAD6-FA90-48E9-B182-AA7C0CD3A137}"/>
          </ac:spMkLst>
        </pc:spChg>
        <pc:spChg chg="add mod">
          <ac:chgData name="鈴木 秀規" userId="f68c5fd9-22d5-4c0a-9833-7fb0f5135313" providerId="ADAL" clId="{BE39BC92-915D-4BE9-AEA4-43CFA5564052}" dt="2021-01-28T03:31:21.876" v="549" actId="1076"/>
          <ac:spMkLst>
            <pc:docMk/>
            <pc:sldMk cId="1634234875" sldId="369"/>
            <ac:spMk id="6" creationId="{3E01E329-2738-42A5-8FF4-5B7EBA58EC55}"/>
          </ac:spMkLst>
        </pc:spChg>
        <pc:spChg chg="add mod">
          <ac:chgData name="鈴木 秀規" userId="f68c5fd9-22d5-4c0a-9833-7fb0f5135313" providerId="ADAL" clId="{BE39BC92-915D-4BE9-AEA4-43CFA5564052}" dt="2021-01-28T03:31:21.876" v="549" actId="1076"/>
          <ac:spMkLst>
            <pc:docMk/>
            <pc:sldMk cId="1634234875" sldId="369"/>
            <ac:spMk id="7" creationId="{5B9AD53B-6CEC-4F36-9321-E13020D82304}"/>
          </ac:spMkLst>
        </pc:spChg>
        <pc:spChg chg="add mod">
          <ac:chgData name="鈴木 秀規" userId="f68c5fd9-22d5-4c0a-9833-7fb0f5135313" providerId="ADAL" clId="{BE39BC92-915D-4BE9-AEA4-43CFA5564052}" dt="2021-01-28T03:31:21.876" v="549" actId="1076"/>
          <ac:spMkLst>
            <pc:docMk/>
            <pc:sldMk cId="1634234875" sldId="369"/>
            <ac:spMk id="8" creationId="{964239B4-F145-43F4-B627-067A33FB9E97}"/>
          </ac:spMkLst>
        </pc:spChg>
        <pc:spChg chg="add mod">
          <ac:chgData name="鈴木 秀規" userId="f68c5fd9-22d5-4c0a-9833-7fb0f5135313" providerId="ADAL" clId="{BE39BC92-915D-4BE9-AEA4-43CFA5564052}" dt="2021-01-28T03:31:21.876" v="549" actId="1076"/>
          <ac:spMkLst>
            <pc:docMk/>
            <pc:sldMk cId="1634234875" sldId="369"/>
            <ac:spMk id="9" creationId="{FE42A2C2-EB89-46D7-B9EE-6692EED9C6CC}"/>
          </ac:spMkLst>
        </pc:spChg>
        <pc:spChg chg="add mod">
          <ac:chgData name="鈴木 秀規" userId="f68c5fd9-22d5-4c0a-9833-7fb0f5135313" providerId="ADAL" clId="{BE39BC92-915D-4BE9-AEA4-43CFA5564052}" dt="2021-01-28T03:31:21.876" v="549" actId="1076"/>
          <ac:spMkLst>
            <pc:docMk/>
            <pc:sldMk cId="1634234875" sldId="369"/>
            <ac:spMk id="10" creationId="{37D45E4F-836C-479A-8ABF-FFB655B3CE29}"/>
          </ac:spMkLst>
        </pc:spChg>
        <pc:spChg chg="add mod">
          <ac:chgData name="鈴木 秀規" userId="f68c5fd9-22d5-4c0a-9833-7fb0f5135313" providerId="ADAL" clId="{BE39BC92-915D-4BE9-AEA4-43CFA5564052}" dt="2021-01-28T03:31:21.876" v="549" actId="1076"/>
          <ac:spMkLst>
            <pc:docMk/>
            <pc:sldMk cId="1634234875" sldId="369"/>
            <ac:spMk id="11" creationId="{497CE668-D349-4D89-AE31-FFABE8A54804}"/>
          </ac:spMkLst>
        </pc:spChg>
        <pc:spChg chg="add mod">
          <ac:chgData name="鈴木 秀規" userId="f68c5fd9-22d5-4c0a-9833-7fb0f5135313" providerId="ADAL" clId="{BE39BC92-915D-4BE9-AEA4-43CFA5564052}" dt="2021-01-28T03:31:21.876" v="549" actId="1076"/>
          <ac:spMkLst>
            <pc:docMk/>
            <pc:sldMk cId="1634234875" sldId="369"/>
            <ac:spMk id="12" creationId="{0A5F0D82-F981-4288-9DE4-78893C76B455}"/>
          </ac:spMkLst>
        </pc:spChg>
        <pc:spChg chg="add mod">
          <ac:chgData name="鈴木 秀規" userId="f68c5fd9-22d5-4c0a-9833-7fb0f5135313" providerId="ADAL" clId="{BE39BC92-915D-4BE9-AEA4-43CFA5564052}" dt="2021-01-28T03:31:21.876" v="549" actId="1076"/>
          <ac:spMkLst>
            <pc:docMk/>
            <pc:sldMk cId="1634234875" sldId="369"/>
            <ac:spMk id="13" creationId="{005E43D2-C1DF-41B3-A878-A79AEEDFA23B}"/>
          </ac:spMkLst>
        </pc:spChg>
        <pc:spChg chg="add mod">
          <ac:chgData name="鈴木 秀規" userId="f68c5fd9-22d5-4c0a-9833-7fb0f5135313" providerId="ADAL" clId="{BE39BC92-915D-4BE9-AEA4-43CFA5564052}" dt="2021-01-28T03:33:18.002" v="572" actId="2085"/>
          <ac:spMkLst>
            <pc:docMk/>
            <pc:sldMk cId="1634234875" sldId="369"/>
            <ac:spMk id="16" creationId="{5E12762F-BFC4-4700-934C-7B5033C83A64}"/>
          </ac:spMkLst>
        </pc:spChg>
        <pc:picChg chg="add mod">
          <ac:chgData name="鈴木 秀規" userId="f68c5fd9-22d5-4c0a-9833-7fb0f5135313" providerId="ADAL" clId="{BE39BC92-915D-4BE9-AEA4-43CFA5564052}" dt="2021-01-28T03:33:07.338" v="570" actId="207"/>
          <ac:picMkLst>
            <pc:docMk/>
            <pc:sldMk cId="1634234875" sldId="369"/>
            <ac:picMk id="15" creationId="{495CBC68-4B2C-4DD5-8B0D-0BC0470142E0}"/>
          </ac:picMkLst>
        </pc:picChg>
      </pc:sldChg>
      <pc:sldChg chg="del">
        <pc:chgData name="鈴木 秀規" userId="f68c5fd9-22d5-4c0a-9833-7fb0f5135313" providerId="ADAL" clId="{BE39BC92-915D-4BE9-AEA4-43CFA5564052}" dt="2021-01-28T02:07:53.316" v="9" actId="2696"/>
        <pc:sldMkLst>
          <pc:docMk/>
          <pc:sldMk cId="2558863877" sldId="369"/>
        </pc:sldMkLst>
      </pc:sldChg>
      <pc:sldChg chg="del">
        <pc:chgData name="鈴木 秀規" userId="f68c5fd9-22d5-4c0a-9833-7fb0f5135313" providerId="ADAL" clId="{BE39BC92-915D-4BE9-AEA4-43CFA5564052}" dt="2021-01-28T02:07:53.316" v="9" actId="2696"/>
        <pc:sldMkLst>
          <pc:docMk/>
          <pc:sldMk cId="1008659216" sldId="370"/>
        </pc:sldMkLst>
      </pc:sldChg>
      <pc:sldChg chg="addSp modSp new mod">
        <pc:chgData name="鈴木 秀規" userId="f68c5fd9-22d5-4c0a-9833-7fb0f5135313" providerId="ADAL" clId="{BE39BC92-915D-4BE9-AEA4-43CFA5564052}" dt="2021-01-28T03:36:42.206" v="626" actId="1076"/>
        <pc:sldMkLst>
          <pc:docMk/>
          <pc:sldMk cId="1288993640" sldId="370"/>
        </pc:sldMkLst>
        <pc:spChg chg="mod">
          <ac:chgData name="鈴木 秀規" userId="f68c5fd9-22d5-4c0a-9833-7fb0f5135313" providerId="ADAL" clId="{BE39BC92-915D-4BE9-AEA4-43CFA5564052}" dt="2021-01-28T03:33:37.456" v="574"/>
          <ac:spMkLst>
            <pc:docMk/>
            <pc:sldMk cId="1288993640" sldId="370"/>
            <ac:spMk id="3" creationId="{35721FFA-D1D7-45CF-AF1C-6ADEC50BF982}"/>
          </ac:spMkLst>
        </pc:spChg>
        <pc:spChg chg="mod">
          <ac:chgData name="鈴木 秀規" userId="f68c5fd9-22d5-4c0a-9833-7fb0f5135313" providerId="ADAL" clId="{BE39BC92-915D-4BE9-AEA4-43CFA5564052}" dt="2021-01-28T03:34:54.173" v="597" actId="14100"/>
          <ac:spMkLst>
            <pc:docMk/>
            <pc:sldMk cId="1288993640" sldId="370"/>
            <ac:spMk id="5" creationId="{1ECE987E-1BA6-4C52-A3AE-C83F2C85D3C8}"/>
          </ac:spMkLst>
        </pc:spChg>
        <pc:spChg chg="add mod">
          <ac:chgData name="鈴木 秀規" userId="f68c5fd9-22d5-4c0a-9833-7fb0f5135313" providerId="ADAL" clId="{BE39BC92-915D-4BE9-AEA4-43CFA5564052}" dt="2021-01-28T03:36:35.975" v="625" actId="207"/>
          <ac:spMkLst>
            <pc:docMk/>
            <pc:sldMk cId="1288993640" sldId="370"/>
            <ac:spMk id="7" creationId="{F872DE77-6502-48CB-A358-D937CA5BE6BE}"/>
          </ac:spMkLst>
        </pc:spChg>
        <pc:graphicFrameChg chg="add mod modGraphic">
          <ac:chgData name="鈴木 秀規" userId="f68c5fd9-22d5-4c0a-9833-7fb0f5135313" providerId="ADAL" clId="{BE39BC92-915D-4BE9-AEA4-43CFA5564052}" dt="2021-01-28T03:36:42.206" v="626" actId="1076"/>
          <ac:graphicFrameMkLst>
            <pc:docMk/>
            <pc:sldMk cId="1288993640" sldId="370"/>
            <ac:graphicFrameMk id="6" creationId="{A46328A8-4387-401E-8457-B9D2F8695792}"/>
          </ac:graphicFrameMkLst>
        </pc:graphicFrameChg>
      </pc:sldChg>
      <pc:sldChg chg="addSp delSp modSp new mod">
        <pc:chgData name="鈴木 秀規" userId="f68c5fd9-22d5-4c0a-9833-7fb0f5135313" providerId="ADAL" clId="{BE39BC92-915D-4BE9-AEA4-43CFA5564052}" dt="2021-01-28T03:41:56.755" v="690" actId="1036"/>
        <pc:sldMkLst>
          <pc:docMk/>
          <pc:sldMk cId="269703063" sldId="371"/>
        </pc:sldMkLst>
        <pc:spChg chg="mod">
          <ac:chgData name="鈴木 秀規" userId="f68c5fd9-22d5-4c0a-9833-7fb0f5135313" providerId="ADAL" clId="{BE39BC92-915D-4BE9-AEA4-43CFA5564052}" dt="2021-01-28T03:36:56.465" v="628"/>
          <ac:spMkLst>
            <pc:docMk/>
            <pc:sldMk cId="269703063" sldId="371"/>
            <ac:spMk id="3" creationId="{F28C555D-7085-4A91-ACBC-9F093652BD57}"/>
          </ac:spMkLst>
        </pc:spChg>
        <pc:spChg chg="mod">
          <ac:chgData name="鈴木 秀規" userId="f68c5fd9-22d5-4c0a-9833-7fb0f5135313" providerId="ADAL" clId="{BE39BC92-915D-4BE9-AEA4-43CFA5564052}" dt="2021-01-28T03:37:42.784" v="637" actId="12"/>
          <ac:spMkLst>
            <pc:docMk/>
            <pc:sldMk cId="269703063" sldId="371"/>
            <ac:spMk id="5" creationId="{78D1BDF9-E38D-422F-BA46-821E29D129FB}"/>
          </ac:spMkLst>
        </pc:spChg>
        <pc:spChg chg="add mod">
          <ac:chgData name="鈴木 秀規" userId="f68c5fd9-22d5-4c0a-9833-7fb0f5135313" providerId="ADAL" clId="{BE39BC92-915D-4BE9-AEA4-43CFA5564052}" dt="2021-01-28T03:39:10.765" v="653" actId="1076"/>
          <ac:spMkLst>
            <pc:docMk/>
            <pc:sldMk cId="269703063" sldId="371"/>
            <ac:spMk id="7" creationId="{88A6D309-1FBE-4767-97A5-7F4841AF68E4}"/>
          </ac:spMkLst>
        </pc:spChg>
        <pc:graphicFrameChg chg="add mod modGraphic">
          <ac:chgData name="鈴木 秀規" userId="f68c5fd9-22d5-4c0a-9833-7fb0f5135313" providerId="ADAL" clId="{BE39BC92-915D-4BE9-AEA4-43CFA5564052}" dt="2021-01-28T03:39:05.224" v="652" actId="14100"/>
          <ac:graphicFrameMkLst>
            <pc:docMk/>
            <pc:sldMk cId="269703063" sldId="371"/>
            <ac:graphicFrameMk id="6" creationId="{7DFD3F1E-EB5D-45EC-A16F-D2C68B5B57D5}"/>
          </ac:graphicFrameMkLst>
        </pc:graphicFrameChg>
        <pc:graphicFrameChg chg="add del mod">
          <ac:chgData name="鈴木 秀規" userId="f68c5fd9-22d5-4c0a-9833-7fb0f5135313" providerId="ADAL" clId="{BE39BC92-915D-4BE9-AEA4-43CFA5564052}" dt="2021-01-28T03:38:34.587" v="644" actId="478"/>
          <ac:graphicFrameMkLst>
            <pc:docMk/>
            <pc:sldMk cId="269703063" sldId="371"/>
            <ac:graphicFrameMk id="8" creationId="{E74ECA25-8C4B-403B-BE43-67D2CDCA7083}"/>
          </ac:graphicFrameMkLst>
        </pc:graphicFrameChg>
        <pc:graphicFrameChg chg="add mod modGraphic">
          <ac:chgData name="鈴木 秀規" userId="f68c5fd9-22d5-4c0a-9833-7fb0f5135313" providerId="ADAL" clId="{BE39BC92-915D-4BE9-AEA4-43CFA5564052}" dt="2021-01-28T03:40:41.912" v="677" actId="207"/>
          <ac:graphicFrameMkLst>
            <pc:docMk/>
            <pc:sldMk cId="269703063" sldId="371"/>
            <ac:graphicFrameMk id="9" creationId="{BAC907AF-2C33-4AB2-91B8-BCEAA25ADC4E}"/>
          </ac:graphicFrameMkLst>
        </pc:graphicFrameChg>
        <pc:graphicFrameChg chg="add mod modGraphic">
          <ac:chgData name="鈴木 秀規" userId="f68c5fd9-22d5-4c0a-9833-7fb0f5135313" providerId="ADAL" clId="{BE39BC92-915D-4BE9-AEA4-43CFA5564052}" dt="2021-01-28T03:41:56.755" v="690" actId="1036"/>
          <ac:graphicFrameMkLst>
            <pc:docMk/>
            <pc:sldMk cId="269703063" sldId="371"/>
            <ac:graphicFrameMk id="10" creationId="{2D38E5AD-F13D-4928-BE97-51DCF54ED4D1}"/>
          </ac:graphicFrameMkLst>
        </pc:graphicFrameChg>
      </pc:sldChg>
      <pc:sldChg chg="del">
        <pc:chgData name="鈴木 秀規" userId="f68c5fd9-22d5-4c0a-9833-7fb0f5135313" providerId="ADAL" clId="{BE39BC92-915D-4BE9-AEA4-43CFA5564052}" dt="2021-01-28T02:07:53.316" v="9" actId="2696"/>
        <pc:sldMkLst>
          <pc:docMk/>
          <pc:sldMk cId="3350652435" sldId="371"/>
        </pc:sldMkLst>
      </pc:sldChg>
      <pc:sldChg chg="addSp delSp modSp new mod modClrScheme chgLayout">
        <pc:chgData name="鈴木 秀規" userId="f68c5fd9-22d5-4c0a-9833-7fb0f5135313" providerId="ADAL" clId="{BE39BC92-915D-4BE9-AEA4-43CFA5564052}" dt="2021-01-28T03:47:33.636" v="981" actId="113"/>
        <pc:sldMkLst>
          <pc:docMk/>
          <pc:sldMk cId="2141290884" sldId="372"/>
        </pc:sldMkLst>
        <pc:spChg chg="mod ord">
          <ac:chgData name="鈴木 秀規" userId="f68c5fd9-22d5-4c0a-9833-7fb0f5135313" providerId="ADAL" clId="{BE39BC92-915D-4BE9-AEA4-43CFA5564052}" dt="2021-01-28T03:42:15.366" v="727" actId="700"/>
          <ac:spMkLst>
            <pc:docMk/>
            <pc:sldMk cId="2141290884" sldId="372"/>
            <ac:spMk id="2" creationId="{6A046B87-A81E-4C22-8387-16143B6E20B9}"/>
          </ac:spMkLst>
        </pc:spChg>
        <pc:spChg chg="mod ord">
          <ac:chgData name="鈴木 秀規" userId="f68c5fd9-22d5-4c0a-9833-7fb0f5135313" providerId="ADAL" clId="{BE39BC92-915D-4BE9-AEA4-43CFA5564052}" dt="2021-01-28T03:42:15.366" v="727" actId="700"/>
          <ac:spMkLst>
            <pc:docMk/>
            <pc:sldMk cId="2141290884" sldId="372"/>
            <ac:spMk id="3" creationId="{E9F5DE10-FC9D-4093-A7C7-7D8DAF229C20}"/>
          </ac:spMkLst>
        </pc:spChg>
        <pc:spChg chg="mod ord">
          <ac:chgData name="鈴木 秀規" userId="f68c5fd9-22d5-4c0a-9833-7fb0f5135313" providerId="ADAL" clId="{BE39BC92-915D-4BE9-AEA4-43CFA5564052}" dt="2021-01-28T03:42:15.366" v="727" actId="700"/>
          <ac:spMkLst>
            <pc:docMk/>
            <pc:sldMk cId="2141290884" sldId="372"/>
            <ac:spMk id="4" creationId="{E55A8B9C-9FFF-451E-9382-C1B3EA752028}"/>
          </ac:spMkLst>
        </pc:spChg>
        <pc:spChg chg="del mod ord">
          <ac:chgData name="鈴木 秀規" userId="f68c5fd9-22d5-4c0a-9833-7fb0f5135313" providerId="ADAL" clId="{BE39BC92-915D-4BE9-AEA4-43CFA5564052}" dt="2021-01-28T03:42:15.366" v="727" actId="700"/>
          <ac:spMkLst>
            <pc:docMk/>
            <pc:sldMk cId="2141290884" sldId="372"/>
            <ac:spMk id="5" creationId="{7B9BDC31-9DCA-4560-8DC7-651E5FB7EF63}"/>
          </ac:spMkLst>
        </pc:spChg>
        <pc:spChg chg="add mod ord">
          <ac:chgData name="鈴木 秀規" userId="f68c5fd9-22d5-4c0a-9833-7fb0f5135313" providerId="ADAL" clId="{BE39BC92-915D-4BE9-AEA4-43CFA5564052}" dt="2021-01-28T03:42:55.706" v="819" actId="20577"/>
          <ac:spMkLst>
            <pc:docMk/>
            <pc:sldMk cId="2141290884" sldId="372"/>
            <ac:spMk id="6" creationId="{7EB8D24C-BA49-4E35-9008-7EA7A9DA9F7D}"/>
          </ac:spMkLst>
        </pc:spChg>
        <pc:spChg chg="add mod ord">
          <ac:chgData name="鈴木 秀規" userId="f68c5fd9-22d5-4c0a-9833-7fb0f5135313" providerId="ADAL" clId="{BE39BC92-915D-4BE9-AEA4-43CFA5564052}" dt="2021-01-28T03:47:33.636" v="981" actId="113"/>
          <ac:spMkLst>
            <pc:docMk/>
            <pc:sldMk cId="2141290884" sldId="372"/>
            <ac:spMk id="7" creationId="{BE7D8EEA-841B-4634-959A-C8CF290A3A97}"/>
          </ac:spMkLst>
        </pc:spChg>
      </pc:sldChg>
      <pc:sldChg chg="del">
        <pc:chgData name="鈴木 秀規" userId="f68c5fd9-22d5-4c0a-9833-7fb0f5135313" providerId="ADAL" clId="{BE39BC92-915D-4BE9-AEA4-43CFA5564052}" dt="2021-01-28T02:07:53.316" v="9" actId="2696"/>
        <pc:sldMkLst>
          <pc:docMk/>
          <pc:sldMk cId="3443851444" sldId="372"/>
        </pc:sldMkLst>
      </pc:sldChg>
      <pc:sldChg chg="addSp delSp modSp new mod modClrScheme chgLayout">
        <pc:chgData name="鈴木 秀規" userId="f68c5fd9-22d5-4c0a-9833-7fb0f5135313" providerId="ADAL" clId="{BE39BC92-915D-4BE9-AEA4-43CFA5564052}" dt="2021-01-28T03:53:29.399" v="1069" actId="14100"/>
        <pc:sldMkLst>
          <pc:docMk/>
          <pc:sldMk cId="1104417737" sldId="373"/>
        </pc:sldMkLst>
        <pc:spChg chg="del mod ord">
          <ac:chgData name="鈴木 秀規" userId="f68c5fd9-22d5-4c0a-9833-7fb0f5135313" providerId="ADAL" clId="{BE39BC92-915D-4BE9-AEA4-43CFA5564052}" dt="2021-01-28T03:47:41.928" v="983" actId="700"/>
          <ac:spMkLst>
            <pc:docMk/>
            <pc:sldMk cId="1104417737" sldId="373"/>
            <ac:spMk id="2" creationId="{F626FF5B-9363-415F-ACB2-CFCBB7500313}"/>
          </ac:spMkLst>
        </pc:spChg>
        <pc:spChg chg="mod ord">
          <ac:chgData name="鈴木 秀規" userId="f68c5fd9-22d5-4c0a-9833-7fb0f5135313" providerId="ADAL" clId="{BE39BC92-915D-4BE9-AEA4-43CFA5564052}" dt="2021-01-28T03:47:41.928" v="983" actId="700"/>
          <ac:spMkLst>
            <pc:docMk/>
            <pc:sldMk cId="1104417737" sldId="373"/>
            <ac:spMk id="3" creationId="{305B29A1-0D3C-4926-A08E-218D94F73216}"/>
          </ac:spMkLst>
        </pc:spChg>
        <pc:spChg chg="mod ord">
          <ac:chgData name="鈴木 秀規" userId="f68c5fd9-22d5-4c0a-9833-7fb0f5135313" providerId="ADAL" clId="{BE39BC92-915D-4BE9-AEA4-43CFA5564052}" dt="2021-01-28T03:47:41.928" v="983" actId="700"/>
          <ac:spMkLst>
            <pc:docMk/>
            <pc:sldMk cId="1104417737" sldId="373"/>
            <ac:spMk id="4" creationId="{C94A89B8-7177-4C8A-8497-091DB549B056}"/>
          </ac:spMkLst>
        </pc:spChg>
        <pc:spChg chg="del mod ord">
          <ac:chgData name="鈴木 秀規" userId="f68c5fd9-22d5-4c0a-9833-7fb0f5135313" providerId="ADAL" clId="{BE39BC92-915D-4BE9-AEA4-43CFA5564052}" dt="2021-01-28T03:47:41.928" v="983" actId="700"/>
          <ac:spMkLst>
            <pc:docMk/>
            <pc:sldMk cId="1104417737" sldId="373"/>
            <ac:spMk id="5" creationId="{F8F83B5F-F112-4970-9755-FDA964D52B65}"/>
          </ac:spMkLst>
        </pc:spChg>
        <pc:spChg chg="del">
          <ac:chgData name="鈴木 秀規" userId="f68c5fd9-22d5-4c0a-9833-7fb0f5135313" providerId="ADAL" clId="{BE39BC92-915D-4BE9-AEA4-43CFA5564052}" dt="2021-01-28T03:47:41.928" v="983" actId="700"/>
          <ac:spMkLst>
            <pc:docMk/>
            <pc:sldMk cId="1104417737" sldId="373"/>
            <ac:spMk id="6" creationId="{0CD9AB3B-7C50-4E91-80FB-21D985E640FD}"/>
          </ac:spMkLst>
        </pc:spChg>
        <pc:spChg chg="add mod ord">
          <ac:chgData name="鈴木 秀規" userId="f68c5fd9-22d5-4c0a-9833-7fb0f5135313" providerId="ADAL" clId="{BE39BC92-915D-4BE9-AEA4-43CFA5564052}" dt="2021-01-28T03:47:52.381" v="984"/>
          <ac:spMkLst>
            <pc:docMk/>
            <pc:sldMk cId="1104417737" sldId="373"/>
            <ac:spMk id="7" creationId="{A76FA9C6-E58A-46C8-B4B5-8FB30264AB7D}"/>
          </ac:spMkLst>
        </pc:spChg>
        <pc:spChg chg="add mod ord">
          <ac:chgData name="鈴木 秀規" userId="f68c5fd9-22d5-4c0a-9833-7fb0f5135313" providerId="ADAL" clId="{BE39BC92-915D-4BE9-AEA4-43CFA5564052}" dt="2021-01-28T03:48:15.156" v="991" actId="20577"/>
          <ac:spMkLst>
            <pc:docMk/>
            <pc:sldMk cId="1104417737" sldId="373"/>
            <ac:spMk id="8" creationId="{2109464F-0FD1-4D4D-8CC3-59AC3574FB22}"/>
          </ac:spMkLst>
        </pc:spChg>
        <pc:spChg chg="add mod">
          <ac:chgData name="鈴木 秀規" userId="f68c5fd9-22d5-4c0a-9833-7fb0f5135313" providerId="ADAL" clId="{BE39BC92-915D-4BE9-AEA4-43CFA5564052}" dt="2021-01-28T03:53:29.399" v="1069" actId="14100"/>
          <ac:spMkLst>
            <pc:docMk/>
            <pc:sldMk cId="1104417737" sldId="373"/>
            <ac:spMk id="11" creationId="{F6C5540E-A21C-4E81-823D-AB2C6B0D5F29}"/>
          </ac:spMkLst>
        </pc:spChg>
        <pc:graphicFrameChg chg="add del mod modGraphic">
          <ac:chgData name="鈴木 秀規" userId="f68c5fd9-22d5-4c0a-9833-7fb0f5135313" providerId="ADAL" clId="{BE39BC92-915D-4BE9-AEA4-43CFA5564052}" dt="2021-01-28T03:49:25.804" v="999" actId="478"/>
          <ac:graphicFrameMkLst>
            <pc:docMk/>
            <pc:sldMk cId="1104417737" sldId="373"/>
            <ac:graphicFrameMk id="9" creationId="{B3B1568C-5F61-4D9D-9CDC-F44407006EDB}"/>
          </ac:graphicFrameMkLst>
        </pc:graphicFrameChg>
        <pc:graphicFrameChg chg="add mod modGraphic">
          <ac:chgData name="鈴木 秀規" userId="f68c5fd9-22d5-4c0a-9833-7fb0f5135313" providerId="ADAL" clId="{BE39BC92-915D-4BE9-AEA4-43CFA5564052}" dt="2021-01-28T03:52:04.846" v="1047" actId="313"/>
          <ac:graphicFrameMkLst>
            <pc:docMk/>
            <pc:sldMk cId="1104417737" sldId="373"/>
            <ac:graphicFrameMk id="10" creationId="{43D73CE5-CFDC-4FC7-9060-87C9D18AFD0E}"/>
          </ac:graphicFrameMkLst>
        </pc:graphicFrameChg>
      </pc:sldChg>
      <pc:sldChg chg="del">
        <pc:chgData name="鈴木 秀規" userId="f68c5fd9-22d5-4c0a-9833-7fb0f5135313" providerId="ADAL" clId="{BE39BC92-915D-4BE9-AEA4-43CFA5564052}" dt="2021-01-28T02:07:53.316" v="9" actId="2696"/>
        <pc:sldMkLst>
          <pc:docMk/>
          <pc:sldMk cId="2536938731" sldId="373"/>
        </pc:sldMkLst>
      </pc:sldChg>
      <pc:sldChg chg="del">
        <pc:chgData name="鈴木 秀規" userId="f68c5fd9-22d5-4c0a-9833-7fb0f5135313" providerId="ADAL" clId="{BE39BC92-915D-4BE9-AEA4-43CFA5564052}" dt="2021-01-28T02:07:53.316" v="9" actId="2696"/>
        <pc:sldMkLst>
          <pc:docMk/>
          <pc:sldMk cId="3337611443" sldId="374"/>
        </pc:sldMkLst>
      </pc:sldChg>
      <pc:sldChg chg="addSp modSp new mod">
        <pc:chgData name="鈴木 秀規" userId="f68c5fd9-22d5-4c0a-9833-7fb0f5135313" providerId="ADAL" clId="{BE39BC92-915D-4BE9-AEA4-43CFA5564052}" dt="2021-01-28T03:58:46.283" v="1127" actId="20577"/>
        <pc:sldMkLst>
          <pc:docMk/>
          <pc:sldMk cId="3417266570" sldId="374"/>
        </pc:sldMkLst>
        <pc:spChg chg="mod">
          <ac:chgData name="鈴木 秀規" userId="f68c5fd9-22d5-4c0a-9833-7fb0f5135313" providerId="ADAL" clId="{BE39BC92-915D-4BE9-AEA4-43CFA5564052}" dt="2021-01-28T03:54:41.607" v="1071"/>
          <ac:spMkLst>
            <pc:docMk/>
            <pc:sldMk cId="3417266570" sldId="374"/>
            <ac:spMk id="3" creationId="{C9DA2D84-A78B-4723-B005-A44B1AF31487}"/>
          </ac:spMkLst>
        </pc:spChg>
        <pc:spChg chg="mod">
          <ac:chgData name="鈴木 秀規" userId="f68c5fd9-22d5-4c0a-9833-7fb0f5135313" providerId="ADAL" clId="{BE39BC92-915D-4BE9-AEA4-43CFA5564052}" dt="2021-01-28T03:55:11.327" v="1078" actId="14100"/>
          <ac:spMkLst>
            <pc:docMk/>
            <pc:sldMk cId="3417266570" sldId="374"/>
            <ac:spMk id="5" creationId="{D345FCF4-B188-436C-9FB4-5149C3180134}"/>
          </ac:spMkLst>
        </pc:spChg>
        <pc:spChg chg="add mod">
          <ac:chgData name="鈴木 秀規" userId="f68c5fd9-22d5-4c0a-9833-7fb0f5135313" providerId="ADAL" clId="{BE39BC92-915D-4BE9-AEA4-43CFA5564052}" dt="2021-01-28T03:58:46.283" v="1127" actId="20577"/>
          <ac:spMkLst>
            <pc:docMk/>
            <pc:sldMk cId="3417266570" sldId="374"/>
            <ac:spMk id="7" creationId="{8129B86A-332A-48A1-A39B-A2FF311F1205}"/>
          </ac:spMkLst>
        </pc:spChg>
        <pc:graphicFrameChg chg="add mod modGraphic">
          <ac:chgData name="鈴木 秀規" userId="f68c5fd9-22d5-4c0a-9833-7fb0f5135313" providerId="ADAL" clId="{BE39BC92-915D-4BE9-AEA4-43CFA5564052}" dt="2021-01-28T03:58:02.067" v="1121" actId="14734"/>
          <ac:graphicFrameMkLst>
            <pc:docMk/>
            <pc:sldMk cId="3417266570" sldId="374"/>
            <ac:graphicFrameMk id="6" creationId="{88E6580C-D2B8-4568-A1AF-041FFE84BA33}"/>
          </ac:graphicFrameMkLst>
        </pc:graphicFrameChg>
      </pc:sldChg>
      <pc:sldChg chg="del">
        <pc:chgData name="鈴木 秀規" userId="f68c5fd9-22d5-4c0a-9833-7fb0f5135313" providerId="ADAL" clId="{BE39BC92-915D-4BE9-AEA4-43CFA5564052}" dt="2021-01-28T02:07:53.316" v="9" actId="2696"/>
        <pc:sldMkLst>
          <pc:docMk/>
          <pc:sldMk cId="571433644" sldId="375"/>
        </pc:sldMkLst>
      </pc:sldChg>
      <pc:sldChg chg="modSp new mod">
        <pc:chgData name="鈴木 秀規" userId="f68c5fd9-22d5-4c0a-9833-7fb0f5135313" providerId="ADAL" clId="{BE39BC92-915D-4BE9-AEA4-43CFA5564052}" dt="2021-01-28T04:21:58.281" v="1158" actId="207"/>
        <pc:sldMkLst>
          <pc:docMk/>
          <pc:sldMk cId="3525173344" sldId="375"/>
        </pc:sldMkLst>
        <pc:spChg chg="mod">
          <ac:chgData name="鈴木 秀規" userId="f68c5fd9-22d5-4c0a-9833-7fb0f5135313" providerId="ADAL" clId="{BE39BC92-915D-4BE9-AEA4-43CFA5564052}" dt="2021-01-28T03:59:20.523" v="1129"/>
          <ac:spMkLst>
            <pc:docMk/>
            <pc:sldMk cId="3525173344" sldId="375"/>
            <ac:spMk id="3" creationId="{CFF83AF9-23FD-409D-BA32-6E187A1AD0E5}"/>
          </ac:spMkLst>
        </pc:spChg>
        <pc:spChg chg="mod">
          <ac:chgData name="鈴木 秀規" userId="f68c5fd9-22d5-4c0a-9833-7fb0f5135313" providerId="ADAL" clId="{BE39BC92-915D-4BE9-AEA4-43CFA5564052}" dt="2021-01-28T04:21:58.281" v="1158" actId="207"/>
          <ac:spMkLst>
            <pc:docMk/>
            <pc:sldMk cId="3525173344" sldId="375"/>
            <ac:spMk id="5" creationId="{2D51B0E8-E569-42F7-AADB-343F9AB29447}"/>
          </ac:spMkLst>
        </pc:spChg>
      </pc:sldChg>
      <pc:sldChg chg="del">
        <pc:chgData name="鈴木 秀規" userId="f68c5fd9-22d5-4c0a-9833-7fb0f5135313" providerId="ADAL" clId="{BE39BC92-915D-4BE9-AEA4-43CFA5564052}" dt="2021-01-28T02:07:53.316" v="9" actId="2696"/>
        <pc:sldMkLst>
          <pc:docMk/>
          <pc:sldMk cId="941335972" sldId="376"/>
        </pc:sldMkLst>
      </pc:sldChg>
      <pc:sldChg chg="addSp modSp new mod">
        <pc:chgData name="鈴木 秀規" userId="f68c5fd9-22d5-4c0a-9833-7fb0f5135313" providerId="ADAL" clId="{BE39BC92-915D-4BE9-AEA4-43CFA5564052}" dt="2021-01-28T04:35:20.492" v="1252" actId="1076"/>
        <pc:sldMkLst>
          <pc:docMk/>
          <pc:sldMk cId="3171014613" sldId="376"/>
        </pc:sldMkLst>
        <pc:spChg chg="mod">
          <ac:chgData name="鈴木 秀規" userId="f68c5fd9-22d5-4c0a-9833-7fb0f5135313" providerId="ADAL" clId="{BE39BC92-915D-4BE9-AEA4-43CFA5564052}" dt="2021-01-28T04:23:20.752" v="1160"/>
          <ac:spMkLst>
            <pc:docMk/>
            <pc:sldMk cId="3171014613" sldId="376"/>
            <ac:spMk id="3" creationId="{311F91AF-7155-4B82-88B3-F4166C8BEA1E}"/>
          </ac:spMkLst>
        </pc:spChg>
        <pc:spChg chg="mod">
          <ac:chgData name="鈴木 秀規" userId="f68c5fd9-22d5-4c0a-9833-7fb0f5135313" providerId="ADAL" clId="{BE39BC92-915D-4BE9-AEA4-43CFA5564052}" dt="2021-01-28T04:24:34.991" v="1171" actId="14100"/>
          <ac:spMkLst>
            <pc:docMk/>
            <pc:sldMk cId="3171014613" sldId="376"/>
            <ac:spMk id="5" creationId="{9C3F9CCC-831D-4CC8-95B8-42081476B942}"/>
          </ac:spMkLst>
        </pc:spChg>
        <pc:spChg chg="add mod">
          <ac:chgData name="鈴木 秀規" userId="f68c5fd9-22d5-4c0a-9833-7fb0f5135313" providerId="ADAL" clId="{BE39BC92-915D-4BE9-AEA4-43CFA5564052}" dt="2021-01-28T04:24:23.069" v="1170" actId="1076"/>
          <ac:spMkLst>
            <pc:docMk/>
            <pc:sldMk cId="3171014613" sldId="376"/>
            <ac:spMk id="6" creationId="{1AD082C2-24CD-44FE-AFEE-ACDEF88A2638}"/>
          </ac:spMkLst>
        </pc:spChg>
        <pc:spChg chg="add mod">
          <ac:chgData name="鈴木 秀規" userId="f68c5fd9-22d5-4c0a-9833-7fb0f5135313" providerId="ADAL" clId="{BE39BC92-915D-4BE9-AEA4-43CFA5564052}" dt="2021-01-28T04:24:23.069" v="1170" actId="1076"/>
          <ac:spMkLst>
            <pc:docMk/>
            <pc:sldMk cId="3171014613" sldId="376"/>
            <ac:spMk id="7" creationId="{0EE56090-810D-489D-9DE6-238965FD723D}"/>
          </ac:spMkLst>
        </pc:spChg>
        <pc:spChg chg="add mod">
          <ac:chgData name="鈴木 秀規" userId="f68c5fd9-22d5-4c0a-9833-7fb0f5135313" providerId="ADAL" clId="{BE39BC92-915D-4BE9-AEA4-43CFA5564052}" dt="2021-01-28T04:24:23.069" v="1170" actId="1076"/>
          <ac:spMkLst>
            <pc:docMk/>
            <pc:sldMk cId="3171014613" sldId="376"/>
            <ac:spMk id="8" creationId="{37E56712-A8C9-4619-BAA5-91CCF58E7A92}"/>
          </ac:spMkLst>
        </pc:spChg>
        <pc:spChg chg="add mod">
          <ac:chgData name="鈴木 秀規" userId="f68c5fd9-22d5-4c0a-9833-7fb0f5135313" providerId="ADAL" clId="{BE39BC92-915D-4BE9-AEA4-43CFA5564052}" dt="2021-01-28T04:24:23.069" v="1170" actId="1076"/>
          <ac:spMkLst>
            <pc:docMk/>
            <pc:sldMk cId="3171014613" sldId="376"/>
            <ac:spMk id="9" creationId="{037B035B-AB2C-4218-B9F0-DF203CEA7AB8}"/>
          </ac:spMkLst>
        </pc:spChg>
        <pc:spChg chg="add mod">
          <ac:chgData name="鈴木 秀規" userId="f68c5fd9-22d5-4c0a-9833-7fb0f5135313" providerId="ADAL" clId="{BE39BC92-915D-4BE9-AEA4-43CFA5564052}" dt="2021-01-28T04:24:23.069" v="1170" actId="1076"/>
          <ac:spMkLst>
            <pc:docMk/>
            <pc:sldMk cId="3171014613" sldId="376"/>
            <ac:spMk id="10" creationId="{61678391-7104-4373-AB29-825F1F76A3AF}"/>
          </ac:spMkLst>
        </pc:spChg>
        <pc:spChg chg="add mod">
          <ac:chgData name="鈴木 秀規" userId="f68c5fd9-22d5-4c0a-9833-7fb0f5135313" providerId="ADAL" clId="{BE39BC92-915D-4BE9-AEA4-43CFA5564052}" dt="2021-01-28T04:24:23.069" v="1170" actId="1076"/>
          <ac:spMkLst>
            <pc:docMk/>
            <pc:sldMk cId="3171014613" sldId="376"/>
            <ac:spMk id="11" creationId="{20ACFF16-E5BB-4679-A508-A320003142A7}"/>
          </ac:spMkLst>
        </pc:spChg>
        <pc:spChg chg="add mod">
          <ac:chgData name="鈴木 秀規" userId="f68c5fd9-22d5-4c0a-9833-7fb0f5135313" providerId="ADAL" clId="{BE39BC92-915D-4BE9-AEA4-43CFA5564052}" dt="2021-01-28T04:25:33.536" v="1182" actId="207"/>
          <ac:spMkLst>
            <pc:docMk/>
            <pc:sldMk cId="3171014613" sldId="376"/>
            <ac:spMk id="12" creationId="{4F80E6C8-F746-4D16-B77C-625BBF73EE36}"/>
          </ac:spMkLst>
        </pc:spChg>
        <pc:spChg chg="add mod">
          <ac:chgData name="鈴木 秀規" userId="f68c5fd9-22d5-4c0a-9833-7fb0f5135313" providerId="ADAL" clId="{BE39BC92-915D-4BE9-AEA4-43CFA5564052}" dt="2021-01-28T04:26:17.325" v="1189" actId="1076"/>
          <ac:spMkLst>
            <pc:docMk/>
            <pc:sldMk cId="3171014613" sldId="376"/>
            <ac:spMk id="13" creationId="{3D868C90-9825-42D3-8248-08A224DD70E5}"/>
          </ac:spMkLst>
        </pc:spChg>
        <pc:spChg chg="add mod">
          <ac:chgData name="鈴木 秀規" userId="f68c5fd9-22d5-4c0a-9833-7fb0f5135313" providerId="ADAL" clId="{BE39BC92-915D-4BE9-AEA4-43CFA5564052}" dt="2021-01-28T04:33:26.591" v="1225" actId="1076"/>
          <ac:spMkLst>
            <pc:docMk/>
            <pc:sldMk cId="3171014613" sldId="376"/>
            <ac:spMk id="14" creationId="{331F7C47-3702-4546-960B-C87C50225A10}"/>
          </ac:spMkLst>
        </pc:spChg>
        <pc:spChg chg="add mod">
          <ac:chgData name="鈴木 秀規" userId="f68c5fd9-22d5-4c0a-9833-7fb0f5135313" providerId="ADAL" clId="{BE39BC92-915D-4BE9-AEA4-43CFA5564052}" dt="2021-01-28T04:33:22.423" v="1224" actId="571"/>
          <ac:spMkLst>
            <pc:docMk/>
            <pc:sldMk cId="3171014613" sldId="376"/>
            <ac:spMk id="15" creationId="{9ECC0DDA-255E-495F-9AC7-A5960E56213B}"/>
          </ac:spMkLst>
        </pc:spChg>
        <pc:spChg chg="add mod">
          <ac:chgData name="鈴木 秀規" userId="f68c5fd9-22d5-4c0a-9833-7fb0f5135313" providerId="ADAL" clId="{BE39BC92-915D-4BE9-AEA4-43CFA5564052}" dt="2021-01-28T04:33:22.423" v="1224" actId="571"/>
          <ac:spMkLst>
            <pc:docMk/>
            <pc:sldMk cId="3171014613" sldId="376"/>
            <ac:spMk id="16" creationId="{10A648DB-B60E-411C-8BE7-DC3558918CDE}"/>
          </ac:spMkLst>
        </pc:spChg>
        <pc:spChg chg="add mod">
          <ac:chgData name="鈴木 秀規" userId="f68c5fd9-22d5-4c0a-9833-7fb0f5135313" providerId="ADAL" clId="{BE39BC92-915D-4BE9-AEA4-43CFA5564052}" dt="2021-01-28T04:33:22.423" v="1224" actId="571"/>
          <ac:spMkLst>
            <pc:docMk/>
            <pc:sldMk cId="3171014613" sldId="376"/>
            <ac:spMk id="17" creationId="{F1541D18-CF5A-4ADD-91A6-6A9C7418E8BD}"/>
          </ac:spMkLst>
        </pc:spChg>
        <pc:spChg chg="add mod">
          <ac:chgData name="鈴木 秀規" userId="f68c5fd9-22d5-4c0a-9833-7fb0f5135313" providerId="ADAL" clId="{BE39BC92-915D-4BE9-AEA4-43CFA5564052}" dt="2021-01-28T04:33:22.423" v="1224" actId="571"/>
          <ac:spMkLst>
            <pc:docMk/>
            <pc:sldMk cId="3171014613" sldId="376"/>
            <ac:spMk id="18" creationId="{1EFCEC40-F035-48F5-B711-D6B5968BDDFB}"/>
          </ac:spMkLst>
        </pc:spChg>
        <pc:spChg chg="add mod">
          <ac:chgData name="鈴木 秀規" userId="f68c5fd9-22d5-4c0a-9833-7fb0f5135313" providerId="ADAL" clId="{BE39BC92-915D-4BE9-AEA4-43CFA5564052}" dt="2021-01-28T04:34:06.673" v="1238" actId="20577"/>
          <ac:spMkLst>
            <pc:docMk/>
            <pc:sldMk cId="3171014613" sldId="376"/>
            <ac:spMk id="19" creationId="{624A6EBF-3B70-4889-A5A2-71F0D6A2C19C}"/>
          </ac:spMkLst>
        </pc:spChg>
        <pc:spChg chg="add mod">
          <ac:chgData name="鈴木 秀規" userId="f68c5fd9-22d5-4c0a-9833-7fb0f5135313" providerId="ADAL" clId="{BE39BC92-915D-4BE9-AEA4-43CFA5564052}" dt="2021-01-28T04:33:47.718" v="1227" actId="14100"/>
          <ac:spMkLst>
            <pc:docMk/>
            <pc:sldMk cId="3171014613" sldId="376"/>
            <ac:spMk id="20" creationId="{784ABAB6-C536-4062-A6EB-3F4F2C6612FB}"/>
          </ac:spMkLst>
        </pc:spChg>
        <pc:spChg chg="add mod">
          <ac:chgData name="鈴木 秀規" userId="f68c5fd9-22d5-4c0a-9833-7fb0f5135313" providerId="ADAL" clId="{BE39BC92-915D-4BE9-AEA4-43CFA5564052}" dt="2021-01-28T04:34:02.552" v="1229" actId="571"/>
          <ac:spMkLst>
            <pc:docMk/>
            <pc:sldMk cId="3171014613" sldId="376"/>
            <ac:spMk id="21" creationId="{9516A39C-5C5D-4DAB-B566-8C09DC3790CE}"/>
          </ac:spMkLst>
        </pc:spChg>
        <pc:spChg chg="add mod">
          <ac:chgData name="鈴木 秀規" userId="f68c5fd9-22d5-4c0a-9833-7fb0f5135313" providerId="ADAL" clId="{BE39BC92-915D-4BE9-AEA4-43CFA5564052}" dt="2021-01-28T04:35:20.492" v="1252" actId="1076"/>
          <ac:spMkLst>
            <pc:docMk/>
            <pc:sldMk cId="3171014613" sldId="376"/>
            <ac:spMk id="22" creationId="{245B9BBB-B2D6-4FE4-B3E6-8DD29E586E35}"/>
          </ac:spMkLst>
        </pc:spChg>
      </pc:sldChg>
      <pc:sldChg chg="del">
        <pc:chgData name="鈴木 秀規" userId="f68c5fd9-22d5-4c0a-9833-7fb0f5135313" providerId="ADAL" clId="{BE39BC92-915D-4BE9-AEA4-43CFA5564052}" dt="2021-01-28T02:07:53.316" v="9" actId="2696"/>
        <pc:sldMkLst>
          <pc:docMk/>
          <pc:sldMk cId="2664152079" sldId="377"/>
        </pc:sldMkLst>
      </pc:sldChg>
      <pc:sldChg chg="modSp new mod">
        <pc:chgData name="鈴木 秀規" userId="f68c5fd9-22d5-4c0a-9833-7fb0f5135313" providerId="ADAL" clId="{BE39BC92-915D-4BE9-AEA4-43CFA5564052}" dt="2021-01-28T04:37:09.418" v="1295" actId="207"/>
        <pc:sldMkLst>
          <pc:docMk/>
          <pc:sldMk cId="2808150330" sldId="377"/>
        </pc:sldMkLst>
        <pc:spChg chg="mod">
          <ac:chgData name="鈴木 秀規" userId="f68c5fd9-22d5-4c0a-9833-7fb0f5135313" providerId="ADAL" clId="{BE39BC92-915D-4BE9-AEA4-43CFA5564052}" dt="2021-01-28T04:35:35.804" v="1254"/>
          <ac:spMkLst>
            <pc:docMk/>
            <pc:sldMk cId="2808150330" sldId="377"/>
            <ac:spMk id="3" creationId="{FA6E5A94-9424-40DF-95D5-1E582A92AD4E}"/>
          </ac:spMkLst>
        </pc:spChg>
        <pc:spChg chg="mod">
          <ac:chgData name="鈴木 秀規" userId="f68c5fd9-22d5-4c0a-9833-7fb0f5135313" providerId="ADAL" clId="{BE39BC92-915D-4BE9-AEA4-43CFA5564052}" dt="2021-01-28T04:37:09.418" v="1295" actId="207"/>
          <ac:spMkLst>
            <pc:docMk/>
            <pc:sldMk cId="2808150330" sldId="377"/>
            <ac:spMk id="5" creationId="{A6E94E8B-D0B0-497E-A46A-3DCC8B1724F0}"/>
          </ac:spMkLst>
        </pc:spChg>
      </pc:sldChg>
      <pc:sldChg chg="addSp delSp modSp new mod modClrScheme chgLayout">
        <pc:chgData name="鈴木 秀規" userId="f68c5fd9-22d5-4c0a-9833-7fb0f5135313" providerId="ADAL" clId="{BE39BC92-915D-4BE9-AEA4-43CFA5564052}" dt="2021-01-28T04:42:36.164" v="1404" actId="1076"/>
        <pc:sldMkLst>
          <pc:docMk/>
          <pc:sldMk cId="406741734" sldId="378"/>
        </pc:sldMkLst>
        <pc:spChg chg="mod ord">
          <ac:chgData name="鈴木 秀規" userId="f68c5fd9-22d5-4c0a-9833-7fb0f5135313" providerId="ADAL" clId="{BE39BC92-915D-4BE9-AEA4-43CFA5564052}" dt="2021-01-28T04:38:21.059" v="1299" actId="700"/>
          <ac:spMkLst>
            <pc:docMk/>
            <pc:sldMk cId="406741734" sldId="378"/>
            <ac:spMk id="2" creationId="{B983ECB7-4070-4EB9-A9BA-BFD5F1988C69}"/>
          </ac:spMkLst>
        </pc:spChg>
        <pc:spChg chg="mod ord">
          <ac:chgData name="鈴木 秀規" userId="f68c5fd9-22d5-4c0a-9833-7fb0f5135313" providerId="ADAL" clId="{BE39BC92-915D-4BE9-AEA4-43CFA5564052}" dt="2021-01-28T04:40:20.312" v="1317" actId="1076"/>
          <ac:spMkLst>
            <pc:docMk/>
            <pc:sldMk cId="406741734" sldId="378"/>
            <ac:spMk id="3" creationId="{9E5F0CA8-9D1E-4BA6-AA47-DFA3DA17C06B}"/>
          </ac:spMkLst>
        </pc:spChg>
        <pc:spChg chg="mod ord">
          <ac:chgData name="鈴木 秀規" userId="f68c5fd9-22d5-4c0a-9833-7fb0f5135313" providerId="ADAL" clId="{BE39BC92-915D-4BE9-AEA4-43CFA5564052}" dt="2021-01-28T04:38:21.059" v="1299" actId="700"/>
          <ac:spMkLst>
            <pc:docMk/>
            <pc:sldMk cId="406741734" sldId="378"/>
            <ac:spMk id="4" creationId="{2F4457EF-D67C-4FA9-B013-3F9413BB0472}"/>
          </ac:spMkLst>
        </pc:spChg>
        <pc:spChg chg="del">
          <ac:chgData name="鈴木 秀規" userId="f68c5fd9-22d5-4c0a-9833-7fb0f5135313" providerId="ADAL" clId="{BE39BC92-915D-4BE9-AEA4-43CFA5564052}" dt="2021-01-28T04:38:17.817" v="1298" actId="700"/>
          <ac:spMkLst>
            <pc:docMk/>
            <pc:sldMk cId="406741734" sldId="378"/>
            <ac:spMk id="5" creationId="{39835A23-ACE9-407B-BD13-6F0664EF72B1}"/>
          </ac:spMkLst>
        </pc:spChg>
        <pc:spChg chg="add mod">
          <ac:chgData name="鈴木 秀規" userId="f68c5fd9-22d5-4c0a-9833-7fb0f5135313" providerId="ADAL" clId="{BE39BC92-915D-4BE9-AEA4-43CFA5564052}" dt="2021-01-28T04:42:36.164" v="1404" actId="1076"/>
          <ac:spMkLst>
            <pc:docMk/>
            <pc:sldMk cId="406741734" sldId="378"/>
            <ac:spMk id="7" creationId="{94428383-BDF5-4327-8C83-2EE0C9C9692C}"/>
          </ac:spMkLst>
        </pc:spChg>
        <pc:spChg chg="add mod">
          <ac:chgData name="鈴木 秀規" userId="f68c5fd9-22d5-4c0a-9833-7fb0f5135313" providerId="ADAL" clId="{BE39BC92-915D-4BE9-AEA4-43CFA5564052}" dt="2021-01-28T04:42:32.443" v="1403" actId="1076"/>
          <ac:spMkLst>
            <pc:docMk/>
            <pc:sldMk cId="406741734" sldId="378"/>
            <ac:spMk id="8" creationId="{50AEFE30-CA90-4A91-8BBA-A90D9AA4059A}"/>
          </ac:spMkLst>
        </pc:spChg>
        <pc:spChg chg="add mod">
          <ac:chgData name="鈴木 秀規" userId="f68c5fd9-22d5-4c0a-9833-7fb0f5135313" providerId="ADAL" clId="{BE39BC92-915D-4BE9-AEA4-43CFA5564052}" dt="2021-01-28T04:42:21.954" v="1402" actId="1076"/>
          <ac:spMkLst>
            <pc:docMk/>
            <pc:sldMk cId="406741734" sldId="378"/>
            <ac:spMk id="9" creationId="{EA5DEEDD-3C91-4255-B05B-D564E1CD681A}"/>
          </ac:spMkLst>
        </pc:spChg>
        <pc:spChg chg="add mod">
          <ac:chgData name="鈴木 秀規" userId="f68c5fd9-22d5-4c0a-9833-7fb0f5135313" providerId="ADAL" clId="{BE39BC92-915D-4BE9-AEA4-43CFA5564052}" dt="2021-01-28T04:42:21.954" v="1402" actId="1076"/>
          <ac:spMkLst>
            <pc:docMk/>
            <pc:sldMk cId="406741734" sldId="378"/>
            <ac:spMk id="10" creationId="{1E98B982-C49F-4BBF-9AD0-E6648175CFC9}"/>
          </ac:spMkLst>
        </pc:spChg>
        <pc:graphicFrameChg chg="add mod modGraphic">
          <ac:chgData name="鈴木 秀規" userId="f68c5fd9-22d5-4c0a-9833-7fb0f5135313" providerId="ADAL" clId="{BE39BC92-915D-4BE9-AEA4-43CFA5564052}" dt="2021-01-28T04:42:14.357" v="1401" actId="14100"/>
          <ac:graphicFrameMkLst>
            <pc:docMk/>
            <pc:sldMk cId="406741734" sldId="378"/>
            <ac:graphicFrameMk id="6" creationId="{80DEDF5B-A980-4B9F-9ADB-8AA360C0AEF0}"/>
          </ac:graphicFrameMkLst>
        </pc:graphicFrameChg>
      </pc:sldChg>
      <pc:sldChg chg="del">
        <pc:chgData name="鈴木 秀規" userId="f68c5fd9-22d5-4c0a-9833-7fb0f5135313" providerId="ADAL" clId="{BE39BC92-915D-4BE9-AEA4-43CFA5564052}" dt="2021-01-28T02:07:53.316" v="9" actId="2696"/>
        <pc:sldMkLst>
          <pc:docMk/>
          <pc:sldMk cId="3649152916" sldId="378"/>
        </pc:sldMkLst>
      </pc:sldChg>
      <pc:sldChg chg="addSp modSp new mod">
        <pc:chgData name="鈴木 秀規" userId="f68c5fd9-22d5-4c0a-9833-7fb0f5135313" providerId="ADAL" clId="{BE39BC92-915D-4BE9-AEA4-43CFA5564052}" dt="2021-01-28T04:46:54.998" v="1436"/>
        <pc:sldMkLst>
          <pc:docMk/>
          <pc:sldMk cId="449625136" sldId="379"/>
        </pc:sldMkLst>
        <pc:spChg chg="mod">
          <ac:chgData name="鈴木 秀規" userId="f68c5fd9-22d5-4c0a-9833-7fb0f5135313" providerId="ADAL" clId="{BE39BC92-915D-4BE9-AEA4-43CFA5564052}" dt="2021-01-28T04:42:58.492" v="1408"/>
          <ac:spMkLst>
            <pc:docMk/>
            <pc:sldMk cId="449625136" sldId="379"/>
            <ac:spMk id="3" creationId="{F055CD44-65FB-4F1A-A80A-8052AB76E1C3}"/>
          </ac:spMkLst>
        </pc:spChg>
        <pc:spChg chg="add mod">
          <ac:chgData name="鈴木 秀規" userId="f68c5fd9-22d5-4c0a-9833-7fb0f5135313" providerId="ADAL" clId="{BE39BC92-915D-4BE9-AEA4-43CFA5564052}" dt="2021-01-28T04:43:12.026" v="1409"/>
          <ac:spMkLst>
            <pc:docMk/>
            <pc:sldMk cId="449625136" sldId="379"/>
            <ac:spMk id="5" creationId="{1BC739A0-353C-4E4D-A084-FEFFEBC71AAE}"/>
          </ac:spMkLst>
        </pc:spChg>
        <pc:spChg chg="add mod">
          <ac:chgData name="鈴木 秀規" userId="f68c5fd9-22d5-4c0a-9833-7fb0f5135313" providerId="ADAL" clId="{BE39BC92-915D-4BE9-AEA4-43CFA5564052}" dt="2021-01-28T04:46:31.885" v="1430" actId="1076"/>
          <ac:spMkLst>
            <pc:docMk/>
            <pc:sldMk cId="449625136" sldId="379"/>
            <ac:spMk id="7" creationId="{52DA9BAD-191D-4E9C-8997-20F7DC6FE161}"/>
          </ac:spMkLst>
        </pc:spChg>
        <pc:spChg chg="add mod">
          <ac:chgData name="鈴木 秀規" userId="f68c5fd9-22d5-4c0a-9833-7fb0f5135313" providerId="ADAL" clId="{BE39BC92-915D-4BE9-AEA4-43CFA5564052}" dt="2021-01-28T04:46:54.998" v="1436"/>
          <ac:spMkLst>
            <pc:docMk/>
            <pc:sldMk cId="449625136" sldId="379"/>
            <ac:spMk id="9" creationId="{79B170A4-53A6-4074-BFDF-AEEF03E95FEF}"/>
          </ac:spMkLst>
        </pc:spChg>
        <pc:graphicFrameChg chg="add mod modGraphic">
          <ac:chgData name="鈴木 秀規" userId="f68c5fd9-22d5-4c0a-9833-7fb0f5135313" providerId="ADAL" clId="{BE39BC92-915D-4BE9-AEA4-43CFA5564052}" dt="2021-01-28T04:43:58.487" v="1418"/>
          <ac:graphicFrameMkLst>
            <pc:docMk/>
            <pc:sldMk cId="449625136" sldId="379"/>
            <ac:graphicFrameMk id="6" creationId="{7BB308BA-B6BB-4022-85FB-9F8CBC0A9380}"/>
          </ac:graphicFrameMkLst>
        </pc:graphicFrameChg>
        <pc:graphicFrameChg chg="add mod modGraphic">
          <ac:chgData name="鈴木 秀規" userId="f68c5fd9-22d5-4c0a-9833-7fb0f5135313" providerId="ADAL" clId="{BE39BC92-915D-4BE9-AEA4-43CFA5564052}" dt="2021-01-28T04:46:27.080" v="1429" actId="1076"/>
          <ac:graphicFrameMkLst>
            <pc:docMk/>
            <pc:sldMk cId="449625136" sldId="379"/>
            <ac:graphicFrameMk id="8" creationId="{356FF9CD-B1B8-4CAE-85F0-424105CA5266}"/>
          </ac:graphicFrameMkLst>
        </pc:graphicFrameChg>
      </pc:sldChg>
      <pc:sldChg chg="del">
        <pc:chgData name="鈴木 秀規" userId="f68c5fd9-22d5-4c0a-9833-7fb0f5135313" providerId="ADAL" clId="{BE39BC92-915D-4BE9-AEA4-43CFA5564052}" dt="2021-01-28T02:07:53.316" v="9" actId="2696"/>
        <pc:sldMkLst>
          <pc:docMk/>
          <pc:sldMk cId="4159378562" sldId="379"/>
        </pc:sldMkLst>
      </pc:sldChg>
      <pc:sldChg chg="addSp modSp new mod modClrScheme chgLayout">
        <pc:chgData name="鈴木 秀規" userId="f68c5fd9-22d5-4c0a-9833-7fb0f5135313" providerId="ADAL" clId="{BE39BC92-915D-4BE9-AEA4-43CFA5564052}" dt="2021-01-28T04:48:00.821" v="1456" actId="207"/>
        <pc:sldMkLst>
          <pc:docMk/>
          <pc:sldMk cId="1911761034" sldId="380"/>
        </pc:sldMkLst>
        <pc:spChg chg="mod ord">
          <ac:chgData name="鈴木 秀規" userId="f68c5fd9-22d5-4c0a-9833-7fb0f5135313" providerId="ADAL" clId="{BE39BC92-915D-4BE9-AEA4-43CFA5564052}" dt="2021-01-28T04:47:20.854" v="1439" actId="700"/>
          <ac:spMkLst>
            <pc:docMk/>
            <pc:sldMk cId="1911761034" sldId="380"/>
            <ac:spMk id="2" creationId="{78E8D6A0-DB0C-4C22-837A-F24B180D3594}"/>
          </ac:spMkLst>
        </pc:spChg>
        <pc:spChg chg="mod ord">
          <ac:chgData name="鈴木 秀規" userId="f68c5fd9-22d5-4c0a-9833-7fb0f5135313" providerId="ADAL" clId="{BE39BC92-915D-4BE9-AEA4-43CFA5564052}" dt="2021-01-28T04:47:20.854" v="1439" actId="700"/>
          <ac:spMkLst>
            <pc:docMk/>
            <pc:sldMk cId="1911761034" sldId="380"/>
            <ac:spMk id="3" creationId="{1677D9CC-C96D-4EC5-9CAF-1D23C4A74CAC}"/>
          </ac:spMkLst>
        </pc:spChg>
        <pc:spChg chg="mod ord">
          <ac:chgData name="鈴木 秀規" userId="f68c5fd9-22d5-4c0a-9833-7fb0f5135313" providerId="ADAL" clId="{BE39BC92-915D-4BE9-AEA4-43CFA5564052}" dt="2021-01-28T04:47:20.854" v="1439" actId="700"/>
          <ac:spMkLst>
            <pc:docMk/>
            <pc:sldMk cId="1911761034" sldId="380"/>
            <ac:spMk id="4" creationId="{77559BE6-10B7-41C4-B3DE-D23B901449A0}"/>
          </ac:spMkLst>
        </pc:spChg>
        <pc:spChg chg="add mod ord">
          <ac:chgData name="鈴木 秀規" userId="f68c5fd9-22d5-4c0a-9833-7fb0f5135313" providerId="ADAL" clId="{BE39BC92-915D-4BE9-AEA4-43CFA5564052}" dt="2021-01-28T04:48:00.821" v="1456" actId="207"/>
          <ac:spMkLst>
            <pc:docMk/>
            <pc:sldMk cId="1911761034" sldId="380"/>
            <ac:spMk id="5" creationId="{B9147090-D778-4370-9F20-03AC80ADDE74}"/>
          </ac:spMkLst>
        </pc:spChg>
      </pc:sldChg>
      <pc:sldChg chg="del">
        <pc:chgData name="鈴木 秀規" userId="f68c5fd9-22d5-4c0a-9833-7fb0f5135313" providerId="ADAL" clId="{BE39BC92-915D-4BE9-AEA4-43CFA5564052}" dt="2021-01-28T02:07:53.316" v="9" actId="2696"/>
        <pc:sldMkLst>
          <pc:docMk/>
          <pc:sldMk cId="2745502941" sldId="380"/>
        </pc:sldMkLst>
      </pc:sldChg>
      <pc:sldChg chg="del">
        <pc:chgData name="鈴木 秀規" userId="f68c5fd9-22d5-4c0a-9833-7fb0f5135313" providerId="ADAL" clId="{BE39BC92-915D-4BE9-AEA4-43CFA5564052}" dt="2021-01-28T02:07:53.316" v="9" actId="2696"/>
        <pc:sldMkLst>
          <pc:docMk/>
          <pc:sldMk cId="301528646" sldId="381"/>
        </pc:sldMkLst>
      </pc:sldChg>
      <pc:sldChg chg="modSp new mod">
        <pc:chgData name="鈴木 秀規" userId="f68c5fd9-22d5-4c0a-9833-7fb0f5135313" providerId="ADAL" clId="{BE39BC92-915D-4BE9-AEA4-43CFA5564052}" dt="2021-01-28T04:49:32.770" v="1479" actId="207"/>
        <pc:sldMkLst>
          <pc:docMk/>
          <pc:sldMk cId="2111497926" sldId="381"/>
        </pc:sldMkLst>
        <pc:spChg chg="mod">
          <ac:chgData name="鈴木 秀規" userId="f68c5fd9-22d5-4c0a-9833-7fb0f5135313" providerId="ADAL" clId="{BE39BC92-915D-4BE9-AEA4-43CFA5564052}" dt="2021-01-28T04:48:32.954" v="1458"/>
          <ac:spMkLst>
            <pc:docMk/>
            <pc:sldMk cId="2111497926" sldId="381"/>
            <ac:spMk id="3" creationId="{A606E178-846D-4A22-AF83-37B3AE1BDFFF}"/>
          </ac:spMkLst>
        </pc:spChg>
        <pc:spChg chg="mod">
          <ac:chgData name="鈴木 秀規" userId="f68c5fd9-22d5-4c0a-9833-7fb0f5135313" providerId="ADAL" clId="{BE39BC92-915D-4BE9-AEA4-43CFA5564052}" dt="2021-01-28T04:49:32.770" v="1479" actId="207"/>
          <ac:spMkLst>
            <pc:docMk/>
            <pc:sldMk cId="2111497926" sldId="381"/>
            <ac:spMk id="5" creationId="{97FF8E1B-6515-4505-A6A5-65F15F62F25E}"/>
          </ac:spMkLst>
        </pc:spChg>
      </pc:sldChg>
      <pc:sldChg chg="new del">
        <pc:chgData name="鈴木 秀規" userId="f68c5fd9-22d5-4c0a-9833-7fb0f5135313" providerId="ADAL" clId="{BE39BC92-915D-4BE9-AEA4-43CFA5564052}" dt="2021-01-28T04:49:57.117" v="1481" actId="2696"/>
        <pc:sldMkLst>
          <pc:docMk/>
          <pc:sldMk cId="3242223749" sldId="382"/>
        </pc:sldMkLst>
      </pc:sldChg>
      <pc:sldChg chg="del">
        <pc:chgData name="鈴木 秀規" userId="f68c5fd9-22d5-4c0a-9833-7fb0f5135313" providerId="ADAL" clId="{BE39BC92-915D-4BE9-AEA4-43CFA5564052}" dt="2021-01-28T02:07:53.316" v="9" actId="2696"/>
        <pc:sldMkLst>
          <pc:docMk/>
          <pc:sldMk cId="3737758823" sldId="382"/>
        </pc:sldMkLst>
      </pc:sldChg>
      <pc:sldChg chg="del">
        <pc:chgData name="鈴木 秀規" userId="f68c5fd9-22d5-4c0a-9833-7fb0f5135313" providerId="ADAL" clId="{BE39BC92-915D-4BE9-AEA4-43CFA5564052}" dt="2021-01-28T02:07:53.316" v="9" actId="2696"/>
        <pc:sldMkLst>
          <pc:docMk/>
          <pc:sldMk cId="1383500861" sldId="383"/>
        </pc:sldMkLst>
      </pc:sldChg>
      <pc:sldChg chg="del">
        <pc:chgData name="鈴木 秀規" userId="f68c5fd9-22d5-4c0a-9833-7fb0f5135313" providerId="ADAL" clId="{BE39BC92-915D-4BE9-AEA4-43CFA5564052}" dt="2021-01-28T02:07:53.316" v="9" actId="2696"/>
        <pc:sldMkLst>
          <pc:docMk/>
          <pc:sldMk cId="1710849802" sldId="384"/>
        </pc:sldMkLst>
      </pc:sldChg>
      <pc:sldChg chg="del">
        <pc:chgData name="鈴木 秀規" userId="f68c5fd9-22d5-4c0a-9833-7fb0f5135313" providerId="ADAL" clId="{BE39BC92-915D-4BE9-AEA4-43CFA5564052}" dt="2021-01-28T02:07:53.316" v="9" actId="2696"/>
        <pc:sldMkLst>
          <pc:docMk/>
          <pc:sldMk cId="3198427957" sldId="385"/>
        </pc:sldMkLst>
      </pc:sldChg>
      <pc:sldChg chg="del">
        <pc:chgData name="鈴木 秀規" userId="f68c5fd9-22d5-4c0a-9833-7fb0f5135313" providerId="ADAL" clId="{BE39BC92-915D-4BE9-AEA4-43CFA5564052}" dt="2021-01-28T02:07:53.316" v="9" actId="2696"/>
        <pc:sldMkLst>
          <pc:docMk/>
          <pc:sldMk cId="2401145918" sldId="386"/>
        </pc:sldMkLst>
      </pc:sldChg>
      <pc:sldChg chg="del">
        <pc:chgData name="鈴木 秀規" userId="f68c5fd9-22d5-4c0a-9833-7fb0f5135313" providerId="ADAL" clId="{BE39BC92-915D-4BE9-AEA4-43CFA5564052}" dt="2021-01-28T02:07:53.316" v="9" actId="2696"/>
        <pc:sldMkLst>
          <pc:docMk/>
          <pc:sldMk cId="3730994383" sldId="387"/>
        </pc:sldMkLst>
      </pc:sldChg>
      <pc:sldChg chg="del">
        <pc:chgData name="鈴木 秀規" userId="f68c5fd9-22d5-4c0a-9833-7fb0f5135313" providerId="ADAL" clId="{BE39BC92-915D-4BE9-AEA4-43CFA5564052}" dt="2021-01-28T02:07:53.316" v="9" actId="2696"/>
        <pc:sldMkLst>
          <pc:docMk/>
          <pc:sldMk cId="218868488" sldId="388"/>
        </pc:sldMkLst>
      </pc:sldChg>
      <pc:sldChg chg="del">
        <pc:chgData name="鈴木 秀規" userId="f68c5fd9-22d5-4c0a-9833-7fb0f5135313" providerId="ADAL" clId="{BE39BC92-915D-4BE9-AEA4-43CFA5564052}" dt="2021-01-28T02:07:53.316" v="9" actId="2696"/>
        <pc:sldMkLst>
          <pc:docMk/>
          <pc:sldMk cId="2271233834" sldId="389"/>
        </pc:sldMkLst>
      </pc:sldChg>
      <pc:sldChg chg="del">
        <pc:chgData name="鈴木 秀規" userId="f68c5fd9-22d5-4c0a-9833-7fb0f5135313" providerId="ADAL" clId="{BE39BC92-915D-4BE9-AEA4-43CFA5564052}" dt="2021-01-28T02:07:53.316" v="9" actId="2696"/>
        <pc:sldMkLst>
          <pc:docMk/>
          <pc:sldMk cId="613103497" sldId="390"/>
        </pc:sldMkLst>
      </pc:sldChg>
      <pc:sldChg chg="del">
        <pc:chgData name="鈴木 秀規" userId="f68c5fd9-22d5-4c0a-9833-7fb0f5135313" providerId="ADAL" clId="{BE39BC92-915D-4BE9-AEA4-43CFA5564052}" dt="2021-01-28T02:07:53.316" v="9" actId="2696"/>
        <pc:sldMkLst>
          <pc:docMk/>
          <pc:sldMk cId="2862026351" sldId="391"/>
        </pc:sldMkLst>
      </pc:sldChg>
      <pc:sldChg chg="del">
        <pc:chgData name="鈴木 秀規" userId="f68c5fd9-22d5-4c0a-9833-7fb0f5135313" providerId="ADAL" clId="{BE39BC92-915D-4BE9-AEA4-43CFA5564052}" dt="2021-01-28T02:07:53.316" v="9" actId="2696"/>
        <pc:sldMkLst>
          <pc:docMk/>
          <pc:sldMk cId="539211239" sldId="392"/>
        </pc:sldMkLst>
      </pc:sldChg>
      <pc:sldChg chg="del">
        <pc:chgData name="鈴木 秀規" userId="f68c5fd9-22d5-4c0a-9833-7fb0f5135313" providerId="ADAL" clId="{BE39BC92-915D-4BE9-AEA4-43CFA5564052}" dt="2021-01-28T02:07:53.316" v="9" actId="2696"/>
        <pc:sldMkLst>
          <pc:docMk/>
          <pc:sldMk cId="382950322" sldId="393"/>
        </pc:sldMkLst>
      </pc:sldChg>
      <pc:sldChg chg="del">
        <pc:chgData name="鈴木 秀規" userId="f68c5fd9-22d5-4c0a-9833-7fb0f5135313" providerId="ADAL" clId="{BE39BC92-915D-4BE9-AEA4-43CFA5564052}" dt="2021-01-28T02:07:53.316" v="9" actId="2696"/>
        <pc:sldMkLst>
          <pc:docMk/>
          <pc:sldMk cId="2892649949" sldId="394"/>
        </pc:sldMkLst>
      </pc:sldChg>
      <pc:sldChg chg="del">
        <pc:chgData name="鈴木 秀規" userId="f68c5fd9-22d5-4c0a-9833-7fb0f5135313" providerId="ADAL" clId="{BE39BC92-915D-4BE9-AEA4-43CFA5564052}" dt="2021-01-28T02:07:53.316" v="9" actId="2696"/>
        <pc:sldMkLst>
          <pc:docMk/>
          <pc:sldMk cId="3667572454" sldId="395"/>
        </pc:sldMkLst>
      </pc:sldChg>
      <pc:sldChg chg="del">
        <pc:chgData name="鈴木 秀規" userId="f68c5fd9-22d5-4c0a-9833-7fb0f5135313" providerId="ADAL" clId="{BE39BC92-915D-4BE9-AEA4-43CFA5564052}" dt="2021-01-28T02:07:53.316" v="9" actId="2696"/>
        <pc:sldMkLst>
          <pc:docMk/>
          <pc:sldMk cId="3508846154" sldId="396"/>
        </pc:sldMkLst>
      </pc:sldChg>
      <pc:sldChg chg="del">
        <pc:chgData name="鈴木 秀規" userId="f68c5fd9-22d5-4c0a-9833-7fb0f5135313" providerId="ADAL" clId="{BE39BC92-915D-4BE9-AEA4-43CFA5564052}" dt="2021-01-28T02:07:53.316" v="9" actId="2696"/>
        <pc:sldMkLst>
          <pc:docMk/>
          <pc:sldMk cId="2748557657" sldId="397"/>
        </pc:sldMkLst>
      </pc:sldChg>
      <pc:sldChg chg="del">
        <pc:chgData name="鈴木 秀規" userId="f68c5fd9-22d5-4c0a-9833-7fb0f5135313" providerId="ADAL" clId="{BE39BC92-915D-4BE9-AEA4-43CFA5564052}" dt="2021-01-28T02:07:53.316" v="9" actId="2696"/>
        <pc:sldMkLst>
          <pc:docMk/>
          <pc:sldMk cId="2605664090" sldId="398"/>
        </pc:sldMkLst>
      </pc:sldChg>
      <pc:sldChg chg="del">
        <pc:chgData name="鈴木 秀規" userId="f68c5fd9-22d5-4c0a-9833-7fb0f5135313" providerId="ADAL" clId="{BE39BC92-915D-4BE9-AEA4-43CFA5564052}" dt="2021-01-28T02:07:53.316" v="9" actId="2696"/>
        <pc:sldMkLst>
          <pc:docMk/>
          <pc:sldMk cId="4011058669" sldId="399"/>
        </pc:sldMkLst>
      </pc:sldChg>
    </pc:docChg>
  </pc:docChgLst>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綱本　晃" userId="953fbd37-e359-4401-b61d-7035dc8ee981" providerId="ADAL" clId="{5A245C16-2D35-45FA-8964-1974843428B4}"/>
    <pc:docChg chg="undo custSel addSld delSld modSld sldOrd">
      <pc:chgData name="綱本　晃" userId="953fbd37-e359-4401-b61d-7035dc8ee981" providerId="ADAL" clId="{5A245C16-2D35-45FA-8964-1974843428B4}" dt="2022-01-27T12:58:39.736" v="13368" actId="20577"/>
      <pc:docMkLst>
        <pc:docMk/>
      </pc:docMkLst>
      <pc:sldChg chg="modSp mod">
        <pc:chgData name="綱本　晃" userId="953fbd37-e359-4401-b61d-7035dc8ee981" providerId="ADAL" clId="{5A245C16-2D35-45FA-8964-1974843428B4}" dt="2022-01-27T12:55:30.498" v="13292" actId="6549"/>
        <pc:sldMkLst>
          <pc:docMk/>
          <pc:sldMk cId="267129399" sldId="361"/>
        </pc:sldMkLst>
        <pc:spChg chg="mod">
          <ac:chgData name="綱本　晃" userId="953fbd37-e359-4401-b61d-7035dc8ee981" providerId="ADAL" clId="{5A245C16-2D35-45FA-8964-1974843428B4}" dt="2022-01-27T12:55:30.498" v="13292" actId="6549"/>
          <ac:spMkLst>
            <pc:docMk/>
            <pc:sldMk cId="267129399" sldId="361"/>
            <ac:spMk id="6" creationId="{D0F3BEAC-A5EA-4EE4-95C7-0AEC1107FD29}"/>
          </ac:spMkLst>
        </pc:spChg>
      </pc:sldChg>
      <pc:sldChg chg="del">
        <pc:chgData name="綱本　晃" userId="953fbd37-e359-4401-b61d-7035dc8ee981" providerId="ADAL" clId="{5A245C16-2D35-45FA-8964-1974843428B4}" dt="2022-01-27T12:18:54.386" v="12261" actId="47"/>
        <pc:sldMkLst>
          <pc:docMk/>
          <pc:sldMk cId="2397736379" sldId="363"/>
        </pc:sldMkLst>
      </pc:sldChg>
      <pc:sldChg chg="del">
        <pc:chgData name="綱本　晃" userId="953fbd37-e359-4401-b61d-7035dc8ee981" providerId="ADAL" clId="{5A245C16-2D35-45FA-8964-1974843428B4}" dt="2022-01-27T12:18:54.386" v="12261" actId="47"/>
        <pc:sldMkLst>
          <pc:docMk/>
          <pc:sldMk cId="4093317005" sldId="364"/>
        </pc:sldMkLst>
      </pc:sldChg>
      <pc:sldChg chg="del">
        <pc:chgData name="綱本　晃" userId="953fbd37-e359-4401-b61d-7035dc8ee981" providerId="ADAL" clId="{5A245C16-2D35-45FA-8964-1974843428B4}" dt="2022-01-27T12:18:54.386" v="12261" actId="47"/>
        <pc:sldMkLst>
          <pc:docMk/>
          <pc:sldMk cId="4051364436" sldId="365"/>
        </pc:sldMkLst>
      </pc:sldChg>
      <pc:sldChg chg="del">
        <pc:chgData name="綱本　晃" userId="953fbd37-e359-4401-b61d-7035dc8ee981" providerId="ADAL" clId="{5A245C16-2D35-45FA-8964-1974843428B4}" dt="2022-01-27T12:18:54.386" v="12261" actId="47"/>
        <pc:sldMkLst>
          <pc:docMk/>
          <pc:sldMk cId="402670913" sldId="366"/>
        </pc:sldMkLst>
      </pc:sldChg>
      <pc:sldChg chg="del">
        <pc:chgData name="綱本　晃" userId="953fbd37-e359-4401-b61d-7035dc8ee981" providerId="ADAL" clId="{5A245C16-2D35-45FA-8964-1974843428B4}" dt="2022-01-27T12:18:54.386" v="12261" actId="47"/>
        <pc:sldMkLst>
          <pc:docMk/>
          <pc:sldMk cId="2692777715" sldId="367"/>
        </pc:sldMkLst>
      </pc:sldChg>
      <pc:sldChg chg="del">
        <pc:chgData name="綱本　晃" userId="953fbd37-e359-4401-b61d-7035dc8ee981" providerId="ADAL" clId="{5A245C16-2D35-45FA-8964-1974843428B4}" dt="2022-01-27T12:18:54.386" v="12261" actId="47"/>
        <pc:sldMkLst>
          <pc:docMk/>
          <pc:sldMk cId="1806057471" sldId="368"/>
        </pc:sldMkLst>
      </pc:sldChg>
      <pc:sldChg chg="del">
        <pc:chgData name="綱本　晃" userId="953fbd37-e359-4401-b61d-7035dc8ee981" providerId="ADAL" clId="{5A245C16-2D35-45FA-8964-1974843428B4}" dt="2022-01-27T12:18:54.386" v="12261" actId="47"/>
        <pc:sldMkLst>
          <pc:docMk/>
          <pc:sldMk cId="167090370" sldId="369"/>
        </pc:sldMkLst>
      </pc:sldChg>
      <pc:sldChg chg="del">
        <pc:chgData name="綱本　晃" userId="953fbd37-e359-4401-b61d-7035dc8ee981" providerId="ADAL" clId="{5A245C16-2D35-45FA-8964-1974843428B4}" dt="2022-01-27T12:18:54.386" v="12261" actId="47"/>
        <pc:sldMkLst>
          <pc:docMk/>
          <pc:sldMk cId="95388061" sldId="370"/>
        </pc:sldMkLst>
      </pc:sldChg>
      <pc:sldChg chg="del">
        <pc:chgData name="綱本　晃" userId="953fbd37-e359-4401-b61d-7035dc8ee981" providerId="ADAL" clId="{5A245C16-2D35-45FA-8964-1974843428B4}" dt="2022-01-27T12:18:54.386" v="12261" actId="47"/>
        <pc:sldMkLst>
          <pc:docMk/>
          <pc:sldMk cId="853967147" sldId="371"/>
        </pc:sldMkLst>
      </pc:sldChg>
      <pc:sldChg chg="del">
        <pc:chgData name="綱本　晃" userId="953fbd37-e359-4401-b61d-7035dc8ee981" providerId="ADAL" clId="{5A245C16-2D35-45FA-8964-1974843428B4}" dt="2022-01-27T12:18:54.386" v="12261" actId="47"/>
        <pc:sldMkLst>
          <pc:docMk/>
          <pc:sldMk cId="193662145" sldId="372"/>
        </pc:sldMkLst>
      </pc:sldChg>
      <pc:sldChg chg="del">
        <pc:chgData name="綱本　晃" userId="953fbd37-e359-4401-b61d-7035dc8ee981" providerId="ADAL" clId="{5A245C16-2D35-45FA-8964-1974843428B4}" dt="2022-01-27T12:18:54.386" v="12261" actId="47"/>
        <pc:sldMkLst>
          <pc:docMk/>
          <pc:sldMk cId="3119782308" sldId="373"/>
        </pc:sldMkLst>
      </pc:sldChg>
      <pc:sldChg chg="del">
        <pc:chgData name="綱本　晃" userId="953fbd37-e359-4401-b61d-7035dc8ee981" providerId="ADAL" clId="{5A245C16-2D35-45FA-8964-1974843428B4}" dt="2022-01-27T12:18:54.386" v="12261" actId="47"/>
        <pc:sldMkLst>
          <pc:docMk/>
          <pc:sldMk cId="4094264785" sldId="374"/>
        </pc:sldMkLst>
      </pc:sldChg>
      <pc:sldChg chg="del">
        <pc:chgData name="綱本　晃" userId="953fbd37-e359-4401-b61d-7035dc8ee981" providerId="ADAL" clId="{5A245C16-2D35-45FA-8964-1974843428B4}" dt="2022-01-27T12:18:54.386" v="12261" actId="47"/>
        <pc:sldMkLst>
          <pc:docMk/>
          <pc:sldMk cId="1155857800" sldId="375"/>
        </pc:sldMkLst>
      </pc:sldChg>
      <pc:sldChg chg="del">
        <pc:chgData name="綱本　晃" userId="953fbd37-e359-4401-b61d-7035dc8ee981" providerId="ADAL" clId="{5A245C16-2D35-45FA-8964-1974843428B4}" dt="2022-01-27T12:18:54.386" v="12261" actId="47"/>
        <pc:sldMkLst>
          <pc:docMk/>
          <pc:sldMk cId="2003241689" sldId="376"/>
        </pc:sldMkLst>
      </pc:sldChg>
      <pc:sldChg chg="del">
        <pc:chgData name="綱本　晃" userId="953fbd37-e359-4401-b61d-7035dc8ee981" providerId="ADAL" clId="{5A245C16-2D35-45FA-8964-1974843428B4}" dt="2022-01-27T12:18:54.386" v="12261" actId="47"/>
        <pc:sldMkLst>
          <pc:docMk/>
          <pc:sldMk cId="156709775" sldId="377"/>
        </pc:sldMkLst>
      </pc:sldChg>
      <pc:sldChg chg="del">
        <pc:chgData name="綱本　晃" userId="953fbd37-e359-4401-b61d-7035dc8ee981" providerId="ADAL" clId="{5A245C16-2D35-45FA-8964-1974843428B4}" dt="2022-01-27T12:18:54.386" v="12261" actId="47"/>
        <pc:sldMkLst>
          <pc:docMk/>
          <pc:sldMk cId="4226280389" sldId="378"/>
        </pc:sldMkLst>
      </pc:sldChg>
      <pc:sldChg chg="del">
        <pc:chgData name="綱本　晃" userId="953fbd37-e359-4401-b61d-7035dc8ee981" providerId="ADAL" clId="{5A245C16-2D35-45FA-8964-1974843428B4}" dt="2022-01-27T12:18:54.386" v="12261" actId="47"/>
        <pc:sldMkLst>
          <pc:docMk/>
          <pc:sldMk cId="687387428" sldId="379"/>
        </pc:sldMkLst>
      </pc:sldChg>
      <pc:sldChg chg="del">
        <pc:chgData name="綱本　晃" userId="953fbd37-e359-4401-b61d-7035dc8ee981" providerId="ADAL" clId="{5A245C16-2D35-45FA-8964-1974843428B4}" dt="2022-01-27T12:18:54.386" v="12261" actId="47"/>
        <pc:sldMkLst>
          <pc:docMk/>
          <pc:sldMk cId="1295816778" sldId="380"/>
        </pc:sldMkLst>
      </pc:sldChg>
      <pc:sldChg chg="del">
        <pc:chgData name="綱本　晃" userId="953fbd37-e359-4401-b61d-7035dc8ee981" providerId="ADAL" clId="{5A245C16-2D35-45FA-8964-1974843428B4}" dt="2022-01-27T12:18:54.386" v="12261" actId="47"/>
        <pc:sldMkLst>
          <pc:docMk/>
          <pc:sldMk cId="1094552731" sldId="381"/>
        </pc:sldMkLst>
      </pc:sldChg>
      <pc:sldChg chg="del">
        <pc:chgData name="綱本　晃" userId="953fbd37-e359-4401-b61d-7035dc8ee981" providerId="ADAL" clId="{5A245C16-2D35-45FA-8964-1974843428B4}" dt="2022-01-27T12:18:54.386" v="12261" actId="47"/>
        <pc:sldMkLst>
          <pc:docMk/>
          <pc:sldMk cId="3093851719" sldId="382"/>
        </pc:sldMkLst>
      </pc:sldChg>
      <pc:sldChg chg="del">
        <pc:chgData name="綱本　晃" userId="953fbd37-e359-4401-b61d-7035dc8ee981" providerId="ADAL" clId="{5A245C16-2D35-45FA-8964-1974843428B4}" dt="2022-01-27T12:18:54.386" v="12261" actId="47"/>
        <pc:sldMkLst>
          <pc:docMk/>
          <pc:sldMk cId="248645521" sldId="383"/>
        </pc:sldMkLst>
      </pc:sldChg>
      <pc:sldChg chg="del">
        <pc:chgData name="綱本　晃" userId="953fbd37-e359-4401-b61d-7035dc8ee981" providerId="ADAL" clId="{5A245C16-2D35-45FA-8964-1974843428B4}" dt="2022-01-27T12:18:54.386" v="12261" actId="47"/>
        <pc:sldMkLst>
          <pc:docMk/>
          <pc:sldMk cId="7551430" sldId="384"/>
        </pc:sldMkLst>
      </pc:sldChg>
      <pc:sldChg chg="del">
        <pc:chgData name="綱本　晃" userId="953fbd37-e359-4401-b61d-7035dc8ee981" providerId="ADAL" clId="{5A245C16-2D35-45FA-8964-1974843428B4}" dt="2022-01-27T12:18:54.386" v="12261" actId="47"/>
        <pc:sldMkLst>
          <pc:docMk/>
          <pc:sldMk cId="3240047151" sldId="385"/>
        </pc:sldMkLst>
      </pc:sldChg>
      <pc:sldChg chg="del">
        <pc:chgData name="綱本　晃" userId="953fbd37-e359-4401-b61d-7035dc8ee981" providerId="ADAL" clId="{5A245C16-2D35-45FA-8964-1974843428B4}" dt="2022-01-27T12:18:54.386" v="12261" actId="47"/>
        <pc:sldMkLst>
          <pc:docMk/>
          <pc:sldMk cId="1494485833" sldId="386"/>
        </pc:sldMkLst>
      </pc:sldChg>
      <pc:sldChg chg="del">
        <pc:chgData name="綱本　晃" userId="953fbd37-e359-4401-b61d-7035dc8ee981" providerId="ADAL" clId="{5A245C16-2D35-45FA-8964-1974843428B4}" dt="2022-01-27T12:18:54.386" v="12261" actId="47"/>
        <pc:sldMkLst>
          <pc:docMk/>
          <pc:sldMk cId="296117335" sldId="387"/>
        </pc:sldMkLst>
      </pc:sldChg>
      <pc:sldChg chg="del">
        <pc:chgData name="綱本　晃" userId="953fbd37-e359-4401-b61d-7035dc8ee981" providerId="ADAL" clId="{5A245C16-2D35-45FA-8964-1974843428B4}" dt="2022-01-27T12:18:54.386" v="12261" actId="47"/>
        <pc:sldMkLst>
          <pc:docMk/>
          <pc:sldMk cId="1009327762" sldId="388"/>
        </pc:sldMkLst>
      </pc:sldChg>
      <pc:sldChg chg="del">
        <pc:chgData name="綱本　晃" userId="953fbd37-e359-4401-b61d-7035dc8ee981" providerId="ADAL" clId="{5A245C16-2D35-45FA-8964-1974843428B4}" dt="2022-01-27T12:18:54.386" v="12261" actId="47"/>
        <pc:sldMkLst>
          <pc:docMk/>
          <pc:sldMk cId="2838878806" sldId="389"/>
        </pc:sldMkLst>
      </pc:sldChg>
      <pc:sldChg chg="del">
        <pc:chgData name="綱本　晃" userId="953fbd37-e359-4401-b61d-7035dc8ee981" providerId="ADAL" clId="{5A245C16-2D35-45FA-8964-1974843428B4}" dt="2022-01-27T12:18:54.386" v="12261" actId="47"/>
        <pc:sldMkLst>
          <pc:docMk/>
          <pc:sldMk cId="666049537" sldId="390"/>
        </pc:sldMkLst>
      </pc:sldChg>
      <pc:sldChg chg="del">
        <pc:chgData name="綱本　晃" userId="953fbd37-e359-4401-b61d-7035dc8ee981" providerId="ADAL" clId="{5A245C16-2D35-45FA-8964-1974843428B4}" dt="2022-01-27T12:18:54.386" v="12261" actId="47"/>
        <pc:sldMkLst>
          <pc:docMk/>
          <pc:sldMk cId="3979686175" sldId="391"/>
        </pc:sldMkLst>
      </pc:sldChg>
      <pc:sldChg chg="del">
        <pc:chgData name="綱本　晃" userId="953fbd37-e359-4401-b61d-7035dc8ee981" providerId="ADAL" clId="{5A245C16-2D35-45FA-8964-1974843428B4}" dt="2022-01-27T12:18:54.386" v="12261" actId="47"/>
        <pc:sldMkLst>
          <pc:docMk/>
          <pc:sldMk cId="2257254096" sldId="392"/>
        </pc:sldMkLst>
      </pc:sldChg>
      <pc:sldChg chg="addSp delSp modSp add mod">
        <pc:chgData name="綱本　晃" userId="953fbd37-e359-4401-b61d-7035dc8ee981" providerId="ADAL" clId="{5A245C16-2D35-45FA-8964-1974843428B4}" dt="2022-01-27T12:56:07.332" v="13300" actId="20577"/>
        <pc:sldMkLst>
          <pc:docMk/>
          <pc:sldMk cId="1008457363" sldId="393"/>
        </pc:sldMkLst>
        <pc:spChg chg="mod">
          <ac:chgData name="綱本　晃" userId="953fbd37-e359-4401-b61d-7035dc8ee981" providerId="ADAL" clId="{5A245C16-2D35-45FA-8964-1974843428B4}" dt="2022-01-25T10:22:11.911" v="22" actId="20577"/>
          <ac:spMkLst>
            <pc:docMk/>
            <pc:sldMk cId="1008457363" sldId="393"/>
            <ac:spMk id="6" creationId="{0F81E6C4-7841-4153-9948-3830F64F1715}"/>
          </ac:spMkLst>
        </pc:spChg>
        <pc:spChg chg="mod">
          <ac:chgData name="綱本　晃" userId="953fbd37-e359-4401-b61d-7035dc8ee981" providerId="ADAL" clId="{5A245C16-2D35-45FA-8964-1974843428B4}" dt="2022-01-27T12:56:07.332" v="13300" actId="20577"/>
          <ac:spMkLst>
            <pc:docMk/>
            <pc:sldMk cId="1008457363" sldId="393"/>
            <ac:spMk id="8" creationId="{DC47DB6E-DE5F-461B-8DA6-D7E7BFB3D9CA}"/>
          </ac:spMkLst>
        </pc:spChg>
        <pc:spChg chg="del">
          <ac:chgData name="綱本　晃" userId="953fbd37-e359-4401-b61d-7035dc8ee981" providerId="ADAL" clId="{5A245C16-2D35-45FA-8964-1974843428B4}" dt="2022-01-25T10:21:28.835" v="1" actId="478"/>
          <ac:spMkLst>
            <pc:docMk/>
            <pc:sldMk cId="1008457363" sldId="393"/>
            <ac:spMk id="10" creationId="{406C004A-CC5D-4F97-859E-30E5EECF679D}"/>
          </ac:spMkLst>
        </pc:spChg>
        <pc:spChg chg="del">
          <ac:chgData name="綱本　晃" userId="953fbd37-e359-4401-b61d-7035dc8ee981" providerId="ADAL" clId="{5A245C16-2D35-45FA-8964-1974843428B4}" dt="2022-01-25T10:21:28.835" v="1" actId="478"/>
          <ac:spMkLst>
            <pc:docMk/>
            <pc:sldMk cId="1008457363" sldId="393"/>
            <ac:spMk id="11" creationId="{4611FC80-30ED-4EEA-B45E-08C852407BF8}"/>
          </ac:spMkLst>
        </pc:spChg>
        <pc:spChg chg="del">
          <ac:chgData name="綱本　晃" userId="953fbd37-e359-4401-b61d-7035dc8ee981" providerId="ADAL" clId="{5A245C16-2D35-45FA-8964-1974843428B4}" dt="2022-01-25T10:21:28.835" v="1" actId="478"/>
          <ac:spMkLst>
            <pc:docMk/>
            <pc:sldMk cId="1008457363" sldId="393"/>
            <ac:spMk id="12" creationId="{650C85D8-D122-4B51-897F-F27A2A5B71FC}"/>
          </ac:spMkLst>
        </pc:spChg>
        <pc:spChg chg="del">
          <ac:chgData name="綱本　晃" userId="953fbd37-e359-4401-b61d-7035dc8ee981" providerId="ADAL" clId="{5A245C16-2D35-45FA-8964-1974843428B4}" dt="2022-01-25T10:21:28.835" v="1" actId="478"/>
          <ac:spMkLst>
            <pc:docMk/>
            <pc:sldMk cId="1008457363" sldId="393"/>
            <ac:spMk id="13" creationId="{D9EE3985-3EAC-49D8-83B0-005FA1B9AEBE}"/>
          </ac:spMkLst>
        </pc:spChg>
        <pc:spChg chg="del">
          <ac:chgData name="綱本　晃" userId="953fbd37-e359-4401-b61d-7035dc8ee981" providerId="ADAL" clId="{5A245C16-2D35-45FA-8964-1974843428B4}" dt="2022-01-25T10:21:28.835" v="1" actId="478"/>
          <ac:spMkLst>
            <pc:docMk/>
            <pc:sldMk cId="1008457363" sldId="393"/>
            <ac:spMk id="14" creationId="{2DF9FC2E-9F35-4B18-BEE1-D47292518C61}"/>
          </ac:spMkLst>
        </pc:spChg>
        <pc:spChg chg="add mod">
          <ac:chgData name="綱本　晃" userId="953fbd37-e359-4401-b61d-7035dc8ee981" providerId="ADAL" clId="{5A245C16-2D35-45FA-8964-1974843428B4}" dt="2022-01-25T10:39:01.588" v="541" actId="113"/>
          <ac:spMkLst>
            <pc:docMk/>
            <pc:sldMk cId="1008457363" sldId="393"/>
            <ac:spMk id="15" creationId="{04739463-A1A9-424A-9DD2-969D3E724B50}"/>
          </ac:spMkLst>
        </pc:spChg>
      </pc:sldChg>
      <pc:sldChg chg="addSp modSp add mod">
        <pc:chgData name="綱本　晃" userId="953fbd37-e359-4401-b61d-7035dc8ee981" providerId="ADAL" clId="{5A245C16-2D35-45FA-8964-1974843428B4}" dt="2022-01-27T12:24:26.705" v="12314" actId="113"/>
        <pc:sldMkLst>
          <pc:docMk/>
          <pc:sldMk cId="3349874178" sldId="394"/>
        </pc:sldMkLst>
        <pc:spChg chg="mod">
          <ac:chgData name="綱本　晃" userId="953fbd37-e359-4401-b61d-7035dc8ee981" providerId="ADAL" clId="{5A245C16-2D35-45FA-8964-1974843428B4}" dt="2022-01-25T10:40:22.183" v="557" actId="20577"/>
          <ac:spMkLst>
            <pc:docMk/>
            <pc:sldMk cId="3349874178" sldId="394"/>
            <ac:spMk id="7" creationId="{9630AD22-E64D-4A96-B059-2AF9F6580C25}"/>
          </ac:spMkLst>
        </pc:spChg>
        <pc:spChg chg="mod">
          <ac:chgData name="綱本　晃" userId="953fbd37-e359-4401-b61d-7035dc8ee981" providerId="ADAL" clId="{5A245C16-2D35-45FA-8964-1974843428B4}" dt="2022-01-27T12:24:26.705" v="12314" actId="113"/>
          <ac:spMkLst>
            <pc:docMk/>
            <pc:sldMk cId="3349874178" sldId="394"/>
            <ac:spMk id="8" creationId="{787CF02A-01AB-4517-BA3E-25572FA82648}"/>
          </ac:spMkLst>
        </pc:spChg>
        <pc:picChg chg="add mod">
          <ac:chgData name="綱本　晃" userId="953fbd37-e359-4401-b61d-7035dc8ee981" providerId="ADAL" clId="{5A245C16-2D35-45FA-8964-1974843428B4}" dt="2022-01-25T10:47:35.616" v="1118" actId="1076"/>
          <ac:picMkLst>
            <pc:docMk/>
            <pc:sldMk cId="3349874178" sldId="394"/>
            <ac:picMk id="3" creationId="{2DC75D6F-7057-4FBA-90F1-C9545D608269}"/>
          </ac:picMkLst>
        </pc:picChg>
      </pc:sldChg>
      <pc:sldChg chg="addSp modSp add mod">
        <pc:chgData name="綱本　晃" userId="953fbd37-e359-4401-b61d-7035dc8ee981" providerId="ADAL" clId="{5A245C16-2D35-45FA-8964-1974843428B4}" dt="2022-01-27T12:56:30.677" v="13307" actId="20577"/>
        <pc:sldMkLst>
          <pc:docMk/>
          <pc:sldMk cId="2122544667" sldId="395"/>
        </pc:sldMkLst>
        <pc:spChg chg="add mod">
          <ac:chgData name="綱本　晃" userId="953fbd37-e359-4401-b61d-7035dc8ee981" providerId="ADAL" clId="{5A245C16-2D35-45FA-8964-1974843428B4}" dt="2022-01-27T12:25:04.972" v="12318" actId="113"/>
          <ac:spMkLst>
            <pc:docMk/>
            <pc:sldMk cId="2122544667" sldId="395"/>
            <ac:spMk id="2" creationId="{4BD3B3E5-72BD-46E5-B2BD-22E687BBBCBA}"/>
          </ac:spMkLst>
        </pc:spChg>
        <pc:spChg chg="mod">
          <ac:chgData name="綱本　晃" userId="953fbd37-e359-4401-b61d-7035dc8ee981" providerId="ADAL" clId="{5A245C16-2D35-45FA-8964-1974843428B4}" dt="2022-01-27T12:56:30.677" v="13307" actId="20577"/>
          <ac:spMkLst>
            <pc:docMk/>
            <pc:sldMk cId="2122544667" sldId="395"/>
            <ac:spMk id="7" creationId="{9630AD22-E64D-4A96-B059-2AF9F6580C25}"/>
          </ac:spMkLst>
        </pc:spChg>
        <pc:spChg chg="mod">
          <ac:chgData name="綱本　晃" userId="953fbd37-e359-4401-b61d-7035dc8ee981" providerId="ADAL" clId="{5A245C16-2D35-45FA-8964-1974843428B4}" dt="2022-01-27T12:24:43.537" v="12316" actId="113"/>
          <ac:spMkLst>
            <pc:docMk/>
            <pc:sldMk cId="2122544667" sldId="395"/>
            <ac:spMk id="8" creationId="{787CF02A-01AB-4517-BA3E-25572FA82648}"/>
          </ac:spMkLst>
        </pc:spChg>
        <pc:picChg chg="add mod">
          <ac:chgData name="綱本　晃" userId="953fbd37-e359-4401-b61d-7035dc8ee981" providerId="ADAL" clId="{5A245C16-2D35-45FA-8964-1974843428B4}" dt="2022-01-25T11:18:58.080" v="1836" actId="14100"/>
          <ac:picMkLst>
            <pc:docMk/>
            <pc:sldMk cId="2122544667" sldId="395"/>
            <ac:picMk id="6" creationId="{3058AB9E-7195-4A2D-AA4D-8DA7999D529B}"/>
          </ac:picMkLst>
        </pc:picChg>
      </pc:sldChg>
      <pc:sldChg chg="addSp modSp add mod">
        <pc:chgData name="綱本　晃" userId="953fbd37-e359-4401-b61d-7035dc8ee981" providerId="ADAL" clId="{5A245C16-2D35-45FA-8964-1974843428B4}" dt="2022-01-27T12:32:13.031" v="12607" actId="113"/>
        <pc:sldMkLst>
          <pc:docMk/>
          <pc:sldMk cId="3676170199" sldId="396"/>
        </pc:sldMkLst>
        <pc:spChg chg="mod">
          <ac:chgData name="綱本　晃" userId="953fbd37-e359-4401-b61d-7035dc8ee981" providerId="ADAL" clId="{5A245C16-2D35-45FA-8964-1974843428B4}" dt="2022-01-27T12:30:46.006" v="12590" actId="20577"/>
          <ac:spMkLst>
            <pc:docMk/>
            <pc:sldMk cId="3676170199" sldId="396"/>
            <ac:spMk id="7" creationId="{9630AD22-E64D-4A96-B059-2AF9F6580C25}"/>
          </ac:spMkLst>
        </pc:spChg>
        <pc:spChg chg="mod">
          <ac:chgData name="綱本　晃" userId="953fbd37-e359-4401-b61d-7035dc8ee981" providerId="ADAL" clId="{5A245C16-2D35-45FA-8964-1974843428B4}" dt="2022-01-27T12:32:13.031" v="12607" actId="113"/>
          <ac:spMkLst>
            <pc:docMk/>
            <pc:sldMk cId="3676170199" sldId="396"/>
            <ac:spMk id="8" creationId="{787CF02A-01AB-4517-BA3E-25572FA82648}"/>
          </ac:spMkLst>
        </pc:spChg>
        <pc:picChg chg="add mod">
          <ac:chgData name="綱本　晃" userId="953fbd37-e359-4401-b61d-7035dc8ee981" providerId="ADAL" clId="{5A245C16-2D35-45FA-8964-1974843428B4}" dt="2022-01-26T08:25:00.367" v="5544" actId="1076"/>
          <ac:picMkLst>
            <pc:docMk/>
            <pc:sldMk cId="3676170199" sldId="396"/>
            <ac:picMk id="3" creationId="{C3F0937F-B4FC-43CE-A234-E12728978E7A}"/>
          </ac:picMkLst>
        </pc:picChg>
        <pc:picChg chg="add mod">
          <ac:chgData name="綱本　晃" userId="953fbd37-e359-4401-b61d-7035dc8ee981" providerId="ADAL" clId="{5A245C16-2D35-45FA-8964-1974843428B4}" dt="2022-01-26T08:25:00.367" v="5544" actId="1076"/>
          <ac:picMkLst>
            <pc:docMk/>
            <pc:sldMk cId="3676170199" sldId="396"/>
            <ac:picMk id="9" creationId="{5B20AB3B-F258-486D-A287-ACA405851E91}"/>
          </ac:picMkLst>
        </pc:picChg>
        <pc:picChg chg="add mod">
          <ac:chgData name="綱本　晃" userId="953fbd37-e359-4401-b61d-7035dc8ee981" providerId="ADAL" clId="{5A245C16-2D35-45FA-8964-1974843428B4}" dt="2022-01-26T08:25:00.367" v="5544" actId="1076"/>
          <ac:picMkLst>
            <pc:docMk/>
            <pc:sldMk cId="3676170199" sldId="396"/>
            <ac:picMk id="11" creationId="{BF2251F1-7B52-4E47-9FD5-FE4C25C74B7A}"/>
          </ac:picMkLst>
        </pc:picChg>
      </pc:sldChg>
      <pc:sldChg chg="addSp delSp modSp add mod">
        <pc:chgData name="綱本　晃" userId="953fbd37-e359-4401-b61d-7035dc8ee981" providerId="ADAL" clId="{5A245C16-2D35-45FA-8964-1974843428B4}" dt="2022-01-27T12:31:01.362" v="12594" actId="113"/>
        <pc:sldMkLst>
          <pc:docMk/>
          <pc:sldMk cId="2814305676" sldId="397"/>
        </pc:sldMkLst>
        <pc:spChg chg="mod">
          <ac:chgData name="綱本　晃" userId="953fbd37-e359-4401-b61d-7035dc8ee981" providerId="ADAL" clId="{5A245C16-2D35-45FA-8964-1974843428B4}" dt="2022-01-27T12:30:56.182" v="12592" actId="20577"/>
          <ac:spMkLst>
            <pc:docMk/>
            <pc:sldMk cId="2814305676" sldId="397"/>
            <ac:spMk id="7" creationId="{9630AD22-E64D-4A96-B059-2AF9F6580C25}"/>
          </ac:spMkLst>
        </pc:spChg>
        <pc:spChg chg="mod">
          <ac:chgData name="綱本　晃" userId="953fbd37-e359-4401-b61d-7035dc8ee981" providerId="ADAL" clId="{5A245C16-2D35-45FA-8964-1974843428B4}" dt="2022-01-27T12:31:01.362" v="12594" actId="113"/>
          <ac:spMkLst>
            <pc:docMk/>
            <pc:sldMk cId="2814305676" sldId="397"/>
            <ac:spMk id="8" creationId="{787CF02A-01AB-4517-BA3E-25572FA82648}"/>
          </ac:spMkLst>
        </pc:spChg>
        <pc:spChg chg="add del mod">
          <ac:chgData name="綱本　晃" userId="953fbd37-e359-4401-b61d-7035dc8ee981" providerId="ADAL" clId="{5A245C16-2D35-45FA-8964-1974843428B4}" dt="2022-01-25T12:43:01.798" v="4828" actId="478"/>
          <ac:spMkLst>
            <pc:docMk/>
            <pc:sldMk cId="2814305676" sldId="397"/>
            <ac:spMk id="10" creationId="{03E5262E-27F9-4F15-AA97-48369C097390}"/>
          </ac:spMkLst>
        </pc:spChg>
        <pc:spChg chg="add del mod">
          <ac:chgData name="綱本　晃" userId="953fbd37-e359-4401-b61d-7035dc8ee981" providerId="ADAL" clId="{5A245C16-2D35-45FA-8964-1974843428B4}" dt="2022-01-25T11:42:00.065" v="3008" actId="21"/>
          <ac:spMkLst>
            <pc:docMk/>
            <pc:sldMk cId="2814305676" sldId="397"/>
            <ac:spMk id="12" creationId="{0C8C3458-BF4B-4153-9926-D0661CFC6F36}"/>
          </ac:spMkLst>
        </pc:spChg>
        <pc:spChg chg="add mod">
          <ac:chgData name="綱本　晃" userId="953fbd37-e359-4401-b61d-7035dc8ee981" providerId="ADAL" clId="{5A245C16-2D35-45FA-8964-1974843428B4}" dt="2022-01-25T12:43:20.996" v="4831" actId="6549"/>
          <ac:spMkLst>
            <pc:docMk/>
            <pc:sldMk cId="2814305676" sldId="397"/>
            <ac:spMk id="13" creationId="{64D20F95-2730-4559-BB26-9E8E764B6B36}"/>
          </ac:spMkLst>
        </pc:spChg>
        <pc:picChg chg="del mod">
          <ac:chgData name="綱本　晃" userId="953fbd37-e359-4401-b61d-7035dc8ee981" providerId="ADAL" clId="{5A245C16-2D35-45FA-8964-1974843428B4}" dt="2022-01-25T11:37:51.461" v="2728" actId="478"/>
          <ac:picMkLst>
            <pc:docMk/>
            <pc:sldMk cId="2814305676" sldId="397"/>
            <ac:picMk id="3" creationId="{C3F0937F-B4FC-43CE-A234-E12728978E7A}"/>
          </ac:picMkLst>
        </pc:picChg>
        <pc:picChg chg="del">
          <ac:chgData name="綱本　晃" userId="953fbd37-e359-4401-b61d-7035dc8ee981" providerId="ADAL" clId="{5A245C16-2D35-45FA-8964-1974843428B4}" dt="2022-01-25T11:37:51.461" v="2728" actId="478"/>
          <ac:picMkLst>
            <pc:docMk/>
            <pc:sldMk cId="2814305676" sldId="397"/>
            <ac:picMk id="9" creationId="{5B20AB3B-F258-486D-A287-ACA405851E91}"/>
          </ac:picMkLst>
        </pc:picChg>
        <pc:picChg chg="del mod">
          <ac:chgData name="綱本　晃" userId="953fbd37-e359-4401-b61d-7035dc8ee981" providerId="ADAL" clId="{5A245C16-2D35-45FA-8964-1974843428B4}" dt="2022-01-25T11:37:51.461" v="2728" actId="478"/>
          <ac:picMkLst>
            <pc:docMk/>
            <pc:sldMk cId="2814305676" sldId="397"/>
            <ac:picMk id="11" creationId="{BF2251F1-7B52-4E47-9FD5-FE4C25C74B7A}"/>
          </ac:picMkLst>
        </pc:picChg>
      </pc:sldChg>
      <pc:sldChg chg="modSp add mod">
        <pc:chgData name="綱本　晃" userId="953fbd37-e359-4401-b61d-7035dc8ee981" providerId="ADAL" clId="{5A245C16-2D35-45FA-8964-1974843428B4}" dt="2022-01-27T12:32:54.381" v="12623" actId="1076"/>
        <pc:sldMkLst>
          <pc:docMk/>
          <pc:sldMk cId="1098794328" sldId="398"/>
        </pc:sldMkLst>
        <pc:spChg chg="mod">
          <ac:chgData name="綱本　晃" userId="953fbd37-e359-4401-b61d-7035dc8ee981" providerId="ADAL" clId="{5A245C16-2D35-45FA-8964-1974843428B4}" dt="2022-01-27T12:31:34.760" v="12599" actId="20577"/>
          <ac:spMkLst>
            <pc:docMk/>
            <pc:sldMk cId="1098794328" sldId="398"/>
            <ac:spMk id="7" creationId="{9630AD22-E64D-4A96-B059-2AF9F6580C25}"/>
          </ac:spMkLst>
        </pc:spChg>
        <pc:spChg chg="mod">
          <ac:chgData name="綱本　晃" userId="953fbd37-e359-4401-b61d-7035dc8ee981" providerId="ADAL" clId="{5A245C16-2D35-45FA-8964-1974843428B4}" dt="2022-01-27T12:32:44.206" v="12622" actId="20577"/>
          <ac:spMkLst>
            <pc:docMk/>
            <pc:sldMk cId="1098794328" sldId="398"/>
            <ac:spMk id="8" creationId="{787CF02A-01AB-4517-BA3E-25572FA82648}"/>
          </ac:spMkLst>
        </pc:spChg>
        <pc:spChg chg="mod">
          <ac:chgData name="綱本　晃" userId="953fbd37-e359-4401-b61d-7035dc8ee981" providerId="ADAL" clId="{5A245C16-2D35-45FA-8964-1974843428B4}" dt="2022-01-27T12:32:54.381" v="12623" actId="1076"/>
          <ac:spMkLst>
            <pc:docMk/>
            <pc:sldMk cId="1098794328" sldId="398"/>
            <ac:spMk id="10" creationId="{03E5262E-27F9-4F15-AA97-48369C097390}"/>
          </ac:spMkLst>
        </pc:spChg>
      </pc:sldChg>
      <pc:sldChg chg="addSp modSp add mod">
        <pc:chgData name="綱本　晃" userId="953fbd37-e359-4401-b61d-7035dc8ee981" providerId="ADAL" clId="{5A245C16-2D35-45FA-8964-1974843428B4}" dt="2022-01-27T12:33:59.993" v="12635" actId="113"/>
        <pc:sldMkLst>
          <pc:docMk/>
          <pc:sldMk cId="677019670" sldId="399"/>
        </pc:sldMkLst>
        <pc:spChg chg="mod">
          <ac:chgData name="綱本　晃" userId="953fbd37-e359-4401-b61d-7035dc8ee981" providerId="ADAL" clId="{5A245C16-2D35-45FA-8964-1974843428B4}" dt="2022-01-25T11:50:32.758" v="3489" actId="20577"/>
          <ac:spMkLst>
            <pc:docMk/>
            <pc:sldMk cId="677019670" sldId="399"/>
            <ac:spMk id="7" creationId="{9630AD22-E64D-4A96-B059-2AF9F6580C25}"/>
          </ac:spMkLst>
        </pc:spChg>
        <pc:spChg chg="mod">
          <ac:chgData name="綱本　晃" userId="953fbd37-e359-4401-b61d-7035dc8ee981" providerId="ADAL" clId="{5A245C16-2D35-45FA-8964-1974843428B4}" dt="2022-01-27T12:33:46.444" v="12631" actId="113"/>
          <ac:spMkLst>
            <pc:docMk/>
            <pc:sldMk cId="677019670" sldId="399"/>
            <ac:spMk id="8" creationId="{787CF02A-01AB-4517-BA3E-25572FA82648}"/>
          </ac:spMkLst>
        </pc:spChg>
        <pc:spChg chg="add mod">
          <ac:chgData name="綱本　晃" userId="953fbd37-e359-4401-b61d-7035dc8ee981" providerId="ADAL" clId="{5A245C16-2D35-45FA-8964-1974843428B4}" dt="2022-01-25T12:17:02.013" v="3904" actId="207"/>
          <ac:spMkLst>
            <pc:docMk/>
            <pc:sldMk cId="677019670" sldId="399"/>
            <ac:spMk id="9" creationId="{426C4148-C10C-4228-8B7C-7C7347F227CA}"/>
          </ac:spMkLst>
        </pc:spChg>
        <pc:spChg chg="mod">
          <ac:chgData name="綱本　晃" userId="953fbd37-e359-4401-b61d-7035dc8ee981" providerId="ADAL" clId="{5A245C16-2D35-45FA-8964-1974843428B4}" dt="2022-01-25T12:15:40.030" v="3789" actId="207"/>
          <ac:spMkLst>
            <pc:docMk/>
            <pc:sldMk cId="677019670" sldId="399"/>
            <ac:spMk id="10" creationId="{03E5262E-27F9-4F15-AA97-48369C097390}"/>
          </ac:spMkLst>
        </pc:spChg>
        <pc:spChg chg="add mod">
          <ac:chgData name="綱本　晃" userId="953fbd37-e359-4401-b61d-7035dc8ee981" providerId="ADAL" clId="{5A245C16-2D35-45FA-8964-1974843428B4}" dt="2022-01-27T12:33:55.232" v="12633" actId="113"/>
          <ac:spMkLst>
            <pc:docMk/>
            <pc:sldMk cId="677019670" sldId="399"/>
            <ac:spMk id="11" creationId="{8A6C1DA4-7323-41F6-900A-410EF6B51FE0}"/>
          </ac:spMkLst>
        </pc:spChg>
        <pc:spChg chg="add mod ord">
          <ac:chgData name="綱本　晃" userId="953fbd37-e359-4401-b61d-7035dc8ee981" providerId="ADAL" clId="{5A245C16-2D35-45FA-8964-1974843428B4}" dt="2022-01-27T12:33:59.993" v="12635" actId="113"/>
          <ac:spMkLst>
            <pc:docMk/>
            <pc:sldMk cId="677019670" sldId="399"/>
            <ac:spMk id="12" creationId="{95ADBFC0-BA82-43B7-90CF-A7A4AF3C58FF}"/>
          </ac:spMkLst>
        </pc:spChg>
        <pc:spChg chg="add mod">
          <ac:chgData name="綱本　晃" userId="953fbd37-e359-4401-b61d-7035dc8ee981" providerId="ADAL" clId="{5A245C16-2D35-45FA-8964-1974843428B4}" dt="2022-01-25T12:17:54.021" v="3907" actId="14100"/>
          <ac:spMkLst>
            <pc:docMk/>
            <pc:sldMk cId="677019670" sldId="399"/>
            <ac:spMk id="13" creationId="{DE92F075-A417-44E2-ADE3-68FA1C49E000}"/>
          </ac:spMkLst>
        </pc:spChg>
      </pc:sldChg>
      <pc:sldChg chg="modSp add mod">
        <pc:chgData name="綱本　晃" userId="953fbd37-e359-4401-b61d-7035dc8ee981" providerId="ADAL" clId="{5A245C16-2D35-45FA-8964-1974843428B4}" dt="2022-01-27T12:55:01.039" v="13291" actId="20577"/>
        <pc:sldMkLst>
          <pc:docMk/>
          <pc:sldMk cId="611725129" sldId="400"/>
        </pc:sldMkLst>
        <pc:spChg chg="mod">
          <ac:chgData name="綱本　晃" userId="953fbd37-e359-4401-b61d-7035dc8ee981" providerId="ADAL" clId="{5A245C16-2D35-45FA-8964-1974843428B4}" dt="2022-01-27T12:55:01.039" v="13291" actId="20577"/>
          <ac:spMkLst>
            <pc:docMk/>
            <pc:sldMk cId="611725129" sldId="400"/>
            <ac:spMk id="7" creationId="{9630AD22-E64D-4A96-B059-2AF9F6580C25}"/>
          </ac:spMkLst>
        </pc:spChg>
        <pc:spChg chg="mod">
          <ac:chgData name="綱本　晃" userId="953fbd37-e359-4401-b61d-7035dc8ee981" providerId="ADAL" clId="{5A245C16-2D35-45FA-8964-1974843428B4}" dt="2022-01-27T12:34:38.848" v="12650" actId="113"/>
          <ac:spMkLst>
            <pc:docMk/>
            <pc:sldMk cId="611725129" sldId="400"/>
            <ac:spMk id="8" creationId="{787CF02A-01AB-4517-BA3E-25572FA82648}"/>
          </ac:spMkLst>
        </pc:spChg>
        <pc:spChg chg="mod">
          <ac:chgData name="綱本　晃" userId="953fbd37-e359-4401-b61d-7035dc8ee981" providerId="ADAL" clId="{5A245C16-2D35-45FA-8964-1974843428B4}" dt="2022-01-25T12:25:45.155" v="4302" actId="20577"/>
          <ac:spMkLst>
            <pc:docMk/>
            <pc:sldMk cId="611725129" sldId="400"/>
            <ac:spMk id="10" creationId="{03E5262E-27F9-4F15-AA97-48369C097390}"/>
          </ac:spMkLst>
        </pc:spChg>
      </pc:sldChg>
      <pc:sldChg chg="modSp add mod">
        <pc:chgData name="綱本　晃" userId="953fbd37-e359-4401-b61d-7035dc8ee981" providerId="ADAL" clId="{5A245C16-2D35-45FA-8964-1974843428B4}" dt="2022-01-27T12:36:05.121" v="12659" actId="207"/>
        <pc:sldMkLst>
          <pc:docMk/>
          <pc:sldMk cId="2410993182" sldId="401"/>
        </pc:sldMkLst>
        <pc:spChg chg="mod">
          <ac:chgData name="綱本　晃" userId="953fbd37-e359-4401-b61d-7035dc8ee981" providerId="ADAL" clId="{5A245C16-2D35-45FA-8964-1974843428B4}" dt="2022-01-25T12:29:41.416" v="4304" actId="6549"/>
          <ac:spMkLst>
            <pc:docMk/>
            <pc:sldMk cId="2410993182" sldId="401"/>
            <ac:spMk id="3" creationId="{AF42E5F5-F9D0-4554-B67F-148FD8EC3105}"/>
          </ac:spMkLst>
        </pc:spChg>
        <pc:spChg chg="mod">
          <ac:chgData name="綱本　晃" userId="953fbd37-e359-4401-b61d-7035dc8ee981" providerId="ADAL" clId="{5A245C16-2D35-45FA-8964-1974843428B4}" dt="2022-01-27T12:36:05.121" v="12659" actId="207"/>
          <ac:spMkLst>
            <pc:docMk/>
            <pc:sldMk cId="2410993182" sldId="401"/>
            <ac:spMk id="5" creationId="{2DFC0F04-3729-49EE-A700-AC4FE7495084}"/>
          </ac:spMkLst>
        </pc:spChg>
      </pc:sldChg>
      <pc:sldChg chg="modSp add mod">
        <pc:chgData name="綱本　晃" userId="953fbd37-e359-4401-b61d-7035dc8ee981" providerId="ADAL" clId="{5A245C16-2D35-45FA-8964-1974843428B4}" dt="2022-01-25T12:38:59.474" v="4727" actId="20577"/>
        <pc:sldMkLst>
          <pc:docMk/>
          <pc:sldMk cId="3966487567" sldId="402"/>
        </pc:sldMkLst>
        <pc:graphicFrameChg chg="modGraphic">
          <ac:chgData name="綱本　晃" userId="953fbd37-e359-4401-b61d-7035dc8ee981" providerId="ADAL" clId="{5A245C16-2D35-45FA-8964-1974843428B4}" dt="2022-01-25T12:38:59.474" v="4727" actId="20577"/>
          <ac:graphicFrameMkLst>
            <pc:docMk/>
            <pc:sldMk cId="3966487567" sldId="402"/>
            <ac:graphicFrameMk id="6" creationId="{E68C0511-571B-443B-A12B-7AEF1DC35017}"/>
          </ac:graphicFrameMkLst>
        </pc:graphicFrameChg>
      </pc:sldChg>
      <pc:sldChg chg="addSp modSp add mod">
        <pc:chgData name="綱本　晃" userId="953fbd37-e359-4401-b61d-7035dc8ee981" providerId="ADAL" clId="{5A245C16-2D35-45FA-8964-1974843428B4}" dt="2022-01-27T12:37:17.416" v="12667" actId="113"/>
        <pc:sldMkLst>
          <pc:docMk/>
          <pc:sldMk cId="2217202352" sldId="403"/>
        </pc:sldMkLst>
        <pc:spChg chg="add mod">
          <ac:chgData name="綱本　晃" userId="953fbd37-e359-4401-b61d-7035dc8ee981" providerId="ADAL" clId="{5A245C16-2D35-45FA-8964-1974843428B4}" dt="2022-01-26T06:59:13.117" v="4952" actId="6549"/>
          <ac:spMkLst>
            <pc:docMk/>
            <pc:sldMk cId="2217202352" sldId="403"/>
            <ac:spMk id="6" creationId="{5C5D35BD-799F-425D-A16C-01A0004D4511}"/>
          </ac:spMkLst>
        </pc:spChg>
        <pc:spChg chg="mod">
          <ac:chgData name="綱本　晃" userId="953fbd37-e359-4401-b61d-7035dc8ee981" providerId="ADAL" clId="{5A245C16-2D35-45FA-8964-1974843428B4}" dt="2022-01-26T06:48:44.662" v="4884" actId="20577"/>
          <ac:spMkLst>
            <pc:docMk/>
            <pc:sldMk cId="2217202352" sldId="403"/>
            <ac:spMk id="7" creationId="{9630AD22-E64D-4A96-B059-2AF9F6580C25}"/>
          </ac:spMkLst>
        </pc:spChg>
        <pc:spChg chg="mod">
          <ac:chgData name="綱本　晃" userId="953fbd37-e359-4401-b61d-7035dc8ee981" providerId="ADAL" clId="{5A245C16-2D35-45FA-8964-1974843428B4}" dt="2022-01-26T06:59:35.097" v="4953" actId="14100"/>
          <ac:spMkLst>
            <pc:docMk/>
            <pc:sldMk cId="2217202352" sldId="403"/>
            <ac:spMk id="8" creationId="{787CF02A-01AB-4517-BA3E-25572FA82648}"/>
          </ac:spMkLst>
        </pc:spChg>
        <pc:spChg chg="add mod">
          <ac:chgData name="綱本　晃" userId="953fbd37-e359-4401-b61d-7035dc8ee981" providerId="ADAL" clId="{5A245C16-2D35-45FA-8964-1974843428B4}" dt="2022-01-27T12:37:17.416" v="12667" actId="113"/>
          <ac:spMkLst>
            <pc:docMk/>
            <pc:sldMk cId="2217202352" sldId="403"/>
            <ac:spMk id="9" creationId="{38CE5700-8485-406F-968B-7CDD9C79F8D9}"/>
          </ac:spMkLst>
        </pc:spChg>
      </pc:sldChg>
      <pc:sldChg chg="add del">
        <pc:chgData name="綱本　晃" userId="953fbd37-e359-4401-b61d-7035dc8ee981" providerId="ADAL" clId="{5A245C16-2D35-45FA-8964-1974843428B4}" dt="2022-01-27T12:18:54.386" v="12261" actId="47"/>
        <pc:sldMkLst>
          <pc:docMk/>
          <pc:sldMk cId="2172535668" sldId="404"/>
        </pc:sldMkLst>
      </pc:sldChg>
      <pc:sldChg chg="modSp add del mod">
        <pc:chgData name="綱本　晃" userId="953fbd37-e359-4401-b61d-7035dc8ee981" providerId="ADAL" clId="{5A245C16-2D35-45FA-8964-1974843428B4}" dt="2022-01-27T12:18:54.386" v="12261" actId="47"/>
        <pc:sldMkLst>
          <pc:docMk/>
          <pc:sldMk cId="3904097252" sldId="405"/>
        </pc:sldMkLst>
        <pc:spChg chg="mod">
          <ac:chgData name="綱本　晃" userId="953fbd37-e359-4401-b61d-7035dc8ee981" providerId="ADAL" clId="{5A245C16-2D35-45FA-8964-1974843428B4}" dt="2022-01-27T01:35:07.631" v="5716" actId="6549"/>
          <ac:spMkLst>
            <pc:docMk/>
            <pc:sldMk cId="3904097252" sldId="405"/>
            <ac:spMk id="3" creationId="{3DB11A7F-4861-415A-8EF5-B13845B979BB}"/>
          </ac:spMkLst>
        </pc:spChg>
      </pc:sldChg>
      <pc:sldChg chg="modSp add mod">
        <pc:chgData name="綱本　晃" userId="953fbd37-e359-4401-b61d-7035dc8ee981" providerId="ADAL" clId="{5A245C16-2D35-45FA-8964-1974843428B4}" dt="2022-01-27T12:29:46.535" v="12588" actId="6549"/>
        <pc:sldMkLst>
          <pc:docMk/>
          <pc:sldMk cId="82601343" sldId="406"/>
        </pc:sldMkLst>
        <pc:spChg chg="mod">
          <ac:chgData name="綱本　晃" userId="953fbd37-e359-4401-b61d-7035dc8ee981" providerId="ADAL" clId="{5A245C16-2D35-45FA-8964-1974843428B4}" dt="2022-01-26T08:23:07.631" v="5474" actId="20577"/>
          <ac:spMkLst>
            <pc:docMk/>
            <pc:sldMk cId="82601343" sldId="406"/>
            <ac:spMk id="6" creationId="{0F81E6C4-7841-4153-9948-3830F64F1715}"/>
          </ac:spMkLst>
        </pc:spChg>
        <pc:spChg chg="mod">
          <ac:chgData name="綱本　晃" userId="953fbd37-e359-4401-b61d-7035dc8ee981" providerId="ADAL" clId="{5A245C16-2D35-45FA-8964-1974843428B4}" dt="2022-01-27T12:29:46.535" v="12588" actId="6549"/>
          <ac:spMkLst>
            <pc:docMk/>
            <pc:sldMk cId="82601343" sldId="406"/>
            <ac:spMk id="8" creationId="{DC47DB6E-DE5F-461B-8DA6-D7E7BFB3D9CA}"/>
          </ac:spMkLst>
        </pc:spChg>
        <pc:spChg chg="mod">
          <ac:chgData name="綱本　晃" userId="953fbd37-e359-4401-b61d-7035dc8ee981" providerId="ADAL" clId="{5A245C16-2D35-45FA-8964-1974843428B4}" dt="2022-01-27T12:29:35.949" v="12587" actId="14100"/>
          <ac:spMkLst>
            <pc:docMk/>
            <pc:sldMk cId="82601343" sldId="406"/>
            <ac:spMk id="15" creationId="{04739463-A1A9-424A-9DD2-969D3E724B50}"/>
          </ac:spMkLst>
        </pc:spChg>
      </pc:sldChg>
      <pc:sldChg chg="add del">
        <pc:chgData name="綱本　晃" userId="953fbd37-e359-4401-b61d-7035dc8ee981" providerId="ADAL" clId="{5A245C16-2D35-45FA-8964-1974843428B4}" dt="2022-01-26T08:22:33.093" v="5458" actId="2696"/>
        <pc:sldMkLst>
          <pc:docMk/>
          <pc:sldMk cId="1182803034" sldId="406"/>
        </pc:sldMkLst>
      </pc:sldChg>
      <pc:sldChg chg="modSp add mod ord">
        <pc:chgData name="綱本　晃" userId="953fbd37-e359-4401-b61d-7035dc8ee981" providerId="ADAL" clId="{5A245C16-2D35-45FA-8964-1974843428B4}" dt="2022-01-27T12:43:44.576" v="12951" actId="20577"/>
        <pc:sldMkLst>
          <pc:docMk/>
          <pc:sldMk cId="262682366" sldId="407"/>
        </pc:sldMkLst>
        <pc:spChg chg="mod">
          <ac:chgData name="綱本　晃" userId="953fbd37-e359-4401-b61d-7035dc8ee981" providerId="ADAL" clId="{5A245C16-2D35-45FA-8964-1974843428B4}" dt="2022-01-27T01:36:11.147" v="5720"/>
          <ac:spMkLst>
            <pc:docMk/>
            <pc:sldMk cId="262682366" sldId="407"/>
            <ac:spMk id="6" creationId="{0F81E6C4-7841-4153-9948-3830F64F1715}"/>
          </ac:spMkLst>
        </pc:spChg>
        <pc:spChg chg="mod">
          <ac:chgData name="綱本　晃" userId="953fbd37-e359-4401-b61d-7035dc8ee981" providerId="ADAL" clId="{5A245C16-2D35-45FA-8964-1974843428B4}" dt="2022-01-27T12:43:44.576" v="12951" actId="20577"/>
          <ac:spMkLst>
            <pc:docMk/>
            <pc:sldMk cId="262682366" sldId="407"/>
            <ac:spMk id="8" creationId="{DC47DB6E-DE5F-461B-8DA6-D7E7BFB3D9CA}"/>
          </ac:spMkLst>
        </pc:spChg>
        <pc:spChg chg="mod">
          <ac:chgData name="綱本　晃" userId="953fbd37-e359-4401-b61d-7035dc8ee981" providerId="ADAL" clId="{5A245C16-2D35-45FA-8964-1974843428B4}" dt="2022-01-27T12:40:50.827" v="12896" actId="113"/>
          <ac:spMkLst>
            <pc:docMk/>
            <pc:sldMk cId="262682366" sldId="407"/>
            <ac:spMk id="15" creationId="{04739463-A1A9-424A-9DD2-969D3E724B50}"/>
          </ac:spMkLst>
        </pc:spChg>
      </pc:sldChg>
      <pc:sldChg chg="addSp delSp modSp add mod">
        <pc:chgData name="綱本　晃" userId="953fbd37-e359-4401-b61d-7035dc8ee981" providerId="ADAL" clId="{5A245C16-2D35-45FA-8964-1974843428B4}" dt="2022-01-27T12:41:09.967" v="12898" actId="113"/>
        <pc:sldMkLst>
          <pc:docMk/>
          <pc:sldMk cId="2358155789" sldId="408"/>
        </pc:sldMkLst>
        <pc:spChg chg="mod">
          <ac:chgData name="綱本　晃" userId="953fbd37-e359-4401-b61d-7035dc8ee981" providerId="ADAL" clId="{5A245C16-2D35-45FA-8964-1974843428B4}" dt="2022-01-27T04:42:26.209" v="6084"/>
          <ac:spMkLst>
            <pc:docMk/>
            <pc:sldMk cId="2358155789" sldId="408"/>
            <ac:spMk id="7" creationId="{9630AD22-E64D-4A96-B059-2AF9F6580C25}"/>
          </ac:spMkLst>
        </pc:spChg>
        <pc:spChg chg="mod">
          <ac:chgData name="綱本　晃" userId="953fbd37-e359-4401-b61d-7035dc8ee981" providerId="ADAL" clId="{5A245C16-2D35-45FA-8964-1974843428B4}" dt="2022-01-27T12:41:09.967" v="12898" actId="113"/>
          <ac:spMkLst>
            <pc:docMk/>
            <pc:sldMk cId="2358155789" sldId="408"/>
            <ac:spMk id="8" creationId="{787CF02A-01AB-4517-BA3E-25572FA82648}"/>
          </ac:spMkLst>
        </pc:spChg>
        <pc:spChg chg="add del">
          <ac:chgData name="綱本　晃" userId="953fbd37-e359-4401-b61d-7035dc8ee981" providerId="ADAL" clId="{5A245C16-2D35-45FA-8964-1974843428B4}" dt="2022-01-27T05:21:40.924" v="6795" actId="22"/>
          <ac:spMkLst>
            <pc:docMk/>
            <pc:sldMk cId="2358155789" sldId="408"/>
            <ac:spMk id="9" creationId="{F7CAF34B-FB3D-455F-9670-1B5EFC0AA101}"/>
          </ac:spMkLst>
        </pc:spChg>
      </pc:sldChg>
      <pc:sldChg chg="addSp modSp add mod">
        <pc:chgData name="綱本　晃" userId="953fbd37-e359-4401-b61d-7035dc8ee981" providerId="ADAL" clId="{5A245C16-2D35-45FA-8964-1974843428B4}" dt="2022-01-27T12:43:04.583" v="12911" actId="113"/>
        <pc:sldMkLst>
          <pc:docMk/>
          <pc:sldMk cId="1090013480" sldId="409"/>
        </pc:sldMkLst>
        <pc:spChg chg="add mod">
          <ac:chgData name="綱本　晃" userId="953fbd37-e359-4401-b61d-7035dc8ee981" providerId="ADAL" clId="{5A245C16-2D35-45FA-8964-1974843428B4}" dt="2022-01-27T12:43:04.583" v="12911" actId="113"/>
          <ac:spMkLst>
            <pc:docMk/>
            <pc:sldMk cId="1090013480" sldId="409"/>
            <ac:spMk id="6" creationId="{0EBED279-821D-453E-AD44-5078E47AFCA3}"/>
          </ac:spMkLst>
        </pc:spChg>
        <pc:spChg chg="mod">
          <ac:chgData name="綱本　晃" userId="953fbd37-e359-4401-b61d-7035dc8ee981" providerId="ADAL" clId="{5A245C16-2D35-45FA-8964-1974843428B4}" dt="2022-01-27T12:42:37.041" v="12907" actId="113"/>
          <ac:spMkLst>
            <pc:docMk/>
            <pc:sldMk cId="1090013480" sldId="409"/>
            <ac:spMk id="8" creationId="{787CF02A-01AB-4517-BA3E-25572FA82648}"/>
          </ac:spMkLst>
        </pc:spChg>
      </pc:sldChg>
      <pc:sldChg chg="addSp delSp modSp add mod">
        <pc:chgData name="綱本　晃" userId="953fbd37-e359-4401-b61d-7035dc8ee981" providerId="ADAL" clId="{5A245C16-2D35-45FA-8964-1974843428B4}" dt="2022-01-27T12:45:10.424" v="12968" actId="6549"/>
        <pc:sldMkLst>
          <pc:docMk/>
          <pc:sldMk cId="2274581847" sldId="410"/>
        </pc:sldMkLst>
        <pc:spChg chg="mod">
          <ac:chgData name="綱本　晃" userId="953fbd37-e359-4401-b61d-7035dc8ee981" providerId="ADAL" clId="{5A245C16-2D35-45FA-8964-1974843428B4}" dt="2022-01-27T12:45:10.424" v="12968" actId="6549"/>
          <ac:spMkLst>
            <pc:docMk/>
            <pc:sldMk cId="2274581847" sldId="410"/>
            <ac:spMk id="6" creationId="{5C5D35BD-799F-425D-A16C-01A0004D4511}"/>
          </ac:spMkLst>
        </pc:spChg>
        <pc:spChg chg="mod">
          <ac:chgData name="綱本　晃" userId="953fbd37-e359-4401-b61d-7035dc8ee981" providerId="ADAL" clId="{5A245C16-2D35-45FA-8964-1974843428B4}" dt="2022-01-27T05:34:24.125" v="7654"/>
          <ac:spMkLst>
            <pc:docMk/>
            <pc:sldMk cId="2274581847" sldId="410"/>
            <ac:spMk id="7" creationId="{9630AD22-E64D-4A96-B059-2AF9F6580C25}"/>
          </ac:spMkLst>
        </pc:spChg>
        <pc:spChg chg="mod">
          <ac:chgData name="綱本　晃" userId="953fbd37-e359-4401-b61d-7035dc8ee981" providerId="ADAL" clId="{5A245C16-2D35-45FA-8964-1974843428B4}" dt="2022-01-27T12:44:28.168" v="12957" actId="113"/>
          <ac:spMkLst>
            <pc:docMk/>
            <pc:sldMk cId="2274581847" sldId="410"/>
            <ac:spMk id="8" creationId="{787CF02A-01AB-4517-BA3E-25572FA82648}"/>
          </ac:spMkLst>
        </pc:spChg>
        <pc:spChg chg="del">
          <ac:chgData name="綱本　晃" userId="953fbd37-e359-4401-b61d-7035dc8ee981" providerId="ADAL" clId="{5A245C16-2D35-45FA-8964-1974843428B4}" dt="2022-01-27T05:34:48.429" v="7679" actId="478"/>
          <ac:spMkLst>
            <pc:docMk/>
            <pc:sldMk cId="2274581847" sldId="410"/>
            <ac:spMk id="9" creationId="{38CE5700-8485-406F-968B-7CDD9C79F8D9}"/>
          </ac:spMkLst>
        </pc:spChg>
        <pc:spChg chg="add mod">
          <ac:chgData name="綱本　晃" userId="953fbd37-e359-4401-b61d-7035dc8ee981" providerId="ADAL" clId="{5A245C16-2D35-45FA-8964-1974843428B4}" dt="2022-01-27T09:35:36.910" v="8359" actId="1076"/>
          <ac:spMkLst>
            <pc:docMk/>
            <pc:sldMk cId="2274581847" sldId="410"/>
            <ac:spMk id="18" creationId="{9ED732B6-EA3C-4DCB-BF67-7A3D7772CE1E}"/>
          </ac:spMkLst>
        </pc:spChg>
        <pc:spChg chg="add mod">
          <ac:chgData name="綱本　晃" userId="953fbd37-e359-4401-b61d-7035dc8ee981" providerId="ADAL" clId="{5A245C16-2D35-45FA-8964-1974843428B4}" dt="2022-01-27T09:34:32.841" v="8350" actId="207"/>
          <ac:spMkLst>
            <pc:docMk/>
            <pc:sldMk cId="2274581847" sldId="410"/>
            <ac:spMk id="19" creationId="{17140FDF-AC22-4008-900B-D4ED06BE1092}"/>
          </ac:spMkLst>
        </pc:spChg>
        <pc:spChg chg="add mod">
          <ac:chgData name="綱本　晃" userId="953fbd37-e359-4401-b61d-7035dc8ee981" providerId="ADAL" clId="{5A245C16-2D35-45FA-8964-1974843428B4}" dt="2022-01-27T09:40:23.365" v="8456" actId="1076"/>
          <ac:spMkLst>
            <pc:docMk/>
            <pc:sldMk cId="2274581847" sldId="410"/>
            <ac:spMk id="20" creationId="{43DCFFAA-D710-40BA-93DF-9AA5B648A440}"/>
          </ac:spMkLst>
        </pc:spChg>
        <pc:spChg chg="add mod">
          <ac:chgData name="綱本　晃" userId="953fbd37-e359-4401-b61d-7035dc8ee981" providerId="ADAL" clId="{5A245C16-2D35-45FA-8964-1974843428B4}" dt="2022-01-27T10:01:17.743" v="9064" actId="207"/>
          <ac:spMkLst>
            <pc:docMk/>
            <pc:sldMk cId="2274581847" sldId="410"/>
            <ac:spMk id="21" creationId="{71BA0D1D-B94D-45D1-A4D0-59DA3A220057}"/>
          </ac:spMkLst>
        </pc:spChg>
        <pc:spChg chg="add mod">
          <ac:chgData name="綱本　晃" userId="953fbd37-e359-4401-b61d-7035dc8ee981" providerId="ADAL" clId="{5A245C16-2D35-45FA-8964-1974843428B4}" dt="2022-01-27T09:40:29.237" v="8457" actId="1076"/>
          <ac:spMkLst>
            <pc:docMk/>
            <pc:sldMk cId="2274581847" sldId="410"/>
            <ac:spMk id="22" creationId="{F1DC4ADB-69C7-4ED6-9245-D50B1F76D93C}"/>
          </ac:spMkLst>
        </pc:spChg>
        <pc:spChg chg="add mod">
          <ac:chgData name="綱本　晃" userId="953fbd37-e359-4401-b61d-7035dc8ee981" providerId="ADAL" clId="{5A245C16-2D35-45FA-8964-1974843428B4}" dt="2022-01-27T09:36:51.111" v="8378" actId="14100"/>
          <ac:spMkLst>
            <pc:docMk/>
            <pc:sldMk cId="2274581847" sldId="410"/>
            <ac:spMk id="23" creationId="{68C1B104-ECDC-4C08-B686-275A8059C57B}"/>
          </ac:spMkLst>
        </pc:spChg>
        <pc:spChg chg="add mod">
          <ac:chgData name="綱本　晃" userId="953fbd37-e359-4401-b61d-7035dc8ee981" providerId="ADAL" clId="{5A245C16-2D35-45FA-8964-1974843428B4}" dt="2022-01-27T09:36:45.366" v="8376" actId="14100"/>
          <ac:spMkLst>
            <pc:docMk/>
            <pc:sldMk cId="2274581847" sldId="410"/>
            <ac:spMk id="24" creationId="{698CA131-1357-4BC5-9C03-62E24C1EDBFC}"/>
          </ac:spMkLst>
        </pc:spChg>
        <pc:picChg chg="add mod">
          <ac:chgData name="綱本　晃" userId="953fbd37-e359-4401-b61d-7035dc8ee981" providerId="ADAL" clId="{5A245C16-2D35-45FA-8964-1974843428B4}" dt="2022-01-27T07:28:58.817" v="8288" actId="14100"/>
          <ac:picMkLst>
            <pc:docMk/>
            <pc:sldMk cId="2274581847" sldId="410"/>
            <ac:picMk id="3" creationId="{CD7E9C58-1670-4A02-8BCD-3C5DE9EF27AA}"/>
          </ac:picMkLst>
        </pc:picChg>
        <pc:picChg chg="add mod">
          <ac:chgData name="綱本　晃" userId="953fbd37-e359-4401-b61d-7035dc8ee981" providerId="ADAL" clId="{5A245C16-2D35-45FA-8964-1974843428B4}" dt="2022-01-27T07:29:03.916" v="8289" actId="1076"/>
          <ac:picMkLst>
            <pc:docMk/>
            <pc:sldMk cId="2274581847" sldId="410"/>
            <ac:picMk id="10" creationId="{C950985F-8084-44C7-B765-9C1B1228718B}"/>
          </ac:picMkLst>
        </pc:picChg>
        <pc:picChg chg="add mod">
          <ac:chgData name="綱本　晃" userId="953fbd37-e359-4401-b61d-7035dc8ee981" providerId="ADAL" clId="{5A245C16-2D35-45FA-8964-1974843428B4}" dt="2022-01-27T07:36:54.887" v="8293" actId="571"/>
          <ac:picMkLst>
            <pc:docMk/>
            <pc:sldMk cId="2274581847" sldId="410"/>
            <ac:picMk id="11" creationId="{94A6D9EC-ECA5-40D1-B8C1-DDA6CA6B8CEB}"/>
          </ac:picMkLst>
        </pc:picChg>
        <pc:picChg chg="add mod">
          <ac:chgData name="綱本　晃" userId="953fbd37-e359-4401-b61d-7035dc8ee981" providerId="ADAL" clId="{5A245C16-2D35-45FA-8964-1974843428B4}" dt="2022-01-27T07:36:54.405" v="8292" actId="571"/>
          <ac:picMkLst>
            <pc:docMk/>
            <pc:sldMk cId="2274581847" sldId="410"/>
            <ac:picMk id="12" creationId="{5B82DB27-4A41-44CB-8EF5-25EE0AA0030C}"/>
          </ac:picMkLst>
        </pc:picChg>
        <pc:picChg chg="add mod">
          <ac:chgData name="綱本　晃" userId="953fbd37-e359-4401-b61d-7035dc8ee981" providerId="ADAL" clId="{5A245C16-2D35-45FA-8964-1974843428B4}" dt="2022-01-27T07:36:59.956" v="8294" actId="571"/>
          <ac:picMkLst>
            <pc:docMk/>
            <pc:sldMk cId="2274581847" sldId="410"/>
            <ac:picMk id="13" creationId="{E5E7C62E-85A7-4A51-8C81-70EDFA39D672}"/>
          </ac:picMkLst>
        </pc:picChg>
        <pc:picChg chg="add mod">
          <ac:chgData name="綱本　晃" userId="953fbd37-e359-4401-b61d-7035dc8ee981" providerId="ADAL" clId="{5A245C16-2D35-45FA-8964-1974843428B4}" dt="2022-01-27T07:37:24.302" v="8302" actId="1076"/>
          <ac:picMkLst>
            <pc:docMk/>
            <pc:sldMk cId="2274581847" sldId="410"/>
            <ac:picMk id="15" creationId="{590FA50E-3D77-41A4-87F6-EE830AD42F94}"/>
          </ac:picMkLst>
        </pc:picChg>
        <pc:picChg chg="add mod">
          <ac:chgData name="綱本　晃" userId="953fbd37-e359-4401-b61d-7035dc8ee981" providerId="ADAL" clId="{5A245C16-2D35-45FA-8964-1974843428B4}" dt="2022-01-27T09:27:49.727" v="8307" actId="1076"/>
          <ac:picMkLst>
            <pc:docMk/>
            <pc:sldMk cId="2274581847" sldId="410"/>
            <ac:picMk id="17" creationId="{8D7014AE-82F9-46AB-9ADD-77E896A3BD49}"/>
          </ac:picMkLst>
        </pc:picChg>
      </pc:sldChg>
      <pc:sldChg chg="addSp delSp modSp new mod">
        <pc:chgData name="綱本　晃" userId="953fbd37-e359-4401-b61d-7035dc8ee981" providerId="ADAL" clId="{5A245C16-2D35-45FA-8964-1974843428B4}" dt="2022-01-27T11:15:54.893" v="11089"/>
        <pc:sldMkLst>
          <pc:docMk/>
          <pc:sldMk cId="2735889766" sldId="411"/>
        </pc:sldMkLst>
        <pc:spChg chg="mod">
          <ac:chgData name="綱本　晃" userId="953fbd37-e359-4401-b61d-7035dc8ee981" providerId="ADAL" clId="{5A245C16-2D35-45FA-8964-1974843428B4}" dt="2022-01-27T11:15:54.893" v="11089"/>
          <ac:spMkLst>
            <pc:docMk/>
            <pc:sldMk cId="2735889766" sldId="411"/>
            <ac:spMk id="3" creationId="{7F075022-5B6B-4FED-A81B-D550B7B7065E}"/>
          </ac:spMkLst>
        </pc:spChg>
        <pc:spChg chg="mod">
          <ac:chgData name="綱本　晃" userId="953fbd37-e359-4401-b61d-7035dc8ee981" providerId="ADAL" clId="{5A245C16-2D35-45FA-8964-1974843428B4}" dt="2022-01-27T10:11:54.999" v="9358" actId="20577"/>
          <ac:spMkLst>
            <pc:docMk/>
            <pc:sldMk cId="2735889766" sldId="411"/>
            <ac:spMk id="5" creationId="{25164B97-E8C9-4D30-9E5E-F8138686F6D5}"/>
          </ac:spMkLst>
        </pc:spChg>
        <pc:spChg chg="add mod">
          <ac:chgData name="綱本　晃" userId="953fbd37-e359-4401-b61d-7035dc8ee981" providerId="ADAL" clId="{5A245C16-2D35-45FA-8964-1974843428B4}" dt="2022-01-27T10:10:26.843" v="9250" actId="1076"/>
          <ac:spMkLst>
            <pc:docMk/>
            <pc:sldMk cId="2735889766" sldId="411"/>
            <ac:spMk id="7" creationId="{A529255C-B53B-43F4-9F24-F39984F5DF76}"/>
          </ac:spMkLst>
        </pc:spChg>
        <pc:spChg chg="add mod">
          <ac:chgData name="綱本　晃" userId="953fbd37-e359-4401-b61d-7035dc8ee981" providerId="ADAL" clId="{5A245C16-2D35-45FA-8964-1974843428B4}" dt="2022-01-27T10:10:26.843" v="9250" actId="1076"/>
          <ac:spMkLst>
            <pc:docMk/>
            <pc:sldMk cId="2735889766" sldId="411"/>
            <ac:spMk id="8" creationId="{217C3008-B510-46AE-8F50-36132516C866}"/>
          </ac:spMkLst>
        </pc:spChg>
        <pc:spChg chg="add mod">
          <ac:chgData name="綱本　晃" userId="953fbd37-e359-4401-b61d-7035dc8ee981" providerId="ADAL" clId="{5A245C16-2D35-45FA-8964-1974843428B4}" dt="2022-01-27T10:10:26.843" v="9250" actId="1076"/>
          <ac:spMkLst>
            <pc:docMk/>
            <pc:sldMk cId="2735889766" sldId="411"/>
            <ac:spMk id="10" creationId="{45806C69-8827-4F94-89D2-FAD588158F7E}"/>
          </ac:spMkLst>
        </pc:spChg>
        <pc:spChg chg="add mod">
          <ac:chgData name="綱本　晃" userId="953fbd37-e359-4401-b61d-7035dc8ee981" providerId="ADAL" clId="{5A245C16-2D35-45FA-8964-1974843428B4}" dt="2022-01-27T10:10:26.843" v="9250" actId="1076"/>
          <ac:spMkLst>
            <pc:docMk/>
            <pc:sldMk cId="2735889766" sldId="411"/>
            <ac:spMk id="12" creationId="{E2152916-D3B7-4CB4-83B0-A64719AACD7A}"/>
          </ac:spMkLst>
        </pc:spChg>
        <pc:spChg chg="add mod">
          <ac:chgData name="綱本　晃" userId="953fbd37-e359-4401-b61d-7035dc8ee981" providerId="ADAL" clId="{5A245C16-2D35-45FA-8964-1974843428B4}" dt="2022-01-27T10:10:26.843" v="9250" actId="1076"/>
          <ac:spMkLst>
            <pc:docMk/>
            <pc:sldMk cId="2735889766" sldId="411"/>
            <ac:spMk id="13" creationId="{91EC9061-08FC-4373-9C28-E8BA36E73800}"/>
          </ac:spMkLst>
        </pc:spChg>
        <pc:spChg chg="add mod">
          <ac:chgData name="綱本　晃" userId="953fbd37-e359-4401-b61d-7035dc8ee981" providerId="ADAL" clId="{5A245C16-2D35-45FA-8964-1974843428B4}" dt="2022-01-27T10:10:26.843" v="9250" actId="1076"/>
          <ac:spMkLst>
            <pc:docMk/>
            <pc:sldMk cId="2735889766" sldId="411"/>
            <ac:spMk id="14" creationId="{B6DBA1DB-2A19-4382-A31B-ABBBC76C7836}"/>
          </ac:spMkLst>
        </pc:spChg>
        <pc:spChg chg="add mod">
          <ac:chgData name="綱本　晃" userId="953fbd37-e359-4401-b61d-7035dc8ee981" providerId="ADAL" clId="{5A245C16-2D35-45FA-8964-1974843428B4}" dt="2022-01-27T10:08:49.195" v="9242" actId="571"/>
          <ac:spMkLst>
            <pc:docMk/>
            <pc:sldMk cId="2735889766" sldId="411"/>
            <ac:spMk id="15" creationId="{52446033-FB95-4CD9-9673-9936814EA746}"/>
          </ac:spMkLst>
        </pc:spChg>
        <pc:spChg chg="add mod">
          <ac:chgData name="綱本　晃" userId="953fbd37-e359-4401-b61d-7035dc8ee981" providerId="ADAL" clId="{5A245C16-2D35-45FA-8964-1974843428B4}" dt="2022-01-27T10:08:49.195" v="9242" actId="571"/>
          <ac:spMkLst>
            <pc:docMk/>
            <pc:sldMk cId="2735889766" sldId="411"/>
            <ac:spMk id="16" creationId="{2E8646CE-272A-4C84-AA53-B84703EB1A9A}"/>
          </ac:spMkLst>
        </pc:spChg>
        <pc:spChg chg="add mod">
          <ac:chgData name="綱本　晃" userId="953fbd37-e359-4401-b61d-7035dc8ee981" providerId="ADAL" clId="{5A245C16-2D35-45FA-8964-1974843428B4}" dt="2022-01-27T10:08:49.195" v="9242" actId="571"/>
          <ac:spMkLst>
            <pc:docMk/>
            <pc:sldMk cId="2735889766" sldId="411"/>
            <ac:spMk id="18" creationId="{B75F66C2-7C11-461A-A901-AE5C9D74199E}"/>
          </ac:spMkLst>
        </pc:spChg>
        <pc:spChg chg="add mod">
          <ac:chgData name="綱本　晃" userId="953fbd37-e359-4401-b61d-7035dc8ee981" providerId="ADAL" clId="{5A245C16-2D35-45FA-8964-1974843428B4}" dt="2022-01-27T10:08:49.195" v="9242" actId="571"/>
          <ac:spMkLst>
            <pc:docMk/>
            <pc:sldMk cId="2735889766" sldId="411"/>
            <ac:spMk id="20" creationId="{4CDD0AE0-E4FC-46AE-99D4-3CE7CE5AEB37}"/>
          </ac:spMkLst>
        </pc:spChg>
        <pc:spChg chg="add mod">
          <ac:chgData name="綱本　晃" userId="953fbd37-e359-4401-b61d-7035dc8ee981" providerId="ADAL" clId="{5A245C16-2D35-45FA-8964-1974843428B4}" dt="2022-01-27T10:08:49.195" v="9242" actId="571"/>
          <ac:spMkLst>
            <pc:docMk/>
            <pc:sldMk cId="2735889766" sldId="411"/>
            <ac:spMk id="21" creationId="{713B2735-8DDD-442B-84CA-010189E54303}"/>
          </ac:spMkLst>
        </pc:spChg>
        <pc:spChg chg="add mod">
          <ac:chgData name="綱本　晃" userId="953fbd37-e359-4401-b61d-7035dc8ee981" providerId="ADAL" clId="{5A245C16-2D35-45FA-8964-1974843428B4}" dt="2022-01-27T10:08:49.195" v="9242" actId="571"/>
          <ac:spMkLst>
            <pc:docMk/>
            <pc:sldMk cId="2735889766" sldId="411"/>
            <ac:spMk id="22" creationId="{305BA8B6-E1E9-45A9-980D-054F4A1F00DB}"/>
          </ac:spMkLst>
        </pc:spChg>
        <pc:spChg chg="add del mod">
          <ac:chgData name="綱本　晃" userId="953fbd37-e359-4401-b61d-7035dc8ee981" providerId="ADAL" clId="{5A245C16-2D35-45FA-8964-1974843428B4}" dt="2022-01-27T10:09:39.913" v="9245" actId="478"/>
          <ac:spMkLst>
            <pc:docMk/>
            <pc:sldMk cId="2735889766" sldId="411"/>
            <ac:spMk id="24" creationId="{8F901B5C-B172-4D82-8292-19D4F20205A5}"/>
          </ac:spMkLst>
        </pc:spChg>
        <pc:spChg chg="add del mod">
          <ac:chgData name="綱本　晃" userId="953fbd37-e359-4401-b61d-7035dc8ee981" providerId="ADAL" clId="{5A245C16-2D35-45FA-8964-1974843428B4}" dt="2022-01-27T10:09:39.913" v="9245" actId="478"/>
          <ac:spMkLst>
            <pc:docMk/>
            <pc:sldMk cId="2735889766" sldId="411"/>
            <ac:spMk id="25" creationId="{AC7FD4C7-06BB-4C8F-8A04-D634267C87F3}"/>
          </ac:spMkLst>
        </pc:spChg>
        <pc:spChg chg="add del mod">
          <ac:chgData name="綱本　晃" userId="953fbd37-e359-4401-b61d-7035dc8ee981" providerId="ADAL" clId="{5A245C16-2D35-45FA-8964-1974843428B4}" dt="2022-01-27T10:09:39.913" v="9245" actId="478"/>
          <ac:spMkLst>
            <pc:docMk/>
            <pc:sldMk cId="2735889766" sldId="411"/>
            <ac:spMk id="27" creationId="{8465F0FC-D314-4254-8248-456D0E9DE049}"/>
          </ac:spMkLst>
        </pc:spChg>
        <pc:spChg chg="add del mod">
          <ac:chgData name="綱本　晃" userId="953fbd37-e359-4401-b61d-7035dc8ee981" providerId="ADAL" clId="{5A245C16-2D35-45FA-8964-1974843428B4}" dt="2022-01-27T10:09:39.913" v="9245" actId="478"/>
          <ac:spMkLst>
            <pc:docMk/>
            <pc:sldMk cId="2735889766" sldId="411"/>
            <ac:spMk id="29" creationId="{A89ADCCD-A044-4472-8C26-FFBEEB9FFB7B}"/>
          </ac:spMkLst>
        </pc:spChg>
        <pc:spChg chg="add del mod">
          <ac:chgData name="綱本　晃" userId="953fbd37-e359-4401-b61d-7035dc8ee981" providerId="ADAL" clId="{5A245C16-2D35-45FA-8964-1974843428B4}" dt="2022-01-27T10:09:39.913" v="9245" actId="478"/>
          <ac:spMkLst>
            <pc:docMk/>
            <pc:sldMk cId="2735889766" sldId="411"/>
            <ac:spMk id="30" creationId="{57CF5FBE-D51C-4054-955B-87AABF1A86AE}"/>
          </ac:spMkLst>
        </pc:spChg>
        <pc:spChg chg="add del mod">
          <ac:chgData name="綱本　晃" userId="953fbd37-e359-4401-b61d-7035dc8ee981" providerId="ADAL" clId="{5A245C16-2D35-45FA-8964-1974843428B4}" dt="2022-01-27T10:09:39.913" v="9245" actId="478"/>
          <ac:spMkLst>
            <pc:docMk/>
            <pc:sldMk cId="2735889766" sldId="411"/>
            <ac:spMk id="31" creationId="{41B163E7-59C0-4065-8DD3-A56BB5CB9E34}"/>
          </ac:spMkLst>
        </pc:spChg>
        <pc:spChg chg="add mod">
          <ac:chgData name="綱本　晃" userId="953fbd37-e359-4401-b61d-7035dc8ee981" providerId="ADAL" clId="{5A245C16-2D35-45FA-8964-1974843428B4}" dt="2022-01-27T10:10:02.383" v="9249" actId="571"/>
          <ac:spMkLst>
            <pc:docMk/>
            <pc:sldMk cId="2735889766" sldId="411"/>
            <ac:spMk id="33" creationId="{1A9E115F-15ED-4341-A270-CAFFCFB1278D}"/>
          </ac:spMkLst>
        </pc:spChg>
        <pc:spChg chg="add mod">
          <ac:chgData name="綱本　晃" userId="953fbd37-e359-4401-b61d-7035dc8ee981" providerId="ADAL" clId="{5A245C16-2D35-45FA-8964-1974843428B4}" dt="2022-01-27T10:10:02.383" v="9249" actId="571"/>
          <ac:spMkLst>
            <pc:docMk/>
            <pc:sldMk cId="2735889766" sldId="411"/>
            <ac:spMk id="34" creationId="{D5AB7F90-A281-4398-BFAC-BDF82D62B081}"/>
          </ac:spMkLst>
        </pc:spChg>
        <pc:spChg chg="add mod">
          <ac:chgData name="綱本　晃" userId="953fbd37-e359-4401-b61d-7035dc8ee981" providerId="ADAL" clId="{5A245C16-2D35-45FA-8964-1974843428B4}" dt="2022-01-27T10:10:02.383" v="9249" actId="571"/>
          <ac:spMkLst>
            <pc:docMk/>
            <pc:sldMk cId="2735889766" sldId="411"/>
            <ac:spMk id="36" creationId="{E4FBA745-5AA7-4087-9707-02E55E50F6DA}"/>
          </ac:spMkLst>
        </pc:spChg>
        <pc:spChg chg="add mod">
          <ac:chgData name="綱本　晃" userId="953fbd37-e359-4401-b61d-7035dc8ee981" providerId="ADAL" clId="{5A245C16-2D35-45FA-8964-1974843428B4}" dt="2022-01-27T10:10:02.383" v="9249" actId="571"/>
          <ac:spMkLst>
            <pc:docMk/>
            <pc:sldMk cId="2735889766" sldId="411"/>
            <ac:spMk id="38" creationId="{B3DC131A-DB6E-4914-A6B8-CDD5DB4209C6}"/>
          </ac:spMkLst>
        </pc:spChg>
        <pc:spChg chg="add mod">
          <ac:chgData name="綱本　晃" userId="953fbd37-e359-4401-b61d-7035dc8ee981" providerId="ADAL" clId="{5A245C16-2D35-45FA-8964-1974843428B4}" dt="2022-01-27T10:10:02.383" v="9249" actId="571"/>
          <ac:spMkLst>
            <pc:docMk/>
            <pc:sldMk cId="2735889766" sldId="411"/>
            <ac:spMk id="39" creationId="{8F426E73-15B4-4E2B-A3CE-C97B455E82B8}"/>
          </ac:spMkLst>
        </pc:spChg>
        <pc:spChg chg="add mod">
          <ac:chgData name="綱本　晃" userId="953fbd37-e359-4401-b61d-7035dc8ee981" providerId="ADAL" clId="{5A245C16-2D35-45FA-8964-1974843428B4}" dt="2022-01-27T10:10:02.383" v="9249" actId="571"/>
          <ac:spMkLst>
            <pc:docMk/>
            <pc:sldMk cId="2735889766" sldId="411"/>
            <ac:spMk id="40" creationId="{40B5DB05-4B54-4222-9AC9-8B5E7F6A3AED}"/>
          </ac:spMkLst>
        </pc:spChg>
        <pc:spChg chg="add mod">
          <ac:chgData name="綱本　晃" userId="953fbd37-e359-4401-b61d-7035dc8ee981" providerId="ADAL" clId="{5A245C16-2D35-45FA-8964-1974843428B4}" dt="2022-01-27T10:10:33.734" v="9252" actId="20577"/>
          <ac:spMkLst>
            <pc:docMk/>
            <pc:sldMk cId="2735889766" sldId="411"/>
            <ac:spMk id="42" creationId="{FB6664C2-F940-4EE5-9238-A5AC957D4A9B}"/>
          </ac:spMkLst>
        </pc:spChg>
        <pc:spChg chg="add mod">
          <ac:chgData name="綱本　晃" userId="953fbd37-e359-4401-b61d-7035dc8ee981" providerId="ADAL" clId="{5A245C16-2D35-45FA-8964-1974843428B4}" dt="2022-01-27T10:10:29.446" v="9251" actId="571"/>
          <ac:spMkLst>
            <pc:docMk/>
            <pc:sldMk cId="2735889766" sldId="411"/>
            <ac:spMk id="43" creationId="{6210D7D8-B55A-44B8-9130-9E29621D2F69}"/>
          </ac:spMkLst>
        </pc:spChg>
        <pc:spChg chg="add mod">
          <ac:chgData name="綱本　晃" userId="953fbd37-e359-4401-b61d-7035dc8ee981" providerId="ADAL" clId="{5A245C16-2D35-45FA-8964-1974843428B4}" dt="2022-01-27T10:10:29.446" v="9251" actId="571"/>
          <ac:spMkLst>
            <pc:docMk/>
            <pc:sldMk cId="2735889766" sldId="411"/>
            <ac:spMk id="45" creationId="{246880D2-4064-4C12-967A-8D50D39B36F8}"/>
          </ac:spMkLst>
        </pc:spChg>
        <pc:spChg chg="add mod">
          <ac:chgData name="綱本　晃" userId="953fbd37-e359-4401-b61d-7035dc8ee981" providerId="ADAL" clId="{5A245C16-2D35-45FA-8964-1974843428B4}" dt="2022-01-27T10:10:29.446" v="9251" actId="571"/>
          <ac:spMkLst>
            <pc:docMk/>
            <pc:sldMk cId="2735889766" sldId="411"/>
            <ac:spMk id="47" creationId="{7D208D86-3BFE-4EE8-8C8D-37065781AE04}"/>
          </ac:spMkLst>
        </pc:spChg>
        <pc:spChg chg="add mod">
          <ac:chgData name="綱本　晃" userId="953fbd37-e359-4401-b61d-7035dc8ee981" providerId="ADAL" clId="{5A245C16-2D35-45FA-8964-1974843428B4}" dt="2022-01-27T10:10:29.446" v="9251" actId="571"/>
          <ac:spMkLst>
            <pc:docMk/>
            <pc:sldMk cId="2735889766" sldId="411"/>
            <ac:spMk id="48" creationId="{0D5EA80A-9F6C-4205-861C-DD06ACB4EBDF}"/>
          </ac:spMkLst>
        </pc:spChg>
        <pc:spChg chg="add mod">
          <ac:chgData name="綱本　晃" userId="953fbd37-e359-4401-b61d-7035dc8ee981" providerId="ADAL" clId="{5A245C16-2D35-45FA-8964-1974843428B4}" dt="2022-01-27T10:10:29.446" v="9251" actId="571"/>
          <ac:spMkLst>
            <pc:docMk/>
            <pc:sldMk cId="2735889766" sldId="411"/>
            <ac:spMk id="49" creationId="{A3ED6058-AE94-434B-AEF3-119FDD727748}"/>
          </ac:spMkLst>
        </pc:spChg>
        <pc:picChg chg="add mod">
          <ac:chgData name="綱本　晃" userId="953fbd37-e359-4401-b61d-7035dc8ee981" providerId="ADAL" clId="{5A245C16-2D35-45FA-8964-1974843428B4}" dt="2022-01-27T10:10:26.843" v="9250" actId="1076"/>
          <ac:picMkLst>
            <pc:docMk/>
            <pc:sldMk cId="2735889766" sldId="411"/>
            <ac:picMk id="6" creationId="{DB76F814-9398-4D54-8451-259AC8110FCA}"/>
          </ac:picMkLst>
        </pc:picChg>
        <pc:picChg chg="add mod">
          <ac:chgData name="綱本　晃" userId="953fbd37-e359-4401-b61d-7035dc8ee981" providerId="ADAL" clId="{5A245C16-2D35-45FA-8964-1974843428B4}" dt="2022-01-27T10:10:26.843" v="9250" actId="1076"/>
          <ac:picMkLst>
            <pc:docMk/>
            <pc:sldMk cId="2735889766" sldId="411"/>
            <ac:picMk id="9" creationId="{E4A0A99A-DEB5-48F5-8087-5B5154AA9E6E}"/>
          </ac:picMkLst>
        </pc:picChg>
        <pc:picChg chg="add mod">
          <ac:chgData name="綱本　晃" userId="953fbd37-e359-4401-b61d-7035dc8ee981" providerId="ADAL" clId="{5A245C16-2D35-45FA-8964-1974843428B4}" dt="2022-01-27T10:10:26.843" v="9250" actId="1076"/>
          <ac:picMkLst>
            <pc:docMk/>
            <pc:sldMk cId="2735889766" sldId="411"/>
            <ac:picMk id="11" creationId="{D563AEB6-C235-43A9-97E0-DBE98ED9295A}"/>
          </ac:picMkLst>
        </pc:picChg>
        <pc:picChg chg="add mod">
          <ac:chgData name="綱本　晃" userId="953fbd37-e359-4401-b61d-7035dc8ee981" providerId="ADAL" clId="{5A245C16-2D35-45FA-8964-1974843428B4}" dt="2022-01-27T10:08:49.195" v="9242" actId="571"/>
          <ac:picMkLst>
            <pc:docMk/>
            <pc:sldMk cId="2735889766" sldId="411"/>
            <ac:picMk id="17" creationId="{2811B86F-479F-49D5-9559-1335F75C5ABC}"/>
          </ac:picMkLst>
        </pc:picChg>
        <pc:picChg chg="add mod">
          <ac:chgData name="綱本　晃" userId="953fbd37-e359-4401-b61d-7035dc8ee981" providerId="ADAL" clId="{5A245C16-2D35-45FA-8964-1974843428B4}" dt="2022-01-27T10:08:49.195" v="9242" actId="571"/>
          <ac:picMkLst>
            <pc:docMk/>
            <pc:sldMk cId="2735889766" sldId="411"/>
            <ac:picMk id="19" creationId="{F8DE7090-D609-4A78-B448-ADFF96C25952}"/>
          </ac:picMkLst>
        </pc:picChg>
        <pc:picChg chg="add del mod">
          <ac:chgData name="綱本　晃" userId="953fbd37-e359-4401-b61d-7035dc8ee981" providerId="ADAL" clId="{5A245C16-2D35-45FA-8964-1974843428B4}" dt="2022-01-27T10:09:39.913" v="9245" actId="478"/>
          <ac:picMkLst>
            <pc:docMk/>
            <pc:sldMk cId="2735889766" sldId="411"/>
            <ac:picMk id="23" creationId="{F75D1568-D23F-4975-BE21-22B417D2F325}"/>
          </ac:picMkLst>
        </pc:picChg>
        <pc:picChg chg="add del mod">
          <ac:chgData name="綱本　晃" userId="953fbd37-e359-4401-b61d-7035dc8ee981" providerId="ADAL" clId="{5A245C16-2D35-45FA-8964-1974843428B4}" dt="2022-01-27T10:09:39.913" v="9245" actId="478"/>
          <ac:picMkLst>
            <pc:docMk/>
            <pc:sldMk cId="2735889766" sldId="411"/>
            <ac:picMk id="26" creationId="{5F9CD7E1-689D-4BCE-B819-658715E9376E}"/>
          </ac:picMkLst>
        </pc:picChg>
        <pc:picChg chg="add del mod">
          <ac:chgData name="綱本　晃" userId="953fbd37-e359-4401-b61d-7035dc8ee981" providerId="ADAL" clId="{5A245C16-2D35-45FA-8964-1974843428B4}" dt="2022-01-27T10:09:39.913" v="9245" actId="478"/>
          <ac:picMkLst>
            <pc:docMk/>
            <pc:sldMk cId="2735889766" sldId="411"/>
            <ac:picMk id="28" creationId="{CA1D1EC7-AD0A-4609-8391-F70EC5AEABFE}"/>
          </ac:picMkLst>
        </pc:picChg>
        <pc:picChg chg="add mod">
          <ac:chgData name="綱本　晃" userId="953fbd37-e359-4401-b61d-7035dc8ee981" providerId="ADAL" clId="{5A245C16-2D35-45FA-8964-1974843428B4}" dt="2022-01-27T10:10:02.383" v="9249" actId="571"/>
          <ac:picMkLst>
            <pc:docMk/>
            <pc:sldMk cId="2735889766" sldId="411"/>
            <ac:picMk id="32" creationId="{E93E94EA-8407-4FCC-8D7C-2A5A1745DDEF}"/>
          </ac:picMkLst>
        </pc:picChg>
        <pc:picChg chg="add mod">
          <ac:chgData name="綱本　晃" userId="953fbd37-e359-4401-b61d-7035dc8ee981" providerId="ADAL" clId="{5A245C16-2D35-45FA-8964-1974843428B4}" dt="2022-01-27T10:10:02.383" v="9249" actId="571"/>
          <ac:picMkLst>
            <pc:docMk/>
            <pc:sldMk cId="2735889766" sldId="411"/>
            <ac:picMk id="35" creationId="{33A5F763-B983-4BC0-8517-D0E7416F767D}"/>
          </ac:picMkLst>
        </pc:picChg>
        <pc:picChg chg="add mod">
          <ac:chgData name="綱本　晃" userId="953fbd37-e359-4401-b61d-7035dc8ee981" providerId="ADAL" clId="{5A245C16-2D35-45FA-8964-1974843428B4}" dt="2022-01-27T10:10:02.383" v="9249" actId="571"/>
          <ac:picMkLst>
            <pc:docMk/>
            <pc:sldMk cId="2735889766" sldId="411"/>
            <ac:picMk id="37" creationId="{261414FF-6CEF-4239-93B0-0BE11B084B9F}"/>
          </ac:picMkLst>
        </pc:picChg>
        <pc:picChg chg="add mod">
          <ac:chgData name="綱本　晃" userId="953fbd37-e359-4401-b61d-7035dc8ee981" providerId="ADAL" clId="{5A245C16-2D35-45FA-8964-1974843428B4}" dt="2022-01-27T10:10:29.446" v="9251" actId="571"/>
          <ac:picMkLst>
            <pc:docMk/>
            <pc:sldMk cId="2735889766" sldId="411"/>
            <ac:picMk id="41" creationId="{B1F5C7AB-A14E-4B0D-8F4C-3D33AAFBCE71}"/>
          </ac:picMkLst>
        </pc:picChg>
        <pc:picChg chg="add mod">
          <ac:chgData name="綱本　晃" userId="953fbd37-e359-4401-b61d-7035dc8ee981" providerId="ADAL" clId="{5A245C16-2D35-45FA-8964-1974843428B4}" dt="2022-01-27T10:10:29.446" v="9251" actId="571"/>
          <ac:picMkLst>
            <pc:docMk/>
            <pc:sldMk cId="2735889766" sldId="411"/>
            <ac:picMk id="44" creationId="{B2EEA69B-0DFB-431A-9DC6-BEA01AC02FBB}"/>
          </ac:picMkLst>
        </pc:picChg>
        <pc:picChg chg="add mod">
          <ac:chgData name="綱本　晃" userId="953fbd37-e359-4401-b61d-7035dc8ee981" providerId="ADAL" clId="{5A245C16-2D35-45FA-8964-1974843428B4}" dt="2022-01-27T10:10:29.446" v="9251" actId="571"/>
          <ac:picMkLst>
            <pc:docMk/>
            <pc:sldMk cId="2735889766" sldId="411"/>
            <ac:picMk id="46" creationId="{3904A32B-9F9A-4382-ABDD-5F3EE42319CC}"/>
          </ac:picMkLst>
        </pc:picChg>
      </pc:sldChg>
      <pc:sldChg chg="addSp modSp add mod">
        <pc:chgData name="綱本　晃" userId="953fbd37-e359-4401-b61d-7035dc8ee981" providerId="ADAL" clId="{5A245C16-2D35-45FA-8964-1974843428B4}" dt="2022-01-27T11:14:55.946" v="11088" actId="167"/>
        <pc:sldMkLst>
          <pc:docMk/>
          <pc:sldMk cId="3405670238" sldId="412"/>
        </pc:sldMkLst>
        <pc:spChg chg="add">
          <ac:chgData name="綱本　晃" userId="953fbd37-e359-4401-b61d-7035dc8ee981" providerId="ADAL" clId="{5A245C16-2D35-45FA-8964-1974843428B4}" dt="2022-01-27T09:46:27.695" v="8897" actId="11529"/>
          <ac:spMkLst>
            <pc:docMk/>
            <pc:sldMk cId="3405670238" sldId="412"/>
            <ac:spMk id="2" creationId="{9997C9A4-393F-481B-B3D3-65F326819F4B}"/>
          </ac:spMkLst>
        </pc:spChg>
        <pc:spChg chg="add mod ord">
          <ac:chgData name="綱本　晃" userId="953fbd37-e359-4401-b61d-7035dc8ee981" providerId="ADAL" clId="{5A245C16-2D35-45FA-8964-1974843428B4}" dt="2022-01-27T09:49:58.063" v="8912" actId="2085"/>
          <ac:spMkLst>
            <pc:docMk/>
            <pc:sldMk cId="3405670238" sldId="412"/>
            <ac:spMk id="3" creationId="{152B479A-2B2F-401F-9F10-20524BF04523}"/>
          </ac:spMkLst>
        </pc:spChg>
        <pc:spChg chg="mod">
          <ac:chgData name="綱本　晃" userId="953fbd37-e359-4401-b61d-7035dc8ee981" providerId="ADAL" clId="{5A245C16-2D35-45FA-8964-1974843428B4}" dt="2022-01-27T09:42:15.223" v="8472" actId="20577"/>
          <ac:spMkLst>
            <pc:docMk/>
            <pc:sldMk cId="3405670238" sldId="412"/>
            <ac:spMk id="7" creationId="{9630AD22-E64D-4A96-B059-2AF9F6580C25}"/>
          </ac:spMkLst>
        </pc:spChg>
        <pc:spChg chg="mod">
          <ac:chgData name="綱本　晃" userId="953fbd37-e359-4401-b61d-7035dc8ee981" providerId="ADAL" clId="{5A245C16-2D35-45FA-8964-1974843428B4}" dt="2022-01-27T09:53:56.326" v="9039" actId="20577"/>
          <ac:spMkLst>
            <pc:docMk/>
            <pc:sldMk cId="3405670238" sldId="412"/>
            <ac:spMk id="8" creationId="{787CF02A-01AB-4517-BA3E-25572FA82648}"/>
          </ac:spMkLst>
        </pc:spChg>
        <pc:spChg chg="add mod">
          <ac:chgData name="綱本　晃" userId="953fbd37-e359-4401-b61d-7035dc8ee981" providerId="ADAL" clId="{5A245C16-2D35-45FA-8964-1974843428B4}" dt="2022-01-27T09:46:32.085" v="8898" actId="571"/>
          <ac:spMkLst>
            <pc:docMk/>
            <pc:sldMk cId="3405670238" sldId="412"/>
            <ac:spMk id="9" creationId="{8690923D-E61C-46CC-984D-02EE934FD8E1}"/>
          </ac:spMkLst>
        </pc:spChg>
        <pc:spChg chg="add mod">
          <ac:chgData name="綱本　晃" userId="953fbd37-e359-4401-b61d-7035dc8ee981" providerId="ADAL" clId="{5A245C16-2D35-45FA-8964-1974843428B4}" dt="2022-01-27T09:46:36.350" v="8899" actId="571"/>
          <ac:spMkLst>
            <pc:docMk/>
            <pc:sldMk cId="3405670238" sldId="412"/>
            <ac:spMk id="10" creationId="{070AFF41-380C-4FFE-896E-8BF7BBB36D89}"/>
          </ac:spMkLst>
        </pc:spChg>
        <pc:spChg chg="add mod">
          <ac:chgData name="綱本　晃" userId="953fbd37-e359-4401-b61d-7035dc8ee981" providerId="ADAL" clId="{5A245C16-2D35-45FA-8964-1974843428B4}" dt="2022-01-27T09:48:08.597" v="8905" actId="2085"/>
          <ac:spMkLst>
            <pc:docMk/>
            <pc:sldMk cId="3405670238" sldId="412"/>
            <ac:spMk id="11" creationId="{27EBD58D-73D5-4B84-AF7C-18E2FF8C135D}"/>
          </ac:spMkLst>
        </pc:spChg>
        <pc:spChg chg="add mod">
          <ac:chgData name="綱本　晃" userId="953fbd37-e359-4401-b61d-7035dc8ee981" providerId="ADAL" clId="{5A245C16-2D35-45FA-8964-1974843428B4}" dt="2022-01-27T09:54:42.637" v="9055" actId="14100"/>
          <ac:spMkLst>
            <pc:docMk/>
            <pc:sldMk cId="3405670238" sldId="412"/>
            <ac:spMk id="13" creationId="{6E2A0055-BA8D-4345-8F3E-B7D7F5EF9260}"/>
          </ac:spMkLst>
        </pc:spChg>
        <pc:spChg chg="add mod">
          <ac:chgData name="綱本　晃" userId="953fbd37-e359-4401-b61d-7035dc8ee981" providerId="ADAL" clId="{5A245C16-2D35-45FA-8964-1974843428B4}" dt="2022-01-27T09:54:59.140" v="9063" actId="14100"/>
          <ac:spMkLst>
            <pc:docMk/>
            <pc:sldMk cId="3405670238" sldId="412"/>
            <ac:spMk id="14" creationId="{2A9ECA37-1765-4104-A3C2-F5A5DCEF32CE}"/>
          </ac:spMkLst>
        </pc:spChg>
        <pc:spChg chg="add ord">
          <ac:chgData name="綱本　晃" userId="953fbd37-e359-4401-b61d-7035dc8ee981" providerId="ADAL" clId="{5A245C16-2D35-45FA-8964-1974843428B4}" dt="2022-01-27T11:14:55.946" v="11088" actId="167"/>
          <ac:spMkLst>
            <pc:docMk/>
            <pc:sldMk cId="3405670238" sldId="412"/>
            <ac:spMk id="15" creationId="{B487B4A9-3DBE-4238-8D4B-AAC390FC4F56}"/>
          </ac:spMkLst>
        </pc:spChg>
        <pc:picChg chg="add mod">
          <ac:chgData name="綱本　晃" userId="953fbd37-e359-4401-b61d-7035dc8ee981" providerId="ADAL" clId="{5A245C16-2D35-45FA-8964-1974843428B4}" dt="2022-01-27T09:49:43.948" v="8911" actId="14100"/>
          <ac:picMkLst>
            <pc:docMk/>
            <pc:sldMk cId="3405670238" sldId="412"/>
            <ac:picMk id="12" creationId="{C4BA8963-F33C-48D7-89AC-717926ADB09D}"/>
          </ac:picMkLst>
        </pc:picChg>
      </pc:sldChg>
      <pc:sldChg chg="modSp add del mod">
        <pc:chgData name="綱本　晃" userId="953fbd37-e359-4401-b61d-7035dc8ee981" providerId="ADAL" clId="{5A245C16-2D35-45FA-8964-1974843428B4}" dt="2022-01-27T12:18:54.386" v="12261" actId="47"/>
        <pc:sldMkLst>
          <pc:docMk/>
          <pc:sldMk cId="3865873225" sldId="413"/>
        </pc:sldMkLst>
        <pc:spChg chg="mod">
          <ac:chgData name="綱本　晃" userId="953fbd37-e359-4401-b61d-7035dc8ee981" providerId="ADAL" clId="{5A245C16-2D35-45FA-8964-1974843428B4}" dt="2022-01-27T12:14:19.342" v="12190" actId="20577"/>
          <ac:spMkLst>
            <pc:docMk/>
            <pc:sldMk cId="3865873225" sldId="413"/>
            <ac:spMk id="3" creationId="{7F075022-5B6B-4FED-A81B-D550B7B7065E}"/>
          </ac:spMkLst>
        </pc:spChg>
      </pc:sldChg>
      <pc:sldChg chg="addSp delSp modSp add mod">
        <pc:chgData name="綱本　晃" userId="953fbd37-e359-4401-b61d-7035dc8ee981" providerId="ADAL" clId="{5A245C16-2D35-45FA-8964-1974843428B4}" dt="2022-01-27T12:46:55.386" v="12970" actId="113"/>
        <pc:sldMkLst>
          <pc:docMk/>
          <pc:sldMk cId="2334406516" sldId="414"/>
        </pc:sldMkLst>
        <pc:spChg chg="mod">
          <ac:chgData name="綱本　晃" userId="953fbd37-e359-4401-b61d-7035dc8ee981" providerId="ADAL" clId="{5A245C16-2D35-45FA-8964-1974843428B4}" dt="2022-01-27T10:26:48.757" v="9768" actId="20577"/>
          <ac:spMkLst>
            <pc:docMk/>
            <pc:sldMk cId="2334406516" sldId="414"/>
            <ac:spMk id="6" creationId="{5C5D35BD-799F-425D-A16C-01A0004D4511}"/>
          </ac:spMkLst>
        </pc:spChg>
        <pc:spChg chg="mod">
          <ac:chgData name="綱本　晃" userId="953fbd37-e359-4401-b61d-7035dc8ee981" providerId="ADAL" clId="{5A245C16-2D35-45FA-8964-1974843428B4}" dt="2022-01-27T12:46:55.386" v="12970" actId="113"/>
          <ac:spMkLst>
            <pc:docMk/>
            <pc:sldMk cId="2334406516" sldId="414"/>
            <ac:spMk id="8" creationId="{787CF02A-01AB-4517-BA3E-25572FA82648}"/>
          </ac:spMkLst>
        </pc:spChg>
        <pc:spChg chg="del mod">
          <ac:chgData name="綱本　晃" userId="953fbd37-e359-4401-b61d-7035dc8ee981" providerId="ADAL" clId="{5A245C16-2D35-45FA-8964-1974843428B4}" dt="2022-01-27T10:16:38.906" v="9513" actId="478"/>
          <ac:spMkLst>
            <pc:docMk/>
            <pc:sldMk cId="2334406516" sldId="414"/>
            <ac:spMk id="18" creationId="{9ED732B6-EA3C-4DCB-BF67-7A3D7772CE1E}"/>
          </ac:spMkLst>
        </pc:spChg>
        <pc:spChg chg="del">
          <ac:chgData name="綱本　晃" userId="953fbd37-e359-4401-b61d-7035dc8ee981" providerId="ADAL" clId="{5A245C16-2D35-45FA-8964-1974843428B4}" dt="2022-01-27T10:16:38.906" v="9513" actId="478"/>
          <ac:spMkLst>
            <pc:docMk/>
            <pc:sldMk cId="2334406516" sldId="414"/>
            <ac:spMk id="19" creationId="{17140FDF-AC22-4008-900B-D4ED06BE1092}"/>
          </ac:spMkLst>
        </pc:spChg>
        <pc:spChg chg="del mod">
          <ac:chgData name="綱本　晃" userId="953fbd37-e359-4401-b61d-7035dc8ee981" providerId="ADAL" clId="{5A245C16-2D35-45FA-8964-1974843428B4}" dt="2022-01-27T10:16:38.906" v="9513" actId="478"/>
          <ac:spMkLst>
            <pc:docMk/>
            <pc:sldMk cId="2334406516" sldId="414"/>
            <ac:spMk id="20" creationId="{43DCFFAA-D710-40BA-93DF-9AA5B648A440}"/>
          </ac:spMkLst>
        </pc:spChg>
        <pc:spChg chg="del">
          <ac:chgData name="綱本　晃" userId="953fbd37-e359-4401-b61d-7035dc8ee981" providerId="ADAL" clId="{5A245C16-2D35-45FA-8964-1974843428B4}" dt="2022-01-27T10:16:38.906" v="9513" actId="478"/>
          <ac:spMkLst>
            <pc:docMk/>
            <pc:sldMk cId="2334406516" sldId="414"/>
            <ac:spMk id="21" creationId="{71BA0D1D-B94D-45D1-A4D0-59DA3A220057}"/>
          </ac:spMkLst>
        </pc:spChg>
        <pc:spChg chg="del">
          <ac:chgData name="綱本　晃" userId="953fbd37-e359-4401-b61d-7035dc8ee981" providerId="ADAL" clId="{5A245C16-2D35-45FA-8964-1974843428B4}" dt="2022-01-27T10:16:38.906" v="9513" actId="478"/>
          <ac:spMkLst>
            <pc:docMk/>
            <pc:sldMk cId="2334406516" sldId="414"/>
            <ac:spMk id="22" creationId="{F1DC4ADB-69C7-4ED6-9245-D50B1F76D93C}"/>
          </ac:spMkLst>
        </pc:spChg>
        <pc:spChg chg="del">
          <ac:chgData name="綱本　晃" userId="953fbd37-e359-4401-b61d-7035dc8ee981" providerId="ADAL" clId="{5A245C16-2D35-45FA-8964-1974843428B4}" dt="2022-01-27T10:16:42.516" v="9514" actId="478"/>
          <ac:spMkLst>
            <pc:docMk/>
            <pc:sldMk cId="2334406516" sldId="414"/>
            <ac:spMk id="23" creationId="{68C1B104-ECDC-4C08-B686-275A8059C57B}"/>
          </ac:spMkLst>
        </pc:spChg>
        <pc:spChg chg="del">
          <ac:chgData name="綱本　晃" userId="953fbd37-e359-4401-b61d-7035dc8ee981" providerId="ADAL" clId="{5A245C16-2D35-45FA-8964-1974843428B4}" dt="2022-01-27T10:16:42.516" v="9514" actId="478"/>
          <ac:spMkLst>
            <pc:docMk/>
            <pc:sldMk cId="2334406516" sldId="414"/>
            <ac:spMk id="24" creationId="{698CA131-1357-4BC5-9C03-62E24C1EDBFC}"/>
          </ac:spMkLst>
        </pc:spChg>
        <pc:spChg chg="add mod">
          <ac:chgData name="綱本　晃" userId="953fbd37-e359-4401-b61d-7035dc8ee981" providerId="ADAL" clId="{5A245C16-2D35-45FA-8964-1974843428B4}" dt="2022-01-27T10:23:06.047" v="9766" actId="113"/>
          <ac:spMkLst>
            <pc:docMk/>
            <pc:sldMk cId="2334406516" sldId="414"/>
            <ac:spMk id="25" creationId="{8D7C4A7F-7798-4715-9C64-C24BF92F3E87}"/>
          </ac:spMkLst>
        </pc:spChg>
        <pc:picChg chg="del">
          <ac:chgData name="綱本　晃" userId="953fbd37-e359-4401-b61d-7035dc8ee981" providerId="ADAL" clId="{5A245C16-2D35-45FA-8964-1974843428B4}" dt="2022-01-27T10:16:38.906" v="9513" actId="478"/>
          <ac:picMkLst>
            <pc:docMk/>
            <pc:sldMk cId="2334406516" sldId="414"/>
            <ac:picMk id="3" creationId="{CD7E9C58-1670-4A02-8BCD-3C5DE9EF27AA}"/>
          </ac:picMkLst>
        </pc:picChg>
        <pc:picChg chg="del">
          <ac:chgData name="綱本　晃" userId="953fbd37-e359-4401-b61d-7035dc8ee981" providerId="ADAL" clId="{5A245C16-2D35-45FA-8964-1974843428B4}" dt="2022-01-27T10:16:38.906" v="9513" actId="478"/>
          <ac:picMkLst>
            <pc:docMk/>
            <pc:sldMk cId="2334406516" sldId="414"/>
            <ac:picMk id="10" creationId="{C950985F-8084-44C7-B765-9C1B1228718B}"/>
          </ac:picMkLst>
        </pc:picChg>
        <pc:picChg chg="del">
          <ac:chgData name="綱本　晃" userId="953fbd37-e359-4401-b61d-7035dc8ee981" providerId="ADAL" clId="{5A245C16-2D35-45FA-8964-1974843428B4}" dt="2022-01-27T10:16:38.906" v="9513" actId="478"/>
          <ac:picMkLst>
            <pc:docMk/>
            <pc:sldMk cId="2334406516" sldId="414"/>
            <ac:picMk id="13" creationId="{E5E7C62E-85A7-4A51-8C81-70EDFA39D672}"/>
          </ac:picMkLst>
        </pc:picChg>
        <pc:picChg chg="del">
          <ac:chgData name="綱本　晃" userId="953fbd37-e359-4401-b61d-7035dc8ee981" providerId="ADAL" clId="{5A245C16-2D35-45FA-8964-1974843428B4}" dt="2022-01-27T10:16:38.906" v="9513" actId="478"/>
          <ac:picMkLst>
            <pc:docMk/>
            <pc:sldMk cId="2334406516" sldId="414"/>
            <ac:picMk id="15" creationId="{590FA50E-3D77-41A4-87F6-EE830AD42F94}"/>
          </ac:picMkLst>
        </pc:picChg>
        <pc:picChg chg="del mod">
          <ac:chgData name="綱本　晃" userId="953fbd37-e359-4401-b61d-7035dc8ee981" providerId="ADAL" clId="{5A245C16-2D35-45FA-8964-1974843428B4}" dt="2022-01-27T10:16:38.906" v="9513" actId="478"/>
          <ac:picMkLst>
            <pc:docMk/>
            <pc:sldMk cId="2334406516" sldId="414"/>
            <ac:picMk id="17" creationId="{8D7014AE-82F9-46AB-9ADD-77E896A3BD49}"/>
          </ac:picMkLst>
        </pc:picChg>
      </pc:sldChg>
      <pc:sldChg chg="modSp add mod">
        <pc:chgData name="綱本　晃" userId="953fbd37-e359-4401-b61d-7035dc8ee981" providerId="ADAL" clId="{5A245C16-2D35-45FA-8964-1974843428B4}" dt="2022-01-27T12:47:27.125" v="12972" actId="113"/>
        <pc:sldMkLst>
          <pc:docMk/>
          <pc:sldMk cId="1188589287" sldId="415"/>
        </pc:sldMkLst>
        <pc:spChg chg="mod">
          <ac:chgData name="綱本　晃" userId="953fbd37-e359-4401-b61d-7035dc8ee981" providerId="ADAL" clId="{5A245C16-2D35-45FA-8964-1974843428B4}" dt="2022-01-27T10:35:34.536" v="10292" actId="14100"/>
          <ac:spMkLst>
            <pc:docMk/>
            <pc:sldMk cId="1188589287" sldId="415"/>
            <ac:spMk id="6" creationId="{5C5D35BD-799F-425D-A16C-01A0004D4511}"/>
          </ac:spMkLst>
        </pc:spChg>
        <pc:spChg chg="mod">
          <ac:chgData name="綱本　晃" userId="953fbd37-e359-4401-b61d-7035dc8ee981" providerId="ADAL" clId="{5A245C16-2D35-45FA-8964-1974843428B4}" dt="2022-01-27T10:28:54.737" v="9860" actId="20577"/>
          <ac:spMkLst>
            <pc:docMk/>
            <pc:sldMk cId="1188589287" sldId="415"/>
            <ac:spMk id="8" creationId="{787CF02A-01AB-4517-BA3E-25572FA82648}"/>
          </ac:spMkLst>
        </pc:spChg>
        <pc:spChg chg="mod">
          <ac:chgData name="綱本　晃" userId="953fbd37-e359-4401-b61d-7035dc8ee981" providerId="ADAL" clId="{5A245C16-2D35-45FA-8964-1974843428B4}" dt="2022-01-27T12:47:27.125" v="12972" actId="113"/>
          <ac:spMkLst>
            <pc:docMk/>
            <pc:sldMk cId="1188589287" sldId="415"/>
            <ac:spMk id="9" creationId="{38CE5700-8485-406F-968B-7CDD9C79F8D9}"/>
          </ac:spMkLst>
        </pc:spChg>
      </pc:sldChg>
      <pc:sldChg chg="addSp delSp modSp add mod">
        <pc:chgData name="綱本　晃" userId="953fbd37-e359-4401-b61d-7035dc8ee981" providerId="ADAL" clId="{5A245C16-2D35-45FA-8964-1974843428B4}" dt="2022-01-27T10:40:48.855" v="10468" actId="20577"/>
        <pc:sldMkLst>
          <pc:docMk/>
          <pc:sldMk cId="620379994" sldId="416"/>
        </pc:sldMkLst>
        <pc:spChg chg="add del mod">
          <ac:chgData name="綱本　晃" userId="953fbd37-e359-4401-b61d-7035dc8ee981" providerId="ADAL" clId="{5A245C16-2D35-45FA-8964-1974843428B4}" dt="2022-01-27T10:38:51.336" v="10408" actId="478"/>
          <ac:spMkLst>
            <pc:docMk/>
            <pc:sldMk cId="620379994" sldId="416"/>
            <ac:spMk id="3" creationId="{014BA9DA-2C45-4A40-83CD-24D4B1EA2251}"/>
          </ac:spMkLst>
        </pc:spChg>
        <pc:spChg chg="mod">
          <ac:chgData name="綱本　晃" userId="953fbd37-e359-4401-b61d-7035dc8ee981" providerId="ADAL" clId="{5A245C16-2D35-45FA-8964-1974843428B4}" dt="2022-01-27T10:40:48.855" v="10468" actId="20577"/>
          <ac:spMkLst>
            <pc:docMk/>
            <pc:sldMk cId="620379994" sldId="416"/>
            <ac:spMk id="6" creationId="{5C5D35BD-799F-425D-A16C-01A0004D4511}"/>
          </ac:spMkLst>
        </pc:spChg>
        <pc:spChg chg="del">
          <ac:chgData name="綱本　晃" userId="953fbd37-e359-4401-b61d-7035dc8ee981" providerId="ADAL" clId="{5A245C16-2D35-45FA-8964-1974843428B4}" dt="2022-01-27T10:38:47.175" v="10407" actId="478"/>
          <ac:spMkLst>
            <pc:docMk/>
            <pc:sldMk cId="620379994" sldId="416"/>
            <ac:spMk id="8" creationId="{787CF02A-01AB-4517-BA3E-25572FA82648}"/>
          </ac:spMkLst>
        </pc:spChg>
        <pc:spChg chg="del">
          <ac:chgData name="綱本　晃" userId="953fbd37-e359-4401-b61d-7035dc8ee981" providerId="ADAL" clId="{5A245C16-2D35-45FA-8964-1974843428B4}" dt="2022-01-27T10:38:55.336" v="10409" actId="478"/>
          <ac:spMkLst>
            <pc:docMk/>
            <pc:sldMk cId="620379994" sldId="416"/>
            <ac:spMk id="25" creationId="{8D7C4A7F-7798-4715-9C64-C24BF92F3E87}"/>
          </ac:spMkLst>
        </pc:spChg>
      </pc:sldChg>
      <pc:sldChg chg="modSp add mod">
        <pc:chgData name="綱本　晃" userId="953fbd37-e359-4401-b61d-7035dc8ee981" providerId="ADAL" clId="{5A245C16-2D35-45FA-8964-1974843428B4}" dt="2022-01-27T11:18:03.989" v="11096" actId="20577"/>
        <pc:sldMkLst>
          <pc:docMk/>
          <pc:sldMk cId="3382555052" sldId="417"/>
        </pc:sldMkLst>
        <pc:spChg chg="mod">
          <ac:chgData name="綱本　晃" userId="953fbd37-e359-4401-b61d-7035dc8ee981" providerId="ADAL" clId="{5A245C16-2D35-45FA-8964-1974843428B4}" dt="2022-01-27T10:43:18.440" v="10495" actId="14100"/>
          <ac:spMkLst>
            <pc:docMk/>
            <pc:sldMk cId="3382555052" sldId="417"/>
            <ac:spMk id="6" creationId="{5C5D35BD-799F-425D-A16C-01A0004D4511}"/>
          </ac:spMkLst>
        </pc:spChg>
        <pc:spChg chg="mod">
          <ac:chgData name="綱本　晃" userId="953fbd37-e359-4401-b61d-7035dc8ee981" providerId="ADAL" clId="{5A245C16-2D35-45FA-8964-1974843428B4}" dt="2022-01-27T10:42:22.713" v="10477" actId="20577"/>
          <ac:spMkLst>
            <pc:docMk/>
            <pc:sldMk cId="3382555052" sldId="417"/>
            <ac:spMk id="8" creationId="{787CF02A-01AB-4517-BA3E-25572FA82648}"/>
          </ac:spMkLst>
        </pc:spChg>
        <pc:spChg chg="mod">
          <ac:chgData name="綱本　晃" userId="953fbd37-e359-4401-b61d-7035dc8ee981" providerId="ADAL" clId="{5A245C16-2D35-45FA-8964-1974843428B4}" dt="2022-01-27T11:18:03.989" v="11096" actId="20577"/>
          <ac:spMkLst>
            <pc:docMk/>
            <pc:sldMk cId="3382555052" sldId="417"/>
            <ac:spMk id="9" creationId="{38CE5700-8485-406F-968B-7CDD9C79F8D9}"/>
          </ac:spMkLst>
        </pc:spChg>
      </pc:sldChg>
      <pc:sldChg chg="modSp add mod">
        <pc:chgData name="綱本　晃" userId="953fbd37-e359-4401-b61d-7035dc8ee981" providerId="ADAL" clId="{5A245C16-2D35-45FA-8964-1974843428B4}" dt="2022-01-27T10:54:35.848" v="10930" actId="20577"/>
        <pc:sldMkLst>
          <pc:docMk/>
          <pc:sldMk cId="213442013" sldId="418"/>
        </pc:sldMkLst>
        <pc:spChg chg="mod">
          <ac:chgData name="綱本　晃" userId="953fbd37-e359-4401-b61d-7035dc8ee981" providerId="ADAL" clId="{5A245C16-2D35-45FA-8964-1974843428B4}" dt="2022-01-27T10:54:35.848" v="10930" actId="20577"/>
          <ac:spMkLst>
            <pc:docMk/>
            <pc:sldMk cId="213442013" sldId="418"/>
            <ac:spMk id="6" creationId="{5C5D35BD-799F-425D-A16C-01A0004D4511}"/>
          </ac:spMkLst>
        </pc:spChg>
        <pc:spChg chg="mod">
          <ac:chgData name="綱本　晃" userId="953fbd37-e359-4401-b61d-7035dc8ee981" providerId="ADAL" clId="{5A245C16-2D35-45FA-8964-1974843428B4}" dt="2022-01-27T10:46:05.453" v="10578" actId="20577"/>
          <ac:spMkLst>
            <pc:docMk/>
            <pc:sldMk cId="213442013" sldId="418"/>
            <ac:spMk id="7" creationId="{9630AD22-E64D-4A96-B059-2AF9F6580C25}"/>
          </ac:spMkLst>
        </pc:spChg>
      </pc:sldChg>
      <pc:sldChg chg="add del">
        <pc:chgData name="綱本　晃" userId="953fbd37-e359-4401-b61d-7035dc8ee981" providerId="ADAL" clId="{5A245C16-2D35-45FA-8964-1974843428B4}" dt="2022-01-27T10:53:19.473" v="10913" actId="47"/>
        <pc:sldMkLst>
          <pc:docMk/>
          <pc:sldMk cId="2841379448" sldId="419"/>
        </pc:sldMkLst>
      </pc:sldChg>
      <pc:sldChg chg="addSp delSp modSp add mod">
        <pc:chgData name="綱本　晃" userId="953fbd37-e359-4401-b61d-7035dc8ee981" providerId="ADAL" clId="{5A245C16-2D35-45FA-8964-1974843428B4}" dt="2022-01-27T10:55:51.430" v="11066" actId="20577"/>
        <pc:sldMkLst>
          <pc:docMk/>
          <pc:sldMk cId="3902749140" sldId="419"/>
        </pc:sldMkLst>
        <pc:spChg chg="add del mod">
          <ac:chgData name="綱本　晃" userId="953fbd37-e359-4401-b61d-7035dc8ee981" providerId="ADAL" clId="{5A245C16-2D35-45FA-8964-1974843428B4}" dt="2022-01-27T10:53:44.194" v="10916" actId="478"/>
          <ac:spMkLst>
            <pc:docMk/>
            <pc:sldMk cId="3902749140" sldId="419"/>
            <ac:spMk id="3" creationId="{3CB6E0AB-D9A1-4C00-92FA-C71B1C2393FB}"/>
          </ac:spMkLst>
        </pc:spChg>
        <pc:spChg chg="mod">
          <ac:chgData name="綱本　晃" userId="953fbd37-e359-4401-b61d-7035dc8ee981" providerId="ADAL" clId="{5A245C16-2D35-45FA-8964-1974843428B4}" dt="2022-01-27T10:54:47.710" v="10932" actId="14100"/>
          <ac:spMkLst>
            <pc:docMk/>
            <pc:sldMk cId="3902749140" sldId="419"/>
            <ac:spMk id="6" creationId="{5C5D35BD-799F-425D-A16C-01A0004D4511}"/>
          </ac:spMkLst>
        </pc:spChg>
        <pc:spChg chg="del">
          <ac:chgData name="綱本　晃" userId="953fbd37-e359-4401-b61d-7035dc8ee981" providerId="ADAL" clId="{5A245C16-2D35-45FA-8964-1974843428B4}" dt="2022-01-27T10:53:33.980" v="10915" actId="478"/>
          <ac:spMkLst>
            <pc:docMk/>
            <pc:sldMk cId="3902749140" sldId="419"/>
            <ac:spMk id="8" creationId="{787CF02A-01AB-4517-BA3E-25572FA82648}"/>
          </ac:spMkLst>
        </pc:spChg>
        <pc:spChg chg="mod">
          <ac:chgData name="綱本　晃" userId="953fbd37-e359-4401-b61d-7035dc8ee981" providerId="ADAL" clId="{5A245C16-2D35-45FA-8964-1974843428B4}" dt="2022-01-27T10:55:51.430" v="11066" actId="20577"/>
          <ac:spMkLst>
            <pc:docMk/>
            <pc:sldMk cId="3902749140" sldId="419"/>
            <ac:spMk id="9" creationId="{38CE5700-8485-406F-968B-7CDD9C79F8D9}"/>
          </ac:spMkLst>
        </pc:spChg>
      </pc:sldChg>
      <pc:sldChg chg="addSp delSp modSp add mod modNotesTx">
        <pc:chgData name="綱本　晃" userId="953fbd37-e359-4401-b61d-7035dc8ee981" providerId="ADAL" clId="{5A245C16-2D35-45FA-8964-1974843428B4}" dt="2022-01-27T12:58:39.736" v="13368" actId="20577"/>
        <pc:sldMkLst>
          <pc:docMk/>
          <pc:sldMk cId="237955507" sldId="420"/>
        </pc:sldMkLst>
        <pc:spChg chg="mod">
          <ac:chgData name="綱本　晃" userId="953fbd37-e359-4401-b61d-7035dc8ee981" providerId="ADAL" clId="{5A245C16-2D35-45FA-8964-1974843428B4}" dt="2022-01-27T11:49:05.280" v="11405" actId="20577"/>
          <ac:spMkLst>
            <pc:docMk/>
            <pc:sldMk cId="237955507" sldId="420"/>
            <ac:spMk id="3" creationId="{1C79983C-D8FC-4693-8551-08AD543141F3}"/>
          </ac:spMkLst>
        </pc:spChg>
        <pc:spChg chg="del">
          <ac:chgData name="綱本　晃" userId="953fbd37-e359-4401-b61d-7035dc8ee981" providerId="ADAL" clId="{5A245C16-2D35-45FA-8964-1974843428B4}" dt="2022-01-27T11:49:09.245" v="11406" actId="478"/>
          <ac:spMkLst>
            <pc:docMk/>
            <pc:sldMk cId="237955507" sldId="420"/>
            <ac:spMk id="10" creationId="{3E886A93-B506-4242-B164-04A0B3CBA2EC}"/>
          </ac:spMkLst>
        </pc:spChg>
        <pc:spChg chg="add del mod">
          <ac:chgData name="綱本　晃" userId="953fbd37-e359-4401-b61d-7035dc8ee981" providerId="ADAL" clId="{5A245C16-2D35-45FA-8964-1974843428B4}" dt="2022-01-27T11:39:19.630" v="11136" actId="21"/>
          <ac:spMkLst>
            <pc:docMk/>
            <pc:sldMk cId="237955507" sldId="420"/>
            <ac:spMk id="11" creationId="{DE5227F2-46CE-443E-9A1C-F1AF311E75C4}"/>
          </ac:spMkLst>
        </pc:spChg>
        <pc:spChg chg="add mod">
          <ac:chgData name="綱本　晃" userId="953fbd37-e359-4401-b61d-7035dc8ee981" providerId="ADAL" clId="{5A245C16-2D35-45FA-8964-1974843428B4}" dt="2022-01-27T12:10:55.924" v="12150" actId="113"/>
          <ac:spMkLst>
            <pc:docMk/>
            <pc:sldMk cId="237955507" sldId="420"/>
            <ac:spMk id="12" creationId="{4E6A31DE-7FE5-4684-BE8A-68D488E83B54}"/>
          </ac:spMkLst>
        </pc:spChg>
        <pc:spChg chg="add mod">
          <ac:chgData name="綱本　晃" userId="953fbd37-e359-4401-b61d-7035dc8ee981" providerId="ADAL" clId="{5A245C16-2D35-45FA-8964-1974843428B4}" dt="2022-01-27T12:58:39.736" v="13368" actId="20577"/>
          <ac:spMkLst>
            <pc:docMk/>
            <pc:sldMk cId="237955507" sldId="420"/>
            <ac:spMk id="13" creationId="{574715EC-AC25-482C-8DEA-D29004264D2B}"/>
          </ac:spMkLst>
        </pc:spChg>
        <pc:spChg chg="add del mod">
          <ac:chgData name="綱本　晃" userId="953fbd37-e359-4401-b61d-7035dc8ee981" providerId="ADAL" clId="{5A245C16-2D35-45FA-8964-1974843428B4}" dt="2022-01-27T12:06:17.852" v="12065" actId="478"/>
          <ac:spMkLst>
            <pc:docMk/>
            <pc:sldMk cId="237955507" sldId="420"/>
            <ac:spMk id="14" creationId="{464536C1-BCEC-47C4-BA9B-A1815C01E18A}"/>
          </ac:spMkLst>
        </pc:spChg>
      </pc:sldChg>
      <pc:sldChg chg="addSp delSp modSp add del mod">
        <pc:chgData name="綱本　晃" userId="953fbd37-e359-4401-b61d-7035dc8ee981" providerId="ADAL" clId="{5A245C16-2D35-45FA-8964-1974843428B4}" dt="2022-01-27T11:48:03.592" v="11366" actId="2696"/>
        <pc:sldMkLst>
          <pc:docMk/>
          <pc:sldMk cId="290256704" sldId="421"/>
        </pc:sldMkLst>
        <pc:spChg chg="mod">
          <ac:chgData name="綱本　晃" userId="953fbd37-e359-4401-b61d-7035dc8ee981" providerId="ADAL" clId="{5A245C16-2D35-45FA-8964-1974843428B4}" dt="2022-01-27T11:37:55.781" v="11133" actId="20577"/>
          <ac:spMkLst>
            <pc:docMk/>
            <pc:sldMk cId="290256704" sldId="421"/>
            <ac:spMk id="3" creationId="{1C79983C-D8FC-4693-8551-08AD543141F3}"/>
          </ac:spMkLst>
        </pc:spChg>
        <pc:spChg chg="del">
          <ac:chgData name="綱本　晃" userId="953fbd37-e359-4401-b61d-7035dc8ee981" providerId="ADAL" clId="{5A245C16-2D35-45FA-8964-1974843428B4}" dt="2022-01-27T11:40:16.855" v="11140" actId="478"/>
          <ac:spMkLst>
            <pc:docMk/>
            <pc:sldMk cId="290256704" sldId="421"/>
            <ac:spMk id="10" creationId="{3E886A93-B506-4242-B164-04A0B3CBA2EC}"/>
          </ac:spMkLst>
        </pc:spChg>
        <pc:spChg chg="add mod">
          <ac:chgData name="綱本　晃" userId="953fbd37-e359-4401-b61d-7035dc8ee981" providerId="ADAL" clId="{5A245C16-2D35-45FA-8964-1974843428B4}" dt="2022-01-27T11:45:05.098" v="11293" actId="1076"/>
          <ac:spMkLst>
            <pc:docMk/>
            <pc:sldMk cId="290256704" sldId="421"/>
            <ac:spMk id="11" creationId="{3E2EB7C5-5F2A-44F4-AB46-3E9BEC0967C5}"/>
          </ac:spMkLst>
        </pc:spChg>
        <pc:spChg chg="add mod">
          <ac:chgData name="綱本　晃" userId="953fbd37-e359-4401-b61d-7035dc8ee981" providerId="ADAL" clId="{5A245C16-2D35-45FA-8964-1974843428B4}" dt="2022-01-27T11:47:51.155" v="11365" actId="20577"/>
          <ac:spMkLst>
            <pc:docMk/>
            <pc:sldMk cId="290256704" sldId="421"/>
            <ac:spMk id="12" creationId="{FF62A181-2083-48E4-BC78-04F993915F83}"/>
          </ac:spMkLst>
        </pc:spChg>
        <pc:spChg chg="add mod">
          <ac:chgData name="綱本　晃" userId="953fbd37-e359-4401-b61d-7035dc8ee981" providerId="ADAL" clId="{5A245C16-2D35-45FA-8964-1974843428B4}" dt="2022-01-27T11:45:31.325" v="11333" actId="20577"/>
          <ac:spMkLst>
            <pc:docMk/>
            <pc:sldMk cId="290256704" sldId="421"/>
            <ac:spMk id="13" creationId="{2AC215A8-78D7-499E-95E5-7944421913FC}"/>
          </ac:spMkLst>
        </pc:spChg>
        <pc:spChg chg="add mod">
          <ac:chgData name="綱本　晃" userId="953fbd37-e359-4401-b61d-7035dc8ee981" providerId="ADAL" clId="{5A245C16-2D35-45FA-8964-1974843428B4}" dt="2022-01-27T11:47:04.650" v="11348" actId="14100"/>
          <ac:spMkLst>
            <pc:docMk/>
            <pc:sldMk cId="290256704" sldId="421"/>
            <ac:spMk id="14" creationId="{E86982F9-5E0C-4101-913C-89A2AD9EF352}"/>
          </ac:spMkLst>
        </pc:spChg>
      </pc:sldChg>
      <pc:sldChg chg="add">
        <pc:chgData name="綱本　晃" userId="953fbd37-e359-4401-b61d-7035dc8ee981" providerId="ADAL" clId="{5A245C16-2D35-45FA-8964-1974843428B4}" dt="2022-01-27T11:48:05.672" v="11367"/>
        <pc:sldMkLst>
          <pc:docMk/>
          <pc:sldMk cId="3552859200" sldId="421"/>
        </pc:sldMkLst>
      </pc:sldChg>
      <pc:sldChg chg="modSp add mod">
        <pc:chgData name="綱本　晃" userId="953fbd37-e359-4401-b61d-7035dc8ee981" providerId="ADAL" clId="{5A245C16-2D35-45FA-8964-1974843428B4}" dt="2022-01-27T12:53:45.967" v="13253" actId="20577"/>
        <pc:sldMkLst>
          <pc:docMk/>
          <pc:sldMk cId="1398339670" sldId="422"/>
        </pc:sldMkLst>
        <pc:spChg chg="mod">
          <ac:chgData name="綱本　晃" userId="953fbd37-e359-4401-b61d-7035dc8ee981" providerId="ADAL" clId="{5A245C16-2D35-45FA-8964-1974843428B4}" dt="2022-01-27T12:19:24.437" v="12276" actId="20577"/>
          <ac:spMkLst>
            <pc:docMk/>
            <pc:sldMk cId="1398339670" sldId="422"/>
            <ac:spMk id="3" creationId="{CC2600F4-4C41-40A4-B127-4C95273C2234}"/>
          </ac:spMkLst>
        </pc:spChg>
        <pc:spChg chg="mod">
          <ac:chgData name="綱本　晃" userId="953fbd37-e359-4401-b61d-7035dc8ee981" providerId="ADAL" clId="{5A245C16-2D35-45FA-8964-1974843428B4}" dt="2022-01-27T12:53:45.967" v="13253" actId="20577"/>
          <ac:spMkLst>
            <pc:docMk/>
            <pc:sldMk cId="1398339670" sldId="422"/>
            <ac:spMk id="5" creationId="{B8045AC5-6FD9-48E8-8FFD-CD130F3B1311}"/>
          </ac:spMkLst>
        </pc:spChg>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小澤 成年" userId="bd54eb2f-6908-4649-aad7-2beea193f3c7" providerId="ADAL" clId="{A787539B-10E4-4C63-8368-653A6E9ADEDD}"/>
    <pc:docChg chg="modSld">
      <pc:chgData name="小澤 成年" userId="bd54eb2f-6908-4649-aad7-2beea193f3c7" providerId="ADAL" clId="{A787539B-10E4-4C63-8368-653A6E9ADEDD}" dt="2022-03-23T04:25:31.225" v="1"/>
      <pc:docMkLst>
        <pc:docMk/>
      </pc:docMkLst>
      <pc:sldChg chg="addSp delSp mod">
        <pc:chgData name="小澤 成年" userId="bd54eb2f-6908-4649-aad7-2beea193f3c7" providerId="ADAL" clId="{A787539B-10E4-4C63-8368-653A6E9ADEDD}" dt="2022-03-23T04:25:31.225" v="1"/>
        <pc:sldMkLst>
          <pc:docMk/>
          <pc:sldMk cId="82601343" sldId="406"/>
        </pc:sldMkLst>
        <pc:inkChg chg="add del">
          <ac:chgData name="小澤 成年" userId="bd54eb2f-6908-4649-aad7-2beea193f3c7" providerId="ADAL" clId="{A787539B-10E4-4C63-8368-653A6E9ADEDD}" dt="2022-03-23T04:25:31.225" v="1"/>
          <ac:inkMkLst>
            <pc:docMk/>
            <pc:sldMk cId="82601343" sldId="406"/>
            <ac:inkMk id="2" creationId="{7F3336A1-B217-41C4-8776-43A6B8F11719}"/>
          </ac:inkMkLst>
        </pc:inkChg>
      </pc:sldChg>
    </pc:docChg>
  </pc:docChgLst>
  <pc:docChgLst>
    <pc:chgData name="鈴木 秀規" userId="f68c5fd9-22d5-4c0a-9833-7fb0f5135313" providerId="ADAL" clId="{9B0393DB-347A-4A9F-B4E7-8702A039FC28}"/>
    <pc:docChg chg="undo custSel addSld delSld modSld">
      <pc:chgData name="鈴木 秀規" userId="f68c5fd9-22d5-4c0a-9833-7fb0f5135313" providerId="ADAL" clId="{9B0393DB-347A-4A9F-B4E7-8702A039FC28}" dt="2021-01-28T06:37:49.917" v="1145" actId="2696"/>
      <pc:docMkLst>
        <pc:docMk/>
      </pc:docMkLst>
      <pc:sldChg chg="modSp mod">
        <pc:chgData name="鈴木 秀規" userId="f68c5fd9-22d5-4c0a-9833-7fb0f5135313" providerId="ADAL" clId="{9B0393DB-347A-4A9F-B4E7-8702A039FC28}" dt="2021-01-28T04:51:05.043" v="8" actId="20577"/>
        <pc:sldMkLst>
          <pc:docMk/>
          <pc:sldMk cId="0" sldId="256"/>
        </pc:sldMkLst>
        <pc:spChg chg="mod">
          <ac:chgData name="鈴木 秀規" userId="f68c5fd9-22d5-4c0a-9833-7fb0f5135313" providerId="ADAL" clId="{9B0393DB-347A-4A9F-B4E7-8702A039FC28}" dt="2021-01-28T04:51:05.043" v="8" actId="20577"/>
          <ac:spMkLst>
            <pc:docMk/>
            <pc:sldMk cId="0" sldId="256"/>
            <ac:spMk id="56" creationId="{00000000-0000-0000-0000-000000000000}"/>
          </ac:spMkLst>
        </pc:spChg>
      </pc:sldChg>
      <pc:sldChg chg="modSp mod">
        <pc:chgData name="鈴木 秀規" userId="f68c5fd9-22d5-4c0a-9833-7fb0f5135313" providerId="ADAL" clId="{9B0393DB-347A-4A9F-B4E7-8702A039FC28}" dt="2021-01-28T04:53:57.343" v="46" actId="207"/>
        <pc:sldMkLst>
          <pc:docMk/>
          <pc:sldMk cId="2397736379" sldId="363"/>
        </pc:sldMkLst>
        <pc:spChg chg="mod">
          <ac:chgData name="鈴木 秀規" userId="f68c5fd9-22d5-4c0a-9833-7fb0f5135313" providerId="ADAL" clId="{9B0393DB-347A-4A9F-B4E7-8702A039FC28}" dt="2021-01-28T04:51:13.114" v="9"/>
          <ac:spMkLst>
            <pc:docMk/>
            <pc:sldMk cId="2397736379" sldId="363"/>
            <ac:spMk id="7" creationId="{9630AD22-E64D-4A96-B059-2AF9F6580C25}"/>
          </ac:spMkLst>
        </pc:spChg>
        <pc:spChg chg="mod">
          <ac:chgData name="鈴木 秀規" userId="f68c5fd9-22d5-4c0a-9833-7fb0f5135313" providerId="ADAL" clId="{9B0393DB-347A-4A9F-B4E7-8702A039FC28}" dt="2021-01-28T04:53:57.343" v="46" actId="207"/>
          <ac:spMkLst>
            <pc:docMk/>
            <pc:sldMk cId="2397736379" sldId="363"/>
            <ac:spMk id="8" creationId="{787CF02A-01AB-4517-BA3E-25572FA82648}"/>
          </ac:spMkLst>
        </pc:spChg>
      </pc:sldChg>
      <pc:sldChg chg="del">
        <pc:chgData name="鈴木 秀規" userId="f68c5fd9-22d5-4c0a-9833-7fb0f5135313" providerId="ADAL" clId="{9B0393DB-347A-4A9F-B4E7-8702A039FC28}" dt="2021-01-28T04:51:20.164" v="10" actId="2696"/>
        <pc:sldMkLst>
          <pc:docMk/>
          <pc:sldMk cId="655144691" sldId="364"/>
        </pc:sldMkLst>
      </pc:sldChg>
      <pc:sldChg chg="addSp modSp new mod">
        <pc:chgData name="鈴木 秀規" userId="f68c5fd9-22d5-4c0a-9833-7fb0f5135313" providerId="ADAL" clId="{9B0393DB-347A-4A9F-B4E7-8702A039FC28}" dt="2021-01-28T04:59:15.087" v="93" actId="1076"/>
        <pc:sldMkLst>
          <pc:docMk/>
          <pc:sldMk cId="2018664081" sldId="364"/>
        </pc:sldMkLst>
        <pc:spChg chg="mod">
          <ac:chgData name="鈴木 秀規" userId="f68c5fd9-22d5-4c0a-9833-7fb0f5135313" providerId="ADAL" clId="{9B0393DB-347A-4A9F-B4E7-8702A039FC28}" dt="2021-01-28T04:54:08.475" v="48"/>
          <ac:spMkLst>
            <pc:docMk/>
            <pc:sldMk cId="2018664081" sldId="364"/>
            <ac:spMk id="3" creationId="{75DADEAD-0D67-4E17-9166-98A6805B6470}"/>
          </ac:spMkLst>
        </pc:spChg>
        <pc:spChg chg="mod">
          <ac:chgData name="鈴木 秀規" userId="f68c5fd9-22d5-4c0a-9833-7fb0f5135313" providerId="ADAL" clId="{9B0393DB-347A-4A9F-B4E7-8702A039FC28}" dt="2021-01-28T04:58:33.090" v="90" actId="14100"/>
          <ac:spMkLst>
            <pc:docMk/>
            <pc:sldMk cId="2018664081" sldId="364"/>
            <ac:spMk id="5" creationId="{E4A52243-874B-431E-A0B0-DB7E78319065}"/>
          </ac:spMkLst>
        </pc:spChg>
        <pc:spChg chg="add mod">
          <ac:chgData name="鈴木 秀規" userId="f68c5fd9-22d5-4c0a-9833-7fb0f5135313" providerId="ADAL" clId="{9B0393DB-347A-4A9F-B4E7-8702A039FC28}" dt="2021-01-28T04:55:56.647" v="77" actId="2711"/>
          <ac:spMkLst>
            <pc:docMk/>
            <pc:sldMk cId="2018664081" sldId="364"/>
            <ac:spMk id="6" creationId="{8F29406F-A595-462E-B24E-9CE5D8EF3E2D}"/>
          </ac:spMkLst>
        </pc:spChg>
        <pc:spChg chg="add mod">
          <ac:chgData name="鈴木 秀規" userId="f68c5fd9-22d5-4c0a-9833-7fb0f5135313" providerId="ADAL" clId="{9B0393DB-347A-4A9F-B4E7-8702A039FC28}" dt="2021-01-28T04:55:56.647" v="77" actId="2711"/>
          <ac:spMkLst>
            <pc:docMk/>
            <pc:sldMk cId="2018664081" sldId="364"/>
            <ac:spMk id="7" creationId="{2BA7F10E-1871-4F38-AC59-B0163B4434D5}"/>
          </ac:spMkLst>
        </pc:spChg>
        <pc:spChg chg="add mod">
          <ac:chgData name="鈴木 秀規" userId="f68c5fd9-22d5-4c0a-9833-7fb0f5135313" providerId="ADAL" clId="{9B0393DB-347A-4A9F-B4E7-8702A039FC28}" dt="2021-01-28T04:58:48.287" v="92" actId="207"/>
          <ac:spMkLst>
            <pc:docMk/>
            <pc:sldMk cId="2018664081" sldId="364"/>
            <ac:spMk id="8" creationId="{F96758B4-8B0C-4906-AE61-8689B893E300}"/>
          </ac:spMkLst>
        </pc:spChg>
        <pc:spChg chg="add mod">
          <ac:chgData name="鈴木 秀規" userId="f68c5fd9-22d5-4c0a-9833-7fb0f5135313" providerId="ADAL" clId="{9B0393DB-347A-4A9F-B4E7-8702A039FC28}" dt="2021-01-28T04:58:48.287" v="92" actId="207"/>
          <ac:spMkLst>
            <pc:docMk/>
            <pc:sldMk cId="2018664081" sldId="364"/>
            <ac:spMk id="9" creationId="{C40943D4-755B-48CE-BE20-39AD99482DDD}"/>
          </ac:spMkLst>
        </pc:spChg>
        <pc:spChg chg="add mod">
          <ac:chgData name="鈴木 秀規" userId="f68c5fd9-22d5-4c0a-9833-7fb0f5135313" providerId="ADAL" clId="{9B0393DB-347A-4A9F-B4E7-8702A039FC28}" dt="2021-01-28T04:58:48.287" v="92" actId="207"/>
          <ac:spMkLst>
            <pc:docMk/>
            <pc:sldMk cId="2018664081" sldId="364"/>
            <ac:spMk id="10" creationId="{428E113C-BEEF-4176-9373-33F49BE93CB6}"/>
          </ac:spMkLst>
        </pc:spChg>
        <pc:spChg chg="add mod">
          <ac:chgData name="鈴木 秀規" userId="f68c5fd9-22d5-4c0a-9833-7fb0f5135313" providerId="ADAL" clId="{9B0393DB-347A-4A9F-B4E7-8702A039FC28}" dt="2021-01-28T04:58:48.287" v="92" actId="207"/>
          <ac:spMkLst>
            <pc:docMk/>
            <pc:sldMk cId="2018664081" sldId="364"/>
            <ac:spMk id="11" creationId="{4A277E1D-FD12-479A-BA6F-0857A0959E90}"/>
          </ac:spMkLst>
        </pc:spChg>
        <pc:spChg chg="add mod">
          <ac:chgData name="鈴木 秀規" userId="f68c5fd9-22d5-4c0a-9833-7fb0f5135313" providerId="ADAL" clId="{9B0393DB-347A-4A9F-B4E7-8702A039FC28}" dt="2021-01-28T04:58:48.287" v="92" actId="207"/>
          <ac:spMkLst>
            <pc:docMk/>
            <pc:sldMk cId="2018664081" sldId="364"/>
            <ac:spMk id="12" creationId="{62CD15D6-B290-40CF-8A16-2D4CCCDA5B55}"/>
          </ac:spMkLst>
        </pc:spChg>
        <pc:spChg chg="add mod">
          <ac:chgData name="鈴木 秀規" userId="f68c5fd9-22d5-4c0a-9833-7fb0f5135313" providerId="ADAL" clId="{9B0393DB-347A-4A9F-B4E7-8702A039FC28}" dt="2021-01-28T04:58:48.287" v="92" actId="207"/>
          <ac:spMkLst>
            <pc:docMk/>
            <pc:sldMk cId="2018664081" sldId="364"/>
            <ac:spMk id="13" creationId="{DBD1595E-0338-493E-BEF5-BD50188C517A}"/>
          </ac:spMkLst>
        </pc:spChg>
        <pc:spChg chg="add mod">
          <ac:chgData name="鈴木 秀規" userId="f68c5fd9-22d5-4c0a-9833-7fb0f5135313" providerId="ADAL" clId="{9B0393DB-347A-4A9F-B4E7-8702A039FC28}" dt="2021-01-28T04:59:15.087" v="93" actId="1076"/>
          <ac:spMkLst>
            <pc:docMk/>
            <pc:sldMk cId="2018664081" sldId="364"/>
            <ac:spMk id="14" creationId="{E4EC873D-1263-447A-BF7D-809CAE197046}"/>
          </ac:spMkLst>
        </pc:spChg>
      </pc:sldChg>
      <pc:sldChg chg="modSp new mod">
        <pc:chgData name="鈴木 秀規" userId="f68c5fd9-22d5-4c0a-9833-7fb0f5135313" providerId="ADAL" clId="{9B0393DB-347A-4A9F-B4E7-8702A039FC28}" dt="2021-01-28T05:00:43.639" v="117" actId="113"/>
        <pc:sldMkLst>
          <pc:docMk/>
          <pc:sldMk cId="2019205359" sldId="365"/>
        </pc:sldMkLst>
        <pc:spChg chg="mod">
          <ac:chgData name="鈴木 秀規" userId="f68c5fd9-22d5-4c0a-9833-7fb0f5135313" providerId="ADAL" clId="{9B0393DB-347A-4A9F-B4E7-8702A039FC28}" dt="2021-01-28T04:59:29.015" v="95"/>
          <ac:spMkLst>
            <pc:docMk/>
            <pc:sldMk cId="2019205359" sldId="365"/>
            <ac:spMk id="3" creationId="{A91E588B-D2ED-4C37-BFA4-DF7BA5F7B19C}"/>
          </ac:spMkLst>
        </pc:spChg>
        <pc:spChg chg="mod">
          <ac:chgData name="鈴木 秀規" userId="f68c5fd9-22d5-4c0a-9833-7fb0f5135313" providerId="ADAL" clId="{9B0393DB-347A-4A9F-B4E7-8702A039FC28}" dt="2021-01-28T05:00:43.639" v="117" actId="113"/>
          <ac:spMkLst>
            <pc:docMk/>
            <pc:sldMk cId="2019205359" sldId="365"/>
            <ac:spMk id="5" creationId="{2B398FB9-B780-41E2-9CE6-703675FD83AF}"/>
          </ac:spMkLst>
        </pc:spChg>
      </pc:sldChg>
      <pc:sldChg chg="del">
        <pc:chgData name="鈴木 秀規" userId="f68c5fd9-22d5-4c0a-9833-7fb0f5135313" providerId="ADAL" clId="{9B0393DB-347A-4A9F-B4E7-8702A039FC28}" dt="2021-01-28T04:51:20.164" v="10" actId="2696"/>
        <pc:sldMkLst>
          <pc:docMk/>
          <pc:sldMk cId="3025764782" sldId="365"/>
        </pc:sldMkLst>
      </pc:sldChg>
      <pc:sldChg chg="addSp modSp new mod modAnim">
        <pc:chgData name="鈴木 秀規" userId="f68c5fd9-22d5-4c0a-9833-7fb0f5135313" providerId="ADAL" clId="{9B0393DB-347A-4A9F-B4E7-8702A039FC28}" dt="2021-01-28T05:06:03.368" v="186" actId="14100"/>
        <pc:sldMkLst>
          <pc:docMk/>
          <pc:sldMk cId="1083425996" sldId="366"/>
        </pc:sldMkLst>
        <pc:spChg chg="mod">
          <ac:chgData name="鈴木 秀規" userId="f68c5fd9-22d5-4c0a-9833-7fb0f5135313" providerId="ADAL" clId="{9B0393DB-347A-4A9F-B4E7-8702A039FC28}" dt="2021-01-28T05:01:01.412" v="119"/>
          <ac:spMkLst>
            <pc:docMk/>
            <pc:sldMk cId="1083425996" sldId="366"/>
            <ac:spMk id="3" creationId="{5915CA98-055E-4B0A-AE76-B5429F5D958C}"/>
          </ac:spMkLst>
        </pc:spChg>
        <pc:spChg chg="mod">
          <ac:chgData name="鈴木 秀規" userId="f68c5fd9-22d5-4c0a-9833-7fb0f5135313" providerId="ADAL" clId="{9B0393DB-347A-4A9F-B4E7-8702A039FC28}" dt="2021-01-28T05:01:58.463" v="132" actId="14100"/>
          <ac:spMkLst>
            <pc:docMk/>
            <pc:sldMk cId="1083425996" sldId="366"/>
            <ac:spMk id="5" creationId="{81DD3EA4-DF67-400B-9355-84F772D9225A}"/>
          </ac:spMkLst>
        </pc:spChg>
        <pc:spChg chg="add mod">
          <ac:chgData name="鈴木 秀規" userId="f68c5fd9-22d5-4c0a-9833-7fb0f5135313" providerId="ADAL" clId="{9B0393DB-347A-4A9F-B4E7-8702A039FC28}" dt="2021-01-28T05:05:19.771" v="177" actId="14100"/>
          <ac:spMkLst>
            <pc:docMk/>
            <pc:sldMk cId="1083425996" sldId="366"/>
            <ac:spMk id="6" creationId="{40234366-3D36-42F3-B1EE-CD56A6476877}"/>
          </ac:spMkLst>
        </pc:spChg>
        <pc:spChg chg="add mod">
          <ac:chgData name="鈴木 秀規" userId="f68c5fd9-22d5-4c0a-9833-7fb0f5135313" providerId="ADAL" clId="{9B0393DB-347A-4A9F-B4E7-8702A039FC28}" dt="2021-01-28T05:05:14.835" v="175" actId="1076"/>
          <ac:spMkLst>
            <pc:docMk/>
            <pc:sldMk cId="1083425996" sldId="366"/>
            <ac:spMk id="7" creationId="{694D1064-2523-4FB8-9664-3C01E154DF7D}"/>
          </ac:spMkLst>
        </pc:spChg>
        <pc:spChg chg="add mod">
          <ac:chgData name="鈴木 秀規" userId="f68c5fd9-22d5-4c0a-9833-7fb0f5135313" providerId="ADAL" clId="{9B0393DB-347A-4A9F-B4E7-8702A039FC28}" dt="2021-01-28T05:04:16.147" v="162" actId="207"/>
          <ac:spMkLst>
            <pc:docMk/>
            <pc:sldMk cId="1083425996" sldId="366"/>
            <ac:spMk id="8" creationId="{DC4D2014-A7F2-4212-B21A-EF34F70F840E}"/>
          </ac:spMkLst>
        </pc:spChg>
        <pc:spChg chg="add mod">
          <ac:chgData name="鈴木 秀規" userId="f68c5fd9-22d5-4c0a-9833-7fb0f5135313" providerId="ADAL" clId="{9B0393DB-347A-4A9F-B4E7-8702A039FC28}" dt="2021-01-28T05:06:03.368" v="186" actId="14100"/>
          <ac:spMkLst>
            <pc:docMk/>
            <pc:sldMk cId="1083425996" sldId="366"/>
            <ac:spMk id="9" creationId="{8FB1B2C3-52FD-4F90-80CC-4C949A9674BD}"/>
          </ac:spMkLst>
        </pc:spChg>
        <pc:spChg chg="add mod">
          <ac:chgData name="鈴木 秀規" userId="f68c5fd9-22d5-4c0a-9833-7fb0f5135313" providerId="ADAL" clId="{9B0393DB-347A-4A9F-B4E7-8702A039FC28}" dt="2021-01-28T05:05:53.118" v="184" actId="1076"/>
          <ac:spMkLst>
            <pc:docMk/>
            <pc:sldMk cId="1083425996" sldId="366"/>
            <ac:spMk id="10" creationId="{87685BC7-0CC4-45EC-A20F-8E039239962B}"/>
          </ac:spMkLst>
        </pc:spChg>
      </pc:sldChg>
      <pc:sldChg chg="del">
        <pc:chgData name="鈴木 秀規" userId="f68c5fd9-22d5-4c0a-9833-7fb0f5135313" providerId="ADAL" clId="{9B0393DB-347A-4A9F-B4E7-8702A039FC28}" dt="2021-01-28T04:51:20.164" v="10" actId="2696"/>
        <pc:sldMkLst>
          <pc:docMk/>
          <pc:sldMk cId="4018965676" sldId="366"/>
        </pc:sldMkLst>
      </pc:sldChg>
      <pc:sldChg chg="addSp modSp new mod">
        <pc:chgData name="鈴木 秀規" userId="f68c5fd9-22d5-4c0a-9833-7fb0f5135313" providerId="ADAL" clId="{9B0393DB-347A-4A9F-B4E7-8702A039FC28}" dt="2021-01-28T05:19:37.794" v="212" actId="2085"/>
        <pc:sldMkLst>
          <pc:docMk/>
          <pc:sldMk cId="2277428888" sldId="367"/>
        </pc:sldMkLst>
        <pc:spChg chg="mod">
          <ac:chgData name="鈴木 秀規" userId="f68c5fd9-22d5-4c0a-9833-7fb0f5135313" providerId="ADAL" clId="{9B0393DB-347A-4A9F-B4E7-8702A039FC28}" dt="2021-01-28T05:06:17.598" v="188"/>
          <ac:spMkLst>
            <pc:docMk/>
            <pc:sldMk cId="2277428888" sldId="367"/>
            <ac:spMk id="3" creationId="{F4D40F7E-BF5A-49FC-B84A-46C28E18D48C}"/>
          </ac:spMkLst>
        </pc:spChg>
        <pc:spChg chg="mod">
          <ac:chgData name="鈴木 秀規" userId="f68c5fd9-22d5-4c0a-9833-7fb0f5135313" providerId="ADAL" clId="{9B0393DB-347A-4A9F-B4E7-8702A039FC28}" dt="2021-01-28T05:06:45.544" v="193" actId="14100"/>
          <ac:spMkLst>
            <pc:docMk/>
            <pc:sldMk cId="2277428888" sldId="367"/>
            <ac:spMk id="5" creationId="{83ACA755-6F6F-4468-AD8F-3ADE2BF7686B}"/>
          </ac:spMkLst>
        </pc:spChg>
        <pc:spChg chg="add mod">
          <ac:chgData name="鈴木 秀規" userId="f68c5fd9-22d5-4c0a-9833-7fb0f5135313" providerId="ADAL" clId="{9B0393DB-347A-4A9F-B4E7-8702A039FC28}" dt="2021-01-28T05:19:37.794" v="212" actId="2085"/>
          <ac:spMkLst>
            <pc:docMk/>
            <pc:sldMk cId="2277428888" sldId="367"/>
            <ac:spMk id="6" creationId="{304B1092-F21F-4A89-8359-ED1CF43F7497}"/>
          </ac:spMkLst>
        </pc:spChg>
        <pc:spChg chg="add mod">
          <ac:chgData name="鈴木 秀規" userId="f68c5fd9-22d5-4c0a-9833-7fb0f5135313" providerId="ADAL" clId="{9B0393DB-347A-4A9F-B4E7-8702A039FC28}" dt="2021-01-28T05:07:41.189" v="211"/>
          <ac:spMkLst>
            <pc:docMk/>
            <pc:sldMk cId="2277428888" sldId="367"/>
            <ac:spMk id="7" creationId="{654B7DA0-0BEF-43D9-99C4-26FF7010CECE}"/>
          </ac:spMkLst>
        </pc:spChg>
      </pc:sldChg>
      <pc:sldChg chg="del">
        <pc:chgData name="鈴木 秀規" userId="f68c5fd9-22d5-4c0a-9833-7fb0f5135313" providerId="ADAL" clId="{9B0393DB-347A-4A9F-B4E7-8702A039FC28}" dt="2021-01-28T04:51:20.164" v="10" actId="2696"/>
        <pc:sldMkLst>
          <pc:docMk/>
          <pc:sldMk cId="2327445248" sldId="367"/>
        </pc:sldMkLst>
      </pc:sldChg>
      <pc:sldChg chg="del">
        <pc:chgData name="鈴木 秀規" userId="f68c5fd9-22d5-4c0a-9833-7fb0f5135313" providerId="ADAL" clId="{9B0393DB-347A-4A9F-B4E7-8702A039FC28}" dt="2021-01-28T04:51:20.164" v="10" actId="2696"/>
        <pc:sldMkLst>
          <pc:docMk/>
          <pc:sldMk cId="19046241" sldId="368"/>
        </pc:sldMkLst>
      </pc:sldChg>
      <pc:sldChg chg="modSp new mod">
        <pc:chgData name="鈴木 秀規" userId="f68c5fd9-22d5-4c0a-9833-7fb0f5135313" providerId="ADAL" clId="{9B0393DB-347A-4A9F-B4E7-8702A039FC28}" dt="2021-01-28T05:21:29.027" v="236" actId="207"/>
        <pc:sldMkLst>
          <pc:docMk/>
          <pc:sldMk cId="368796728" sldId="368"/>
        </pc:sldMkLst>
        <pc:spChg chg="mod">
          <ac:chgData name="鈴木 秀規" userId="f68c5fd9-22d5-4c0a-9833-7fb0f5135313" providerId="ADAL" clId="{9B0393DB-347A-4A9F-B4E7-8702A039FC28}" dt="2021-01-28T05:19:48.857" v="214"/>
          <ac:spMkLst>
            <pc:docMk/>
            <pc:sldMk cId="368796728" sldId="368"/>
            <ac:spMk id="3" creationId="{423015FA-2594-473F-99D6-29F327284BB3}"/>
          </ac:spMkLst>
        </pc:spChg>
        <pc:spChg chg="mod">
          <ac:chgData name="鈴木 秀規" userId="f68c5fd9-22d5-4c0a-9833-7fb0f5135313" providerId="ADAL" clId="{9B0393DB-347A-4A9F-B4E7-8702A039FC28}" dt="2021-01-28T05:21:29.027" v="236" actId="207"/>
          <ac:spMkLst>
            <pc:docMk/>
            <pc:sldMk cId="368796728" sldId="368"/>
            <ac:spMk id="5" creationId="{5A5501EC-5263-4AA3-AA87-5EACE2BF7266}"/>
          </ac:spMkLst>
        </pc:spChg>
      </pc:sldChg>
      <pc:sldChg chg="addSp delSp modSp new mod chgLayout">
        <pc:chgData name="鈴木 秀規" userId="f68c5fd9-22d5-4c0a-9833-7fb0f5135313" providerId="ADAL" clId="{9B0393DB-347A-4A9F-B4E7-8702A039FC28}" dt="2021-01-28T05:23:13.215" v="259"/>
        <pc:sldMkLst>
          <pc:docMk/>
          <pc:sldMk cId="1615278593" sldId="369"/>
        </pc:sldMkLst>
        <pc:spChg chg="mod ord">
          <ac:chgData name="鈴木 秀規" userId="f68c5fd9-22d5-4c0a-9833-7fb0f5135313" providerId="ADAL" clId="{9B0393DB-347A-4A9F-B4E7-8702A039FC28}" dt="2021-01-28T05:21:58.764" v="241" actId="6264"/>
          <ac:spMkLst>
            <pc:docMk/>
            <pc:sldMk cId="1615278593" sldId="369"/>
            <ac:spMk id="2" creationId="{9433DD62-7A8C-4CFE-8AC2-7DD38137F115}"/>
          </ac:spMkLst>
        </pc:spChg>
        <pc:spChg chg="del">
          <ac:chgData name="鈴木 秀規" userId="f68c5fd9-22d5-4c0a-9833-7fb0f5135313" providerId="ADAL" clId="{9B0393DB-347A-4A9F-B4E7-8702A039FC28}" dt="2021-01-28T05:21:58.764" v="241" actId="6264"/>
          <ac:spMkLst>
            <pc:docMk/>
            <pc:sldMk cId="1615278593" sldId="369"/>
            <ac:spMk id="3" creationId="{38A3A5D5-3A56-4113-B8DE-87E0688BE876}"/>
          </ac:spMkLst>
        </pc:spChg>
        <pc:spChg chg="mod ord">
          <ac:chgData name="鈴木 秀規" userId="f68c5fd9-22d5-4c0a-9833-7fb0f5135313" providerId="ADAL" clId="{9B0393DB-347A-4A9F-B4E7-8702A039FC28}" dt="2021-01-28T05:21:58.764" v="241" actId="6264"/>
          <ac:spMkLst>
            <pc:docMk/>
            <pc:sldMk cId="1615278593" sldId="369"/>
            <ac:spMk id="4" creationId="{D2BD8D33-EBF9-4FA2-9DD4-159B222B2985}"/>
          </ac:spMkLst>
        </pc:spChg>
        <pc:spChg chg="del">
          <ac:chgData name="鈴木 秀規" userId="f68c5fd9-22d5-4c0a-9833-7fb0f5135313" providerId="ADAL" clId="{9B0393DB-347A-4A9F-B4E7-8702A039FC28}" dt="2021-01-28T05:21:52.934" v="238" actId="478"/>
          <ac:spMkLst>
            <pc:docMk/>
            <pc:sldMk cId="1615278593" sldId="369"/>
            <ac:spMk id="5" creationId="{128A520A-8A7D-4FFC-83D7-B223155EDD37}"/>
          </ac:spMkLst>
        </pc:spChg>
        <pc:spChg chg="add mod">
          <ac:chgData name="鈴木 秀規" userId="f68c5fd9-22d5-4c0a-9833-7fb0f5135313" providerId="ADAL" clId="{9B0393DB-347A-4A9F-B4E7-8702A039FC28}" dt="2021-01-28T05:23:07.016" v="258" actId="1036"/>
          <ac:spMkLst>
            <pc:docMk/>
            <pc:sldMk cId="1615278593" sldId="369"/>
            <ac:spMk id="6" creationId="{127A02F7-9F3D-4997-A920-6D0C58DDAAD3}"/>
          </ac:spMkLst>
        </pc:spChg>
        <pc:spChg chg="add del mod">
          <ac:chgData name="鈴木 秀規" userId="f68c5fd9-22d5-4c0a-9833-7fb0f5135313" providerId="ADAL" clId="{9B0393DB-347A-4A9F-B4E7-8702A039FC28}" dt="2021-01-28T05:21:58.764" v="241" actId="6264"/>
          <ac:spMkLst>
            <pc:docMk/>
            <pc:sldMk cId="1615278593" sldId="369"/>
            <ac:spMk id="7" creationId="{3827181B-7915-4D2A-B511-642F2C2FA7A1}"/>
          </ac:spMkLst>
        </pc:spChg>
        <pc:spChg chg="add del mod">
          <ac:chgData name="鈴木 秀規" userId="f68c5fd9-22d5-4c0a-9833-7fb0f5135313" providerId="ADAL" clId="{9B0393DB-347A-4A9F-B4E7-8702A039FC28}" dt="2021-01-28T05:21:58.764" v="241" actId="6264"/>
          <ac:spMkLst>
            <pc:docMk/>
            <pc:sldMk cId="1615278593" sldId="369"/>
            <ac:spMk id="8" creationId="{F17E451F-2A53-4E11-A17D-82EFB9373581}"/>
          </ac:spMkLst>
        </pc:spChg>
        <pc:spChg chg="add mod ord">
          <ac:chgData name="鈴木 秀規" userId="f68c5fd9-22d5-4c0a-9833-7fb0f5135313" providerId="ADAL" clId="{9B0393DB-347A-4A9F-B4E7-8702A039FC28}" dt="2021-01-28T05:23:13.215" v="259"/>
          <ac:spMkLst>
            <pc:docMk/>
            <pc:sldMk cId="1615278593" sldId="369"/>
            <ac:spMk id="9" creationId="{11592967-7DDE-4124-B19A-FCBC8FABB99F}"/>
          </ac:spMkLst>
        </pc:spChg>
        <pc:spChg chg="add del mod ord">
          <ac:chgData name="鈴木 秀規" userId="f68c5fd9-22d5-4c0a-9833-7fb0f5135313" providerId="ADAL" clId="{9B0393DB-347A-4A9F-B4E7-8702A039FC28}" dt="2021-01-28T05:22:59.494" v="248" actId="478"/>
          <ac:spMkLst>
            <pc:docMk/>
            <pc:sldMk cId="1615278593" sldId="369"/>
            <ac:spMk id="10" creationId="{761B919C-2266-40E7-8C60-31E7E60F137F}"/>
          </ac:spMkLst>
        </pc:spChg>
      </pc:sldChg>
      <pc:sldChg chg="del">
        <pc:chgData name="鈴木 秀規" userId="f68c5fd9-22d5-4c0a-9833-7fb0f5135313" providerId="ADAL" clId="{9B0393DB-347A-4A9F-B4E7-8702A039FC28}" dt="2021-01-28T04:51:20.164" v="10" actId="2696"/>
        <pc:sldMkLst>
          <pc:docMk/>
          <pc:sldMk cId="1634234875" sldId="369"/>
        </pc:sldMkLst>
      </pc:sldChg>
      <pc:sldChg chg="addSp modSp new mod">
        <pc:chgData name="鈴木 秀規" userId="f68c5fd9-22d5-4c0a-9833-7fb0f5135313" providerId="ADAL" clId="{9B0393DB-347A-4A9F-B4E7-8702A039FC28}" dt="2021-01-28T05:25:07.804" v="285" actId="14100"/>
        <pc:sldMkLst>
          <pc:docMk/>
          <pc:sldMk cId="639239015" sldId="370"/>
        </pc:sldMkLst>
        <pc:spChg chg="mod">
          <ac:chgData name="鈴木 秀規" userId="f68c5fd9-22d5-4c0a-9833-7fb0f5135313" providerId="ADAL" clId="{9B0393DB-347A-4A9F-B4E7-8702A039FC28}" dt="2021-01-28T05:23:22.948" v="261"/>
          <ac:spMkLst>
            <pc:docMk/>
            <pc:sldMk cId="639239015" sldId="370"/>
            <ac:spMk id="3" creationId="{C9EC6F09-7653-42C3-BBE5-40F190F1C67A}"/>
          </ac:spMkLst>
        </pc:spChg>
        <pc:spChg chg="mod">
          <ac:chgData name="鈴木 秀規" userId="f68c5fd9-22d5-4c0a-9833-7fb0f5135313" providerId="ADAL" clId="{9B0393DB-347A-4A9F-B4E7-8702A039FC28}" dt="2021-01-28T05:23:46.416" v="267" actId="14100"/>
          <ac:spMkLst>
            <pc:docMk/>
            <pc:sldMk cId="639239015" sldId="370"/>
            <ac:spMk id="5" creationId="{CE50543B-A82D-497D-BEAA-547F139377A2}"/>
          </ac:spMkLst>
        </pc:spChg>
        <pc:spChg chg="add mod">
          <ac:chgData name="鈴木 秀規" userId="f68c5fd9-22d5-4c0a-9833-7fb0f5135313" providerId="ADAL" clId="{9B0393DB-347A-4A9F-B4E7-8702A039FC28}" dt="2021-01-28T05:24:08.135" v="271" actId="2711"/>
          <ac:spMkLst>
            <pc:docMk/>
            <pc:sldMk cId="639239015" sldId="370"/>
            <ac:spMk id="6" creationId="{BF4AD80A-FD4F-437D-B0C7-809E8E86D940}"/>
          </ac:spMkLst>
        </pc:spChg>
        <pc:spChg chg="add mod">
          <ac:chgData name="鈴木 秀規" userId="f68c5fd9-22d5-4c0a-9833-7fb0f5135313" providerId="ADAL" clId="{9B0393DB-347A-4A9F-B4E7-8702A039FC28}" dt="2021-01-28T05:24:36.603" v="279" actId="14100"/>
          <ac:spMkLst>
            <pc:docMk/>
            <pc:sldMk cId="639239015" sldId="370"/>
            <ac:spMk id="7" creationId="{8D29B555-57DF-4F83-AA2E-602EC828A2C9}"/>
          </ac:spMkLst>
        </pc:spChg>
        <pc:spChg chg="add mod">
          <ac:chgData name="鈴木 秀規" userId="f68c5fd9-22d5-4c0a-9833-7fb0f5135313" providerId="ADAL" clId="{9B0393DB-347A-4A9F-B4E7-8702A039FC28}" dt="2021-01-28T05:24:45.093" v="281" actId="1076"/>
          <ac:spMkLst>
            <pc:docMk/>
            <pc:sldMk cId="639239015" sldId="370"/>
            <ac:spMk id="8" creationId="{EDC1E394-233B-44A9-956D-D169F9071E77}"/>
          </ac:spMkLst>
        </pc:spChg>
        <pc:spChg chg="add mod">
          <ac:chgData name="鈴木 秀規" userId="f68c5fd9-22d5-4c0a-9833-7fb0f5135313" providerId="ADAL" clId="{9B0393DB-347A-4A9F-B4E7-8702A039FC28}" dt="2021-01-28T05:25:07.804" v="285" actId="14100"/>
          <ac:spMkLst>
            <pc:docMk/>
            <pc:sldMk cId="639239015" sldId="370"/>
            <ac:spMk id="9" creationId="{FABA8051-B368-40EA-AF26-4ECB616EBA61}"/>
          </ac:spMkLst>
        </pc:spChg>
      </pc:sldChg>
      <pc:sldChg chg="del">
        <pc:chgData name="鈴木 秀規" userId="f68c5fd9-22d5-4c0a-9833-7fb0f5135313" providerId="ADAL" clId="{9B0393DB-347A-4A9F-B4E7-8702A039FC28}" dt="2021-01-28T04:51:20.164" v="10" actId="2696"/>
        <pc:sldMkLst>
          <pc:docMk/>
          <pc:sldMk cId="1288993640" sldId="370"/>
        </pc:sldMkLst>
      </pc:sldChg>
      <pc:sldChg chg="del">
        <pc:chgData name="鈴木 秀規" userId="f68c5fd9-22d5-4c0a-9833-7fb0f5135313" providerId="ADAL" clId="{9B0393DB-347A-4A9F-B4E7-8702A039FC28}" dt="2021-01-28T04:51:20.164" v="10" actId="2696"/>
        <pc:sldMkLst>
          <pc:docMk/>
          <pc:sldMk cId="269703063" sldId="371"/>
        </pc:sldMkLst>
      </pc:sldChg>
      <pc:sldChg chg="addSp modSp new mod">
        <pc:chgData name="鈴木 秀規" userId="f68c5fd9-22d5-4c0a-9833-7fb0f5135313" providerId="ADAL" clId="{9B0393DB-347A-4A9F-B4E7-8702A039FC28}" dt="2021-01-28T05:30:41.993" v="295" actId="2711"/>
        <pc:sldMkLst>
          <pc:docMk/>
          <pc:sldMk cId="4233707676" sldId="371"/>
        </pc:sldMkLst>
        <pc:spChg chg="mod">
          <ac:chgData name="鈴木 秀規" userId="f68c5fd9-22d5-4c0a-9833-7fb0f5135313" providerId="ADAL" clId="{9B0393DB-347A-4A9F-B4E7-8702A039FC28}" dt="2021-01-28T05:28:11.111" v="287"/>
          <ac:spMkLst>
            <pc:docMk/>
            <pc:sldMk cId="4233707676" sldId="371"/>
            <ac:spMk id="3" creationId="{20A33C99-9C38-4DE0-B987-7B2C5A59FF33}"/>
          </ac:spMkLst>
        </pc:spChg>
        <pc:spChg chg="mod">
          <ac:chgData name="鈴木 秀規" userId="f68c5fd9-22d5-4c0a-9833-7fb0f5135313" providerId="ADAL" clId="{9B0393DB-347A-4A9F-B4E7-8702A039FC28}" dt="2021-01-28T05:28:20.053" v="289"/>
          <ac:spMkLst>
            <pc:docMk/>
            <pc:sldMk cId="4233707676" sldId="371"/>
            <ac:spMk id="5" creationId="{438D2864-DC71-4E65-A492-1FC808A35DCB}"/>
          </ac:spMkLst>
        </pc:spChg>
        <pc:spChg chg="add mod">
          <ac:chgData name="鈴木 秀規" userId="f68c5fd9-22d5-4c0a-9833-7fb0f5135313" providerId="ADAL" clId="{9B0393DB-347A-4A9F-B4E7-8702A039FC28}" dt="2021-01-28T05:30:41.993" v="295" actId="2711"/>
          <ac:spMkLst>
            <pc:docMk/>
            <pc:sldMk cId="4233707676" sldId="371"/>
            <ac:spMk id="6" creationId="{B8DC8423-2C24-4FEA-BE39-A8AE8D038FF5}"/>
          </ac:spMkLst>
        </pc:spChg>
      </pc:sldChg>
      <pc:sldChg chg="del">
        <pc:chgData name="鈴木 秀規" userId="f68c5fd9-22d5-4c0a-9833-7fb0f5135313" providerId="ADAL" clId="{9B0393DB-347A-4A9F-B4E7-8702A039FC28}" dt="2021-01-28T04:51:20.164" v="10" actId="2696"/>
        <pc:sldMkLst>
          <pc:docMk/>
          <pc:sldMk cId="2141290884" sldId="372"/>
        </pc:sldMkLst>
      </pc:sldChg>
      <pc:sldChg chg="addSp modSp new mod">
        <pc:chgData name="鈴木 秀規" userId="f68c5fd9-22d5-4c0a-9833-7fb0f5135313" providerId="ADAL" clId="{9B0393DB-347A-4A9F-B4E7-8702A039FC28}" dt="2021-01-28T05:33:30.819" v="332" actId="207"/>
        <pc:sldMkLst>
          <pc:docMk/>
          <pc:sldMk cId="2732402478" sldId="372"/>
        </pc:sldMkLst>
        <pc:spChg chg="mod">
          <ac:chgData name="鈴木 秀規" userId="f68c5fd9-22d5-4c0a-9833-7fb0f5135313" providerId="ADAL" clId="{9B0393DB-347A-4A9F-B4E7-8702A039FC28}" dt="2021-01-28T05:31:42.217" v="300"/>
          <ac:spMkLst>
            <pc:docMk/>
            <pc:sldMk cId="2732402478" sldId="372"/>
            <ac:spMk id="3" creationId="{8EB60EE0-6E0B-4672-8630-12AD7BA01C92}"/>
          </ac:spMkLst>
        </pc:spChg>
        <pc:spChg chg="mod">
          <ac:chgData name="鈴木 秀規" userId="f68c5fd9-22d5-4c0a-9833-7fb0f5135313" providerId="ADAL" clId="{9B0393DB-347A-4A9F-B4E7-8702A039FC28}" dt="2021-01-28T05:31:45.775" v="301" actId="14100"/>
          <ac:spMkLst>
            <pc:docMk/>
            <pc:sldMk cId="2732402478" sldId="372"/>
            <ac:spMk id="5" creationId="{521EF501-CA73-40D5-9A89-5BAACD557670}"/>
          </ac:spMkLst>
        </pc:spChg>
        <pc:spChg chg="add mod">
          <ac:chgData name="鈴木 秀規" userId="f68c5fd9-22d5-4c0a-9833-7fb0f5135313" providerId="ADAL" clId="{9B0393DB-347A-4A9F-B4E7-8702A039FC28}" dt="2021-01-28T05:32:05.654" v="307" actId="1036"/>
          <ac:spMkLst>
            <pc:docMk/>
            <pc:sldMk cId="2732402478" sldId="372"/>
            <ac:spMk id="6" creationId="{CD60F859-2F46-4C10-8424-168F2B67DC2C}"/>
          </ac:spMkLst>
        </pc:spChg>
        <pc:spChg chg="add mod">
          <ac:chgData name="鈴木 秀規" userId="f68c5fd9-22d5-4c0a-9833-7fb0f5135313" providerId="ADAL" clId="{9B0393DB-347A-4A9F-B4E7-8702A039FC28}" dt="2021-01-28T05:33:30.819" v="332" actId="207"/>
          <ac:spMkLst>
            <pc:docMk/>
            <pc:sldMk cId="2732402478" sldId="372"/>
            <ac:spMk id="7" creationId="{7B7BB61D-0F50-4679-841F-55D62302163F}"/>
          </ac:spMkLst>
        </pc:spChg>
      </pc:sldChg>
      <pc:sldChg chg="del">
        <pc:chgData name="鈴木 秀規" userId="f68c5fd9-22d5-4c0a-9833-7fb0f5135313" providerId="ADAL" clId="{9B0393DB-347A-4A9F-B4E7-8702A039FC28}" dt="2021-01-28T04:51:20.164" v="10" actId="2696"/>
        <pc:sldMkLst>
          <pc:docMk/>
          <pc:sldMk cId="1104417737" sldId="373"/>
        </pc:sldMkLst>
      </pc:sldChg>
      <pc:sldChg chg="addSp delSp modSp new mod">
        <pc:chgData name="鈴木 秀規" userId="f68c5fd9-22d5-4c0a-9833-7fb0f5135313" providerId="ADAL" clId="{9B0393DB-347A-4A9F-B4E7-8702A039FC28}" dt="2021-01-28T05:43:00.941" v="416" actId="14100"/>
        <pc:sldMkLst>
          <pc:docMk/>
          <pc:sldMk cId="1848207789" sldId="373"/>
        </pc:sldMkLst>
        <pc:spChg chg="mod">
          <ac:chgData name="鈴木 秀規" userId="f68c5fd9-22d5-4c0a-9833-7fb0f5135313" providerId="ADAL" clId="{9B0393DB-347A-4A9F-B4E7-8702A039FC28}" dt="2021-01-28T05:34:03.773" v="334"/>
          <ac:spMkLst>
            <pc:docMk/>
            <pc:sldMk cId="1848207789" sldId="373"/>
            <ac:spMk id="3" creationId="{2069719F-4DDB-48D6-8489-8ACA37F82E89}"/>
          </ac:spMkLst>
        </pc:spChg>
        <pc:spChg chg="mod">
          <ac:chgData name="鈴木 秀規" userId="f68c5fd9-22d5-4c0a-9833-7fb0f5135313" providerId="ADAL" clId="{9B0393DB-347A-4A9F-B4E7-8702A039FC28}" dt="2021-01-28T05:37:14.301" v="354" actId="14100"/>
          <ac:spMkLst>
            <pc:docMk/>
            <pc:sldMk cId="1848207789" sldId="373"/>
            <ac:spMk id="5" creationId="{654F77AB-9440-49CE-A489-16D42F5C01CB}"/>
          </ac:spMkLst>
        </pc:spChg>
        <pc:spChg chg="add del mod">
          <ac:chgData name="鈴木 秀規" userId="f68c5fd9-22d5-4c0a-9833-7fb0f5135313" providerId="ADAL" clId="{9B0393DB-347A-4A9F-B4E7-8702A039FC28}" dt="2021-01-28T05:39:18.960" v="365" actId="1076"/>
          <ac:spMkLst>
            <pc:docMk/>
            <pc:sldMk cId="1848207789" sldId="373"/>
            <ac:spMk id="6" creationId="{2592738B-6317-4652-B628-D04033029127}"/>
          </ac:spMkLst>
        </pc:spChg>
        <pc:spChg chg="add mod">
          <ac:chgData name="鈴木 秀規" userId="f68c5fd9-22d5-4c0a-9833-7fb0f5135313" providerId="ADAL" clId="{9B0393DB-347A-4A9F-B4E7-8702A039FC28}" dt="2021-01-28T05:37:30.033" v="359" actId="20577"/>
          <ac:spMkLst>
            <pc:docMk/>
            <pc:sldMk cId="1848207789" sldId="373"/>
            <ac:spMk id="7" creationId="{7D159354-FD3C-43D1-82EC-768FC77CD404}"/>
          </ac:spMkLst>
        </pc:spChg>
        <pc:spChg chg="add mod">
          <ac:chgData name="鈴木 秀規" userId="f68c5fd9-22d5-4c0a-9833-7fb0f5135313" providerId="ADAL" clId="{9B0393DB-347A-4A9F-B4E7-8702A039FC28}" dt="2021-01-28T05:39:41.186" v="369" actId="1582"/>
          <ac:spMkLst>
            <pc:docMk/>
            <pc:sldMk cId="1848207789" sldId="373"/>
            <ac:spMk id="8" creationId="{06FF66D7-3604-4305-9AC0-2078D6ECEA83}"/>
          </ac:spMkLst>
        </pc:spChg>
        <pc:spChg chg="add mod">
          <ac:chgData name="鈴木 秀規" userId="f68c5fd9-22d5-4c0a-9833-7fb0f5135313" providerId="ADAL" clId="{9B0393DB-347A-4A9F-B4E7-8702A039FC28}" dt="2021-01-28T05:40:35.002" v="379" actId="207"/>
          <ac:spMkLst>
            <pc:docMk/>
            <pc:sldMk cId="1848207789" sldId="373"/>
            <ac:spMk id="9" creationId="{C9C7744D-D0F8-45EB-8948-10EC2666EDE3}"/>
          </ac:spMkLst>
        </pc:spChg>
        <pc:spChg chg="add mod">
          <ac:chgData name="鈴木 秀規" userId="f68c5fd9-22d5-4c0a-9833-7fb0f5135313" providerId="ADAL" clId="{9B0393DB-347A-4A9F-B4E7-8702A039FC28}" dt="2021-01-28T05:43:00.941" v="416" actId="14100"/>
          <ac:spMkLst>
            <pc:docMk/>
            <pc:sldMk cId="1848207789" sldId="373"/>
            <ac:spMk id="10" creationId="{75ADB4EB-F938-4B2C-A73F-2E824CD27FCA}"/>
          </ac:spMkLst>
        </pc:spChg>
        <pc:spChg chg="add mod">
          <ac:chgData name="鈴木 秀規" userId="f68c5fd9-22d5-4c0a-9833-7fb0f5135313" providerId="ADAL" clId="{9B0393DB-347A-4A9F-B4E7-8702A039FC28}" dt="2021-01-28T05:40:01.038" v="374" actId="208"/>
          <ac:spMkLst>
            <pc:docMk/>
            <pc:sldMk cId="1848207789" sldId="373"/>
            <ac:spMk id="11" creationId="{D517944E-C9B2-489B-A736-2925B9FAE80E}"/>
          </ac:spMkLst>
        </pc:spChg>
        <pc:spChg chg="add mod">
          <ac:chgData name="鈴木 秀規" userId="f68c5fd9-22d5-4c0a-9833-7fb0f5135313" providerId="ADAL" clId="{9B0393DB-347A-4A9F-B4E7-8702A039FC28}" dt="2021-01-28T05:41:27.282" v="405" actId="1035"/>
          <ac:spMkLst>
            <pc:docMk/>
            <pc:sldMk cId="1848207789" sldId="373"/>
            <ac:spMk id="12" creationId="{39F8F0E7-1163-49B6-AA31-3CF4221F26FB}"/>
          </ac:spMkLst>
        </pc:spChg>
        <pc:spChg chg="add mod">
          <ac:chgData name="鈴木 秀規" userId="f68c5fd9-22d5-4c0a-9833-7fb0f5135313" providerId="ADAL" clId="{9B0393DB-347A-4A9F-B4E7-8702A039FC28}" dt="2021-01-28T05:41:35.663" v="409" actId="14100"/>
          <ac:spMkLst>
            <pc:docMk/>
            <pc:sldMk cId="1848207789" sldId="373"/>
            <ac:spMk id="13" creationId="{3C4838BC-C0ED-4EE0-96A0-DA3F1CC35971}"/>
          </ac:spMkLst>
        </pc:spChg>
      </pc:sldChg>
      <pc:sldChg chg="addSp modSp new mod">
        <pc:chgData name="鈴木 秀規" userId="f68c5fd9-22d5-4c0a-9833-7fb0f5135313" providerId="ADAL" clId="{9B0393DB-347A-4A9F-B4E7-8702A039FC28}" dt="2021-01-28T05:45:18.033" v="450" actId="1037"/>
        <pc:sldMkLst>
          <pc:docMk/>
          <pc:sldMk cId="949514721" sldId="374"/>
        </pc:sldMkLst>
        <pc:spChg chg="mod">
          <ac:chgData name="鈴木 秀規" userId="f68c5fd9-22d5-4c0a-9833-7fb0f5135313" providerId="ADAL" clId="{9B0393DB-347A-4A9F-B4E7-8702A039FC28}" dt="2021-01-28T05:43:29.956" v="418"/>
          <ac:spMkLst>
            <pc:docMk/>
            <pc:sldMk cId="949514721" sldId="374"/>
            <ac:spMk id="3" creationId="{13548677-7DFC-4950-88B2-3F7EB15C6CFA}"/>
          </ac:spMkLst>
        </pc:spChg>
        <pc:spChg chg="mod">
          <ac:chgData name="鈴木 秀規" userId="f68c5fd9-22d5-4c0a-9833-7fb0f5135313" providerId="ADAL" clId="{9B0393DB-347A-4A9F-B4E7-8702A039FC28}" dt="2021-01-28T05:43:48.929" v="423" actId="14100"/>
          <ac:spMkLst>
            <pc:docMk/>
            <pc:sldMk cId="949514721" sldId="374"/>
            <ac:spMk id="5" creationId="{181966A2-7F3A-4C15-89C7-D2D991809913}"/>
          </ac:spMkLst>
        </pc:spChg>
        <pc:spChg chg="add mod">
          <ac:chgData name="鈴木 秀規" userId="f68c5fd9-22d5-4c0a-9833-7fb0f5135313" providerId="ADAL" clId="{9B0393DB-347A-4A9F-B4E7-8702A039FC28}" dt="2021-01-28T05:45:18.033" v="450" actId="1037"/>
          <ac:spMkLst>
            <pc:docMk/>
            <pc:sldMk cId="949514721" sldId="374"/>
            <ac:spMk id="6" creationId="{D00F9652-38E5-46D9-8947-B25E6696BFD6}"/>
          </ac:spMkLst>
        </pc:spChg>
        <pc:spChg chg="add mod">
          <ac:chgData name="鈴木 秀規" userId="f68c5fd9-22d5-4c0a-9833-7fb0f5135313" providerId="ADAL" clId="{9B0393DB-347A-4A9F-B4E7-8702A039FC28}" dt="2021-01-28T05:45:18.033" v="450" actId="1037"/>
          <ac:spMkLst>
            <pc:docMk/>
            <pc:sldMk cId="949514721" sldId="374"/>
            <ac:spMk id="7" creationId="{660615A9-6D3A-4C8E-A258-BC369D0457EA}"/>
          </ac:spMkLst>
        </pc:spChg>
        <pc:spChg chg="add mod">
          <ac:chgData name="鈴木 秀規" userId="f68c5fd9-22d5-4c0a-9833-7fb0f5135313" providerId="ADAL" clId="{9B0393DB-347A-4A9F-B4E7-8702A039FC28}" dt="2021-01-28T05:45:18.033" v="450" actId="1037"/>
          <ac:spMkLst>
            <pc:docMk/>
            <pc:sldMk cId="949514721" sldId="374"/>
            <ac:spMk id="8" creationId="{37E65F5F-B2ED-44F9-A58C-90A04A206ACC}"/>
          </ac:spMkLst>
        </pc:spChg>
        <pc:spChg chg="add mod">
          <ac:chgData name="鈴木 秀規" userId="f68c5fd9-22d5-4c0a-9833-7fb0f5135313" providerId="ADAL" clId="{9B0393DB-347A-4A9F-B4E7-8702A039FC28}" dt="2021-01-28T05:45:18.033" v="450" actId="1037"/>
          <ac:spMkLst>
            <pc:docMk/>
            <pc:sldMk cId="949514721" sldId="374"/>
            <ac:spMk id="9" creationId="{50F10E35-DAB9-4C62-9244-349A0388724B}"/>
          </ac:spMkLst>
        </pc:spChg>
        <pc:spChg chg="add mod">
          <ac:chgData name="鈴木 秀規" userId="f68c5fd9-22d5-4c0a-9833-7fb0f5135313" providerId="ADAL" clId="{9B0393DB-347A-4A9F-B4E7-8702A039FC28}" dt="2021-01-28T05:45:18.033" v="450" actId="1037"/>
          <ac:spMkLst>
            <pc:docMk/>
            <pc:sldMk cId="949514721" sldId="374"/>
            <ac:spMk id="10" creationId="{500720B9-EB4D-4F1A-969D-A6511BC904E3}"/>
          </ac:spMkLst>
        </pc:spChg>
        <pc:spChg chg="add mod">
          <ac:chgData name="鈴木 秀規" userId="f68c5fd9-22d5-4c0a-9833-7fb0f5135313" providerId="ADAL" clId="{9B0393DB-347A-4A9F-B4E7-8702A039FC28}" dt="2021-01-28T05:45:18.033" v="450" actId="1037"/>
          <ac:spMkLst>
            <pc:docMk/>
            <pc:sldMk cId="949514721" sldId="374"/>
            <ac:spMk id="11" creationId="{0C58485A-3252-49BB-840C-4F7FD0CB006F}"/>
          </ac:spMkLst>
        </pc:spChg>
      </pc:sldChg>
      <pc:sldChg chg="del">
        <pc:chgData name="鈴木 秀規" userId="f68c5fd9-22d5-4c0a-9833-7fb0f5135313" providerId="ADAL" clId="{9B0393DB-347A-4A9F-B4E7-8702A039FC28}" dt="2021-01-28T04:51:20.164" v="10" actId="2696"/>
        <pc:sldMkLst>
          <pc:docMk/>
          <pc:sldMk cId="3417266570" sldId="374"/>
        </pc:sldMkLst>
      </pc:sldChg>
      <pc:sldChg chg="addSp modSp new mod">
        <pc:chgData name="鈴木 秀規" userId="f68c5fd9-22d5-4c0a-9833-7fb0f5135313" providerId="ADAL" clId="{9B0393DB-347A-4A9F-B4E7-8702A039FC28}" dt="2021-01-28T05:46:54.041" v="484" actId="20577"/>
        <pc:sldMkLst>
          <pc:docMk/>
          <pc:sldMk cId="420561561" sldId="375"/>
        </pc:sldMkLst>
        <pc:spChg chg="mod">
          <ac:chgData name="鈴木 秀規" userId="f68c5fd9-22d5-4c0a-9833-7fb0f5135313" providerId="ADAL" clId="{9B0393DB-347A-4A9F-B4E7-8702A039FC28}" dt="2021-01-28T05:45:45.590" v="452"/>
          <ac:spMkLst>
            <pc:docMk/>
            <pc:sldMk cId="420561561" sldId="375"/>
            <ac:spMk id="3" creationId="{A52AE433-6D32-494D-8565-056C80102D71}"/>
          </ac:spMkLst>
        </pc:spChg>
        <pc:spChg chg="mod">
          <ac:chgData name="鈴木 秀規" userId="f68c5fd9-22d5-4c0a-9833-7fb0f5135313" providerId="ADAL" clId="{9B0393DB-347A-4A9F-B4E7-8702A039FC28}" dt="2021-01-28T05:45:56.738" v="456" actId="14100"/>
          <ac:spMkLst>
            <pc:docMk/>
            <pc:sldMk cId="420561561" sldId="375"/>
            <ac:spMk id="5" creationId="{3CFF5DA0-C45B-43CB-A680-F23FC9717317}"/>
          </ac:spMkLst>
        </pc:spChg>
        <pc:spChg chg="add mod">
          <ac:chgData name="鈴木 秀規" userId="f68c5fd9-22d5-4c0a-9833-7fb0f5135313" providerId="ADAL" clId="{9B0393DB-347A-4A9F-B4E7-8702A039FC28}" dt="2021-01-28T05:46:54.041" v="484" actId="20577"/>
          <ac:spMkLst>
            <pc:docMk/>
            <pc:sldMk cId="420561561" sldId="375"/>
            <ac:spMk id="6" creationId="{9F87B1AC-1610-4046-839F-830C4C2A1864}"/>
          </ac:spMkLst>
        </pc:spChg>
      </pc:sldChg>
      <pc:sldChg chg="del">
        <pc:chgData name="鈴木 秀規" userId="f68c5fd9-22d5-4c0a-9833-7fb0f5135313" providerId="ADAL" clId="{9B0393DB-347A-4A9F-B4E7-8702A039FC28}" dt="2021-01-28T04:51:20.164" v="10" actId="2696"/>
        <pc:sldMkLst>
          <pc:docMk/>
          <pc:sldMk cId="3525173344" sldId="375"/>
        </pc:sldMkLst>
      </pc:sldChg>
      <pc:sldChg chg="modSp new mod">
        <pc:chgData name="鈴木 秀規" userId="f68c5fd9-22d5-4c0a-9833-7fb0f5135313" providerId="ADAL" clId="{9B0393DB-347A-4A9F-B4E7-8702A039FC28}" dt="2021-01-28T05:48:30.378" v="507" actId="207"/>
        <pc:sldMkLst>
          <pc:docMk/>
          <pc:sldMk cId="1996051249" sldId="376"/>
        </pc:sldMkLst>
        <pc:spChg chg="mod">
          <ac:chgData name="鈴木 秀規" userId="f68c5fd9-22d5-4c0a-9833-7fb0f5135313" providerId="ADAL" clId="{9B0393DB-347A-4A9F-B4E7-8702A039FC28}" dt="2021-01-28T05:47:07.004" v="486"/>
          <ac:spMkLst>
            <pc:docMk/>
            <pc:sldMk cId="1996051249" sldId="376"/>
            <ac:spMk id="3" creationId="{81181DD9-F9F3-48EA-8547-EA83621209D1}"/>
          </ac:spMkLst>
        </pc:spChg>
        <pc:spChg chg="mod">
          <ac:chgData name="鈴木 秀規" userId="f68c5fd9-22d5-4c0a-9833-7fb0f5135313" providerId="ADAL" clId="{9B0393DB-347A-4A9F-B4E7-8702A039FC28}" dt="2021-01-28T05:48:30.378" v="507" actId="207"/>
          <ac:spMkLst>
            <pc:docMk/>
            <pc:sldMk cId="1996051249" sldId="376"/>
            <ac:spMk id="5" creationId="{138E593E-FC57-4B56-AAA4-914B0C773AAB}"/>
          </ac:spMkLst>
        </pc:spChg>
      </pc:sldChg>
      <pc:sldChg chg="del">
        <pc:chgData name="鈴木 秀規" userId="f68c5fd9-22d5-4c0a-9833-7fb0f5135313" providerId="ADAL" clId="{9B0393DB-347A-4A9F-B4E7-8702A039FC28}" dt="2021-01-28T04:51:20.164" v="10" actId="2696"/>
        <pc:sldMkLst>
          <pc:docMk/>
          <pc:sldMk cId="3171014613" sldId="376"/>
        </pc:sldMkLst>
      </pc:sldChg>
      <pc:sldChg chg="del">
        <pc:chgData name="鈴木 秀規" userId="f68c5fd9-22d5-4c0a-9833-7fb0f5135313" providerId="ADAL" clId="{9B0393DB-347A-4A9F-B4E7-8702A039FC28}" dt="2021-01-28T04:51:20.164" v="10" actId="2696"/>
        <pc:sldMkLst>
          <pc:docMk/>
          <pc:sldMk cId="2808150330" sldId="377"/>
        </pc:sldMkLst>
      </pc:sldChg>
      <pc:sldChg chg="addSp modSp new mod">
        <pc:chgData name="鈴木 秀規" userId="f68c5fd9-22d5-4c0a-9833-7fb0f5135313" providerId="ADAL" clId="{9B0393DB-347A-4A9F-B4E7-8702A039FC28}" dt="2021-01-28T05:52:50.186" v="616" actId="1036"/>
        <pc:sldMkLst>
          <pc:docMk/>
          <pc:sldMk cId="3493943848" sldId="377"/>
        </pc:sldMkLst>
        <pc:spChg chg="mod">
          <ac:chgData name="鈴木 秀規" userId="f68c5fd9-22d5-4c0a-9833-7fb0f5135313" providerId="ADAL" clId="{9B0393DB-347A-4A9F-B4E7-8702A039FC28}" dt="2021-01-28T05:49:29.731" v="509"/>
          <ac:spMkLst>
            <pc:docMk/>
            <pc:sldMk cId="3493943848" sldId="377"/>
            <ac:spMk id="3" creationId="{27CED232-2F0E-4AC5-AACA-7354D39E6E02}"/>
          </ac:spMkLst>
        </pc:spChg>
        <pc:spChg chg="mod">
          <ac:chgData name="鈴木 秀規" userId="f68c5fd9-22d5-4c0a-9833-7fb0f5135313" providerId="ADAL" clId="{9B0393DB-347A-4A9F-B4E7-8702A039FC28}" dt="2021-01-28T05:52:43.387" v="603" actId="20577"/>
          <ac:spMkLst>
            <pc:docMk/>
            <pc:sldMk cId="3493943848" sldId="377"/>
            <ac:spMk id="5" creationId="{5721FB2D-915B-43F4-8F83-9DE023101BAF}"/>
          </ac:spMkLst>
        </pc:spChg>
        <pc:spChg chg="add mod">
          <ac:chgData name="鈴木 秀規" userId="f68c5fd9-22d5-4c0a-9833-7fb0f5135313" providerId="ADAL" clId="{9B0393DB-347A-4A9F-B4E7-8702A039FC28}" dt="2021-01-28T05:52:50.186" v="616" actId="1036"/>
          <ac:spMkLst>
            <pc:docMk/>
            <pc:sldMk cId="3493943848" sldId="377"/>
            <ac:spMk id="7" creationId="{9DAF715E-0759-4D07-A029-7533A634CF8D}"/>
          </ac:spMkLst>
        </pc:spChg>
        <pc:spChg chg="add mod">
          <ac:chgData name="鈴木 秀規" userId="f68c5fd9-22d5-4c0a-9833-7fb0f5135313" providerId="ADAL" clId="{9B0393DB-347A-4A9F-B4E7-8702A039FC28}" dt="2021-01-28T05:52:50.186" v="616" actId="1036"/>
          <ac:spMkLst>
            <pc:docMk/>
            <pc:sldMk cId="3493943848" sldId="377"/>
            <ac:spMk id="8" creationId="{A0A054C7-6799-457D-8282-3C2B19B3C4BE}"/>
          </ac:spMkLst>
        </pc:spChg>
        <pc:spChg chg="add mod">
          <ac:chgData name="鈴木 秀規" userId="f68c5fd9-22d5-4c0a-9833-7fb0f5135313" providerId="ADAL" clId="{9B0393DB-347A-4A9F-B4E7-8702A039FC28}" dt="2021-01-28T05:52:50.186" v="616" actId="1036"/>
          <ac:spMkLst>
            <pc:docMk/>
            <pc:sldMk cId="3493943848" sldId="377"/>
            <ac:spMk id="9" creationId="{7481DEE5-38C2-4615-B957-C1B1F6FE03F4}"/>
          </ac:spMkLst>
        </pc:spChg>
        <pc:spChg chg="add mod">
          <ac:chgData name="鈴木 秀規" userId="f68c5fd9-22d5-4c0a-9833-7fb0f5135313" providerId="ADAL" clId="{9B0393DB-347A-4A9F-B4E7-8702A039FC28}" dt="2021-01-28T05:52:50.186" v="616" actId="1036"/>
          <ac:spMkLst>
            <pc:docMk/>
            <pc:sldMk cId="3493943848" sldId="377"/>
            <ac:spMk id="10" creationId="{7BA5B70C-264B-43A5-A407-6DB54206A579}"/>
          </ac:spMkLst>
        </pc:spChg>
        <pc:spChg chg="add mod">
          <ac:chgData name="鈴木 秀規" userId="f68c5fd9-22d5-4c0a-9833-7fb0f5135313" providerId="ADAL" clId="{9B0393DB-347A-4A9F-B4E7-8702A039FC28}" dt="2021-01-28T05:52:50.186" v="616" actId="1036"/>
          <ac:spMkLst>
            <pc:docMk/>
            <pc:sldMk cId="3493943848" sldId="377"/>
            <ac:spMk id="11" creationId="{BD137E96-EF42-4029-B384-70836B6511AA}"/>
          </ac:spMkLst>
        </pc:spChg>
        <pc:spChg chg="add mod">
          <ac:chgData name="鈴木 秀規" userId="f68c5fd9-22d5-4c0a-9833-7fb0f5135313" providerId="ADAL" clId="{9B0393DB-347A-4A9F-B4E7-8702A039FC28}" dt="2021-01-28T05:52:50.186" v="616" actId="1036"/>
          <ac:spMkLst>
            <pc:docMk/>
            <pc:sldMk cId="3493943848" sldId="377"/>
            <ac:spMk id="12" creationId="{8979F5E2-A1A2-46B9-B10E-56EB42A2BF79}"/>
          </ac:spMkLst>
        </pc:spChg>
        <pc:graphicFrameChg chg="add mod modGraphic">
          <ac:chgData name="鈴木 秀規" userId="f68c5fd9-22d5-4c0a-9833-7fb0f5135313" providerId="ADAL" clId="{9B0393DB-347A-4A9F-B4E7-8702A039FC28}" dt="2021-01-28T05:51:13.685" v="590" actId="207"/>
          <ac:graphicFrameMkLst>
            <pc:docMk/>
            <pc:sldMk cId="3493943848" sldId="377"/>
            <ac:graphicFrameMk id="6" creationId="{7371300C-BF9D-4535-90BF-ED16098D1DCF}"/>
          </ac:graphicFrameMkLst>
        </pc:graphicFrameChg>
      </pc:sldChg>
      <pc:sldChg chg="del">
        <pc:chgData name="鈴木 秀規" userId="f68c5fd9-22d5-4c0a-9833-7fb0f5135313" providerId="ADAL" clId="{9B0393DB-347A-4A9F-B4E7-8702A039FC28}" dt="2021-01-28T04:51:20.164" v="10" actId="2696"/>
        <pc:sldMkLst>
          <pc:docMk/>
          <pc:sldMk cId="406741734" sldId="378"/>
        </pc:sldMkLst>
      </pc:sldChg>
      <pc:sldChg chg="addSp modSp new mod">
        <pc:chgData name="鈴木 秀規" userId="f68c5fd9-22d5-4c0a-9833-7fb0f5135313" providerId="ADAL" clId="{9B0393DB-347A-4A9F-B4E7-8702A039FC28}" dt="2021-01-28T05:57:49.640" v="691" actId="14100"/>
        <pc:sldMkLst>
          <pc:docMk/>
          <pc:sldMk cId="3488235805" sldId="378"/>
        </pc:sldMkLst>
        <pc:spChg chg="mod">
          <ac:chgData name="鈴木 秀規" userId="f68c5fd9-22d5-4c0a-9833-7fb0f5135313" providerId="ADAL" clId="{9B0393DB-347A-4A9F-B4E7-8702A039FC28}" dt="2021-01-28T05:53:09.067" v="618"/>
          <ac:spMkLst>
            <pc:docMk/>
            <pc:sldMk cId="3488235805" sldId="378"/>
            <ac:spMk id="3" creationId="{D4D5C0EC-748A-426B-8FCF-C2D5AB8B32BA}"/>
          </ac:spMkLst>
        </pc:spChg>
        <pc:spChg chg="mod">
          <ac:chgData name="鈴木 秀規" userId="f68c5fd9-22d5-4c0a-9833-7fb0f5135313" providerId="ADAL" clId="{9B0393DB-347A-4A9F-B4E7-8702A039FC28}" dt="2021-01-28T05:53:23.082" v="623" actId="14100"/>
          <ac:spMkLst>
            <pc:docMk/>
            <pc:sldMk cId="3488235805" sldId="378"/>
            <ac:spMk id="5" creationId="{5C399C6B-F89A-4BA5-9518-44E98CEB73F0}"/>
          </ac:spMkLst>
        </pc:spChg>
        <pc:spChg chg="add mod">
          <ac:chgData name="鈴木 秀規" userId="f68c5fd9-22d5-4c0a-9833-7fb0f5135313" providerId="ADAL" clId="{9B0393DB-347A-4A9F-B4E7-8702A039FC28}" dt="2021-01-28T05:56:31.196" v="678" actId="207"/>
          <ac:spMkLst>
            <pc:docMk/>
            <pc:sldMk cId="3488235805" sldId="378"/>
            <ac:spMk id="6" creationId="{5A255AAD-514A-4D7F-A9DD-4AD585D198AC}"/>
          </ac:spMkLst>
        </pc:spChg>
        <pc:spChg chg="add mod">
          <ac:chgData name="鈴木 秀規" userId="f68c5fd9-22d5-4c0a-9833-7fb0f5135313" providerId="ADAL" clId="{9B0393DB-347A-4A9F-B4E7-8702A039FC28}" dt="2021-01-28T05:54:08.911" v="633" actId="207"/>
          <ac:spMkLst>
            <pc:docMk/>
            <pc:sldMk cId="3488235805" sldId="378"/>
            <ac:spMk id="7" creationId="{5A5A3B78-0EE3-47CF-AFFA-A69BDB243A91}"/>
          </ac:spMkLst>
        </pc:spChg>
        <pc:spChg chg="add mod">
          <ac:chgData name="鈴木 秀規" userId="f68c5fd9-22d5-4c0a-9833-7fb0f5135313" providerId="ADAL" clId="{9B0393DB-347A-4A9F-B4E7-8702A039FC28}" dt="2021-01-28T05:55:32.590" v="662" actId="1076"/>
          <ac:spMkLst>
            <pc:docMk/>
            <pc:sldMk cId="3488235805" sldId="378"/>
            <ac:spMk id="8" creationId="{FA8C3B07-2B2A-42ED-8F71-D7BAFCB2C873}"/>
          </ac:spMkLst>
        </pc:spChg>
        <pc:spChg chg="add mod">
          <ac:chgData name="鈴木 秀規" userId="f68c5fd9-22d5-4c0a-9833-7fb0f5135313" providerId="ADAL" clId="{9B0393DB-347A-4A9F-B4E7-8702A039FC28}" dt="2021-01-28T05:54:54.760" v="651" actId="14100"/>
          <ac:spMkLst>
            <pc:docMk/>
            <pc:sldMk cId="3488235805" sldId="378"/>
            <ac:spMk id="9" creationId="{96BAB4BD-0FB1-4ADC-941C-AFD1BDF9FEBD}"/>
          </ac:spMkLst>
        </pc:spChg>
        <pc:spChg chg="add mod">
          <ac:chgData name="鈴木 秀規" userId="f68c5fd9-22d5-4c0a-9833-7fb0f5135313" providerId="ADAL" clId="{9B0393DB-347A-4A9F-B4E7-8702A039FC28}" dt="2021-01-28T05:56:23.096" v="676" actId="14100"/>
          <ac:spMkLst>
            <pc:docMk/>
            <pc:sldMk cId="3488235805" sldId="378"/>
            <ac:spMk id="10" creationId="{C1A7A43E-89B4-48E9-B463-20423AB25B1F}"/>
          </ac:spMkLst>
        </pc:spChg>
        <pc:spChg chg="add mod">
          <ac:chgData name="鈴木 秀規" userId="f68c5fd9-22d5-4c0a-9833-7fb0f5135313" providerId="ADAL" clId="{9B0393DB-347A-4A9F-B4E7-8702A039FC28}" dt="2021-01-28T05:57:49.640" v="691" actId="14100"/>
          <ac:spMkLst>
            <pc:docMk/>
            <pc:sldMk cId="3488235805" sldId="378"/>
            <ac:spMk id="11" creationId="{41938E68-145B-4FE8-9F7E-355B72C8067A}"/>
          </ac:spMkLst>
        </pc:spChg>
      </pc:sldChg>
      <pc:sldChg chg="del">
        <pc:chgData name="鈴木 秀規" userId="f68c5fd9-22d5-4c0a-9833-7fb0f5135313" providerId="ADAL" clId="{9B0393DB-347A-4A9F-B4E7-8702A039FC28}" dt="2021-01-28T04:51:20.164" v="10" actId="2696"/>
        <pc:sldMkLst>
          <pc:docMk/>
          <pc:sldMk cId="449625136" sldId="379"/>
        </pc:sldMkLst>
      </pc:sldChg>
      <pc:sldChg chg="modSp new mod">
        <pc:chgData name="鈴木 秀規" userId="f68c5fd9-22d5-4c0a-9833-7fb0f5135313" providerId="ADAL" clId="{9B0393DB-347A-4A9F-B4E7-8702A039FC28}" dt="2021-01-28T05:59:59.340" v="723" actId="20577"/>
        <pc:sldMkLst>
          <pc:docMk/>
          <pc:sldMk cId="2796318075" sldId="379"/>
        </pc:sldMkLst>
        <pc:spChg chg="mod">
          <ac:chgData name="鈴木 秀規" userId="f68c5fd9-22d5-4c0a-9833-7fb0f5135313" providerId="ADAL" clId="{9B0393DB-347A-4A9F-B4E7-8702A039FC28}" dt="2021-01-28T05:58:11.626" v="693"/>
          <ac:spMkLst>
            <pc:docMk/>
            <pc:sldMk cId="2796318075" sldId="379"/>
            <ac:spMk id="3" creationId="{A8E3964F-E0EF-4FFC-8EBD-80EB66046BB4}"/>
          </ac:spMkLst>
        </pc:spChg>
        <pc:spChg chg="mod">
          <ac:chgData name="鈴木 秀規" userId="f68c5fd9-22d5-4c0a-9833-7fb0f5135313" providerId="ADAL" clId="{9B0393DB-347A-4A9F-B4E7-8702A039FC28}" dt="2021-01-28T05:59:59.340" v="723" actId="20577"/>
          <ac:spMkLst>
            <pc:docMk/>
            <pc:sldMk cId="2796318075" sldId="379"/>
            <ac:spMk id="5" creationId="{F65EA276-CB98-4E31-BEA6-CDEA12439F93}"/>
          </ac:spMkLst>
        </pc:spChg>
      </pc:sldChg>
      <pc:sldChg chg="del">
        <pc:chgData name="鈴木 秀規" userId="f68c5fd9-22d5-4c0a-9833-7fb0f5135313" providerId="ADAL" clId="{9B0393DB-347A-4A9F-B4E7-8702A039FC28}" dt="2021-01-28T04:51:20.164" v="10" actId="2696"/>
        <pc:sldMkLst>
          <pc:docMk/>
          <pc:sldMk cId="1911761034" sldId="380"/>
        </pc:sldMkLst>
      </pc:sldChg>
      <pc:sldChg chg="addSp modSp new mod">
        <pc:chgData name="鈴木 秀規" userId="f68c5fd9-22d5-4c0a-9833-7fb0f5135313" providerId="ADAL" clId="{9B0393DB-347A-4A9F-B4E7-8702A039FC28}" dt="2021-01-28T06:03:48" v="784" actId="208"/>
        <pc:sldMkLst>
          <pc:docMk/>
          <pc:sldMk cId="3487842613" sldId="380"/>
        </pc:sldMkLst>
        <pc:spChg chg="mod">
          <ac:chgData name="鈴木 秀規" userId="f68c5fd9-22d5-4c0a-9833-7fb0f5135313" providerId="ADAL" clId="{9B0393DB-347A-4A9F-B4E7-8702A039FC28}" dt="2021-01-28T06:00:53.222" v="729"/>
          <ac:spMkLst>
            <pc:docMk/>
            <pc:sldMk cId="3487842613" sldId="380"/>
            <ac:spMk id="3" creationId="{EA6E2194-B0F9-42A6-8C40-9ACB32D82E50}"/>
          </ac:spMkLst>
        </pc:spChg>
        <pc:spChg chg="mod">
          <ac:chgData name="鈴木 秀規" userId="f68c5fd9-22d5-4c0a-9833-7fb0f5135313" providerId="ADAL" clId="{9B0393DB-347A-4A9F-B4E7-8702A039FC28}" dt="2021-01-28T06:00:28.017" v="727" actId="20577"/>
          <ac:spMkLst>
            <pc:docMk/>
            <pc:sldMk cId="3487842613" sldId="380"/>
            <ac:spMk id="5" creationId="{83D26C3F-3B73-4BED-A14F-B89A850D63CC}"/>
          </ac:spMkLst>
        </pc:spChg>
        <pc:spChg chg="add mod">
          <ac:chgData name="鈴木 秀規" userId="f68c5fd9-22d5-4c0a-9833-7fb0f5135313" providerId="ADAL" clId="{9B0393DB-347A-4A9F-B4E7-8702A039FC28}" dt="2021-01-28T06:02:42.681" v="776" actId="313"/>
          <ac:spMkLst>
            <pc:docMk/>
            <pc:sldMk cId="3487842613" sldId="380"/>
            <ac:spMk id="6" creationId="{FEC86CCF-52B7-4B99-B475-BF74CC017D2B}"/>
          </ac:spMkLst>
        </pc:spChg>
        <pc:spChg chg="add mod">
          <ac:chgData name="鈴木 秀規" userId="f68c5fd9-22d5-4c0a-9833-7fb0f5135313" providerId="ADAL" clId="{9B0393DB-347A-4A9F-B4E7-8702A039FC28}" dt="2021-01-28T06:02:31.568" v="774" actId="14100"/>
          <ac:spMkLst>
            <pc:docMk/>
            <pc:sldMk cId="3487842613" sldId="380"/>
            <ac:spMk id="7" creationId="{C56B9F5F-B953-4159-A53C-F447986A5F93}"/>
          </ac:spMkLst>
        </pc:spChg>
        <pc:spChg chg="add mod">
          <ac:chgData name="鈴木 秀規" userId="f68c5fd9-22d5-4c0a-9833-7fb0f5135313" providerId="ADAL" clId="{9B0393DB-347A-4A9F-B4E7-8702A039FC28}" dt="2021-01-28T06:03:48" v="784" actId="208"/>
          <ac:spMkLst>
            <pc:docMk/>
            <pc:sldMk cId="3487842613" sldId="380"/>
            <ac:spMk id="8" creationId="{CB2EA837-25DB-4E3B-A49B-0989AF006CB4}"/>
          </ac:spMkLst>
        </pc:spChg>
      </pc:sldChg>
      <pc:sldChg chg="modSp new mod">
        <pc:chgData name="鈴木 秀規" userId="f68c5fd9-22d5-4c0a-9833-7fb0f5135313" providerId="ADAL" clId="{9B0393DB-347A-4A9F-B4E7-8702A039FC28}" dt="2021-01-28T06:07:15.883" v="806" actId="207"/>
        <pc:sldMkLst>
          <pc:docMk/>
          <pc:sldMk cId="1329678765" sldId="381"/>
        </pc:sldMkLst>
        <pc:spChg chg="mod">
          <ac:chgData name="鈴木 秀規" userId="f68c5fd9-22d5-4c0a-9833-7fb0f5135313" providerId="ADAL" clId="{9B0393DB-347A-4A9F-B4E7-8702A039FC28}" dt="2021-01-28T06:05:02.602" v="786"/>
          <ac:spMkLst>
            <pc:docMk/>
            <pc:sldMk cId="1329678765" sldId="381"/>
            <ac:spMk id="3" creationId="{7F0D9EE6-7E66-441D-88C2-85B5C043CC56}"/>
          </ac:spMkLst>
        </pc:spChg>
        <pc:spChg chg="mod">
          <ac:chgData name="鈴木 秀規" userId="f68c5fd9-22d5-4c0a-9833-7fb0f5135313" providerId="ADAL" clId="{9B0393DB-347A-4A9F-B4E7-8702A039FC28}" dt="2021-01-28T06:07:15.883" v="806" actId="207"/>
          <ac:spMkLst>
            <pc:docMk/>
            <pc:sldMk cId="1329678765" sldId="381"/>
            <ac:spMk id="5" creationId="{54CF1E0F-77F3-4D34-B80C-F23ED44BB1B5}"/>
          </ac:spMkLst>
        </pc:spChg>
      </pc:sldChg>
      <pc:sldChg chg="del">
        <pc:chgData name="鈴木 秀規" userId="f68c5fd9-22d5-4c0a-9833-7fb0f5135313" providerId="ADAL" clId="{9B0393DB-347A-4A9F-B4E7-8702A039FC28}" dt="2021-01-28T04:51:20.164" v="10" actId="2696"/>
        <pc:sldMkLst>
          <pc:docMk/>
          <pc:sldMk cId="2111497926" sldId="381"/>
        </pc:sldMkLst>
      </pc:sldChg>
      <pc:sldChg chg="modSp new mod">
        <pc:chgData name="鈴木 秀規" userId="f68c5fd9-22d5-4c0a-9833-7fb0f5135313" providerId="ADAL" clId="{9B0393DB-347A-4A9F-B4E7-8702A039FC28}" dt="2021-01-28T06:08:48.318" v="827" actId="207"/>
        <pc:sldMkLst>
          <pc:docMk/>
          <pc:sldMk cId="1241536557" sldId="382"/>
        </pc:sldMkLst>
        <pc:spChg chg="mod">
          <ac:chgData name="鈴木 秀規" userId="f68c5fd9-22d5-4c0a-9833-7fb0f5135313" providerId="ADAL" clId="{9B0393DB-347A-4A9F-B4E7-8702A039FC28}" dt="2021-01-28T06:07:35.948" v="808"/>
          <ac:spMkLst>
            <pc:docMk/>
            <pc:sldMk cId="1241536557" sldId="382"/>
            <ac:spMk id="3" creationId="{5D82300F-0A26-44EC-AE4C-303BAF968E6E}"/>
          </ac:spMkLst>
        </pc:spChg>
        <pc:spChg chg="mod">
          <ac:chgData name="鈴木 秀規" userId="f68c5fd9-22d5-4c0a-9833-7fb0f5135313" providerId="ADAL" clId="{9B0393DB-347A-4A9F-B4E7-8702A039FC28}" dt="2021-01-28T06:08:48.318" v="827" actId="207"/>
          <ac:spMkLst>
            <pc:docMk/>
            <pc:sldMk cId="1241536557" sldId="382"/>
            <ac:spMk id="5" creationId="{98249769-8B42-411C-8DE2-0722716BC79D}"/>
          </ac:spMkLst>
        </pc:spChg>
      </pc:sldChg>
      <pc:sldChg chg="addSp modSp new mod">
        <pc:chgData name="鈴木 秀規" userId="f68c5fd9-22d5-4c0a-9833-7fb0f5135313" providerId="ADAL" clId="{9B0393DB-347A-4A9F-B4E7-8702A039FC28}" dt="2021-01-28T06:12:32.581" v="845" actId="207"/>
        <pc:sldMkLst>
          <pc:docMk/>
          <pc:sldMk cId="370086342" sldId="383"/>
        </pc:sldMkLst>
        <pc:spChg chg="mod">
          <ac:chgData name="鈴木 秀規" userId="f68c5fd9-22d5-4c0a-9833-7fb0f5135313" providerId="ADAL" clId="{9B0393DB-347A-4A9F-B4E7-8702A039FC28}" dt="2021-01-28T06:11:15.101" v="829"/>
          <ac:spMkLst>
            <pc:docMk/>
            <pc:sldMk cId="370086342" sldId="383"/>
            <ac:spMk id="3" creationId="{C7066AF6-1D1A-4194-81A6-0761C95ADD0B}"/>
          </ac:spMkLst>
        </pc:spChg>
        <pc:spChg chg="mod">
          <ac:chgData name="鈴木 秀規" userId="f68c5fd9-22d5-4c0a-9833-7fb0f5135313" providerId="ADAL" clId="{9B0393DB-347A-4A9F-B4E7-8702A039FC28}" dt="2021-01-28T06:11:31.165" v="833" actId="14100"/>
          <ac:spMkLst>
            <pc:docMk/>
            <pc:sldMk cId="370086342" sldId="383"/>
            <ac:spMk id="5" creationId="{73F15835-8EDD-47E5-B2C7-F34CF0B460E8}"/>
          </ac:spMkLst>
        </pc:spChg>
        <pc:spChg chg="add mod">
          <ac:chgData name="鈴木 秀規" userId="f68c5fd9-22d5-4c0a-9833-7fb0f5135313" providerId="ADAL" clId="{9B0393DB-347A-4A9F-B4E7-8702A039FC28}" dt="2021-01-28T06:12:32.581" v="845" actId="207"/>
          <ac:spMkLst>
            <pc:docMk/>
            <pc:sldMk cId="370086342" sldId="383"/>
            <ac:spMk id="6" creationId="{4CA59899-0BAD-4D9D-9D2E-EDDEDF77A7C7}"/>
          </ac:spMkLst>
        </pc:spChg>
      </pc:sldChg>
      <pc:sldChg chg="addSp modSp new mod">
        <pc:chgData name="鈴木 秀規" userId="f68c5fd9-22d5-4c0a-9833-7fb0f5135313" providerId="ADAL" clId="{9B0393DB-347A-4A9F-B4E7-8702A039FC28}" dt="2021-01-28T06:14:05.365" v="860" actId="207"/>
        <pc:sldMkLst>
          <pc:docMk/>
          <pc:sldMk cId="2606702251" sldId="384"/>
        </pc:sldMkLst>
        <pc:spChg chg="mod">
          <ac:chgData name="鈴木 秀規" userId="f68c5fd9-22d5-4c0a-9833-7fb0f5135313" providerId="ADAL" clId="{9B0393DB-347A-4A9F-B4E7-8702A039FC28}" dt="2021-01-28T06:12:47.925" v="847"/>
          <ac:spMkLst>
            <pc:docMk/>
            <pc:sldMk cId="2606702251" sldId="384"/>
            <ac:spMk id="3" creationId="{149D213F-2620-4B5B-8E45-E4DD7E8F6AEC}"/>
          </ac:spMkLst>
        </pc:spChg>
        <pc:spChg chg="mod">
          <ac:chgData name="鈴木 秀規" userId="f68c5fd9-22d5-4c0a-9833-7fb0f5135313" providerId="ADAL" clId="{9B0393DB-347A-4A9F-B4E7-8702A039FC28}" dt="2021-01-28T06:13:03.017" v="851" actId="14100"/>
          <ac:spMkLst>
            <pc:docMk/>
            <pc:sldMk cId="2606702251" sldId="384"/>
            <ac:spMk id="5" creationId="{F7A02B33-8EF9-47AC-91D1-E5EC06F42BF1}"/>
          </ac:spMkLst>
        </pc:spChg>
        <pc:spChg chg="add mod">
          <ac:chgData name="鈴木 秀規" userId="f68c5fd9-22d5-4c0a-9833-7fb0f5135313" providerId="ADAL" clId="{9B0393DB-347A-4A9F-B4E7-8702A039FC28}" dt="2021-01-28T06:14:05.365" v="860" actId="207"/>
          <ac:spMkLst>
            <pc:docMk/>
            <pc:sldMk cId="2606702251" sldId="384"/>
            <ac:spMk id="6" creationId="{2963DDC0-DC6C-4E94-B2BC-AF18A6BE370C}"/>
          </ac:spMkLst>
        </pc:spChg>
      </pc:sldChg>
      <pc:sldChg chg="modSp new mod">
        <pc:chgData name="鈴木 秀規" userId="f68c5fd9-22d5-4c0a-9833-7fb0f5135313" providerId="ADAL" clId="{9B0393DB-347A-4A9F-B4E7-8702A039FC28}" dt="2021-01-28T06:16:43.690" v="889" actId="207"/>
        <pc:sldMkLst>
          <pc:docMk/>
          <pc:sldMk cId="687702862" sldId="385"/>
        </pc:sldMkLst>
        <pc:spChg chg="mod">
          <ac:chgData name="鈴木 秀規" userId="f68c5fd9-22d5-4c0a-9833-7fb0f5135313" providerId="ADAL" clId="{9B0393DB-347A-4A9F-B4E7-8702A039FC28}" dt="2021-01-28T06:15:08.453" v="864"/>
          <ac:spMkLst>
            <pc:docMk/>
            <pc:sldMk cId="687702862" sldId="385"/>
            <ac:spMk id="3" creationId="{FEF030DA-D0CC-4914-B25C-B1531FB2EA38}"/>
          </ac:spMkLst>
        </pc:spChg>
        <pc:spChg chg="mod">
          <ac:chgData name="鈴木 秀規" userId="f68c5fd9-22d5-4c0a-9833-7fb0f5135313" providerId="ADAL" clId="{9B0393DB-347A-4A9F-B4E7-8702A039FC28}" dt="2021-01-28T06:16:43.690" v="889" actId="207"/>
          <ac:spMkLst>
            <pc:docMk/>
            <pc:sldMk cId="687702862" sldId="385"/>
            <ac:spMk id="5" creationId="{E4529827-329A-4934-8075-38C70BC32037}"/>
          </ac:spMkLst>
        </pc:spChg>
      </pc:sldChg>
      <pc:sldChg chg="addSp delSp modSp new mod modClrScheme chgLayout">
        <pc:chgData name="鈴木 秀規" userId="f68c5fd9-22d5-4c0a-9833-7fb0f5135313" providerId="ADAL" clId="{9B0393DB-347A-4A9F-B4E7-8702A039FC28}" dt="2021-01-28T06:19:17.881" v="915" actId="14100"/>
        <pc:sldMkLst>
          <pc:docMk/>
          <pc:sldMk cId="1556991625" sldId="386"/>
        </pc:sldMkLst>
        <pc:spChg chg="mod ord">
          <ac:chgData name="鈴木 秀規" userId="f68c5fd9-22d5-4c0a-9833-7fb0f5135313" providerId="ADAL" clId="{9B0393DB-347A-4A9F-B4E7-8702A039FC28}" dt="2021-01-28T06:17:29.798" v="892" actId="700"/>
          <ac:spMkLst>
            <pc:docMk/>
            <pc:sldMk cId="1556991625" sldId="386"/>
            <ac:spMk id="2" creationId="{8E37BB9B-83D1-4AD3-84A7-00314A9EF443}"/>
          </ac:spMkLst>
        </pc:spChg>
        <pc:spChg chg="mod ord">
          <ac:chgData name="鈴木 秀規" userId="f68c5fd9-22d5-4c0a-9833-7fb0f5135313" providerId="ADAL" clId="{9B0393DB-347A-4A9F-B4E7-8702A039FC28}" dt="2021-01-28T06:17:29.798" v="892" actId="700"/>
          <ac:spMkLst>
            <pc:docMk/>
            <pc:sldMk cId="1556991625" sldId="386"/>
            <ac:spMk id="3" creationId="{0416D4FC-4CF7-4D90-9C0D-CA655114D930}"/>
          </ac:spMkLst>
        </pc:spChg>
        <pc:spChg chg="mod ord">
          <ac:chgData name="鈴木 秀規" userId="f68c5fd9-22d5-4c0a-9833-7fb0f5135313" providerId="ADAL" clId="{9B0393DB-347A-4A9F-B4E7-8702A039FC28}" dt="2021-01-28T06:17:29.798" v="892" actId="700"/>
          <ac:spMkLst>
            <pc:docMk/>
            <pc:sldMk cId="1556991625" sldId="386"/>
            <ac:spMk id="4" creationId="{AC8E1359-BD1A-44C5-AECC-CEA080E9EF06}"/>
          </ac:spMkLst>
        </pc:spChg>
        <pc:spChg chg="del">
          <ac:chgData name="鈴木 秀規" userId="f68c5fd9-22d5-4c0a-9833-7fb0f5135313" providerId="ADAL" clId="{9B0393DB-347A-4A9F-B4E7-8702A039FC28}" dt="2021-01-28T06:17:29.798" v="892" actId="700"/>
          <ac:spMkLst>
            <pc:docMk/>
            <pc:sldMk cId="1556991625" sldId="386"/>
            <ac:spMk id="5" creationId="{C7C809F3-182A-4B65-890A-624315607664}"/>
          </ac:spMkLst>
        </pc:spChg>
        <pc:spChg chg="add mod">
          <ac:chgData name="鈴木 秀規" userId="f68c5fd9-22d5-4c0a-9833-7fb0f5135313" providerId="ADAL" clId="{9B0393DB-347A-4A9F-B4E7-8702A039FC28}" dt="2021-01-28T06:17:49.701" v="896" actId="14100"/>
          <ac:spMkLst>
            <pc:docMk/>
            <pc:sldMk cId="1556991625" sldId="386"/>
            <ac:spMk id="6" creationId="{74841F81-189C-4603-B413-5F5FE530BDEF}"/>
          </ac:spMkLst>
        </pc:spChg>
        <pc:spChg chg="add mod">
          <ac:chgData name="鈴木 秀規" userId="f68c5fd9-22d5-4c0a-9833-7fb0f5135313" providerId="ADAL" clId="{9B0393DB-347A-4A9F-B4E7-8702A039FC28}" dt="2021-01-28T06:18:55.829" v="911" actId="14100"/>
          <ac:spMkLst>
            <pc:docMk/>
            <pc:sldMk cId="1556991625" sldId="386"/>
            <ac:spMk id="7" creationId="{E1CFD740-7C8B-4718-8129-5E0F23D3ABE9}"/>
          </ac:spMkLst>
        </pc:spChg>
        <pc:spChg chg="add mod">
          <ac:chgData name="鈴木 秀規" userId="f68c5fd9-22d5-4c0a-9833-7fb0f5135313" providerId="ADAL" clId="{9B0393DB-347A-4A9F-B4E7-8702A039FC28}" dt="2021-01-28T06:19:17.881" v="915" actId="14100"/>
          <ac:spMkLst>
            <pc:docMk/>
            <pc:sldMk cId="1556991625" sldId="386"/>
            <ac:spMk id="8" creationId="{351B8591-3A1E-42E4-943A-99BDD8C1D067}"/>
          </ac:spMkLst>
        </pc:spChg>
      </pc:sldChg>
      <pc:sldChg chg="addSp modSp new mod modClrScheme chgLayout">
        <pc:chgData name="鈴木 秀規" userId="f68c5fd9-22d5-4c0a-9833-7fb0f5135313" providerId="ADAL" clId="{9B0393DB-347A-4A9F-B4E7-8702A039FC28}" dt="2021-01-28T06:20:51.853" v="942" actId="207"/>
        <pc:sldMkLst>
          <pc:docMk/>
          <pc:sldMk cId="3227213484" sldId="387"/>
        </pc:sldMkLst>
        <pc:spChg chg="mod ord">
          <ac:chgData name="鈴木 秀規" userId="f68c5fd9-22d5-4c0a-9833-7fb0f5135313" providerId="ADAL" clId="{9B0393DB-347A-4A9F-B4E7-8702A039FC28}" dt="2021-01-28T06:19:30.642" v="918" actId="700"/>
          <ac:spMkLst>
            <pc:docMk/>
            <pc:sldMk cId="3227213484" sldId="387"/>
            <ac:spMk id="2" creationId="{2FAC12FB-80AE-4A9F-96FC-08C6F99BDF3B}"/>
          </ac:spMkLst>
        </pc:spChg>
        <pc:spChg chg="mod ord">
          <ac:chgData name="鈴木 秀規" userId="f68c5fd9-22d5-4c0a-9833-7fb0f5135313" providerId="ADAL" clId="{9B0393DB-347A-4A9F-B4E7-8702A039FC28}" dt="2021-01-28T06:19:30.642" v="918" actId="700"/>
          <ac:spMkLst>
            <pc:docMk/>
            <pc:sldMk cId="3227213484" sldId="387"/>
            <ac:spMk id="3" creationId="{5856AD74-FB21-40CC-894A-8BA15D8FD2E3}"/>
          </ac:spMkLst>
        </pc:spChg>
        <pc:spChg chg="mod ord">
          <ac:chgData name="鈴木 秀規" userId="f68c5fd9-22d5-4c0a-9833-7fb0f5135313" providerId="ADAL" clId="{9B0393DB-347A-4A9F-B4E7-8702A039FC28}" dt="2021-01-28T06:19:30.642" v="918" actId="700"/>
          <ac:spMkLst>
            <pc:docMk/>
            <pc:sldMk cId="3227213484" sldId="387"/>
            <ac:spMk id="4" creationId="{487B6B72-D59A-4809-81AC-3D57E013062B}"/>
          </ac:spMkLst>
        </pc:spChg>
        <pc:spChg chg="add mod ord">
          <ac:chgData name="鈴木 秀規" userId="f68c5fd9-22d5-4c0a-9833-7fb0f5135313" providerId="ADAL" clId="{9B0393DB-347A-4A9F-B4E7-8702A039FC28}" dt="2021-01-28T06:20:51.853" v="942" actId="207"/>
          <ac:spMkLst>
            <pc:docMk/>
            <pc:sldMk cId="3227213484" sldId="387"/>
            <ac:spMk id="5" creationId="{DC467748-EFDB-4E6D-83BA-BE7F93FBEB19}"/>
          </ac:spMkLst>
        </pc:spChg>
      </pc:sldChg>
      <pc:sldChg chg="addSp delSp modSp new mod modClrScheme chgLayout">
        <pc:chgData name="鈴木 秀規" userId="f68c5fd9-22d5-4c0a-9833-7fb0f5135313" providerId="ADAL" clId="{9B0393DB-347A-4A9F-B4E7-8702A039FC28}" dt="2021-01-28T06:27:14.681" v="1012"/>
        <pc:sldMkLst>
          <pc:docMk/>
          <pc:sldMk cId="2658651072" sldId="388"/>
        </pc:sldMkLst>
        <pc:spChg chg="mod ord">
          <ac:chgData name="鈴木 秀規" userId="f68c5fd9-22d5-4c0a-9833-7fb0f5135313" providerId="ADAL" clId="{9B0393DB-347A-4A9F-B4E7-8702A039FC28}" dt="2021-01-28T06:21:11.135" v="945" actId="700"/>
          <ac:spMkLst>
            <pc:docMk/>
            <pc:sldMk cId="2658651072" sldId="388"/>
            <ac:spMk id="2" creationId="{616FF081-D905-40D1-A2EF-8AE5108470FC}"/>
          </ac:spMkLst>
        </pc:spChg>
        <pc:spChg chg="mod ord">
          <ac:chgData name="鈴木 秀規" userId="f68c5fd9-22d5-4c0a-9833-7fb0f5135313" providerId="ADAL" clId="{9B0393DB-347A-4A9F-B4E7-8702A039FC28}" dt="2021-01-28T06:21:11.135" v="945" actId="700"/>
          <ac:spMkLst>
            <pc:docMk/>
            <pc:sldMk cId="2658651072" sldId="388"/>
            <ac:spMk id="3" creationId="{FD601D0B-FE04-4701-B12C-94FB8F10BBD7}"/>
          </ac:spMkLst>
        </pc:spChg>
        <pc:spChg chg="mod ord">
          <ac:chgData name="鈴木 秀規" userId="f68c5fd9-22d5-4c0a-9833-7fb0f5135313" providerId="ADAL" clId="{9B0393DB-347A-4A9F-B4E7-8702A039FC28}" dt="2021-01-28T06:21:11.135" v="945" actId="700"/>
          <ac:spMkLst>
            <pc:docMk/>
            <pc:sldMk cId="2658651072" sldId="388"/>
            <ac:spMk id="4" creationId="{1139FA8D-105C-45AC-B8FB-4464D919256F}"/>
          </ac:spMkLst>
        </pc:spChg>
        <pc:spChg chg="del">
          <ac:chgData name="鈴木 秀規" userId="f68c5fd9-22d5-4c0a-9833-7fb0f5135313" providerId="ADAL" clId="{9B0393DB-347A-4A9F-B4E7-8702A039FC28}" dt="2021-01-28T06:21:11.135" v="945" actId="700"/>
          <ac:spMkLst>
            <pc:docMk/>
            <pc:sldMk cId="2658651072" sldId="388"/>
            <ac:spMk id="5" creationId="{452E4E3F-25E6-483B-BBA5-BCDF4F0C8704}"/>
          </ac:spMkLst>
        </pc:spChg>
        <pc:spChg chg="add mod">
          <ac:chgData name="鈴木 秀規" userId="f68c5fd9-22d5-4c0a-9833-7fb0f5135313" providerId="ADAL" clId="{9B0393DB-347A-4A9F-B4E7-8702A039FC28}" dt="2021-01-28T06:21:36.878" v="948" actId="14100"/>
          <ac:spMkLst>
            <pc:docMk/>
            <pc:sldMk cId="2658651072" sldId="388"/>
            <ac:spMk id="6" creationId="{5E2AC7A9-D865-4072-A34B-12E361BBEC1F}"/>
          </ac:spMkLst>
        </pc:spChg>
        <pc:spChg chg="add del mod">
          <ac:chgData name="鈴木 秀規" userId="f68c5fd9-22d5-4c0a-9833-7fb0f5135313" providerId="ADAL" clId="{9B0393DB-347A-4A9F-B4E7-8702A039FC28}" dt="2021-01-28T06:27:14.681" v="1012"/>
          <ac:spMkLst>
            <pc:docMk/>
            <pc:sldMk cId="2658651072" sldId="388"/>
            <ac:spMk id="7" creationId="{F8C06D25-F72A-4A04-B316-EB86AF987920}"/>
          </ac:spMkLst>
        </pc:spChg>
      </pc:sldChg>
      <pc:sldChg chg="addSp modSp new mod modClrScheme chgLayout">
        <pc:chgData name="鈴木 秀規" userId="f68c5fd9-22d5-4c0a-9833-7fb0f5135313" providerId="ADAL" clId="{9B0393DB-347A-4A9F-B4E7-8702A039FC28}" dt="2021-01-28T06:23:42.791" v="985" actId="14100"/>
        <pc:sldMkLst>
          <pc:docMk/>
          <pc:sldMk cId="91634463" sldId="389"/>
        </pc:sldMkLst>
        <pc:spChg chg="mod ord">
          <ac:chgData name="鈴木 秀規" userId="f68c5fd9-22d5-4c0a-9833-7fb0f5135313" providerId="ADAL" clId="{9B0393DB-347A-4A9F-B4E7-8702A039FC28}" dt="2021-01-28T06:22:03.015" v="951" actId="700"/>
          <ac:spMkLst>
            <pc:docMk/>
            <pc:sldMk cId="91634463" sldId="389"/>
            <ac:spMk id="2" creationId="{71BD1C0E-C3F2-4EC8-B9E9-5E23FA0FE4B7}"/>
          </ac:spMkLst>
        </pc:spChg>
        <pc:spChg chg="mod ord">
          <ac:chgData name="鈴木 秀規" userId="f68c5fd9-22d5-4c0a-9833-7fb0f5135313" providerId="ADAL" clId="{9B0393DB-347A-4A9F-B4E7-8702A039FC28}" dt="2021-01-28T06:22:03.015" v="951" actId="700"/>
          <ac:spMkLst>
            <pc:docMk/>
            <pc:sldMk cId="91634463" sldId="389"/>
            <ac:spMk id="3" creationId="{A48FE05B-0BD3-4032-8606-CC0813688FA3}"/>
          </ac:spMkLst>
        </pc:spChg>
        <pc:spChg chg="mod ord">
          <ac:chgData name="鈴木 秀規" userId="f68c5fd9-22d5-4c0a-9833-7fb0f5135313" providerId="ADAL" clId="{9B0393DB-347A-4A9F-B4E7-8702A039FC28}" dt="2021-01-28T06:22:03.015" v="951" actId="700"/>
          <ac:spMkLst>
            <pc:docMk/>
            <pc:sldMk cId="91634463" sldId="389"/>
            <ac:spMk id="4" creationId="{4FBB2095-686E-47CA-A31C-B6273BD99781}"/>
          </ac:spMkLst>
        </pc:spChg>
        <pc:spChg chg="add mod ord">
          <ac:chgData name="鈴木 秀規" userId="f68c5fd9-22d5-4c0a-9833-7fb0f5135313" providerId="ADAL" clId="{9B0393DB-347A-4A9F-B4E7-8702A039FC28}" dt="2021-01-28T06:23:16.359" v="976" actId="14100"/>
          <ac:spMkLst>
            <pc:docMk/>
            <pc:sldMk cId="91634463" sldId="389"/>
            <ac:spMk id="5" creationId="{335A23CD-F841-4EA4-BAE6-043862528890}"/>
          </ac:spMkLst>
        </pc:spChg>
        <pc:spChg chg="add mod">
          <ac:chgData name="鈴木 秀規" userId="f68c5fd9-22d5-4c0a-9833-7fb0f5135313" providerId="ADAL" clId="{9B0393DB-347A-4A9F-B4E7-8702A039FC28}" dt="2021-01-28T06:23:42.791" v="985" actId="14100"/>
          <ac:spMkLst>
            <pc:docMk/>
            <pc:sldMk cId="91634463" sldId="389"/>
            <ac:spMk id="6" creationId="{D2A63244-64CB-47FA-9EE7-253FDF3EAA19}"/>
          </ac:spMkLst>
        </pc:spChg>
      </pc:sldChg>
      <pc:sldChg chg="addSp modSp new mod">
        <pc:chgData name="鈴木 秀規" userId="f68c5fd9-22d5-4c0a-9833-7fb0f5135313" providerId="ADAL" clId="{9B0393DB-347A-4A9F-B4E7-8702A039FC28}" dt="2021-01-28T06:26:22.364" v="1004" actId="207"/>
        <pc:sldMkLst>
          <pc:docMk/>
          <pc:sldMk cId="2320300325" sldId="390"/>
        </pc:sldMkLst>
        <pc:spChg chg="mod">
          <ac:chgData name="鈴木 秀規" userId="f68c5fd9-22d5-4c0a-9833-7fb0f5135313" providerId="ADAL" clId="{9B0393DB-347A-4A9F-B4E7-8702A039FC28}" dt="2021-01-28T06:24:00.917" v="987"/>
          <ac:spMkLst>
            <pc:docMk/>
            <pc:sldMk cId="2320300325" sldId="390"/>
            <ac:spMk id="3" creationId="{C5C02D43-B67C-4DEC-8EC9-48957910AE84}"/>
          </ac:spMkLst>
        </pc:spChg>
        <pc:spChg chg="mod">
          <ac:chgData name="鈴木 秀規" userId="f68c5fd9-22d5-4c0a-9833-7fb0f5135313" providerId="ADAL" clId="{9B0393DB-347A-4A9F-B4E7-8702A039FC28}" dt="2021-01-28T06:24:22.453" v="990" actId="14100"/>
          <ac:spMkLst>
            <pc:docMk/>
            <pc:sldMk cId="2320300325" sldId="390"/>
            <ac:spMk id="5" creationId="{D821D6BC-27C5-48BB-ACAA-F3BFE7F374B9}"/>
          </ac:spMkLst>
        </pc:spChg>
        <pc:spChg chg="add mod">
          <ac:chgData name="鈴木 秀規" userId="f68c5fd9-22d5-4c0a-9833-7fb0f5135313" providerId="ADAL" clId="{9B0393DB-347A-4A9F-B4E7-8702A039FC28}" dt="2021-01-28T06:25:43.802" v="999" actId="14100"/>
          <ac:spMkLst>
            <pc:docMk/>
            <pc:sldMk cId="2320300325" sldId="390"/>
            <ac:spMk id="6" creationId="{3FEE7AF6-EF3E-4CA4-B414-A154F59B8E37}"/>
          </ac:spMkLst>
        </pc:spChg>
        <pc:spChg chg="add mod">
          <ac:chgData name="鈴木 秀規" userId="f68c5fd9-22d5-4c0a-9833-7fb0f5135313" providerId="ADAL" clId="{9B0393DB-347A-4A9F-B4E7-8702A039FC28}" dt="2021-01-28T06:26:22.364" v="1004" actId="207"/>
          <ac:spMkLst>
            <pc:docMk/>
            <pc:sldMk cId="2320300325" sldId="390"/>
            <ac:spMk id="7" creationId="{932F1765-8A93-41EC-957E-EC93A9EF3DB0}"/>
          </ac:spMkLst>
        </pc:spChg>
      </pc:sldChg>
      <pc:sldChg chg="addSp modSp new mod">
        <pc:chgData name="鈴木 秀規" userId="f68c5fd9-22d5-4c0a-9833-7fb0f5135313" providerId="ADAL" clId="{9B0393DB-347A-4A9F-B4E7-8702A039FC28}" dt="2021-01-28T06:29:35.347" v="1039" actId="14100"/>
        <pc:sldMkLst>
          <pc:docMk/>
          <pc:sldMk cId="1037775335" sldId="391"/>
        </pc:sldMkLst>
        <pc:spChg chg="mod">
          <ac:chgData name="鈴木 秀規" userId="f68c5fd9-22d5-4c0a-9833-7fb0f5135313" providerId="ADAL" clId="{9B0393DB-347A-4A9F-B4E7-8702A039FC28}" dt="2021-01-28T06:26:37.694" v="1006"/>
          <ac:spMkLst>
            <pc:docMk/>
            <pc:sldMk cId="1037775335" sldId="391"/>
            <ac:spMk id="3" creationId="{BA923D28-88E3-4EFC-A158-2674C621247B}"/>
          </ac:spMkLst>
        </pc:spChg>
        <pc:spChg chg="mod">
          <ac:chgData name="鈴木 秀規" userId="f68c5fd9-22d5-4c0a-9833-7fb0f5135313" providerId="ADAL" clId="{9B0393DB-347A-4A9F-B4E7-8702A039FC28}" dt="2021-01-28T06:26:57.105" v="1010" actId="14100"/>
          <ac:spMkLst>
            <pc:docMk/>
            <pc:sldMk cId="1037775335" sldId="391"/>
            <ac:spMk id="5" creationId="{54F4C3A0-31EF-4B1B-B93B-5E9953289E8E}"/>
          </ac:spMkLst>
        </pc:spChg>
        <pc:spChg chg="add mod">
          <ac:chgData name="鈴木 秀規" userId="f68c5fd9-22d5-4c0a-9833-7fb0f5135313" providerId="ADAL" clId="{9B0393DB-347A-4A9F-B4E7-8702A039FC28}" dt="2021-01-28T06:29:35.347" v="1039" actId="14100"/>
          <ac:spMkLst>
            <pc:docMk/>
            <pc:sldMk cId="1037775335" sldId="391"/>
            <ac:spMk id="6" creationId="{5FFE9DB3-4E7A-4281-B566-65635089E2F9}"/>
          </ac:spMkLst>
        </pc:spChg>
        <pc:spChg chg="add mod">
          <ac:chgData name="鈴木 秀規" userId="f68c5fd9-22d5-4c0a-9833-7fb0f5135313" providerId="ADAL" clId="{9B0393DB-347A-4A9F-B4E7-8702A039FC28}" dt="2021-01-28T06:28:50.305" v="1038" actId="14100"/>
          <ac:spMkLst>
            <pc:docMk/>
            <pc:sldMk cId="1037775335" sldId="391"/>
            <ac:spMk id="7" creationId="{0D34E9ED-8FD2-4C86-A80D-7B70852CDC15}"/>
          </ac:spMkLst>
        </pc:spChg>
      </pc:sldChg>
      <pc:sldChg chg="addSp modSp new mod">
        <pc:chgData name="鈴木 秀規" userId="f68c5fd9-22d5-4c0a-9833-7fb0f5135313" providerId="ADAL" clId="{9B0393DB-347A-4A9F-B4E7-8702A039FC28}" dt="2021-01-28T06:30:22.371" v="1047" actId="14100"/>
        <pc:sldMkLst>
          <pc:docMk/>
          <pc:sldMk cId="1989164865" sldId="392"/>
        </pc:sldMkLst>
        <pc:spChg chg="mod">
          <ac:chgData name="鈴木 秀規" userId="f68c5fd9-22d5-4c0a-9833-7fb0f5135313" providerId="ADAL" clId="{9B0393DB-347A-4A9F-B4E7-8702A039FC28}" dt="2021-01-28T06:29:47.116" v="1041"/>
          <ac:spMkLst>
            <pc:docMk/>
            <pc:sldMk cId="1989164865" sldId="392"/>
            <ac:spMk id="3" creationId="{AFC2A26E-AA58-4A15-81CC-8DA57F4498D0}"/>
          </ac:spMkLst>
        </pc:spChg>
        <pc:spChg chg="mod">
          <ac:chgData name="鈴木 秀規" userId="f68c5fd9-22d5-4c0a-9833-7fb0f5135313" providerId="ADAL" clId="{9B0393DB-347A-4A9F-B4E7-8702A039FC28}" dt="2021-01-28T06:29:56.734" v="1044" actId="14100"/>
          <ac:spMkLst>
            <pc:docMk/>
            <pc:sldMk cId="1989164865" sldId="392"/>
            <ac:spMk id="5" creationId="{2C13E718-66E5-4BD7-B901-DDFF5F68F88D}"/>
          </ac:spMkLst>
        </pc:spChg>
        <pc:spChg chg="add mod">
          <ac:chgData name="鈴木 秀規" userId="f68c5fd9-22d5-4c0a-9833-7fb0f5135313" providerId="ADAL" clId="{9B0393DB-347A-4A9F-B4E7-8702A039FC28}" dt="2021-01-28T06:30:22.371" v="1047" actId="14100"/>
          <ac:spMkLst>
            <pc:docMk/>
            <pc:sldMk cId="1989164865" sldId="392"/>
            <ac:spMk id="6" creationId="{4DA1D2F3-34B2-42DA-9958-780758280642}"/>
          </ac:spMkLst>
        </pc:spChg>
      </pc:sldChg>
      <pc:sldChg chg="modSp new mod">
        <pc:chgData name="鈴木 秀規" userId="f68c5fd9-22d5-4c0a-9833-7fb0f5135313" providerId="ADAL" clId="{9B0393DB-347A-4A9F-B4E7-8702A039FC28}" dt="2021-01-28T06:33:04.921" v="1072" actId="20577"/>
        <pc:sldMkLst>
          <pc:docMk/>
          <pc:sldMk cId="3817722397" sldId="393"/>
        </pc:sldMkLst>
        <pc:spChg chg="mod">
          <ac:chgData name="鈴木 秀規" userId="f68c5fd9-22d5-4c0a-9833-7fb0f5135313" providerId="ADAL" clId="{9B0393DB-347A-4A9F-B4E7-8702A039FC28}" dt="2021-01-28T06:31:33.481" v="1051"/>
          <ac:spMkLst>
            <pc:docMk/>
            <pc:sldMk cId="3817722397" sldId="393"/>
            <ac:spMk id="3" creationId="{2F2E0FD5-2346-4DD8-8220-9BF195FC590E}"/>
          </ac:spMkLst>
        </pc:spChg>
        <pc:spChg chg="mod">
          <ac:chgData name="鈴木 秀規" userId="f68c5fd9-22d5-4c0a-9833-7fb0f5135313" providerId="ADAL" clId="{9B0393DB-347A-4A9F-B4E7-8702A039FC28}" dt="2021-01-28T06:33:04.921" v="1072" actId="20577"/>
          <ac:spMkLst>
            <pc:docMk/>
            <pc:sldMk cId="3817722397" sldId="393"/>
            <ac:spMk id="5" creationId="{60C10C8F-89BB-442F-9F97-4F5F5B5AF457}"/>
          </ac:spMkLst>
        </pc:spChg>
      </pc:sldChg>
      <pc:sldChg chg="modSp new mod">
        <pc:chgData name="鈴木 秀規" userId="f68c5fd9-22d5-4c0a-9833-7fb0f5135313" providerId="ADAL" clId="{9B0393DB-347A-4A9F-B4E7-8702A039FC28}" dt="2021-01-28T06:33:57.021" v="1084" actId="207"/>
        <pc:sldMkLst>
          <pc:docMk/>
          <pc:sldMk cId="2635548106" sldId="394"/>
        </pc:sldMkLst>
        <pc:spChg chg="mod">
          <ac:chgData name="鈴木 秀規" userId="f68c5fd9-22d5-4c0a-9833-7fb0f5135313" providerId="ADAL" clId="{9B0393DB-347A-4A9F-B4E7-8702A039FC28}" dt="2021-01-28T06:33:24.983" v="1074"/>
          <ac:spMkLst>
            <pc:docMk/>
            <pc:sldMk cId="2635548106" sldId="394"/>
            <ac:spMk id="3" creationId="{4B485903-C262-401B-B6AE-98AE0991F0DC}"/>
          </ac:spMkLst>
        </pc:spChg>
        <pc:spChg chg="mod">
          <ac:chgData name="鈴木 秀規" userId="f68c5fd9-22d5-4c0a-9833-7fb0f5135313" providerId="ADAL" clId="{9B0393DB-347A-4A9F-B4E7-8702A039FC28}" dt="2021-01-28T06:33:57.021" v="1084" actId="207"/>
          <ac:spMkLst>
            <pc:docMk/>
            <pc:sldMk cId="2635548106" sldId="394"/>
            <ac:spMk id="5" creationId="{845A8630-2E41-4B93-BEAA-4F2468557344}"/>
          </ac:spMkLst>
        </pc:spChg>
      </pc:sldChg>
      <pc:sldChg chg="modSp new mod">
        <pc:chgData name="鈴木 秀規" userId="f68c5fd9-22d5-4c0a-9833-7fb0f5135313" providerId="ADAL" clId="{9B0393DB-347A-4A9F-B4E7-8702A039FC28}" dt="2021-01-28T06:35:35.377" v="1114" actId="20577"/>
        <pc:sldMkLst>
          <pc:docMk/>
          <pc:sldMk cId="436757555" sldId="395"/>
        </pc:sldMkLst>
        <pc:spChg chg="mod">
          <ac:chgData name="鈴木 秀規" userId="f68c5fd9-22d5-4c0a-9833-7fb0f5135313" providerId="ADAL" clId="{9B0393DB-347A-4A9F-B4E7-8702A039FC28}" dt="2021-01-28T06:34:13.183" v="1086"/>
          <ac:spMkLst>
            <pc:docMk/>
            <pc:sldMk cId="436757555" sldId="395"/>
            <ac:spMk id="3" creationId="{A2691B91-019E-4260-AAD2-8EB61D034CB2}"/>
          </ac:spMkLst>
        </pc:spChg>
        <pc:spChg chg="mod">
          <ac:chgData name="鈴木 秀規" userId="f68c5fd9-22d5-4c0a-9833-7fb0f5135313" providerId="ADAL" clId="{9B0393DB-347A-4A9F-B4E7-8702A039FC28}" dt="2021-01-28T06:35:35.377" v="1114" actId="20577"/>
          <ac:spMkLst>
            <pc:docMk/>
            <pc:sldMk cId="436757555" sldId="395"/>
            <ac:spMk id="5" creationId="{3854E8B5-F33D-449E-83B5-1E679A12C92C}"/>
          </ac:spMkLst>
        </pc:spChg>
      </pc:sldChg>
      <pc:sldChg chg="modSp new mod">
        <pc:chgData name="鈴木 秀規" userId="f68c5fd9-22d5-4c0a-9833-7fb0f5135313" providerId="ADAL" clId="{9B0393DB-347A-4A9F-B4E7-8702A039FC28}" dt="2021-01-28T06:37:12.114" v="1143" actId="20577"/>
        <pc:sldMkLst>
          <pc:docMk/>
          <pc:sldMk cId="3553494220" sldId="396"/>
        </pc:sldMkLst>
        <pc:spChg chg="mod">
          <ac:chgData name="鈴木 秀規" userId="f68c5fd9-22d5-4c0a-9833-7fb0f5135313" providerId="ADAL" clId="{9B0393DB-347A-4A9F-B4E7-8702A039FC28}" dt="2021-01-28T06:35:49.658" v="1116"/>
          <ac:spMkLst>
            <pc:docMk/>
            <pc:sldMk cId="3553494220" sldId="396"/>
            <ac:spMk id="3" creationId="{26DB189E-5E24-44C6-8FDE-BEBE8357FDB7}"/>
          </ac:spMkLst>
        </pc:spChg>
        <pc:spChg chg="mod">
          <ac:chgData name="鈴木 秀規" userId="f68c5fd9-22d5-4c0a-9833-7fb0f5135313" providerId="ADAL" clId="{9B0393DB-347A-4A9F-B4E7-8702A039FC28}" dt="2021-01-28T06:37:12.114" v="1143" actId="20577"/>
          <ac:spMkLst>
            <pc:docMk/>
            <pc:sldMk cId="3553494220" sldId="396"/>
            <ac:spMk id="5" creationId="{190ECB88-5093-4F73-AA5D-C6BAE55C2600}"/>
          </ac:spMkLst>
        </pc:spChg>
      </pc:sldChg>
      <pc:sldChg chg="new del">
        <pc:chgData name="鈴木 秀規" userId="f68c5fd9-22d5-4c0a-9833-7fb0f5135313" providerId="ADAL" clId="{9B0393DB-347A-4A9F-B4E7-8702A039FC28}" dt="2021-01-28T06:37:49.917" v="1145" actId="2696"/>
        <pc:sldMkLst>
          <pc:docMk/>
          <pc:sldMk cId="1329269555" sldId="397"/>
        </pc:sldMkLst>
      </pc:sldChg>
    </pc:docChg>
  </pc:docChgLst>
  <pc:docChgLst>
    <pc:chgData name="鈴木 秀規" userId="f68c5fd9-22d5-4c0a-9833-7fb0f5135313" providerId="ADAL" clId="{31AF745B-ECEE-4C51-8828-E2A47B117181}"/>
    <pc:docChg chg="undo custSel addSld delSld modSld">
      <pc:chgData name="鈴木 秀規" userId="f68c5fd9-22d5-4c0a-9833-7fb0f5135313" providerId="ADAL" clId="{31AF745B-ECEE-4C51-8828-E2A47B117181}" dt="2021-01-26T06:43:26.060" v="923" actId="207"/>
      <pc:docMkLst>
        <pc:docMk/>
      </pc:docMkLst>
      <pc:sldChg chg="addSp delSp modSp mod chgLayout">
        <pc:chgData name="鈴木 秀規" userId="f68c5fd9-22d5-4c0a-9833-7fb0f5135313" providerId="ADAL" clId="{31AF745B-ECEE-4C51-8828-E2A47B117181}" dt="2021-01-26T05:27:18.174" v="2" actId="6264"/>
        <pc:sldMkLst>
          <pc:docMk/>
          <pc:sldMk cId="0" sldId="256"/>
        </pc:sldMkLst>
        <pc:spChg chg="add del mod">
          <ac:chgData name="鈴木 秀規" userId="f68c5fd9-22d5-4c0a-9833-7fb0f5135313" providerId="ADAL" clId="{31AF745B-ECEE-4C51-8828-E2A47B117181}" dt="2021-01-26T05:27:18.174" v="2" actId="6264"/>
          <ac:spMkLst>
            <pc:docMk/>
            <pc:sldMk cId="0" sldId="256"/>
            <ac:spMk id="2" creationId="{AAC1F4E5-4919-40F8-BC22-DB091A09B42E}"/>
          </ac:spMkLst>
        </pc:spChg>
        <pc:spChg chg="mod ord">
          <ac:chgData name="鈴木 秀規" userId="f68c5fd9-22d5-4c0a-9833-7fb0f5135313" providerId="ADAL" clId="{31AF745B-ECEE-4C51-8828-E2A47B117181}" dt="2021-01-26T05:27:18.174" v="2" actId="6264"/>
          <ac:spMkLst>
            <pc:docMk/>
            <pc:sldMk cId="0" sldId="256"/>
            <ac:spMk id="3" creationId="{1AF37D55-893C-40DE-8876-567A09F9C298}"/>
          </ac:spMkLst>
        </pc:spChg>
        <pc:spChg chg="add del mod">
          <ac:chgData name="鈴木 秀規" userId="f68c5fd9-22d5-4c0a-9833-7fb0f5135313" providerId="ADAL" clId="{31AF745B-ECEE-4C51-8828-E2A47B117181}" dt="2021-01-26T05:27:18.174" v="2" actId="6264"/>
          <ac:spMkLst>
            <pc:docMk/>
            <pc:sldMk cId="0" sldId="256"/>
            <ac:spMk id="4" creationId="{99B5B906-E3DE-4475-819B-52FC435D0AAC}"/>
          </ac:spMkLst>
        </pc:spChg>
        <pc:spChg chg="mod ord">
          <ac:chgData name="鈴木 秀規" userId="f68c5fd9-22d5-4c0a-9833-7fb0f5135313" providerId="ADAL" clId="{31AF745B-ECEE-4C51-8828-E2A47B117181}" dt="2021-01-26T05:27:18.174" v="2" actId="6264"/>
          <ac:spMkLst>
            <pc:docMk/>
            <pc:sldMk cId="0" sldId="256"/>
            <ac:spMk id="56" creationId="{00000000-0000-0000-0000-000000000000}"/>
          </ac:spMkLst>
        </pc:spChg>
      </pc:sldChg>
      <pc:sldChg chg="addSp delSp modSp mod chgLayout">
        <pc:chgData name="鈴木 秀規" userId="f68c5fd9-22d5-4c0a-9833-7fb0f5135313" providerId="ADAL" clId="{31AF745B-ECEE-4C51-8828-E2A47B117181}" dt="2021-01-26T05:29:25.821" v="38" actId="207"/>
        <pc:sldMkLst>
          <pc:docMk/>
          <pc:sldMk cId="1859091905" sldId="362"/>
        </pc:sldMkLst>
        <pc:spChg chg="add del mod">
          <ac:chgData name="鈴木 秀規" userId="f68c5fd9-22d5-4c0a-9833-7fb0f5135313" providerId="ADAL" clId="{31AF745B-ECEE-4C51-8828-E2A47B117181}" dt="2021-01-26T05:27:45.457" v="5" actId="6264"/>
          <ac:spMkLst>
            <pc:docMk/>
            <pc:sldMk cId="1859091905" sldId="362"/>
            <ac:spMk id="2" creationId="{81D45471-5359-43A1-BA9D-057F21388F8E}"/>
          </ac:spMkLst>
        </pc:spChg>
        <pc:spChg chg="add del mod">
          <ac:chgData name="鈴木 秀規" userId="f68c5fd9-22d5-4c0a-9833-7fb0f5135313" providerId="ADAL" clId="{31AF745B-ECEE-4C51-8828-E2A47B117181}" dt="2021-01-26T05:27:45.457" v="5" actId="6264"/>
          <ac:spMkLst>
            <pc:docMk/>
            <pc:sldMk cId="1859091905" sldId="362"/>
            <ac:spMk id="3" creationId="{E8C900C4-2969-4F59-8149-7EBB2AB18B87}"/>
          </ac:spMkLst>
        </pc:spChg>
        <pc:spChg chg="mod ord">
          <ac:chgData name="鈴木 秀規" userId="f68c5fd9-22d5-4c0a-9833-7fb0f5135313" providerId="ADAL" clId="{31AF745B-ECEE-4C51-8828-E2A47B117181}" dt="2021-01-26T05:27:45.457" v="5" actId="6264"/>
          <ac:spMkLst>
            <pc:docMk/>
            <pc:sldMk cId="1859091905" sldId="362"/>
            <ac:spMk id="4" creationId="{D6DC238B-EE56-4E60-9254-5D7461C2FECA}"/>
          </ac:spMkLst>
        </pc:spChg>
        <pc:spChg chg="mod ord">
          <ac:chgData name="鈴木 秀規" userId="f68c5fd9-22d5-4c0a-9833-7fb0f5135313" providerId="ADAL" clId="{31AF745B-ECEE-4C51-8828-E2A47B117181}" dt="2021-01-26T05:27:45.457" v="5" actId="6264"/>
          <ac:spMkLst>
            <pc:docMk/>
            <pc:sldMk cId="1859091905" sldId="362"/>
            <ac:spMk id="5" creationId="{CAF52E47-E0BD-4CE1-8C78-272007650A0D}"/>
          </ac:spMkLst>
        </pc:spChg>
        <pc:spChg chg="add del mod">
          <ac:chgData name="鈴木 秀規" userId="f68c5fd9-22d5-4c0a-9833-7fb0f5135313" providerId="ADAL" clId="{31AF745B-ECEE-4C51-8828-E2A47B117181}" dt="2021-01-26T05:27:45.457" v="5" actId="6264"/>
          <ac:spMkLst>
            <pc:docMk/>
            <pc:sldMk cId="1859091905" sldId="362"/>
            <ac:spMk id="6" creationId="{03F706AC-E67C-4FBC-B10E-E5C37DE6710B}"/>
          </ac:spMkLst>
        </pc:spChg>
        <pc:spChg chg="mod ord">
          <ac:chgData name="鈴木 秀規" userId="f68c5fd9-22d5-4c0a-9833-7fb0f5135313" providerId="ADAL" clId="{31AF745B-ECEE-4C51-8828-E2A47B117181}" dt="2021-01-26T05:27:45.457" v="5" actId="6264"/>
          <ac:spMkLst>
            <pc:docMk/>
            <pc:sldMk cId="1859091905" sldId="362"/>
            <ac:spMk id="7" creationId="{58177CF6-E256-4D88-B489-5F2EFF09AC4C}"/>
          </ac:spMkLst>
        </pc:spChg>
        <pc:spChg chg="mod ord">
          <ac:chgData name="鈴木 秀規" userId="f68c5fd9-22d5-4c0a-9833-7fb0f5135313" providerId="ADAL" clId="{31AF745B-ECEE-4C51-8828-E2A47B117181}" dt="2021-01-26T05:29:25.821" v="38" actId="207"/>
          <ac:spMkLst>
            <pc:docMk/>
            <pc:sldMk cId="1859091905" sldId="362"/>
            <ac:spMk id="8" creationId="{C57C43D1-E1C5-418D-A114-931FDA96CE3D}"/>
          </ac:spMkLst>
        </pc:spChg>
        <pc:spChg chg="add del mod">
          <ac:chgData name="鈴木 秀規" userId="f68c5fd9-22d5-4c0a-9833-7fb0f5135313" providerId="ADAL" clId="{31AF745B-ECEE-4C51-8828-E2A47B117181}" dt="2021-01-26T05:27:45.457" v="5" actId="6264"/>
          <ac:spMkLst>
            <pc:docMk/>
            <pc:sldMk cId="1859091905" sldId="362"/>
            <ac:spMk id="11" creationId="{1CA23A0F-2EC6-48D9-BA9D-147A13C1712E}"/>
          </ac:spMkLst>
        </pc:spChg>
        <pc:picChg chg="del">
          <ac:chgData name="鈴木 秀規" userId="f68c5fd9-22d5-4c0a-9833-7fb0f5135313" providerId="ADAL" clId="{31AF745B-ECEE-4C51-8828-E2A47B117181}" dt="2021-01-26T05:27:43.713" v="4" actId="478"/>
          <ac:picMkLst>
            <pc:docMk/>
            <pc:sldMk cId="1859091905" sldId="362"/>
            <ac:picMk id="9" creationId="{BA5D05B1-6F0D-4655-AFC1-495F71BCF81C}"/>
          </ac:picMkLst>
        </pc:picChg>
        <pc:picChg chg="del">
          <ac:chgData name="鈴木 秀規" userId="f68c5fd9-22d5-4c0a-9833-7fb0f5135313" providerId="ADAL" clId="{31AF745B-ECEE-4C51-8828-E2A47B117181}" dt="2021-01-26T05:27:43.713" v="4" actId="478"/>
          <ac:picMkLst>
            <pc:docMk/>
            <pc:sldMk cId="1859091905" sldId="362"/>
            <ac:picMk id="10" creationId="{899D8770-B1F7-436F-BE7F-0F92A7770FDF}"/>
          </ac:picMkLst>
        </pc:picChg>
      </pc:sldChg>
      <pc:sldChg chg="del">
        <pc:chgData name="鈴木 秀規" userId="f68c5fd9-22d5-4c0a-9833-7fb0f5135313" providerId="ADAL" clId="{31AF745B-ECEE-4C51-8828-E2A47B117181}" dt="2021-01-26T05:29:36.440" v="39" actId="2696"/>
        <pc:sldMkLst>
          <pc:docMk/>
          <pc:sldMk cId="2364365537" sldId="363"/>
        </pc:sldMkLst>
      </pc:sldChg>
      <pc:sldChg chg="addSp delSp modSp add mod">
        <pc:chgData name="鈴木 秀規" userId="f68c5fd9-22d5-4c0a-9833-7fb0f5135313" providerId="ADAL" clId="{31AF745B-ECEE-4C51-8828-E2A47B117181}" dt="2021-01-26T06:02:00.797" v="427" actId="207"/>
        <pc:sldMkLst>
          <pc:docMk/>
          <pc:sldMk cId="3069677134" sldId="363"/>
        </pc:sldMkLst>
        <pc:spChg chg="add mod">
          <ac:chgData name="鈴木 秀規" userId="f68c5fd9-22d5-4c0a-9833-7fb0f5135313" providerId="ADAL" clId="{31AF745B-ECEE-4C51-8828-E2A47B117181}" dt="2021-01-26T06:02:00.797" v="427" actId="207"/>
          <ac:spMkLst>
            <pc:docMk/>
            <pc:sldMk cId="3069677134" sldId="363"/>
            <ac:spMk id="6" creationId="{38BD198A-45C5-4FAA-840E-91F5B04F0190}"/>
          </ac:spMkLst>
        </pc:spChg>
        <pc:spChg chg="mod">
          <ac:chgData name="鈴木 秀規" userId="f68c5fd9-22d5-4c0a-9833-7fb0f5135313" providerId="ADAL" clId="{31AF745B-ECEE-4C51-8828-E2A47B117181}" dt="2021-01-26T05:29:51.710" v="42"/>
          <ac:spMkLst>
            <pc:docMk/>
            <pc:sldMk cId="3069677134" sldId="363"/>
            <ac:spMk id="7" creationId="{58177CF6-E256-4D88-B489-5F2EFF09AC4C}"/>
          </ac:spMkLst>
        </pc:spChg>
        <pc:spChg chg="mod">
          <ac:chgData name="鈴木 秀規" userId="f68c5fd9-22d5-4c0a-9833-7fb0f5135313" providerId="ADAL" clId="{31AF745B-ECEE-4C51-8828-E2A47B117181}" dt="2021-01-26T05:30:17.469" v="49" actId="14100"/>
          <ac:spMkLst>
            <pc:docMk/>
            <pc:sldMk cId="3069677134" sldId="363"/>
            <ac:spMk id="8" creationId="{C57C43D1-E1C5-418D-A114-931FDA96CE3D}"/>
          </ac:spMkLst>
        </pc:spChg>
        <pc:spChg chg="add mod">
          <ac:chgData name="鈴木 秀規" userId="f68c5fd9-22d5-4c0a-9833-7fb0f5135313" providerId="ADAL" clId="{31AF745B-ECEE-4C51-8828-E2A47B117181}" dt="2021-01-26T06:02:00.797" v="427" actId="207"/>
          <ac:spMkLst>
            <pc:docMk/>
            <pc:sldMk cId="3069677134" sldId="363"/>
            <ac:spMk id="9" creationId="{D2E307B1-7723-43FC-8836-0FD381C2C92D}"/>
          </ac:spMkLst>
        </pc:spChg>
        <pc:spChg chg="add mod ord">
          <ac:chgData name="鈴木 秀規" userId="f68c5fd9-22d5-4c0a-9833-7fb0f5135313" providerId="ADAL" clId="{31AF745B-ECEE-4C51-8828-E2A47B117181}" dt="2021-01-26T05:31:38.336" v="65" actId="164"/>
          <ac:spMkLst>
            <pc:docMk/>
            <pc:sldMk cId="3069677134" sldId="363"/>
            <ac:spMk id="10" creationId="{58889299-DE75-4976-B40D-11F3B12ED1C8}"/>
          </ac:spMkLst>
        </pc:spChg>
        <pc:spChg chg="add mod">
          <ac:chgData name="鈴木 秀規" userId="f68c5fd9-22d5-4c0a-9833-7fb0f5135313" providerId="ADAL" clId="{31AF745B-ECEE-4C51-8828-E2A47B117181}" dt="2021-01-26T05:32:41.392" v="102" actId="122"/>
          <ac:spMkLst>
            <pc:docMk/>
            <pc:sldMk cId="3069677134" sldId="363"/>
            <ac:spMk id="13" creationId="{CC9A591B-F0AA-49CF-82A7-C15FC2982F5C}"/>
          </ac:spMkLst>
        </pc:spChg>
        <pc:spChg chg="add mod">
          <ac:chgData name="鈴木 秀規" userId="f68c5fd9-22d5-4c0a-9833-7fb0f5135313" providerId="ADAL" clId="{31AF745B-ECEE-4C51-8828-E2A47B117181}" dt="2021-01-26T05:32:41.392" v="102" actId="122"/>
          <ac:spMkLst>
            <pc:docMk/>
            <pc:sldMk cId="3069677134" sldId="363"/>
            <ac:spMk id="14" creationId="{30693ED5-8BD0-4764-BF66-1563C369FD82}"/>
          </ac:spMkLst>
        </pc:spChg>
        <pc:spChg chg="add mod">
          <ac:chgData name="鈴木 秀規" userId="f68c5fd9-22d5-4c0a-9833-7fb0f5135313" providerId="ADAL" clId="{31AF745B-ECEE-4C51-8828-E2A47B117181}" dt="2021-01-26T05:33:00.042" v="130" actId="20577"/>
          <ac:spMkLst>
            <pc:docMk/>
            <pc:sldMk cId="3069677134" sldId="363"/>
            <ac:spMk id="15" creationId="{E8764635-AC6A-4789-B1B6-76C4A2E21CA0}"/>
          </ac:spMkLst>
        </pc:spChg>
        <pc:spChg chg="add mod">
          <ac:chgData name="鈴木 秀規" userId="f68c5fd9-22d5-4c0a-9833-7fb0f5135313" providerId="ADAL" clId="{31AF745B-ECEE-4C51-8828-E2A47B117181}" dt="2021-01-26T05:34:04.688" v="144" actId="207"/>
          <ac:spMkLst>
            <pc:docMk/>
            <pc:sldMk cId="3069677134" sldId="363"/>
            <ac:spMk id="16" creationId="{3428C0D5-6ABA-4E8C-86D6-3E0DA01FD8B3}"/>
          </ac:spMkLst>
        </pc:spChg>
        <pc:spChg chg="add mod">
          <ac:chgData name="鈴木 秀規" userId="f68c5fd9-22d5-4c0a-9833-7fb0f5135313" providerId="ADAL" clId="{31AF745B-ECEE-4C51-8828-E2A47B117181}" dt="2021-01-26T05:34:04.688" v="144" actId="207"/>
          <ac:spMkLst>
            <pc:docMk/>
            <pc:sldMk cId="3069677134" sldId="363"/>
            <ac:spMk id="17" creationId="{04420666-7F7C-4D8D-A79D-FA917CF5CA9C}"/>
          </ac:spMkLst>
        </pc:spChg>
        <pc:spChg chg="add mod">
          <ac:chgData name="鈴木 秀規" userId="f68c5fd9-22d5-4c0a-9833-7fb0f5135313" providerId="ADAL" clId="{31AF745B-ECEE-4C51-8828-E2A47B117181}" dt="2021-01-26T05:34:04.688" v="144" actId="207"/>
          <ac:spMkLst>
            <pc:docMk/>
            <pc:sldMk cId="3069677134" sldId="363"/>
            <ac:spMk id="18" creationId="{4D78CBCE-AC2A-4063-B0FB-4EB18C3B7078}"/>
          </ac:spMkLst>
        </pc:spChg>
        <pc:spChg chg="add mod">
          <ac:chgData name="鈴木 秀規" userId="f68c5fd9-22d5-4c0a-9833-7fb0f5135313" providerId="ADAL" clId="{31AF745B-ECEE-4C51-8828-E2A47B117181}" dt="2021-01-26T05:35:36.609" v="147" actId="208"/>
          <ac:spMkLst>
            <pc:docMk/>
            <pc:sldMk cId="3069677134" sldId="363"/>
            <ac:spMk id="19" creationId="{83B1D786-7A83-47F7-869E-20FB625672DD}"/>
          </ac:spMkLst>
        </pc:spChg>
        <pc:spChg chg="add mod">
          <ac:chgData name="鈴木 秀規" userId="f68c5fd9-22d5-4c0a-9833-7fb0f5135313" providerId="ADAL" clId="{31AF745B-ECEE-4C51-8828-E2A47B117181}" dt="2021-01-26T05:35:36.609" v="147" actId="208"/>
          <ac:spMkLst>
            <pc:docMk/>
            <pc:sldMk cId="3069677134" sldId="363"/>
            <ac:spMk id="20" creationId="{D8B38DF2-D9DD-4078-9912-0C892AE020A4}"/>
          </ac:spMkLst>
        </pc:spChg>
        <pc:spChg chg="add mod">
          <ac:chgData name="鈴木 秀規" userId="f68c5fd9-22d5-4c0a-9833-7fb0f5135313" providerId="ADAL" clId="{31AF745B-ECEE-4C51-8828-E2A47B117181}" dt="2021-01-26T05:35:36.609" v="147" actId="208"/>
          <ac:spMkLst>
            <pc:docMk/>
            <pc:sldMk cId="3069677134" sldId="363"/>
            <ac:spMk id="21" creationId="{EA4F305F-B6E2-40BE-AC86-52FFA99EFB3C}"/>
          </ac:spMkLst>
        </pc:spChg>
        <pc:spChg chg="add mod">
          <ac:chgData name="鈴木 秀規" userId="f68c5fd9-22d5-4c0a-9833-7fb0f5135313" providerId="ADAL" clId="{31AF745B-ECEE-4C51-8828-E2A47B117181}" dt="2021-01-26T05:35:36.609" v="147" actId="208"/>
          <ac:spMkLst>
            <pc:docMk/>
            <pc:sldMk cId="3069677134" sldId="363"/>
            <ac:spMk id="22" creationId="{0CD52328-B3FC-4632-85D5-EE521EC8DE29}"/>
          </ac:spMkLst>
        </pc:spChg>
        <pc:spChg chg="add mod">
          <ac:chgData name="鈴木 秀規" userId="f68c5fd9-22d5-4c0a-9833-7fb0f5135313" providerId="ADAL" clId="{31AF745B-ECEE-4C51-8828-E2A47B117181}" dt="2021-01-26T05:35:36.609" v="147" actId="208"/>
          <ac:spMkLst>
            <pc:docMk/>
            <pc:sldMk cId="3069677134" sldId="363"/>
            <ac:spMk id="23" creationId="{3303D6ED-CBB3-4BA1-9F51-AA71707D9F8F}"/>
          </ac:spMkLst>
        </pc:spChg>
        <pc:grpChg chg="add mod">
          <ac:chgData name="鈴木 秀規" userId="f68c5fd9-22d5-4c0a-9833-7fb0f5135313" providerId="ADAL" clId="{31AF745B-ECEE-4C51-8828-E2A47B117181}" dt="2021-01-26T05:32:46.794" v="103" actId="1076"/>
          <ac:grpSpMkLst>
            <pc:docMk/>
            <pc:sldMk cId="3069677134" sldId="363"/>
            <ac:grpSpMk id="12" creationId="{045A9BF9-4DCC-4D05-ABAC-B81EA2A3B824}"/>
          </ac:grpSpMkLst>
        </pc:grpChg>
        <pc:picChg chg="add mod">
          <ac:chgData name="鈴木 秀規" userId="f68c5fd9-22d5-4c0a-9833-7fb0f5135313" providerId="ADAL" clId="{31AF745B-ECEE-4C51-8828-E2A47B117181}" dt="2021-01-26T05:31:38.336" v="65" actId="164"/>
          <ac:picMkLst>
            <pc:docMk/>
            <pc:sldMk cId="3069677134" sldId="363"/>
            <ac:picMk id="3" creationId="{3FA39F5F-8AAB-42FB-BCE4-E2F2F280C031}"/>
          </ac:picMkLst>
        </pc:picChg>
        <pc:picChg chg="add del mod">
          <ac:chgData name="鈴木 秀規" userId="f68c5fd9-22d5-4c0a-9833-7fb0f5135313" providerId="ADAL" clId="{31AF745B-ECEE-4C51-8828-E2A47B117181}" dt="2021-01-26T05:30:54.281" v="55" actId="478"/>
          <ac:picMkLst>
            <pc:docMk/>
            <pc:sldMk cId="3069677134" sldId="363"/>
            <ac:picMk id="11" creationId="{743A604D-2762-43E7-B3F5-E40759F0A3EA}"/>
          </ac:picMkLst>
        </pc:picChg>
      </pc:sldChg>
      <pc:sldChg chg="addSp modSp new mod">
        <pc:chgData name="鈴木 秀規" userId="f68c5fd9-22d5-4c0a-9833-7fb0f5135313" providerId="ADAL" clId="{31AF745B-ECEE-4C51-8828-E2A47B117181}" dt="2021-01-26T05:38:26.733" v="163" actId="14100"/>
        <pc:sldMkLst>
          <pc:docMk/>
          <pc:sldMk cId="2175104273" sldId="364"/>
        </pc:sldMkLst>
        <pc:spChg chg="mod">
          <ac:chgData name="鈴木 秀規" userId="f68c5fd9-22d5-4c0a-9833-7fb0f5135313" providerId="ADAL" clId="{31AF745B-ECEE-4C51-8828-E2A47B117181}" dt="2021-01-26T05:37:30.386" v="149"/>
          <ac:spMkLst>
            <pc:docMk/>
            <pc:sldMk cId="2175104273" sldId="364"/>
            <ac:spMk id="3" creationId="{68A200FD-AC57-4315-913B-56C0E750E146}"/>
          </ac:spMkLst>
        </pc:spChg>
        <pc:spChg chg="mod">
          <ac:chgData name="鈴木 秀規" userId="f68c5fd9-22d5-4c0a-9833-7fb0f5135313" providerId="ADAL" clId="{31AF745B-ECEE-4C51-8828-E2A47B117181}" dt="2021-01-26T05:38:26.733" v="163" actId="14100"/>
          <ac:spMkLst>
            <pc:docMk/>
            <pc:sldMk cId="2175104273" sldId="364"/>
            <ac:spMk id="5" creationId="{63039A32-9C71-4288-8DAD-C20E447795E0}"/>
          </ac:spMkLst>
        </pc:spChg>
        <pc:picChg chg="add mod">
          <ac:chgData name="鈴木 秀規" userId="f68c5fd9-22d5-4c0a-9833-7fb0f5135313" providerId="ADAL" clId="{31AF745B-ECEE-4C51-8828-E2A47B117181}" dt="2021-01-26T05:37:55.190" v="156" actId="1076"/>
          <ac:picMkLst>
            <pc:docMk/>
            <pc:sldMk cId="2175104273" sldId="364"/>
            <ac:picMk id="6" creationId="{48526432-448A-4B53-AA05-85009A3CA012}"/>
          </ac:picMkLst>
        </pc:picChg>
      </pc:sldChg>
      <pc:sldChg chg="del">
        <pc:chgData name="鈴木 秀規" userId="f68c5fd9-22d5-4c0a-9833-7fb0f5135313" providerId="ADAL" clId="{31AF745B-ECEE-4C51-8828-E2A47B117181}" dt="2021-01-26T05:29:36.440" v="39" actId="2696"/>
        <pc:sldMkLst>
          <pc:docMk/>
          <pc:sldMk cId="2741627324" sldId="364"/>
        </pc:sldMkLst>
      </pc:sldChg>
      <pc:sldChg chg="addSp modSp new mod">
        <pc:chgData name="鈴木 秀規" userId="f68c5fd9-22d5-4c0a-9833-7fb0f5135313" providerId="ADAL" clId="{31AF745B-ECEE-4C51-8828-E2A47B117181}" dt="2021-01-26T05:40:04.254" v="180" actId="207"/>
        <pc:sldMkLst>
          <pc:docMk/>
          <pc:sldMk cId="1672930496" sldId="365"/>
        </pc:sldMkLst>
        <pc:spChg chg="mod">
          <ac:chgData name="鈴木 秀規" userId="f68c5fd9-22d5-4c0a-9833-7fb0f5135313" providerId="ADAL" clId="{31AF745B-ECEE-4C51-8828-E2A47B117181}" dt="2021-01-26T05:39:10.166" v="165"/>
          <ac:spMkLst>
            <pc:docMk/>
            <pc:sldMk cId="1672930496" sldId="365"/>
            <ac:spMk id="3" creationId="{FC03AFB9-CD6E-4994-8138-120931D53538}"/>
          </ac:spMkLst>
        </pc:spChg>
        <pc:spChg chg="mod">
          <ac:chgData name="鈴木 秀規" userId="f68c5fd9-22d5-4c0a-9833-7fb0f5135313" providerId="ADAL" clId="{31AF745B-ECEE-4C51-8828-E2A47B117181}" dt="2021-01-26T05:40:04.254" v="180" actId="207"/>
          <ac:spMkLst>
            <pc:docMk/>
            <pc:sldMk cId="1672930496" sldId="365"/>
            <ac:spMk id="5" creationId="{EC4F853D-C579-41B5-814B-5663927E9ACA}"/>
          </ac:spMkLst>
        </pc:spChg>
        <pc:picChg chg="add mod">
          <ac:chgData name="鈴木 秀規" userId="f68c5fd9-22d5-4c0a-9833-7fb0f5135313" providerId="ADAL" clId="{31AF745B-ECEE-4C51-8828-E2A47B117181}" dt="2021-01-26T05:39:36.638" v="172" actId="1076"/>
          <ac:picMkLst>
            <pc:docMk/>
            <pc:sldMk cId="1672930496" sldId="365"/>
            <ac:picMk id="6" creationId="{5927628E-87B8-45C1-8363-06C30D78DA31}"/>
          </ac:picMkLst>
        </pc:picChg>
      </pc:sldChg>
      <pc:sldChg chg="del">
        <pc:chgData name="鈴木 秀規" userId="f68c5fd9-22d5-4c0a-9833-7fb0f5135313" providerId="ADAL" clId="{31AF745B-ECEE-4C51-8828-E2A47B117181}" dt="2021-01-26T05:29:36.440" v="39" actId="2696"/>
        <pc:sldMkLst>
          <pc:docMk/>
          <pc:sldMk cId="2463410247" sldId="365"/>
        </pc:sldMkLst>
      </pc:sldChg>
      <pc:sldChg chg="del">
        <pc:chgData name="鈴木 秀規" userId="f68c5fd9-22d5-4c0a-9833-7fb0f5135313" providerId="ADAL" clId="{31AF745B-ECEE-4C51-8828-E2A47B117181}" dt="2021-01-26T05:29:36.440" v="39" actId="2696"/>
        <pc:sldMkLst>
          <pc:docMk/>
          <pc:sldMk cId="2468282938" sldId="366"/>
        </pc:sldMkLst>
      </pc:sldChg>
      <pc:sldChg chg="addSp modSp new mod">
        <pc:chgData name="鈴木 秀規" userId="f68c5fd9-22d5-4c0a-9833-7fb0f5135313" providerId="ADAL" clId="{31AF745B-ECEE-4C51-8828-E2A47B117181}" dt="2021-01-26T05:41:35.974" v="195" actId="207"/>
        <pc:sldMkLst>
          <pc:docMk/>
          <pc:sldMk cId="3813337944" sldId="366"/>
        </pc:sldMkLst>
        <pc:spChg chg="mod">
          <ac:chgData name="鈴木 秀規" userId="f68c5fd9-22d5-4c0a-9833-7fb0f5135313" providerId="ADAL" clId="{31AF745B-ECEE-4C51-8828-E2A47B117181}" dt="2021-01-26T05:40:51.193" v="182"/>
          <ac:spMkLst>
            <pc:docMk/>
            <pc:sldMk cId="3813337944" sldId="366"/>
            <ac:spMk id="3" creationId="{6E45B32F-995B-4AB3-B186-3FFD8D07DCEE}"/>
          </ac:spMkLst>
        </pc:spChg>
        <pc:spChg chg="mod">
          <ac:chgData name="鈴木 秀規" userId="f68c5fd9-22d5-4c0a-9833-7fb0f5135313" providerId="ADAL" clId="{31AF745B-ECEE-4C51-8828-E2A47B117181}" dt="2021-01-26T05:41:35.974" v="195" actId="207"/>
          <ac:spMkLst>
            <pc:docMk/>
            <pc:sldMk cId="3813337944" sldId="366"/>
            <ac:spMk id="5" creationId="{2BB3DC36-EADC-458F-8869-24DE6ADB9A03}"/>
          </ac:spMkLst>
        </pc:spChg>
        <pc:picChg chg="add mod">
          <ac:chgData name="鈴木 秀規" userId="f68c5fd9-22d5-4c0a-9833-7fb0f5135313" providerId="ADAL" clId="{31AF745B-ECEE-4C51-8828-E2A47B117181}" dt="2021-01-26T05:41:23.377" v="193" actId="1035"/>
          <ac:picMkLst>
            <pc:docMk/>
            <pc:sldMk cId="3813337944" sldId="366"/>
            <ac:picMk id="6" creationId="{3B1C6911-2005-4619-B980-DCA4DECDC8ED}"/>
          </ac:picMkLst>
        </pc:picChg>
      </pc:sldChg>
      <pc:sldChg chg="addSp modSp new mod">
        <pc:chgData name="鈴木 秀規" userId="f68c5fd9-22d5-4c0a-9833-7fb0f5135313" providerId="ADAL" clId="{31AF745B-ECEE-4C51-8828-E2A47B117181}" dt="2021-01-26T05:44:37.466" v="237" actId="14100"/>
        <pc:sldMkLst>
          <pc:docMk/>
          <pc:sldMk cId="926421663" sldId="367"/>
        </pc:sldMkLst>
        <pc:spChg chg="mod">
          <ac:chgData name="鈴木 秀規" userId="f68c5fd9-22d5-4c0a-9833-7fb0f5135313" providerId="ADAL" clId="{31AF745B-ECEE-4C51-8828-E2A47B117181}" dt="2021-01-26T05:42:14.150" v="197"/>
          <ac:spMkLst>
            <pc:docMk/>
            <pc:sldMk cId="926421663" sldId="367"/>
            <ac:spMk id="3" creationId="{02EA919B-5C95-4C18-8CFF-A5ACA4DB182E}"/>
          </ac:spMkLst>
        </pc:spChg>
        <pc:spChg chg="mod">
          <ac:chgData name="鈴木 秀規" userId="f68c5fd9-22d5-4c0a-9833-7fb0f5135313" providerId="ADAL" clId="{31AF745B-ECEE-4C51-8828-E2A47B117181}" dt="2021-01-26T05:42:41.558" v="202" actId="207"/>
          <ac:spMkLst>
            <pc:docMk/>
            <pc:sldMk cId="926421663" sldId="367"/>
            <ac:spMk id="5" creationId="{48BF89F5-B1F6-4732-A48D-5FDDE3A0E801}"/>
          </ac:spMkLst>
        </pc:spChg>
        <pc:spChg chg="add mod">
          <ac:chgData name="鈴木 秀規" userId="f68c5fd9-22d5-4c0a-9833-7fb0f5135313" providerId="ADAL" clId="{31AF745B-ECEE-4C51-8828-E2A47B117181}" dt="2021-01-26T05:43:15.354" v="216" actId="14100"/>
          <ac:spMkLst>
            <pc:docMk/>
            <pc:sldMk cId="926421663" sldId="367"/>
            <ac:spMk id="7" creationId="{5D20DD92-21EA-420F-8DAC-3DC8CF59A2C1}"/>
          </ac:spMkLst>
        </pc:spChg>
        <pc:spChg chg="add mod">
          <ac:chgData name="鈴木 秀規" userId="f68c5fd9-22d5-4c0a-9833-7fb0f5135313" providerId="ADAL" clId="{31AF745B-ECEE-4C51-8828-E2A47B117181}" dt="2021-01-26T05:43:25.979" v="220" actId="1076"/>
          <ac:spMkLst>
            <pc:docMk/>
            <pc:sldMk cId="926421663" sldId="367"/>
            <ac:spMk id="8" creationId="{855DD384-E575-4E59-8B92-CF01F5F2C561}"/>
          </ac:spMkLst>
        </pc:spChg>
        <pc:spChg chg="add mod">
          <ac:chgData name="鈴木 秀規" userId="f68c5fd9-22d5-4c0a-9833-7fb0f5135313" providerId="ADAL" clId="{31AF745B-ECEE-4C51-8828-E2A47B117181}" dt="2021-01-26T05:43:49.504" v="230" actId="1076"/>
          <ac:spMkLst>
            <pc:docMk/>
            <pc:sldMk cId="926421663" sldId="367"/>
            <ac:spMk id="9" creationId="{1EDBCA61-2D5E-4A4B-B9C3-159F9F0E76D9}"/>
          </ac:spMkLst>
        </pc:spChg>
        <pc:picChg chg="add mod">
          <ac:chgData name="鈴木 秀規" userId="f68c5fd9-22d5-4c0a-9833-7fb0f5135313" providerId="ADAL" clId="{31AF745B-ECEE-4C51-8828-E2A47B117181}" dt="2021-01-26T05:43:20.219" v="219" actId="1076"/>
          <ac:picMkLst>
            <pc:docMk/>
            <pc:sldMk cId="926421663" sldId="367"/>
            <ac:picMk id="6" creationId="{846C54FA-5739-48C7-AB21-730876D36E88}"/>
          </ac:picMkLst>
        </pc:picChg>
        <pc:cxnChg chg="add mod">
          <ac:chgData name="鈴木 秀規" userId="f68c5fd9-22d5-4c0a-9833-7fb0f5135313" providerId="ADAL" clId="{31AF745B-ECEE-4C51-8828-E2A47B117181}" dt="2021-01-26T05:44:28.770" v="233" actId="14100"/>
          <ac:cxnSpMkLst>
            <pc:docMk/>
            <pc:sldMk cId="926421663" sldId="367"/>
            <ac:cxnSpMk id="10" creationId="{91194AC1-584D-4C3A-B077-94C5154B4399}"/>
          </ac:cxnSpMkLst>
        </pc:cxnChg>
        <pc:cxnChg chg="add mod">
          <ac:chgData name="鈴木 秀規" userId="f68c5fd9-22d5-4c0a-9833-7fb0f5135313" providerId="ADAL" clId="{31AF745B-ECEE-4C51-8828-E2A47B117181}" dt="2021-01-26T05:44:37.466" v="237" actId="14100"/>
          <ac:cxnSpMkLst>
            <pc:docMk/>
            <pc:sldMk cId="926421663" sldId="367"/>
            <ac:cxnSpMk id="13" creationId="{40C146C6-A279-40A2-8FFC-CDF438AD8EC6}"/>
          </ac:cxnSpMkLst>
        </pc:cxnChg>
      </pc:sldChg>
      <pc:sldChg chg="addSp modSp new mod">
        <pc:chgData name="鈴木 秀規" userId="f68c5fd9-22d5-4c0a-9833-7fb0f5135313" providerId="ADAL" clId="{31AF745B-ECEE-4C51-8828-E2A47B117181}" dt="2021-01-26T05:48:56.625" v="261" actId="207"/>
        <pc:sldMkLst>
          <pc:docMk/>
          <pc:sldMk cId="1591258520" sldId="368"/>
        </pc:sldMkLst>
        <pc:spChg chg="mod">
          <ac:chgData name="鈴木 秀規" userId="f68c5fd9-22d5-4c0a-9833-7fb0f5135313" providerId="ADAL" clId="{31AF745B-ECEE-4C51-8828-E2A47B117181}" dt="2021-01-26T05:47:07.331" v="239"/>
          <ac:spMkLst>
            <pc:docMk/>
            <pc:sldMk cId="1591258520" sldId="368"/>
            <ac:spMk id="3" creationId="{F596BC9A-A7A4-4BAC-8F7B-8472A7B4F315}"/>
          </ac:spMkLst>
        </pc:spChg>
        <pc:spChg chg="mod">
          <ac:chgData name="鈴木 秀規" userId="f68c5fd9-22d5-4c0a-9833-7fb0f5135313" providerId="ADAL" clId="{31AF745B-ECEE-4C51-8828-E2A47B117181}" dt="2021-01-26T05:47:27.657" v="243" actId="14100"/>
          <ac:spMkLst>
            <pc:docMk/>
            <pc:sldMk cId="1591258520" sldId="368"/>
            <ac:spMk id="5" creationId="{D8171BAF-394E-4801-BF60-705D3F952BF7}"/>
          </ac:spMkLst>
        </pc:spChg>
        <pc:spChg chg="add mod">
          <ac:chgData name="鈴木 秀規" userId="f68c5fd9-22d5-4c0a-9833-7fb0f5135313" providerId="ADAL" clId="{31AF745B-ECEE-4C51-8828-E2A47B117181}" dt="2021-01-26T05:48:56.625" v="261" actId="207"/>
          <ac:spMkLst>
            <pc:docMk/>
            <pc:sldMk cId="1591258520" sldId="368"/>
            <ac:spMk id="6" creationId="{E9940D2C-EA16-4D24-8B58-85831276F97C}"/>
          </ac:spMkLst>
        </pc:spChg>
        <pc:spChg chg="add mod">
          <ac:chgData name="鈴木 秀規" userId="f68c5fd9-22d5-4c0a-9833-7fb0f5135313" providerId="ADAL" clId="{31AF745B-ECEE-4C51-8828-E2A47B117181}" dt="2021-01-26T05:48:42.364" v="259" actId="20577"/>
          <ac:spMkLst>
            <pc:docMk/>
            <pc:sldMk cId="1591258520" sldId="368"/>
            <ac:spMk id="7" creationId="{127814C8-398F-4FB0-8BFD-8CA89A09E47F}"/>
          </ac:spMkLst>
        </pc:spChg>
      </pc:sldChg>
      <pc:sldChg chg="addSp modSp new mod">
        <pc:chgData name="鈴木 秀規" userId="f68c5fd9-22d5-4c0a-9833-7fb0f5135313" providerId="ADAL" clId="{31AF745B-ECEE-4C51-8828-E2A47B117181}" dt="2021-01-26T05:51:06.501" v="286" actId="207"/>
        <pc:sldMkLst>
          <pc:docMk/>
          <pc:sldMk cId="4005864456" sldId="369"/>
        </pc:sldMkLst>
        <pc:spChg chg="mod">
          <ac:chgData name="鈴木 秀規" userId="f68c5fd9-22d5-4c0a-9833-7fb0f5135313" providerId="ADAL" clId="{31AF745B-ECEE-4C51-8828-E2A47B117181}" dt="2021-01-26T05:49:24.071" v="263"/>
          <ac:spMkLst>
            <pc:docMk/>
            <pc:sldMk cId="4005864456" sldId="369"/>
            <ac:spMk id="3" creationId="{82651AF8-825E-488C-97AE-6777181F4848}"/>
          </ac:spMkLst>
        </pc:spChg>
        <pc:spChg chg="mod">
          <ac:chgData name="鈴木 秀規" userId="f68c5fd9-22d5-4c0a-9833-7fb0f5135313" providerId="ADAL" clId="{31AF745B-ECEE-4C51-8828-E2A47B117181}" dt="2021-01-26T05:49:39.474" v="269" actId="14100"/>
          <ac:spMkLst>
            <pc:docMk/>
            <pc:sldMk cId="4005864456" sldId="369"/>
            <ac:spMk id="5" creationId="{64D92467-3673-4ABC-81DF-B7F0E6026917}"/>
          </ac:spMkLst>
        </pc:spChg>
        <pc:spChg chg="add mod">
          <ac:chgData name="鈴木 秀規" userId="f68c5fd9-22d5-4c0a-9833-7fb0f5135313" providerId="ADAL" clId="{31AF745B-ECEE-4C51-8828-E2A47B117181}" dt="2021-01-26T05:50:13.238" v="275" actId="207"/>
          <ac:spMkLst>
            <pc:docMk/>
            <pc:sldMk cId="4005864456" sldId="369"/>
            <ac:spMk id="6" creationId="{42227182-5641-490B-87D8-0F9C7746E19F}"/>
          </ac:spMkLst>
        </pc:spChg>
        <pc:spChg chg="add mod">
          <ac:chgData name="鈴木 秀規" userId="f68c5fd9-22d5-4c0a-9833-7fb0f5135313" providerId="ADAL" clId="{31AF745B-ECEE-4C51-8828-E2A47B117181}" dt="2021-01-26T05:51:06.501" v="286" actId="207"/>
          <ac:spMkLst>
            <pc:docMk/>
            <pc:sldMk cId="4005864456" sldId="369"/>
            <ac:spMk id="7" creationId="{F7D6E1F9-5D75-44E5-88A9-E91D05C29E75}"/>
          </ac:spMkLst>
        </pc:spChg>
      </pc:sldChg>
      <pc:sldChg chg="addSp modSp new mod">
        <pc:chgData name="鈴木 秀規" userId="f68c5fd9-22d5-4c0a-9833-7fb0f5135313" providerId="ADAL" clId="{31AF745B-ECEE-4C51-8828-E2A47B117181}" dt="2021-01-26T05:53:27.759" v="315" actId="14100"/>
        <pc:sldMkLst>
          <pc:docMk/>
          <pc:sldMk cId="1111639589" sldId="370"/>
        </pc:sldMkLst>
        <pc:spChg chg="mod">
          <ac:chgData name="鈴木 秀規" userId="f68c5fd9-22d5-4c0a-9833-7fb0f5135313" providerId="ADAL" clId="{31AF745B-ECEE-4C51-8828-E2A47B117181}" dt="2021-01-26T05:51:35.742" v="288"/>
          <ac:spMkLst>
            <pc:docMk/>
            <pc:sldMk cId="1111639589" sldId="370"/>
            <ac:spMk id="3" creationId="{A1BBB616-58A6-4DCF-9488-D83FF45930DE}"/>
          </ac:spMkLst>
        </pc:spChg>
        <pc:spChg chg="mod">
          <ac:chgData name="鈴木 秀規" userId="f68c5fd9-22d5-4c0a-9833-7fb0f5135313" providerId="ADAL" clId="{31AF745B-ECEE-4C51-8828-E2A47B117181}" dt="2021-01-26T05:51:55.047" v="292" actId="14100"/>
          <ac:spMkLst>
            <pc:docMk/>
            <pc:sldMk cId="1111639589" sldId="370"/>
            <ac:spMk id="5" creationId="{8A8A797E-89B7-4BD7-88FA-D35416C08F53}"/>
          </ac:spMkLst>
        </pc:spChg>
        <pc:spChg chg="add mod">
          <ac:chgData name="鈴木 秀規" userId="f68c5fd9-22d5-4c0a-9833-7fb0f5135313" providerId="ADAL" clId="{31AF745B-ECEE-4C51-8828-E2A47B117181}" dt="2021-01-26T05:52:20.583" v="303" actId="207"/>
          <ac:spMkLst>
            <pc:docMk/>
            <pc:sldMk cId="1111639589" sldId="370"/>
            <ac:spMk id="6" creationId="{EC63BC0A-320C-4FC3-BF2C-D6A942277324}"/>
          </ac:spMkLst>
        </pc:spChg>
        <pc:spChg chg="add mod">
          <ac:chgData name="鈴木 秀規" userId="f68c5fd9-22d5-4c0a-9833-7fb0f5135313" providerId="ADAL" clId="{31AF745B-ECEE-4C51-8828-E2A47B117181}" dt="2021-01-26T05:52:38.376" v="306" actId="14100"/>
          <ac:spMkLst>
            <pc:docMk/>
            <pc:sldMk cId="1111639589" sldId="370"/>
            <ac:spMk id="7" creationId="{325405FA-6B6E-4A36-8AD9-307989E714CD}"/>
          </ac:spMkLst>
        </pc:spChg>
        <pc:spChg chg="add mod">
          <ac:chgData name="鈴木 秀規" userId="f68c5fd9-22d5-4c0a-9833-7fb0f5135313" providerId="ADAL" clId="{31AF745B-ECEE-4C51-8828-E2A47B117181}" dt="2021-01-26T05:52:47.085" v="308" actId="14100"/>
          <ac:spMkLst>
            <pc:docMk/>
            <pc:sldMk cId="1111639589" sldId="370"/>
            <ac:spMk id="8" creationId="{E4211231-2A54-41D8-A8AB-F44B04A91620}"/>
          </ac:spMkLst>
        </pc:spChg>
        <pc:spChg chg="add mod">
          <ac:chgData name="鈴木 秀規" userId="f68c5fd9-22d5-4c0a-9833-7fb0f5135313" providerId="ADAL" clId="{31AF745B-ECEE-4C51-8828-E2A47B117181}" dt="2021-01-26T05:53:27.759" v="315" actId="14100"/>
          <ac:spMkLst>
            <pc:docMk/>
            <pc:sldMk cId="1111639589" sldId="370"/>
            <ac:spMk id="9" creationId="{BFD16DC8-D589-4F05-9187-58E5D81AA0F3}"/>
          </ac:spMkLst>
        </pc:spChg>
      </pc:sldChg>
      <pc:sldChg chg="addSp delSp modSp new mod">
        <pc:chgData name="鈴木 秀規" userId="f68c5fd9-22d5-4c0a-9833-7fb0f5135313" providerId="ADAL" clId="{31AF745B-ECEE-4C51-8828-E2A47B117181}" dt="2021-01-26T05:56:27.120" v="352" actId="207"/>
        <pc:sldMkLst>
          <pc:docMk/>
          <pc:sldMk cId="1449548173" sldId="371"/>
        </pc:sldMkLst>
        <pc:spChg chg="mod">
          <ac:chgData name="鈴木 秀規" userId="f68c5fd9-22d5-4c0a-9833-7fb0f5135313" providerId="ADAL" clId="{31AF745B-ECEE-4C51-8828-E2A47B117181}" dt="2021-01-26T05:53:44.779" v="317"/>
          <ac:spMkLst>
            <pc:docMk/>
            <pc:sldMk cId="1449548173" sldId="371"/>
            <ac:spMk id="3" creationId="{BC47C131-377F-4C4A-A024-CD67178495EE}"/>
          </ac:spMkLst>
        </pc:spChg>
        <pc:spChg chg="mod">
          <ac:chgData name="鈴木 秀規" userId="f68c5fd9-22d5-4c0a-9833-7fb0f5135313" providerId="ADAL" clId="{31AF745B-ECEE-4C51-8828-E2A47B117181}" dt="2021-01-26T05:53:59.021" v="321" actId="14100"/>
          <ac:spMkLst>
            <pc:docMk/>
            <pc:sldMk cId="1449548173" sldId="371"/>
            <ac:spMk id="5" creationId="{A398E838-A2A7-414A-970E-EA11A895399A}"/>
          </ac:spMkLst>
        </pc:spChg>
        <pc:spChg chg="add del mod">
          <ac:chgData name="鈴木 秀規" userId="f68c5fd9-22d5-4c0a-9833-7fb0f5135313" providerId="ADAL" clId="{31AF745B-ECEE-4C51-8828-E2A47B117181}" dt="2021-01-26T05:54:37.173" v="324" actId="478"/>
          <ac:spMkLst>
            <pc:docMk/>
            <pc:sldMk cId="1449548173" sldId="371"/>
            <ac:spMk id="6" creationId="{20EE99AF-89FE-4A02-A3E1-FD99A56F5AEE}"/>
          </ac:spMkLst>
        </pc:spChg>
        <pc:spChg chg="add del mod">
          <ac:chgData name="鈴木 秀規" userId="f68c5fd9-22d5-4c0a-9833-7fb0f5135313" providerId="ADAL" clId="{31AF745B-ECEE-4C51-8828-E2A47B117181}" dt="2021-01-26T05:54:37.173" v="324" actId="478"/>
          <ac:spMkLst>
            <pc:docMk/>
            <pc:sldMk cId="1449548173" sldId="371"/>
            <ac:spMk id="7" creationId="{A3814B59-5B96-45A1-84A4-AD6CD9B9164C}"/>
          </ac:spMkLst>
        </pc:spChg>
        <pc:spChg chg="add del mod">
          <ac:chgData name="鈴木 秀規" userId="f68c5fd9-22d5-4c0a-9833-7fb0f5135313" providerId="ADAL" clId="{31AF745B-ECEE-4C51-8828-E2A47B117181}" dt="2021-01-26T05:54:37.173" v="324" actId="478"/>
          <ac:spMkLst>
            <pc:docMk/>
            <pc:sldMk cId="1449548173" sldId="371"/>
            <ac:spMk id="8" creationId="{3C6CD0D2-B84A-44AC-A21A-64C2CAE96310}"/>
          </ac:spMkLst>
        </pc:spChg>
        <pc:spChg chg="add mod">
          <ac:chgData name="鈴木 秀規" userId="f68c5fd9-22d5-4c0a-9833-7fb0f5135313" providerId="ADAL" clId="{31AF745B-ECEE-4C51-8828-E2A47B117181}" dt="2021-01-26T05:54:44.543" v="325"/>
          <ac:spMkLst>
            <pc:docMk/>
            <pc:sldMk cId="1449548173" sldId="371"/>
            <ac:spMk id="9" creationId="{B18C3434-8094-4D11-9DCE-11BC3134EB32}"/>
          </ac:spMkLst>
        </pc:spChg>
        <pc:spChg chg="add mod">
          <ac:chgData name="鈴木 秀規" userId="f68c5fd9-22d5-4c0a-9833-7fb0f5135313" providerId="ADAL" clId="{31AF745B-ECEE-4C51-8828-E2A47B117181}" dt="2021-01-26T05:54:44.543" v="325"/>
          <ac:spMkLst>
            <pc:docMk/>
            <pc:sldMk cId="1449548173" sldId="371"/>
            <ac:spMk id="10" creationId="{DF76AE1A-859A-4594-88B7-91BE98A8E033}"/>
          </ac:spMkLst>
        </pc:spChg>
        <pc:spChg chg="add mod">
          <ac:chgData name="鈴木 秀規" userId="f68c5fd9-22d5-4c0a-9833-7fb0f5135313" providerId="ADAL" clId="{31AF745B-ECEE-4C51-8828-E2A47B117181}" dt="2021-01-26T05:54:44.543" v="325"/>
          <ac:spMkLst>
            <pc:docMk/>
            <pc:sldMk cId="1449548173" sldId="371"/>
            <ac:spMk id="11" creationId="{DC219308-7BB1-4571-B6C2-AF593F39CA0D}"/>
          </ac:spMkLst>
        </pc:spChg>
        <pc:spChg chg="add mod">
          <ac:chgData name="鈴木 秀規" userId="f68c5fd9-22d5-4c0a-9833-7fb0f5135313" providerId="ADAL" clId="{31AF745B-ECEE-4C51-8828-E2A47B117181}" dt="2021-01-26T05:56:27.120" v="352" actId="207"/>
          <ac:spMkLst>
            <pc:docMk/>
            <pc:sldMk cId="1449548173" sldId="371"/>
            <ac:spMk id="12" creationId="{D827973A-B285-444D-B8E2-2C1ADF444989}"/>
          </ac:spMkLst>
        </pc:spChg>
        <pc:spChg chg="add mod">
          <ac:chgData name="鈴木 秀規" userId="f68c5fd9-22d5-4c0a-9833-7fb0f5135313" providerId="ADAL" clId="{31AF745B-ECEE-4C51-8828-E2A47B117181}" dt="2021-01-26T05:55:51.921" v="340" actId="1076"/>
          <ac:spMkLst>
            <pc:docMk/>
            <pc:sldMk cId="1449548173" sldId="371"/>
            <ac:spMk id="13" creationId="{090E20F7-1963-4594-A854-A0007B5562F3}"/>
          </ac:spMkLst>
        </pc:spChg>
        <pc:spChg chg="add del mod">
          <ac:chgData name="鈴木 秀規" userId="f68c5fd9-22d5-4c0a-9833-7fb0f5135313" providerId="ADAL" clId="{31AF745B-ECEE-4C51-8828-E2A47B117181}" dt="2021-01-26T05:55:40.547" v="337" actId="478"/>
          <ac:spMkLst>
            <pc:docMk/>
            <pc:sldMk cId="1449548173" sldId="371"/>
            <ac:spMk id="14" creationId="{E8DD0F15-F557-4960-B7CA-8C81D69C2ED8}"/>
          </ac:spMkLst>
        </pc:spChg>
        <pc:spChg chg="add mod">
          <ac:chgData name="鈴木 秀規" userId="f68c5fd9-22d5-4c0a-9833-7fb0f5135313" providerId="ADAL" clId="{31AF745B-ECEE-4C51-8828-E2A47B117181}" dt="2021-01-26T05:55:54.465" v="341" actId="571"/>
          <ac:spMkLst>
            <pc:docMk/>
            <pc:sldMk cId="1449548173" sldId="371"/>
            <ac:spMk id="15" creationId="{E753C64B-05EF-45FD-978D-013CE4F0EFBD}"/>
          </ac:spMkLst>
        </pc:spChg>
        <pc:spChg chg="add mod">
          <ac:chgData name="鈴木 秀規" userId="f68c5fd9-22d5-4c0a-9833-7fb0f5135313" providerId="ADAL" clId="{31AF745B-ECEE-4C51-8828-E2A47B117181}" dt="2021-01-26T05:55:57.256" v="342" actId="571"/>
          <ac:spMkLst>
            <pc:docMk/>
            <pc:sldMk cId="1449548173" sldId="371"/>
            <ac:spMk id="16" creationId="{CCB14EDC-88EE-4401-B02E-6086E5CBABE6}"/>
          </ac:spMkLst>
        </pc:spChg>
        <pc:spChg chg="add mod">
          <ac:chgData name="鈴木 秀規" userId="f68c5fd9-22d5-4c0a-9833-7fb0f5135313" providerId="ADAL" clId="{31AF745B-ECEE-4C51-8828-E2A47B117181}" dt="2021-01-26T05:56:04.338" v="346" actId="1037"/>
          <ac:spMkLst>
            <pc:docMk/>
            <pc:sldMk cId="1449548173" sldId="371"/>
            <ac:spMk id="17" creationId="{F0C64602-7B94-47EE-80D2-378BDFD473FD}"/>
          </ac:spMkLst>
        </pc:spChg>
      </pc:sldChg>
      <pc:sldChg chg="addSp modSp new mod">
        <pc:chgData name="鈴木 秀規" userId="f68c5fd9-22d5-4c0a-9833-7fb0f5135313" providerId="ADAL" clId="{31AF745B-ECEE-4C51-8828-E2A47B117181}" dt="2021-01-26T05:57:30.135" v="366" actId="207"/>
        <pc:sldMkLst>
          <pc:docMk/>
          <pc:sldMk cId="944436562" sldId="372"/>
        </pc:sldMkLst>
        <pc:spChg chg="mod">
          <ac:chgData name="鈴木 秀規" userId="f68c5fd9-22d5-4c0a-9833-7fb0f5135313" providerId="ADAL" clId="{31AF745B-ECEE-4C51-8828-E2A47B117181}" dt="2021-01-26T05:56:41.264" v="354"/>
          <ac:spMkLst>
            <pc:docMk/>
            <pc:sldMk cId="944436562" sldId="372"/>
            <ac:spMk id="3" creationId="{B1C65F3E-F31A-478E-B126-D35EA375B4B9}"/>
          </ac:spMkLst>
        </pc:spChg>
        <pc:spChg chg="mod">
          <ac:chgData name="鈴木 秀規" userId="f68c5fd9-22d5-4c0a-9833-7fb0f5135313" providerId="ADAL" clId="{31AF745B-ECEE-4C51-8828-E2A47B117181}" dt="2021-01-26T05:56:55.555" v="358" actId="14100"/>
          <ac:spMkLst>
            <pc:docMk/>
            <pc:sldMk cId="944436562" sldId="372"/>
            <ac:spMk id="5" creationId="{A3976CD6-7AC6-4459-9B75-3D9965BC48B5}"/>
          </ac:spMkLst>
        </pc:spChg>
        <pc:spChg chg="add mod">
          <ac:chgData name="鈴木 秀規" userId="f68c5fd9-22d5-4c0a-9833-7fb0f5135313" providerId="ADAL" clId="{31AF745B-ECEE-4C51-8828-E2A47B117181}" dt="2021-01-26T05:57:30.135" v="366" actId="207"/>
          <ac:spMkLst>
            <pc:docMk/>
            <pc:sldMk cId="944436562" sldId="372"/>
            <ac:spMk id="6" creationId="{76116D8C-213F-4158-830F-F3C1EB4D300E}"/>
          </ac:spMkLst>
        </pc:spChg>
      </pc:sldChg>
      <pc:sldChg chg="modSp new mod">
        <pc:chgData name="鈴木 秀規" userId="f68c5fd9-22d5-4c0a-9833-7fb0f5135313" providerId="ADAL" clId="{31AF745B-ECEE-4C51-8828-E2A47B117181}" dt="2021-01-26T06:00:43.897" v="419" actId="207"/>
        <pc:sldMkLst>
          <pc:docMk/>
          <pc:sldMk cId="35644827" sldId="373"/>
        </pc:sldMkLst>
        <pc:spChg chg="mod">
          <ac:chgData name="鈴木 秀規" userId="f68c5fd9-22d5-4c0a-9833-7fb0f5135313" providerId="ADAL" clId="{31AF745B-ECEE-4C51-8828-E2A47B117181}" dt="2021-01-26T05:58:05.850" v="368"/>
          <ac:spMkLst>
            <pc:docMk/>
            <pc:sldMk cId="35644827" sldId="373"/>
            <ac:spMk id="3" creationId="{90D8C1E3-2B7F-4D7A-A557-615C8F733A5A}"/>
          </ac:spMkLst>
        </pc:spChg>
        <pc:spChg chg="mod">
          <ac:chgData name="鈴木 秀規" userId="f68c5fd9-22d5-4c0a-9833-7fb0f5135313" providerId="ADAL" clId="{31AF745B-ECEE-4C51-8828-E2A47B117181}" dt="2021-01-26T06:00:43.897" v="419" actId="207"/>
          <ac:spMkLst>
            <pc:docMk/>
            <pc:sldMk cId="35644827" sldId="373"/>
            <ac:spMk id="5" creationId="{A53D55A4-4B24-4FF1-846F-0CB6B88DE619}"/>
          </ac:spMkLst>
        </pc:spChg>
      </pc:sldChg>
      <pc:sldChg chg="addSp modSp new mod">
        <pc:chgData name="鈴木 秀規" userId="f68c5fd9-22d5-4c0a-9833-7fb0f5135313" providerId="ADAL" clId="{31AF745B-ECEE-4C51-8828-E2A47B117181}" dt="2021-01-26T06:02:45.300" v="431" actId="207"/>
        <pc:sldMkLst>
          <pc:docMk/>
          <pc:sldMk cId="3586215112" sldId="374"/>
        </pc:sldMkLst>
        <pc:spChg chg="mod">
          <ac:chgData name="鈴木 秀規" userId="f68c5fd9-22d5-4c0a-9833-7fb0f5135313" providerId="ADAL" clId="{31AF745B-ECEE-4C51-8828-E2A47B117181}" dt="2021-01-26T06:01:06.626" v="421"/>
          <ac:spMkLst>
            <pc:docMk/>
            <pc:sldMk cId="3586215112" sldId="374"/>
            <ac:spMk id="3" creationId="{74D68A83-1EE1-4F3F-974D-BDDEE2D6DE8D}"/>
          </ac:spMkLst>
        </pc:spChg>
        <pc:spChg chg="mod">
          <ac:chgData name="鈴木 秀規" userId="f68c5fd9-22d5-4c0a-9833-7fb0f5135313" providerId="ADAL" clId="{31AF745B-ECEE-4C51-8828-E2A47B117181}" dt="2021-01-26T06:01:38.951" v="425" actId="14100"/>
          <ac:spMkLst>
            <pc:docMk/>
            <pc:sldMk cId="3586215112" sldId="374"/>
            <ac:spMk id="5" creationId="{AF0D17FF-0DBB-4085-9AA1-467745BDFE3D}"/>
          </ac:spMkLst>
        </pc:spChg>
        <pc:spChg chg="add mod">
          <ac:chgData name="鈴木 秀規" userId="f68c5fd9-22d5-4c0a-9833-7fb0f5135313" providerId="ADAL" clId="{31AF745B-ECEE-4C51-8828-E2A47B117181}" dt="2021-01-26T06:02:13.344" v="428" actId="207"/>
          <ac:spMkLst>
            <pc:docMk/>
            <pc:sldMk cId="3586215112" sldId="374"/>
            <ac:spMk id="6" creationId="{0B8A4289-ED12-4E18-B5F7-E7D1B8A16A4C}"/>
          </ac:spMkLst>
        </pc:spChg>
        <pc:spChg chg="add mod">
          <ac:chgData name="鈴木 秀規" userId="f68c5fd9-22d5-4c0a-9833-7fb0f5135313" providerId="ADAL" clId="{31AF745B-ECEE-4C51-8828-E2A47B117181}" dt="2021-01-26T06:02:45.300" v="431" actId="207"/>
          <ac:spMkLst>
            <pc:docMk/>
            <pc:sldMk cId="3586215112" sldId="374"/>
            <ac:spMk id="7" creationId="{F4B9C825-0773-4BD6-8947-DA5740E334B3}"/>
          </ac:spMkLst>
        </pc:spChg>
        <pc:spChg chg="mod">
          <ac:chgData name="鈴木 秀規" userId="f68c5fd9-22d5-4c0a-9833-7fb0f5135313" providerId="ADAL" clId="{31AF745B-ECEE-4C51-8828-E2A47B117181}" dt="2021-01-26T06:02:45.300" v="431" actId="207"/>
          <ac:spMkLst>
            <pc:docMk/>
            <pc:sldMk cId="3586215112" sldId="374"/>
            <ac:spMk id="10" creationId="{1A58A6C4-889B-450F-924F-C9F545EB2A3D}"/>
          </ac:spMkLst>
        </pc:spChg>
        <pc:spChg chg="add mod">
          <ac:chgData name="鈴木 秀規" userId="f68c5fd9-22d5-4c0a-9833-7fb0f5135313" providerId="ADAL" clId="{31AF745B-ECEE-4C51-8828-E2A47B117181}" dt="2021-01-26T06:01:48.608" v="426"/>
          <ac:spMkLst>
            <pc:docMk/>
            <pc:sldMk cId="3586215112" sldId="374"/>
            <ac:spMk id="11" creationId="{785644FA-8A03-4258-8728-9595832CB15E}"/>
          </ac:spMkLst>
        </pc:spChg>
        <pc:spChg chg="add mod">
          <ac:chgData name="鈴木 秀規" userId="f68c5fd9-22d5-4c0a-9833-7fb0f5135313" providerId="ADAL" clId="{31AF745B-ECEE-4C51-8828-E2A47B117181}" dt="2021-01-26T06:01:48.608" v="426"/>
          <ac:spMkLst>
            <pc:docMk/>
            <pc:sldMk cId="3586215112" sldId="374"/>
            <ac:spMk id="12" creationId="{44CA81F1-EBE9-4C1F-B2BB-3C3E1806F921}"/>
          </ac:spMkLst>
        </pc:spChg>
        <pc:spChg chg="add mod">
          <ac:chgData name="鈴木 秀規" userId="f68c5fd9-22d5-4c0a-9833-7fb0f5135313" providerId="ADAL" clId="{31AF745B-ECEE-4C51-8828-E2A47B117181}" dt="2021-01-26T06:01:48.608" v="426"/>
          <ac:spMkLst>
            <pc:docMk/>
            <pc:sldMk cId="3586215112" sldId="374"/>
            <ac:spMk id="13" creationId="{D210470C-7BC6-479C-B32D-52F62FAFF5CE}"/>
          </ac:spMkLst>
        </pc:spChg>
        <pc:spChg chg="add mod">
          <ac:chgData name="鈴木 秀規" userId="f68c5fd9-22d5-4c0a-9833-7fb0f5135313" providerId="ADAL" clId="{31AF745B-ECEE-4C51-8828-E2A47B117181}" dt="2021-01-26T06:01:48.608" v="426"/>
          <ac:spMkLst>
            <pc:docMk/>
            <pc:sldMk cId="3586215112" sldId="374"/>
            <ac:spMk id="14" creationId="{F4BE28F0-CEB5-4A84-AD56-459DC396288E}"/>
          </ac:spMkLst>
        </pc:spChg>
        <pc:spChg chg="add mod">
          <ac:chgData name="鈴木 秀規" userId="f68c5fd9-22d5-4c0a-9833-7fb0f5135313" providerId="ADAL" clId="{31AF745B-ECEE-4C51-8828-E2A47B117181}" dt="2021-01-26T06:01:48.608" v="426"/>
          <ac:spMkLst>
            <pc:docMk/>
            <pc:sldMk cId="3586215112" sldId="374"/>
            <ac:spMk id="15" creationId="{661AEE13-AF85-4E8C-8C36-56CAB1375768}"/>
          </ac:spMkLst>
        </pc:spChg>
        <pc:spChg chg="add mod">
          <ac:chgData name="鈴木 秀規" userId="f68c5fd9-22d5-4c0a-9833-7fb0f5135313" providerId="ADAL" clId="{31AF745B-ECEE-4C51-8828-E2A47B117181}" dt="2021-01-26T06:02:45.300" v="431" actId="207"/>
          <ac:spMkLst>
            <pc:docMk/>
            <pc:sldMk cId="3586215112" sldId="374"/>
            <ac:spMk id="16" creationId="{D1EACF3D-DA3C-4F24-896C-812A2FC32232}"/>
          </ac:spMkLst>
        </pc:spChg>
        <pc:spChg chg="add mod">
          <ac:chgData name="鈴木 秀規" userId="f68c5fd9-22d5-4c0a-9833-7fb0f5135313" providerId="ADAL" clId="{31AF745B-ECEE-4C51-8828-E2A47B117181}" dt="2021-01-26T06:01:48.608" v="426"/>
          <ac:spMkLst>
            <pc:docMk/>
            <pc:sldMk cId="3586215112" sldId="374"/>
            <ac:spMk id="17" creationId="{80B22573-0B48-4DA1-9DEE-17DA1FB51570}"/>
          </ac:spMkLst>
        </pc:spChg>
        <pc:spChg chg="add mod">
          <ac:chgData name="鈴木 秀規" userId="f68c5fd9-22d5-4c0a-9833-7fb0f5135313" providerId="ADAL" clId="{31AF745B-ECEE-4C51-8828-E2A47B117181}" dt="2021-01-26T06:02:45.300" v="431" actId="207"/>
          <ac:spMkLst>
            <pc:docMk/>
            <pc:sldMk cId="3586215112" sldId="374"/>
            <ac:spMk id="18" creationId="{513C1E0F-51B7-4C19-852B-0F5F03C2E927}"/>
          </ac:spMkLst>
        </pc:spChg>
        <pc:spChg chg="add mod">
          <ac:chgData name="鈴木 秀規" userId="f68c5fd9-22d5-4c0a-9833-7fb0f5135313" providerId="ADAL" clId="{31AF745B-ECEE-4C51-8828-E2A47B117181}" dt="2021-01-26T06:01:48.608" v="426"/>
          <ac:spMkLst>
            <pc:docMk/>
            <pc:sldMk cId="3586215112" sldId="374"/>
            <ac:spMk id="19" creationId="{FE000A22-00CE-4A4E-9761-E983CE3DF0EA}"/>
          </ac:spMkLst>
        </pc:spChg>
        <pc:spChg chg="add mod">
          <ac:chgData name="鈴木 秀規" userId="f68c5fd9-22d5-4c0a-9833-7fb0f5135313" providerId="ADAL" clId="{31AF745B-ECEE-4C51-8828-E2A47B117181}" dt="2021-01-26T06:02:45.300" v="431" actId="207"/>
          <ac:spMkLst>
            <pc:docMk/>
            <pc:sldMk cId="3586215112" sldId="374"/>
            <ac:spMk id="20" creationId="{3F0298FF-3F68-4E80-A5AA-D970F1BFBF47}"/>
          </ac:spMkLst>
        </pc:spChg>
        <pc:spChg chg="add mod">
          <ac:chgData name="鈴木 秀規" userId="f68c5fd9-22d5-4c0a-9833-7fb0f5135313" providerId="ADAL" clId="{31AF745B-ECEE-4C51-8828-E2A47B117181}" dt="2021-01-26T06:02:45.300" v="431" actId="207"/>
          <ac:spMkLst>
            <pc:docMk/>
            <pc:sldMk cId="3586215112" sldId="374"/>
            <ac:spMk id="21" creationId="{E5BCB49B-FCEA-418B-89AD-26AC10F600E3}"/>
          </ac:spMkLst>
        </pc:spChg>
        <pc:grpChg chg="add mod">
          <ac:chgData name="鈴木 秀規" userId="f68c5fd9-22d5-4c0a-9833-7fb0f5135313" providerId="ADAL" clId="{31AF745B-ECEE-4C51-8828-E2A47B117181}" dt="2021-01-26T06:02:32.131" v="429" actId="207"/>
          <ac:grpSpMkLst>
            <pc:docMk/>
            <pc:sldMk cId="3586215112" sldId="374"/>
            <ac:grpSpMk id="8" creationId="{38A860E3-00EF-4C43-9483-BB46C4DE9FEB}"/>
          </ac:grpSpMkLst>
        </pc:grpChg>
        <pc:picChg chg="mod">
          <ac:chgData name="鈴木 秀規" userId="f68c5fd9-22d5-4c0a-9833-7fb0f5135313" providerId="ADAL" clId="{31AF745B-ECEE-4C51-8828-E2A47B117181}" dt="2021-01-26T06:02:36.046" v="430" actId="2085"/>
          <ac:picMkLst>
            <pc:docMk/>
            <pc:sldMk cId="3586215112" sldId="374"/>
            <ac:picMk id="9" creationId="{013D4F2E-DF4F-4A12-B460-481349442D09}"/>
          </ac:picMkLst>
        </pc:picChg>
      </pc:sldChg>
      <pc:sldChg chg="addSp delSp modSp new mod">
        <pc:chgData name="鈴木 秀規" userId="f68c5fd9-22d5-4c0a-9833-7fb0f5135313" providerId="ADAL" clId="{31AF745B-ECEE-4C51-8828-E2A47B117181}" dt="2021-01-26T06:04:25.418" v="447" actId="207"/>
        <pc:sldMkLst>
          <pc:docMk/>
          <pc:sldMk cId="3278431197" sldId="375"/>
        </pc:sldMkLst>
        <pc:spChg chg="mod">
          <ac:chgData name="鈴木 秀規" userId="f68c5fd9-22d5-4c0a-9833-7fb0f5135313" providerId="ADAL" clId="{31AF745B-ECEE-4C51-8828-E2A47B117181}" dt="2021-01-26T06:03:09.564" v="433"/>
          <ac:spMkLst>
            <pc:docMk/>
            <pc:sldMk cId="3278431197" sldId="375"/>
            <ac:spMk id="3" creationId="{94A7F50B-029D-4344-A3E9-0852F39D0574}"/>
          </ac:spMkLst>
        </pc:spChg>
        <pc:spChg chg="mod">
          <ac:chgData name="鈴木 秀規" userId="f68c5fd9-22d5-4c0a-9833-7fb0f5135313" providerId="ADAL" clId="{31AF745B-ECEE-4C51-8828-E2A47B117181}" dt="2021-01-26T06:04:25.418" v="447" actId="207"/>
          <ac:spMkLst>
            <pc:docMk/>
            <pc:sldMk cId="3278431197" sldId="375"/>
            <ac:spMk id="5" creationId="{A8AED195-2A30-4E22-8D64-829F1A2C8A9E}"/>
          </ac:spMkLst>
        </pc:spChg>
        <pc:spChg chg="add del">
          <ac:chgData name="鈴木 秀規" userId="f68c5fd9-22d5-4c0a-9833-7fb0f5135313" providerId="ADAL" clId="{31AF745B-ECEE-4C51-8828-E2A47B117181}" dt="2021-01-26T06:03:36.760" v="438" actId="22"/>
          <ac:spMkLst>
            <pc:docMk/>
            <pc:sldMk cId="3278431197" sldId="375"/>
            <ac:spMk id="7" creationId="{04B419E0-8A32-4DA8-9E0C-BCCD4A7E3CB1}"/>
          </ac:spMkLst>
        </pc:spChg>
        <pc:spChg chg="add mod">
          <ac:chgData name="鈴木 秀規" userId="f68c5fd9-22d5-4c0a-9833-7fb0f5135313" providerId="ADAL" clId="{31AF745B-ECEE-4C51-8828-E2A47B117181}" dt="2021-01-26T06:04:16.314" v="445" actId="2711"/>
          <ac:spMkLst>
            <pc:docMk/>
            <pc:sldMk cId="3278431197" sldId="375"/>
            <ac:spMk id="8" creationId="{F61EE197-FC4B-4674-93BC-5A4123AB904B}"/>
          </ac:spMkLst>
        </pc:spChg>
      </pc:sldChg>
      <pc:sldChg chg="addSp modSp new mod">
        <pc:chgData name="鈴木 秀規" userId="f68c5fd9-22d5-4c0a-9833-7fb0f5135313" providerId="ADAL" clId="{31AF745B-ECEE-4C51-8828-E2A47B117181}" dt="2021-01-26T06:06:05.186" v="465" actId="207"/>
        <pc:sldMkLst>
          <pc:docMk/>
          <pc:sldMk cId="3335697102" sldId="376"/>
        </pc:sldMkLst>
        <pc:spChg chg="mod">
          <ac:chgData name="鈴木 秀規" userId="f68c5fd9-22d5-4c0a-9833-7fb0f5135313" providerId="ADAL" clId="{31AF745B-ECEE-4C51-8828-E2A47B117181}" dt="2021-01-26T06:04:44.258" v="449"/>
          <ac:spMkLst>
            <pc:docMk/>
            <pc:sldMk cId="3335697102" sldId="376"/>
            <ac:spMk id="3" creationId="{84CDAE99-51E1-45AD-ABEF-403422322C7B}"/>
          </ac:spMkLst>
        </pc:spChg>
        <pc:spChg chg="mod">
          <ac:chgData name="鈴木 秀規" userId="f68c5fd9-22d5-4c0a-9833-7fb0f5135313" providerId="ADAL" clId="{31AF745B-ECEE-4C51-8828-E2A47B117181}" dt="2021-01-26T06:06:05.186" v="465" actId="207"/>
          <ac:spMkLst>
            <pc:docMk/>
            <pc:sldMk cId="3335697102" sldId="376"/>
            <ac:spMk id="5" creationId="{45CA0F9F-0661-4575-B06E-144A0490A7CF}"/>
          </ac:spMkLst>
        </pc:spChg>
        <pc:picChg chg="add mod">
          <ac:chgData name="鈴木 秀規" userId="f68c5fd9-22d5-4c0a-9833-7fb0f5135313" providerId="ADAL" clId="{31AF745B-ECEE-4C51-8828-E2A47B117181}" dt="2021-01-26T06:05:46.939" v="459" actId="1076"/>
          <ac:picMkLst>
            <pc:docMk/>
            <pc:sldMk cId="3335697102" sldId="376"/>
            <ac:picMk id="6" creationId="{A1B21CC7-914D-4704-A426-7BA33ED50D88}"/>
          </ac:picMkLst>
        </pc:picChg>
      </pc:sldChg>
      <pc:sldChg chg="addSp modSp new mod">
        <pc:chgData name="鈴木 秀規" userId="f68c5fd9-22d5-4c0a-9833-7fb0f5135313" providerId="ADAL" clId="{31AF745B-ECEE-4C51-8828-E2A47B117181}" dt="2021-01-26T06:07:09.151" v="481" actId="14100"/>
        <pc:sldMkLst>
          <pc:docMk/>
          <pc:sldMk cId="1075370688" sldId="377"/>
        </pc:sldMkLst>
        <pc:spChg chg="mod">
          <ac:chgData name="鈴木 秀規" userId="f68c5fd9-22d5-4c0a-9833-7fb0f5135313" providerId="ADAL" clId="{31AF745B-ECEE-4C51-8828-E2A47B117181}" dt="2021-01-26T06:06:19.113" v="467"/>
          <ac:spMkLst>
            <pc:docMk/>
            <pc:sldMk cId="1075370688" sldId="377"/>
            <ac:spMk id="3" creationId="{5902A05F-050D-4547-92B0-FDFB23B15993}"/>
          </ac:spMkLst>
        </pc:spChg>
        <pc:spChg chg="mod">
          <ac:chgData name="鈴木 秀規" userId="f68c5fd9-22d5-4c0a-9833-7fb0f5135313" providerId="ADAL" clId="{31AF745B-ECEE-4C51-8828-E2A47B117181}" dt="2021-01-26T06:06:40.182" v="470" actId="14100"/>
          <ac:spMkLst>
            <pc:docMk/>
            <pc:sldMk cId="1075370688" sldId="377"/>
            <ac:spMk id="5" creationId="{343594CE-8AC7-47D0-9120-E9E98483AA2E}"/>
          </ac:spMkLst>
        </pc:spChg>
        <pc:spChg chg="add mod">
          <ac:chgData name="鈴木 秀規" userId="f68c5fd9-22d5-4c0a-9833-7fb0f5135313" providerId="ADAL" clId="{31AF745B-ECEE-4C51-8828-E2A47B117181}" dt="2021-01-26T06:07:09.151" v="481" actId="14100"/>
          <ac:spMkLst>
            <pc:docMk/>
            <pc:sldMk cId="1075370688" sldId="377"/>
            <ac:spMk id="7" creationId="{B7182EBC-6550-4E14-B8CE-0A438FACA553}"/>
          </ac:spMkLst>
        </pc:spChg>
        <pc:picChg chg="add mod">
          <ac:chgData name="鈴木 秀規" userId="f68c5fd9-22d5-4c0a-9833-7fb0f5135313" providerId="ADAL" clId="{31AF745B-ECEE-4C51-8828-E2A47B117181}" dt="2021-01-26T06:06:54.744" v="477" actId="14100"/>
          <ac:picMkLst>
            <pc:docMk/>
            <pc:sldMk cId="1075370688" sldId="377"/>
            <ac:picMk id="6" creationId="{5916466E-AD58-4AB9-BBE1-3BC48071FE35}"/>
          </ac:picMkLst>
        </pc:picChg>
      </pc:sldChg>
      <pc:sldChg chg="addSp modSp new mod">
        <pc:chgData name="鈴木 秀規" userId="f68c5fd9-22d5-4c0a-9833-7fb0f5135313" providerId="ADAL" clId="{31AF745B-ECEE-4C51-8828-E2A47B117181}" dt="2021-01-26T06:08:15.670" v="497" actId="1076"/>
        <pc:sldMkLst>
          <pc:docMk/>
          <pc:sldMk cId="2580646882" sldId="378"/>
        </pc:sldMkLst>
        <pc:spChg chg="mod">
          <ac:chgData name="鈴木 秀規" userId="f68c5fd9-22d5-4c0a-9833-7fb0f5135313" providerId="ADAL" clId="{31AF745B-ECEE-4C51-8828-E2A47B117181}" dt="2021-01-26T06:07:27.101" v="483"/>
          <ac:spMkLst>
            <pc:docMk/>
            <pc:sldMk cId="2580646882" sldId="378"/>
            <ac:spMk id="3" creationId="{F5F1371B-71A4-4508-9B77-DF2662B99B76}"/>
          </ac:spMkLst>
        </pc:spChg>
        <pc:spChg chg="mod">
          <ac:chgData name="鈴木 秀規" userId="f68c5fd9-22d5-4c0a-9833-7fb0f5135313" providerId="ADAL" clId="{31AF745B-ECEE-4C51-8828-E2A47B117181}" dt="2021-01-26T06:08:11.564" v="496" actId="207"/>
          <ac:spMkLst>
            <pc:docMk/>
            <pc:sldMk cId="2580646882" sldId="378"/>
            <ac:spMk id="5" creationId="{703B0AF1-C94F-4BE9-B427-FD46F93BDB88}"/>
          </ac:spMkLst>
        </pc:spChg>
        <pc:picChg chg="add mod">
          <ac:chgData name="鈴木 秀規" userId="f68c5fd9-22d5-4c0a-9833-7fb0f5135313" providerId="ADAL" clId="{31AF745B-ECEE-4C51-8828-E2A47B117181}" dt="2021-01-26T06:08:15.670" v="497" actId="1076"/>
          <ac:picMkLst>
            <pc:docMk/>
            <pc:sldMk cId="2580646882" sldId="378"/>
            <ac:picMk id="6" creationId="{E253F3D9-75D1-411D-BECC-77F0F489DCB0}"/>
          </ac:picMkLst>
        </pc:picChg>
      </pc:sldChg>
      <pc:sldChg chg="addSp modSp new mod">
        <pc:chgData name="鈴木 秀規" userId="f68c5fd9-22d5-4c0a-9833-7fb0f5135313" providerId="ADAL" clId="{31AF745B-ECEE-4C51-8828-E2A47B117181}" dt="2021-01-26T06:09:27.356" v="531" actId="1076"/>
        <pc:sldMkLst>
          <pc:docMk/>
          <pc:sldMk cId="3868544456" sldId="379"/>
        </pc:sldMkLst>
        <pc:spChg chg="mod">
          <ac:chgData name="鈴木 秀規" userId="f68c5fd9-22d5-4c0a-9833-7fb0f5135313" providerId="ADAL" clId="{31AF745B-ECEE-4C51-8828-E2A47B117181}" dt="2021-01-26T06:08:30.695" v="515" actId="20577"/>
          <ac:spMkLst>
            <pc:docMk/>
            <pc:sldMk cId="3868544456" sldId="379"/>
            <ac:spMk id="3" creationId="{9EB609AC-AB06-4D53-BF14-5EA6B1B9539A}"/>
          </ac:spMkLst>
        </pc:spChg>
        <pc:spChg chg="mod">
          <ac:chgData name="鈴木 秀規" userId="f68c5fd9-22d5-4c0a-9833-7fb0f5135313" providerId="ADAL" clId="{31AF745B-ECEE-4C51-8828-E2A47B117181}" dt="2021-01-26T06:08:40.335" v="518" actId="14100"/>
          <ac:spMkLst>
            <pc:docMk/>
            <pc:sldMk cId="3868544456" sldId="379"/>
            <ac:spMk id="5" creationId="{E7676D1F-6FF7-44EB-92F1-BAB6B9F0EFF4}"/>
          </ac:spMkLst>
        </pc:spChg>
        <pc:spChg chg="add mod">
          <ac:chgData name="鈴木 秀規" userId="f68c5fd9-22d5-4c0a-9833-7fb0f5135313" providerId="ADAL" clId="{31AF745B-ECEE-4C51-8828-E2A47B117181}" dt="2021-01-26T06:09:24.847" v="530" actId="14100"/>
          <ac:spMkLst>
            <pc:docMk/>
            <pc:sldMk cId="3868544456" sldId="379"/>
            <ac:spMk id="7" creationId="{C7286050-2DF8-497C-81E3-306493288BC4}"/>
          </ac:spMkLst>
        </pc:spChg>
        <pc:picChg chg="add mod">
          <ac:chgData name="鈴木 秀規" userId="f68c5fd9-22d5-4c0a-9833-7fb0f5135313" providerId="ADAL" clId="{31AF745B-ECEE-4C51-8828-E2A47B117181}" dt="2021-01-26T06:09:27.356" v="531" actId="1076"/>
          <ac:picMkLst>
            <pc:docMk/>
            <pc:sldMk cId="3868544456" sldId="379"/>
            <ac:picMk id="6" creationId="{20E0678B-2E0C-47BA-BAC4-30647E14495E}"/>
          </ac:picMkLst>
        </pc:picChg>
      </pc:sldChg>
      <pc:sldChg chg="addSp modSp new mod">
        <pc:chgData name="鈴木 秀規" userId="f68c5fd9-22d5-4c0a-9833-7fb0f5135313" providerId="ADAL" clId="{31AF745B-ECEE-4C51-8828-E2A47B117181}" dt="2021-01-26T06:10:26.206" v="544" actId="2711"/>
        <pc:sldMkLst>
          <pc:docMk/>
          <pc:sldMk cId="1868720455" sldId="380"/>
        </pc:sldMkLst>
        <pc:spChg chg="mod">
          <ac:chgData name="鈴木 秀規" userId="f68c5fd9-22d5-4c0a-9833-7fb0f5135313" providerId="ADAL" clId="{31AF745B-ECEE-4C51-8828-E2A47B117181}" dt="2021-01-26T06:09:39.286" v="533"/>
          <ac:spMkLst>
            <pc:docMk/>
            <pc:sldMk cId="1868720455" sldId="380"/>
            <ac:spMk id="3" creationId="{2C9F7F4C-4D1A-44F1-8504-3194AD12030E}"/>
          </ac:spMkLst>
        </pc:spChg>
        <pc:spChg chg="mod">
          <ac:chgData name="鈴木 秀規" userId="f68c5fd9-22d5-4c0a-9833-7fb0f5135313" providerId="ADAL" clId="{31AF745B-ECEE-4C51-8828-E2A47B117181}" dt="2021-01-26T06:09:51.095" v="536" actId="14100"/>
          <ac:spMkLst>
            <pc:docMk/>
            <pc:sldMk cId="1868720455" sldId="380"/>
            <ac:spMk id="5" creationId="{67D649D8-E2AC-4205-A3F3-CD0E0162A14B}"/>
          </ac:spMkLst>
        </pc:spChg>
        <pc:spChg chg="add mod">
          <ac:chgData name="鈴木 秀規" userId="f68c5fd9-22d5-4c0a-9833-7fb0f5135313" providerId="ADAL" clId="{31AF745B-ECEE-4C51-8828-E2A47B117181}" dt="2021-01-26T06:10:26.206" v="544" actId="2711"/>
          <ac:spMkLst>
            <pc:docMk/>
            <pc:sldMk cId="1868720455" sldId="380"/>
            <ac:spMk id="7" creationId="{65F9B8C6-FC9A-4EF2-BBA3-212563842F5B}"/>
          </ac:spMkLst>
        </pc:spChg>
        <pc:picChg chg="add mod">
          <ac:chgData name="鈴木 秀規" userId="f68c5fd9-22d5-4c0a-9833-7fb0f5135313" providerId="ADAL" clId="{31AF745B-ECEE-4C51-8828-E2A47B117181}" dt="2021-01-26T06:09:59.920" v="539" actId="1076"/>
          <ac:picMkLst>
            <pc:docMk/>
            <pc:sldMk cId="1868720455" sldId="380"/>
            <ac:picMk id="6" creationId="{2A23E1E0-788A-446D-BEF7-9FCDBB91E931}"/>
          </ac:picMkLst>
        </pc:picChg>
      </pc:sldChg>
      <pc:sldChg chg="modSp new mod">
        <pc:chgData name="鈴木 秀規" userId="f68c5fd9-22d5-4c0a-9833-7fb0f5135313" providerId="ADAL" clId="{31AF745B-ECEE-4C51-8828-E2A47B117181}" dt="2021-01-26T06:12:24.172" v="560" actId="207"/>
        <pc:sldMkLst>
          <pc:docMk/>
          <pc:sldMk cId="3747614513" sldId="381"/>
        </pc:sldMkLst>
        <pc:spChg chg="mod">
          <ac:chgData name="鈴木 秀規" userId="f68c5fd9-22d5-4c0a-9833-7fb0f5135313" providerId="ADAL" clId="{31AF745B-ECEE-4C51-8828-E2A47B117181}" dt="2021-01-26T06:11:21.079" v="546"/>
          <ac:spMkLst>
            <pc:docMk/>
            <pc:sldMk cId="3747614513" sldId="381"/>
            <ac:spMk id="3" creationId="{F54A46C4-10A8-4D73-8262-AF5F7632B069}"/>
          </ac:spMkLst>
        </pc:spChg>
        <pc:spChg chg="mod">
          <ac:chgData name="鈴木 秀規" userId="f68c5fd9-22d5-4c0a-9833-7fb0f5135313" providerId="ADAL" clId="{31AF745B-ECEE-4C51-8828-E2A47B117181}" dt="2021-01-26T06:12:24.172" v="560" actId="207"/>
          <ac:spMkLst>
            <pc:docMk/>
            <pc:sldMk cId="3747614513" sldId="381"/>
            <ac:spMk id="5" creationId="{C0902D24-2BC6-4565-B8E4-0885C73CA1B0}"/>
          </ac:spMkLst>
        </pc:spChg>
      </pc:sldChg>
      <pc:sldChg chg="addSp delSp modSp new mod">
        <pc:chgData name="鈴木 秀規" userId="f68c5fd9-22d5-4c0a-9833-7fb0f5135313" providerId="ADAL" clId="{31AF745B-ECEE-4C51-8828-E2A47B117181}" dt="2021-01-26T06:14:03.636" v="574" actId="207"/>
        <pc:sldMkLst>
          <pc:docMk/>
          <pc:sldMk cId="882110079" sldId="382"/>
        </pc:sldMkLst>
        <pc:spChg chg="mod">
          <ac:chgData name="鈴木 秀規" userId="f68c5fd9-22d5-4c0a-9833-7fb0f5135313" providerId="ADAL" clId="{31AF745B-ECEE-4C51-8828-E2A47B117181}" dt="2021-01-26T06:12:50.845" v="562"/>
          <ac:spMkLst>
            <pc:docMk/>
            <pc:sldMk cId="882110079" sldId="382"/>
            <ac:spMk id="3" creationId="{A3CC9EC9-F4F4-4F23-8295-F1F14A8EF7BF}"/>
          </ac:spMkLst>
        </pc:spChg>
        <pc:spChg chg="del">
          <ac:chgData name="鈴木 秀規" userId="f68c5fd9-22d5-4c0a-9833-7fb0f5135313" providerId="ADAL" clId="{31AF745B-ECEE-4C51-8828-E2A47B117181}" dt="2021-01-26T06:13:21.142" v="565" actId="478"/>
          <ac:spMkLst>
            <pc:docMk/>
            <pc:sldMk cId="882110079" sldId="382"/>
            <ac:spMk id="5" creationId="{AF90F26D-7738-4D8F-BDA2-E79BA73233E4}"/>
          </ac:spMkLst>
        </pc:spChg>
        <pc:spChg chg="add del mod">
          <ac:chgData name="鈴木 秀規" userId="f68c5fd9-22d5-4c0a-9833-7fb0f5135313" providerId="ADAL" clId="{31AF745B-ECEE-4C51-8828-E2A47B117181}" dt="2021-01-26T06:13:10.268" v="564"/>
          <ac:spMkLst>
            <pc:docMk/>
            <pc:sldMk cId="882110079" sldId="382"/>
            <ac:spMk id="6" creationId="{86A444F9-DE7C-4FBD-B2B6-D06A5D9943B1}"/>
          </ac:spMkLst>
        </pc:spChg>
        <pc:spChg chg="add del mod">
          <ac:chgData name="鈴木 秀規" userId="f68c5fd9-22d5-4c0a-9833-7fb0f5135313" providerId="ADAL" clId="{31AF745B-ECEE-4C51-8828-E2A47B117181}" dt="2021-01-26T06:13:10.268" v="564"/>
          <ac:spMkLst>
            <pc:docMk/>
            <pc:sldMk cId="882110079" sldId="382"/>
            <ac:spMk id="7" creationId="{AD3C94E8-CCE4-4467-99FA-54C60C64C849}"/>
          </ac:spMkLst>
        </pc:spChg>
        <pc:spChg chg="add del mod">
          <ac:chgData name="鈴木 秀規" userId="f68c5fd9-22d5-4c0a-9833-7fb0f5135313" providerId="ADAL" clId="{31AF745B-ECEE-4C51-8828-E2A47B117181}" dt="2021-01-26T06:13:10.268" v="564"/>
          <ac:spMkLst>
            <pc:docMk/>
            <pc:sldMk cId="882110079" sldId="382"/>
            <ac:spMk id="8" creationId="{B02B01A6-8295-48F9-8750-10A5EF847C21}"/>
          </ac:spMkLst>
        </pc:spChg>
        <pc:spChg chg="mod">
          <ac:chgData name="鈴木 秀規" userId="f68c5fd9-22d5-4c0a-9833-7fb0f5135313" providerId="ADAL" clId="{31AF745B-ECEE-4C51-8828-E2A47B117181}" dt="2021-01-26T06:13:09.258" v="563"/>
          <ac:spMkLst>
            <pc:docMk/>
            <pc:sldMk cId="882110079" sldId="382"/>
            <ac:spMk id="11" creationId="{D35B5DAD-402A-47F6-BDE7-E6BFDC074AA2}"/>
          </ac:spMkLst>
        </pc:spChg>
        <pc:spChg chg="add del mod">
          <ac:chgData name="鈴木 秀規" userId="f68c5fd9-22d5-4c0a-9833-7fb0f5135313" providerId="ADAL" clId="{31AF745B-ECEE-4C51-8828-E2A47B117181}" dt="2021-01-26T06:13:10.268" v="564"/>
          <ac:spMkLst>
            <pc:docMk/>
            <pc:sldMk cId="882110079" sldId="382"/>
            <ac:spMk id="12" creationId="{B480959C-1CD5-4F31-B9BC-85AB01582226}"/>
          </ac:spMkLst>
        </pc:spChg>
        <pc:spChg chg="add del mod">
          <ac:chgData name="鈴木 秀規" userId="f68c5fd9-22d5-4c0a-9833-7fb0f5135313" providerId="ADAL" clId="{31AF745B-ECEE-4C51-8828-E2A47B117181}" dt="2021-01-26T06:13:10.268" v="564"/>
          <ac:spMkLst>
            <pc:docMk/>
            <pc:sldMk cId="882110079" sldId="382"/>
            <ac:spMk id="13" creationId="{1E0DEAA7-3B68-4D92-A66C-5066B52F7B9D}"/>
          </ac:spMkLst>
        </pc:spChg>
        <pc:spChg chg="add del mod">
          <ac:chgData name="鈴木 秀規" userId="f68c5fd9-22d5-4c0a-9833-7fb0f5135313" providerId="ADAL" clId="{31AF745B-ECEE-4C51-8828-E2A47B117181}" dt="2021-01-26T06:13:10.268" v="564"/>
          <ac:spMkLst>
            <pc:docMk/>
            <pc:sldMk cId="882110079" sldId="382"/>
            <ac:spMk id="14" creationId="{CAA2818F-3A83-4B5C-8F0A-566E05D710BF}"/>
          </ac:spMkLst>
        </pc:spChg>
        <pc:spChg chg="add del mod">
          <ac:chgData name="鈴木 秀規" userId="f68c5fd9-22d5-4c0a-9833-7fb0f5135313" providerId="ADAL" clId="{31AF745B-ECEE-4C51-8828-E2A47B117181}" dt="2021-01-26T06:13:10.268" v="564"/>
          <ac:spMkLst>
            <pc:docMk/>
            <pc:sldMk cId="882110079" sldId="382"/>
            <ac:spMk id="15" creationId="{D5ABF18C-A6E1-4F2E-BEF8-142AF128745F}"/>
          </ac:spMkLst>
        </pc:spChg>
        <pc:spChg chg="add del mod">
          <ac:chgData name="鈴木 秀規" userId="f68c5fd9-22d5-4c0a-9833-7fb0f5135313" providerId="ADAL" clId="{31AF745B-ECEE-4C51-8828-E2A47B117181}" dt="2021-01-26T06:13:10.268" v="564"/>
          <ac:spMkLst>
            <pc:docMk/>
            <pc:sldMk cId="882110079" sldId="382"/>
            <ac:spMk id="16" creationId="{306E79C5-4E8C-480B-83AE-AC51A8646740}"/>
          </ac:spMkLst>
        </pc:spChg>
        <pc:spChg chg="add del mod">
          <ac:chgData name="鈴木 秀規" userId="f68c5fd9-22d5-4c0a-9833-7fb0f5135313" providerId="ADAL" clId="{31AF745B-ECEE-4C51-8828-E2A47B117181}" dt="2021-01-26T06:13:10.268" v="564"/>
          <ac:spMkLst>
            <pc:docMk/>
            <pc:sldMk cId="882110079" sldId="382"/>
            <ac:spMk id="17" creationId="{A850B1BF-6213-4268-9852-CB3510D15896}"/>
          </ac:spMkLst>
        </pc:spChg>
        <pc:spChg chg="add del mod">
          <ac:chgData name="鈴木 秀規" userId="f68c5fd9-22d5-4c0a-9833-7fb0f5135313" providerId="ADAL" clId="{31AF745B-ECEE-4C51-8828-E2A47B117181}" dt="2021-01-26T06:13:10.268" v="564"/>
          <ac:spMkLst>
            <pc:docMk/>
            <pc:sldMk cId="882110079" sldId="382"/>
            <ac:spMk id="18" creationId="{B9D5858B-041E-4C12-9353-A8913816EACA}"/>
          </ac:spMkLst>
        </pc:spChg>
        <pc:spChg chg="add del mod">
          <ac:chgData name="鈴木 秀規" userId="f68c5fd9-22d5-4c0a-9833-7fb0f5135313" providerId="ADAL" clId="{31AF745B-ECEE-4C51-8828-E2A47B117181}" dt="2021-01-26T06:13:10.268" v="564"/>
          <ac:spMkLst>
            <pc:docMk/>
            <pc:sldMk cId="882110079" sldId="382"/>
            <ac:spMk id="19" creationId="{815E56E7-6482-4976-9092-728CE18EB9EF}"/>
          </ac:spMkLst>
        </pc:spChg>
        <pc:spChg chg="add del mod">
          <ac:chgData name="鈴木 秀規" userId="f68c5fd9-22d5-4c0a-9833-7fb0f5135313" providerId="ADAL" clId="{31AF745B-ECEE-4C51-8828-E2A47B117181}" dt="2021-01-26T06:13:10.268" v="564"/>
          <ac:spMkLst>
            <pc:docMk/>
            <pc:sldMk cId="882110079" sldId="382"/>
            <ac:spMk id="20" creationId="{C97D492B-3C50-4A3F-B87A-920471D2A56F}"/>
          </ac:spMkLst>
        </pc:spChg>
        <pc:spChg chg="add del mod">
          <ac:chgData name="鈴木 秀規" userId="f68c5fd9-22d5-4c0a-9833-7fb0f5135313" providerId="ADAL" clId="{31AF745B-ECEE-4C51-8828-E2A47B117181}" dt="2021-01-26T06:13:10.268" v="564"/>
          <ac:spMkLst>
            <pc:docMk/>
            <pc:sldMk cId="882110079" sldId="382"/>
            <ac:spMk id="21" creationId="{73CF89BF-6EDA-4EA0-965E-6983E66667E3}"/>
          </ac:spMkLst>
        </pc:spChg>
        <pc:spChg chg="add del mod">
          <ac:chgData name="鈴木 秀規" userId="f68c5fd9-22d5-4c0a-9833-7fb0f5135313" providerId="ADAL" clId="{31AF745B-ECEE-4C51-8828-E2A47B117181}" dt="2021-01-26T06:13:10.268" v="564"/>
          <ac:spMkLst>
            <pc:docMk/>
            <pc:sldMk cId="882110079" sldId="382"/>
            <ac:spMk id="22" creationId="{0D637F13-D357-471A-9CF4-75DC530A5E46}"/>
          </ac:spMkLst>
        </pc:spChg>
        <pc:spChg chg="add mod">
          <ac:chgData name="鈴木 秀規" userId="f68c5fd9-22d5-4c0a-9833-7fb0f5135313" providerId="ADAL" clId="{31AF745B-ECEE-4C51-8828-E2A47B117181}" dt="2021-01-26T06:13:21.550" v="566"/>
          <ac:spMkLst>
            <pc:docMk/>
            <pc:sldMk cId="882110079" sldId="382"/>
            <ac:spMk id="23" creationId="{CB95B40C-D475-4805-8F2B-5CD1ABD082B6}"/>
          </ac:spMkLst>
        </pc:spChg>
        <pc:spChg chg="add mod">
          <ac:chgData name="鈴木 秀規" userId="f68c5fd9-22d5-4c0a-9833-7fb0f5135313" providerId="ADAL" clId="{31AF745B-ECEE-4C51-8828-E2A47B117181}" dt="2021-01-26T06:13:21.550" v="566"/>
          <ac:spMkLst>
            <pc:docMk/>
            <pc:sldMk cId="882110079" sldId="382"/>
            <ac:spMk id="24" creationId="{EB86E5A7-017E-4A6A-86EB-FCE90D3F8600}"/>
          </ac:spMkLst>
        </pc:spChg>
        <pc:spChg chg="add mod">
          <ac:chgData name="鈴木 秀規" userId="f68c5fd9-22d5-4c0a-9833-7fb0f5135313" providerId="ADAL" clId="{31AF745B-ECEE-4C51-8828-E2A47B117181}" dt="2021-01-26T06:13:53.480" v="572" actId="207"/>
          <ac:spMkLst>
            <pc:docMk/>
            <pc:sldMk cId="882110079" sldId="382"/>
            <ac:spMk id="25" creationId="{F64B71BA-0995-41C8-BCE7-7F5F1F8231EA}"/>
          </ac:spMkLst>
        </pc:spChg>
        <pc:spChg chg="mod">
          <ac:chgData name="鈴木 秀規" userId="f68c5fd9-22d5-4c0a-9833-7fb0f5135313" providerId="ADAL" clId="{31AF745B-ECEE-4C51-8828-E2A47B117181}" dt="2021-01-26T06:13:21.550" v="566"/>
          <ac:spMkLst>
            <pc:docMk/>
            <pc:sldMk cId="882110079" sldId="382"/>
            <ac:spMk id="28" creationId="{BFE9E4B7-18B0-4F27-AA9B-DA0E3D3991A7}"/>
          </ac:spMkLst>
        </pc:spChg>
        <pc:spChg chg="add mod">
          <ac:chgData name="鈴木 秀規" userId="f68c5fd9-22d5-4c0a-9833-7fb0f5135313" providerId="ADAL" clId="{31AF745B-ECEE-4C51-8828-E2A47B117181}" dt="2021-01-26T06:13:21.550" v="566"/>
          <ac:spMkLst>
            <pc:docMk/>
            <pc:sldMk cId="882110079" sldId="382"/>
            <ac:spMk id="29" creationId="{573DAD18-4E4E-45C1-ADF4-49219DC34074}"/>
          </ac:spMkLst>
        </pc:spChg>
        <pc:spChg chg="add mod">
          <ac:chgData name="鈴木 秀規" userId="f68c5fd9-22d5-4c0a-9833-7fb0f5135313" providerId="ADAL" clId="{31AF745B-ECEE-4C51-8828-E2A47B117181}" dt="2021-01-26T06:13:21.550" v="566"/>
          <ac:spMkLst>
            <pc:docMk/>
            <pc:sldMk cId="882110079" sldId="382"/>
            <ac:spMk id="30" creationId="{E70DE4C6-C26E-4F4C-9071-75AD0594AD5A}"/>
          </ac:spMkLst>
        </pc:spChg>
        <pc:spChg chg="add mod">
          <ac:chgData name="鈴木 秀規" userId="f68c5fd9-22d5-4c0a-9833-7fb0f5135313" providerId="ADAL" clId="{31AF745B-ECEE-4C51-8828-E2A47B117181}" dt="2021-01-26T06:13:21.550" v="566"/>
          <ac:spMkLst>
            <pc:docMk/>
            <pc:sldMk cId="882110079" sldId="382"/>
            <ac:spMk id="31" creationId="{D1BDC3E5-EA00-4C42-8A1E-852F56068736}"/>
          </ac:spMkLst>
        </pc:spChg>
        <pc:spChg chg="add mod">
          <ac:chgData name="鈴木 秀規" userId="f68c5fd9-22d5-4c0a-9833-7fb0f5135313" providerId="ADAL" clId="{31AF745B-ECEE-4C51-8828-E2A47B117181}" dt="2021-01-26T06:13:21.550" v="566"/>
          <ac:spMkLst>
            <pc:docMk/>
            <pc:sldMk cId="882110079" sldId="382"/>
            <ac:spMk id="32" creationId="{8C2C898B-8E04-48B9-8CEE-48779842213F}"/>
          </ac:spMkLst>
        </pc:spChg>
        <pc:spChg chg="add mod">
          <ac:chgData name="鈴木 秀規" userId="f68c5fd9-22d5-4c0a-9833-7fb0f5135313" providerId="ADAL" clId="{31AF745B-ECEE-4C51-8828-E2A47B117181}" dt="2021-01-26T06:13:21.550" v="566"/>
          <ac:spMkLst>
            <pc:docMk/>
            <pc:sldMk cId="882110079" sldId="382"/>
            <ac:spMk id="33" creationId="{998B1CBF-B26D-497D-9621-03A6FBE45715}"/>
          </ac:spMkLst>
        </pc:spChg>
        <pc:spChg chg="add mod">
          <ac:chgData name="鈴木 秀規" userId="f68c5fd9-22d5-4c0a-9833-7fb0f5135313" providerId="ADAL" clId="{31AF745B-ECEE-4C51-8828-E2A47B117181}" dt="2021-01-26T06:14:03.636" v="574" actId="207"/>
          <ac:spMkLst>
            <pc:docMk/>
            <pc:sldMk cId="882110079" sldId="382"/>
            <ac:spMk id="34" creationId="{924D5BA6-9DD1-4F22-8640-C4BBA5DCE744}"/>
          </ac:spMkLst>
        </pc:spChg>
        <pc:spChg chg="add mod">
          <ac:chgData name="鈴木 秀規" userId="f68c5fd9-22d5-4c0a-9833-7fb0f5135313" providerId="ADAL" clId="{31AF745B-ECEE-4C51-8828-E2A47B117181}" dt="2021-01-26T06:13:21.550" v="566"/>
          <ac:spMkLst>
            <pc:docMk/>
            <pc:sldMk cId="882110079" sldId="382"/>
            <ac:spMk id="35" creationId="{180FD0D4-BA62-4835-90CF-419910B6A754}"/>
          </ac:spMkLst>
        </pc:spChg>
        <pc:spChg chg="add mod">
          <ac:chgData name="鈴木 秀規" userId="f68c5fd9-22d5-4c0a-9833-7fb0f5135313" providerId="ADAL" clId="{31AF745B-ECEE-4C51-8828-E2A47B117181}" dt="2021-01-26T06:13:44.030" v="569" actId="207"/>
          <ac:spMkLst>
            <pc:docMk/>
            <pc:sldMk cId="882110079" sldId="382"/>
            <ac:spMk id="36" creationId="{E034CB9A-A4D2-48E9-9EE9-C639751C9AAA}"/>
          </ac:spMkLst>
        </pc:spChg>
        <pc:spChg chg="add mod">
          <ac:chgData name="鈴木 秀規" userId="f68c5fd9-22d5-4c0a-9833-7fb0f5135313" providerId="ADAL" clId="{31AF745B-ECEE-4C51-8828-E2A47B117181}" dt="2021-01-26T06:13:21.550" v="566"/>
          <ac:spMkLst>
            <pc:docMk/>
            <pc:sldMk cId="882110079" sldId="382"/>
            <ac:spMk id="37" creationId="{1D25F930-F554-4875-AAE2-2400D6012CD1}"/>
          </ac:spMkLst>
        </pc:spChg>
        <pc:spChg chg="add mod">
          <ac:chgData name="鈴木 秀規" userId="f68c5fd9-22d5-4c0a-9833-7fb0f5135313" providerId="ADAL" clId="{31AF745B-ECEE-4C51-8828-E2A47B117181}" dt="2021-01-26T06:13:21.550" v="566"/>
          <ac:spMkLst>
            <pc:docMk/>
            <pc:sldMk cId="882110079" sldId="382"/>
            <ac:spMk id="38" creationId="{E76DE0E2-CC83-48AE-AFA6-4671B3BC96CF}"/>
          </ac:spMkLst>
        </pc:spChg>
        <pc:spChg chg="add mod">
          <ac:chgData name="鈴木 秀規" userId="f68c5fd9-22d5-4c0a-9833-7fb0f5135313" providerId="ADAL" clId="{31AF745B-ECEE-4C51-8828-E2A47B117181}" dt="2021-01-26T06:13:44.030" v="569" actId="207"/>
          <ac:spMkLst>
            <pc:docMk/>
            <pc:sldMk cId="882110079" sldId="382"/>
            <ac:spMk id="39" creationId="{C39B4C02-6C83-4A45-9EFF-4B2F1446EC4A}"/>
          </ac:spMkLst>
        </pc:spChg>
        <pc:grpChg chg="add del mod">
          <ac:chgData name="鈴木 秀規" userId="f68c5fd9-22d5-4c0a-9833-7fb0f5135313" providerId="ADAL" clId="{31AF745B-ECEE-4C51-8828-E2A47B117181}" dt="2021-01-26T06:13:10.268" v="564"/>
          <ac:grpSpMkLst>
            <pc:docMk/>
            <pc:sldMk cId="882110079" sldId="382"/>
            <ac:grpSpMk id="9" creationId="{57BA293B-7FDC-47F9-A1CE-4F5F57ABEC39}"/>
          </ac:grpSpMkLst>
        </pc:grpChg>
        <pc:grpChg chg="add mod">
          <ac:chgData name="鈴木 秀規" userId="f68c5fd9-22d5-4c0a-9833-7fb0f5135313" providerId="ADAL" clId="{31AF745B-ECEE-4C51-8828-E2A47B117181}" dt="2021-01-26T06:13:21.550" v="566"/>
          <ac:grpSpMkLst>
            <pc:docMk/>
            <pc:sldMk cId="882110079" sldId="382"/>
            <ac:grpSpMk id="26" creationId="{917B620F-C4F7-41BD-9896-CE2FFAE60927}"/>
          </ac:grpSpMkLst>
        </pc:grpChg>
        <pc:picChg chg="mod">
          <ac:chgData name="鈴木 秀規" userId="f68c5fd9-22d5-4c0a-9833-7fb0f5135313" providerId="ADAL" clId="{31AF745B-ECEE-4C51-8828-E2A47B117181}" dt="2021-01-26T06:13:09.258" v="563"/>
          <ac:picMkLst>
            <pc:docMk/>
            <pc:sldMk cId="882110079" sldId="382"/>
            <ac:picMk id="10" creationId="{8CC84378-7F8F-40BE-AE6F-98331DD39749}"/>
          </ac:picMkLst>
        </pc:picChg>
        <pc:picChg chg="mod">
          <ac:chgData name="鈴木 秀規" userId="f68c5fd9-22d5-4c0a-9833-7fb0f5135313" providerId="ADAL" clId="{31AF745B-ECEE-4C51-8828-E2A47B117181}" dt="2021-01-26T06:13:21.550" v="566"/>
          <ac:picMkLst>
            <pc:docMk/>
            <pc:sldMk cId="882110079" sldId="382"/>
            <ac:picMk id="27" creationId="{24ACCD78-F9D6-4EC2-9BFF-C7E2157BD470}"/>
          </ac:picMkLst>
        </pc:picChg>
      </pc:sldChg>
      <pc:sldChg chg="addSp modSp new mod">
        <pc:chgData name="鈴木 秀規" userId="f68c5fd9-22d5-4c0a-9833-7fb0f5135313" providerId="ADAL" clId="{31AF745B-ECEE-4C51-8828-E2A47B117181}" dt="2021-01-26T06:16:04.560" v="587" actId="113"/>
        <pc:sldMkLst>
          <pc:docMk/>
          <pc:sldMk cId="2781782632" sldId="383"/>
        </pc:sldMkLst>
        <pc:spChg chg="mod">
          <ac:chgData name="鈴木 秀規" userId="f68c5fd9-22d5-4c0a-9833-7fb0f5135313" providerId="ADAL" clId="{31AF745B-ECEE-4C51-8828-E2A47B117181}" dt="2021-01-26T06:14:45.891" v="576"/>
          <ac:spMkLst>
            <pc:docMk/>
            <pc:sldMk cId="2781782632" sldId="383"/>
            <ac:spMk id="3" creationId="{B8B1C725-BA9E-47ED-B8AA-4F2EA343DE8A}"/>
          </ac:spMkLst>
        </pc:spChg>
        <pc:spChg chg="mod">
          <ac:chgData name="鈴木 秀規" userId="f68c5fd9-22d5-4c0a-9833-7fb0f5135313" providerId="ADAL" clId="{31AF745B-ECEE-4C51-8828-E2A47B117181}" dt="2021-01-26T06:16:04.560" v="587" actId="113"/>
          <ac:spMkLst>
            <pc:docMk/>
            <pc:sldMk cId="2781782632" sldId="383"/>
            <ac:spMk id="5" creationId="{CF651CCA-9F40-4BCE-A01F-0BD5D700C5E9}"/>
          </ac:spMkLst>
        </pc:spChg>
        <pc:picChg chg="add mod">
          <ac:chgData name="鈴木 秀規" userId="f68c5fd9-22d5-4c0a-9833-7fb0f5135313" providerId="ADAL" clId="{31AF745B-ECEE-4C51-8828-E2A47B117181}" dt="2021-01-26T06:15:26.687" v="583" actId="1076"/>
          <ac:picMkLst>
            <pc:docMk/>
            <pc:sldMk cId="2781782632" sldId="383"/>
            <ac:picMk id="6" creationId="{65279780-C5FC-45B9-9309-A9C6BF38E469}"/>
          </ac:picMkLst>
        </pc:picChg>
      </pc:sldChg>
      <pc:sldChg chg="addSp delSp modSp new mod delAnim modAnim">
        <pc:chgData name="鈴木 秀規" userId="f68c5fd9-22d5-4c0a-9833-7fb0f5135313" providerId="ADAL" clId="{31AF745B-ECEE-4C51-8828-E2A47B117181}" dt="2021-01-26T06:23:26.889" v="664" actId="255"/>
        <pc:sldMkLst>
          <pc:docMk/>
          <pc:sldMk cId="4147991204" sldId="384"/>
        </pc:sldMkLst>
        <pc:spChg chg="mod">
          <ac:chgData name="鈴木 秀規" userId="f68c5fd9-22d5-4c0a-9833-7fb0f5135313" providerId="ADAL" clId="{31AF745B-ECEE-4C51-8828-E2A47B117181}" dt="2021-01-26T06:16:39.823" v="597" actId="20577"/>
          <ac:spMkLst>
            <pc:docMk/>
            <pc:sldMk cId="4147991204" sldId="384"/>
            <ac:spMk id="3" creationId="{88B1A65F-8194-42FD-B9D9-616F8BCC232B}"/>
          </ac:spMkLst>
        </pc:spChg>
        <pc:spChg chg="mod">
          <ac:chgData name="鈴木 秀規" userId="f68c5fd9-22d5-4c0a-9833-7fb0f5135313" providerId="ADAL" clId="{31AF745B-ECEE-4C51-8828-E2A47B117181}" dt="2021-01-26T06:16:53.527" v="601" actId="14100"/>
          <ac:spMkLst>
            <pc:docMk/>
            <pc:sldMk cId="4147991204" sldId="384"/>
            <ac:spMk id="5" creationId="{24DBC3E7-31A6-42EF-B371-B658D9FC74AB}"/>
          </ac:spMkLst>
        </pc:spChg>
        <pc:spChg chg="add mod">
          <ac:chgData name="鈴木 秀規" userId="f68c5fd9-22d5-4c0a-9833-7fb0f5135313" providerId="ADAL" clId="{31AF745B-ECEE-4C51-8828-E2A47B117181}" dt="2021-01-26T06:23:26.889" v="664" actId="255"/>
          <ac:spMkLst>
            <pc:docMk/>
            <pc:sldMk cId="4147991204" sldId="384"/>
            <ac:spMk id="7" creationId="{1CD216F2-0B99-4613-A820-9845B1647BC0}"/>
          </ac:spMkLst>
        </pc:spChg>
        <pc:spChg chg="add del mod">
          <ac:chgData name="鈴木 秀規" userId="f68c5fd9-22d5-4c0a-9833-7fb0f5135313" providerId="ADAL" clId="{31AF745B-ECEE-4C51-8828-E2A47B117181}" dt="2021-01-26T06:22:51.841" v="654" actId="478"/>
          <ac:spMkLst>
            <pc:docMk/>
            <pc:sldMk cId="4147991204" sldId="384"/>
            <ac:spMk id="8" creationId="{F0A0FDD0-E7FD-40D2-BB0C-A7CD33611AA9}"/>
          </ac:spMkLst>
        </pc:spChg>
        <pc:spChg chg="add del mod">
          <ac:chgData name="鈴木 秀規" userId="f68c5fd9-22d5-4c0a-9833-7fb0f5135313" providerId="ADAL" clId="{31AF745B-ECEE-4C51-8828-E2A47B117181}" dt="2021-01-26T06:19:53.679" v="621" actId="478"/>
          <ac:spMkLst>
            <pc:docMk/>
            <pc:sldMk cId="4147991204" sldId="384"/>
            <ac:spMk id="9" creationId="{941A2A67-B610-477B-8872-318FEDC6FCEB}"/>
          </ac:spMkLst>
        </pc:spChg>
        <pc:spChg chg="add mod">
          <ac:chgData name="鈴木 秀規" userId="f68c5fd9-22d5-4c0a-9833-7fb0f5135313" providerId="ADAL" clId="{31AF745B-ECEE-4C51-8828-E2A47B117181}" dt="2021-01-26T06:20:09.586" v="624" actId="14100"/>
          <ac:spMkLst>
            <pc:docMk/>
            <pc:sldMk cId="4147991204" sldId="384"/>
            <ac:spMk id="10" creationId="{EE64B79F-B591-443A-A2E7-C73CBE6ECB13}"/>
          </ac:spMkLst>
        </pc:spChg>
        <pc:picChg chg="add del mod">
          <ac:chgData name="鈴木 秀規" userId="f68c5fd9-22d5-4c0a-9833-7fb0f5135313" providerId="ADAL" clId="{31AF745B-ECEE-4C51-8828-E2A47B117181}" dt="2021-01-26T06:17:06.905" v="603" actId="478"/>
          <ac:picMkLst>
            <pc:docMk/>
            <pc:sldMk cId="4147991204" sldId="384"/>
            <ac:picMk id="6" creationId="{BA18E97F-DC42-46DB-BD15-E1F243CBE847}"/>
          </ac:picMkLst>
        </pc:picChg>
        <pc:picChg chg="add mod">
          <ac:chgData name="鈴木 秀規" userId="f68c5fd9-22d5-4c0a-9833-7fb0f5135313" providerId="ADAL" clId="{31AF745B-ECEE-4C51-8828-E2A47B117181}" dt="2021-01-26T06:19:02.426" v="613" actId="1076"/>
          <ac:picMkLst>
            <pc:docMk/>
            <pc:sldMk cId="4147991204" sldId="384"/>
            <ac:picMk id="1026" creationId="{6903FB68-4A4A-42EB-A759-26E220FD56CD}"/>
          </ac:picMkLst>
        </pc:picChg>
      </pc:sldChg>
      <pc:sldChg chg="modSp new mod">
        <pc:chgData name="鈴木 秀規" userId="f68c5fd9-22d5-4c0a-9833-7fb0f5135313" providerId="ADAL" clId="{31AF745B-ECEE-4C51-8828-E2A47B117181}" dt="2021-01-26T06:22:18.153" v="652" actId="207"/>
        <pc:sldMkLst>
          <pc:docMk/>
          <pc:sldMk cId="1389535331" sldId="385"/>
        </pc:sldMkLst>
        <pc:spChg chg="mod">
          <ac:chgData name="鈴木 秀規" userId="f68c5fd9-22d5-4c0a-9833-7fb0f5135313" providerId="ADAL" clId="{31AF745B-ECEE-4C51-8828-E2A47B117181}" dt="2021-01-26T06:20:58.455" v="626"/>
          <ac:spMkLst>
            <pc:docMk/>
            <pc:sldMk cId="1389535331" sldId="385"/>
            <ac:spMk id="3" creationId="{496F8A16-68B0-4614-9906-69CEE0EBA64D}"/>
          </ac:spMkLst>
        </pc:spChg>
        <pc:spChg chg="mod">
          <ac:chgData name="鈴木 秀規" userId="f68c5fd9-22d5-4c0a-9833-7fb0f5135313" providerId="ADAL" clId="{31AF745B-ECEE-4C51-8828-E2A47B117181}" dt="2021-01-26T06:22:18.153" v="652" actId="207"/>
          <ac:spMkLst>
            <pc:docMk/>
            <pc:sldMk cId="1389535331" sldId="385"/>
            <ac:spMk id="5" creationId="{6F728591-7CBD-4AD4-9F32-C84F67FFA042}"/>
          </ac:spMkLst>
        </pc:spChg>
      </pc:sldChg>
      <pc:sldChg chg="modSp new mod">
        <pc:chgData name="鈴木 秀規" userId="f68c5fd9-22d5-4c0a-9833-7fb0f5135313" providerId="ADAL" clId="{31AF745B-ECEE-4C51-8828-E2A47B117181}" dt="2021-01-26T06:25:31.114" v="700" actId="207"/>
        <pc:sldMkLst>
          <pc:docMk/>
          <pc:sldMk cId="3711062952" sldId="386"/>
        </pc:sldMkLst>
        <pc:spChg chg="mod">
          <ac:chgData name="鈴木 秀規" userId="f68c5fd9-22d5-4c0a-9833-7fb0f5135313" providerId="ADAL" clId="{31AF745B-ECEE-4C51-8828-E2A47B117181}" dt="2021-01-26T06:23:47.429" v="665"/>
          <ac:spMkLst>
            <pc:docMk/>
            <pc:sldMk cId="3711062952" sldId="386"/>
            <ac:spMk id="3" creationId="{BB422BF4-F7D4-4F39-B554-AB828A85924E}"/>
          </ac:spMkLst>
        </pc:spChg>
        <pc:spChg chg="mod">
          <ac:chgData name="鈴木 秀規" userId="f68c5fd9-22d5-4c0a-9833-7fb0f5135313" providerId="ADAL" clId="{31AF745B-ECEE-4C51-8828-E2A47B117181}" dt="2021-01-26T06:25:31.114" v="700" actId="207"/>
          <ac:spMkLst>
            <pc:docMk/>
            <pc:sldMk cId="3711062952" sldId="386"/>
            <ac:spMk id="5" creationId="{23BCC0A4-DBE2-4C84-BDC2-543B3A071296}"/>
          </ac:spMkLst>
        </pc:spChg>
      </pc:sldChg>
      <pc:sldChg chg="addSp delSp modSp new mod">
        <pc:chgData name="鈴木 秀規" userId="f68c5fd9-22d5-4c0a-9833-7fb0f5135313" providerId="ADAL" clId="{31AF745B-ECEE-4C51-8828-E2A47B117181}" dt="2021-01-26T06:30:36.692" v="750" actId="14100"/>
        <pc:sldMkLst>
          <pc:docMk/>
          <pc:sldMk cId="556755707" sldId="387"/>
        </pc:sldMkLst>
        <pc:spChg chg="mod">
          <ac:chgData name="鈴木 秀規" userId="f68c5fd9-22d5-4c0a-9833-7fb0f5135313" providerId="ADAL" clId="{31AF745B-ECEE-4C51-8828-E2A47B117181}" dt="2021-01-26T06:25:47.215" v="702"/>
          <ac:spMkLst>
            <pc:docMk/>
            <pc:sldMk cId="556755707" sldId="387"/>
            <ac:spMk id="3" creationId="{D055E71E-3900-411D-A4AF-1AFDE03A9EBB}"/>
          </ac:spMkLst>
        </pc:spChg>
        <pc:spChg chg="del">
          <ac:chgData name="鈴木 秀規" userId="f68c5fd9-22d5-4c0a-9833-7fb0f5135313" providerId="ADAL" clId="{31AF745B-ECEE-4C51-8828-E2A47B117181}" dt="2021-01-26T06:26:16.459" v="703" actId="478"/>
          <ac:spMkLst>
            <pc:docMk/>
            <pc:sldMk cId="556755707" sldId="387"/>
            <ac:spMk id="5" creationId="{CB977DC8-CF7B-491D-AE32-FFE9DC6D56EC}"/>
          </ac:spMkLst>
        </pc:spChg>
        <pc:spChg chg="add mod">
          <ac:chgData name="鈴木 秀規" userId="f68c5fd9-22d5-4c0a-9833-7fb0f5135313" providerId="ADAL" clId="{31AF745B-ECEE-4C51-8828-E2A47B117181}" dt="2021-01-26T06:30:36.692" v="750" actId="14100"/>
          <ac:spMkLst>
            <pc:docMk/>
            <pc:sldMk cId="556755707" sldId="387"/>
            <ac:spMk id="6" creationId="{DB5FF637-F24E-4A0E-A8E9-3B89CDB9528C}"/>
          </ac:spMkLst>
        </pc:spChg>
        <pc:spChg chg="add mod">
          <ac:chgData name="鈴木 秀規" userId="f68c5fd9-22d5-4c0a-9833-7fb0f5135313" providerId="ADAL" clId="{31AF745B-ECEE-4C51-8828-E2A47B117181}" dt="2021-01-26T06:29:57.313" v="747" actId="1036"/>
          <ac:spMkLst>
            <pc:docMk/>
            <pc:sldMk cId="556755707" sldId="387"/>
            <ac:spMk id="7" creationId="{3A7BFF58-BDCE-4270-9567-91B91CB59120}"/>
          </ac:spMkLst>
        </pc:spChg>
        <pc:spChg chg="add mod">
          <ac:chgData name="鈴木 秀規" userId="f68c5fd9-22d5-4c0a-9833-7fb0f5135313" providerId="ADAL" clId="{31AF745B-ECEE-4C51-8828-E2A47B117181}" dt="2021-01-26T06:30:03.561" v="749" actId="1036"/>
          <ac:spMkLst>
            <pc:docMk/>
            <pc:sldMk cId="556755707" sldId="387"/>
            <ac:spMk id="8" creationId="{3E47FB20-4DA8-4B89-9C1C-B56A81CFBD86}"/>
          </ac:spMkLst>
        </pc:spChg>
        <pc:spChg chg="add mod">
          <ac:chgData name="鈴木 秀規" userId="f68c5fd9-22d5-4c0a-9833-7fb0f5135313" providerId="ADAL" clId="{31AF745B-ECEE-4C51-8828-E2A47B117181}" dt="2021-01-26T06:29:46.723" v="740" actId="1076"/>
          <ac:spMkLst>
            <pc:docMk/>
            <pc:sldMk cId="556755707" sldId="387"/>
            <ac:spMk id="9" creationId="{C47ADA95-0A25-40DC-B9CF-048F22043620}"/>
          </ac:spMkLst>
        </pc:spChg>
      </pc:sldChg>
      <pc:sldChg chg="modSp new mod">
        <pc:chgData name="鈴木 秀規" userId="f68c5fd9-22d5-4c0a-9833-7fb0f5135313" providerId="ADAL" clId="{31AF745B-ECEE-4C51-8828-E2A47B117181}" dt="2021-01-26T06:33:38.699" v="790" actId="20577"/>
        <pc:sldMkLst>
          <pc:docMk/>
          <pc:sldMk cId="2438793549" sldId="388"/>
        </pc:sldMkLst>
        <pc:spChg chg="mod">
          <ac:chgData name="鈴木 秀規" userId="f68c5fd9-22d5-4c0a-9833-7fb0f5135313" providerId="ADAL" clId="{31AF745B-ECEE-4C51-8828-E2A47B117181}" dt="2021-01-26T06:31:30.837" v="752"/>
          <ac:spMkLst>
            <pc:docMk/>
            <pc:sldMk cId="2438793549" sldId="388"/>
            <ac:spMk id="3" creationId="{C610E423-A142-4AA0-8F53-A880ECB84638}"/>
          </ac:spMkLst>
        </pc:spChg>
        <pc:spChg chg="mod">
          <ac:chgData name="鈴木 秀規" userId="f68c5fd9-22d5-4c0a-9833-7fb0f5135313" providerId="ADAL" clId="{31AF745B-ECEE-4C51-8828-E2A47B117181}" dt="2021-01-26T06:33:38.699" v="790" actId="20577"/>
          <ac:spMkLst>
            <pc:docMk/>
            <pc:sldMk cId="2438793549" sldId="388"/>
            <ac:spMk id="5" creationId="{F46EF505-320C-46BD-B709-62F840190822}"/>
          </ac:spMkLst>
        </pc:spChg>
      </pc:sldChg>
      <pc:sldChg chg="addSp modSp new mod">
        <pc:chgData name="鈴木 秀規" userId="f68c5fd9-22d5-4c0a-9833-7fb0f5135313" providerId="ADAL" clId="{31AF745B-ECEE-4C51-8828-E2A47B117181}" dt="2021-01-26T06:36:17.453" v="826" actId="1076"/>
        <pc:sldMkLst>
          <pc:docMk/>
          <pc:sldMk cId="1715481522" sldId="389"/>
        </pc:sldMkLst>
        <pc:spChg chg="mod">
          <ac:chgData name="鈴木 秀規" userId="f68c5fd9-22d5-4c0a-9833-7fb0f5135313" providerId="ADAL" clId="{31AF745B-ECEE-4C51-8828-E2A47B117181}" dt="2021-01-26T06:33:54.359" v="792"/>
          <ac:spMkLst>
            <pc:docMk/>
            <pc:sldMk cId="1715481522" sldId="389"/>
            <ac:spMk id="3" creationId="{274C6DF9-4F40-4E35-B127-AD76C03E164C}"/>
          </ac:spMkLst>
        </pc:spChg>
        <pc:spChg chg="mod">
          <ac:chgData name="鈴木 秀規" userId="f68c5fd9-22d5-4c0a-9833-7fb0f5135313" providerId="ADAL" clId="{31AF745B-ECEE-4C51-8828-E2A47B117181}" dt="2021-01-26T06:34:13.444" v="798" actId="14100"/>
          <ac:spMkLst>
            <pc:docMk/>
            <pc:sldMk cId="1715481522" sldId="389"/>
            <ac:spMk id="5" creationId="{3C1DD7FF-865D-416B-9120-CF864BAE9874}"/>
          </ac:spMkLst>
        </pc:spChg>
        <pc:graphicFrameChg chg="add mod modGraphic">
          <ac:chgData name="鈴木 秀規" userId="f68c5fd9-22d5-4c0a-9833-7fb0f5135313" providerId="ADAL" clId="{31AF745B-ECEE-4C51-8828-E2A47B117181}" dt="2021-01-26T06:35:31.045" v="808" actId="1076"/>
          <ac:graphicFrameMkLst>
            <pc:docMk/>
            <pc:sldMk cId="1715481522" sldId="389"/>
            <ac:graphicFrameMk id="6" creationId="{631281BD-0237-40F4-91CF-FA5B941265D3}"/>
          </ac:graphicFrameMkLst>
        </pc:graphicFrameChg>
        <pc:picChg chg="add mod">
          <ac:chgData name="鈴木 秀規" userId="f68c5fd9-22d5-4c0a-9833-7fb0f5135313" providerId="ADAL" clId="{31AF745B-ECEE-4C51-8828-E2A47B117181}" dt="2021-01-26T06:36:17.453" v="826" actId="1076"/>
          <ac:picMkLst>
            <pc:docMk/>
            <pc:sldMk cId="1715481522" sldId="389"/>
            <ac:picMk id="7" creationId="{E45271C7-AA74-43AE-A4E8-DE6603F047A6}"/>
          </ac:picMkLst>
        </pc:picChg>
        <pc:picChg chg="add mod">
          <ac:chgData name="鈴木 秀規" userId="f68c5fd9-22d5-4c0a-9833-7fb0f5135313" providerId="ADAL" clId="{31AF745B-ECEE-4C51-8828-E2A47B117181}" dt="2021-01-26T06:36:12.681" v="825" actId="1076"/>
          <ac:picMkLst>
            <pc:docMk/>
            <pc:sldMk cId="1715481522" sldId="389"/>
            <ac:picMk id="8" creationId="{640D49C3-8B55-4FF1-AE83-D00762148637}"/>
          </ac:picMkLst>
        </pc:picChg>
        <pc:picChg chg="add mod">
          <ac:chgData name="鈴木 秀規" userId="f68c5fd9-22d5-4c0a-9833-7fb0f5135313" providerId="ADAL" clId="{31AF745B-ECEE-4C51-8828-E2A47B117181}" dt="2021-01-26T06:36:07.752" v="824" actId="1038"/>
          <ac:picMkLst>
            <pc:docMk/>
            <pc:sldMk cId="1715481522" sldId="389"/>
            <ac:picMk id="9" creationId="{F251F0C4-D23F-4222-A6DB-D2308DA9E82F}"/>
          </ac:picMkLst>
        </pc:picChg>
      </pc:sldChg>
      <pc:sldChg chg="addSp modSp new mod">
        <pc:chgData name="鈴木 秀規" userId="f68c5fd9-22d5-4c0a-9833-7fb0f5135313" providerId="ADAL" clId="{31AF745B-ECEE-4C51-8828-E2A47B117181}" dt="2021-01-26T06:38:34.845" v="845" actId="14100"/>
        <pc:sldMkLst>
          <pc:docMk/>
          <pc:sldMk cId="2118453056" sldId="390"/>
        </pc:sldMkLst>
        <pc:spChg chg="mod">
          <ac:chgData name="鈴木 秀規" userId="f68c5fd9-22d5-4c0a-9833-7fb0f5135313" providerId="ADAL" clId="{31AF745B-ECEE-4C51-8828-E2A47B117181}" dt="2021-01-26T06:36:54.867" v="828"/>
          <ac:spMkLst>
            <pc:docMk/>
            <pc:sldMk cId="2118453056" sldId="390"/>
            <ac:spMk id="3" creationId="{21605FE5-64C9-4BF4-9F3F-7B719FB78C85}"/>
          </ac:spMkLst>
        </pc:spChg>
        <pc:spChg chg="mod">
          <ac:chgData name="鈴木 秀規" userId="f68c5fd9-22d5-4c0a-9833-7fb0f5135313" providerId="ADAL" clId="{31AF745B-ECEE-4C51-8828-E2A47B117181}" dt="2021-01-26T06:37:11.632" v="832" actId="14100"/>
          <ac:spMkLst>
            <pc:docMk/>
            <pc:sldMk cId="2118453056" sldId="390"/>
            <ac:spMk id="5" creationId="{C116B22A-AD6D-47DA-A67D-CEC3EDD5618A}"/>
          </ac:spMkLst>
        </pc:spChg>
        <pc:spChg chg="add mod">
          <ac:chgData name="鈴木 秀規" userId="f68c5fd9-22d5-4c0a-9833-7fb0f5135313" providerId="ADAL" clId="{31AF745B-ECEE-4C51-8828-E2A47B117181}" dt="2021-01-26T06:38:34.845" v="845" actId="14100"/>
          <ac:spMkLst>
            <pc:docMk/>
            <pc:sldMk cId="2118453056" sldId="390"/>
            <ac:spMk id="7" creationId="{1BB70643-3072-4F68-9F32-5E53C7C57439}"/>
          </ac:spMkLst>
        </pc:spChg>
        <pc:graphicFrameChg chg="add mod modGraphic">
          <ac:chgData name="鈴木 秀規" userId="f68c5fd9-22d5-4c0a-9833-7fb0f5135313" providerId="ADAL" clId="{31AF745B-ECEE-4C51-8828-E2A47B117181}" dt="2021-01-26T06:38:29.060" v="843" actId="404"/>
          <ac:graphicFrameMkLst>
            <pc:docMk/>
            <pc:sldMk cId="2118453056" sldId="390"/>
            <ac:graphicFrameMk id="6" creationId="{297DB172-46A9-4949-8D1D-B1671A9C80CD}"/>
          </ac:graphicFrameMkLst>
        </pc:graphicFrameChg>
      </pc:sldChg>
      <pc:sldChg chg="addSp modSp new mod">
        <pc:chgData name="鈴木 秀規" userId="f68c5fd9-22d5-4c0a-9833-7fb0f5135313" providerId="ADAL" clId="{31AF745B-ECEE-4C51-8828-E2A47B117181}" dt="2021-01-26T06:40:17.458" v="866" actId="1076"/>
        <pc:sldMkLst>
          <pc:docMk/>
          <pc:sldMk cId="2854077937" sldId="391"/>
        </pc:sldMkLst>
        <pc:spChg chg="mod">
          <ac:chgData name="鈴木 秀規" userId="f68c5fd9-22d5-4c0a-9833-7fb0f5135313" providerId="ADAL" clId="{31AF745B-ECEE-4C51-8828-E2A47B117181}" dt="2021-01-26T06:39:01.335" v="847"/>
          <ac:spMkLst>
            <pc:docMk/>
            <pc:sldMk cId="2854077937" sldId="391"/>
            <ac:spMk id="3" creationId="{7A506605-B0B9-4B0D-8607-6103FC129341}"/>
          </ac:spMkLst>
        </pc:spChg>
        <pc:spChg chg="mod">
          <ac:chgData name="鈴木 秀規" userId="f68c5fd9-22d5-4c0a-9833-7fb0f5135313" providerId="ADAL" clId="{31AF745B-ECEE-4C51-8828-E2A47B117181}" dt="2021-01-26T06:39:59.122" v="863" actId="20577"/>
          <ac:spMkLst>
            <pc:docMk/>
            <pc:sldMk cId="2854077937" sldId="391"/>
            <ac:spMk id="5" creationId="{B70CD2A3-08F1-4371-A97B-69D3EEECE0B6}"/>
          </ac:spMkLst>
        </pc:spChg>
        <pc:spChg chg="add mod">
          <ac:chgData name="鈴木 秀規" userId="f68c5fd9-22d5-4c0a-9833-7fb0f5135313" providerId="ADAL" clId="{31AF745B-ECEE-4C51-8828-E2A47B117181}" dt="2021-01-26T06:40:15.257" v="865" actId="14100"/>
          <ac:spMkLst>
            <pc:docMk/>
            <pc:sldMk cId="2854077937" sldId="391"/>
            <ac:spMk id="6" creationId="{E4998E1D-F552-42EC-8877-9BDAE4238C38}"/>
          </ac:spMkLst>
        </pc:spChg>
        <pc:spChg chg="add mod">
          <ac:chgData name="鈴木 秀規" userId="f68c5fd9-22d5-4c0a-9833-7fb0f5135313" providerId="ADAL" clId="{31AF745B-ECEE-4C51-8828-E2A47B117181}" dt="2021-01-26T06:40:17.458" v="866" actId="1076"/>
          <ac:spMkLst>
            <pc:docMk/>
            <pc:sldMk cId="2854077937" sldId="391"/>
            <ac:spMk id="7" creationId="{7E5A696E-578D-4B92-8E2F-29C2483A1788}"/>
          </ac:spMkLst>
        </pc:spChg>
      </pc:sldChg>
      <pc:sldChg chg="modSp new mod">
        <pc:chgData name="鈴木 秀規" userId="f68c5fd9-22d5-4c0a-9833-7fb0f5135313" providerId="ADAL" clId="{31AF745B-ECEE-4C51-8828-E2A47B117181}" dt="2021-01-26T06:42:05.724" v="899" actId="207"/>
        <pc:sldMkLst>
          <pc:docMk/>
          <pc:sldMk cId="2566377597" sldId="392"/>
        </pc:sldMkLst>
        <pc:spChg chg="mod">
          <ac:chgData name="鈴木 秀規" userId="f68c5fd9-22d5-4c0a-9833-7fb0f5135313" providerId="ADAL" clId="{31AF745B-ECEE-4C51-8828-E2A47B117181}" dt="2021-01-26T06:40:32.225" v="868"/>
          <ac:spMkLst>
            <pc:docMk/>
            <pc:sldMk cId="2566377597" sldId="392"/>
            <ac:spMk id="3" creationId="{3CDA359F-22F3-44B7-A8BB-5C7D6B8EB399}"/>
          </ac:spMkLst>
        </pc:spChg>
        <pc:spChg chg="mod">
          <ac:chgData name="鈴木 秀規" userId="f68c5fd9-22d5-4c0a-9833-7fb0f5135313" providerId="ADAL" clId="{31AF745B-ECEE-4C51-8828-E2A47B117181}" dt="2021-01-26T06:42:05.724" v="899" actId="207"/>
          <ac:spMkLst>
            <pc:docMk/>
            <pc:sldMk cId="2566377597" sldId="392"/>
            <ac:spMk id="5" creationId="{1EADADA1-FD30-495E-ADBE-241685CE217B}"/>
          </ac:spMkLst>
        </pc:spChg>
      </pc:sldChg>
      <pc:sldChg chg="modSp new mod">
        <pc:chgData name="鈴木 秀規" userId="f68c5fd9-22d5-4c0a-9833-7fb0f5135313" providerId="ADAL" clId="{31AF745B-ECEE-4C51-8828-E2A47B117181}" dt="2021-01-26T06:43:26.060" v="923" actId="207"/>
        <pc:sldMkLst>
          <pc:docMk/>
          <pc:sldMk cId="1398339670" sldId="393"/>
        </pc:sldMkLst>
        <pc:spChg chg="mod">
          <ac:chgData name="鈴木 秀規" userId="f68c5fd9-22d5-4c0a-9833-7fb0f5135313" providerId="ADAL" clId="{31AF745B-ECEE-4C51-8828-E2A47B117181}" dt="2021-01-26T06:42:21.385" v="901"/>
          <ac:spMkLst>
            <pc:docMk/>
            <pc:sldMk cId="1398339670" sldId="393"/>
            <ac:spMk id="3" creationId="{CC2600F4-4C41-40A4-B127-4C95273C2234}"/>
          </ac:spMkLst>
        </pc:spChg>
        <pc:spChg chg="mod">
          <ac:chgData name="鈴木 秀規" userId="f68c5fd9-22d5-4c0a-9833-7fb0f5135313" providerId="ADAL" clId="{31AF745B-ECEE-4C51-8828-E2A47B117181}" dt="2021-01-26T06:43:26.060" v="923" actId="207"/>
          <ac:spMkLst>
            <pc:docMk/>
            <pc:sldMk cId="1398339670" sldId="393"/>
            <ac:spMk id="5" creationId="{B8045AC5-6FD9-48E8-8FFD-CD130F3B1311}"/>
          </ac:spMkLst>
        </pc:spChg>
      </pc:sldChg>
    </pc:docChg>
  </pc:docChgLst>
  <pc:docChgLst>
    <pc:chgData name="鈴木 秀規" userId="f68c5fd9-22d5-4c0a-9833-7fb0f5135313" providerId="ADAL" clId="{89E477C8-882C-4DDE-9C80-DFB373724EDC}"/>
    <pc:docChg chg="undo custSel addSld delSld modSld sldOrd">
      <pc:chgData name="鈴木 秀規" userId="f68c5fd9-22d5-4c0a-9833-7fb0f5135313" providerId="ADAL" clId="{89E477C8-882C-4DDE-9C80-DFB373724EDC}" dt="2021-01-28T02:04:03.219" v="2314" actId="207"/>
      <pc:docMkLst>
        <pc:docMk/>
      </pc:docMkLst>
      <pc:sldChg chg="modSp mod">
        <pc:chgData name="鈴木 秀規" userId="f68c5fd9-22d5-4c0a-9833-7fb0f5135313" providerId="ADAL" clId="{89E477C8-882C-4DDE-9C80-DFB373724EDC}" dt="2021-01-26T07:45:28.115" v="1" actId="20577"/>
        <pc:sldMkLst>
          <pc:docMk/>
          <pc:sldMk cId="0" sldId="256"/>
        </pc:sldMkLst>
        <pc:spChg chg="mod">
          <ac:chgData name="鈴木 秀規" userId="f68c5fd9-22d5-4c0a-9833-7fb0f5135313" providerId="ADAL" clId="{89E477C8-882C-4DDE-9C80-DFB373724EDC}" dt="2021-01-26T07:45:28.115" v="1" actId="20577"/>
          <ac:spMkLst>
            <pc:docMk/>
            <pc:sldMk cId="0" sldId="256"/>
            <ac:spMk id="56" creationId="{00000000-0000-0000-0000-000000000000}"/>
          </ac:spMkLst>
        </pc:spChg>
      </pc:sldChg>
      <pc:sldChg chg="addSp delSp modSp mod">
        <pc:chgData name="鈴木 秀規" userId="f68c5fd9-22d5-4c0a-9833-7fb0f5135313" providerId="ADAL" clId="{89E477C8-882C-4DDE-9C80-DFB373724EDC}" dt="2021-01-26T08:03:59.120" v="443" actId="207"/>
        <pc:sldMkLst>
          <pc:docMk/>
          <pc:sldMk cId="1859091905" sldId="362"/>
        </pc:sldMkLst>
        <pc:spChg chg="add del">
          <ac:chgData name="鈴木 秀規" userId="f68c5fd9-22d5-4c0a-9833-7fb0f5135313" providerId="ADAL" clId="{89E477C8-882C-4DDE-9C80-DFB373724EDC}" dt="2021-01-26T07:47:23.226" v="17" actId="478"/>
          <ac:spMkLst>
            <pc:docMk/>
            <pc:sldMk cId="1859091905" sldId="362"/>
            <ac:spMk id="2" creationId="{92E5F6D1-4805-4635-9E4D-3BD3DD954908}"/>
          </ac:spMkLst>
        </pc:spChg>
        <pc:spChg chg="add del mod">
          <ac:chgData name="鈴木 秀規" userId="f68c5fd9-22d5-4c0a-9833-7fb0f5135313" providerId="ADAL" clId="{89E477C8-882C-4DDE-9C80-DFB373724EDC}" dt="2021-01-26T07:49:07.797" v="44" actId="478"/>
          <ac:spMkLst>
            <pc:docMk/>
            <pc:sldMk cId="1859091905" sldId="362"/>
            <ac:spMk id="3" creationId="{0E0814CB-A348-4B0A-BCC8-27662E7B5990}"/>
          </ac:spMkLst>
        </pc:spChg>
        <pc:spChg chg="add del mod">
          <ac:chgData name="鈴木 秀規" userId="f68c5fd9-22d5-4c0a-9833-7fb0f5135313" providerId="ADAL" clId="{89E477C8-882C-4DDE-9C80-DFB373724EDC}" dt="2021-01-26T07:46:52.778" v="10" actId="478"/>
          <ac:spMkLst>
            <pc:docMk/>
            <pc:sldMk cId="1859091905" sldId="362"/>
            <ac:spMk id="6" creationId="{0265A560-2DAC-4386-AADC-248233F94E1E}"/>
          </ac:spMkLst>
        </pc:spChg>
        <pc:spChg chg="mod">
          <ac:chgData name="鈴木 秀規" userId="f68c5fd9-22d5-4c0a-9833-7fb0f5135313" providerId="ADAL" clId="{89E477C8-882C-4DDE-9C80-DFB373724EDC}" dt="2021-01-26T07:45:55.396" v="3"/>
          <ac:spMkLst>
            <pc:docMk/>
            <pc:sldMk cId="1859091905" sldId="362"/>
            <ac:spMk id="7" creationId="{58177CF6-E256-4D88-B489-5F2EFF09AC4C}"/>
          </ac:spMkLst>
        </pc:spChg>
        <pc:spChg chg="mod">
          <ac:chgData name="鈴木 秀規" userId="f68c5fd9-22d5-4c0a-9833-7fb0f5135313" providerId="ADAL" clId="{89E477C8-882C-4DDE-9C80-DFB373724EDC}" dt="2021-01-26T07:46:49.158" v="7" actId="14100"/>
          <ac:spMkLst>
            <pc:docMk/>
            <pc:sldMk cId="1859091905" sldId="362"/>
            <ac:spMk id="8" creationId="{C57C43D1-E1C5-418D-A114-931FDA96CE3D}"/>
          </ac:spMkLst>
        </pc:spChg>
        <pc:spChg chg="add mod">
          <ac:chgData name="鈴木 秀規" userId="f68c5fd9-22d5-4c0a-9833-7fb0f5135313" providerId="ADAL" clId="{89E477C8-882C-4DDE-9C80-DFB373724EDC}" dt="2021-01-26T08:03:14.823" v="435" actId="14100"/>
          <ac:spMkLst>
            <pc:docMk/>
            <pc:sldMk cId="1859091905" sldId="362"/>
            <ac:spMk id="9" creationId="{5C894CD6-9E1B-4BAC-8173-E34A213C125E}"/>
          </ac:spMkLst>
        </pc:spChg>
        <pc:spChg chg="add del mod">
          <ac:chgData name="鈴木 秀規" userId="f68c5fd9-22d5-4c0a-9833-7fb0f5135313" providerId="ADAL" clId="{89E477C8-882C-4DDE-9C80-DFB373724EDC}" dt="2021-01-26T07:47:21.482" v="16" actId="478"/>
          <ac:spMkLst>
            <pc:docMk/>
            <pc:sldMk cId="1859091905" sldId="362"/>
            <ac:spMk id="10" creationId="{73DAB571-D70F-43DD-A3C8-264347789DA9}"/>
          </ac:spMkLst>
        </pc:spChg>
        <pc:spChg chg="add mod ord">
          <ac:chgData name="鈴木 秀規" userId="f68c5fd9-22d5-4c0a-9833-7fb0f5135313" providerId="ADAL" clId="{89E477C8-882C-4DDE-9C80-DFB373724EDC}" dt="2021-01-26T08:03:17.045" v="436" actId="14100"/>
          <ac:spMkLst>
            <pc:docMk/>
            <pc:sldMk cId="1859091905" sldId="362"/>
            <ac:spMk id="11" creationId="{FE06ECD6-C85C-4A9B-A8EA-8419C55AAE42}"/>
          </ac:spMkLst>
        </pc:spChg>
        <pc:spChg chg="add mod">
          <ac:chgData name="鈴木 秀規" userId="f68c5fd9-22d5-4c0a-9833-7fb0f5135313" providerId="ADAL" clId="{89E477C8-882C-4DDE-9C80-DFB373724EDC}" dt="2021-01-26T08:03:04.958" v="433" actId="14100"/>
          <ac:spMkLst>
            <pc:docMk/>
            <pc:sldMk cId="1859091905" sldId="362"/>
            <ac:spMk id="12" creationId="{141F7DCE-666E-41D5-863D-B6587775D22E}"/>
          </ac:spMkLst>
        </pc:spChg>
        <pc:spChg chg="add mod">
          <ac:chgData name="鈴木 秀規" userId="f68c5fd9-22d5-4c0a-9833-7fb0f5135313" providerId="ADAL" clId="{89E477C8-882C-4DDE-9C80-DFB373724EDC}" dt="2021-01-26T07:50:49.075" v="99" actId="122"/>
          <ac:spMkLst>
            <pc:docMk/>
            <pc:sldMk cId="1859091905" sldId="362"/>
            <ac:spMk id="13" creationId="{68E566C5-31D7-4EAC-B4CE-54A2FD15C730}"/>
          </ac:spMkLst>
        </pc:spChg>
        <pc:spChg chg="add mod">
          <ac:chgData name="鈴木 秀規" userId="f68c5fd9-22d5-4c0a-9833-7fb0f5135313" providerId="ADAL" clId="{89E477C8-882C-4DDE-9C80-DFB373724EDC}" dt="2021-01-26T07:50:49.075" v="99" actId="122"/>
          <ac:spMkLst>
            <pc:docMk/>
            <pc:sldMk cId="1859091905" sldId="362"/>
            <ac:spMk id="14" creationId="{5FBDE6F9-C2F2-4867-93EB-58A1D7802C2B}"/>
          </ac:spMkLst>
        </pc:spChg>
        <pc:spChg chg="add mod">
          <ac:chgData name="鈴木 秀規" userId="f68c5fd9-22d5-4c0a-9833-7fb0f5135313" providerId="ADAL" clId="{89E477C8-882C-4DDE-9C80-DFB373724EDC}" dt="2021-01-26T07:50:49.075" v="99" actId="122"/>
          <ac:spMkLst>
            <pc:docMk/>
            <pc:sldMk cId="1859091905" sldId="362"/>
            <ac:spMk id="15" creationId="{B5FE1B07-A169-4D9D-B87C-699F630BC13A}"/>
          </ac:spMkLst>
        </pc:spChg>
        <pc:spChg chg="add mod ord">
          <ac:chgData name="鈴木 秀規" userId="f68c5fd9-22d5-4c0a-9833-7fb0f5135313" providerId="ADAL" clId="{89E477C8-882C-4DDE-9C80-DFB373724EDC}" dt="2021-01-26T07:53:04.930" v="137" actId="207"/>
          <ac:spMkLst>
            <pc:docMk/>
            <pc:sldMk cId="1859091905" sldId="362"/>
            <ac:spMk id="16" creationId="{E83750D9-63CB-46EA-91FA-A651A9651075}"/>
          </ac:spMkLst>
        </pc:spChg>
        <pc:spChg chg="add mod ord">
          <ac:chgData name="鈴木 秀規" userId="f68c5fd9-22d5-4c0a-9833-7fb0f5135313" providerId="ADAL" clId="{89E477C8-882C-4DDE-9C80-DFB373724EDC}" dt="2021-01-26T07:53:04.930" v="137" actId="207"/>
          <ac:spMkLst>
            <pc:docMk/>
            <pc:sldMk cId="1859091905" sldId="362"/>
            <ac:spMk id="17" creationId="{FC0769DA-ED2F-46A9-93A5-C07CE6C1DC3F}"/>
          </ac:spMkLst>
        </pc:spChg>
        <pc:spChg chg="add mod ord">
          <ac:chgData name="鈴木 秀規" userId="f68c5fd9-22d5-4c0a-9833-7fb0f5135313" providerId="ADAL" clId="{89E477C8-882C-4DDE-9C80-DFB373724EDC}" dt="2021-01-26T07:53:04.930" v="137" actId="207"/>
          <ac:spMkLst>
            <pc:docMk/>
            <pc:sldMk cId="1859091905" sldId="362"/>
            <ac:spMk id="18" creationId="{2A7BD536-9C5D-44FA-94B8-B3F7E84E5B97}"/>
          </ac:spMkLst>
        </pc:spChg>
        <pc:spChg chg="add mod">
          <ac:chgData name="鈴木 秀規" userId="f68c5fd9-22d5-4c0a-9833-7fb0f5135313" providerId="ADAL" clId="{89E477C8-882C-4DDE-9C80-DFB373724EDC}" dt="2021-01-26T07:57:16.250" v="258" actId="1076"/>
          <ac:spMkLst>
            <pc:docMk/>
            <pc:sldMk cId="1859091905" sldId="362"/>
            <ac:spMk id="21" creationId="{0AB77973-9417-4DCE-AF82-689FF3E7ECA3}"/>
          </ac:spMkLst>
        </pc:spChg>
        <pc:spChg chg="add mod">
          <ac:chgData name="鈴木 秀規" userId="f68c5fd9-22d5-4c0a-9833-7fb0f5135313" providerId="ADAL" clId="{89E477C8-882C-4DDE-9C80-DFB373724EDC}" dt="2021-01-26T07:55:20.883" v="181" actId="1076"/>
          <ac:spMkLst>
            <pc:docMk/>
            <pc:sldMk cId="1859091905" sldId="362"/>
            <ac:spMk id="22" creationId="{16E9E172-CD6A-4435-84D9-2E6141BF41F3}"/>
          </ac:spMkLst>
        </pc:spChg>
        <pc:spChg chg="add mod">
          <ac:chgData name="鈴木 秀規" userId="f68c5fd9-22d5-4c0a-9833-7fb0f5135313" providerId="ADAL" clId="{89E477C8-882C-4DDE-9C80-DFB373724EDC}" dt="2021-01-26T07:55:40.763" v="203" actId="20577"/>
          <ac:spMkLst>
            <pc:docMk/>
            <pc:sldMk cId="1859091905" sldId="362"/>
            <ac:spMk id="23" creationId="{0AF3A0FB-0B79-4774-915A-B48357FAF8C6}"/>
          </ac:spMkLst>
        </pc:spChg>
        <pc:spChg chg="add mod">
          <ac:chgData name="鈴木 秀規" userId="f68c5fd9-22d5-4c0a-9833-7fb0f5135313" providerId="ADAL" clId="{89E477C8-882C-4DDE-9C80-DFB373724EDC}" dt="2021-01-26T08:01:41.381" v="411" actId="1037"/>
          <ac:spMkLst>
            <pc:docMk/>
            <pc:sldMk cId="1859091905" sldId="362"/>
            <ac:spMk id="37" creationId="{810BEF0F-9E4D-4704-87DF-51BF9D7C4CAD}"/>
          </ac:spMkLst>
        </pc:spChg>
        <pc:spChg chg="add mod">
          <ac:chgData name="鈴木 秀規" userId="f68c5fd9-22d5-4c0a-9833-7fb0f5135313" providerId="ADAL" clId="{89E477C8-882C-4DDE-9C80-DFB373724EDC}" dt="2021-01-26T08:00:09.668" v="364" actId="1035"/>
          <ac:spMkLst>
            <pc:docMk/>
            <pc:sldMk cId="1859091905" sldId="362"/>
            <ac:spMk id="38" creationId="{F635ED57-68F7-4ED1-9CDF-DEC970A12A25}"/>
          </ac:spMkLst>
        </pc:spChg>
        <pc:spChg chg="add mod">
          <ac:chgData name="鈴木 秀規" userId="f68c5fd9-22d5-4c0a-9833-7fb0f5135313" providerId="ADAL" clId="{89E477C8-882C-4DDE-9C80-DFB373724EDC}" dt="2021-01-26T07:59:31.863" v="343" actId="571"/>
          <ac:spMkLst>
            <pc:docMk/>
            <pc:sldMk cId="1859091905" sldId="362"/>
            <ac:spMk id="44" creationId="{E6017941-A836-42CF-BD82-709E738B1148}"/>
          </ac:spMkLst>
        </pc:spChg>
        <pc:spChg chg="add mod">
          <ac:chgData name="鈴木 秀規" userId="f68c5fd9-22d5-4c0a-9833-7fb0f5135313" providerId="ADAL" clId="{89E477C8-882C-4DDE-9C80-DFB373724EDC}" dt="2021-01-26T07:59:31.863" v="343" actId="571"/>
          <ac:spMkLst>
            <pc:docMk/>
            <pc:sldMk cId="1859091905" sldId="362"/>
            <ac:spMk id="45" creationId="{F9DC93C5-F221-40D7-95AB-67508DA91CE4}"/>
          </ac:spMkLst>
        </pc:spChg>
        <pc:spChg chg="add mod">
          <ac:chgData name="鈴木 秀規" userId="f68c5fd9-22d5-4c0a-9833-7fb0f5135313" providerId="ADAL" clId="{89E477C8-882C-4DDE-9C80-DFB373724EDC}" dt="2021-01-26T08:00:38.912" v="380" actId="1037"/>
          <ac:spMkLst>
            <pc:docMk/>
            <pc:sldMk cId="1859091905" sldId="362"/>
            <ac:spMk id="54" creationId="{266E822E-A1F4-4F69-8477-0E6EF3210D03}"/>
          </ac:spMkLst>
        </pc:spChg>
        <pc:spChg chg="add mod">
          <ac:chgData name="鈴木 秀規" userId="f68c5fd9-22d5-4c0a-9833-7fb0f5135313" providerId="ADAL" clId="{89E477C8-882C-4DDE-9C80-DFB373724EDC}" dt="2021-01-26T08:03:12.075" v="434" actId="207"/>
          <ac:spMkLst>
            <pc:docMk/>
            <pc:sldMk cId="1859091905" sldId="362"/>
            <ac:spMk id="59" creationId="{CFF5B219-4DDF-4B37-A64F-2304FFABF712}"/>
          </ac:spMkLst>
        </pc:spChg>
        <pc:spChg chg="add mod">
          <ac:chgData name="鈴木 秀規" userId="f68c5fd9-22d5-4c0a-9833-7fb0f5135313" providerId="ADAL" clId="{89E477C8-882C-4DDE-9C80-DFB373724EDC}" dt="2021-01-26T08:03:59.120" v="443" actId="207"/>
          <ac:spMkLst>
            <pc:docMk/>
            <pc:sldMk cId="1859091905" sldId="362"/>
            <ac:spMk id="72" creationId="{83F0BF49-8189-4578-8B5F-CF276A24D0CA}"/>
          </ac:spMkLst>
        </pc:spChg>
        <pc:cxnChg chg="add mod ord">
          <ac:chgData name="鈴木 秀規" userId="f68c5fd9-22d5-4c0a-9833-7fb0f5135313" providerId="ADAL" clId="{89E477C8-882C-4DDE-9C80-DFB373724EDC}" dt="2021-01-26T08:02:48.105" v="428" actId="14100"/>
          <ac:cxnSpMkLst>
            <pc:docMk/>
            <pc:sldMk cId="1859091905" sldId="362"/>
            <ac:cxnSpMk id="20" creationId="{134534F1-08CD-4AB7-99C9-9FC436F331A2}"/>
          </ac:cxnSpMkLst>
        </pc:cxnChg>
        <pc:cxnChg chg="add mod">
          <ac:chgData name="鈴木 秀規" userId="f68c5fd9-22d5-4c0a-9833-7fb0f5135313" providerId="ADAL" clId="{89E477C8-882C-4DDE-9C80-DFB373724EDC}" dt="2021-01-26T08:02:51.594" v="429" actId="14100"/>
          <ac:cxnSpMkLst>
            <pc:docMk/>
            <pc:sldMk cId="1859091905" sldId="362"/>
            <ac:cxnSpMk id="24" creationId="{019FAB17-44B5-4AE2-AF12-6643EFA8830B}"/>
          </ac:cxnSpMkLst>
        </pc:cxnChg>
        <pc:cxnChg chg="add mod">
          <ac:chgData name="鈴木 秀規" userId="f68c5fd9-22d5-4c0a-9833-7fb0f5135313" providerId="ADAL" clId="{89E477C8-882C-4DDE-9C80-DFB373724EDC}" dt="2021-01-26T08:02:54.148" v="430" actId="14100"/>
          <ac:cxnSpMkLst>
            <pc:docMk/>
            <pc:sldMk cId="1859091905" sldId="362"/>
            <ac:cxnSpMk id="27" creationId="{1EBAE8EE-EAC3-4F4B-9A50-BAD58EB53B79}"/>
          </ac:cxnSpMkLst>
        </pc:cxnChg>
        <pc:cxnChg chg="add mod">
          <ac:chgData name="鈴木 秀規" userId="f68c5fd9-22d5-4c0a-9833-7fb0f5135313" providerId="ADAL" clId="{89E477C8-882C-4DDE-9C80-DFB373724EDC}" dt="2021-01-26T08:02:33.870" v="427" actId="692"/>
          <ac:cxnSpMkLst>
            <pc:docMk/>
            <pc:sldMk cId="1859091905" sldId="362"/>
            <ac:cxnSpMk id="31" creationId="{A6BADF17-B0D0-4743-A0B1-41D4A54BD609}"/>
          </ac:cxnSpMkLst>
        </pc:cxnChg>
        <pc:cxnChg chg="add mod">
          <ac:chgData name="鈴木 秀規" userId="f68c5fd9-22d5-4c0a-9833-7fb0f5135313" providerId="ADAL" clId="{89E477C8-882C-4DDE-9C80-DFB373724EDC}" dt="2021-01-26T08:02:33.870" v="427" actId="692"/>
          <ac:cxnSpMkLst>
            <pc:docMk/>
            <pc:sldMk cId="1859091905" sldId="362"/>
            <ac:cxnSpMk id="32" creationId="{BB2AB40A-D1FF-499D-96E4-CC02DBFD0C45}"/>
          </ac:cxnSpMkLst>
        </pc:cxnChg>
        <pc:cxnChg chg="add mod">
          <ac:chgData name="鈴木 秀規" userId="f68c5fd9-22d5-4c0a-9833-7fb0f5135313" providerId="ADAL" clId="{89E477C8-882C-4DDE-9C80-DFB373724EDC}" dt="2021-01-26T08:02:33.870" v="427" actId="692"/>
          <ac:cxnSpMkLst>
            <pc:docMk/>
            <pc:sldMk cId="1859091905" sldId="362"/>
            <ac:cxnSpMk id="40" creationId="{2CAE687F-4F06-4637-9A81-133CDE1DDFD1}"/>
          </ac:cxnSpMkLst>
        </pc:cxnChg>
        <pc:cxnChg chg="add del mod">
          <ac:chgData name="鈴木 秀規" userId="f68c5fd9-22d5-4c0a-9833-7fb0f5135313" providerId="ADAL" clId="{89E477C8-882C-4DDE-9C80-DFB373724EDC}" dt="2021-01-26T07:59:19.993" v="340"/>
          <ac:cxnSpMkLst>
            <pc:docMk/>
            <pc:sldMk cId="1859091905" sldId="362"/>
            <ac:cxnSpMk id="42" creationId="{5AA0BF02-C0A5-4738-9C26-191F009E8F18}"/>
          </ac:cxnSpMkLst>
        </pc:cxnChg>
        <pc:cxnChg chg="add mod">
          <ac:chgData name="鈴木 秀規" userId="f68c5fd9-22d5-4c0a-9833-7fb0f5135313" providerId="ADAL" clId="{89E477C8-882C-4DDE-9C80-DFB373724EDC}" dt="2021-01-26T08:02:33.870" v="427" actId="692"/>
          <ac:cxnSpMkLst>
            <pc:docMk/>
            <pc:sldMk cId="1859091905" sldId="362"/>
            <ac:cxnSpMk id="43" creationId="{A5774DB9-1F03-4A1A-AF9A-AED333B85D23}"/>
          </ac:cxnSpMkLst>
        </pc:cxnChg>
        <pc:cxnChg chg="add mod">
          <ac:chgData name="鈴木 秀規" userId="f68c5fd9-22d5-4c0a-9833-7fb0f5135313" providerId="ADAL" clId="{89E477C8-882C-4DDE-9C80-DFB373724EDC}" dt="2021-01-26T08:02:33.870" v="427" actId="692"/>
          <ac:cxnSpMkLst>
            <pc:docMk/>
            <pc:sldMk cId="1859091905" sldId="362"/>
            <ac:cxnSpMk id="47" creationId="{864068D4-A178-418F-82A7-F8CD61001708}"/>
          </ac:cxnSpMkLst>
        </pc:cxnChg>
        <pc:cxnChg chg="add mod">
          <ac:chgData name="鈴木 秀規" userId="f68c5fd9-22d5-4c0a-9833-7fb0f5135313" providerId="ADAL" clId="{89E477C8-882C-4DDE-9C80-DFB373724EDC}" dt="2021-01-26T08:03:01.687" v="432" actId="14100"/>
          <ac:cxnSpMkLst>
            <pc:docMk/>
            <pc:sldMk cId="1859091905" sldId="362"/>
            <ac:cxnSpMk id="51" creationId="{A32AD69A-697F-4EF8-9E0F-56D494744AA2}"/>
          </ac:cxnSpMkLst>
        </pc:cxnChg>
        <pc:cxnChg chg="add mod">
          <ac:chgData name="鈴木 秀規" userId="f68c5fd9-22d5-4c0a-9833-7fb0f5135313" providerId="ADAL" clId="{89E477C8-882C-4DDE-9C80-DFB373724EDC}" dt="2021-01-26T08:02:57.730" v="431" actId="14100"/>
          <ac:cxnSpMkLst>
            <pc:docMk/>
            <pc:sldMk cId="1859091905" sldId="362"/>
            <ac:cxnSpMk id="57" creationId="{31F5136B-2FBA-42D0-BD1C-5118FED32A40}"/>
          </ac:cxnSpMkLst>
        </pc:cxnChg>
      </pc:sldChg>
      <pc:sldChg chg="del">
        <pc:chgData name="鈴木 秀規" userId="f68c5fd9-22d5-4c0a-9833-7fb0f5135313" providerId="ADAL" clId="{89E477C8-882C-4DDE-9C80-DFB373724EDC}" dt="2021-01-26T07:45:41.587" v="2" actId="2696"/>
        <pc:sldMkLst>
          <pc:docMk/>
          <pc:sldMk cId="793301096" sldId="363"/>
        </pc:sldMkLst>
      </pc:sldChg>
      <pc:sldChg chg="modSp new mod">
        <pc:chgData name="鈴木 秀規" userId="f68c5fd9-22d5-4c0a-9833-7fb0f5135313" providerId="ADAL" clId="{89E477C8-882C-4DDE-9C80-DFB373724EDC}" dt="2021-01-26T08:04:53.998" v="455" actId="207"/>
        <pc:sldMkLst>
          <pc:docMk/>
          <pc:sldMk cId="2294830573" sldId="363"/>
        </pc:sldMkLst>
        <pc:spChg chg="mod">
          <ac:chgData name="鈴木 秀規" userId="f68c5fd9-22d5-4c0a-9833-7fb0f5135313" providerId="ADAL" clId="{89E477C8-882C-4DDE-9C80-DFB373724EDC}" dt="2021-01-26T08:04:28.406" v="447"/>
          <ac:spMkLst>
            <pc:docMk/>
            <pc:sldMk cId="2294830573" sldId="363"/>
            <ac:spMk id="3" creationId="{80308596-66F4-4B44-A987-976456932F9D}"/>
          </ac:spMkLst>
        </pc:spChg>
        <pc:spChg chg="mod">
          <ac:chgData name="鈴木 秀規" userId="f68c5fd9-22d5-4c0a-9833-7fb0f5135313" providerId="ADAL" clId="{89E477C8-882C-4DDE-9C80-DFB373724EDC}" dt="2021-01-26T08:04:53.998" v="455" actId="207"/>
          <ac:spMkLst>
            <pc:docMk/>
            <pc:sldMk cId="2294830573" sldId="363"/>
            <ac:spMk id="5" creationId="{2D522168-F518-4111-8563-A2E1FCAB34AB}"/>
          </ac:spMkLst>
        </pc:spChg>
      </pc:sldChg>
      <pc:sldChg chg="del">
        <pc:chgData name="鈴木 秀規" userId="f68c5fd9-22d5-4c0a-9833-7fb0f5135313" providerId="ADAL" clId="{89E477C8-882C-4DDE-9C80-DFB373724EDC}" dt="2021-01-26T07:45:41.587" v="2" actId="2696"/>
        <pc:sldMkLst>
          <pc:docMk/>
          <pc:sldMk cId="7953356" sldId="364"/>
        </pc:sldMkLst>
      </pc:sldChg>
      <pc:sldChg chg="addSp delSp modSp new mod chgLayout">
        <pc:chgData name="鈴木 秀規" userId="f68c5fd9-22d5-4c0a-9833-7fb0f5135313" providerId="ADAL" clId="{89E477C8-882C-4DDE-9C80-DFB373724EDC}" dt="2021-01-26T08:08:15.326" v="507" actId="14100"/>
        <pc:sldMkLst>
          <pc:docMk/>
          <pc:sldMk cId="1110472243" sldId="364"/>
        </pc:sldMkLst>
        <pc:spChg chg="mod ord">
          <ac:chgData name="鈴木 秀規" userId="f68c5fd9-22d5-4c0a-9833-7fb0f5135313" providerId="ADAL" clId="{89E477C8-882C-4DDE-9C80-DFB373724EDC}" dt="2021-01-26T08:07:55.033" v="502" actId="6264"/>
          <ac:spMkLst>
            <pc:docMk/>
            <pc:sldMk cId="1110472243" sldId="364"/>
            <ac:spMk id="2" creationId="{4C26FC9E-824E-49C1-94A2-CADDA6CC0D53}"/>
          </ac:spMkLst>
        </pc:spChg>
        <pc:spChg chg="mod ord">
          <ac:chgData name="鈴木 秀規" userId="f68c5fd9-22d5-4c0a-9833-7fb0f5135313" providerId="ADAL" clId="{89E477C8-882C-4DDE-9C80-DFB373724EDC}" dt="2021-01-26T08:07:55.033" v="502" actId="6264"/>
          <ac:spMkLst>
            <pc:docMk/>
            <pc:sldMk cId="1110472243" sldId="364"/>
            <ac:spMk id="3" creationId="{C76342AA-69F7-4707-AB18-49D866955607}"/>
          </ac:spMkLst>
        </pc:spChg>
        <pc:spChg chg="mod ord">
          <ac:chgData name="鈴木 秀規" userId="f68c5fd9-22d5-4c0a-9833-7fb0f5135313" providerId="ADAL" clId="{89E477C8-882C-4DDE-9C80-DFB373724EDC}" dt="2021-01-26T08:07:55.033" v="502" actId="6264"/>
          <ac:spMkLst>
            <pc:docMk/>
            <pc:sldMk cId="1110472243" sldId="364"/>
            <ac:spMk id="4" creationId="{BF106BF8-5A59-42EE-9C56-59204DEFA2B2}"/>
          </ac:spMkLst>
        </pc:spChg>
        <pc:spChg chg="del mod">
          <ac:chgData name="鈴木 秀規" userId="f68c5fd9-22d5-4c0a-9833-7fb0f5135313" providerId="ADAL" clId="{89E477C8-882C-4DDE-9C80-DFB373724EDC}" dt="2021-01-26T08:06:07.552" v="462" actId="478"/>
          <ac:spMkLst>
            <pc:docMk/>
            <pc:sldMk cId="1110472243" sldId="364"/>
            <ac:spMk id="5" creationId="{B053D525-0D4E-47BE-9589-977DE06898A5}"/>
          </ac:spMkLst>
        </pc:spChg>
        <pc:spChg chg="add mod">
          <ac:chgData name="鈴木 秀規" userId="f68c5fd9-22d5-4c0a-9833-7fb0f5135313" providerId="ADAL" clId="{89E477C8-882C-4DDE-9C80-DFB373724EDC}" dt="2021-01-26T08:07:43.082" v="501" actId="207"/>
          <ac:spMkLst>
            <pc:docMk/>
            <pc:sldMk cId="1110472243" sldId="364"/>
            <ac:spMk id="6" creationId="{4C3AF5AA-B358-4316-BC78-20B29D60485D}"/>
          </ac:spMkLst>
        </pc:spChg>
        <pc:spChg chg="add del mod">
          <ac:chgData name="鈴木 秀規" userId="f68c5fd9-22d5-4c0a-9833-7fb0f5135313" providerId="ADAL" clId="{89E477C8-882C-4DDE-9C80-DFB373724EDC}" dt="2021-01-26T08:07:55.033" v="502" actId="6264"/>
          <ac:spMkLst>
            <pc:docMk/>
            <pc:sldMk cId="1110472243" sldId="364"/>
            <ac:spMk id="7" creationId="{D3632368-3194-4E35-911B-41D9C2B615B7}"/>
          </ac:spMkLst>
        </pc:spChg>
        <pc:spChg chg="add del mod">
          <ac:chgData name="鈴木 秀規" userId="f68c5fd9-22d5-4c0a-9833-7fb0f5135313" providerId="ADAL" clId="{89E477C8-882C-4DDE-9C80-DFB373724EDC}" dt="2021-01-26T08:07:55.033" v="502" actId="6264"/>
          <ac:spMkLst>
            <pc:docMk/>
            <pc:sldMk cId="1110472243" sldId="364"/>
            <ac:spMk id="8" creationId="{BD9E1838-2E86-4D77-8E3D-C641A1C67699}"/>
          </ac:spMkLst>
        </pc:spChg>
        <pc:spChg chg="add del mod">
          <ac:chgData name="鈴木 秀規" userId="f68c5fd9-22d5-4c0a-9833-7fb0f5135313" providerId="ADAL" clId="{89E477C8-882C-4DDE-9C80-DFB373724EDC}" dt="2021-01-26T08:07:55.033" v="502" actId="6264"/>
          <ac:spMkLst>
            <pc:docMk/>
            <pc:sldMk cId="1110472243" sldId="364"/>
            <ac:spMk id="9" creationId="{B63836F2-4190-4CA3-8A40-6FB9C2E56271}"/>
          </ac:spMkLst>
        </pc:spChg>
        <pc:spChg chg="add mod ord">
          <ac:chgData name="鈴木 秀規" userId="f68c5fd9-22d5-4c0a-9833-7fb0f5135313" providerId="ADAL" clId="{89E477C8-882C-4DDE-9C80-DFB373724EDC}" dt="2021-01-26T08:08:15.326" v="507" actId="14100"/>
          <ac:spMkLst>
            <pc:docMk/>
            <pc:sldMk cId="1110472243" sldId="364"/>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761714059" sldId="365"/>
        </pc:sldMkLst>
      </pc:sldChg>
      <pc:sldChg chg="modSp new mod">
        <pc:chgData name="鈴木 秀規" userId="f68c5fd9-22d5-4c0a-9833-7fb0f5135313" providerId="ADAL" clId="{89E477C8-882C-4DDE-9C80-DFB373724EDC}" dt="2021-01-26T08:10:20.601" v="529" actId="207"/>
        <pc:sldMkLst>
          <pc:docMk/>
          <pc:sldMk cId="2023125260" sldId="365"/>
        </pc:sldMkLst>
        <pc:spChg chg="mod">
          <ac:chgData name="鈴木 秀規" userId="f68c5fd9-22d5-4c0a-9833-7fb0f5135313" providerId="ADAL" clId="{89E477C8-882C-4DDE-9C80-DFB373724EDC}" dt="2021-01-26T08:09:00.303" v="511" actId="113"/>
          <ac:spMkLst>
            <pc:docMk/>
            <pc:sldMk cId="2023125260" sldId="365"/>
            <ac:spMk id="3" creationId="{3C5E10D8-FE1A-43F3-A5E1-4E0561551D6D}"/>
          </ac:spMkLst>
        </pc:spChg>
        <pc:spChg chg="mod">
          <ac:chgData name="鈴木 秀規" userId="f68c5fd9-22d5-4c0a-9833-7fb0f5135313" providerId="ADAL" clId="{89E477C8-882C-4DDE-9C80-DFB373724EDC}" dt="2021-01-26T08:10:20.601" v="529" actId="207"/>
          <ac:spMkLst>
            <pc:docMk/>
            <pc:sldMk cId="2023125260" sldId="365"/>
            <ac:spMk id="5" creationId="{B84F0D4E-F2BC-40E8-BE39-75DAE0927AB4}"/>
          </ac:spMkLst>
        </pc:spChg>
      </pc:sldChg>
      <pc:sldChg chg="modSp new mod">
        <pc:chgData name="鈴木 秀規" userId="f68c5fd9-22d5-4c0a-9833-7fb0f5135313" providerId="ADAL" clId="{89E477C8-882C-4DDE-9C80-DFB373724EDC}" dt="2021-01-26T08:12:35.424" v="540" actId="207"/>
        <pc:sldMkLst>
          <pc:docMk/>
          <pc:sldMk cId="597858556" sldId="366"/>
        </pc:sldMkLst>
        <pc:spChg chg="mod">
          <ac:chgData name="鈴木 秀規" userId="f68c5fd9-22d5-4c0a-9833-7fb0f5135313" providerId="ADAL" clId="{89E477C8-882C-4DDE-9C80-DFB373724EDC}" dt="2021-01-26T08:10:59.036" v="531"/>
          <ac:spMkLst>
            <pc:docMk/>
            <pc:sldMk cId="597858556" sldId="366"/>
            <ac:spMk id="3" creationId="{C635C32F-0D77-4DD0-A752-8B7C55A2B627}"/>
          </ac:spMkLst>
        </pc:spChg>
        <pc:spChg chg="mod">
          <ac:chgData name="鈴木 秀規" userId="f68c5fd9-22d5-4c0a-9833-7fb0f5135313" providerId="ADAL" clId="{89E477C8-882C-4DDE-9C80-DFB373724EDC}" dt="2021-01-26T08:12:35.424" v="540" actId="207"/>
          <ac:spMkLst>
            <pc:docMk/>
            <pc:sldMk cId="597858556" sldId="366"/>
            <ac:spMk id="5" creationId="{4402BEA6-4F18-4B71-B0B4-98752FFB701C}"/>
          </ac:spMkLst>
        </pc:spChg>
      </pc:sldChg>
      <pc:sldChg chg="del">
        <pc:chgData name="鈴木 秀規" userId="f68c5fd9-22d5-4c0a-9833-7fb0f5135313" providerId="ADAL" clId="{89E477C8-882C-4DDE-9C80-DFB373724EDC}" dt="2021-01-26T07:45:41.587" v="2" actId="2696"/>
        <pc:sldMkLst>
          <pc:docMk/>
          <pc:sldMk cId="680852098" sldId="366"/>
        </pc:sldMkLst>
      </pc:sldChg>
      <pc:sldChg chg="modSp add mod ord">
        <pc:chgData name="鈴木 秀規" userId="f68c5fd9-22d5-4c0a-9833-7fb0f5135313" providerId="ADAL" clId="{89E477C8-882C-4DDE-9C80-DFB373724EDC}" dt="2021-01-26T08:13:53.288" v="569" actId="14100"/>
        <pc:sldMkLst>
          <pc:docMk/>
          <pc:sldMk cId="3532048317" sldId="367"/>
        </pc:sldMkLst>
        <pc:spChg chg="mod">
          <ac:chgData name="鈴木 秀規" userId="f68c5fd9-22d5-4c0a-9833-7fb0f5135313" providerId="ADAL" clId="{89E477C8-882C-4DDE-9C80-DFB373724EDC}" dt="2021-01-26T08:12:53.345" v="544"/>
          <ac:spMkLst>
            <pc:docMk/>
            <pc:sldMk cId="3532048317" sldId="367"/>
            <ac:spMk id="3" creationId="{C76342AA-69F7-4707-AB18-49D866955607}"/>
          </ac:spMkLst>
        </pc:spChg>
        <pc:spChg chg="mod">
          <ac:chgData name="鈴木 秀規" userId="f68c5fd9-22d5-4c0a-9833-7fb0f5135313" providerId="ADAL" clId="{89E477C8-882C-4DDE-9C80-DFB373724EDC}" dt="2021-01-26T08:13:45.833" v="568" actId="113"/>
          <ac:spMkLst>
            <pc:docMk/>
            <pc:sldMk cId="3532048317" sldId="367"/>
            <ac:spMk id="6" creationId="{4C3AF5AA-B358-4316-BC78-20B29D60485D}"/>
          </ac:spMkLst>
        </pc:spChg>
        <pc:spChg chg="mod">
          <ac:chgData name="鈴木 秀規" userId="f68c5fd9-22d5-4c0a-9833-7fb0f5135313" providerId="ADAL" clId="{89E477C8-882C-4DDE-9C80-DFB373724EDC}" dt="2021-01-26T08:13:53.288" v="569" actId="14100"/>
          <ac:spMkLst>
            <pc:docMk/>
            <pc:sldMk cId="3532048317" sldId="367"/>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4223884688" sldId="367"/>
        </pc:sldMkLst>
      </pc:sldChg>
      <pc:sldChg chg="del">
        <pc:chgData name="鈴木 秀規" userId="f68c5fd9-22d5-4c0a-9833-7fb0f5135313" providerId="ADAL" clId="{89E477C8-882C-4DDE-9C80-DFB373724EDC}" dt="2021-01-26T07:45:41.587" v="2" actId="2696"/>
        <pc:sldMkLst>
          <pc:docMk/>
          <pc:sldMk cId="1322122799" sldId="368"/>
        </pc:sldMkLst>
      </pc:sldChg>
      <pc:sldChg chg="modSp new mod">
        <pc:chgData name="鈴木 秀規" userId="f68c5fd9-22d5-4c0a-9833-7fb0f5135313" providerId="ADAL" clId="{89E477C8-882C-4DDE-9C80-DFB373724EDC}" dt="2021-01-26T08:15:28.833" v="582" actId="20577"/>
        <pc:sldMkLst>
          <pc:docMk/>
          <pc:sldMk cId="1946457624" sldId="368"/>
        </pc:sldMkLst>
        <pc:spChg chg="mod">
          <ac:chgData name="鈴木 秀規" userId="f68c5fd9-22d5-4c0a-9833-7fb0f5135313" providerId="ADAL" clId="{89E477C8-882C-4DDE-9C80-DFB373724EDC}" dt="2021-01-26T08:14:32.417" v="571"/>
          <ac:spMkLst>
            <pc:docMk/>
            <pc:sldMk cId="1946457624" sldId="368"/>
            <ac:spMk id="3" creationId="{8256DAFB-5904-4ECE-B786-8B9CFBF370E1}"/>
          </ac:spMkLst>
        </pc:spChg>
        <pc:spChg chg="mod">
          <ac:chgData name="鈴木 秀規" userId="f68c5fd9-22d5-4c0a-9833-7fb0f5135313" providerId="ADAL" clId="{89E477C8-882C-4DDE-9C80-DFB373724EDC}" dt="2021-01-26T08:15:28.833" v="582" actId="20577"/>
          <ac:spMkLst>
            <pc:docMk/>
            <pc:sldMk cId="1946457624" sldId="368"/>
            <ac:spMk id="5" creationId="{1E91DBA5-B855-4E68-A39D-E92B77A725F9}"/>
          </ac:spMkLst>
        </pc:spChg>
      </pc:sldChg>
      <pc:sldChg chg="del">
        <pc:chgData name="鈴木 秀規" userId="f68c5fd9-22d5-4c0a-9833-7fb0f5135313" providerId="ADAL" clId="{89E477C8-882C-4DDE-9C80-DFB373724EDC}" dt="2021-01-26T07:45:41.587" v="2" actId="2696"/>
        <pc:sldMkLst>
          <pc:docMk/>
          <pc:sldMk cId="315703525" sldId="369"/>
        </pc:sldMkLst>
      </pc:sldChg>
      <pc:sldChg chg="addSp modSp new mod">
        <pc:chgData name="鈴木 秀規" userId="f68c5fd9-22d5-4c0a-9833-7fb0f5135313" providerId="ADAL" clId="{89E477C8-882C-4DDE-9C80-DFB373724EDC}" dt="2021-01-26T08:26:54.010" v="663" actId="14100"/>
        <pc:sldMkLst>
          <pc:docMk/>
          <pc:sldMk cId="2558863877" sldId="369"/>
        </pc:sldMkLst>
        <pc:spChg chg="mod">
          <ac:chgData name="鈴木 秀規" userId="f68c5fd9-22d5-4c0a-9833-7fb0f5135313" providerId="ADAL" clId="{89E477C8-882C-4DDE-9C80-DFB373724EDC}" dt="2021-01-26T08:15:56.004" v="584"/>
          <ac:spMkLst>
            <pc:docMk/>
            <pc:sldMk cId="2558863877" sldId="369"/>
            <ac:spMk id="3" creationId="{979EA96C-27B0-4A98-A6BB-18337E109675}"/>
          </ac:spMkLst>
        </pc:spChg>
        <pc:spChg chg="mod">
          <ac:chgData name="鈴木 秀規" userId="f68c5fd9-22d5-4c0a-9833-7fb0f5135313" providerId="ADAL" clId="{89E477C8-882C-4DDE-9C80-DFB373724EDC}" dt="2021-01-26T08:16:10.245" v="587" actId="14100"/>
          <ac:spMkLst>
            <pc:docMk/>
            <pc:sldMk cId="2558863877" sldId="369"/>
            <ac:spMk id="5" creationId="{AD63D481-D7C9-40D2-86FC-CF8EB51ADE00}"/>
          </ac:spMkLst>
        </pc:spChg>
        <pc:spChg chg="add mod">
          <ac:chgData name="鈴木 秀規" userId="f68c5fd9-22d5-4c0a-9833-7fb0f5135313" providerId="ADAL" clId="{89E477C8-882C-4DDE-9C80-DFB373724EDC}" dt="2021-01-26T08:24:00.513" v="645" actId="14100"/>
          <ac:spMkLst>
            <pc:docMk/>
            <pc:sldMk cId="2558863877" sldId="369"/>
            <ac:spMk id="6" creationId="{557D5ABE-E95E-43B6-BA4B-30D67DC82E4B}"/>
          </ac:spMkLst>
        </pc:spChg>
        <pc:spChg chg="add mod ord">
          <ac:chgData name="鈴木 秀規" userId="f68c5fd9-22d5-4c0a-9833-7fb0f5135313" providerId="ADAL" clId="{89E477C8-882C-4DDE-9C80-DFB373724EDC}" dt="2021-01-26T08:26:37.718" v="661" actId="14100"/>
          <ac:spMkLst>
            <pc:docMk/>
            <pc:sldMk cId="2558863877" sldId="369"/>
            <ac:spMk id="7" creationId="{5A1A2977-47D7-4B83-8ED8-FAE0FCA35EFD}"/>
          </ac:spMkLst>
        </pc:spChg>
        <pc:spChg chg="add mod ord">
          <ac:chgData name="鈴木 秀規" userId="f68c5fd9-22d5-4c0a-9833-7fb0f5135313" providerId="ADAL" clId="{89E477C8-882C-4DDE-9C80-DFB373724EDC}" dt="2021-01-26T08:26:42.786" v="662" actId="207"/>
          <ac:spMkLst>
            <pc:docMk/>
            <pc:sldMk cId="2558863877" sldId="369"/>
            <ac:spMk id="8" creationId="{11DBA35D-4570-44DC-AD82-891FE3E745DA}"/>
          </ac:spMkLst>
        </pc:spChg>
        <pc:spChg chg="add mod">
          <ac:chgData name="鈴木 秀規" userId="f68c5fd9-22d5-4c0a-9833-7fb0f5135313" providerId="ADAL" clId="{89E477C8-882C-4DDE-9C80-DFB373724EDC}" dt="2021-01-26T08:26:13.459" v="656" actId="14100"/>
          <ac:spMkLst>
            <pc:docMk/>
            <pc:sldMk cId="2558863877" sldId="369"/>
            <ac:spMk id="9" creationId="{428EA767-7996-42DE-8E9E-552356BDC96C}"/>
          </ac:spMkLst>
        </pc:spChg>
        <pc:spChg chg="add mod">
          <ac:chgData name="鈴木 秀規" userId="f68c5fd9-22d5-4c0a-9833-7fb0f5135313" providerId="ADAL" clId="{89E477C8-882C-4DDE-9C80-DFB373724EDC}" dt="2021-01-26T08:26:54.010" v="663" actId="14100"/>
          <ac:spMkLst>
            <pc:docMk/>
            <pc:sldMk cId="2558863877" sldId="369"/>
            <ac:spMk id="10" creationId="{CFC6B348-1037-44A4-8325-C4D3801B756C}"/>
          </ac:spMkLst>
        </pc:spChg>
      </pc:sldChg>
      <pc:sldChg chg="addSp delSp modSp new mod">
        <pc:chgData name="鈴木 秀規" userId="f68c5fd9-22d5-4c0a-9833-7fb0f5135313" providerId="ADAL" clId="{89E477C8-882C-4DDE-9C80-DFB373724EDC}" dt="2021-01-26T08:34:45.798" v="757" actId="14100"/>
        <pc:sldMkLst>
          <pc:docMk/>
          <pc:sldMk cId="1008659216" sldId="370"/>
        </pc:sldMkLst>
        <pc:spChg chg="mod">
          <ac:chgData name="鈴木 秀規" userId="f68c5fd9-22d5-4c0a-9833-7fb0f5135313" providerId="ADAL" clId="{89E477C8-882C-4DDE-9C80-DFB373724EDC}" dt="2021-01-26T08:27:17.103" v="665"/>
          <ac:spMkLst>
            <pc:docMk/>
            <pc:sldMk cId="1008659216" sldId="370"/>
            <ac:spMk id="3" creationId="{02214B61-6F76-4DD9-A34B-592E9EF53121}"/>
          </ac:spMkLst>
        </pc:spChg>
        <pc:spChg chg="mod">
          <ac:chgData name="鈴木 秀規" userId="f68c5fd9-22d5-4c0a-9833-7fb0f5135313" providerId="ADAL" clId="{89E477C8-882C-4DDE-9C80-DFB373724EDC}" dt="2021-01-26T08:27:41.364" v="669" actId="14100"/>
          <ac:spMkLst>
            <pc:docMk/>
            <pc:sldMk cId="1008659216" sldId="370"/>
            <ac:spMk id="5" creationId="{C2358685-C9DF-4D11-B40A-091E145AC05F}"/>
          </ac:spMkLst>
        </pc:spChg>
        <pc:spChg chg="add mod">
          <ac:chgData name="鈴木 秀規" userId="f68c5fd9-22d5-4c0a-9833-7fb0f5135313" providerId="ADAL" clId="{89E477C8-882C-4DDE-9C80-DFB373724EDC}" dt="2021-01-26T08:33:43.019" v="741" actId="1076"/>
          <ac:spMkLst>
            <pc:docMk/>
            <pc:sldMk cId="1008659216" sldId="370"/>
            <ac:spMk id="6" creationId="{AF6E6B2C-3CE4-477F-9DA8-7509802DBEA1}"/>
          </ac:spMkLst>
        </pc:spChg>
        <pc:spChg chg="add del mod">
          <ac:chgData name="鈴木 秀規" userId="f68c5fd9-22d5-4c0a-9833-7fb0f5135313" providerId="ADAL" clId="{89E477C8-882C-4DDE-9C80-DFB373724EDC}" dt="2021-01-26T08:29:43.747" v="706"/>
          <ac:spMkLst>
            <pc:docMk/>
            <pc:sldMk cId="1008659216" sldId="370"/>
            <ac:spMk id="7" creationId="{42D75D7A-97B8-42DD-A8B3-6721BFD1F04D}"/>
          </ac:spMkLst>
        </pc:spChg>
        <pc:spChg chg="add mod">
          <ac:chgData name="鈴木 秀規" userId="f68c5fd9-22d5-4c0a-9833-7fb0f5135313" providerId="ADAL" clId="{89E477C8-882C-4DDE-9C80-DFB373724EDC}" dt="2021-01-26T08:31:13.333" v="720" actId="1582"/>
          <ac:spMkLst>
            <pc:docMk/>
            <pc:sldMk cId="1008659216" sldId="370"/>
            <ac:spMk id="8" creationId="{FB5CF734-FD8C-47ED-A991-D7605289366B}"/>
          </ac:spMkLst>
        </pc:spChg>
        <pc:spChg chg="add mod">
          <ac:chgData name="鈴木 秀規" userId="f68c5fd9-22d5-4c0a-9833-7fb0f5135313" providerId="ADAL" clId="{89E477C8-882C-4DDE-9C80-DFB373724EDC}" dt="2021-01-26T08:32:22.843" v="728" actId="14100"/>
          <ac:spMkLst>
            <pc:docMk/>
            <pc:sldMk cId="1008659216" sldId="370"/>
            <ac:spMk id="11" creationId="{DE92F075-A417-44E2-ADE3-68FA1C49E000}"/>
          </ac:spMkLst>
        </pc:spChg>
        <pc:spChg chg="add mod">
          <ac:chgData name="鈴木 秀規" userId="f68c5fd9-22d5-4c0a-9833-7fb0f5135313" providerId="ADAL" clId="{89E477C8-882C-4DDE-9C80-DFB373724EDC}" dt="2021-01-26T08:32:53.921" v="733" actId="208"/>
          <ac:spMkLst>
            <pc:docMk/>
            <pc:sldMk cId="1008659216" sldId="370"/>
            <ac:spMk id="12" creationId="{D60CA42D-40E7-48E9-898B-A950E3D6D2EC}"/>
          </ac:spMkLst>
        </pc:spChg>
        <pc:spChg chg="add mod">
          <ac:chgData name="鈴木 秀規" userId="f68c5fd9-22d5-4c0a-9833-7fb0f5135313" providerId="ADAL" clId="{89E477C8-882C-4DDE-9C80-DFB373724EDC}" dt="2021-01-26T08:34:18.922" v="750" actId="1076"/>
          <ac:spMkLst>
            <pc:docMk/>
            <pc:sldMk cId="1008659216" sldId="370"/>
            <ac:spMk id="19" creationId="{41D8A924-57DB-47C0-9E8F-95FC39B81F93}"/>
          </ac:spMkLst>
        </pc:spChg>
        <pc:spChg chg="add mod">
          <ac:chgData name="鈴木 秀規" userId="f68c5fd9-22d5-4c0a-9833-7fb0f5135313" providerId="ADAL" clId="{89E477C8-882C-4DDE-9C80-DFB373724EDC}" dt="2021-01-26T08:34:36.683" v="754" actId="1076"/>
          <ac:spMkLst>
            <pc:docMk/>
            <pc:sldMk cId="1008659216" sldId="370"/>
            <ac:spMk id="24" creationId="{5DEFD2C3-FDC8-45AE-BE41-B732B159BBCA}"/>
          </ac:spMkLst>
        </pc:spChg>
        <pc:cxnChg chg="add mod">
          <ac:chgData name="鈴木 秀規" userId="f68c5fd9-22d5-4c0a-9833-7fb0f5135313" providerId="ADAL" clId="{89E477C8-882C-4DDE-9C80-DFB373724EDC}" dt="2021-01-26T08:31:33.354" v="723" actId="208"/>
          <ac:cxnSpMkLst>
            <pc:docMk/>
            <pc:sldMk cId="1008659216" sldId="370"/>
            <ac:cxnSpMk id="10" creationId="{D1E1AAFB-9319-4FD0-AF11-44AAFA8269A7}"/>
          </ac:cxnSpMkLst>
        </pc:cxnChg>
        <pc:cxnChg chg="add mod">
          <ac:chgData name="鈴木 秀規" userId="f68c5fd9-22d5-4c0a-9833-7fb0f5135313" providerId="ADAL" clId="{89E477C8-882C-4DDE-9C80-DFB373724EDC}" dt="2021-01-26T08:33:47.179" v="742" actId="14100"/>
          <ac:cxnSpMkLst>
            <pc:docMk/>
            <pc:sldMk cId="1008659216" sldId="370"/>
            <ac:cxnSpMk id="14" creationId="{32A8E0F2-FD29-4DB9-BCF8-BC10538B672C}"/>
          </ac:cxnSpMkLst>
        </pc:cxnChg>
        <pc:cxnChg chg="add del mod">
          <ac:chgData name="鈴木 秀規" userId="f68c5fd9-22d5-4c0a-9833-7fb0f5135313" providerId="ADAL" clId="{89E477C8-882C-4DDE-9C80-DFB373724EDC}" dt="2021-01-26T08:33:22.264" v="739" actId="478"/>
          <ac:cxnSpMkLst>
            <pc:docMk/>
            <pc:sldMk cId="1008659216" sldId="370"/>
            <ac:cxnSpMk id="15" creationId="{34603B1C-8748-4FB8-BFB7-F4F9E47B53EC}"/>
          </ac:cxnSpMkLst>
        </pc:cxnChg>
        <pc:cxnChg chg="add mod">
          <ac:chgData name="鈴木 秀規" userId="f68c5fd9-22d5-4c0a-9833-7fb0f5135313" providerId="ADAL" clId="{89E477C8-882C-4DDE-9C80-DFB373724EDC}" dt="2021-01-26T08:34:22.565" v="751" actId="14100"/>
          <ac:cxnSpMkLst>
            <pc:docMk/>
            <pc:sldMk cId="1008659216" sldId="370"/>
            <ac:cxnSpMk id="20" creationId="{00C64AF7-8716-4986-BDE8-15ED9E2189CD}"/>
          </ac:cxnSpMkLst>
        </pc:cxnChg>
        <pc:cxnChg chg="add mod">
          <ac:chgData name="鈴木 秀規" userId="f68c5fd9-22d5-4c0a-9833-7fb0f5135313" providerId="ADAL" clId="{89E477C8-882C-4DDE-9C80-DFB373724EDC}" dt="2021-01-26T08:34:45.798" v="757" actId="14100"/>
          <ac:cxnSpMkLst>
            <pc:docMk/>
            <pc:sldMk cId="1008659216" sldId="370"/>
            <ac:cxnSpMk id="25" creationId="{67C6214A-96D4-4070-AC0B-68733CDEF561}"/>
          </ac:cxnSpMkLst>
        </pc:cxnChg>
      </pc:sldChg>
      <pc:sldChg chg="del">
        <pc:chgData name="鈴木 秀規" userId="f68c5fd9-22d5-4c0a-9833-7fb0f5135313" providerId="ADAL" clId="{89E477C8-882C-4DDE-9C80-DFB373724EDC}" dt="2021-01-26T07:45:41.587" v="2" actId="2696"/>
        <pc:sldMkLst>
          <pc:docMk/>
          <pc:sldMk cId="1918088230" sldId="370"/>
        </pc:sldMkLst>
      </pc:sldChg>
      <pc:sldChg chg="del">
        <pc:chgData name="鈴木 秀規" userId="f68c5fd9-22d5-4c0a-9833-7fb0f5135313" providerId="ADAL" clId="{89E477C8-882C-4DDE-9C80-DFB373724EDC}" dt="2021-01-26T07:45:41.587" v="2" actId="2696"/>
        <pc:sldMkLst>
          <pc:docMk/>
          <pc:sldMk cId="1875641365" sldId="371"/>
        </pc:sldMkLst>
      </pc:sldChg>
      <pc:sldChg chg="addSp modSp new mod">
        <pc:chgData name="鈴木 秀規" userId="f68c5fd9-22d5-4c0a-9833-7fb0f5135313" providerId="ADAL" clId="{89E477C8-882C-4DDE-9C80-DFB373724EDC}" dt="2021-01-26T08:35:53.403" v="770" actId="12385"/>
        <pc:sldMkLst>
          <pc:docMk/>
          <pc:sldMk cId="3350652435" sldId="371"/>
        </pc:sldMkLst>
        <pc:spChg chg="mod">
          <ac:chgData name="鈴木 秀規" userId="f68c5fd9-22d5-4c0a-9833-7fb0f5135313" providerId="ADAL" clId="{89E477C8-882C-4DDE-9C80-DFB373724EDC}" dt="2021-01-26T08:35:02.154" v="759"/>
          <ac:spMkLst>
            <pc:docMk/>
            <pc:sldMk cId="3350652435" sldId="371"/>
            <ac:spMk id="3" creationId="{30F99C26-20B3-4443-9F4F-4D39431C4739}"/>
          </ac:spMkLst>
        </pc:spChg>
        <pc:spChg chg="mod">
          <ac:chgData name="鈴木 秀規" userId="f68c5fd9-22d5-4c0a-9833-7fb0f5135313" providerId="ADAL" clId="{89E477C8-882C-4DDE-9C80-DFB373724EDC}" dt="2021-01-26T08:35:21.940" v="762" actId="14100"/>
          <ac:spMkLst>
            <pc:docMk/>
            <pc:sldMk cId="3350652435" sldId="371"/>
            <ac:spMk id="5" creationId="{D182D7AD-13D1-4C10-9608-8EBF9A649B90}"/>
          </ac:spMkLst>
        </pc:spChg>
        <pc:graphicFrameChg chg="add mod modGraphic">
          <ac:chgData name="鈴木 秀規" userId="f68c5fd9-22d5-4c0a-9833-7fb0f5135313" providerId="ADAL" clId="{89E477C8-882C-4DDE-9C80-DFB373724EDC}" dt="2021-01-26T08:35:53.403" v="770" actId="12385"/>
          <ac:graphicFrameMkLst>
            <pc:docMk/>
            <pc:sldMk cId="3350652435" sldId="371"/>
            <ac:graphicFrameMk id="6" creationId="{DAC8AF56-1F1A-4360-9696-0C80394E8D9E}"/>
          </ac:graphicFrameMkLst>
        </pc:graphicFrameChg>
      </pc:sldChg>
      <pc:sldChg chg="modSp new mod">
        <pc:chgData name="鈴木 秀規" userId="f68c5fd9-22d5-4c0a-9833-7fb0f5135313" providerId="ADAL" clId="{89E477C8-882C-4DDE-9C80-DFB373724EDC}" dt="2021-01-26T08:38:37.548" v="824" actId="313"/>
        <pc:sldMkLst>
          <pc:docMk/>
          <pc:sldMk cId="3443851444" sldId="372"/>
        </pc:sldMkLst>
        <pc:spChg chg="mod">
          <ac:chgData name="鈴木 秀規" userId="f68c5fd9-22d5-4c0a-9833-7fb0f5135313" providerId="ADAL" clId="{89E477C8-882C-4DDE-9C80-DFB373724EDC}" dt="2021-01-26T08:36:10.828" v="772"/>
          <ac:spMkLst>
            <pc:docMk/>
            <pc:sldMk cId="3443851444" sldId="372"/>
            <ac:spMk id="3" creationId="{2979B095-C2D9-43FE-BDB4-F51D4674481B}"/>
          </ac:spMkLst>
        </pc:spChg>
        <pc:spChg chg="mod">
          <ac:chgData name="鈴木 秀規" userId="f68c5fd9-22d5-4c0a-9833-7fb0f5135313" providerId="ADAL" clId="{89E477C8-882C-4DDE-9C80-DFB373724EDC}" dt="2021-01-26T08:38:37.548" v="824" actId="313"/>
          <ac:spMkLst>
            <pc:docMk/>
            <pc:sldMk cId="3443851444" sldId="372"/>
            <ac:spMk id="5" creationId="{B7128837-A21D-4351-8A56-98194BD48CFE}"/>
          </ac:spMkLst>
        </pc:spChg>
      </pc:sldChg>
      <pc:sldChg chg="del">
        <pc:chgData name="鈴木 秀規" userId="f68c5fd9-22d5-4c0a-9833-7fb0f5135313" providerId="ADAL" clId="{89E477C8-882C-4DDE-9C80-DFB373724EDC}" dt="2021-01-26T07:45:41.587" v="2" actId="2696"/>
        <pc:sldMkLst>
          <pc:docMk/>
          <pc:sldMk cId="4147123060" sldId="372"/>
        </pc:sldMkLst>
      </pc:sldChg>
      <pc:sldChg chg="del">
        <pc:chgData name="鈴木 秀規" userId="f68c5fd9-22d5-4c0a-9833-7fb0f5135313" providerId="ADAL" clId="{89E477C8-882C-4DDE-9C80-DFB373724EDC}" dt="2021-01-26T07:45:41.587" v="2" actId="2696"/>
        <pc:sldMkLst>
          <pc:docMk/>
          <pc:sldMk cId="310747956" sldId="373"/>
        </pc:sldMkLst>
      </pc:sldChg>
      <pc:sldChg chg="modSp new mod">
        <pc:chgData name="鈴木 秀規" userId="f68c5fd9-22d5-4c0a-9833-7fb0f5135313" providerId="ADAL" clId="{89E477C8-882C-4DDE-9C80-DFB373724EDC}" dt="2021-01-26T08:41:30.196" v="859" actId="207"/>
        <pc:sldMkLst>
          <pc:docMk/>
          <pc:sldMk cId="2536938731" sldId="373"/>
        </pc:sldMkLst>
        <pc:spChg chg="mod">
          <ac:chgData name="鈴木 秀規" userId="f68c5fd9-22d5-4c0a-9833-7fb0f5135313" providerId="ADAL" clId="{89E477C8-882C-4DDE-9C80-DFB373724EDC}" dt="2021-01-26T08:39:23.979" v="826"/>
          <ac:spMkLst>
            <pc:docMk/>
            <pc:sldMk cId="2536938731" sldId="373"/>
            <ac:spMk id="3" creationId="{78A90C5B-D1BB-47BB-9861-87F6FD459443}"/>
          </ac:spMkLst>
        </pc:spChg>
        <pc:spChg chg="mod">
          <ac:chgData name="鈴木 秀規" userId="f68c5fd9-22d5-4c0a-9833-7fb0f5135313" providerId="ADAL" clId="{89E477C8-882C-4DDE-9C80-DFB373724EDC}" dt="2021-01-26T08:41:30.196" v="859" actId="207"/>
          <ac:spMkLst>
            <pc:docMk/>
            <pc:sldMk cId="2536938731" sldId="373"/>
            <ac:spMk id="5" creationId="{01C523D0-7CCE-4899-8918-6D813585575B}"/>
          </ac:spMkLst>
        </pc:spChg>
      </pc:sldChg>
      <pc:sldChg chg="del">
        <pc:chgData name="鈴木 秀規" userId="f68c5fd9-22d5-4c0a-9833-7fb0f5135313" providerId="ADAL" clId="{89E477C8-882C-4DDE-9C80-DFB373724EDC}" dt="2021-01-26T07:45:41.587" v="2" actId="2696"/>
        <pc:sldMkLst>
          <pc:docMk/>
          <pc:sldMk cId="84034417" sldId="374"/>
        </pc:sldMkLst>
      </pc:sldChg>
      <pc:sldChg chg="addSp modSp new mod">
        <pc:chgData name="鈴木 秀規" userId="f68c5fd9-22d5-4c0a-9833-7fb0f5135313" providerId="ADAL" clId="{89E477C8-882C-4DDE-9C80-DFB373724EDC}" dt="2021-01-26T08:46:52.395" v="942" actId="207"/>
        <pc:sldMkLst>
          <pc:docMk/>
          <pc:sldMk cId="3337611443" sldId="374"/>
        </pc:sldMkLst>
        <pc:spChg chg="mod">
          <ac:chgData name="鈴木 秀規" userId="f68c5fd9-22d5-4c0a-9833-7fb0f5135313" providerId="ADAL" clId="{89E477C8-882C-4DDE-9C80-DFB373724EDC}" dt="2021-01-26T08:43:22.996" v="861"/>
          <ac:spMkLst>
            <pc:docMk/>
            <pc:sldMk cId="3337611443" sldId="374"/>
            <ac:spMk id="3" creationId="{6F1B7E9D-D51B-4D7B-9C5C-1D6AB55E0E01}"/>
          </ac:spMkLst>
        </pc:spChg>
        <pc:spChg chg="mod">
          <ac:chgData name="鈴木 秀規" userId="f68c5fd9-22d5-4c0a-9833-7fb0f5135313" providerId="ADAL" clId="{89E477C8-882C-4DDE-9C80-DFB373724EDC}" dt="2021-01-26T08:43:36.940" v="864" actId="14100"/>
          <ac:spMkLst>
            <pc:docMk/>
            <pc:sldMk cId="3337611443" sldId="374"/>
            <ac:spMk id="5" creationId="{5FCDB39A-957D-4A00-8DAD-535DB2A897C9}"/>
          </ac:spMkLst>
        </pc:spChg>
        <pc:spChg chg="add mod">
          <ac:chgData name="鈴木 秀規" userId="f68c5fd9-22d5-4c0a-9833-7fb0f5135313" providerId="ADAL" clId="{89E477C8-882C-4DDE-9C80-DFB373724EDC}" dt="2021-01-26T08:46:52.395" v="942" actId="207"/>
          <ac:spMkLst>
            <pc:docMk/>
            <pc:sldMk cId="3337611443" sldId="374"/>
            <ac:spMk id="7" creationId="{87B8FE7D-A94E-40AE-B317-F45A615D1D9E}"/>
          </ac:spMkLst>
        </pc:spChg>
        <pc:graphicFrameChg chg="add mod modGraphic">
          <ac:chgData name="鈴木 秀規" userId="f68c5fd9-22d5-4c0a-9833-7fb0f5135313" providerId="ADAL" clId="{89E477C8-882C-4DDE-9C80-DFB373724EDC}" dt="2021-01-26T08:44:56.456" v="879" actId="1076"/>
          <ac:graphicFrameMkLst>
            <pc:docMk/>
            <pc:sldMk cId="3337611443" sldId="374"/>
            <ac:graphicFrameMk id="6" creationId="{C8D06F01-1809-47E1-9F43-3FDBE39B2DFA}"/>
          </ac:graphicFrameMkLst>
        </pc:graphicFrameChg>
      </pc:sldChg>
      <pc:sldChg chg="modSp new mod">
        <pc:chgData name="鈴木 秀規" userId="f68c5fd9-22d5-4c0a-9833-7fb0f5135313" providerId="ADAL" clId="{89E477C8-882C-4DDE-9C80-DFB373724EDC}" dt="2021-01-26T08:48:02.101" v="962" actId="207"/>
        <pc:sldMkLst>
          <pc:docMk/>
          <pc:sldMk cId="571433644" sldId="375"/>
        </pc:sldMkLst>
        <pc:spChg chg="mod">
          <ac:chgData name="鈴木 秀規" userId="f68c5fd9-22d5-4c0a-9833-7fb0f5135313" providerId="ADAL" clId="{89E477C8-882C-4DDE-9C80-DFB373724EDC}" dt="2021-01-26T08:47:17.680" v="944"/>
          <ac:spMkLst>
            <pc:docMk/>
            <pc:sldMk cId="571433644" sldId="375"/>
            <ac:spMk id="3" creationId="{ECC121AB-772A-4BE5-B6E5-12A14D7F48E0}"/>
          </ac:spMkLst>
        </pc:spChg>
        <pc:spChg chg="mod">
          <ac:chgData name="鈴木 秀規" userId="f68c5fd9-22d5-4c0a-9833-7fb0f5135313" providerId="ADAL" clId="{89E477C8-882C-4DDE-9C80-DFB373724EDC}" dt="2021-01-26T08:48:02.101" v="962" actId="207"/>
          <ac:spMkLst>
            <pc:docMk/>
            <pc:sldMk cId="571433644" sldId="375"/>
            <ac:spMk id="5" creationId="{1774875D-24B6-4061-A97A-E3A5F9F98EC7}"/>
          </ac:spMkLst>
        </pc:spChg>
      </pc:sldChg>
      <pc:sldChg chg="del">
        <pc:chgData name="鈴木 秀規" userId="f68c5fd9-22d5-4c0a-9833-7fb0f5135313" providerId="ADAL" clId="{89E477C8-882C-4DDE-9C80-DFB373724EDC}" dt="2021-01-26T07:45:41.587" v="2" actId="2696"/>
        <pc:sldMkLst>
          <pc:docMk/>
          <pc:sldMk cId="4133178376" sldId="375"/>
        </pc:sldMkLst>
      </pc:sldChg>
      <pc:sldChg chg="addSp delSp modSp new mod">
        <pc:chgData name="鈴木 秀規" userId="f68c5fd9-22d5-4c0a-9833-7fb0f5135313" providerId="ADAL" clId="{89E477C8-882C-4DDE-9C80-DFB373724EDC}" dt="2021-01-26T08:51:50.269" v="1008"/>
        <pc:sldMkLst>
          <pc:docMk/>
          <pc:sldMk cId="941335972" sldId="376"/>
        </pc:sldMkLst>
        <pc:spChg chg="mod">
          <ac:chgData name="鈴木 秀規" userId="f68c5fd9-22d5-4c0a-9833-7fb0f5135313" providerId="ADAL" clId="{89E477C8-882C-4DDE-9C80-DFB373724EDC}" dt="2021-01-26T08:48:39.071" v="964"/>
          <ac:spMkLst>
            <pc:docMk/>
            <pc:sldMk cId="941335972" sldId="376"/>
            <ac:spMk id="3" creationId="{B972367C-4947-4E69-A131-8F640D8D60E5}"/>
          </ac:spMkLst>
        </pc:spChg>
        <pc:spChg chg="mod">
          <ac:chgData name="鈴木 秀規" userId="f68c5fd9-22d5-4c0a-9833-7fb0f5135313" providerId="ADAL" clId="{89E477C8-882C-4DDE-9C80-DFB373724EDC}" dt="2021-01-26T08:48:58.597" v="967" actId="14100"/>
          <ac:spMkLst>
            <pc:docMk/>
            <pc:sldMk cId="941335972" sldId="376"/>
            <ac:spMk id="5" creationId="{B8CB535A-3CCB-4067-A5E6-C7F335F4C81D}"/>
          </ac:spMkLst>
        </pc:spChg>
        <pc:spChg chg="add mod">
          <ac:chgData name="鈴木 秀規" userId="f68c5fd9-22d5-4c0a-9833-7fb0f5135313" providerId="ADAL" clId="{89E477C8-882C-4DDE-9C80-DFB373724EDC}" dt="2021-01-26T08:51:02.958" v="1001" actId="14100"/>
          <ac:spMkLst>
            <pc:docMk/>
            <pc:sldMk cId="941335972" sldId="376"/>
            <ac:spMk id="6" creationId="{A47CD9CD-E188-4199-9271-65EABF76F149}"/>
          </ac:spMkLst>
        </pc:spChg>
        <pc:spChg chg="add del mod">
          <ac:chgData name="鈴木 秀規" userId="f68c5fd9-22d5-4c0a-9833-7fb0f5135313" providerId="ADAL" clId="{89E477C8-882C-4DDE-9C80-DFB373724EDC}" dt="2021-01-26T08:51:50.269" v="1008"/>
          <ac:spMkLst>
            <pc:docMk/>
            <pc:sldMk cId="941335972" sldId="376"/>
            <ac:spMk id="7" creationId="{C2384F2E-4E46-43FA-8375-1D0D79CB5846}"/>
          </ac:spMkLst>
        </pc:spChg>
      </pc:sldChg>
      <pc:sldChg chg="del">
        <pc:chgData name="鈴木 秀規" userId="f68c5fd9-22d5-4c0a-9833-7fb0f5135313" providerId="ADAL" clId="{89E477C8-882C-4DDE-9C80-DFB373724EDC}" dt="2021-01-26T07:45:41.587" v="2" actId="2696"/>
        <pc:sldMkLst>
          <pc:docMk/>
          <pc:sldMk cId="3795804375" sldId="376"/>
        </pc:sldMkLst>
      </pc:sldChg>
      <pc:sldChg chg="addSp modSp new mod">
        <pc:chgData name="鈴木 秀規" userId="f68c5fd9-22d5-4c0a-9833-7fb0f5135313" providerId="ADAL" clId="{89E477C8-882C-4DDE-9C80-DFB373724EDC}" dt="2021-01-26T08:53:24.860" v="1050" actId="1035"/>
        <pc:sldMkLst>
          <pc:docMk/>
          <pc:sldMk cId="2664152079" sldId="377"/>
        </pc:sldMkLst>
        <pc:spChg chg="mod">
          <ac:chgData name="鈴木 秀規" userId="f68c5fd9-22d5-4c0a-9833-7fb0f5135313" providerId="ADAL" clId="{89E477C8-882C-4DDE-9C80-DFB373724EDC}" dt="2021-01-26T08:51:29.189" v="1003"/>
          <ac:spMkLst>
            <pc:docMk/>
            <pc:sldMk cId="2664152079" sldId="377"/>
            <ac:spMk id="3" creationId="{4815163A-60B7-454C-9BEE-6E5D93822057}"/>
          </ac:spMkLst>
        </pc:spChg>
        <pc:spChg chg="mod">
          <ac:chgData name="鈴木 秀規" userId="f68c5fd9-22d5-4c0a-9833-7fb0f5135313" providerId="ADAL" clId="{89E477C8-882C-4DDE-9C80-DFB373724EDC}" dt="2021-01-26T08:51:42.247" v="1006" actId="14100"/>
          <ac:spMkLst>
            <pc:docMk/>
            <pc:sldMk cId="2664152079" sldId="377"/>
            <ac:spMk id="5" creationId="{C2C2A754-1E8C-4305-B29C-CBE1EA53CBA0}"/>
          </ac:spMkLst>
        </pc:spChg>
        <pc:spChg chg="add mod">
          <ac:chgData name="鈴木 秀規" userId="f68c5fd9-22d5-4c0a-9833-7fb0f5135313" providerId="ADAL" clId="{89E477C8-882C-4DDE-9C80-DFB373724EDC}" dt="2021-01-26T08:53:24.860" v="1050" actId="1035"/>
          <ac:spMkLst>
            <pc:docMk/>
            <pc:sldMk cId="2664152079" sldId="377"/>
            <ac:spMk id="6" creationId="{50464128-AAA6-4EA5-B22F-16F5D6C630AD}"/>
          </ac:spMkLst>
        </pc:spChg>
      </pc:sldChg>
      <pc:sldChg chg="del">
        <pc:chgData name="鈴木 秀規" userId="f68c5fd9-22d5-4c0a-9833-7fb0f5135313" providerId="ADAL" clId="{89E477C8-882C-4DDE-9C80-DFB373724EDC}" dt="2021-01-26T07:45:41.587" v="2" actId="2696"/>
        <pc:sldMkLst>
          <pc:docMk/>
          <pc:sldMk cId="4201067025" sldId="377"/>
        </pc:sldMkLst>
      </pc:sldChg>
      <pc:sldChg chg="del">
        <pc:chgData name="鈴木 秀規" userId="f68c5fd9-22d5-4c0a-9833-7fb0f5135313" providerId="ADAL" clId="{89E477C8-882C-4DDE-9C80-DFB373724EDC}" dt="2021-01-26T07:45:41.587" v="2" actId="2696"/>
        <pc:sldMkLst>
          <pc:docMk/>
          <pc:sldMk cId="2170260322" sldId="378"/>
        </pc:sldMkLst>
      </pc:sldChg>
      <pc:sldChg chg="addSp modSp new mod">
        <pc:chgData name="鈴木 秀規" userId="f68c5fd9-22d5-4c0a-9833-7fb0f5135313" providerId="ADAL" clId="{89E477C8-882C-4DDE-9C80-DFB373724EDC}" dt="2021-01-26T08:55:51.686" v="1092" actId="313"/>
        <pc:sldMkLst>
          <pc:docMk/>
          <pc:sldMk cId="3649152916" sldId="378"/>
        </pc:sldMkLst>
        <pc:spChg chg="mod">
          <ac:chgData name="鈴木 秀規" userId="f68c5fd9-22d5-4c0a-9833-7fb0f5135313" providerId="ADAL" clId="{89E477C8-882C-4DDE-9C80-DFB373724EDC}" dt="2021-01-26T08:53:57.612" v="1052"/>
          <ac:spMkLst>
            <pc:docMk/>
            <pc:sldMk cId="3649152916" sldId="378"/>
            <ac:spMk id="3" creationId="{C9AA1DBB-256C-43A5-BA05-76B0A7285263}"/>
          </ac:spMkLst>
        </pc:spChg>
        <pc:spChg chg="mod">
          <ac:chgData name="鈴木 秀規" userId="f68c5fd9-22d5-4c0a-9833-7fb0f5135313" providerId="ADAL" clId="{89E477C8-882C-4DDE-9C80-DFB373724EDC}" dt="2021-01-26T08:54:12.696" v="1057" actId="14100"/>
          <ac:spMkLst>
            <pc:docMk/>
            <pc:sldMk cId="3649152916" sldId="378"/>
            <ac:spMk id="5" creationId="{85E77323-67F6-4BFB-93B2-6199F0DE3356}"/>
          </ac:spMkLst>
        </pc:spChg>
        <pc:spChg chg="add mod">
          <ac:chgData name="鈴木 秀規" userId="f68c5fd9-22d5-4c0a-9833-7fb0f5135313" providerId="ADAL" clId="{89E477C8-882C-4DDE-9C80-DFB373724EDC}" dt="2021-01-26T08:55:29.612" v="1084" actId="14100"/>
          <ac:spMkLst>
            <pc:docMk/>
            <pc:sldMk cId="3649152916" sldId="378"/>
            <ac:spMk id="6" creationId="{EBD2286A-0F1A-4DF5-A259-16CD3040F129}"/>
          </ac:spMkLst>
        </pc:spChg>
        <pc:spChg chg="add mod">
          <ac:chgData name="鈴木 秀規" userId="f68c5fd9-22d5-4c0a-9833-7fb0f5135313" providerId="ADAL" clId="{89E477C8-882C-4DDE-9C80-DFB373724EDC}" dt="2021-01-26T08:55:51.686" v="1092" actId="313"/>
          <ac:spMkLst>
            <pc:docMk/>
            <pc:sldMk cId="3649152916" sldId="378"/>
            <ac:spMk id="7" creationId="{EA633DCB-A576-4301-B681-FCD5E5467649}"/>
          </ac:spMkLst>
        </pc:spChg>
      </pc:sldChg>
      <pc:sldChg chg="addSp modSp new mod">
        <pc:chgData name="鈴木 秀規" userId="f68c5fd9-22d5-4c0a-9833-7fb0f5135313" providerId="ADAL" clId="{89E477C8-882C-4DDE-9C80-DFB373724EDC}" dt="2021-01-26T09:04:12.085" v="1158" actId="14100"/>
        <pc:sldMkLst>
          <pc:docMk/>
          <pc:sldMk cId="4159378562" sldId="379"/>
        </pc:sldMkLst>
        <pc:spChg chg="mod">
          <ac:chgData name="鈴木 秀規" userId="f68c5fd9-22d5-4c0a-9833-7fb0f5135313" providerId="ADAL" clId="{89E477C8-882C-4DDE-9C80-DFB373724EDC}" dt="2021-01-26T08:57:35.060" v="1094"/>
          <ac:spMkLst>
            <pc:docMk/>
            <pc:sldMk cId="4159378562" sldId="379"/>
            <ac:spMk id="3" creationId="{8ADF3397-CBD7-44EE-BB76-9A53E1D09CAC}"/>
          </ac:spMkLst>
        </pc:spChg>
        <pc:spChg chg="mod">
          <ac:chgData name="鈴木 秀規" userId="f68c5fd9-22d5-4c0a-9833-7fb0f5135313" providerId="ADAL" clId="{89E477C8-882C-4DDE-9C80-DFB373724EDC}" dt="2021-01-26T09:03:04.013" v="1145" actId="20577"/>
          <ac:spMkLst>
            <pc:docMk/>
            <pc:sldMk cId="4159378562" sldId="379"/>
            <ac:spMk id="5" creationId="{8AF17209-0E3F-4A7F-963D-59AE37D7A761}"/>
          </ac:spMkLst>
        </pc:spChg>
        <pc:spChg chg="add mod">
          <ac:chgData name="鈴木 秀規" userId="f68c5fd9-22d5-4c0a-9833-7fb0f5135313" providerId="ADAL" clId="{89E477C8-882C-4DDE-9C80-DFB373724EDC}" dt="2021-01-26T09:03:56.785" v="1155" actId="1076"/>
          <ac:spMkLst>
            <pc:docMk/>
            <pc:sldMk cId="4159378562" sldId="379"/>
            <ac:spMk id="6" creationId="{19ACB777-4C69-4AE2-9B51-348E26C5B4C6}"/>
          </ac:spMkLst>
        </pc:spChg>
        <pc:spChg chg="add mod">
          <ac:chgData name="鈴木 秀規" userId="f68c5fd9-22d5-4c0a-9833-7fb0f5135313" providerId="ADAL" clId="{89E477C8-882C-4DDE-9C80-DFB373724EDC}" dt="2021-01-26T09:03:56.785" v="1155" actId="1076"/>
          <ac:spMkLst>
            <pc:docMk/>
            <pc:sldMk cId="4159378562" sldId="379"/>
            <ac:spMk id="7" creationId="{FF2577CE-45E7-4EEA-B2C3-5C7ED5455854}"/>
          </ac:spMkLst>
        </pc:spChg>
        <pc:spChg chg="add mod">
          <ac:chgData name="鈴木 秀規" userId="f68c5fd9-22d5-4c0a-9833-7fb0f5135313" providerId="ADAL" clId="{89E477C8-882C-4DDE-9C80-DFB373724EDC}" dt="2021-01-26T09:03:56.785" v="1155" actId="1076"/>
          <ac:spMkLst>
            <pc:docMk/>
            <pc:sldMk cId="4159378562" sldId="379"/>
            <ac:spMk id="8" creationId="{E910A402-74B4-4C71-BB1F-BFEB50C1B5B7}"/>
          </ac:spMkLst>
        </pc:spChg>
        <pc:spChg chg="add mod">
          <ac:chgData name="鈴木 秀規" userId="f68c5fd9-22d5-4c0a-9833-7fb0f5135313" providerId="ADAL" clId="{89E477C8-882C-4DDE-9C80-DFB373724EDC}" dt="2021-01-26T09:04:07.411" v="1156" actId="14100"/>
          <ac:spMkLst>
            <pc:docMk/>
            <pc:sldMk cId="4159378562" sldId="379"/>
            <ac:spMk id="9" creationId="{60F5CBF6-0422-4A7A-8BA4-8D09EF54946F}"/>
          </ac:spMkLst>
        </pc:spChg>
        <pc:spChg chg="add mod">
          <ac:chgData name="鈴木 秀規" userId="f68c5fd9-22d5-4c0a-9833-7fb0f5135313" providerId="ADAL" clId="{89E477C8-882C-4DDE-9C80-DFB373724EDC}" dt="2021-01-26T09:04:09.703" v="1157" actId="14100"/>
          <ac:spMkLst>
            <pc:docMk/>
            <pc:sldMk cId="4159378562" sldId="379"/>
            <ac:spMk id="10" creationId="{4D621CF3-0CF4-489C-B223-3FA3D33C2E35}"/>
          </ac:spMkLst>
        </pc:spChg>
        <pc:spChg chg="add mod">
          <ac:chgData name="鈴木 秀規" userId="f68c5fd9-22d5-4c0a-9833-7fb0f5135313" providerId="ADAL" clId="{89E477C8-882C-4DDE-9C80-DFB373724EDC}" dt="2021-01-26T09:04:12.085" v="1158" actId="14100"/>
          <ac:spMkLst>
            <pc:docMk/>
            <pc:sldMk cId="4159378562" sldId="379"/>
            <ac:spMk id="11" creationId="{F882B540-8177-4F5E-AC95-6745C0031FFE}"/>
          </ac:spMkLst>
        </pc:spChg>
      </pc:sldChg>
      <pc:sldChg chg="del">
        <pc:chgData name="鈴木 秀規" userId="f68c5fd9-22d5-4c0a-9833-7fb0f5135313" providerId="ADAL" clId="{89E477C8-882C-4DDE-9C80-DFB373724EDC}" dt="2021-01-26T07:45:41.587" v="2" actId="2696"/>
        <pc:sldMkLst>
          <pc:docMk/>
          <pc:sldMk cId="4171248681" sldId="379"/>
        </pc:sldMkLst>
      </pc:sldChg>
      <pc:sldChg chg="del">
        <pc:chgData name="鈴木 秀規" userId="f68c5fd9-22d5-4c0a-9833-7fb0f5135313" providerId="ADAL" clId="{89E477C8-882C-4DDE-9C80-DFB373724EDC}" dt="2021-01-26T07:45:41.587" v="2" actId="2696"/>
        <pc:sldMkLst>
          <pc:docMk/>
          <pc:sldMk cId="1003752797" sldId="380"/>
        </pc:sldMkLst>
      </pc:sldChg>
      <pc:sldChg chg="addSp delSp modSp new mod">
        <pc:chgData name="鈴木 秀規" userId="f68c5fd9-22d5-4c0a-9833-7fb0f5135313" providerId="ADAL" clId="{89E477C8-882C-4DDE-9C80-DFB373724EDC}" dt="2021-01-26T09:06:30.809" v="1192" actId="14100"/>
        <pc:sldMkLst>
          <pc:docMk/>
          <pc:sldMk cId="2745502941" sldId="380"/>
        </pc:sldMkLst>
        <pc:spChg chg="mod">
          <ac:chgData name="鈴木 秀規" userId="f68c5fd9-22d5-4c0a-9833-7fb0f5135313" providerId="ADAL" clId="{89E477C8-882C-4DDE-9C80-DFB373724EDC}" dt="2021-01-26T09:04:42.006" v="1160"/>
          <ac:spMkLst>
            <pc:docMk/>
            <pc:sldMk cId="2745502941" sldId="380"/>
            <ac:spMk id="3" creationId="{D7CEE353-66FB-4D47-ABE7-E6D457A6F88A}"/>
          </ac:spMkLst>
        </pc:spChg>
        <pc:spChg chg="mod">
          <ac:chgData name="鈴木 秀規" userId="f68c5fd9-22d5-4c0a-9833-7fb0f5135313" providerId="ADAL" clId="{89E477C8-882C-4DDE-9C80-DFB373724EDC}" dt="2021-01-26T09:06:30.809" v="1192" actId="14100"/>
          <ac:spMkLst>
            <pc:docMk/>
            <pc:sldMk cId="2745502941" sldId="380"/>
            <ac:spMk id="5" creationId="{65F8DBFA-3C03-463C-8EBC-DD915EEA6A5E}"/>
          </ac:spMkLst>
        </pc:spChg>
        <pc:spChg chg="add del mod">
          <ac:chgData name="鈴木 秀規" userId="f68c5fd9-22d5-4c0a-9833-7fb0f5135313" providerId="ADAL" clId="{89E477C8-882C-4DDE-9C80-DFB373724EDC}" dt="2021-01-26T09:05:05.142" v="1162" actId="478"/>
          <ac:spMkLst>
            <pc:docMk/>
            <pc:sldMk cId="2745502941" sldId="380"/>
            <ac:spMk id="6" creationId="{43FDE0DB-E0B1-4CD3-8CA4-B563208CAB41}"/>
          </ac:spMkLst>
        </pc:spChg>
        <pc:spChg chg="add mod">
          <ac:chgData name="鈴木 秀規" userId="f68c5fd9-22d5-4c0a-9833-7fb0f5135313" providerId="ADAL" clId="{89E477C8-882C-4DDE-9C80-DFB373724EDC}" dt="2021-01-26T09:06:15.322" v="1188" actId="207"/>
          <ac:spMkLst>
            <pc:docMk/>
            <pc:sldMk cId="2745502941" sldId="380"/>
            <ac:spMk id="7" creationId="{BCFA7568-C799-428D-8424-0D6988FA0BF6}"/>
          </ac:spMkLst>
        </pc:spChg>
      </pc:sldChg>
      <pc:sldChg chg="modSp new mod">
        <pc:chgData name="鈴木 秀規" userId="f68c5fd9-22d5-4c0a-9833-7fb0f5135313" providerId="ADAL" clId="{89E477C8-882C-4DDE-9C80-DFB373724EDC}" dt="2021-01-26T09:08:00.190" v="1218" actId="207"/>
        <pc:sldMkLst>
          <pc:docMk/>
          <pc:sldMk cId="301528646" sldId="381"/>
        </pc:sldMkLst>
        <pc:spChg chg="mod">
          <ac:chgData name="鈴木 秀規" userId="f68c5fd9-22d5-4c0a-9833-7fb0f5135313" providerId="ADAL" clId="{89E477C8-882C-4DDE-9C80-DFB373724EDC}" dt="2021-01-26T09:06:48.058" v="1194"/>
          <ac:spMkLst>
            <pc:docMk/>
            <pc:sldMk cId="301528646" sldId="381"/>
            <ac:spMk id="3" creationId="{48A70034-29E8-489A-B615-329037CF346A}"/>
          </ac:spMkLst>
        </pc:spChg>
        <pc:spChg chg="mod">
          <ac:chgData name="鈴木 秀規" userId="f68c5fd9-22d5-4c0a-9833-7fb0f5135313" providerId="ADAL" clId="{89E477C8-882C-4DDE-9C80-DFB373724EDC}" dt="2021-01-26T09:08:00.190" v="1218" actId="207"/>
          <ac:spMkLst>
            <pc:docMk/>
            <pc:sldMk cId="301528646" sldId="381"/>
            <ac:spMk id="5" creationId="{870E934D-B2BF-428B-AC4B-1C45CBAE4729}"/>
          </ac:spMkLst>
        </pc:spChg>
      </pc:sldChg>
      <pc:sldChg chg="del">
        <pc:chgData name="鈴木 秀規" userId="f68c5fd9-22d5-4c0a-9833-7fb0f5135313" providerId="ADAL" clId="{89E477C8-882C-4DDE-9C80-DFB373724EDC}" dt="2021-01-26T07:45:41.587" v="2" actId="2696"/>
        <pc:sldMkLst>
          <pc:docMk/>
          <pc:sldMk cId="2315279680" sldId="381"/>
        </pc:sldMkLst>
      </pc:sldChg>
      <pc:sldChg chg="del">
        <pc:chgData name="鈴木 秀規" userId="f68c5fd9-22d5-4c0a-9833-7fb0f5135313" providerId="ADAL" clId="{89E477C8-882C-4DDE-9C80-DFB373724EDC}" dt="2021-01-26T07:45:41.587" v="2" actId="2696"/>
        <pc:sldMkLst>
          <pc:docMk/>
          <pc:sldMk cId="3359842153" sldId="382"/>
        </pc:sldMkLst>
      </pc:sldChg>
      <pc:sldChg chg="addSp modSp new mod">
        <pc:chgData name="鈴木 秀規" userId="f68c5fd9-22d5-4c0a-9833-7fb0f5135313" providerId="ADAL" clId="{89E477C8-882C-4DDE-9C80-DFB373724EDC}" dt="2021-01-26T09:13:19.047" v="1275" actId="14100"/>
        <pc:sldMkLst>
          <pc:docMk/>
          <pc:sldMk cId="3737758823" sldId="382"/>
        </pc:sldMkLst>
        <pc:spChg chg="mod">
          <ac:chgData name="鈴木 秀規" userId="f68c5fd9-22d5-4c0a-9833-7fb0f5135313" providerId="ADAL" clId="{89E477C8-882C-4DDE-9C80-DFB373724EDC}" dt="2021-01-26T09:08:28.567" v="1220"/>
          <ac:spMkLst>
            <pc:docMk/>
            <pc:sldMk cId="3737758823" sldId="382"/>
            <ac:spMk id="3" creationId="{71453A0E-55EE-4AEB-91D2-9DB4AE35E3DE}"/>
          </ac:spMkLst>
        </pc:spChg>
        <pc:spChg chg="mod">
          <ac:chgData name="鈴木 秀規" userId="f68c5fd9-22d5-4c0a-9833-7fb0f5135313" providerId="ADAL" clId="{89E477C8-882C-4DDE-9C80-DFB373724EDC}" dt="2021-01-26T09:08:51.351" v="1226" actId="1076"/>
          <ac:spMkLst>
            <pc:docMk/>
            <pc:sldMk cId="3737758823" sldId="382"/>
            <ac:spMk id="5" creationId="{C9168D82-A6E8-47C7-9E34-0055387B3E1E}"/>
          </ac:spMkLst>
        </pc:spChg>
        <pc:spChg chg="add mod">
          <ac:chgData name="鈴木 秀規" userId="f68c5fd9-22d5-4c0a-9833-7fb0f5135313" providerId="ADAL" clId="{89E477C8-882C-4DDE-9C80-DFB373724EDC}" dt="2021-01-26T09:10:38.505" v="1244" actId="1076"/>
          <ac:spMkLst>
            <pc:docMk/>
            <pc:sldMk cId="3737758823" sldId="382"/>
            <ac:spMk id="6" creationId="{416F6B10-E341-483C-8EB1-A447CA0B519D}"/>
          </ac:spMkLst>
        </pc:spChg>
        <pc:spChg chg="add mod">
          <ac:chgData name="鈴木 秀規" userId="f68c5fd9-22d5-4c0a-9833-7fb0f5135313" providerId="ADAL" clId="{89E477C8-882C-4DDE-9C80-DFB373724EDC}" dt="2021-01-26T09:12:48.406" v="1270" actId="1076"/>
          <ac:spMkLst>
            <pc:docMk/>
            <pc:sldMk cId="3737758823" sldId="382"/>
            <ac:spMk id="7" creationId="{5AA8E07E-E209-4FAB-B08E-DC75AEC347D2}"/>
          </ac:spMkLst>
        </pc:spChg>
        <pc:spChg chg="add mod">
          <ac:chgData name="鈴木 秀規" userId="f68c5fd9-22d5-4c0a-9833-7fb0f5135313" providerId="ADAL" clId="{89E477C8-882C-4DDE-9C80-DFB373724EDC}" dt="2021-01-26T09:12:51.954" v="1271" actId="1076"/>
          <ac:spMkLst>
            <pc:docMk/>
            <pc:sldMk cId="3737758823" sldId="382"/>
            <ac:spMk id="8" creationId="{CC90732A-ACB8-40E0-ADBB-A7DA8123B972}"/>
          </ac:spMkLst>
        </pc:spChg>
        <pc:spChg chg="add mod">
          <ac:chgData name="鈴木 秀規" userId="f68c5fd9-22d5-4c0a-9833-7fb0f5135313" providerId="ADAL" clId="{89E477C8-882C-4DDE-9C80-DFB373724EDC}" dt="2021-01-26T09:13:09.350" v="1273" actId="1076"/>
          <ac:spMkLst>
            <pc:docMk/>
            <pc:sldMk cId="3737758823" sldId="382"/>
            <ac:spMk id="9" creationId="{B3B3A101-1CC1-40C6-906E-E865AB3204EB}"/>
          </ac:spMkLst>
        </pc:spChg>
        <pc:spChg chg="add mod">
          <ac:chgData name="鈴木 秀規" userId="f68c5fd9-22d5-4c0a-9833-7fb0f5135313" providerId="ADAL" clId="{89E477C8-882C-4DDE-9C80-DFB373724EDC}" dt="2021-01-26T09:12:24.604" v="1267" actId="207"/>
          <ac:spMkLst>
            <pc:docMk/>
            <pc:sldMk cId="3737758823" sldId="382"/>
            <ac:spMk id="10" creationId="{C7477D15-AF30-4B50-9A55-F9DB0B3DD722}"/>
          </ac:spMkLst>
        </pc:spChg>
        <pc:spChg chg="add mod">
          <ac:chgData name="鈴木 秀規" userId="f68c5fd9-22d5-4c0a-9833-7fb0f5135313" providerId="ADAL" clId="{89E477C8-882C-4DDE-9C80-DFB373724EDC}" dt="2021-01-26T09:12:55.172" v="1272" actId="14100"/>
          <ac:spMkLst>
            <pc:docMk/>
            <pc:sldMk cId="3737758823" sldId="382"/>
            <ac:spMk id="11" creationId="{FF0BF8BB-6A5A-48C6-9DFC-D7EFF9AD9EEA}"/>
          </ac:spMkLst>
        </pc:spChg>
        <pc:spChg chg="add mod">
          <ac:chgData name="鈴木 秀規" userId="f68c5fd9-22d5-4c0a-9833-7fb0f5135313" providerId="ADAL" clId="{89E477C8-882C-4DDE-9C80-DFB373724EDC}" dt="2021-01-26T09:13:19.047" v="1275" actId="14100"/>
          <ac:spMkLst>
            <pc:docMk/>
            <pc:sldMk cId="3737758823" sldId="382"/>
            <ac:spMk id="12" creationId="{7061D972-AB54-44F3-BC60-66CB527657F8}"/>
          </ac:spMkLst>
        </pc:spChg>
      </pc:sldChg>
      <pc:sldChg chg="addSp modSp new mod">
        <pc:chgData name="鈴木 秀規" userId="f68c5fd9-22d5-4c0a-9833-7fb0f5135313" providerId="ADAL" clId="{89E477C8-882C-4DDE-9C80-DFB373724EDC}" dt="2021-01-26T09:17:18.900" v="1318" actId="14100"/>
        <pc:sldMkLst>
          <pc:docMk/>
          <pc:sldMk cId="1383500861" sldId="383"/>
        </pc:sldMkLst>
        <pc:spChg chg="mod">
          <ac:chgData name="鈴木 秀規" userId="f68c5fd9-22d5-4c0a-9833-7fb0f5135313" providerId="ADAL" clId="{89E477C8-882C-4DDE-9C80-DFB373724EDC}" dt="2021-01-26T09:14:00.974" v="1277"/>
          <ac:spMkLst>
            <pc:docMk/>
            <pc:sldMk cId="1383500861" sldId="383"/>
            <ac:spMk id="3" creationId="{F0E6EF6C-643D-46A5-BCA4-2208D09284E4}"/>
          </ac:spMkLst>
        </pc:spChg>
        <pc:spChg chg="mod">
          <ac:chgData name="鈴木 秀規" userId="f68c5fd9-22d5-4c0a-9833-7fb0f5135313" providerId="ADAL" clId="{89E477C8-882C-4DDE-9C80-DFB373724EDC}" dt="2021-01-26T09:14:51.803" v="1280" actId="14100"/>
          <ac:spMkLst>
            <pc:docMk/>
            <pc:sldMk cId="1383500861" sldId="383"/>
            <ac:spMk id="5" creationId="{919049D3-0FA6-454A-B4CC-11082E3D994A}"/>
          </ac:spMkLst>
        </pc:spChg>
        <pc:spChg chg="add mod">
          <ac:chgData name="鈴木 秀規" userId="f68c5fd9-22d5-4c0a-9833-7fb0f5135313" providerId="ADAL" clId="{89E477C8-882C-4DDE-9C80-DFB373724EDC}" dt="2021-01-26T09:17:18.900" v="1318" actId="14100"/>
          <ac:spMkLst>
            <pc:docMk/>
            <pc:sldMk cId="1383500861" sldId="383"/>
            <ac:spMk id="6" creationId="{40AE093F-0277-4CEE-ABD9-3E36D329F807}"/>
          </ac:spMkLst>
        </pc:spChg>
        <pc:spChg chg="add mod">
          <ac:chgData name="鈴木 秀規" userId="f68c5fd9-22d5-4c0a-9833-7fb0f5135313" providerId="ADAL" clId="{89E477C8-882C-4DDE-9C80-DFB373724EDC}" dt="2021-01-26T09:17:14.863" v="1317" actId="207"/>
          <ac:spMkLst>
            <pc:docMk/>
            <pc:sldMk cId="1383500861" sldId="383"/>
            <ac:spMk id="7" creationId="{B8C21830-8874-451E-BB81-52131C6815EA}"/>
          </ac:spMkLst>
        </pc:spChg>
        <pc:spChg chg="add mod">
          <ac:chgData name="鈴木 秀規" userId="f68c5fd9-22d5-4c0a-9833-7fb0f5135313" providerId="ADAL" clId="{89E477C8-882C-4DDE-9C80-DFB373724EDC}" dt="2021-01-26T09:17:11.813" v="1315" actId="207"/>
          <ac:spMkLst>
            <pc:docMk/>
            <pc:sldMk cId="1383500861" sldId="383"/>
            <ac:spMk id="8" creationId="{E6DE9D1A-AEB6-4AEB-BC3A-28717310E568}"/>
          </ac:spMkLst>
        </pc:spChg>
        <pc:spChg chg="add mod">
          <ac:chgData name="鈴木 秀規" userId="f68c5fd9-22d5-4c0a-9833-7fb0f5135313" providerId="ADAL" clId="{89E477C8-882C-4DDE-9C80-DFB373724EDC}" dt="2021-01-26T09:17:01.044" v="1312" actId="1076"/>
          <ac:spMkLst>
            <pc:docMk/>
            <pc:sldMk cId="1383500861" sldId="383"/>
            <ac:spMk id="9" creationId="{2C93F375-A663-49C6-B80E-53DB8D902081}"/>
          </ac:spMkLst>
        </pc:spChg>
        <pc:spChg chg="add mod">
          <ac:chgData name="鈴木 秀規" userId="f68c5fd9-22d5-4c0a-9833-7fb0f5135313" providerId="ADAL" clId="{89E477C8-882C-4DDE-9C80-DFB373724EDC}" dt="2021-01-26T09:16:58.196" v="1311" actId="571"/>
          <ac:spMkLst>
            <pc:docMk/>
            <pc:sldMk cId="1383500861" sldId="383"/>
            <ac:spMk id="10" creationId="{F285B219-475B-44A1-934D-C9506B322CA4}"/>
          </ac:spMkLst>
        </pc:spChg>
      </pc:sldChg>
      <pc:sldChg chg="del">
        <pc:chgData name="鈴木 秀規" userId="f68c5fd9-22d5-4c0a-9833-7fb0f5135313" providerId="ADAL" clId="{89E477C8-882C-4DDE-9C80-DFB373724EDC}" dt="2021-01-26T07:45:41.587" v="2" actId="2696"/>
        <pc:sldMkLst>
          <pc:docMk/>
          <pc:sldMk cId="2193843838" sldId="383"/>
        </pc:sldMkLst>
      </pc:sldChg>
      <pc:sldChg chg="del">
        <pc:chgData name="鈴木 秀規" userId="f68c5fd9-22d5-4c0a-9833-7fb0f5135313" providerId="ADAL" clId="{89E477C8-882C-4DDE-9C80-DFB373724EDC}" dt="2021-01-26T07:45:41.587" v="2" actId="2696"/>
        <pc:sldMkLst>
          <pc:docMk/>
          <pc:sldMk cId="1703172032" sldId="384"/>
        </pc:sldMkLst>
      </pc:sldChg>
      <pc:sldChg chg="addSp delSp modSp new mod">
        <pc:chgData name="鈴木 秀規" userId="f68c5fd9-22d5-4c0a-9833-7fb0f5135313" providerId="ADAL" clId="{89E477C8-882C-4DDE-9C80-DFB373724EDC}" dt="2021-01-28T00:25:32.568" v="1704" actId="1036"/>
        <pc:sldMkLst>
          <pc:docMk/>
          <pc:sldMk cId="1710849802" sldId="384"/>
        </pc:sldMkLst>
        <pc:spChg chg="mod">
          <ac:chgData name="鈴木 秀規" userId="f68c5fd9-22d5-4c0a-9833-7fb0f5135313" providerId="ADAL" clId="{89E477C8-882C-4DDE-9C80-DFB373724EDC}" dt="2021-01-28T00:04:15.549" v="1346" actId="20577"/>
          <ac:spMkLst>
            <pc:docMk/>
            <pc:sldMk cId="1710849802" sldId="384"/>
            <ac:spMk id="3" creationId="{9AB9B55F-AAD7-4298-85CF-D1860B286D43}"/>
          </ac:spMkLst>
        </pc:spChg>
        <pc:spChg chg="mod">
          <ac:chgData name="鈴木 秀規" userId="f68c5fd9-22d5-4c0a-9833-7fb0f5135313" providerId="ADAL" clId="{89E477C8-882C-4DDE-9C80-DFB373724EDC}" dt="2021-01-28T00:11:44.745" v="1351" actId="207"/>
          <ac:spMkLst>
            <pc:docMk/>
            <pc:sldMk cId="1710849802" sldId="384"/>
            <ac:spMk id="5" creationId="{69A1D963-EF40-465A-8F05-04B0639C9BB1}"/>
          </ac:spMkLst>
        </pc:spChg>
        <pc:spChg chg="add mod">
          <ac:chgData name="鈴木 秀規" userId="f68c5fd9-22d5-4c0a-9833-7fb0f5135313" providerId="ADAL" clId="{89E477C8-882C-4DDE-9C80-DFB373724EDC}" dt="2021-01-28T00:16:41.084" v="1458" actId="1076"/>
          <ac:spMkLst>
            <pc:docMk/>
            <pc:sldMk cId="1710849802" sldId="384"/>
            <ac:spMk id="6" creationId="{B9F75641-D03D-4930-A734-D3E2877E1CEC}"/>
          </ac:spMkLst>
        </pc:spChg>
        <pc:spChg chg="add mod">
          <ac:chgData name="鈴木 秀規" userId="f68c5fd9-22d5-4c0a-9833-7fb0f5135313" providerId="ADAL" clId="{89E477C8-882C-4DDE-9C80-DFB373724EDC}" dt="2021-01-28T00:13:32.983" v="1358" actId="208"/>
          <ac:spMkLst>
            <pc:docMk/>
            <pc:sldMk cId="1710849802" sldId="384"/>
            <ac:spMk id="7" creationId="{76486E73-2314-4F67-8B9A-4ABD8FA5CEC7}"/>
          </ac:spMkLst>
        </pc:spChg>
        <pc:spChg chg="add mod">
          <ac:chgData name="鈴木 秀規" userId="f68c5fd9-22d5-4c0a-9833-7fb0f5135313" providerId="ADAL" clId="{89E477C8-882C-4DDE-9C80-DFB373724EDC}" dt="2021-01-28T00:14:28.852" v="1389" actId="2085"/>
          <ac:spMkLst>
            <pc:docMk/>
            <pc:sldMk cId="1710849802" sldId="384"/>
            <ac:spMk id="8" creationId="{3A5A3013-AF6F-4DF1-83B3-8AECDE33C743}"/>
          </ac:spMkLst>
        </pc:spChg>
        <pc:spChg chg="add mod">
          <ac:chgData name="鈴木 秀規" userId="f68c5fd9-22d5-4c0a-9833-7fb0f5135313" providerId="ADAL" clId="{89E477C8-882C-4DDE-9C80-DFB373724EDC}" dt="2021-01-28T00:14:44.049" v="1394" actId="14100"/>
          <ac:spMkLst>
            <pc:docMk/>
            <pc:sldMk cId="1710849802" sldId="384"/>
            <ac:spMk id="9" creationId="{EC90C676-1B95-4A79-B302-4FC9160AC9FC}"/>
          </ac:spMkLst>
        </pc:spChg>
        <pc:spChg chg="add mod">
          <ac:chgData name="鈴木 秀規" userId="f68c5fd9-22d5-4c0a-9833-7fb0f5135313" providerId="ADAL" clId="{89E477C8-882C-4DDE-9C80-DFB373724EDC}" dt="2021-01-28T00:20:03.030" v="1522" actId="1037"/>
          <ac:spMkLst>
            <pc:docMk/>
            <pc:sldMk cId="1710849802" sldId="384"/>
            <ac:spMk id="10" creationId="{6DEC2F77-76EC-4DFD-AB92-30176BEFCE39}"/>
          </ac:spMkLst>
        </pc:spChg>
        <pc:spChg chg="add mod">
          <ac:chgData name="鈴木 秀規" userId="f68c5fd9-22d5-4c0a-9833-7fb0f5135313" providerId="ADAL" clId="{89E477C8-882C-4DDE-9C80-DFB373724EDC}" dt="2021-01-28T00:20:03.030" v="1522" actId="1037"/>
          <ac:spMkLst>
            <pc:docMk/>
            <pc:sldMk cId="1710849802" sldId="384"/>
            <ac:spMk id="11" creationId="{2E399D14-EE07-4DEA-BAC1-8A299DF07943}"/>
          </ac:spMkLst>
        </pc:spChg>
        <pc:spChg chg="add del mod">
          <ac:chgData name="鈴木 秀規" userId="f68c5fd9-22d5-4c0a-9833-7fb0f5135313" providerId="ADAL" clId="{89E477C8-882C-4DDE-9C80-DFB373724EDC}" dt="2021-01-28T00:24:31.877" v="1674" actId="21"/>
          <ac:spMkLst>
            <pc:docMk/>
            <pc:sldMk cId="1710849802" sldId="384"/>
            <ac:spMk id="21" creationId="{74F18F8D-9918-4CAA-B2FA-7FD2E081FCB1}"/>
          </ac:spMkLst>
        </pc:spChg>
        <pc:spChg chg="add mod">
          <ac:chgData name="鈴木 秀規" userId="f68c5fd9-22d5-4c0a-9833-7fb0f5135313" providerId="ADAL" clId="{89E477C8-882C-4DDE-9C80-DFB373724EDC}" dt="2021-01-28T00:21:45.232" v="1565" actId="20577"/>
          <ac:spMkLst>
            <pc:docMk/>
            <pc:sldMk cId="1710849802" sldId="384"/>
            <ac:spMk id="31" creationId="{DECAA41E-C020-48B1-BCCC-EAAC2BB74F36}"/>
          </ac:spMkLst>
        </pc:spChg>
        <pc:spChg chg="add mod">
          <ac:chgData name="鈴木 秀規" userId="f68c5fd9-22d5-4c0a-9833-7fb0f5135313" providerId="ADAL" clId="{89E477C8-882C-4DDE-9C80-DFB373724EDC}" dt="2021-01-28T00:22:09.975" v="1620" actId="20577"/>
          <ac:spMkLst>
            <pc:docMk/>
            <pc:sldMk cId="1710849802" sldId="384"/>
            <ac:spMk id="32" creationId="{440BFB2F-EE06-4588-BDB8-84DBF3B1E7AE}"/>
          </ac:spMkLst>
        </pc:spChg>
        <pc:spChg chg="add mod">
          <ac:chgData name="鈴木 秀規" userId="f68c5fd9-22d5-4c0a-9833-7fb0f5135313" providerId="ADAL" clId="{89E477C8-882C-4DDE-9C80-DFB373724EDC}" dt="2021-01-28T00:22:35.719" v="1653" actId="20577"/>
          <ac:spMkLst>
            <pc:docMk/>
            <pc:sldMk cId="1710849802" sldId="384"/>
            <ac:spMk id="33" creationId="{FEED2F86-2765-459D-BDE6-9ECBBE6D4792}"/>
          </ac:spMkLst>
        </pc:spChg>
        <pc:spChg chg="add mod">
          <ac:chgData name="鈴木 秀規" userId="f68c5fd9-22d5-4c0a-9833-7fb0f5135313" providerId="ADAL" clId="{89E477C8-882C-4DDE-9C80-DFB373724EDC}" dt="2021-01-28T00:23:31.672" v="1664" actId="1076"/>
          <ac:spMkLst>
            <pc:docMk/>
            <pc:sldMk cId="1710849802" sldId="384"/>
            <ac:spMk id="43" creationId="{DB13123C-E298-4A22-917F-895701DC0D98}"/>
          </ac:spMkLst>
        </pc:spChg>
        <pc:spChg chg="add mod">
          <ac:chgData name="鈴木 秀規" userId="f68c5fd9-22d5-4c0a-9833-7fb0f5135313" providerId="ADAL" clId="{89E477C8-882C-4DDE-9C80-DFB373724EDC}" dt="2021-01-28T00:25:26.917" v="1701" actId="1035"/>
          <ac:spMkLst>
            <pc:docMk/>
            <pc:sldMk cId="1710849802" sldId="384"/>
            <ac:spMk id="52" creationId="{C4D0577F-64C5-4A9C-ACA0-5C79DF2C4F73}"/>
          </ac:spMkLst>
        </pc:spChg>
        <pc:spChg chg="add mod">
          <ac:chgData name="鈴木 秀規" userId="f68c5fd9-22d5-4c0a-9833-7fb0f5135313" providerId="ADAL" clId="{89E477C8-882C-4DDE-9C80-DFB373724EDC}" dt="2021-01-28T00:25:32.568" v="1704" actId="1036"/>
          <ac:spMkLst>
            <pc:docMk/>
            <pc:sldMk cId="1710849802" sldId="384"/>
            <ac:spMk id="53" creationId="{76B42D95-7E3F-4665-B2B0-70126886FEAD}"/>
          </ac:spMkLst>
        </pc:spChg>
        <pc:spChg chg="add mod">
          <ac:chgData name="鈴木 秀規" userId="f68c5fd9-22d5-4c0a-9833-7fb0f5135313" providerId="ADAL" clId="{89E477C8-882C-4DDE-9C80-DFB373724EDC}" dt="2021-01-28T00:25:05.990" v="1693" actId="1076"/>
          <ac:spMkLst>
            <pc:docMk/>
            <pc:sldMk cId="1710849802" sldId="384"/>
            <ac:spMk id="54" creationId="{C78E1A7A-DF9E-465F-8F0D-E0473F15C333}"/>
          </ac:spMkLst>
        </pc:spChg>
        <pc:spChg chg="add mod">
          <ac:chgData name="鈴木 秀規" userId="f68c5fd9-22d5-4c0a-9833-7fb0f5135313" providerId="ADAL" clId="{89E477C8-882C-4DDE-9C80-DFB373724EDC}" dt="2021-01-28T00:25:11.170" v="1695" actId="1076"/>
          <ac:spMkLst>
            <pc:docMk/>
            <pc:sldMk cId="1710849802" sldId="384"/>
            <ac:spMk id="55" creationId="{8ABFFE38-EDC5-4FAB-9B94-EB8281809D88}"/>
          </ac:spMkLst>
        </pc:spChg>
        <pc:cxnChg chg="add mod">
          <ac:chgData name="鈴木 秀規" userId="f68c5fd9-22d5-4c0a-9833-7fb0f5135313" providerId="ADAL" clId="{89E477C8-882C-4DDE-9C80-DFB373724EDC}" dt="2021-01-28T00:20:23.528" v="1524" actId="692"/>
          <ac:cxnSpMkLst>
            <pc:docMk/>
            <pc:sldMk cId="1710849802" sldId="384"/>
            <ac:cxnSpMk id="13" creationId="{8E386EE0-D155-4B04-B137-846B3D3FA644}"/>
          </ac:cxnSpMkLst>
        </pc:cxnChg>
        <pc:cxnChg chg="add del">
          <ac:chgData name="鈴木 秀規" userId="f68c5fd9-22d5-4c0a-9833-7fb0f5135313" providerId="ADAL" clId="{89E477C8-882C-4DDE-9C80-DFB373724EDC}" dt="2021-01-28T00:18:05.077" v="1477" actId="478"/>
          <ac:cxnSpMkLst>
            <pc:docMk/>
            <pc:sldMk cId="1710849802" sldId="384"/>
            <ac:cxnSpMk id="17" creationId="{7F68CC08-24DC-4B4A-8DF5-0A1B06236445}"/>
          </ac:cxnSpMkLst>
        </pc:cxnChg>
        <pc:cxnChg chg="add mod">
          <ac:chgData name="鈴木 秀規" userId="f68c5fd9-22d5-4c0a-9833-7fb0f5135313" providerId="ADAL" clId="{89E477C8-882C-4DDE-9C80-DFB373724EDC}" dt="2021-01-28T00:20:18.164" v="1523" actId="692"/>
          <ac:cxnSpMkLst>
            <pc:docMk/>
            <pc:sldMk cId="1710849802" sldId="384"/>
            <ac:cxnSpMk id="18" creationId="{CD7B3D91-C1C3-4B89-A73D-FD6E1CE9F5C5}"/>
          </ac:cxnSpMkLst>
        </pc:cxnChg>
        <pc:cxnChg chg="add mod">
          <ac:chgData name="鈴木 秀規" userId="f68c5fd9-22d5-4c0a-9833-7fb0f5135313" providerId="ADAL" clId="{89E477C8-882C-4DDE-9C80-DFB373724EDC}" dt="2021-01-28T00:24:31.877" v="1674" actId="21"/>
          <ac:cxnSpMkLst>
            <pc:docMk/>
            <pc:sldMk cId="1710849802" sldId="384"/>
            <ac:cxnSpMk id="23" creationId="{160E84F7-45FB-49BC-9732-FFFFB2D5997D}"/>
          </ac:cxnSpMkLst>
        </pc:cxnChg>
        <pc:cxnChg chg="add mod">
          <ac:chgData name="鈴木 秀規" userId="f68c5fd9-22d5-4c0a-9833-7fb0f5135313" providerId="ADAL" clId="{89E477C8-882C-4DDE-9C80-DFB373724EDC}" dt="2021-01-28T00:20:03.030" v="1522" actId="1037"/>
          <ac:cxnSpMkLst>
            <pc:docMk/>
            <pc:sldMk cId="1710849802" sldId="384"/>
            <ac:cxnSpMk id="26" creationId="{9A630C51-AC48-4B2E-85E9-307526025C2D}"/>
          </ac:cxnSpMkLst>
        </pc:cxnChg>
        <pc:cxnChg chg="add mod">
          <ac:chgData name="鈴木 秀規" userId="f68c5fd9-22d5-4c0a-9833-7fb0f5135313" providerId="ADAL" clId="{89E477C8-882C-4DDE-9C80-DFB373724EDC}" dt="2021-01-28T00:22:53.471" v="1656" actId="14100"/>
          <ac:cxnSpMkLst>
            <pc:docMk/>
            <pc:sldMk cId="1710849802" sldId="384"/>
            <ac:cxnSpMk id="34" creationId="{A3AD2563-68AF-471A-BDB5-5743C2F10205}"/>
          </ac:cxnSpMkLst>
        </pc:cxnChg>
        <pc:cxnChg chg="add mod">
          <ac:chgData name="鈴木 秀規" userId="f68c5fd9-22d5-4c0a-9833-7fb0f5135313" providerId="ADAL" clId="{89E477C8-882C-4DDE-9C80-DFB373724EDC}" dt="2021-01-28T00:23:03.485" v="1659" actId="14100"/>
          <ac:cxnSpMkLst>
            <pc:docMk/>
            <pc:sldMk cId="1710849802" sldId="384"/>
            <ac:cxnSpMk id="37" creationId="{2AAE7265-63A0-4A2C-973C-5700BE345AD1}"/>
          </ac:cxnSpMkLst>
        </pc:cxnChg>
        <pc:cxnChg chg="add mod">
          <ac:chgData name="鈴木 秀規" userId="f68c5fd9-22d5-4c0a-9833-7fb0f5135313" providerId="ADAL" clId="{89E477C8-882C-4DDE-9C80-DFB373724EDC}" dt="2021-01-28T00:23:18.959" v="1662" actId="14100"/>
          <ac:cxnSpMkLst>
            <pc:docMk/>
            <pc:sldMk cId="1710849802" sldId="384"/>
            <ac:cxnSpMk id="40" creationId="{82DCD619-0572-41E8-A0C0-8833B65712E8}"/>
          </ac:cxnSpMkLst>
        </pc:cxnChg>
        <pc:cxnChg chg="add mod">
          <ac:chgData name="鈴木 秀規" userId="f68c5fd9-22d5-4c0a-9833-7fb0f5135313" providerId="ADAL" clId="{89E477C8-882C-4DDE-9C80-DFB373724EDC}" dt="2021-01-28T00:24:03.025" v="1672" actId="14100"/>
          <ac:cxnSpMkLst>
            <pc:docMk/>
            <pc:sldMk cId="1710849802" sldId="384"/>
            <ac:cxnSpMk id="44" creationId="{1E165CEB-00CA-421B-96D7-5657344E5E39}"/>
          </ac:cxnSpMkLst>
        </pc:cxnChg>
        <pc:cxnChg chg="add mod">
          <ac:chgData name="鈴木 秀規" userId="f68c5fd9-22d5-4c0a-9833-7fb0f5135313" providerId="ADAL" clId="{89E477C8-882C-4DDE-9C80-DFB373724EDC}" dt="2021-01-28T00:23:59.137" v="1671" actId="14100"/>
          <ac:cxnSpMkLst>
            <pc:docMk/>
            <pc:sldMk cId="1710849802" sldId="384"/>
            <ac:cxnSpMk id="48" creationId="{D6C3DBE1-45A8-47DA-9E93-B024A3181E1E}"/>
          </ac:cxnSpMkLst>
        </pc:cxnChg>
      </pc:sldChg>
      <pc:sldChg chg="del">
        <pc:chgData name="鈴木 秀規" userId="f68c5fd9-22d5-4c0a-9833-7fb0f5135313" providerId="ADAL" clId="{89E477C8-882C-4DDE-9C80-DFB373724EDC}" dt="2021-01-26T07:45:41.587" v="2" actId="2696"/>
        <pc:sldMkLst>
          <pc:docMk/>
          <pc:sldMk cId="405086457" sldId="385"/>
        </pc:sldMkLst>
      </pc:sldChg>
      <pc:sldChg chg="modSp new mod">
        <pc:chgData name="鈴木 秀規" userId="f68c5fd9-22d5-4c0a-9833-7fb0f5135313" providerId="ADAL" clId="{89E477C8-882C-4DDE-9C80-DFB373724EDC}" dt="2021-01-28T00:27:07.638" v="1742" actId="403"/>
        <pc:sldMkLst>
          <pc:docMk/>
          <pc:sldMk cId="3198427957" sldId="385"/>
        </pc:sldMkLst>
        <pc:spChg chg="mod">
          <ac:chgData name="鈴木 秀規" userId="f68c5fd9-22d5-4c0a-9833-7fb0f5135313" providerId="ADAL" clId="{89E477C8-882C-4DDE-9C80-DFB373724EDC}" dt="2021-01-28T00:26:03.504" v="1724" actId="20577"/>
          <ac:spMkLst>
            <pc:docMk/>
            <pc:sldMk cId="3198427957" sldId="385"/>
            <ac:spMk id="3" creationId="{9C66717B-DC5D-4BC5-8268-8396B695A418}"/>
          </ac:spMkLst>
        </pc:spChg>
        <pc:spChg chg="mod">
          <ac:chgData name="鈴木 秀規" userId="f68c5fd9-22d5-4c0a-9833-7fb0f5135313" providerId="ADAL" clId="{89E477C8-882C-4DDE-9C80-DFB373724EDC}" dt="2021-01-28T00:27:07.638" v="1742" actId="403"/>
          <ac:spMkLst>
            <pc:docMk/>
            <pc:sldMk cId="3198427957" sldId="385"/>
            <ac:spMk id="5" creationId="{BAA9AD2E-1882-4C8E-9E00-D3A86BE862DC}"/>
          </ac:spMkLst>
        </pc:spChg>
      </pc:sldChg>
      <pc:sldChg chg="addSp delSp modSp new mod modClrScheme chgLayout">
        <pc:chgData name="鈴木 秀規" userId="f68c5fd9-22d5-4c0a-9833-7fb0f5135313" providerId="ADAL" clId="{89E477C8-882C-4DDE-9C80-DFB373724EDC}" dt="2021-01-28T00:33:18.976" v="1789" actId="207"/>
        <pc:sldMkLst>
          <pc:docMk/>
          <pc:sldMk cId="2401145918" sldId="386"/>
        </pc:sldMkLst>
        <pc:spChg chg="mod ord">
          <ac:chgData name="鈴木 秀規" userId="f68c5fd9-22d5-4c0a-9833-7fb0f5135313" providerId="ADAL" clId="{89E477C8-882C-4DDE-9C80-DFB373724EDC}" dt="2021-01-28T00:31:13.993" v="1745" actId="700"/>
          <ac:spMkLst>
            <pc:docMk/>
            <pc:sldMk cId="2401145918" sldId="386"/>
            <ac:spMk id="2" creationId="{E1EF011F-8AEA-408B-9E6B-A161DF99E8A0}"/>
          </ac:spMkLst>
        </pc:spChg>
        <pc:spChg chg="mod ord">
          <ac:chgData name="鈴木 秀規" userId="f68c5fd9-22d5-4c0a-9833-7fb0f5135313" providerId="ADAL" clId="{89E477C8-882C-4DDE-9C80-DFB373724EDC}" dt="2021-01-28T00:31:13.993" v="1745" actId="700"/>
          <ac:spMkLst>
            <pc:docMk/>
            <pc:sldMk cId="2401145918" sldId="386"/>
            <ac:spMk id="3" creationId="{737EC184-CACD-4C8F-8E3B-6E48E09233B3}"/>
          </ac:spMkLst>
        </pc:spChg>
        <pc:spChg chg="mod ord">
          <ac:chgData name="鈴木 秀規" userId="f68c5fd9-22d5-4c0a-9833-7fb0f5135313" providerId="ADAL" clId="{89E477C8-882C-4DDE-9C80-DFB373724EDC}" dt="2021-01-28T00:31:13.993" v="1745" actId="700"/>
          <ac:spMkLst>
            <pc:docMk/>
            <pc:sldMk cId="2401145918" sldId="386"/>
            <ac:spMk id="4" creationId="{D6E7AAD0-AF13-4770-A5FE-1A45A1C14BA1}"/>
          </ac:spMkLst>
        </pc:spChg>
        <pc:spChg chg="del">
          <ac:chgData name="鈴木 秀規" userId="f68c5fd9-22d5-4c0a-9833-7fb0f5135313" providerId="ADAL" clId="{89E477C8-882C-4DDE-9C80-DFB373724EDC}" dt="2021-01-28T00:31:13.993" v="1745" actId="700"/>
          <ac:spMkLst>
            <pc:docMk/>
            <pc:sldMk cId="2401145918" sldId="386"/>
            <ac:spMk id="5" creationId="{FBDFA43B-CCA4-4391-876F-08A48B94D24D}"/>
          </ac:spMkLst>
        </pc:spChg>
        <pc:spChg chg="add mod">
          <ac:chgData name="鈴木 秀規" userId="f68c5fd9-22d5-4c0a-9833-7fb0f5135313" providerId="ADAL" clId="{89E477C8-882C-4DDE-9C80-DFB373724EDC}" dt="2021-01-28T00:33:18.976" v="1789" actId="207"/>
          <ac:spMkLst>
            <pc:docMk/>
            <pc:sldMk cId="2401145918" sldId="386"/>
            <ac:spMk id="6" creationId="{00A6316D-1AC1-4A36-80F1-066ADCE98D5B}"/>
          </ac:spMkLst>
        </pc:spChg>
        <pc:spChg chg="add mod">
          <ac:chgData name="鈴木 秀規" userId="f68c5fd9-22d5-4c0a-9833-7fb0f5135313" providerId="ADAL" clId="{89E477C8-882C-4DDE-9C80-DFB373724EDC}" dt="2021-01-28T00:32:44.778" v="1781" actId="14100"/>
          <ac:spMkLst>
            <pc:docMk/>
            <pc:sldMk cId="2401145918" sldId="386"/>
            <ac:spMk id="7" creationId="{6685B93B-920F-4514-8402-BD5509C19734}"/>
          </ac:spMkLst>
        </pc:spChg>
      </pc:sldChg>
      <pc:sldChg chg="addSp modSp new mod modClrScheme chgLayout">
        <pc:chgData name="鈴木 秀規" userId="f68c5fd9-22d5-4c0a-9833-7fb0f5135313" providerId="ADAL" clId="{89E477C8-882C-4DDE-9C80-DFB373724EDC}" dt="2021-01-28T00:36:23.889" v="1826" actId="207"/>
        <pc:sldMkLst>
          <pc:docMk/>
          <pc:sldMk cId="3730994383" sldId="387"/>
        </pc:sldMkLst>
        <pc:spChg chg="mod ord">
          <ac:chgData name="鈴木 秀規" userId="f68c5fd9-22d5-4c0a-9833-7fb0f5135313" providerId="ADAL" clId="{89E477C8-882C-4DDE-9C80-DFB373724EDC}" dt="2021-01-28T00:34:28.598" v="1792" actId="700"/>
          <ac:spMkLst>
            <pc:docMk/>
            <pc:sldMk cId="3730994383" sldId="387"/>
            <ac:spMk id="2" creationId="{BCA1EF0F-B776-42C3-97D5-FA00D3E3A2E9}"/>
          </ac:spMkLst>
        </pc:spChg>
        <pc:spChg chg="mod ord">
          <ac:chgData name="鈴木 秀規" userId="f68c5fd9-22d5-4c0a-9833-7fb0f5135313" providerId="ADAL" clId="{89E477C8-882C-4DDE-9C80-DFB373724EDC}" dt="2021-01-28T00:34:28.598" v="1792" actId="700"/>
          <ac:spMkLst>
            <pc:docMk/>
            <pc:sldMk cId="3730994383" sldId="387"/>
            <ac:spMk id="3" creationId="{D712DFF2-F646-430F-8004-923BF1E76430}"/>
          </ac:spMkLst>
        </pc:spChg>
        <pc:spChg chg="mod ord">
          <ac:chgData name="鈴木 秀規" userId="f68c5fd9-22d5-4c0a-9833-7fb0f5135313" providerId="ADAL" clId="{89E477C8-882C-4DDE-9C80-DFB373724EDC}" dt="2021-01-28T00:34:28.598" v="1792" actId="700"/>
          <ac:spMkLst>
            <pc:docMk/>
            <pc:sldMk cId="3730994383" sldId="387"/>
            <ac:spMk id="4" creationId="{A47B9173-32BF-4F9B-9A9B-FC77DBC9FF69}"/>
          </ac:spMkLst>
        </pc:spChg>
        <pc:spChg chg="add mod ord">
          <ac:chgData name="鈴木 秀規" userId="f68c5fd9-22d5-4c0a-9833-7fb0f5135313" providerId="ADAL" clId="{89E477C8-882C-4DDE-9C80-DFB373724EDC}" dt="2021-01-28T00:36:23.889" v="1826" actId="207"/>
          <ac:spMkLst>
            <pc:docMk/>
            <pc:sldMk cId="3730994383" sldId="387"/>
            <ac:spMk id="5" creationId="{3BC04A58-5FAF-4C7C-AB03-0AF861F93F4F}"/>
          </ac:spMkLst>
        </pc:spChg>
      </pc:sldChg>
      <pc:sldChg chg="addSp modSp new mod">
        <pc:chgData name="鈴木 秀規" userId="f68c5fd9-22d5-4c0a-9833-7fb0f5135313" providerId="ADAL" clId="{89E477C8-882C-4DDE-9C80-DFB373724EDC}" dt="2021-01-28T01:12:54.415" v="1850" actId="14100"/>
        <pc:sldMkLst>
          <pc:docMk/>
          <pc:sldMk cId="218868488" sldId="388"/>
        </pc:sldMkLst>
        <pc:spChg chg="mod">
          <ac:chgData name="鈴木 秀規" userId="f68c5fd9-22d5-4c0a-9833-7fb0f5135313" providerId="ADAL" clId="{89E477C8-882C-4DDE-9C80-DFB373724EDC}" dt="2021-01-28T00:56:42.744" v="1828"/>
          <ac:spMkLst>
            <pc:docMk/>
            <pc:sldMk cId="218868488" sldId="388"/>
            <ac:spMk id="3" creationId="{541E6646-33D9-4B6F-BC80-8102A701396F}"/>
          </ac:spMkLst>
        </pc:spChg>
        <pc:spChg chg="mod">
          <ac:chgData name="鈴木 秀規" userId="f68c5fd9-22d5-4c0a-9833-7fb0f5135313" providerId="ADAL" clId="{89E477C8-882C-4DDE-9C80-DFB373724EDC}" dt="2021-01-28T00:57:03.432" v="1832" actId="14100"/>
          <ac:spMkLst>
            <pc:docMk/>
            <pc:sldMk cId="218868488" sldId="388"/>
            <ac:spMk id="5" creationId="{4F7BE0E2-F22D-4224-A250-61F7BABC679B}"/>
          </ac:spMkLst>
        </pc:spChg>
        <pc:spChg chg="add mod">
          <ac:chgData name="鈴木 秀規" userId="f68c5fd9-22d5-4c0a-9833-7fb0f5135313" providerId="ADAL" clId="{89E477C8-882C-4DDE-9C80-DFB373724EDC}" dt="2021-01-28T00:58:16.387" v="1847" actId="207"/>
          <ac:spMkLst>
            <pc:docMk/>
            <pc:sldMk cId="218868488" sldId="388"/>
            <ac:spMk id="6" creationId="{322AED5D-67E9-49B9-B313-EDCD22B365D2}"/>
          </ac:spMkLst>
        </pc:spChg>
        <pc:spChg chg="add mod">
          <ac:chgData name="鈴木 秀規" userId="f68c5fd9-22d5-4c0a-9833-7fb0f5135313" providerId="ADAL" clId="{89E477C8-882C-4DDE-9C80-DFB373724EDC}" dt="2021-01-28T01:12:54.415" v="1850" actId="14100"/>
          <ac:spMkLst>
            <pc:docMk/>
            <pc:sldMk cId="218868488" sldId="388"/>
            <ac:spMk id="7" creationId="{B5962821-5EE5-46B4-9A85-4485E16939C7}"/>
          </ac:spMkLst>
        </pc:spChg>
      </pc:sldChg>
      <pc:sldChg chg="modSp new mod">
        <pc:chgData name="鈴木 秀規" userId="f68c5fd9-22d5-4c0a-9833-7fb0f5135313" providerId="ADAL" clId="{89E477C8-882C-4DDE-9C80-DFB373724EDC}" dt="2021-01-28T01:14:07.006" v="1864" actId="403"/>
        <pc:sldMkLst>
          <pc:docMk/>
          <pc:sldMk cId="2271233834" sldId="389"/>
        </pc:sldMkLst>
        <pc:spChg chg="mod">
          <ac:chgData name="鈴木 秀規" userId="f68c5fd9-22d5-4c0a-9833-7fb0f5135313" providerId="ADAL" clId="{89E477C8-882C-4DDE-9C80-DFB373724EDC}" dt="2021-01-28T01:13:30.447" v="1852"/>
          <ac:spMkLst>
            <pc:docMk/>
            <pc:sldMk cId="2271233834" sldId="389"/>
            <ac:spMk id="3" creationId="{00E257E5-AFF7-453E-8D0E-FF63668280D2}"/>
          </ac:spMkLst>
        </pc:spChg>
        <pc:spChg chg="mod">
          <ac:chgData name="鈴木 秀規" userId="f68c5fd9-22d5-4c0a-9833-7fb0f5135313" providerId="ADAL" clId="{89E477C8-882C-4DDE-9C80-DFB373724EDC}" dt="2021-01-28T01:14:07.006" v="1864" actId="403"/>
          <ac:spMkLst>
            <pc:docMk/>
            <pc:sldMk cId="2271233834" sldId="389"/>
            <ac:spMk id="5" creationId="{C1211BD1-2E63-4309-940D-F798AD98A8CD}"/>
          </ac:spMkLst>
        </pc:spChg>
      </pc:sldChg>
      <pc:sldChg chg="modSp new mod">
        <pc:chgData name="鈴木 秀規" userId="f68c5fd9-22d5-4c0a-9833-7fb0f5135313" providerId="ADAL" clId="{89E477C8-882C-4DDE-9C80-DFB373724EDC}" dt="2021-01-28T01:16:01.518" v="1877" actId="403"/>
        <pc:sldMkLst>
          <pc:docMk/>
          <pc:sldMk cId="613103497" sldId="390"/>
        </pc:sldMkLst>
        <pc:spChg chg="mod">
          <ac:chgData name="鈴木 秀規" userId="f68c5fd9-22d5-4c0a-9833-7fb0f5135313" providerId="ADAL" clId="{89E477C8-882C-4DDE-9C80-DFB373724EDC}" dt="2021-01-28T01:14:34.911" v="1866"/>
          <ac:spMkLst>
            <pc:docMk/>
            <pc:sldMk cId="613103497" sldId="390"/>
            <ac:spMk id="3" creationId="{44BE499F-2257-4822-B269-1BE3FFCF9667}"/>
          </ac:spMkLst>
        </pc:spChg>
        <pc:spChg chg="mod">
          <ac:chgData name="鈴木 秀規" userId="f68c5fd9-22d5-4c0a-9833-7fb0f5135313" providerId="ADAL" clId="{89E477C8-882C-4DDE-9C80-DFB373724EDC}" dt="2021-01-28T01:16:01.518" v="1877" actId="403"/>
          <ac:spMkLst>
            <pc:docMk/>
            <pc:sldMk cId="613103497" sldId="390"/>
            <ac:spMk id="5" creationId="{3F776E22-B480-4DE3-BA09-4D11B302B84E}"/>
          </ac:spMkLst>
        </pc:spChg>
      </pc:sldChg>
      <pc:sldChg chg="addSp modSp new mod">
        <pc:chgData name="鈴木 秀規" userId="f68c5fd9-22d5-4c0a-9833-7fb0f5135313" providerId="ADAL" clId="{89E477C8-882C-4DDE-9C80-DFB373724EDC}" dt="2021-01-28T01:20:48.399" v="1994" actId="20577"/>
        <pc:sldMkLst>
          <pc:docMk/>
          <pc:sldMk cId="2862026351" sldId="391"/>
        </pc:sldMkLst>
        <pc:spChg chg="mod">
          <ac:chgData name="鈴木 秀規" userId="f68c5fd9-22d5-4c0a-9833-7fb0f5135313" providerId="ADAL" clId="{89E477C8-882C-4DDE-9C80-DFB373724EDC}" dt="2021-01-28T01:16:19.417" v="1879"/>
          <ac:spMkLst>
            <pc:docMk/>
            <pc:sldMk cId="2862026351" sldId="391"/>
            <ac:spMk id="3" creationId="{F7005572-B4E1-4626-90AE-2D6719A5F270}"/>
          </ac:spMkLst>
        </pc:spChg>
        <pc:spChg chg="mod">
          <ac:chgData name="鈴木 秀規" userId="f68c5fd9-22d5-4c0a-9833-7fb0f5135313" providerId="ADAL" clId="{89E477C8-882C-4DDE-9C80-DFB373724EDC}" dt="2021-01-28T01:20:48.399" v="1994" actId="20577"/>
          <ac:spMkLst>
            <pc:docMk/>
            <pc:sldMk cId="2862026351" sldId="391"/>
            <ac:spMk id="5" creationId="{EA2FB964-7777-48F3-9977-75491B0019C0}"/>
          </ac:spMkLst>
        </pc:spChg>
        <pc:spChg chg="add mod">
          <ac:chgData name="鈴木 秀規" userId="f68c5fd9-22d5-4c0a-9833-7fb0f5135313" providerId="ADAL" clId="{89E477C8-882C-4DDE-9C80-DFB373724EDC}" dt="2021-01-28T01:18:04.375" v="1904" actId="20577"/>
          <ac:spMkLst>
            <pc:docMk/>
            <pc:sldMk cId="2862026351" sldId="391"/>
            <ac:spMk id="6" creationId="{E0C88329-82AB-4BD1-BB35-9BE5C8020B13}"/>
          </ac:spMkLst>
        </pc:spChg>
        <pc:spChg chg="add mod">
          <ac:chgData name="鈴木 秀規" userId="f68c5fd9-22d5-4c0a-9833-7fb0f5135313" providerId="ADAL" clId="{89E477C8-882C-4DDE-9C80-DFB373724EDC}" dt="2021-01-28T01:18:29.952" v="1935" actId="20577"/>
          <ac:spMkLst>
            <pc:docMk/>
            <pc:sldMk cId="2862026351" sldId="391"/>
            <ac:spMk id="7" creationId="{2202E6CF-0793-4669-BE34-B1D961C3E87D}"/>
          </ac:spMkLst>
        </pc:spChg>
        <pc:spChg chg="add mod">
          <ac:chgData name="鈴木 秀規" userId="f68c5fd9-22d5-4c0a-9833-7fb0f5135313" providerId="ADAL" clId="{89E477C8-882C-4DDE-9C80-DFB373724EDC}" dt="2021-01-28T01:18:52.239" v="1961" actId="20577"/>
          <ac:spMkLst>
            <pc:docMk/>
            <pc:sldMk cId="2862026351" sldId="391"/>
            <ac:spMk id="8" creationId="{EE85B067-B655-4DA1-BE93-0771AED4BCA9}"/>
          </ac:spMkLst>
        </pc:spChg>
        <pc:spChg chg="add mod">
          <ac:chgData name="鈴木 秀規" userId="f68c5fd9-22d5-4c0a-9833-7fb0f5135313" providerId="ADAL" clId="{89E477C8-882C-4DDE-9C80-DFB373724EDC}" dt="2021-01-28T01:19:02.279" v="1971" actId="20577"/>
          <ac:spMkLst>
            <pc:docMk/>
            <pc:sldMk cId="2862026351" sldId="391"/>
            <ac:spMk id="9" creationId="{0AA81E11-4082-4CEB-9FA6-483AD2724AF0}"/>
          </ac:spMkLst>
        </pc:spChg>
        <pc:spChg chg="add mod">
          <ac:chgData name="鈴木 秀規" userId="f68c5fd9-22d5-4c0a-9833-7fb0f5135313" providerId="ADAL" clId="{89E477C8-882C-4DDE-9C80-DFB373724EDC}" dt="2021-01-28T01:20:02.283" v="1982" actId="1076"/>
          <ac:spMkLst>
            <pc:docMk/>
            <pc:sldMk cId="2862026351" sldId="391"/>
            <ac:spMk id="19" creationId="{30375369-E0BD-4F9D-8906-0A551849FDCB}"/>
          </ac:spMkLst>
        </pc:spChg>
        <pc:cxnChg chg="add mod">
          <ac:chgData name="鈴木 秀規" userId="f68c5fd9-22d5-4c0a-9833-7fb0f5135313" providerId="ADAL" clId="{89E477C8-882C-4DDE-9C80-DFB373724EDC}" dt="2021-01-28T01:19:20.688" v="1974" actId="14100"/>
          <ac:cxnSpMkLst>
            <pc:docMk/>
            <pc:sldMk cId="2862026351" sldId="391"/>
            <ac:cxnSpMk id="10" creationId="{63C3C4ED-4B75-4AF0-8581-0A80AE7BAF0A}"/>
          </ac:cxnSpMkLst>
        </pc:cxnChg>
        <pc:cxnChg chg="add mod">
          <ac:chgData name="鈴木 秀規" userId="f68c5fd9-22d5-4c0a-9833-7fb0f5135313" providerId="ADAL" clId="{89E477C8-882C-4DDE-9C80-DFB373724EDC}" dt="2021-01-28T01:19:25.962" v="1977" actId="14100"/>
          <ac:cxnSpMkLst>
            <pc:docMk/>
            <pc:sldMk cId="2862026351" sldId="391"/>
            <ac:cxnSpMk id="13" creationId="{32890A55-31C8-4B65-ADD7-0229287072AC}"/>
          </ac:cxnSpMkLst>
        </pc:cxnChg>
        <pc:cxnChg chg="add mod">
          <ac:chgData name="鈴木 秀規" userId="f68c5fd9-22d5-4c0a-9833-7fb0f5135313" providerId="ADAL" clId="{89E477C8-882C-4DDE-9C80-DFB373724EDC}" dt="2021-01-28T01:19:31.196" v="1980" actId="14100"/>
          <ac:cxnSpMkLst>
            <pc:docMk/>
            <pc:sldMk cId="2862026351" sldId="391"/>
            <ac:cxnSpMk id="16" creationId="{34A3A635-78D6-4F4E-BF8D-C885B66DD6F0}"/>
          </ac:cxnSpMkLst>
        </pc:cxnChg>
        <pc:cxnChg chg="add mod">
          <ac:chgData name="鈴木 秀規" userId="f68c5fd9-22d5-4c0a-9833-7fb0f5135313" providerId="ADAL" clId="{89E477C8-882C-4DDE-9C80-DFB373724EDC}" dt="2021-01-28T01:20:22.334" v="1986" actId="14100"/>
          <ac:cxnSpMkLst>
            <pc:docMk/>
            <pc:sldMk cId="2862026351" sldId="391"/>
            <ac:cxnSpMk id="20" creationId="{99642043-6D59-44BF-97FF-0DB3B68F463B}"/>
          </ac:cxnSpMkLst>
        </pc:cxnChg>
        <pc:cxnChg chg="add mod">
          <ac:chgData name="鈴木 秀規" userId="f68c5fd9-22d5-4c0a-9833-7fb0f5135313" providerId="ADAL" clId="{89E477C8-882C-4DDE-9C80-DFB373724EDC}" dt="2021-01-28T01:20:31.483" v="1989" actId="14100"/>
          <ac:cxnSpMkLst>
            <pc:docMk/>
            <pc:sldMk cId="2862026351" sldId="391"/>
            <ac:cxnSpMk id="24" creationId="{EC1B078F-8281-4354-BA79-6C917CA1E7C3}"/>
          </ac:cxnSpMkLst>
        </pc:cxnChg>
      </pc:sldChg>
      <pc:sldChg chg="addSp modSp new mod">
        <pc:chgData name="鈴木 秀規" userId="f68c5fd9-22d5-4c0a-9833-7fb0f5135313" providerId="ADAL" clId="{89E477C8-882C-4DDE-9C80-DFB373724EDC}" dt="2021-01-28T01:25:22.995" v="2108" actId="207"/>
        <pc:sldMkLst>
          <pc:docMk/>
          <pc:sldMk cId="539211239" sldId="392"/>
        </pc:sldMkLst>
        <pc:spChg chg="mod">
          <ac:chgData name="鈴木 秀規" userId="f68c5fd9-22d5-4c0a-9833-7fb0f5135313" providerId="ADAL" clId="{89E477C8-882C-4DDE-9C80-DFB373724EDC}" dt="2021-01-28T01:21:03.311" v="1996"/>
          <ac:spMkLst>
            <pc:docMk/>
            <pc:sldMk cId="539211239" sldId="392"/>
            <ac:spMk id="3" creationId="{C66C19A5-D0E7-4138-928B-1D8341B72893}"/>
          </ac:spMkLst>
        </pc:spChg>
        <pc:spChg chg="mod">
          <ac:chgData name="鈴木 秀規" userId="f68c5fd9-22d5-4c0a-9833-7fb0f5135313" providerId="ADAL" clId="{89E477C8-882C-4DDE-9C80-DFB373724EDC}" dt="2021-01-28T01:25:22.995" v="2108" actId="207"/>
          <ac:spMkLst>
            <pc:docMk/>
            <pc:sldMk cId="539211239" sldId="392"/>
            <ac:spMk id="5" creationId="{D17EA855-59AB-4FFD-B523-7B6FF011159F}"/>
          </ac:spMkLst>
        </pc:spChg>
        <pc:spChg chg="add mod">
          <ac:chgData name="鈴木 秀規" userId="f68c5fd9-22d5-4c0a-9833-7fb0f5135313" providerId="ADAL" clId="{89E477C8-882C-4DDE-9C80-DFB373724EDC}" dt="2021-01-28T01:23:04.889" v="2034" actId="14100"/>
          <ac:spMkLst>
            <pc:docMk/>
            <pc:sldMk cId="539211239" sldId="392"/>
            <ac:spMk id="6" creationId="{74E7D1F4-BCF9-431D-8B4B-FAB1E1CB252E}"/>
          </ac:spMkLst>
        </pc:spChg>
        <pc:spChg chg="add mod">
          <ac:chgData name="鈴木 秀規" userId="f68c5fd9-22d5-4c0a-9833-7fb0f5135313" providerId="ADAL" clId="{89E477C8-882C-4DDE-9C80-DFB373724EDC}" dt="2021-01-28T01:23:27.622" v="2037" actId="14100"/>
          <ac:spMkLst>
            <pc:docMk/>
            <pc:sldMk cId="539211239" sldId="392"/>
            <ac:spMk id="7" creationId="{6F8C7DF0-C430-4A10-8EC8-3D94556FA6FE}"/>
          </ac:spMkLst>
        </pc:spChg>
        <pc:spChg chg="add mod">
          <ac:chgData name="鈴木 秀規" userId="f68c5fd9-22d5-4c0a-9833-7fb0f5135313" providerId="ADAL" clId="{89E477C8-882C-4DDE-9C80-DFB373724EDC}" dt="2021-01-28T01:24:34.200" v="2098" actId="20577"/>
          <ac:spMkLst>
            <pc:docMk/>
            <pc:sldMk cId="539211239" sldId="392"/>
            <ac:spMk id="8" creationId="{A0AF6942-5F48-4D92-8567-BEA120045B7B}"/>
          </ac:spMkLst>
        </pc:spChg>
        <pc:spChg chg="add mod">
          <ac:chgData name="鈴木 秀規" userId="f68c5fd9-22d5-4c0a-9833-7fb0f5135313" providerId="ADAL" clId="{89E477C8-882C-4DDE-9C80-DFB373724EDC}" dt="2021-01-28T01:24:20.224" v="2077" actId="20577"/>
          <ac:spMkLst>
            <pc:docMk/>
            <pc:sldMk cId="539211239" sldId="392"/>
            <ac:spMk id="9" creationId="{B7384BAB-7B67-4787-8306-5B69348A6E92}"/>
          </ac:spMkLst>
        </pc:spChg>
        <pc:cxnChg chg="add mod">
          <ac:chgData name="鈴木 秀規" userId="f68c5fd9-22d5-4c0a-9833-7fb0f5135313" providerId="ADAL" clId="{89E477C8-882C-4DDE-9C80-DFB373724EDC}" dt="2021-01-28T01:25:07.661" v="2104" actId="14100"/>
          <ac:cxnSpMkLst>
            <pc:docMk/>
            <pc:sldMk cId="539211239" sldId="392"/>
            <ac:cxnSpMk id="10" creationId="{8D52443C-7EF5-4ED0-8F69-CA0D10523F99}"/>
          </ac:cxnSpMkLst>
        </pc:cxnChg>
        <pc:cxnChg chg="add mod">
          <ac:chgData name="鈴木 秀規" userId="f68c5fd9-22d5-4c0a-9833-7fb0f5135313" providerId="ADAL" clId="{89E477C8-882C-4DDE-9C80-DFB373724EDC}" dt="2021-01-28T01:25:00.458" v="2102" actId="14100"/>
          <ac:cxnSpMkLst>
            <pc:docMk/>
            <pc:sldMk cId="539211239" sldId="392"/>
            <ac:cxnSpMk id="11" creationId="{37DC1B2C-9F0F-488C-906B-D7CB32F1FEDE}"/>
          </ac:cxnSpMkLst>
        </pc:cxnChg>
      </pc:sldChg>
      <pc:sldChg chg="modSp new mod">
        <pc:chgData name="鈴木 秀規" userId="f68c5fd9-22d5-4c0a-9833-7fb0f5135313" providerId="ADAL" clId="{89E477C8-882C-4DDE-9C80-DFB373724EDC}" dt="2021-01-28T01:26:21.043" v="2120" actId="403"/>
        <pc:sldMkLst>
          <pc:docMk/>
          <pc:sldMk cId="382950322" sldId="393"/>
        </pc:sldMkLst>
        <pc:spChg chg="mod">
          <ac:chgData name="鈴木 秀規" userId="f68c5fd9-22d5-4c0a-9833-7fb0f5135313" providerId="ADAL" clId="{89E477C8-882C-4DDE-9C80-DFB373724EDC}" dt="2021-01-28T01:25:44.513" v="2110"/>
          <ac:spMkLst>
            <pc:docMk/>
            <pc:sldMk cId="382950322" sldId="393"/>
            <ac:spMk id="3" creationId="{F14DEA64-20B8-4AA8-86AC-64D39C90D847}"/>
          </ac:spMkLst>
        </pc:spChg>
        <pc:spChg chg="mod">
          <ac:chgData name="鈴木 秀規" userId="f68c5fd9-22d5-4c0a-9833-7fb0f5135313" providerId="ADAL" clId="{89E477C8-882C-4DDE-9C80-DFB373724EDC}" dt="2021-01-28T01:26:21.043" v="2120" actId="403"/>
          <ac:spMkLst>
            <pc:docMk/>
            <pc:sldMk cId="382950322" sldId="393"/>
            <ac:spMk id="5" creationId="{C9C8E9F4-AF70-441B-831D-54B0A0147661}"/>
          </ac:spMkLst>
        </pc:spChg>
      </pc:sldChg>
      <pc:sldChg chg="addSp modSp new mod">
        <pc:chgData name="鈴木 秀規" userId="f68c5fd9-22d5-4c0a-9833-7fb0f5135313" providerId="ADAL" clId="{89E477C8-882C-4DDE-9C80-DFB373724EDC}" dt="2021-01-28T01:52:42.673" v="2182" actId="14100"/>
        <pc:sldMkLst>
          <pc:docMk/>
          <pc:sldMk cId="2892649949" sldId="394"/>
        </pc:sldMkLst>
        <pc:spChg chg="mod">
          <ac:chgData name="鈴木 秀規" userId="f68c5fd9-22d5-4c0a-9833-7fb0f5135313" providerId="ADAL" clId="{89E477C8-882C-4DDE-9C80-DFB373724EDC}" dt="2021-01-28T01:26:36.027" v="2122"/>
          <ac:spMkLst>
            <pc:docMk/>
            <pc:sldMk cId="2892649949" sldId="394"/>
            <ac:spMk id="3" creationId="{FA65D89D-EC1B-45AB-82C8-AA592403E72E}"/>
          </ac:spMkLst>
        </pc:spChg>
        <pc:spChg chg="mod">
          <ac:chgData name="鈴木 秀規" userId="f68c5fd9-22d5-4c0a-9833-7fb0f5135313" providerId="ADAL" clId="{89E477C8-882C-4DDE-9C80-DFB373724EDC}" dt="2021-01-28T01:27:39.854" v="2134" actId="207"/>
          <ac:spMkLst>
            <pc:docMk/>
            <pc:sldMk cId="2892649949" sldId="394"/>
            <ac:spMk id="5" creationId="{2F9CB12F-5380-4E11-9BB1-E950F984CB3F}"/>
          </ac:spMkLst>
        </pc:spChg>
        <pc:spChg chg="add mod">
          <ac:chgData name="鈴木 秀規" userId="f68c5fd9-22d5-4c0a-9833-7fb0f5135313" providerId="ADAL" clId="{89E477C8-882C-4DDE-9C80-DFB373724EDC}" dt="2021-01-28T01:50:28.759" v="2147" actId="1076"/>
          <ac:spMkLst>
            <pc:docMk/>
            <pc:sldMk cId="2892649949" sldId="394"/>
            <ac:spMk id="6" creationId="{F6061DE6-9EFA-4BC6-B8EF-240BB57A35ED}"/>
          </ac:spMkLst>
        </pc:spChg>
        <pc:spChg chg="add mod">
          <ac:chgData name="鈴木 秀規" userId="f68c5fd9-22d5-4c0a-9833-7fb0f5135313" providerId="ADAL" clId="{89E477C8-882C-4DDE-9C80-DFB373724EDC}" dt="2021-01-28T01:50:46.209" v="2152" actId="1037"/>
          <ac:spMkLst>
            <pc:docMk/>
            <pc:sldMk cId="2892649949" sldId="394"/>
            <ac:spMk id="7" creationId="{1B4DF456-75CD-4E9A-B803-AA10655CD13D}"/>
          </ac:spMkLst>
        </pc:spChg>
        <pc:spChg chg="add mod">
          <ac:chgData name="鈴木 秀規" userId="f68c5fd9-22d5-4c0a-9833-7fb0f5135313" providerId="ADAL" clId="{89E477C8-882C-4DDE-9C80-DFB373724EDC}" dt="2021-01-28T01:52:42.673" v="2182" actId="14100"/>
          <ac:spMkLst>
            <pc:docMk/>
            <pc:sldMk cId="2892649949" sldId="394"/>
            <ac:spMk id="13" creationId="{2C29435F-5762-40A5-BF9E-7AFCE8D8AAE6}"/>
          </ac:spMkLst>
        </pc:spChg>
        <pc:spChg chg="add mod">
          <ac:chgData name="鈴木 秀規" userId="f68c5fd9-22d5-4c0a-9833-7fb0f5135313" providerId="ADAL" clId="{89E477C8-882C-4DDE-9C80-DFB373724EDC}" dt="2021-01-28T01:51:50.979" v="2164" actId="1036"/>
          <ac:spMkLst>
            <pc:docMk/>
            <pc:sldMk cId="2892649949" sldId="394"/>
            <ac:spMk id="14" creationId="{EE8188CB-70A5-46B7-B484-F460E87F5BDF}"/>
          </ac:spMkLst>
        </pc:spChg>
        <pc:cxnChg chg="add mod">
          <ac:chgData name="鈴木 秀規" userId="f68c5fd9-22d5-4c0a-9833-7fb0f5135313" providerId="ADAL" clId="{89E477C8-882C-4DDE-9C80-DFB373724EDC}" dt="2021-01-28T01:51:07.399" v="2154" actId="208"/>
          <ac:cxnSpMkLst>
            <pc:docMk/>
            <pc:sldMk cId="2892649949" sldId="394"/>
            <ac:cxnSpMk id="9" creationId="{3198ED64-B5FB-4113-B7FB-01FCD983793C}"/>
          </ac:cxnSpMkLst>
        </pc:cxnChg>
        <pc:cxnChg chg="add mod">
          <ac:chgData name="鈴木 秀規" userId="f68c5fd9-22d5-4c0a-9833-7fb0f5135313" providerId="ADAL" clId="{89E477C8-882C-4DDE-9C80-DFB373724EDC}" dt="2021-01-28T01:51:25.608" v="2156" actId="208"/>
          <ac:cxnSpMkLst>
            <pc:docMk/>
            <pc:sldMk cId="2892649949" sldId="394"/>
            <ac:cxnSpMk id="11" creationId="{49A5E27B-530F-4AF6-9489-D86856F569A3}"/>
          </ac:cxnSpMkLst>
        </pc:cxnChg>
        <pc:cxnChg chg="add mod">
          <ac:chgData name="鈴木 秀規" userId="f68c5fd9-22d5-4c0a-9833-7fb0f5135313" providerId="ADAL" clId="{89E477C8-882C-4DDE-9C80-DFB373724EDC}" dt="2021-01-28T01:52:42.673" v="2182" actId="14100"/>
          <ac:cxnSpMkLst>
            <pc:docMk/>
            <pc:sldMk cId="2892649949" sldId="394"/>
            <ac:cxnSpMk id="15" creationId="{3000F5A0-CF49-47CB-8EA3-8FB78BFA9B01}"/>
          </ac:cxnSpMkLst>
        </pc:cxnChg>
        <pc:cxnChg chg="add mod">
          <ac:chgData name="鈴木 秀規" userId="f68c5fd9-22d5-4c0a-9833-7fb0f5135313" providerId="ADAL" clId="{89E477C8-882C-4DDE-9C80-DFB373724EDC}" dt="2021-01-28T01:52:42.673" v="2182" actId="14100"/>
          <ac:cxnSpMkLst>
            <pc:docMk/>
            <pc:sldMk cId="2892649949" sldId="394"/>
            <ac:cxnSpMk id="18" creationId="{CB046D33-A979-4C87-A7E4-6DC2B5AF9F3B}"/>
          </ac:cxnSpMkLst>
        </pc:cxnChg>
      </pc:sldChg>
      <pc:sldChg chg="addSp delSp modSp new mod">
        <pc:chgData name="鈴木 秀規" userId="f68c5fd9-22d5-4c0a-9833-7fb0f5135313" providerId="ADAL" clId="{89E477C8-882C-4DDE-9C80-DFB373724EDC}" dt="2021-01-28T01:57:12.636" v="2220" actId="21"/>
        <pc:sldMkLst>
          <pc:docMk/>
          <pc:sldMk cId="3667572454" sldId="395"/>
        </pc:sldMkLst>
        <pc:spChg chg="mod">
          <ac:chgData name="鈴木 秀規" userId="f68c5fd9-22d5-4c0a-9833-7fb0f5135313" providerId="ADAL" clId="{89E477C8-882C-4DDE-9C80-DFB373724EDC}" dt="2021-01-28T01:54:16.833" v="2184"/>
          <ac:spMkLst>
            <pc:docMk/>
            <pc:sldMk cId="3667572454" sldId="395"/>
            <ac:spMk id="3" creationId="{ABBD9F0C-EC3B-4B28-AFAF-229A412152A4}"/>
          </ac:spMkLst>
        </pc:spChg>
        <pc:spChg chg="mod">
          <ac:chgData name="鈴木 秀規" userId="f68c5fd9-22d5-4c0a-9833-7fb0f5135313" providerId="ADAL" clId="{89E477C8-882C-4DDE-9C80-DFB373724EDC}" dt="2021-01-28T01:57:08.235" v="2217" actId="20577"/>
          <ac:spMkLst>
            <pc:docMk/>
            <pc:sldMk cId="3667572454" sldId="395"/>
            <ac:spMk id="5" creationId="{4AE9B888-374E-4762-B972-ABA2E0DC8FC8}"/>
          </ac:spMkLst>
        </pc:spChg>
        <pc:spChg chg="add del mod">
          <ac:chgData name="鈴木 秀規" userId="f68c5fd9-22d5-4c0a-9833-7fb0f5135313" providerId="ADAL" clId="{89E477C8-882C-4DDE-9C80-DFB373724EDC}" dt="2021-01-28T01:57:12.636" v="2220" actId="21"/>
          <ac:spMkLst>
            <pc:docMk/>
            <pc:sldMk cId="3667572454" sldId="395"/>
            <ac:spMk id="6" creationId="{5856A477-8FE0-4542-BEDA-795413BD48F5}"/>
          </ac:spMkLst>
        </pc:spChg>
      </pc:sldChg>
      <pc:sldChg chg="addSp modSp new mod">
        <pc:chgData name="鈴木 秀規" userId="f68c5fd9-22d5-4c0a-9833-7fb0f5135313" providerId="ADAL" clId="{89E477C8-882C-4DDE-9C80-DFB373724EDC}" dt="2021-01-28T01:57:51.936" v="2238" actId="207"/>
        <pc:sldMkLst>
          <pc:docMk/>
          <pc:sldMk cId="3508846154" sldId="396"/>
        </pc:sldMkLst>
        <pc:spChg chg="mod">
          <ac:chgData name="鈴木 秀規" userId="f68c5fd9-22d5-4c0a-9833-7fb0f5135313" providerId="ADAL" clId="{89E477C8-882C-4DDE-9C80-DFB373724EDC}" dt="2021-01-28T01:56:41.269" v="2211"/>
          <ac:spMkLst>
            <pc:docMk/>
            <pc:sldMk cId="3508846154" sldId="396"/>
            <ac:spMk id="3" creationId="{5E1BA3BF-C26E-4A1F-94E4-7D2D106D3018}"/>
          </ac:spMkLst>
        </pc:spChg>
        <pc:spChg chg="mod">
          <ac:chgData name="鈴木 秀規" userId="f68c5fd9-22d5-4c0a-9833-7fb0f5135313" providerId="ADAL" clId="{89E477C8-882C-4DDE-9C80-DFB373724EDC}" dt="2021-01-28T01:56:59.782" v="2215" actId="14100"/>
          <ac:spMkLst>
            <pc:docMk/>
            <pc:sldMk cId="3508846154" sldId="396"/>
            <ac:spMk id="5" creationId="{4A1A0A11-456B-4437-97AD-51D2844FB686}"/>
          </ac:spMkLst>
        </pc:spChg>
        <pc:spChg chg="add mod">
          <ac:chgData name="鈴木 秀規" userId="f68c5fd9-22d5-4c0a-9833-7fb0f5135313" providerId="ADAL" clId="{89E477C8-882C-4DDE-9C80-DFB373724EDC}" dt="2021-01-28T01:57:51.936" v="2238" actId="207"/>
          <ac:spMkLst>
            <pc:docMk/>
            <pc:sldMk cId="3508846154" sldId="396"/>
            <ac:spMk id="6" creationId="{414E1B23-D7BF-4D07-8882-3B849C669EE5}"/>
          </ac:spMkLst>
        </pc:spChg>
      </pc:sldChg>
      <pc:sldChg chg="addSp modSp new mod">
        <pc:chgData name="鈴木 秀規" userId="f68c5fd9-22d5-4c0a-9833-7fb0f5135313" providerId="ADAL" clId="{89E477C8-882C-4DDE-9C80-DFB373724EDC}" dt="2021-01-28T02:01:02.119" v="2268" actId="207"/>
        <pc:sldMkLst>
          <pc:docMk/>
          <pc:sldMk cId="2748557657" sldId="397"/>
        </pc:sldMkLst>
        <pc:spChg chg="mod">
          <ac:chgData name="鈴木 秀規" userId="f68c5fd9-22d5-4c0a-9833-7fb0f5135313" providerId="ADAL" clId="{89E477C8-882C-4DDE-9C80-DFB373724EDC}" dt="2021-01-28T01:59:55.921" v="2240"/>
          <ac:spMkLst>
            <pc:docMk/>
            <pc:sldMk cId="2748557657" sldId="397"/>
            <ac:spMk id="3" creationId="{27BF7EB6-56EF-4C20-850E-5CAC82C68F29}"/>
          </ac:spMkLst>
        </pc:spChg>
        <pc:spChg chg="mod">
          <ac:chgData name="鈴木 秀規" userId="f68c5fd9-22d5-4c0a-9833-7fb0f5135313" providerId="ADAL" clId="{89E477C8-882C-4DDE-9C80-DFB373724EDC}" dt="2021-01-28T02:00:10.531" v="2244" actId="14100"/>
          <ac:spMkLst>
            <pc:docMk/>
            <pc:sldMk cId="2748557657" sldId="397"/>
            <ac:spMk id="5" creationId="{824E45F8-5A3C-4C7C-B7D8-44D74578B315}"/>
          </ac:spMkLst>
        </pc:spChg>
        <pc:spChg chg="add mod">
          <ac:chgData name="鈴木 秀規" userId="f68c5fd9-22d5-4c0a-9833-7fb0f5135313" providerId="ADAL" clId="{89E477C8-882C-4DDE-9C80-DFB373724EDC}" dt="2021-01-28T02:01:02.119" v="2268" actId="207"/>
          <ac:spMkLst>
            <pc:docMk/>
            <pc:sldMk cId="2748557657" sldId="397"/>
            <ac:spMk id="6" creationId="{5F902F70-744F-4D7B-8381-CD20DD0F0E0B}"/>
          </ac:spMkLst>
        </pc:spChg>
      </pc:sldChg>
      <pc:sldChg chg="modSp new mod">
        <pc:chgData name="鈴木 秀規" userId="f68c5fd9-22d5-4c0a-9833-7fb0f5135313" providerId="ADAL" clId="{89E477C8-882C-4DDE-9C80-DFB373724EDC}" dt="2021-01-28T02:02:35.675" v="2287" actId="207"/>
        <pc:sldMkLst>
          <pc:docMk/>
          <pc:sldMk cId="2605664090" sldId="398"/>
        </pc:sldMkLst>
        <pc:spChg chg="mod">
          <ac:chgData name="鈴木 秀規" userId="f68c5fd9-22d5-4c0a-9833-7fb0f5135313" providerId="ADAL" clId="{89E477C8-882C-4DDE-9C80-DFB373724EDC}" dt="2021-01-28T02:01:31.436" v="2270"/>
          <ac:spMkLst>
            <pc:docMk/>
            <pc:sldMk cId="2605664090" sldId="398"/>
            <ac:spMk id="3" creationId="{78B4367A-64A1-492A-B18C-D09C932BF69B}"/>
          </ac:spMkLst>
        </pc:spChg>
        <pc:spChg chg="mod">
          <ac:chgData name="鈴木 秀規" userId="f68c5fd9-22d5-4c0a-9833-7fb0f5135313" providerId="ADAL" clId="{89E477C8-882C-4DDE-9C80-DFB373724EDC}" dt="2021-01-28T02:02:35.675" v="2287" actId="207"/>
          <ac:spMkLst>
            <pc:docMk/>
            <pc:sldMk cId="2605664090" sldId="398"/>
            <ac:spMk id="5" creationId="{D284CBBB-36B3-4B07-9CE4-EE6DC6F77D8D}"/>
          </ac:spMkLst>
        </pc:spChg>
      </pc:sldChg>
      <pc:sldChg chg="modSp new mod">
        <pc:chgData name="鈴木 秀規" userId="f68c5fd9-22d5-4c0a-9833-7fb0f5135313" providerId="ADAL" clId="{89E477C8-882C-4DDE-9C80-DFB373724EDC}" dt="2021-01-28T02:04:03.219" v="2314" actId="207"/>
        <pc:sldMkLst>
          <pc:docMk/>
          <pc:sldMk cId="4011058669" sldId="399"/>
        </pc:sldMkLst>
        <pc:spChg chg="mod">
          <ac:chgData name="鈴木 秀規" userId="f68c5fd9-22d5-4c0a-9833-7fb0f5135313" providerId="ADAL" clId="{89E477C8-882C-4DDE-9C80-DFB373724EDC}" dt="2021-01-28T02:02:49.028" v="2289"/>
          <ac:spMkLst>
            <pc:docMk/>
            <pc:sldMk cId="4011058669" sldId="399"/>
            <ac:spMk id="3" creationId="{08517A0E-85D8-4EB8-B244-3757D421D29B}"/>
          </ac:spMkLst>
        </pc:spChg>
        <pc:spChg chg="mod">
          <ac:chgData name="鈴木 秀規" userId="f68c5fd9-22d5-4c0a-9833-7fb0f5135313" providerId="ADAL" clId="{89E477C8-882C-4DDE-9C80-DFB373724EDC}" dt="2021-01-28T02:04:03.219" v="2314" actId="207"/>
          <ac:spMkLst>
            <pc:docMk/>
            <pc:sldMk cId="4011058669" sldId="399"/>
            <ac:spMk id="5" creationId="{1514E438-FF84-4C11-BF31-69CCBAA4A88B}"/>
          </ac:spMkLst>
        </pc:spChg>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鈴木 秀規" userId="f68c5fd9-22d5-4c0a-9833-7fb0f5135313" providerId="ADAL" clId="{E853165E-E035-4511-B5B4-308A168A0417}"/>
    <pc:docChg chg="undo custSel addSld delSld modSld sldOrd">
      <pc:chgData name="鈴木 秀規" userId="f68c5fd9-22d5-4c0a-9833-7fb0f5135313" providerId="ADAL" clId="{E853165E-E035-4511-B5B4-308A168A0417}" dt="2021-01-26T07:40:36.140" v="901" actId="207"/>
      <pc:docMkLst>
        <pc:docMk/>
      </pc:docMkLst>
      <pc:sldChg chg="modSp mod">
        <pc:chgData name="鈴木 秀規" userId="f68c5fd9-22d5-4c0a-9833-7fb0f5135313" providerId="ADAL" clId="{E853165E-E035-4511-B5B4-308A168A0417}" dt="2021-01-26T06:47:48.930" v="0"/>
        <pc:sldMkLst>
          <pc:docMk/>
          <pc:sldMk cId="0" sldId="256"/>
        </pc:sldMkLst>
        <pc:spChg chg="mod">
          <ac:chgData name="鈴木 秀規" userId="f68c5fd9-22d5-4c0a-9833-7fb0f5135313" providerId="ADAL" clId="{E853165E-E035-4511-B5B4-308A168A0417}" dt="2021-01-26T06:47:48.930" v="0"/>
          <ac:spMkLst>
            <pc:docMk/>
            <pc:sldMk cId="0" sldId="256"/>
            <ac:spMk id="56" creationId="{00000000-0000-0000-0000-000000000000}"/>
          </ac:spMkLst>
        </pc:spChg>
      </pc:sldChg>
      <pc:sldChg chg="modSp mod">
        <pc:chgData name="鈴木 秀規" userId="f68c5fd9-22d5-4c0a-9833-7fb0f5135313" providerId="ADAL" clId="{E853165E-E035-4511-B5B4-308A168A0417}" dt="2021-01-26T06:49:05.682" v="12" actId="207"/>
        <pc:sldMkLst>
          <pc:docMk/>
          <pc:sldMk cId="1859091905" sldId="362"/>
        </pc:sldMkLst>
        <pc:spChg chg="mod">
          <ac:chgData name="鈴木 秀規" userId="f68c5fd9-22d5-4c0a-9833-7fb0f5135313" providerId="ADAL" clId="{E853165E-E035-4511-B5B4-308A168A0417}" dt="2021-01-26T06:48:04.540" v="1"/>
          <ac:spMkLst>
            <pc:docMk/>
            <pc:sldMk cId="1859091905" sldId="362"/>
            <ac:spMk id="7" creationId="{58177CF6-E256-4D88-B489-5F2EFF09AC4C}"/>
          </ac:spMkLst>
        </pc:spChg>
        <pc:spChg chg="mod">
          <ac:chgData name="鈴木 秀規" userId="f68c5fd9-22d5-4c0a-9833-7fb0f5135313" providerId="ADAL" clId="{E853165E-E035-4511-B5B4-308A168A0417}" dt="2021-01-26T06:49:05.682" v="12" actId="207"/>
          <ac:spMkLst>
            <pc:docMk/>
            <pc:sldMk cId="1859091905" sldId="362"/>
            <ac:spMk id="8" creationId="{C57C43D1-E1C5-418D-A114-931FDA96CE3D}"/>
          </ac:spMkLst>
        </pc:spChg>
      </pc:sldChg>
      <pc:sldChg chg="addSp modSp new mod">
        <pc:chgData name="鈴木 秀規" userId="f68c5fd9-22d5-4c0a-9833-7fb0f5135313" providerId="ADAL" clId="{E853165E-E035-4511-B5B4-308A168A0417}" dt="2021-01-26T06:50:48.508" v="56" actId="12385"/>
        <pc:sldMkLst>
          <pc:docMk/>
          <pc:sldMk cId="793301096" sldId="363"/>
        </pc:sldMkLst>
        <pc:spChg chg="mod">
          <ac:chgData name="鈴木 秀規" userId="f68c5fd9-22d5-4c0a-9833-7fb0f5135313" providerId="ADAL" clId="{E853165E-E035-4511-B5B4-308A168A0417}" dt="2021-01-26T06:49:57.100" v="41" actId="20577"/>
          <ac:spMkLst>
            <pc:docMk/>
            <pc:sldMk cId="793301096" sldId="363"/>
            <ac:spMk id="3" creationId="{CAEF03B5-8A80-40F1-B6F3-91A3C874CB8C}"/>
          </ac:spMkLst>
        </pc:spChg>
        <pc:spChg chg="mod">
          <ac:chgData name="鈴木 秀規" userId="f68c5fd9-22d5-4c0a-9833-7fb0f5135313" providerId="ADAL" clId="{E853165E-E035-4511-B5B4-308A168A0417}" dt="2021-01-26T06:50:08.482" v="43" actId="14100"/>
          <ac:spMkLst>
            <pc:docMk/>
            <pc:sldMk cId="793301096" sldId="363"/>
            <ac:spMk id="5" creationId="{3C545612-3038-40B1-A295-2CFF199741DE}"/>
          </ac:spMkLst>
        </pc:spChg>
        <pc:graphicFrameChg chg="add mod modGraphic">
          <ac:chgData name="鈴木 秀規" userId="f68c5fd9-22d5-4c0a-9833-7fb0f5135313" providerId="ADAL" clId="{E853165E-E035-4511-B5B4-308A168A0417}" dt="2021-01-26T06:50:48.508" v="56" actId="12385"/>
          <ac:graphicFrameMkLst>
            <pc:docMk/>
            <pc:sldMk cId="793301096" sldId="363"/>
            <ac:graphicFrameMk id="6" creationId="{5E38C811-DE1D-4334-A5BC-95985E1285ED}"/>
          </ac:graphicFrameMkLst>
        </pc:graphicFrameChg>
      </pc:sldChg>
      <pc:sldChg chg="del">
        <pc:chgData name="鈴木 秀規" userId="f68c5fd9-22d5-4c0a-9833-7fb0f5135313" providerId="ADAL" clId="{E853165E-E035-4511-B5B4-308A168A0417}" dt="2021-01-26T06:49:23.924" v="13" actId="2696"/>
        <pc:sldMkLst>
          <pc:docMk/>
          <pc:sldMk cId="3069677134" sldId="363"/>
        </pc:sldMkLst>
      </pc:sldChg>
      <pc:sldChg chg="addSp modSp new mod">
        <pc:chgData name="鈴木 秀規" userId="f68c5fd9-22d5-4c0a-9833-7fb0f5135313" providerId="ADAL" clId="{E853165E-E035-4511-B5B4-308A168A0417}" dt="2021-01-26T06:53:45.356" v="106" actId="207"/>
        <pc:sldMkLst>
          <pc:docMk/>
          <pc:sldMk cId="7953356" sldId="364"/>
        </pc:sldMkLst>
        <pc:spChg chg="mod">
          <ac:chgData name="鈴木 秀規" userId="f68c5fd9-22d5-4c0a-9833-7fb0f5135313" providerId="ADAL" clId="{E853165E-E035-4511-B5B4-308A168A0417}" dt="2021-01-26T06:51:32.794" v="58"/>
          <ac:spMkLst>
            <pc:docMk/>
            <pc:sldMk cId="7953356" sldId="364"/>
            <ac:spMk id="3" creationId="{BD59F02B-7C32-4210-BA64-A90F6DDDDA21}"/>
          </ac:spMkLst>
        </pc:spChg>
        <pc:spChg chg="mod">
          <ac:chgData name="鈴木 秀規" userId="f68c5fd9-22d5-4c0a-9833-7fb0f5135313" providerId="ADAL" clId="{E853165E-E035-4511-B5B4-308A168A0417}" dt="2021-01-26T06:52:04.128" v="66" actId="207"/>
          <ac:spMkLst>
            <pc:docMk/>
            <pc:sldMk cId="7953356" sldId="364"/>
            <ac:spMk id="5" creationId="{B4FD4BC4-80F7-45E9-873C-F05FA4D90E7F}"/>
          </ac:spMkLst>
        </pc:spChg>
        <pc:spChg chg="add mod">
          <ac:chgData name="鈴木 秀規" userId="f68c5fd9-22d5-4c0a-9833-7fb0f5135313" providerId="ADAL" clId="{E853165E-E035-4511-B5B4-308A168A0417}" dt="2021-01-26T06:52:55.530" v="95" actId="14100"/>
          <ac:spMkLst>
            <pc:docMk/>
            <pc:sldMk cId="7953356" sldId="364"/>
            <ac:spMk id="6" creationId="{D3DA8777-804A-47C3-9725-557A2585CDBC}"/>
          </ac:spMkLst>
        </pc:spChg>
        <pc:spChg chg="add mod">
          <ac:chgData name="鈴木 秀規" userId="f68c5fd9-22d5-4c0a-9833-7fb0f5135313" providerId="ADAL" clId="{E853165E-E035-4511-B5B4-308A168A0417}" dt="2021-01-26T06:53:13.991" v="98" actId="14100"/>
          <ac:spMkLst>
            <pc:docMk/>
            <pc:sldMk cId="7953356" sldId="364"/>
            <ac:spMk id="7" creationId="{3FEB2926-C905-4FA8-B450-B619224DA1C1}"/>
          </ac:spMkLst>
        </pc:spChg>
        <pc:spChg chg="add mod">
          <ac:chgData name="鈴木 秀規" userId="f68c5fd9-22d5-4c0a-9833-7fb0f5135313" providerId="ADAL" clId="{E853165E-E035-4511-B5B4-308A168A0417}" dt="2021-01-26T06:53:45.356" v="106" actId="207"/>
          <ac:spMkLst>
            <pc:docMk/>
            <pc:sldMk cId="7953356" sldId="364"/>
            <ac:spMk id="8" creationId="{6A367164-A928-4A01-943C-55D34E06BEB2}"/>
          </ac:spMkLst>
        </pc:spChg>
      </pc:sldChg>
      <pc:sldChg chg="del">
        <pc:chgData name="鈴木 秀規" userId="f68c5fd9-22d5-4c0a-9833-7fb0f5135313" providerId="ADAL" clId="{E853165E-E035-4511-B5B4-308A168A0417}" dt="2021-01-26T06:49:23.924" v="13" actId="2696"/>
        <pc:sldMkLst>
          <pc:docMk/>
          <pc:sldMk cId="2175104273" sldId="364"/>
        </pc:sldMkLst>
      </pc:sldChg>
      <pc:sldChg chg="addSp delSp modSp new mod">
        <pc:chgData name="鈴木 秀規" userId="f68c5fd9-22d5-4c0a-9833-7fb0f5135313" providerId="ADAL" clId="{E853165E-E035-4511-B5B4-308A168A0417}" dt="2021-01-26T06:56:32.270" v="142" actId="207"/>
        <pc:sldMkLst>
          <pc:docMk/>
          <pc:sldMk cId="761714059" sldId="365"/>
        </pc:sldMkLst>
        <pc:spChg chg="mod">
          <ac:chgData name="鈴木 秀規" userId="f68c5fd9-22d5-4c0a-9833-7fb0f5135313" providerId="ADAL" clId="{E853165E-E035-4511-B5B4-308A168A0417}" dt="2021-01-26T06:53:58.034" v="108"/>
          <ac:spMkLst>
            <pc:docMk/>
            <pc:sldMk cId="761714059" sldId="365"/>
            <ac:spMk id="3" creationId="{3733A05E-9BA9-4926-9517-67B8A0E150D6}"/>
          </ac:spMkLst>
        </pc:spChg>
        <pc:spChg chg="mod">
          <ac:chgData name="鈴木 秀規" userId="f68c5fd9-22d5-4c0a-9833-7fb0f5135313" providerId="ADAL" clId="{E853165E-E035-4511-B5B4-308A168A0417}" dt="2021-01-26T06:54:20.720" v="112" actId="14100"/>
          <ac:spMkLst>
            <pc:docMk/>
            <pc:sldMk cId="761714059" sldId="365"/>
            <ac:spMk id="5" creationId="{E96A51FE-B42A-4EE4-A9DA-EEAF06618A1F}"/>
          </ac:spMkLst>
        </pc:spChg>
        <pc:spChg chg="add del">
          <ac:chgData name="鈴木 秀規" userId="f68c5fd9-22d5-4c0a-9833-7fb0f5135313" providerId="ADAL" clId="{E853165E-E035-4511-B5B4-308A168A0417}" dt="2021-01-26T06:54:35.192" v="114" actId="22"/>
          <ac:spMkLst>
            <pc:docMk/>
            <pc:sldMk cId="761714059" sldId="365"/>
            <ac:spMk id="7" creationId="{64B6B4F5-BFC6-4B7A-AE6A-58D1D989F876}"/>
          </ac:spMkLst>
        </pc:spChg>
        <pc:spChg chg="add mod">
          <ac:chgData name="鈴木 秀規" userId="f68c5fd9-22d5-4c0a-9833-7fb0f5135313" providerId="ADAL" clId="{E853165E-E035-4511-B5B4-308A168A0417}" dt="2021-01-26T06:56:32.270" v="142" actId="207"/>
          <ac:spMkLst>
            <pc:docMk/>
            <pc:sldMk cId="761714059" sldId="365"/>
            <ac:spMk id="9" creationId="{8A048620-FC94-4515-9BB9-AFAA97223774}"/>
          </ac:spMkLst>
        </pc:spChg>
        <pc:graphicFrameChg chg="add mod modGraphic">
          <ac:chgData name="鈴木 秀規" userId="f68c5fd9-22d5-4c0a-9833-7fb0f5135313" providerId="ADAL" clId="{E853165E-E035-4511-B5B4-308A168A0417}" dt="2021-01-26T06:55:55.576" v="132" actId="313"/>
          <ac:graphicFrameMkLst>
            <pc:docMk/>
            <pc:sldMk cId="761714059" sldId="365"/>
            <ac:graphicFrameMk id="8" creationId="{24A77B15-E2C0-47AB-8182-DE4F73A9C347}"/>
          </ac:graphicFrameMkLst>
        </pc:graphicFrameChg>
      </pc:sldChg>
      <pc:sldChg chg="del">
        <pc:chgData name="鈴木 秀規" userId="f68c5fd9-22d5-4c0a-9833-7fb0f5135313" providerId="ADAL" clId="{E853165E-E035-4511-B5B4-308A168A0417}" dt="2021-01-26T06:49:23.924" v="13" actId="2696"/>
        <pc:sldMkLst>
          <pc:docMk/>
          <pc:sldMk cId="1672930496" sldId="365"/>
        </pc:sldMkLst>
      </pc:sldChg>
      <pc:sldChg chg="modSp new mod">
        <pc:chgData name="鈴木 秀規" userId="f68c5fd9-22d5-4c0a-9833-7fb0f5135313" providerId="ADAL" clId="{E853165E-E035-4511-B5B4-308A168A0417}" dt="2021-01-26T06:57:55.540" v="162" actId="20577"/>
        <pc:sldMkLst>
          <pc:docMk/>
          <pc:sldMk cId="680852098" sldId="366"/>
        </pc:sldMkLst>
        <pc:spChg chg="mod">
          <ac:chgData name="鈴木 秀規" userId="f68c5fd9-22d5-4c0a-9833-7fb0f5135313" providerId="ADAL" clId="{E853165E-E035-4511-B5B4-308A168A0417}" dt="2021-01-26T06:56:49.451" v="144"/>
          <ac:spMkLst>
            <pc:docMk/>
            <pc:sldMk cId="680852098" sldId="366"/>
            <ac:spMk id="3" creationId="{FADC6B5B-32D8-4456-8CAF-77166E55C7D9}"/>
          </ac:spMkLst>
        </pc:spChg>
        <pc:spChg chg="mod">
          <ac:chgData name="鈴木 秀規" userId="f68c5fd9-22d5-4c0a-9833-7fb0f5135313" providerId="ADAL" clId="{E853165E-E035-4511-B5B4-308A168A0417}" dt="2021-01-26T06:57:55.540" v="162" actId="20577"/>
          <ac:spMkLst>
            <pc:docMk/>
            <pc:sldMk cId="680852098" sldId="366"/>
            <ac:spMk id="5" creationId="{AF203247-FDC5-4142-A6A8-9F290121F747}"/>
          </ac:spMkLst>
        </pc:spChg>
      </pc:sldChg>
      <pc:sldChg chg="del">
        <pc:chgData name="鈴木 秀規" userId="f68c5fd9-22d5-4c0a-9833-7fb0f5135313" providerId="ADAL" clId="{E853165E-E035-4511-B5B4-308A168A0417}" dt="2021-01-26T06:49:23.924" v="13" actId="2696"/>
        <pc:sldMkLst>
          <pc:docMk/>
          <pc:sldMk cId="3813337944" sldId="366"/>
        </pc:sldMkLst>
      </pc:sldChg>
      <pc:sldChg chg="del">
        <pc:chgData name="鈴木 秀規" userId="f68c5fd9-22d5-4c0a-9833-7fb0f5135313" providerId="ADAL" clId="{E853165E-E035-4511-B5B4-308A168A0417}" dt="2021-01-26T06:49:23.924" v="13" actId="2696"/>
        <pc:sldMkLst>
          <pc:docMk/>
          <pc:sldMk cId="926421663" sldId="367"/>
        </pc:sldMkLst>
      </pc:sldChg>
      <pc:sldChg chg="modSp new mod">
        <pc:chgData name="鈴木 秀規" userId="f68c5fd9-22d5-4c0a-9833-7fb0f5135313" providerId="ADAL" clId="{E853165E-E035-4511-B5B4-308A168A0417}" dt="2021-01-26T06:58:36.452" v="173" actId="207"/>
        <pc:sldMkLst>
          <pc:docMk/>
          <pc:sldMk cId="4223884688" sldId="367"/>
        </pc:sldMkLst>
        <pc:spChg chg="mod">
          <ac:chgData name="鈴木 秀規" userId="f68c5fd9-22d5-4c0a-9833-7fb0f5135313" providerId="ADAL" clId="{E853165E-E035-4511-B5B4-308A168A0417}" dt="2021-01-26T06:58:09.020" v="164"/>
          <ac:spMkLst>
            <pc:docMk/>
            <pc:sldMk cId="4223884688" sldId="367"/>
            <ac:spMk id="3" creationId="{4D44382D-F420-4DA2-97ED-86AF4EE00219}"/>
          </ac:spMkLst>
        </pc:spChg>
        <pc:spChg chg="mod">
          <ac:chgData name="鈴木 秀規" userId="f68c5fd9-22d5-4c0a-9833-7fb0f5135313" providerId="ADAL" clId="{E853165E-E035-4511-B5B4-308A168A0417}" dt="2021-01-26T06:58:36.452" v="173" actId="207"/>
          <ac:spMkLst>
            <pc:docMk/>
            <pc:sldMk cId="4223884688" sldId="367"/>
            <ac:spMk id="5" creationId="{671AB20C-6279-46AD-9F80-21F317F80AA7}"/>
          </ac:spMkLst>
        </pc:spChg>
      </pc:sldChg>
      <pc:sldChg chg="addSp modSp new mod">
        <pc:chgData name="鈴木 秀規" userId="f68c5fd9-22d5-4c0a-9833-7fb0f5135313" providerId="ADAL" clId="{E853165E-E035-4511-B5B4-308A168A0417}" dt="2021-01-26T07:00:37.342" v="193" actId="20577"/>
        <pc:sldMkLst>
          <pc:docMk/>
          <pc:sldMk cId="1322122799" sldId="368"/>
        </pc:sldMkLst>
        <pc:spChg chg="mod">
          <ac:chgData name="鈴木 秀規" userId="f68c5fd9-22d5-4c0a-9833-7fb0f5135313" providerId="ADAL" clId="{E853165E-E035-4511-B5B4-308A168A0417}" dt="2021-01-26T06:58:54.688" v="175"/>
          <ac:spMkLst>
            <pc:docMk/>
            <pc:sldMk cId="1322122799" sldId="368"/>
            <ac:spMk id="3" creationId="{89C63CE1-B4C7-4E52-9D4C-89FC8C97920A}"/>
          </ac:spMkLst>
        </pc:spChg>
        <pc:spChg chg="mod">
          <ac:chgData name="鈴木 秀規" userId="f68c5fd9-22d5-4c0a-9833-7fb0f5135313" providerId="ADAL" clId="{E853165E-E035-4511-B5B4-308A168A0417}" dt="2021-01-26T06:59:05.901" v="179" actId="14100"/>
          <ac:spMkLst>
            <pc:docMk/>
            <pc:sldMk cId="1322122799" sldId="368"/>
            <ac:spMk id="5" creationId="{77F3E9FD-1612-4B26-AF75-B3654AA72AE3}"/>
          </ac:spMkLst>
        </pc:spChg>
        <pc:spChg chg="add mod">
          <ac:chgData name="鈴木 秀規" userId="f68c5fd9-22d5-4c0a-9833-7fb0f5135313" providerId="ADAL" clId="{E853165E-E035-4511-B5B4-308A168A0417}" dt="2021-01-26T07:00:37.342" v="193" actId="20577"/>
          <ac:spMkLst>
            <pc:docMk/>
            <pc:sldMk cId="1322122799" sldId="368"/>
            <ac:spMk id="7" creationId="{C343A5EB-2A4E-49AD-9B0E-AA7D5DED592C}"/>
          </ac:spMkLst>
        </pc:spChg>
        <pc:graphicFrameChg chg="add mod modGraphic">
          <ac:chgData name="鈴木 秀規" userId="f68c5fd9-22d5-4c0a-9833-7fb0f5135313" providerId="ADAL" clId="{E853165E-E035-4511-B5B4-308A168A0417}" dt="2021-01-26T06:59:38.318" v="186" actId="12385"/>
          <ac:graphicFrameMkLst>
            <pc:docMk/>
            <pc:sldMk cId="1322122799" sldId="368"/>
            <ac:graphicFrameMk id="6" creationId="{66BCC900-1F2F-43EB-97AE-71D9DFF52AF4}"/>
          </ac:graphicFrameMkLst>
        </pc:graphicFrameChg>
      </pc:sldChg>
      <pc:sldChg chg="del">
        <pc:chgData name="鈴木 秀規" userId="f68c5fd9-22d5-4c0a-9833-7fb0f5135313" providerId="ADAL" clId="{E853165E-E035-4511-B5B4-308A168A0417}" dt="2021-01-26T06:49:23.924" v="13" actId="2696"/>
        <pc:sldMkLst>
          <pc:docMk/>
          <pc:sldMk cId="1591258520" sldId="368"/>
        </pc:sldMkLst>
      </pc:sldChg>
      <pc:sldChg chg="addSp modSp new mod">
        <pc:chgData name="鈴木 秀規" userId="f68c5fd9-22d5-4c0a-9833-7fb0f5135313" providerId="ADAL" clId="{E853165E-E035-4511-B5B4-308A168A0417}" dt="2021-01-26T07:09:00.463" v="507" actId="1076"/>
        <pc:sldMkLst>
          <pc:docMk/>
          <pc:sldMk cId="315703525" sldId="369"/>
        </pc:sldMkLst>
        <pc:spChg chg="mod">
          <ac:chgData name="鈴木 秀規" userId="f68c5fd9-22d5-4c0a-9833-7fb0f5135313" providerId="ADAL" clId="{E853165E-E035-4511-B5B4-308A168A0417}" dt="2021-01-26T07:00:51.742" v="195"/>
          <ac:spMkLst>
            <pc:docMk/>
            <pc:sldMk cId="315703525" sldId="369"/>
            <ac:spMk id="3" creationId="{3579D21D-214D-4555-8975-F5BB54400AC7}"/>
          </ac:spMkLst>
        </pc:spChg>
        <pc:spChg chg="mod">
          <ac:chgData name="鈴木 秀規" userId="f68c5fd9-22d5-4c0a-9833-7fb0f5135313" providerId="ADAL" clId="{E853165E-E035-4511-B5B4-308A168A0417}" dt="2021-01-26T07:01:02.441" v="199" actId="14100"/>
          <ac:spMkLst>
            <pc:docMk/>
            <pc:sldMk cId="315703525" sldId="369"/>
            <ac:spMk id="5" creationId="{D163C203-11FA-4A78-BFC9-15A479C92BB8}"/>
          </ac:spMkLst>
        </pc:spChg>
        <pc:spChg chg="add mod">
          <ac:chgData name="鈴木 秀規" userId="f68c5fd9-22d5-4c0a-9833-7fb0f5135313" providerId="ADAL" clId="{E853165E-E035-4511-B5B4-308A168A0417}" dt="2021-01-26T07:03:44.599" v="264" actId="14100"/>
          <ac:spMkLst>
            <pc:docMk/>
            <pc:sldMk cId="315703525" sldId="369"/>
            <ac:spMk id="7" creationId="{FFE3FAC7-5395-4AAF-ABA2-9B7509B04D4D}"/>
          </ac:spMkLst>
        </pc:spChg>
        <pc:spChg chg="add mod">
          <ac:chgData name="鈴木 秀規" userId="f68c5fd9-22d5-4c0a-9833-7fb0f5135313" providerId="ADAL" clId="{E853165E-E035-4511-B5B4-308A168A0417}" dt="2021-01-26T07:08:14.331" v="500" actId="1076"/>
          <ac:spMkLst>
            <pc:docMk/>
            <pc:sldMk cId="315703525" sldId="369"/>
            <ac:spMk id="9" creationId="{6D5056E3-2F58-4B23-BB19-5CEAC7EB4FB7}"/>
          </ac:spMkLst>
        </pc:spChg>
        <pc:spChg chg="add mod">
          <ac:chgData name="鈴木 秀規" userId="f68c5fd9-22d5-4c0a-9833-7fb0f5135313" providerId="ADAL" clId="{E853165E-E035-4511-B5B4-308A168A0417}" dt="2021-01-26T07:08:16.235" v="501" actId="571"/>
          <ac:spMkLst>
            <pc:docMk/>
            <pc:sldMk cId="315703525" sldId="369"/>
            <ac:spMk id="10" creationId="{04909C17-CFB9-4D4C-9AC6-0A3C971DE333}"/>
          </ac:spMkLst>
        </pc:spChg>
        <pc:spChg chg="add mod">
          <ac:chgData name="鈴木 秀規" userId="f68c5fd9-22d5-4c0a-9833-7fb0f5135313" providerId="ADAL" clId="{E853165E-E035-4511-B5B4-308A168A0417}" dt="2021-01-26T07:08:25.768" v="502" actId="571"/>
          <ac:spMkLst>
            <pc:docMk/>
            <pc:sldMk cId="315703525" sldId="369"/>
            <ac:spMk id="11" creationId="{59DE6BC7-E6E4-423A-BB58-C78E0EE07548}"/>
          </ac:spMkLst>
        </pc:spChg>
        <pc:spChg chg="add mod">
          <ac:chgData name="鈴木 秀規" userId="f68c5fd9-22d5-4c0a-9833-7fb0f5135313" providerId="ADAL" clId="{E853165E-E035-4511-B5B4-308A168A0417}" dt="2021-01-26T07:08:25.768" v="502" actId="571"/>
          <ac:spMkLst>
            <pc:docMk/>
            <pc:sldMk cId="315703525" sldId="369"/>
            <ac:spMk id="12" creationId="{8ADCFC81-F201-4182-9877-E88678F91386}"/>
          </ac:spMkLst>
        </pc:spChg>
        <pc:spChg chg="add mod">
          <ac:chgData name="鈴木 秀規" userId="f68c5fd9-22d5-4c0a-9833-7fb0f5135313" providerId="ADAL" clId="{E853165E-E035-4511-B5B4-308A168A0417}" dt="2021-01-26T07:09:00.463" v="507" actId="1076"/>
          <ac:spMkLst>
            <pc:docMk/>
            <pc:sldMk cId="315703525" sldId="369"/>
            <ac:spMk id="13" creationId="{7FC3877A-4C79-40D9-956C-E51FFDD02FB7}"/>
          </ac:spMkLst>
        </pc:spChg>
        <pc:graphicFrameChg chg="add mod modGraphic">
          <ac:chgData name="鈴木 秀規" userId="f68c5fd9-22d5-4c0a-9833-7fb0f5135313" providerId="ADAL" clId="{E853165E-E035-4511-B5B4-308A168A0417}" dt="2021-01-26T07:03:07.125" v="255" actId="1076"/>
          <ac:graphicFrameMkLst>
            <pc:docMk/>
            <pc:sldMk cId="315703525" sldId="369"/>
            <ac:graphicFrameMk id="6" creationId="{3FB337BA-FCC4-476F-851F-E9D142017ED6}"/>
          </ac:graphicFrameMkLst>
        </pc:graphicFrameChg>
        <pc:graphicFrameChg chg="add mod modGraphic">
          <ac:chgData name="鈴木 秀規" userId="f68c5fd9-22d5-4c0a-9833-7fb0f5135313" providerId="ADAL" clId="{E853165E-E035-4511-B5B4-308A168A0417}" dt="2021-01-26T07:07:46.065" v="495" actId="12385"/>
          <ac:graphicFrameMkLst>
            <pc:docMk/>
            <pc:sldMk cId="315703525" sldId="369"/>
            <ac:graphicFrameMk id="8" creationId="{49C03C2E-C2C3-4E43-A6AC-F47AF13EE8CD}"/>
          </ac:graphicFrameMkLst>
        </pc:graphicFrameChg>
      </pc:sldChg>
      <pc:sldChg chg="del">
        <pc:chgData name="鈴木 秀規" userId="f68c5fd9-22d5-4c0a-9833-7fb0f5135313" providerId="ADAL" clId="{E853165E-E035-4511-B5B4-308A168A0417}" dt="2021-01-26T06:49:23.924" v="13" actId="2696"/>
        <pc:sldMkLst>
          <pc:docMk/>
          <pc:sldMk cId="4005864456" sldId="369"/>
        </pc:sldMkLst>
      </pc:sldChg>
      <pc:sldChg chg="del">
        <pc:chgData name="鈴木 秀規" userId="f68c5fd9-22d5-4c0a-9833-7fb0f5135313" providerId="ADAL" clId="{E853165E-E035-4511-B5B4-308A168A0417}" dt="2021-01-26T06:49:23.924" v="13" actId="2696"/>
        <pc:sldMkLst>
          <pc:docMk/>
          <pc:sldMk cId="1111639589" sldId="370"/>
        </pc:sldMkLst>
      </pc:sldChg>
      <pc:sldChg chg="modSp new mod">
        <pc:chgData name="鈴木 秀規" userId="f68c5fd9-22d5-4c0a-9833-7fb0f5135313" providerId="ADAL" clId="{E853165E-E035-4511-B5B4-308A168A0417}" dt="2021-01-26T07:09:37.636" v="514" actId="207"/>
        <pc:sldMkLst>
          <pc:docMk/>
          <pc:sldMk cId="1918088230" sldId="370"/>
        </pc:sldMkLst>
        <pc:spChg chg="mod">
          <ac:chgData name="鈴木 秀規" userId="f68c5fd9-22d5-4c0a-9833-7fb0f5135313" providerId="ADAL" clId="{E853165E-E035-4511-B5B4-308A168A0417}" dt="2021-01-26T07:09:18.165" v="509"/>
          <ac:spMkLst>
            <pc:docMk/>
            <pc:sldMk cId="1918088230" sldId="370"/>
            <ac:spMk id="3" creationId="{64F1479F-1941-4D3E-9030-5EA412C6B32C}"/>
          </ac:spMkLst>
        </pc:spChg>
        <pc:spChg chg="mod">
          <ac:chgData name="鈴木 秀規" userId="f68c5fd9-22d5-4c0a-9833-7fb0f5135313" providerId="ADAL" clId="{E853165E-E035-4511-B5B4-308A168A0417}" dt="2021-01-26T07:09:37.636" v="514" actId="207"/>
          <ac:spMkLst>
            <pc:docMk/>
            <pc:sldMk cId="1918088230" sldId="370"/>
            <ac:spMk id="5" creationId="{BFCE6B65-8715-4522-A55C-2D7440524DC1}"/>
          </ac:spMkLst>
        </pc:spChg>
      </pc:sldChg>
      <pc:sldChg chg="del">
        <pc:chgData name="鈴木 秀規" userId="f68c5fd9-22d5-4c0a-9833-7fb0f5135313" providerId="ADAL" clId="{E853165E-E035-4511-B5B4-308A168A0417}" dt="2021-01-26T06:49:23.924" v="13" actId="2696"/>
        <pc:sldMkLst>
          <pc:docMk/>
          <pc:sldMk cId="1449548173" sldId="371"/>
        </pc:sldMkLst>
      </pc:sldChg>
      <pc:sldChg chg="addSp modSp new mod">
        <pc:chgData name="鈴木 秀規" userId="f68c5fd9-22d5-4c0a-9833-7fb0f5135313" providerId="ADAL" clId="{E853165E-E035-4511-B5B4-308A168A0417}" dt="2021-01-26T07:10:45.286" v="527" actId="6549"/>
        <pc:sldMkLst>
          <pc:docMk/>
          <pc:sldMk cId="1875641365" sldId="371"/>
        </pc:sldMkLst>
        <pc:spChg chg="mod">
          <ac:chgData name="鈴木 秀規" userId="f68c5fd9-22d5-4c0a-9833-7fb0f5135313" providerId="ADAL" clId="{E853165E-E035-4511-B5B4-308A168A0417}" dt="2021-01-26T07:09:52.646" v="516"/>
          <ac:spMkLst>
            <pc:docMk/>
            <pc:sldMk cId="1875641365" sldId="371"/>
            <ac:spMk id="3" creationId="{79199FA5-8FEC-4EF4-8FEB-C59D90C2228A}"/>
          </ac:spMkLst>
        </pc:spChg>
        <pc:spChg chg="mod">
          <ac:chgData name="鈴木 秀規" userId="f68c5fd9-22d5-4c0a-9833-7fb0f5135313" providerId="ADAL" clId="{E853165E-E035-4511-B5B4-308A168A0417}" dt="2021-01-26T07:10:06.341" v="519" actId="14100"/>
          <ac:spMkLst>
            <pc:docMk/>
            <pc:sldMk cId="1875641365" sldId="371"/>
            <ac:spMk id="5" creationId="{5DA25019-0660-4BDD-B55E-B5F9E8A5F8FA}"/>
          </ac:spMkLst>
        </pc:spChg>
        <pc:spChg chg="add mod">
          <ac:chgData name="鈴木 秀規" userId="f68c5fd9-22d5-4c0a-9833-7fb0f5135313" providerId="ADAL" clId="{E853165E-E035-4511-B5B4-308A168A0417}" dt="2021-01-26T07:10:45.286" v="527" actId="6549"/>
          <ac:spMkLst>
            <pc:docMk/>
            <pc:sldMk cId="1875641365" sldId="371"/>
            <ac:spMk id="7" creationId="{46B1B2EB-2B3A-4DC1-B80B-474661379F83}"/>
          </ac:spMkLst>
        </pc:spChg>
        <pc:graphicFrameChg chg="add mod modGraphic">
          <ac:chgData name="鈴木 秀規" userId="f68c5fd9-22d5-4c0a-9833-7fb0f5135313" providerId="ADAL" clId="{E853165E-E035-4511-B5B4-308A168A0417}" dt="2021-01-26T07:10:27.368" v="524" actId="12385"/>
          <ac:graphicFrameMkLst>
            <pc:docMk/>
            <pc:sldMk cId="1875641365" sldId="371"/>
            <ac:graphicFrameMk id="6" creationId="{DB6E5E4E-A296-4C66-AFBD-8AB7FFAEFF35}"/>
          </ac:graphicFrameMkLst>
        </pc:graphicFrameChg>
      </pc:sldChg>
      <pc:sldChg chg="del">
        <pc:chgData name="鈴木 秀規" userId="f68c5fd9-22d5-4c0a-9833-7fb0f5135313" providerId="ADAL" clId="{E853165E-E035-4511-B5B4-308A168A0417}" dt="2021-01-26T06:49:23.924" v="13" actId="2696"/>
        <pc:sldMkLst>
          <pc:docMk/>
          <pc:sldMk cId="944436562" sldId="372"/>
        </pc:sldMkLst>
      </pc:sldChg>
      <pc:sldChg chg="addSp modSp new mod">
        <pc:chgData name="鈴木 秀規" userId="f68c5fd9-22d5-4c0a-9833-7fb0f5135313" providerId="ADAL" clId="{E853165E-E035-4511-B5B4-308A168A0417}" dt="2021-01-26T07:16:30.417" v="558" actId="14100"/>
        <pc:sldMkLst>
          <pc:docMk/>
          <pc:sldMk cId="4147123060" sldId="372"/>
        </pc:sldMkLst>
        <pc:spChg chg="mod">
          <ac:chgData name="鈴木 秀規" userId="f68c5fd9-22d5-4c0a-9833-7fb0f5135313" providerId="ADAL" clId="{E853165E-E035-4511-B5B4-308A168A0417}" dt="2021-01-26T07:14:45.061" v="529"/>
          <ac:spMkLst>
            <pc:docMk/>
            <pc:sldMk cId="4147123060" sldId="372"/>
            <ac:spMk id="3" creationId="{2EA18155-BA30-4B8F-9456-D66423E4C71E}"/>
          </ac:spMkLst>
        </pc:spChg>
        <pc:spChg chg="mod">
          <ac:chgData name="鈴木 秀規" userId="f68c5fd9-22d5-4c0a-9833-7fb0f5135313" providerId="ADAL" clId="{E853165E-E035-4511-B5B4-308A168A0417}" dt="2021-01-26T07:15:11.190" v="545" actId="14100"/>
          <ac:spMkLst>
            <pc:docMk/>
            <pc:sldMk cId="4147123060" sldId="372"/>
            <ac:spMk id="5" creationId="{7F2EA038-8175-4307-8624-788489285D38}"/>
          </ac:spMkLst>
        </pc:spChg>
        <pc:spChg chg="add mod">
          <ac:chgData name="鈴木 秀規" userId="f68c5fd9-22d5-4c0a-9833-7fb0f5135313" providerId="ADAL" clId="{E853165E-E035-4511-B5B4-308A168A0417}" dt="2021-01-26T07:16:30.417" v="558" actId="14100"/>
          <ac:spMkLst>
            <pc:docMk/>
            <pc:sldMk cId="4147123060" sldId="372"/>
            <ac:spMk id="7" creationId="{7C184432-A4C0-43A0-9489-DFE4013BDC15}"/>
          </ac:spMkLst>
        </pc:spChg>
        <pc:graphicFrameChg chg="add mod modGraphic">
          <ac:chgData name="鈴木 秀規" userId="f68c5fd9-22d5-4c0a-9833-7fb0f5135313" providerId="ADAL" clId="{E853165E-E035-4511-B5B4-308A168A0417}" dt="2021-01-26T07:15:29.391" v="550" actId="12385"/>
          <ac:graphicFrameMkLst>
            <pc:docMk/>
            <pc:sldMk cId="4147123060" sldId="372"/>
            <ac:graphicFrameMk id="6" creationId="{8D427EB3-FACB-4063-B0DC-990726DCB991}"/>
          </ac:graphicFrameMkLst>
        </pc:graphicFrameChg>
      </pc:sldChg>
      <pc:sldChg chg="del">
        <pc:chgData name="鈴木 秀規" userId="f68c5fd9-22d5-4c0a-9833-7fb0f5135313" providerId="ADAL" clId="{E853165E-E035-4511-B5B4-308A168A0417}" dt="2021-01-26T06:49:23.924" v="13" actId="2696"/>
        <pc:sldMkLst>
          <pc:docMk/>
          <pc:sldMk cId="35644827" sldId="373"/>
        </pc:sldMkLst>
      </pc:sldChg>
      <pc:sldChg chg="modSp new mod">
        <pc:chgData name="鈴木 秀規" userId="f68c5fd9-22d5-4c0a-9833-7fb0f5135313" providerId="ADAL" clId="{E853165E-E035-4511-B5B4-308A168A0417}" dt="2021-01-26T07:17:03.116" v="569" actId="207"/>
        <pc:sldMkLst>
          <pc:docMk/>
          <pc:sldMk cId="310747956" sldId="373"/>
        </pc:sldMkLst>
        <pc:spChg chg="mod">
          <ac:chgData name="鈴木 秀規" userId="f68c5fd9-22d5-4c0a-9833-7fb0f5135313" providerId="ADAL" clId="{E853165E-E035-4511-B5B4-308A168A0417}" dt="2021-01-26T07:16:39.438" v="560"/>
          <ac:spMkLst>
            <pc:docMk/>
            <pc:sldMk cId="310747956" sldId="373"/>
            <ac:spMk id="3" creationId="{1D48062C-486F-4508-9019-5F8EBA5C15A4}"/>
          </ac:spMkLst>
        </pc:spChg>
        <pc:spChg chg="mod">
          <ac:chgData name="鈴木 秀規" userId="f68c5fd9-22d5-4c0a-9833-7fb0f5135313" providerId="ADAL" clId="{E853165E-E035-4511-B5B4-308A168A0417}" dt="2021-01-26T07:17:03.116" v="569" actId="207"/>
          <ac:spMkLst>
            <pc:docMk/>
            <pc:sldMk cId="310747956" sldId="373"/>
            <ac:spMk id="5" creationId="{A4750B68-70D9-4C99-AF60-82482FAB7F0A}"/>
          </ac:spMkLst>
        </pc:spChg>
      </pc:sldChg>
      <pc:sldChg chg="modSp new mod">
        <pc:chgData name="鈴木 秀規" userId="f68c5fd9-22d5-4c0a-9833-7fb0f5135313" providerId="ADAL" clId="{E853165E-E035-4511-B5B4-308A168A0417}" dt="2021-01-26T07:18:19.034" v="594" actId="207"/>
        <pc:sldMkLst>
          <pc:docMk/>
          <pc:sldMk cId="84034417" sldId="374"/>
        </pc:sldMkLst>
        <pc:spChg chg="mod">
          <ac:chgData name="鈴木 秀規" userId="f68c5fd9-22d5-4c0a-9833-7fb0f5135313" providerId="ADAL" clId="{E853165E-E035-4511-B5B4-308A168A0417}" dt="2021-01-26T07:17:12.938" v="571"/>
          <ac:spMkLst>
            <pc:docMk/>
            <pc:sldMk cId="84034417" sldId="374"/>
            <ac:spMk id="3" creationId="{E06B1000-9220-4D64-830A-7136494F2DBF}"/>
          </ac:spMkLst>
        </pc:spChg>
        <pc:spChg chg="mod">
          <ac:chgData name="鈴木 秀規" userId="f68c5fd9-22d5-4c0a-9833-7fb0f5135313" providerId="ADAL" clId="{E853165E-E035-4511-B5B4-308A168A0417}" dt="2021-01-26T07:18:19.034" v="594" actId="207"/>
          <ac:spMkLst>
            <pc:docMk/>
            <pc:sldMk cId="84034417" sldId="374"/>
            <ac:spMk id="5" creationId="{8AB3D740-2F1A-4FA4-AF46-FF8F852F0650}"/>
          </ac:spMkLst>
        </pc:spChg>
      </pc:sldChg>
      <pc:sldChg chg="del">
        <pc:chgData name="鈴木 秀規" userId="f68c5fd9-22d5-4c0a-9833-7fb0f5135313" providerId="ADAL" clId="{E853165E-E035-4511-B5B4-308A168A0417}" dt="2021-01-26T06:49:23.924" v="13" actId="2696"/>
        <pc:sldMkLst>
          <pc:docMk/>
          <pc:sldMk cId="3586215112" sldId="374"/>
        </pc:sldMkLst>
      </pc:sldChg>
      <pc:sldChg chg="del">
        <pc:chgData name="鈴木 秀規" userId="f68c5fd9-22d5-4c0a-9833-7fb0f5135313" providerId="ADAL" clId="{E853165E-E035-4511-B5B4-308A168A0417}" dt="2021-01-26T06:49:23.924" v="13" actId="2696"/>
        <pc:sldMkLst>
          <pc:docMk/>
          <pc:sldMk cId="3278431197" sldId="375"/>
        </pc:sldMkLst>
      </pc:sldChg>
      <pc:sldChg chg="modSp new mod">
        <pc:chgData name="鈴木 秀規" userId="f68c5fd9-22d5-4c0a-9833-7fb0f5135313" providerId="ADAL" clId="{E853165E-E035-4511-B5B4-308A168A0417}" dt="2021-01-26T07:19:41.168" v="628" actId="207"/>
        <pc:sldMkLst>
          <pc:docMk/>
          <pc:sldMk cId="4133178376" sldId="375"/>
        </pc:sldMkLst>
        <pc:spChg chg="mod">
          <ac:chgData name="鈴木 秀規" userId="f68c5fd9-22d5-4c0a-9833-7fb0f5135313" providerId="ADAL" clId="{E853165E-E035-4511-B5B4-308A168A0417}" dt="2021-01-26T07:18:35.603" v="596"/>
          <ac:spMkLst>
            <pc:docMk/>
            <pc:sldMk cId="4133178376" sldId="375"/>
            <ac:spMk id="3" creationId="{746B367E-1769-43F6-B709-9DC962BCAD84}"/>
          </ac:spMkLst>
        </pc:spChg>
        <pc:spChg chg="mod">
          <ac:chgData name="鈴木 秀規" userId="f68c5fd9-22d5-4c0a-9833-7fb0f5135313" providerId="ADAL" clId="{E853165E-E035-4511-B5B4-308A168A0417}" dt="2021-01-26T07:19:41.168" v="628" actId="207"/>
          <ac:spMkLst>
            <pc:docMk/>
            <pc:sldMk cId="4133178376" sldId="375"/>
            <ac:spMk id="5" creationId="{7BD660E2-4B00-4845-95F2-9DBB4781CAE5}"/>
          </ac:spMkLst>
        </pc:spChg>
      </pc:sldChg>
      <pc:sldChg chg="del">
        <pc:chgData name="鈴木 秀規" userId="f68c5fd9-22d5-4c0a-9833-7fb0f5135313" providerId="ADAL" clId="{E853165E-E035-4511-B5B4-308A168A0417}" dt="2021-01-26T06:49:23.924" v="13" actId="2696"/>
        <pc:sldMkLst>
          <pc:docMk/>
          <pc:sldMk cId="3335697102" sldId="376"/>
        </pc:sldMkLst>
      </pc:sldChg>
      <pc:sldChg chg="modSp new mod">
        <pc:chgData name="鈴木 秀規" userId="f68c5fd9-22d5-4c0a-9833-7fb0f5135313" providerId="ADAL" clId="{E853165E-E035-4511-B5B4-308A168A0417}" dt="2021-01-26T07:21:48.714" v="658" actId="207"/>
        <pc:sldMkLst>
          <pc:docMk/>
          <pc:sldMk cId="3795804375" sldId="376"/>
        </pc:sldMkLst>
        <pc:spChg chg="mod">
          <ac:chgData name="鈴木 秀規" userId="f68c5fd9-22d5-4c0a-9833-7fb0f5135313" providerId="ADAL" clId="{E853165E-E035-4511-B5B4-308A168A0417}" dt="2021-01-26T07:20:07.699" v="630"/>
          <ac:spMkLst>
            <pc:docMk/>
            <pc:sldMk cId="3795804375" sldId="376"/>
            <ac:spMk id="3" creationId="{B507E0B6-C1E9-4F9D-8B09-1681C4D89919}"/>
          </ac:spMkLst>
        </pc:spChg>
        <pc:spChg chg="mod">
          <ac:chgData name="鈴木 秀規" userId="f68c5fd9-22d5-4c0a-9833-7fb0f5135313" providerId="ADAL" clId="{E853165E-E035-4511-B5B4-308A168A0417}" dt="2021-01-26T07:21:48.714" v="658" actId="207"/>
          <ac:spMkLst>
            <pc:docMk/>
            <pc:sldMk cId="3795804375" sldId="376"/>
            <ac:spMk id="5" creationId="{BE107BB1-F5D7-4713-A850-B3ACA63D2DE9}"/>
          </ac:spMkLst>
        </pc:spChg>
      </pc:sldChg>
      <pc:sldChg chg="del">
        <pc:chgData name="鈴木 秀規" userId="f68c5fd9-22d5-4c0a-9833-7fb0f5135313" providerId="ADAL" clId="{E853165E-E035-4511-B5B4-308A168A0417}" dt="2021-01-26T06:49:23.924" v="13" actId="2696"/>
        <pc:sldMkLst>
          <pc:docMk/>
          <pc:sldMk cId="1075370688" sldId="377"/>
        </pc:sldMkLst>
      </pc:sldChg>
      <pc:sldChg chg="modSp new mod">
        <pc:chgData name="鈴木 秀規" userId="f68c5fd9-22d5-4c0a-9833-7fb0f5135313" providerId="ADAL" clId="{E853165E-E035-4511-B5B4-308A168A0417}" dt="2021-01-26T07:24:00.081" v="677"/>
        <pc:sldMkLst>
          <pc:docMk/>
          <pc:sldMk cId="4201067025" sldId="377"/>
        </pc:sldMkLst>
        <pc:spChg chg="mod">
          <ac:chgData name="鈴木 秀規" userId="f68c5fd9-22d5-4c0a-9833-7fb0f5135313" providerId="ADAL" clId="{E853165E-E035-4511-B5B4-308A168A0417}" dt="2021-01-26T07:24:00.081" v="677"/>
          <ac:spMkLst>
            <pc:docMk/>
            <pc:sldMk cId="4201067025" sldId="377"/>
            <ac:spMk id="3" creationId="{0665AB20-5634-4D5D-BE5B-3E4D60E5D7CB}"/>
          </ac:spMkLst>
        </pc:spChg>
        <pc:spChg chg="mod">
          <ac:chgData name="鈴木 秀規" userId="f68c5fd9-22d5-4c0a-9833-7fb0f5135313" providerId="ADAL" clId="{E853165E-E035-4511-B5B4-308A168A0417}" dt="2021-01-26T07:23:42.653" v="676" actId="207"/>
          <ac:spMkLst>
            <pc:docMk/>
            <pc:sldMk cId="4201067025" sldId="377"/>
            <ac:spMk id="5" creationId="{63F330CA-F3E7-4D06-A9A4-0E49DCF88952}"/>
          </ac:spMkLst>
        </pc:spChg>
      </pc:sldChg>
      <pc:sldChg chg="modSp new mod">
        <pc:chgData name="鈴木 秀規" userId="f68c5fd9-22d5-4c0a-9833-7fb0f5135313" providerId="ADAL" clId="{E853165E-E035-4511-B5B4-308A168A0417}" dt="2021-01-26T07:25:50.648" v="716" actId="20577"/>
        <pc:sldMkLst>
          <pc:docMk/>
          <pc:sldMk cId="2170260322" sldId="378"/>
        </pc:sldMkLst>
        <pc:spChg chg="mod">
          <ac:chgData name="鈴木 秀規" userId="f68c5fd9-22d5-4c0a-9833-7fb0f5135313" providerId="ADAL" clId="{E853165E-E035-4511-B5B4-308A168A0417}" dt="2021-01-26T07:24:20.672" v="679"/>
          <ac:spMkLst>
            <pc:docMk/>
            <pc:sldMk cId="2170260322" sldId="378"/>
            <ac:spMk id="3" creationId="{0DA8AECB-9949-437E-B1D6-39595C07B0D8}"/>
          </ac:spMkLst>
        </pc:spChg>
        <pc:spChg chg="mod">
          <ac:chgData name="鈴木 秀規" userId="f68c5fd9-22d5-4c0a-9833-7fb0f5135313" providerId="ADAL" clId="{E853165E-E035-4511-B5B4-308A168A0417}" dt="2021-01-26T07:25:50.648" v="716" actId="20577"/>
          <ac:spMkLst>
            <pc:docMk/>
            <pc:sldMk cId="2170260322" sldId="378"/>
            <ac:spMk id="5" creationId="{4FDEE744-CA72-4937-ADAC-29EBAB9434D3}"/>
          </ac:spMkLst>
        </pc:spChg>
      </pc:sldChg>
      <pc:sldChg chg="del">
        <pc:chgData name="鈴木 秀規" userId="f68c5fd9-22d5-4c0a-9833-7fb0f5135313" providerId="ADAL" clId="{E853165E-E035-4511-B5B4-308A168A0417}" dt="2021-01-26T06:49:23.924" v="13" actId="2696"/>
        <pc:sldMkLst>
          <pc:docMk/>
          <pc:sldMk cId="2580646882" sldId="378"/>
        </pc:sldMkLst>
      </pc:sldChg>
      <pc:sldChg chg="del">
        <pc:chgData name="鈴木 秀規" userId="f68c5fd9-22d5-4c0a-9833-7fb0f5135313" providerId="ADAL" clId="{E853165E-E035-4511-B5B4-308A168A0417}" dt="2021-01-26T06:49:23.924" v="13" actId="2696"/>
        <pc:sldMkLst>
          <pc:docMk/>
          <pc:sldMk cId="3868544456" sldId="379"/>
        </pc:sldMkLst>
      </pc:sldChg>
      <pc:sldChg chg="modSp new mod">
        <pc:chgData name="鈴木 秀規" userId="f68c5fd9-22d5-4c0a-9833-7fb0f5135313" providerId="ADAL" clId="{E853165E-E035-4511-B5B4-308A168A0417}" dt="2021-01-26T07:27:23.533" v="740" actId="207"/>
        <pc:sldMkLst>
          <pc:docMk/>
          <pc:sldMk cId="4171248681" sldId="379"/>
        </pc:sldMkLst>
        <pc:spChg chg="mod">
          <ac:chgData name="鈴木 秀規" userId="f68c5fd9-22d5-4c0a-9833-7fb0f5135313" providerId="ADAL" clId="{E853165E-E035-4511-B5B4-308A168A0417}" dt="2021-01-26T07:26:07.408" v="718"/>
          <ac:spMkLst>
            <pc:docMk/>
            <pc:sldMk cId="4171248681" sldId="379"/>
            <ac:spMk id="3" creationId="{6AB4C576-1A20-40B6-9482-425697740EAC}"/>
          </ac:spMkLst>
        </pc:spChg>
        <pc:spChg chg="mod">
          <ac:chgData name="鈴木 秀規" userId="f68c5fd9-22d5-4c0a-9833-7fb0f5135313" providerId="ADAL" clId="{E853165E-E035-4511-B5B4-308A168A0417}" dt="2021-01-26T07:27:23.533" v="740" actId="207"/>
          <ac:spMkLst>
            <pc:docMk/>
            <pc:sldMk cId="4171248681" sldId="379"/>
            <ac:spMk id="5" creationId="{411E77CC-7B52-4ADF-9369-7EE2F4FF9FB4}"/>
          </ac:spMkLst>
        </pc:spChg>
      </pc:sldChg>
      <pc:sldChg chg="modSp new mod">
        <pc:chgData name="鈴木 秀規" userId="f68c5fd9-22d5-4c0a-9833-7fb0f5135313" providerId="ADAL" clId="{E853165E-E035-4511-B5B4-308A168A0417}" dt="2021-01-26T07:30:14.987" v="775" actId="207"/>
        <pc:sldMkLst>
          <pc:docMk/>
          <pc:sldMk cId="1003752797" sldId="380"/>
        </pc:sldMkLst>
        <pc:spChg chg="mod">
          <ac:chgData name="鈴木 秀規" userId="f68c5fd9-22d5-4c0a-9833-7fb0f5135313" providerId="ADAL" clId="{E853165E-E035-4511-B5B4-308A168A0417}" dt="2021-01-26T07:27:37.948" v="742"/>
          <ac:spMkLst>
            <pc:docMk/>
            <pc:sldMk cId="1003752797" sldId="380"/>
            <ac:spMk id="3" creationId="{3DD7817D-51CC-4908-AFA3-B8716B0E7C8D}"/>
          </ac:spMkLst>
        </pc:spChg>
        <pc:spChg chg="mod">
          <ac:chgData name="鈴木 秀規" userId="f68c5fd9-22d5-4c0a-9833-7fb0f5135313" providerId="ADAL" clId="{E853165E-E035-4511-B5B4-308A168A0417}" dt="2021-01-26T07:30:14.987" v="775" actId="207"/>
          <ac:spMkLst>
            <pc:docMk/>
            <pc:sldMk cId="1003752797" sldId="380"/>
            <ac:spMk id="5" creationId="{A04F5A0A-D700-4503-AA4B-9F9FF34EA903}"/>
          </ac:spMkLst>
        </pc:spChg>
      </pc:sldChg>
      <pc:sldChg chg="del">
        <pc:chgData name="鈴木 秀規" userId="f68c5fd9-22d5-4c0a-9833-7fb0f5135313" providerId="ADAL" clId="{E853165E-E035-4511-B5B4-308A168A0417}" dt="2021-01-26T06:49:23.924" v="13" actId="2696"/>
        <pc:sldMkLst>
          <pc:docMk/>
          <pc:sldMk cId="1868720455" sldId="380"/>
        </pc:sldMkLst>
      </pc:sldChg>
      <pc:sldChg chg="modSp new mod">
        <pc:chgData name="鈴木 秀規" userId="f68c5fd9-22d5-4c0a-9833-7fb0f5135313" providerId="ADAL" clId="{E853165E-E035-4511-B5B4-308A168A0417}" dt="2021-01-26T07:31:18.750" v="789" actId="207"/>
        <pc:sldMkLst>
          <pc:docMk/>
          <pc:sldMk cId="2315279680" sldId="381"/>
        </pc:sldMkLst>
        <pc:spChg chg="mod">
          <ac:chgData name="鈴木 秀規" userId="f68c5fd9-22d5-4c0a-9833-7fb0f5135313" providerId="ADAL" clId="{E853165E-E035-4511-B5B4-308A168A0417}" dt="2021-01-26T07:30:34.108" v="777"/>
          <ac:spMkLst>
            <pc:docMk/>
            <pc:sldMk cId="2315279680" sldId="381"/>
            <ac:spMk id="3" creationId="{3AA44DE9-1882-47A0-A1B1-12AE5F0F2CA2}"/>
          </ac:spMkLst>
        </pc:spChg>
        <pc:spChg chg="mod">
          <ac:chgData name="鈴木 秀規" userId="f68c5fd9-22d5-4c0a-9833-7fb0f5135313" providerId="ADAL" clId="{E853165E-E035-4511-B5B4-308A168A0417}" dt="2021-01-26T07:31:18.750" v="789" actId="207"/>
          <ac:spMkLst>
            <pc:docMk/>
            <pc:sldMk cId="2315279680" sldId="381"/>
            <ac:spMk id="5" creationId="{608B9E3C-5E1C-4FFD-81A1-35C10C8DAB11}"/>
          </ac:spMkLst>
        </pc:spChg>
      </pc:sldChg>
      <pc:sldChg chg="del">
        <pc:chgData name="鈴木 秀規" userId="f68c5fd9-22d5-4c0a-9833-7fb0f5135313" providerId="ADAL" clId="{E853165E-E035-4511-B5B4-308A168A0417}" dt="2021-01-26T06:49:23.924" v="13" actId="2696"/>
        <pc:sldMkLst>
          <pc:docMk/>
          <pc:sldMk cId="3747614513" sldId="381"/>
        </pc:sldMkLst>
      </pc:sldChg>
      <pc:sldChg chg="del">
        <pc:chgData name="鈴木 秀規" userId="f68c5fd9-22d5-4c0a-9833-7fb0f5135313" providerId="ADAL" clId="{E853165E-E035-4511-B5B4-308A168A0417}" dt="2021-01-26T06:49:23.924" v="13" actId="2696"/>
        <pc:sldMkLst>
          <pc:docMk/>
          <pc:sldMk cId="882110079" sldId="382"/>
        </pc:sldMkLst>
      </pc:sldChg>
      <pc:sldChg chg="addSp modSp new mod">
        <pc:chgData name="鈴木 秀規" userId="f68c5fd9-22d5-4c0a-9833-7fb0f5135313" providerId="ADAL" clId="{E853165E-E035-4511-B5B4-308A168A0417}" dt="2021-01-26T07:34:31.793" v="831" actId="14100"/>
        <pc:sldMkLst>
          <pc:docMk/>
          <pc:sldMk cId="3359842153" sldId="382"/>
        </pc:sldMkLst>
        <pc:spChg chg="mod">
          <ac:chgData name="鈴木 秀規" userId="f68c5fd9-22d5-4c0a-9833-7fb0f5135313" providerId="ADAL" clId="{E853165E-E035-4511-B5B4-308A168A0417}" dt="2021-01-26T07:31:47.528" v="791"/>
          <ac:spMkLst>
            <pc:docMk/>
            <pc:sldMk cId="3359842153" sldId="382"/>
            <ac:spMk id="3" creationId="{5BF686A8-918B-4F3E-8480-FEA5F57E528A}"/>
          </ac:spMkLst>
        </pc:spChg>
        <pc:spChg chg="mod">
          <ac:chgData name="鈴木 秀規" userId="f68c5fd9-22d5-4c0a-9833-7fb0f5135313" providerId="ADAL" clId="{E853165E-E035-4511-B5B4-308A168A0417}" dt="2021-01-26T07:32:40.096" v="801" actId="1076"/>
          <ac:spMkLst>
            <pc:docMk/>
            <pc:sldMk cId="3359842153" sldId="382"/>
            <ac:spMk id="5" creationId="{1316296B-B24E-4F7F-9D1A-245D14D29C41}"/>
          </ac:spMkLst>
        </pc:spChg>
        <pc:spChg chg="add mod">
          <ac:chgData name="鈴木 秀規" userId="f68c5fd9-22d5-4c0a-9833-7fb0f5135313" providerId="ADAL" clId="{E853165E-E035-4511-B5B4-308A168A0417}" dt="2021-01-26T07:33:49.580" v="823" actId="207"/>
          <ac:spMkLst>
            <pc:docMk/>
            <pc:sldMk cId="3359842153" sldId="382"/>
            <ac:spMk id="6" creationId="{95B1C548-0F5B-4737-A0BD-405E70558ED2}"/>
          </ac:spMkLst>
        </pc:spChg>
        <pc:spChg chg="add mod">
          <ac:chgData name="鈴木 秀規" userId="f68c5fd9-22d5-4c0a-9833-7fb0f5135313" providerId="ADAL" clId="{E853165E-E035-4511-B5B4-308A168A0417}" dt="2021-01-26T07:34:31.793" v="831" actId="14100"/>
          <ac:spMkLst>
            <pc:docMk/>
            <pc:sldMk cId="3359842153" sldId="382"/>
            <ac:spMk id="7" creationId="{AF0ACB7C-680B-4722-98C7-CBF77C542C99}"/>
          </ac:spMkLst>
        </pc:spChg>
      </pc:sldChg>
      <pc:sldChg chg="modSp new mod">
        <pc:chgData name="鈴木 秀規" userId="f68c5fd9-22d5-4c0a-9833-7fb0f5135313" providerId="ADAL" clId="{E853165E-E035-4511-B5B4-308A168A0417}" dt="2021-01-26T07:36:21.744" v="847" actId="207"/>
        <pc:sldMkLst>
          <pc:docMk/>
          <pc:sldMk cId="2193843838" sldId="383"/>
        </pc:sldMkLst>
        <pc:spChg chg="mod">
          <ac:chgData name="鈴木 秀規" userId="f68c5fd9-22d5-4c0a-9833-7fb0f5135313" providerId="ADAL" clId="{E853165E-E035-4511-B5B4-308A168A0417}" dt="2021-01-26T07:35:06.888" v="833"/>
          <ac:spMkLst>
            <pc:docMk/>
            <pc:sldMk cId="2193843838" sldId="383"/>
            <ac:spMk id="3" creationId="{371F9F1C-E73B-4FDA-97E3-F6FA05DF4201}"/>
          </ac:spMkLst>
        </pc:spChg>
        <pc:spChg chg="mod">
          <ac:chgData name="鈴木 秀規" userId="f68c5fd9-22d5-4c0a-9833-7fb0f5135313" providerId="ADAL" clId="{E853165E-E035-4511-B5B4-308A168A0417}" dt="2021-01-26T07:36:21.744" v="847" actId="207"/>
          <ac:spMkLst>
            <pc:docMk/>
            <pc:sldMk cId="2193843838" sldId="383"/>
            <ac:spMk id="5" creationId="{ECFFFE50-9C3A-41A8-A1A8-E9307DCB243E}"/>
          </ac:spMkLst>
        </pc:spChg>
      </pc:sldChg>
      <pc:sldChg chg="del">
        <pc:chgData name="鈴木 秀規" userId="f68c5fd9-22d5-4c0a-9833-7fb0f5135313" providerId="ADAL" clId="{E853165E-E035-4511-B5B4-308A168A0417}" dt="2021-01-26T06:49:23.924" v="13" actId="2696"/>
        <pc:sldMkLst>
          <pc:docMk/>
          <pc:sldMk cId="2781782632" sldId="383"/>
        </pc:sldMkLst>
      </pc:sldChg>
      <pc:sldChg chg="modSp add mod ord">
        <pc:chgData name="鈴木 秀規" userId="f68c5fd9-22d5-4c0a-9833-7fb0f5135313" providerId="ADAL" clId="{E853165E-E035-4511-B5B4-308A168A0417}" dt="2021-01-26T07:39:14.652" v="873" actId="1076"/>
        <pc:sldMkLst>
          <pc:docMk/>
          <pc:sldMk cId="1703172032" sldId="384"/>
        </pc:sldMkLst>
        <pc:spChg chg="mod">
          <ac:chgData name="鈴木 秀規" userId="f68c5fd9-22d5-4c0a-9833-7fb0f5135313" providerId="ADAL" clId="{E853165E-E035-4511-B5B4-308A168A0417}" dt="2021-01-26T07:36:42.249" v="853"/>
          <ac:spMkLst>
            <pc:docMk/>
            <pc:sldMk cId="1703172032" sldId="384"/>
            <ac:spMk id="5" creationId="{1316296B-B24E-4F7F-9D1A-245D14D29C41}"/>
          </ac:spMkLst>
        </pc:spChg>
        <pc:spChg chg="mod">
          <ac:chgData name="鈴木 秀規" userId="f68c5fd9-22d5-4c0a-9833-7fb0f5135313" providerId="ADAL" clId="{E853165E-E035-4511-B5B4-308A168A0417}" dt="2021-01-26T07:39:06.824" v="871" actId="14100"/>
          <ac:spMkLst>
            <pc:docMk/>
            <pc:sldMk cId="1703172032" sldId="384"/>
            <ac:spMk id="6" creationId="{95B1C548-0F5B-4737-A0BD-405E70558ED2}"/>
          </ac:spMkLst>
        </pc:spChg>
        <pc:spChg chg="mod">
          <ac:chgData name="鈴木 秀規" userId="f68c5fd9-22d5-4c0a-9833-7fb0f5135313" providerId="ADAL" clId="{E853165E-E035-4511-B5B4-308A168A0417}" dt="2021-01-26T07:39:14.652" v="873" actId="1076"/>
          <ac:spMkLst>
            <pc:docMk/>
            <pc:sldMk cId="1703172032" sldId="384"/>
            <ac:spMk id="7" creationId="{AF0ACB7C-680B-4722-98C7-CBF77C542C99}"/>
          </ac:spMkLst>
        </pc:spChg>
      </pc:sldChg>
      <pc:sldChg chg="del">
        <pc:chgData name="鈴木 秀規" userId="f68c5fd9-22d5-4c0a-9833-7fb0f5135313" providerId="ADAL" clId="{E853165E-E035-4511-B5B4-308A168A0417}" dt="2021-01-26T06:49:23.924" v="13" actId="2696"/>
        <pc:sldMkLst>
          <pc:docMk/>
          <pc:sldMk cId="4147991204" sldId="384"/>
        </pc:sldMkLst>
      </pc:sldChg>
      <pc:sldChg chg="modSp new mod">
        <pc:chgData name="鈴木 秀規" userId="f68c5fd9-22d5-4c0a-9833-7fb0f5135313" providerId="ADAL" clId="{E853165E-E035-4511-B5B4-308A168A0417}" dt="2021-01-26T07:40:36.140" v="901" actId="207"/>
        <pc:sldMkLst>
          <pc:docMk/>
          <pc:sldMk cId="405086457" sldId="385"/>
        </pc:sldMkLst>
        <pc:spChg chg="mod">
          <ac:chgData name="鈴木 秀規" userId="f68c5fd9-22d5-4c0a-9833-7fb0f5135313" providerId="ADAL" clId="{E853165E-E035-4511-B5B4-308A168A0417}" dt="2021-01-26T07:39:28.938" v="875"/>
          <ac:spMkLst>
            <pc:docMk/>
            <pc:sldMk cId="405086457" sldId="385"/>
            <ac:spMk id="3" creationId="{3160D83B-ECD4-4212-832C-905B76595963}"/>
          </ac:spMkLst>
        </pc:spChg>
        <pc:spChg chg="mod">
          <ac:chgData name="鈴木 秀規" userId="f68c5fd9-22d5-4c0a-9833-7fb0f5135313" providerId="ADAL" clId="{E853165E-E035-4511-B5B4-308A168A0417}" dt="2021-01-26T07:40:36.140" v="901" actId="207"/>
          <ac:spMkLst>
            <pc:docMk/>
            <pc:sldMk cId="405086457" sldId="385"/>
            <ac:spMk id="5" creationId="{24EF08D6-A88C-4E3D-A14F-34B27436FAEC}"/>
          </ac:spMkLst>
        </pc:spChg>
      </pc:sldChg>
      <pc:sldChg chg="del">
        <pc:chgData name="鈴木 秀規" userId="f68c5fd9-22d5-4c0a-9833-7fb0f5135313" providerId="ADAL" clId="{E853165E-E035-4511-B5B4-308A168A0417}" dt="2021-01-26T06:49:23.924" v="13" actId="2696"/>
        <pc:sldMkLst>
          <pc:docMk/>
          <pc:sldMk cId="1389535331" sldId="385"/>
        </pc:sldMkLst>
      </pc:sldChg>
      <pc:sldChg chg="del">
        <pc:chgData name="鈴木 秀規" userId="f68c5fd9-22d5-4c0a-9833-7fb0f5135313" providerId="ADAL" clId="{E853165E-E035-4511-B5B4-308A168A0417}" dt="2021-01-26T06:49:23.924" v="13" actId="2696"/>
        <pc:sldMkLst>
          <pc:docMk/>
          <pc:sldMk cId="3711062952" sldId="386"/>
        </pc:sldMkLst>
      </pc:sldChg>
      <pc:sldChg chg="del">
        <pc:chgData name="鈴木 秀規" userId="f68c5fd9-22d5-4c0a-9833-7fb0f5135313" providerId="ADAL" clId="{E853165E-E035-4511-B5B4-308A168A0417}" dt="2021-01-26T06:49:23.924" v="13" actId="2696"/>
        <pc:sldMkLst>
          <pc:docMk/>
          <pc:sldMk cId="556755707" sldId="387"/>
        </pc:sldMkLst>
      </pc:sldChg>
      <pc:sldChg chg="del">
        <pc:chgData name="鈴木 秀規" userId="f68c5fd9-22d5-4c0a-9833-7fb0f5135313" providerId="ADAL" clId="{E853165E-E035-4511-B5B4-308A168A0417}" dt="2021-01-26T06:49:23.924" v="13" actId="2696"/>
        <pc:sldMkLst>
          <pc:docMk/>
          <pc:sldMk cId="2438793549" sldId="388"/>
        </pc:sldMkLst>
      </pc:sldChg>
      <pc:sldChg chg="del">
        <pc:chgData name="鈴木 秀規" userId="f68c5fd9-22d5-4c0a-9833-7fb0f5135313" providerId="ADAL" clId="{E853165E-E035-4511-B5B4-308A168A0417}" dt="2021-01-26T06:49:23.924" v="13" actId="2696"/>
        <pc:sldMkLst>
          <pc:docMk/>
          <pc:sldMk cId="1715481522" sldId="389"/>
        </pc:sldMkLst>
      </pc:sldChg>
      <pc:sldChg chg="del">
        <pc:chgData name="鈴木 秀規" userId="f68c5fd9-22d5-4c0a-9833-7fb0f5135313" providerId="ADAL" clId="{E853165E-E035-4511-B5B4-308A168A0417}" dt="2021-01-26T06:49:23.924" v="13" actId="2696"/>
        <pc:sldMkLst>
          <pc:docMk/>
          <pc:sldMk cId="2118453056" sldId="390"/>
        </pc:sldMkLst>
      </pc:sldChg>
      <pc:sldChg chg="del">
        <pc:chgData name="鈴木 秀規" userId="f68c5fd9-22d5-4c0a-9833-7fb0f5135313" providerId="ADAL" clId="{E853165E-E035-4511-B5B4-308A168A0417}" dt="2021-01-26T06:49:23.924" v="13" actId="2696"/>
        <pc:sldMkLst>
          <pc:docMk/>
          <pc:sldMk cId="2854077937" sldId="391"/>
        </pc:sldMkLst>
      </pc:sldChg>
      <pc:sldChg chg="del">
        <pc:chgData name="鈴木 秀規" userId="f68c5fd9-22d5-4c0a-9833-7fb0f5135313" providerId="ADAL" clId="{E853165E-E035-4511-B5B4-308A168A0417}" dt="2021-01-26T06:49:23.924" v="13" actId="2696"/>
        <pc:sldMkLst>
          <pc:docMk/>
          <pc:sldMk cId="2566377597" sldId="392"/>
        </pc:sldMkLst>
      </pc:sldChg>
      <pc:sldChg chg="del">
        <pc:chgData name="鈴木 秀規" userId="f68c5fd9-22d5-4c0a-9833-7fb0f5135313" providerId="ADAL" clId="{E853165E-E035-4511-B5B4-308A168A0417}" dt="2021-01-26T06:49:23.924" v="13" actId="2696"/>
        <pc:sldMkLst>
          <pc:docMk/>
          <pc:sldMk cId="1398339670" sldId="393"/>
        </pc:sldMkLst>
      </pc:sld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Maasoglu Burak" userId="c547e492-7085-41a4-a6f9-c4ee3373bd36" providerId="ADAL" clId="{8A299E40-18F9-416F-8387-5FE9695E534C}"/>
    <pc:docChg chg="modSld">
      <pc:chgData name="Maasoglu Burak" userId="c547e492-7085-41a4-a6f9-c4ee3373bd36" providerId="ADAL" clId="{8A299E40-18F9-416F-8387-5FE9695E534C}" dt="2023-12-18T01:16:52.286" v="3" actId="20577"/>
      <pc:docMkLst>
        <pc:docMk/>
      </pc:docMkLst>
      <pc:sldChg chg="modSp mod">
        <pc:chgData name="Maasoglu Burak" userId="c547e492-7085-41a4-a6f9-c4ee3373bd36" providerId="ADAL" clId="{8A299E40-18F9-416F-8387-5FE9695E534C}" dt="2023-12-18T01:16:52.286" v="3" actId="20577"/>
        <pc:sldMkLst>
          <pc:docMk/>
          <pc:sldMk cId="3966487567" sldId="402"/>
        </pc:sldMkLst>
        <pc:graphicFrameChg chg="modGraphic">
          <ac:chgData name="Maasoglu Burak" userId="c547e492-7085-41a4-a6f9-c4ee3373bd36" providerId="ADAL" clId="{8A299E40-18F9-416F-8387-5FE9695E534C}" dt="2023-12-18T01:16:52.286" v="3" actId="20577"/>
          <ac:graphicFrameMkLst>
            <pc:docMk/>
            <pc:sldMk cId="3966487567" sldId="402"/>
            <ac:graphicFrameMk id="6" creationId="{E68C0511-571B-443B-A12B-7AEF1DC35017}"/>
          </ac:graphicFrameMkLst>
        </pc:graphicFrameChg>
      </pc:sldChg>
    </pc:docChg>
  </pc:docChgLst>
  <pc:docChgLst>
    <pc:chgData name="営業サーバ" userId="c35045ed-c185-45de-8f58-be20a28877d8" providerId="ADAL" clId="{76E3C6B9-5FE6-4039-8E3F-23EB084A0528}"/>
    <pc:docChg chg="modSld">
      <pc:chgData name="営業サーバ" userId="c35045ed-c185-45de-8f58-be20a28877d8" providerId="ADAL" clId="{76E3C6B9-5FE6-4039-8E3F-23EB084A0528}" dt="2021-03-30T08:01:13.792" v="1" actId="113"/>
      <pc:docMkLst>
        <pc:docMk/>
      </pc:docMkLst>
      <pc:sldChg chg="modSp mod">
        <pc:chgData name="営業サーバ" userId="c35045ed-c185-45de-8f58-be20a28877d8" providerId="ADAL" clId="{76E3C6B9-5FE6-4039-8E3F-23EB084A0528}" dt="2021-03-30T08:01:13.792" v="1" actId="113"/>
        <pc:sldMkLst>
          <pc:docMk/>
          <pc:sldMk cId="1806057471" sldId="368"/>
        </pc:sldMkLst>
        <pc:spChg chg="mod">
          <ac:chgData name="営業サーバ" userId="c35045ed-c185-45de-8f58-be20a28877d8" providerId="ADAL" clId="{76E3C6B9-5FE6-4039-8E3F-23EB084A0528}" dt="2021-03-30T08:01:13.792" v="1" actId="113"/>
          <ac:spMkLst>
            <pc:docMk/>
            <pc:sldMk cId="1806057471" sldId="368"/>
            <ac:spMk id="7" creationId="{318E1983-FBCA-4054-B9D4-B6E8A0700ABD}"/>
          </ac:spMkLst>
        </pc:spChg>
      </pc:sld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1-26T05:25:46.933" v="140" actId="14100"/>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定数フィールドも全部大文字で書くことをきちんと説明してほしい</a:t>
            </a:r>
          </a:p>
        </p:txBody>
      </p:sp>
    </p:spTree>
    <p:extLst>
      <p:ext uri="{BB962C8B-B14F-4D97-AF65-F5344CB8AC3E}">
        <p14:creationId xmlns:p14="http://schemas.microsoft.com/office/powerpoint/2010/main" val="747468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041200" cy="3150600"/>
          </a:xfrm>
        </p:spPr>
        <p:txBody>
          <a:bodyPr/>
          <a:lstStyle/>
          <a:p>
            <a:r>
              <a:rPr lang="ja-JP" altLang="en-US" dirty="0"/>
              <a:t>インスタンス</a:t>
            </a:r>
            <a:br>
              <a:rPr lang="en-US" altLang="ja-JP" dirty="0"/>
            </a:br>
            <a:r>
              <a:rPr lang="ja-JP" altLang="en-US" dirty="0"/>
              <a:t>とクラス</a:t>
            </a:r>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p:txBody>
          <a:bodyPr vert="horz" lIns="91440" tIns="45720" rIns="91440" bIns="45720" rtlCol="0" anchor="t">
            <a:normAutofit/>
          </a:bodyPr>
          <a:lstStyle/>
          <a:p>
            <a:pPr marL="444500" indent="-342900">
              <a:buFont typeface="+mj-lt"/>
              <a:buAutoNum type="arabicPeriod"/>
            </a:pPr>
            <a:r>
              <a:rPr lang="ja-JP" altLang="en-US" dirty="0"/>
              <a:t>インスタンスとクラスについての理解</a:t>
            </a:r>
            <a:endParaRPr lang="en-US" altLang="ja-JP" dirty="0"/>
          </a:p>
          <a:p>
            <a:pPr marL="444500" indent="-342900">
              <a:buFont typeface="+mj-lt"/>
              <a:buAutoNum type="arabicPeriod"/>
            </a:pPr>
            <a:r>
              <a:rPr lang="en-US" altLang="ja-JP" dirty="0"/>
              <a:t>this</a:t>
            </a:r>
            <a:r>
              <a:rPr lang="ja-JP" altLang="en-US" dirty="0"/>
              <a:t>とは一体何なのかの理解</a:t>
            </a:r>
            <a:endParaRPr lang="en-US" altLang="ja-JP" dirty="0"/>
          </a:p>
          <a:p>
            <a:pPr marL="444500" indent="-342900">
              <a:buFont typeface="+mj-lt"/>
              <a:buAutoNum type="arabicPeriod"/>
            </a:pPr>
            <a:r>
              <a:rPr lang="ja-JP" altLang="en-US" dirty="0"/>
              <a:t>インスタンスの利用</a:t>
            </a:r>
            <a:endParaRPr lang="en-US" altLang="ja-JP" dirty="0"/>
          </a:p>
          <a:p>
            <a:pPr marL="444500" indent="-342900">
              <a:buFont typeface="+mj-lt"/>
              <a:buAutoNum type="arabicPeriod"/>
            </a:pP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ja-JP" altLang="en-US" dirty="0"/>
              <a:t>オブジェクト指向とは</a:t>
            </a:r>
            <a:endParaRPr lang="en-US" altLang="ja-JP" dirty="0"/>
          </a:p>
          <a:p>
            <a:pPr marL="444500" indent="-342900">
              <a:buFont typeface="+mj-lt"/>
              <a:buAutoNum type="arabicPeriod"/>
            </a:pPr>
            <a:r>
              <a:rPr lang="ja-JP" altLang="en-US" dirty="0"/>
              <a:t>クラスを作成する</a:t>
            </a:r>
            <a:endParaRPr lang="en-US" altLang="ja-JP" dirty="0"/>
          </a:p>
          <a:p>
            <a:pPr marL="444500" indent="-342900">
              <a:buFont typeface="+mj-lt"/>
              <a:buAutoNum type="arabicPeriod"/>
            </a:pPr>
            <a:r>
              <a:rPr lang="ja-JP" altLang="en-US" dirty="0"/>
              <a:t>インスタンスの利用</a:t>
            </a:r>
            <a:endParaRPr lang="en-US" altLang="ja-JP" dirty="0"/>
          </a:p>
          <a:p>
            <a:pPr marL="96838" indent="0">
              <a:buNone/>
            </a:pP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BFC7A35D-1013-4B1B-8268-48793F136D4C}"/>
              </a:ext>
            </a:extLst>
          </p:cNvPr>
          <p:cNvSpPr>
            <a:spLocks noGrp="1"/>
          </p:cNvSpPr>
          <p:nvPr>
            <p:ph type="ftr" sz="quarter" idx="11"/>
          </p:nvPr>
        </p:nvSpPr>
        <p:spPr/>
        <p:txBody>
          <a:bodyPr/>
          <a:lstStyle/>
          <a:p>
            <a:r>
              <a:rPr kumimoji="1" lang="en-US" altLang="ja-JP"/>
              <a:t>copyright ©ITCollege All Rights Reserved</a:t>
            </a:r>
            <a:endParaRPr kumimoji="1" lang="ja-JP" altLang="en-US" sz="1000"/>
          </a:p>
        </p:txBody>
      </p:sp>
      <p:sp>
        <p:nvSpPr>
          <p:cNvPr id="6" name="タイトル 5">
            <a:extLst>
              <a:ext uri="{FF2B5EF4-FFF2-40B4-BE49-F238E27FC236}">
                <a16:creationId xmlns:a16="http://schemas.microsoft.com/office/drawing/2014/main" id="{0F81E6C4-7841-4153-9948-3830F64F1715}"/>
              </a:ext>
            </a:extLst>
          </p:cNvPr>
          <p:cNvSpPr>
            <a:spLocks noGrp="1"/>
          </p:cNvSpPr>
          <p:nvPr>
            <p:ph type="ctrTitle"/>
          </p:nvPr>
        </p:nvSpPr>
        <p:spPr/>
        <p:txBody>
          <a:bodyPr/>
          <a:lstStyle/>
          <a:p>
            <a:r>
              <a:rPr kumimoji="1" lang="ja-JP" altLang="en-US" dirty="0"/>
              <a:t>オブジェクト指向とは</a:t>
            </a:r>
            <a:endParaRPr lang="ja-JP" altLang="en-US" dirty="0"/>
          </a:p>
        </p:txBody>
      </p:sp>
      <p:sp>
        <p:nvSpPr>
          <p:cNvPr id="3" name="スライド番号プレースホルダー 2">
            <a:extLst>
              <a:ext uri="{FF2B5EF4-FFF2-40B4-BE49-F238E27FC236}">
                <a16:creationId xmlns:a16="http://schemas.microsoft.com/office/drawing/2014/main" id="{F54F27B3-DDBF-476A-AD49-46F9A05EE6D4}"/>
              </a:ext>
            </a:extLst>
          </p:cNvPr>
          <p:cNvSpPr>
            <a:spLocks noGrp="1"/>
          </p:cNvSpPr>
          <p:nvPr>
            <p:ph type="sldNum" sz="quarter" idx="4"/>
          </p:nvPr>
        </p:nvSpPr>
        <p:spPr/>
        <p:txBody>
          <a:bodyPr/>
          <a:lstStyle/>
          <a:p>
            <a:fld id="{6EC4605C-D4BC-457C-A820-CB9DC8935472}" type="slidenum">
              <a:rPr kumimoji="1" lang="ja-JP" altLang="en-US" smtClean="0"/>
              <a:pPr/>
              <a:t>4</a:t>
            </a:fld>
            <a:endParaRPr kumimoji="1" lang="ja-JP" altLang="en-US" sz="1200"/>
          </a:p>
        </p:txBody>
      </p:sp>
      <p:sp>
        <p:nvSpPr>
          <p:cNvPr id="8" name="テキスト プレースホルダー 7">
            <a:extLst>
              <a:ext uri="{FF2B5EF4-FFF2-40B4-BE49-F238E27FC236}">
                <a16:creationId xmlns:a16="http://schemas.microsoft.com/office/drawing/2014/main" id="{DC47DB6E-DE5F-461B-8DA6-D7E7BFB3D9CA}"/>
              </a:ext>
            </a:extLst>
          </p:cNvPr>
          <p:cNvSpPr>
            <a:spLocks noGrp="1"/>
          </p:cNvSpPr>
          <p:nvPr>
            <p:ph type="body" sz="quarter" idx="15"/>
          </p:nvPr>
        </p:nvSpPr>
        <p:spPr>
          <a:xfrm>
            <a:off x="463549" y="1023815"/>
            <a:ext cx="7177471" cy="1118544"/>
          </a:xfrm>
        </p:spPr>
        <p:txBody>
          <a:bodyPr/>
          <a:lstStyle/>
          <a:p>
            <a:pPr marL="387350" indent="-285750">
              <a:buFont typeface="Arial" panose="020B0604020202020204" pitchFamily="34" charset="0"/>
              <a:buChar char="•"/>
            </a:pPr>
            <a:r>
              <a:rPr lang="ja-JP" altLang="en-US" sz="1200" b="1" dirty="0"/>
              <a:t>オブジェクト指向は難しい、と考えないことが重要</a:t>
            </a:r>
            <a:endParaRPr lang="en-US" altLang="ja-JP" sz="1200" b="1" dirty="0"/>
          </a:p>
          <a:p>
            <a:pPr marL="387350" indent="-285750">
              <a:buFont typeface="Arial" panose="020B0604020202020204" pitchFamily="34" charset="0"/>
              <a:buChar char="•"/>
            </a:pPr>
            <a:r>
              <a:rPr lang="ja-JP" altLang="en-US" sz="1200" dirty="0"/>
              <a:t>人間が普段ものごとを考えるときと同じやり方をプログラム作成のときにもやってみよう、</a:t>
            </a:r>
            <a:br>
              <a:rPr lang="ja-JP" altLang="en-US" sz="1200" dirty="0"/>
            </a:br>
            <a:r>
              <a:rPr lang="ja-JP" altLang="en-US" sz="1200" dirty="0"/>
              <a:t>という話</a:t>
            </a:r>
            <a:endParaRPr lang="en-US" altLang="ja-JP" sz="1200" b="1" dirty="0"/>
          </a:p>
        </p:txBody>
      </p:sp>
      <p:sp>
        <p:nvSpPr>
          <p:cNvPr id="9" name="テキスト プレースホルダー 8">
            <a:extLst>
              <a:ext uri="{FF2B5EF4-FFF2-40B4-BE49-F238E27FC236}">
                <a16:creationId xmlns:a16="http://schemas.microsoft.com/office/drawing/2014/main" id="{3B4B4B26-E1BE-4F2F-85DB-B4EB50CCB2D1}"/>
              </a:ext>
            </a:extLst>
          </p:cNvPr>
          <p:cNvSpPr>
            <a:spLocks noGrp="1"/>
          </p:cNvSpPr>
          <p:nvPr>
            <p:ph type="body" sz="quarter" idx="16"/>
          </p:nvPr>
        </p:nvSpPr>
        <p:spPr/>
        <p:txBody>
          <a:bodyPr/>
          <a:lstStyle/>
          <a:p>
            <a:endParaRPr lang="ja-JP" altLang="en-US"/>
          </a:p>
        </p:txBody>
      </p:sp>
      <p:sp>
        <p:nvSpPr>
          <p:cNvPr id="15" name="テキスト プレースホルダー 4">
            <a:extLst>
              <a:ext uri="{FF2B5EF4-FFF2-40B4-BE49-F238E27FC236}">
                <a16:creationId xmlns:a16="http://schemas.microsoft.com/office/drawing/2014/main" id="{04739463-A1A9-424A-9DD2-969D3E724B50}"/>
              </a:ext>
            </a:extLst>
          </p:cNvPr>
          <p:cNvSpPr>
            <a:spLocks noGrp="1"/>
          </p:cNvSpPr>
          <p:nvPr>
            <p:ph type="body" sz="quarter" idx="14"/>
          </p:nvPr>
        </p:nvSpPr>
        <p:spPr>
          <a:xfrm>
            <a:off x="462875" y="2295035"/>
            <a:ext cx="8216900" cy="2489053"/>
          </a:xfrm>
        </p:spPr>
        <p:txBody>
          <a:bodyPr/>
          <a:lstStyle/>
          <a:p>
            <a:pPr marL="96838" indent="0">
              <a:buNone/>
            </a:pPr>
            <a:r>
              <a:rPr kumimoji="1" lang="ja-JP" altLang="en-US" dirty="0"/>
              <a:t>ここまで基本的な</a:t>
            </a:r>
            <a:r>
              <a:rPr kumimoji="1" lang="en-US" altLang="ja-JP" dirty="0"/>
              <a:t>Java</a:t>
            </a:r>
            <a:r>
              <a:rPr kumimoji="1" lang="ja-JP" altLang="en-US" dirty="0"/>
              <a:t>の文法を学んできました。</a:t>
            </a:r>
          </a:p>
          <a:p>
            <a:pPr marL="96838" indent="0">
              <a:buNone/>
            </a:pPr>
            <a:r>
              <a:rPr lang="ja-JP" altLang="en-US" dirty="0"/>
              <a:t>ここからはオブジェクト指向という今までにはない考え方を導入します。</a:t>
            </a:r>
            <a:endParaRPr lang="en-US" altLang="ja-JP" dirty="0"/>
          </a:p>
          <a:p>
            <a:pPr marL="96838" indent="0">
              <a:buNone/>
            </a:pPr>
            <a:r>
              <a:rPr kumimoji="1" lang="ja-JP" altLang="en-US" dirty="0"/>
              <a:t>　・オブジェクト指向は</a:t>
            </a:r>
            <a:r>
              <a:rPr kumimoji="1" lang="ja-JP" altLang="en-US" b="1" dirty="0">
                <a:solidFill>
                  <a:srgbClr val="C00000"/>
                </a:solidFill>
              </a:rPr>
              <a:t>とても難しい</a:t>
            </a:r>
            <a:r>
              <a:rPr kumimoji="1" lang="ja-JP" altLang="en-US" dirty="0"/>
              <a:t>と聞いている</a:t>
            </a:r>
          </a:p>
          <a:p>
            <a:pPr marL="96838" indent="0">
              <a:buNone/>
            </a:pPr>
            <a:r>
              <a:rPr lang="ja-JP" altLang="en-US" dirty="0"/>
              <a:t>　・今までのやり方では</a:t>
            </a:r>
            <a:r>
              <a:rPr lang="ja-JP" altLang="en-US" b="1" dirty="0">
                <a:solidFill>
                  <a:srgbClr val="C00000"/>
                </a:solidFill>
              </a:rPr>
              <a:t>何故いけない</a:t>
            </a:r>
            <a:r>
              <a:rPr lang="ja-JP" altLang="en-US" dirty="0"/>
              <a:t>のか</a:t>
            </a:r>
          </a:p>
          <a:p>
            <a:pPr marL="96838" indent="0">
              <a:buNone/>
            </a:pPr>
            <a:r>
              <a:rPr kumimoji="1" lang="ja-JP" altLang="en-US" dirty="0"/>
              <a:t>いろいろ考えること、疑問に思うことはあると思います。でも今は</a:t>
            </a:r>
          </a:p>
          <a:p>
            <a:pPr marL="96838" indent="0">
              <a:buNone/>
            </a:pPr>
            <a:r>
              <a:rPr lang="ja-JP" altLang="en-US" dirty="0"/>
              <a:t>　・</a:t>
            </a:r>
            <a:r>
              <a:rPr lang="ja-JP" altLang="en-US" b="1" dirty="0">
                <a:solidFill>
                  <a:srgbClr val="C00000"/>
                </a:solidFill>
              </a:rPr>
              <a:t>易しいとか難しいとかあんまり考えない</a:t>
            </a:r>
          </a:p>
          <a:p>
            <a:pPr marL="96838" indent="0">
              <a:buNone/>
            </a:pPr>
            <a:r>
              <a:rPr kumimoji="1" lang="ja-JP" altLang="en-US" dirty="0"/>
              <a:t>　・まずは</a:t>
            </a:r>
            <a:r>
              <a:rPr kumimoji="1" lang="ja-JP" altLang="en-US" b="1" dirty="0">
                <a:solidFill>
                  <a:srgbClr val="C00000"/>
                </a:solidFill>
              </a:rPr>
              <a:t>テキストにかかれていることを</a:t>
            </a:r>
            <a:r>
              <a:rPr kumimoji="1" lang="en-US" altLang="ja-JP" b="1" dirty="0">
                <a:solidFill>
                  <a:srgbClr val="C00000"/>
                </a:solidFill>
              </a:rPr>
              <a:t>1</a:t>
            </a:r>
            <a:r>
              <a:rPr kumimoji="1" lang="ja-JP" altLang="en-US" b="1" dirty="0">
                <a:solidFill>
                  <a:srgbClr val="C00000"/>
                </a:solidFill>
              </a:rPr>
              <a:t>つずつ理解する</a:t>
            </a:r>
            <a:r>
              <a:rPr kumimoji="1" lang="ja-JP" altLang="en-US" dirty="0"/>
              <a:t>ことに専念する</a:t>
            </a:r>
          </a:p>
          <a:p>
            <a:pPr marL="96838" indent="0">
              <a:buNone/>
            </a:pPr>
            <a:r>
              <a:rPr lang="ja-JP" altLang="en-US" dirty="0"/>
              <a:t>ということに気をつけて下さい。「オブジェクト指向って何か」なんてことは今説明できなくても</a:t>
            </a:r>
            <a:br>
              <a:rPr lang="ja-JP" altLang="en-US" dirty="0"/>
            </a:br>
            <a:r>
              <a:rPr lang="ja-JP" altLang="en-US" dirty="0"/>
              <a:t>全く問題ありません。</a:t>
            </a:r>
            <a:endParaRPr kumimoji="1" lang="ja-JP" altLang="en-US" dirty="0"/>
          </a:p>
        </p:txBody>
      </p:sp>
    </p:spTree>
    <p:extLst>
      <p:ext uri="{BB962C8B-B14F-4D97-AF65-F5344CB8AC3E}">
        <p14:creationId xmlns:p14="http://schemas.microsoft.com/office/powerpoint/2010/main" val="1008457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想像してみましょう</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5</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p:txBody>
          <a:bodyPr/>
          <a:lstStyle/>
          <a:p>
            <a:pPr marL="96838" indent="0">
              <a:buNone/>
            </a:pPr>
            <a:r>
              <a:rPr lang="en-US" altLang="ja-JP" dirty="0"/>
              <a:t>(</a:t>
            </a:r>
            <a:r>
              <a:rPr lang="ja-JP" altLang="en-US" dirty="0"/>
              <a:t>リモート研修ではなくて</a:t>
            </a:r>
            <a:r>
              <a:rPr lang="en-US" altLang="ja-JP" dirty="0"/>
              <a:t>)</a:t>
            </a:r>
            <a:r>
              <a:rPr lang="ja-JP" altLang="en-US" dirty="0"/>
              <a:t>研修の教室を想像してください。</a:t>
            </a:r>
          </a:p>
          <a:p>
            <a:pPr marL="96838" indent="0">
              <a:buNone/>
            </a:pPr>
            <a:r>
              <a:rPr lang="ja-JP" altLang="en-US" dirty="0"/>
              <a:t>皆さんの頭の中には何が浮かんできますか？</a:t>
            </a:r>
            <a:endParaRPr lang="en-US" altLang="ja-JP" dirty="0"/>
          </a:p>
          <a:p>
            <a:pPr marL="96838" indent="0">
              <a:buNone/>
            </a:pPr>
            <a:r>
              <a:rPr lang="ja-JP" altLang="en-US" dirty="0"/>
              <a:t>講師がいて、受講生が何人かいて、机があって、</a:t>
            </a:r>
            <a:r>
              <a:rPr lang="en-US" altLang="ja-JP" dirty="0"/>
              <a:t>PC</a:t>
            </a:r>
            <a:r>
              <a:rPr lang="ja-JP" altLang="en-US" dirty="0"/>
              <a:t>があって</a:t>
            </a:r>
            <a:r>
              <a:rPr lang="en-US" altLang="ja-JP" dirty="0"/>
              <a:t>……</a:t>
            </a:r>
            <a:endParaRPr lang="ja-JP" altLang="en-US" dirty="0"/>
          </a:p>
          <a:p>
            <a:pPr marL="96838" indent="0">
              <a:buNone/>
            </a:pPr>
            <a:r>
              <a:rPr lang="ja-JP" altLang="en-US" dirty="0"/>
              <a:t>と具体的な人や物が頭の中に浮かんできたのではないでしょうか。</a:t>
            </a:r>
          </a:p>
          <a:p>
            <a:pPr marL="96838" indent="0">
              <a:buNone/>
            </a:pPr>
            <a:endParaRPr lang="ja-JP" altLang="en-US" dirty="0"/>
          </a:p>
          <a:p>
            <a:pPr marL="96838" indent="0">
              <a:buNone/>
            </a:pPr>
            <a:r>
              <a:rPr lang="ja-JP" altLang="en-US" dirty="0"/>
              <a:t>人間の頭は普段から何か考えるときにこのように</a:t>
            </a:r>
            <a:r>
              <a:rPr lang="ja-JP" altLang="en-US" b="1" dirty="0">
                <a:solidFill>
                  <a:srgbClr val="C00000"/>
                </a:solidFill>
              </a:rPr>
              <a:t>具体的な人や物を思い浮かべる</a:t>
            </a:r>
            <a:r>
              <a:rPr lang="ja-JP" altLang="en-US" dirty="0"/>
              <a:t>ものです。</a:t>
            </a:r>
          </a:p>
          <a:p>
            <a:pPr marL="96838" indent="0">
              <a:buNone/>
            </a:pPr>
            <a:r>
              <a:rPr lang="ja-JP" altLang="en-US" b="1" dirty="0">
                <a:solidFill>
                  <a:srgbClr val="C00000"/>
                </a:solidFill>
              </a:rPr>
              <a:t>人間にはそれが自然な考え方</a:t>
            </a:r>
            <a:r>
              <a:rPr lang="ja-JP" altLang="en-US" dirty="0"/>
              <a:t>、ということです。</a:t>
            </a:r>
          </a:p>
          <a:p>
            <a:pPr marL="96838" indent="0">
              <a:buNone/>
            </a:pPr>
            <a:endParaRPr lang="ja-JP" altLang="en-US" dirty="0"/>
          </a:p>
          <a:p>
            <a:pPr marL="96838" indent="0">
              <a:buNone/>
            </a:pPr>
            <a:r>
              <a:rPr lang="ja-JP" altLang="en-US" dirty="0"/>
              <a:t>だったら、プログラムを考える時もプログラム中に具体的な人や物を作ってしまった方が</a:t>
            </a:r>
          </a:p>
          <a:p>
            <a:pPr marL="96838" indent="0">
              <a:buNone/>
            </a:pPr>
            <a:r>
              <a:rPr lang="ja-JP" altLang="en-US" dirty="0"/>
              <a:t>考えやすいよね、というのがオブジェクト指向の考え方です。</a:t>
            </a:r>
            <a:endParaRPr lang="en-US" altLang="ja-JP" dirty="0"/>
          </a:p>
          <a:p>
            <a:pPr marL="96838" indent="0">
              <a:buNone/>
            </a:pPr>
            <a:r>
              <a:rPr lang="ja-JP" altLang="en-US" dirty="0"/>
              <a:t>プログラムの中に作った人や物のことをカッコいい言葉で言うと「</a:t>
            </a:r>
            <a:r>
              <a:rPr lang="ja-JP" altLang="en-US" b="1" dirty="0">
                <a:solidFill>
                  <a:srgbClr val="C00000"/>
                </a:solidFill>
              </a:rPr>
              <a:t>インスタンス</a:t>
            </a:r>
            <a:r>
              <a:rPr lang="ja-JP" altLang="en-US" dirty="0"/>
              <a:t>」と言います。</a:t>
            </a:r>
          </a:p>
        </p:txBody>
      </p:sp>
      <p:pic>
        <p:nvPicPr>
          <p:cNvPr id="3" name="図 2" descr="白いバックグラウンドの前に座っている人形&#10;&#10;低い精度で自動的に生成された説明">
            <a:extLst>
              <a:ext uri="{FF2B5EF4-FFF2-40B4-BE49-F238E27FC236}">
                <a16:creationId xmlns:a16="http://schemas.microsoft.com/office/drawing/2014/main" id="{2DC75D6F-7057-4FBA-90F1-C9545D608269}"/>
              </a:ext>
            </a:extLst>
          </p:cNvPr>
          <p:cNvPicPr>
            <a:picLocks noChangeAspect="1"/>
          </p:cNvPicPr>
          <p:nvPr/>
        </p:nvPicPr>
        <p:blipFill>
          <a:blip r:embed="rId2"/>
          <a:stretch>
            <a:fillRect/>
          </a:stretch>
        </p:blipFill>
        <p:spPr>
          <a:xfrm>
            <a:off x="6542273" y="859491"/>
            <a:ext cx="1756452" cy="1436778"/>
          </a:xfrm>
          <a:prstGeom prst="rect">
            <a:avLst/>
          </a:prstGeom>
        </p:spPr>
      </p:pic>
    </p:spTree>
    <p:extLst>
      <p:ext uri="{BB962C8B-B14F-4D97-AF65-F5344CB8AC3E}">
        <p14:creationId xmlns:p14="http://schemas.microsoft.com/office/powerpoint/2010/main" val="3349874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インスタンスを作るにあたり</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6</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p:txBody>
          <a:bodyPr/>
          <a:lstStyle/>
          <a:p>
            <a:pPr marL="96838" indent="0">
              <a:buNone/>
            </a:pPr>
            <a:r>
              <a:rPr lang="ja-JP" altLang="en-US" dirty="0"/>
              <a:t>では、プログラムの中に実際に受講生というインスタンスを作ることを考えます。</a:t>
            </a:r>
          </a:p>
          <a:p>
            <a:pPr marL="96838" indent="0">
              <a:buNone/>
            </a:pPr>
            <a:r>
              <a:rPr lang="ja-JP" altLang="en-US" dirty="0"/>
              <a:t>教室には普通、たくさんの受講生がいます。</a:t>
            </a:r>
            <a:r>
              <a:rPr lang="en-US" altLang="ja-JP" dirty="0"/>
              <a:t>1</a:t>
            </a:r>
            <a:r>
              <a:rPr lang="ja-JP" altLang="en-US" dirty="0"/>
              <a:t>人</a:t>
            </a:r>
            <a:r>
              <a:rPr lang="en-US" altLang="ja-JP" dirty="0"/>
              <a:t>1</a:t>
            </a:r>
            <a:r>
              <a:rPr lang="ja-JP" altLang="en-US" dirty="0"/>
              <a:t>人をゼロから作ったらとても手間がかかります。</a:t>
            </a:r>
          </a:p>
          <a:p>
            <a:pPr marL="96838" indent="0">
              <a:buNone/>
            </a:pPr>
            <a:r>
              <a:rPr lang="ja-JP" altLang="en-US" dirty="0"/>
              <a:t>こんなとき、まず雛型を作って</a:t>
            </a:r>
            <a:r>
              <a:rPr lang="ja-JP" altLang="en-US" b="1" dirty="0">
                <a:solidFill>
                  <a:srgbClr val="C00000"/>
                </a:solidFill>
              </a:rPr>
              <a:t>雛型を使った方が簡単</a:t>
            </a:r>
            <a:r>
              <a:rPr lang="ja-JP" altLang="en-US" dirty="0"/>
              <a:t>、ということが多いですよね。</a:t>
            </a:r>
          </a:p>
          <a:p>
            <a:pPr marL="96838" indent="0">
              <a:buNone/>
            </a:pPr>
            <a:endParaRPr lang="ja-JP" altLang="en-US" dirty="0"/>
          </a:p>
        </p:txBody>
      </p:sp>
      <p:sp>
        <p:nvSpPr>
          <p:cNvPr id="2" name="四角形: 角を丸くする 1">
            <a:extLst>
              <a:ext uri="{FF2B5EF4-FFF2-40B4-BE49-F238E27FC236}">
                <a16:creationId xmlns:a16="http://schemas.microsoft.com/office/drawing/2014/main" id="{4BD3B3E5-72BD-46E5-B2BD-22E687BBBCBA}"/>
              </a:ext>
            </a:extLst>
          </p:cNvPr>
          <p:cNvSpPr/>
          <p:nvPr/>
        </p:nvSpPr>
        <p:spPr>
          <a:xfrm>
            <a:off x="848574" y="1809560"/>
            <a:ext cx="4371211" cy="1524380"/>
          </a:xfrm>
          <a:prstGeom prst="roundRect">
            <a:avLst/>
          </a:prstGeom>
          <a:solidFill>
            <a:schemeClr val="bg1"/>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sz="1100" dirty="0">
                <a:solidFill>
                  <a:schemeClr val="tx1"/>
                </a:solidFill>
              </a:rPr>
              <a:t>就職活動で履歴書をたくさん書いた方も多いと思います。</a:t>
            </a:r>
          </a:p>
          <a:p>
            <a:r>
              <a:rPr kumimoji="1" lang="ja-JP" altLang="en-US" sz="1100" dirty="0">
                <a:solidFill>
                  <a:schemeClr val="tx1"/>
                </a:solidFill>
              </a:rPr>
              <a:t>真っ白な紙に履歴書を書いたら大変ですよね。そのため、普通は履歴書の枠が印刷されている紙を買ってきて指定された項目を埋めていくわけです。</a:t>
            </a:r>
          </a:p>
          <a:p>
            <a:r>
              <a:rPr kumimoji="1" lang="ja-JP" altLang="en-US" sz="1100" dirty="0">
                <a:solidFill>
                  <a:schemeClr val="tx1"/>
                </a:solidFill>
              </a:rPr>
              <a:t>この場合、</a:t>
            </a:r>
            <a:r>
              <a:rPr kumimoji="1" lang="ja-JP" altLang="en-US" sz="1100" b="1" dirty="0">
                <a:solidFill>
                  <a:srgbClr val="C00000"/>
                </a:solidFill>
              </a:rPr>
              <a:t>文房具屋で売っている履歴書</a:t>
            </a:r>
            <a:r>
              <a:rPr kumimoji="1" lang="ja-JP" altLang="en-US" sz="1100" dirty="0">
                <a:solidFill>
                  <a:schemeClr val="tx1"/>
                </a:solidFill>
              </a:rPr>
              <a:t>が「雛型」というわけです。</a:t>
            </a:r>
          </a:p>
        </p:txBody>
      </p:sp>
      <p:pic>
        <p:nvPicPr>
          <p:cNvPr id="6" name="図 5" descr="テーブル&#10;&#10;自動的に生成された説明">
            <a:extLst>
              <a:ext uri="{FF2B5EF4-FFF2-40B4-BE49-F238E27FC236}">
                <a16:creationId xmlns:a16="http://schemas.microsoft.com/office/drawing/2014/main" id="{3058AB9E-7195-4A2D-AA4D-8DA7999D529B}"/>
              </a:ext>
            </a:extLst>
          </p:cNvPr>
          <p:cNvPicPr>
            <a:picLocks noChangeAspect="1"/>
          </p:cNvPicPr>
          <p:nvPr/>
        </p:nvPicPr>
        <p:blipFill>
          <a:blip r:embed="rId2"/>
          <a:stretch>
            <a:fillRect/>
          </a:stretch>
        </p:blipFill>
        <p:spPr>
          <a:xfrm>
            <a:off x="5294497" y="1615163"/>
            <a:ext cx="3483252" cy="2838850"/>
          </a:xfrm>
          <a:prstGeom prst="rect">
            <a:avLst/>
          </a:prstGeom>
        </p:spPr>
      </p:pic>
    </p:spTree>
    <p:extLst>
      <p:ext uri="{BB962C8B-B14F-4D97-AF65-F5344CB8AC3E}">
        <p14:creationId xmlns:p14="http://schemas.microsoft.com/office/powerpoint/2010/main" val="2122544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BFC7A35D-1013-4B1B-8268-48793F136D4C}"/>
              </a:ext>
            </a:extLst>
          </p:cNvPr>
          <p:cNvSpPr>
            <a:spLocks noGrp="1"/>
          </p:cNvSpPr>
          <p:nvPr>
            <p:ph type="ftr" sz="quarter" idx="11"/>
          </p:nvPr>
        </p:nvSpPr>
        <p:spPr/>
        <p:txBody>
          <a:bodyPr/>
          <a:lstStyle/>
          <a:p>
            <a:r>
              <a:rPr kumimoji="1" lang="en-US" altLang="ja-JP"/>
              <a:t>copyright ©ITCollege All Rights Reserved</a:t>
            </a:r>
            <a:endParaRPr kumimoji="1" lang="ja-JP" altLang="en-US" sz="1000"/>
          </a:p>
        </p:txBody>
      </p:sp>
      <p:sp>
        <p:nvSpPr>
          <p:cNvPr id="6" name="タイトル 5">
            <a:extLst>
              <a:ext uri="{FF2B5EF4-FFF2-40B4-BE49-F238E27FC236}">
                <a16:creationId xmlns:a16="http://schemas.microsoft.com/office/drawing/2014/main" id="{0F81E6C4-7841-4153-9948-3830F64F1715}"/>
              </a:ext>
            </a:extLst>
          </p:cNvPr>
          <p:cNvSpPr>
            <a:spLocks noGrp="1"/>
          </p:cNvSpPr>
          <p:nvPr>
            <p:ph type="ctrTitle"/>
          </p:nvPr>
        </p:nvSpPr>
        <p:spPr/>
        <p:txBody>
          <a:bodyPr/>
          <a:lstStyle/>
          <a:p>
            <a:r>
              <a:rPr kumimoji="1" lang="ja-JP" altLang="en-US" dirty="0"/>
              <a:t>クラスを作成する</a:t>
            </a:r>
            <a:endParaRPr lang="ja-JP" altLang="en-US" dirty="0"/>
          </a:p>
        </p:txBody>
      </p:sp>
      <p:sp>
        <p:nvSpPr>
          <p:cNvPr id="3" name="スライド番号プレースホルダー 2">
            <a:extLst>
              <a:ext uri="{FF2B5EF4-FFF2-40B4-BE49-F238E27FC236}">
                <a16:creationId xmlns:a16="http://schemas.microsoft.com/office/drawing/2014/main" id="{F54F27B3-DDBF-476A-AD49-46F9A05EE6D4}"/>
              </a:ext>
            </a:extLst>
          </p:cNvPr>
          <p:cNvSpPr>
            <a:spLocks noGrp="1"/>
          </p:cNvSpPr>
          <p:nvPr>
            <p:ph type="sldNum" sz="quarter" idx="4"/>
          </p:nvPr>
        </p:nvSpPr>
        <p:spPr/>
        <p:txBody>
          <a:bodyPr/>
          <a:lstStyle/>
          <a:p>
            <a:fld id="{6EC4605C-D4BC-457C-A820-CB9DC8935472}" type="slidenum">
              <a:rPr kumimoji="1" lang="ja-JP" altLang="en-US" smtClean="0"/>
              <a:pPr/>
              <a:t>7</a:t>
            </a:fld>
            <a:endParaRPr kumimoji="1" lang="ja-JP" altLang="en-US" sz="1200"/>
          </a:p>
        </p:txBody>
      </p:sp>
      <p:sp>
        <p:nvSpPr>
          <p:cNvPr id="8" name="テキスト プレースホルダー 7">
            <a:extLst>
              <a:ext uri="{FF2B5EF4-FFF2-40B4-BE49-F238E27FC236}">
                <a16:creationId xmlns:a16="http://schemas.microsoft.com/office/drawing/2014/main" id="{DC47DB6E-DE5F-461B-8DA6-D7E7BFB3D9CA}"/>
              </a:ext>
            </a:extLst>
          </p:cNvPr>
          <p:cNvSpPr>
            <a:spLocks noGrp="1"/>
          </p:cNvSpPr>
          <p:nvPr>
            <p:ph type="body" sz="quarter" idx="15"/>
          </p:nvPr>
        </p:nvSpPr>
        <p:spPr>
          <a:xfrm>
            <a:off x="463549" y="1023815"/>
            <a:ext cx="7177471" cy="1271220"/>
          </a:xfrm>
        </p:spPr>
        <p:txBody>
          <a:bodyPr/>
          <a:lstStyle/>
          <a:p>
            <a:pPr marL="387350" indent="-285750">
              <a:buFont typeface="Arial" panose="020B0604020202020204" pitchFamily="34" charset="0"/>
              <a:buChar char="•"/>
            </a:pPr>
            <a:r>
              <a:rPr lang="ja-JP" altLang="en-US" sz="1200" b="1" dirty="0"/>
              <a:t>クラスの中に書けるものは「フィールド」と「メソッド」</a:t>
            </a:r>
            <a:endParaRPr lang="en-US" altLang="ja-JP" sz="1200" b="1" dirty="0"/>
          </a:p>
          <a:p>
            <a:pPr marL="387350" indent="-285750">
              <a:buFont typeface="Arial" panose="020B0604020202020204" pitchFamily="34" charset="0"/>
              <a:buChar char="•"/>
            </a:pPr>
            <a:r>
              <a:rPr lang="ja-JP" altLang="en-US" sz="1200" dirty="0"/>
              <a:t>箱には「変数」と「フィールド」の</a:t>
            </a:r>
            <a:r>
              <a:rPr lang="en-US" altLang="ja-JP" sz="1200" dirty="0"/>
              <a:t>2</a:t>
            </a:r>
            <a:r>
              <a:rPr lang="ja-JP" altLang="en-US" sz="1200" dirty="0"/>
              <a:t>種類があり、宣言する場所が違う</a:t>
            </a:r>
            <a:endParaRPr lang="en-US" altLang="ja-JP" sz="1200" dirty="0"/>
          </a:p>
          <a:p>
            <a:pPr marL="387350" indent="-285750">
              <a:buFont typeface="Arial" panose="020B0604020202020204" pitchFamily="34" charset="0"/>
              <a:buChar char="•"/>
            </a:pPr>
            <a:r>
              <a:rPr lang="ja-JP" altLang="en-US" sz="1200" b="1" dirty="0"/>
              <a:t>自分自身のインスタンスの中のものを指定するときは「</a:t>
            </a:r>
            <a:r>
              <a:rPr lang="en-US" altLang="ja-JP" sz="1200" b="1" dirty="0"/>
              <a:t>this.</a:t>
            </a:r>
            <a:r>
              <a:rPr lang="ja-JP" altLang="en-US" sz="1200" b="1" dirty="0"/>
              <a:t>」をつける</a:t>
            </a:r>
          </a:p>
          <a:p>
            <a:pPr marL="387350" indent="-285750">
              <a:buFont typeface="Arial" panose="020B0604020202020204" pitchFamily="34" charset="0"/>
              <a:buChar char="•"/>
            </a:pPr>
            <a:r>
              <a:rPr lang="ja-JP" altLang="en-US" sz="1200" b="1" dirty="0"/>
              <a:t>クラス名は先頭を大文字で書く慣習がある</a:t>
            </a:r>
            <a:endParaRPr lang="en-US" altLang="ja-JP" sz="1200" b="1" dirty="0"/>
          </a:p>
        </p:txBody>
      </p:sp>
      <p:sp>
        <p:nvSpPr>
          <p:cNvPr id="9" name="テキスト プレースホルダー 8">
            <a:extLst>
              <a:ext uri="{FF2B5EF4-FFF2-40B4-BE49-F238E27FC236}">
                <a16:creationId xmlns:a16="http://schemas.microsoft.com/office/drawing/2014/main" id="{3B4B4B26-E1BE-4F2F-85DB-B4EB50CCB2D1}"/>
              </a:ext>
            </a:extLst>
          </p:cNvPr>
          <p:cNvSpPr>
            <a:spLocks noGrp="1"/>
          </p:cNvSpPr>
          <p:nvPr>
            <p:ph type="body" sz="quarter" idx="16"/>
          </p:nvPr>
        </p:nvSpPr>
        <p:spPr/>
        <p:txBody>
          <a:bodyPr/>
          <a:lstStyle/>
          <a:p>
            <a:endParaRPr lang="ja-JP" altLang="en-US"/>
          </a:p>
        </p:txBody>
      </p:sp>
      <p:sp>
        <p:nvSpPr>
          <p:cNvPr id="15" name="テキスト プレースホルダー 4">
            <a:extLst>
              <a:ext uri="{FF2B5EF4-FFF2-40B4-BE49-F238E27FC236}">
                <a16:creationId xmlns:a16="http://schemas.microsoft.com/office/drawing/2014/main" id="{04739463-A1A9-424A-9DD2-969D3E724B50}"/>
              </a:ext>
            </a:extLst>
          </p:cNvPr>
          <p:cNvSpPr>
            <a:spLocks noGrp="1"/>
          </p:cNvSpPr>
          <p:nvPr>
            <p:ph type="body" sz="quarter" idx="14"/>
          </p:nvPr>
        </p:nvSpPr>
        <p:spPr>
          <a:xfrm>
            <a:off x="462875" y="2420079"/>
            <a:ext cx="8216900" cy="2364009"/>
          </a:xfrm>
        </p:spPr>
        <p:txBody>
          <a:bodyPr/>
          <a:lstStyle/>
          <a:p>
            <a:pPr marL="96838" indent="0">
              <a:buNone/>
            </a:pPr>
            <a:r>
              <a:rPr lang="ja-JP" altLang="en-US" dirty="0"/>
              <a:t>受講生のインスタンスを作るために、受講生の雛型を作ることから考えましょう。</a:t>
            </a:r>
          </a:p>
          <a:p>
            <a:pPr marL="96838" indent="0">
              <a:buNone/>
            </a:pPr>
            <a:r>
              <a:rPr lang="ja-JP" altLang="en-US" dirty="0"/>
              <a:t>履歴書の用紙にはどの企業も必要だと思っている共通項目が印刷されています。</a:t>
            </a:r>
          </a:p>
          <a:p>
            <a:pPr marL="96838" indent="0">
              <a:buNone/>
            </a:pPr>
            <a:r>
              <a:rPr lang="ja-JP" altLang="en-US" dirty="0"/>
              <a:t>受講生の雛型を考えるには受講生に共通することがらをリストアップしてみましょう。</a:t>
            </a:r>
            <a:endParaRPr kumimoji="1" lang="ja-JP" altLang="en-US" dirty="0"/>
          </a:p>
        </p:txBody>
      </p:sp>
    </p:spTree>
    <p:extLst>
      <p:ext uri="{BB962C8B-B14F-4D97-AF65-F5344CB8AC3E}">
        <p14:creationId xmlns:p14="http://schemas.microsoft.com/office/powerpoint/2010/main" val="82601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受講生の雛型を作る</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8</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p:txBody>
          <a:bodyPr/>
          <a:lstStyle/>
          <a:p>
            <a:pPr marL="96838" indent="0">
              <a:buNone/>
            </a:pPr>
            <a:r>
              <a:rPr lang="ja-JP" altLang="en-US" dirty="0"/>
              <a:t>いかがでしょうか。受講生に共通することというのはたくさんありますね。</a:t>
            </a:r>
          </a:p>
          <a:p>
            <a:pPr marL="96838" indent="0">
              <a:buNone/>
            </a:pPr>
            <a:endParaRPr lang="ja-JP" altLang="en-US" dirty="0"/>
          </a:p>
          <a:p>
            <a:pPr marL="96838" indent="0">
              <a:buNone/>
            </a:pPr>
            <a:r>
              <a:rPr lang="ja-JP" altLang="en-US" dirty="0"/>
              <a:t>　　　　・所属している企業名がある</a:t>
            </a:r>
          </a:p>
          <a:p>
            <a:pPr marL="96838" indent="0">
              <a:buNone/>
            </a:pPr>
            <a:r>
              <a:rPr lang="ja-JP" altLang="en-US" dirty="0"/>
              <a:t>　　　　・氏名がある</a:t>
            </a:r>
          </a:p>
          <a:p>
            <a:pPr marL="96838" indent="0">
              <a:buNone/>
            </a:pPr>
            <a:r>
              <a:rPr lang="ja-JP" altLang="en-US" dirty="0"/>
              <a:t>　　　　・自己紹介をする</a:t>
            </a:r>
          </a:p>
          <a:p>
            <a:pPr marL="96838" indent="0">
              <a:buNone/>
            </a:pPr>
            <a:r>
              <a:rPr lang="ja-JP" altLang="en-US" dirty="0"/>
              <a:t>　　　　・勉強する</a:t>
            </a:r>
          </a:p>
          <a:p>
            <a:pPr marL="96838" indent="0">
              <a:buNone/>
            </a:pPr>
            <a:r>
              <a:rPr lang="ja-JP" altLang="en-US" dirty="0"/>
              <a:t>　　　　・わからないことを質問する</a:t>
            </a:r>
          </a:p>
          <a:p>
            <a:pPr marL="96838" indent="0">
              <a:buNone/>
            </a:pPr>
            <a:r>
              <a:rPr lang="ja-JP" altLang="en-US" dirty="0"/>
              <a:t>　　　　　　　　　　　　　　　などなど</a:t>
            </a:r>
            <a:endParaRPr lang="en-US" altLang="ja-JP" dirty="0"/>
          </a:p>
          <a:p>
            <a:pPr marL="96838" indent="0">
              <a:buNone/>
            </a:pPr>
            <a:endParaRPr lang="en-US" altLang="ja-JP" dirty="0"/>
          </a:p>
          <a:p>
            <a:pPr marL="96838" indent="0">
              <a:buNone/>
            </a:pPr>
            <a:r>
              <a:rPr lang="ja-JP" altLang="en-US" dirty="0"/>
              <a:t>これらのうち、「企業名」や「氏名」は</a:t>
            </a:r>
            <a:r>
              <a:rPr lang="ja-JP" altLang="en-US" b="1" dirty="0">
                <a:solidFill>
                  <a:srgbClr val="C00000"/>
                </a:solidFill>
              </a:rPr>
              <a:t>データ</a:t>
            </a:r>
            <a:r>
              <a:rPr lang="ja-JP" altLang="en-US" dirty="0"/>
              <a:t>ですよね。</a:t>
            </a:r>
          </a:p>
          <a:p>
            <a:pPr marL="96838" indent="0">
              <a:buNone/>
            </a:pPr>
            <a:r>
              <a:rPr lang="ja-JP" altLang="en-US" dirty="0"/>
              <a:t>一方、「自己紹介する」「勉強する」「質問する」は</a:t>
            </a:r>
            <a:r>
              <a:rPr lang="ja-JP" altLang="en-US" b="1" dirty="0">
                <a:solidFill>
                  <a:srgbClr val="C00000"/>
                </a:solidFill>
              </a:rPr>
              <a:t>動作</a:t>
            </a:r>
            <a:r>
              <a:rPr lang="ja-JP" altLang="en-US" dirty="0"/>
              <a:t>です。</a:t>
            </a:r>
          </a:p>
          <a:p>
            <a:pPr marL="96838" indent="0">
              <a:buNone/>
            </a:pPr>
            <a:r>
              <a:rPr lang="ja-JP" altLang="en-US" dirty="0"/>
              <a:t>どうやらデータと動作の</a:t>
            </a:r>
            <a:r>
              <a:rPr lang="en-US" altLang="ja-JP" dirty="0"/>
              <a:t>2</a:t>
            </a:r>
            <a:r>
              <a:rPr lang="ja-JP" altLang="en-US" dirty="0"/>
              <a:t>つに分類されるようです。</a:t>
            </a:r>
            <a:br>
              <a:rPr lang="en-US" altLang="ja-JP" dirty="0"/>
            </a:br>
            <a:r>
              <a:rPr lang="ja-JP" altLang="en-US" dirty="0"/>
              <a:t>プログラムの世界では雛型の中の</a:t>
            </a:r>
            <a:r>
              <a:rPr lang="ja-JP" altLang="en-US" b="1" dirty="0">
                <a:solidFill>
                  <a:srgbClr val="C00000"/>
                </a:solidFill>
              </a:rPr>
              <a:t>データのことを属性</a:t>
            </a:r>
            <a:r>
              <a:rPr lang="ja-JP" altLang="en-US" dirty="0"/>
              <a:t>、</a:t>
            </a:r>
            <a:r>
              <a:rPr lang="ja-JP" altLang="en-US" b="1" dirty="0">
                <a:solidFill>
                  <a:srgbClr val="C00000"/>
                </a:solidFill>
              </a:rPr>
              <a:t>動作のことを操作</a:t>
            </a:r>
            <a:r>
              <a:rPr lang="ja-JP" altLang="en-US" dirty="0"/>
              <a:t>、と呼びます。</a:t>
            </a:r>
          </a:p>
        </p:txBody>
      </p:sp>
      <p:pic>
        <p:nvPicPr>
          <p:cNvPr id="3" name="図 2" descr="部屋, テーブル, コンピュータ が含まれている画像&#10;&#10;自動的に生成された説明">
            <a:extLst>
              <a:ext uri="{FF2B5EF4-FFF2-40B4-BE49-F238E27FC236}">
                <a16:creationId xmlns:a16="http://schemas.microsoft.com/office/drawing/2014/main" id="{C3F0937F-B4FC-43CE-A234-E12728978E7A}"/>
              </a:ext>
            </a:extLst>
          </p:cNvPr>
          <p:cNvPicPr>
            <a:picLocks noChangeAspect="1"/>
          </p:cNvPicPr>
          <p:nvPr/>
        </p:nvPicPr>
        <p:blipFill>
          <a:blip r:embed="rId2"/>
          <a:stretch>
            <a:fillRect/>
          </a:stretch>
        </p:blipFill>
        <p:spPr>
          <a:xfrm>
            <a:off x="4468761" y="1396276"/>
            <a:ext cx="1433051" cy="1425886"/>
          </a:xfrm>
          <a:prstGeom prst="rect">
            <a:avLst/>
          </a:prstGeom>
        </p:spPr>
      </p:pic>
      <p:pic>
        <p:nvPicPr>
          <p:cNvPr id="9" name="図 8" descr="モニター, 画面 が含まれている画像&#10;&#10;自動的に生成された説明">
            <a:extLst>
              <a:ext uri="{FF2B5EF4-FFF2-40B4-BE49-F238E27FC236}">
                <a16:creationId xmlns:a16="http://schemas.microsoft.com/office/drawing/2014/main" id="{5B20AB3B-F258-486D-A287-ACA405851E91}"/>
              </a:ext>
            </a:extLst>
          </p:cNvPr>
          <p:cNvPicPr>
            <a:picLocks noChangeAspect="1"/>
          </p:cNvPicPr>
          <p:nvPr/>
        </p:nvPicPr>
        <p:blipFill>
          <a:blip r:embed="rId3"/>
          <a:stretch>
            <a:fillRect/>
          </a:stretch>
        </p:blipFill>
        <p:spPr>
          <a:xfrm>
            <a:off x="7978602" y="1481596"/>
            <a:ext cx="701173" cy="1027778"/>
          </a:xfrm>
          <a:prstGeom prst="rect">
            <a:avLst/>
          </a:prstGeom>
        </p:spPr>
      </p:pic>
      <p:pic>
        <p:nvPicPr>
          <p:cNvPr id="11" name="図 10" descr="部屋 が含まれている画像&#10;&#10;自動的に生成された説明">
            <a:extLst>
              <a:ext uri="{FF2B5EF4-FFF2-40B4-BE49-F238E27FC236}">
                <a16:creationId xmlns:a16="http://schemas.microsoft.com/office/drawing/2014/main" id="{BF2251F1-7B52-4E47-9FD5-FE4C25C74B7A}"/>
              </a:ext>
            </a:extLst>
          </p:cNvPr>
          <p:cNvPicPr>
            <a:picLocks noChangeAspect="1"/>
          </p:cNvPicPr>
          <p:nvPr/>
        </p:nvPicPr>
        <p:blipFill>
          <a:blip r:embed="rId4"/>
          <a:stretch>
            <a:fillRect/>
          </a:stretch>
        </p:blipFill>
        <p:spPr>
          <a:xfrm>
            <a:off x="6372418" y="1481596"/>
            <a:ext cx="1135577" cy="1090154"/>
          </a:xfrm>
          <a:prstGeom prst="rect">
            <a:avLst/>
          </a:prstGeom>
        </p:spPr>
      </p:pic>
    </p:spTree>
    <p:extLst>
      <p:ext uri="{BB962C8B-B14F-4D97-AF65-F5344CB8AC3E}">
        <p14:creationId xmlns:p14="http://schemas.microsoft.com/office/powerpoint/2010/main" val="3676170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受講生の雛型を作る</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9</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p:txBody>
          <a:bodyPr/>
          <a:lstStyle/>
          <a:p>
            <a:pPr marL="96838" indent="0">
              <a:buNone/>
            </a:pPr>
            <a:r>
              <a:rPr lang="ja-JP" altLang="en-US" dirty="0"/>
              <a:t>プログラムではインスタンスを作る雛型のことを</a:t>
            </a:r>
            <a:r>
              <a:rPr lang="ja-JP" altLang="en-US" b="1" dirty="0">
                <a:solidFill>
                  <a:srgbClr val="C00000"/>
                </a:solidFill>
              </a:rPr>
              <a:t>クラス</a:t>
            </a:r>
            <a:r>
              <a:rPr lang="ja-JP" altLang="en-US" dirty="0"/>
              <a:t>と呼びます。</a:t>
            </a:r>
            <a:endParaRPr lang="en-US" altLang="ja-JP" dirty="0"/>
          </a:p>
          <a:p>
            <a:pPr marL="96838" indent="0">
              <a:buNone/>
            </a:pPr>
            <a:r>
              <a:rPr lang="ja-JP" altLang="en-US" dirty="0"/>
              <a:t>では、受講生の雛型になる</a:t>
            </a:r>
            <a:r>
              <a:rPr lang="en-US" altLang="ja-JP" dirty="0"/>
              <a:t>Student</a:t>
            </a:r>
            <a:r>
              <a:rPr lang="ja-JP" altLang="en-US" dirty="0"/>
              <a:t>クラスを実際に作ることにします。</a:t>
            </a:r>
            <a:endParaRPr lang="en-US" altLang="ja-JP" dirty="0"/>
          </a:p>
          <a:p>
            <a:pPr marL="96838" indent="0">
              <a:buNone/>
            </a:pPr>
            <a:r>
              <a:rPr lang="en-US" altLang="ja-JP" dirty="0"/>
              <a:t>Hello</a:t>
            </a:r>
            <a:r>
              <a:rPr lang="ja-JP" altLang="en-US" dirty="0"/>
              <a:t>クラスは「</a:t>
            </a:r>
            <a:r>
              <a:rPr lang="en-US" altLang="ja-JP" dirty="0"/>
              <a:t>Hello.java</a:t>
            </a:r>
            <a:r>
              <a:rPr lang="ja-JP" altLang="en-US" dirty="0"/>
              <a:t>」というファイルに作ったのと同様、</a:t>
            </a:r>
            <a:r>
              <a:rPr lang="en-US" altLang="ja-JP" dirty="0"/>
              <a:t>Student</a:t>
            </a:r>
            <a:r>
              <a:rPr lang="ja-JP" altLang="en-US" dirty="0"/>
              <a:t>クラスとする「</a:t>
            </a:r>
            <a:r>
              <a:rPr lang="en-US" altLang="ja-JP" dirty="0"/>
              <a:t>Student.java</a:t>
            </a:r>
            <a:r>
              <a:rPr lang="ja-JP" altLang="en-US" dirty="0"/>
              <a:t>」というファイルを作成し、以下のように入力してみましょう。</a:t>
            </a:r>
          </a:p>
        </p:txBody>
      </p:sp>
      <p:sp>
        <p:nvSpPr>
          <p:cNvPr id="13" name="Google Shape;172;p19">
            <a:extLst>
              <a:ext uri="{FF2B5EF4-FFF2-40B4-BE49-F238E27FC236}">
                <a16:creationId xmlns:a16="http://schemas.microsoft.com/office/drawing/2014/main" id="{64D20F95-2730-4559-BB26-9E8E764B6B36}"/>
              </a:ext>
            </a:extLst>
          </p:cNvPr>
          <p:cNvSpPr/>
          <p:nvPr/>
        </p:nvSpPr>
        <p:spPr>
          <a:xfrm>
            <a:off x="759542" y="1998909"/>
            <a:ext cx="7990860" cy="2513700"/>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2400" b="1" dirty="0">
                <a:solidFill>
                  <a:schemeClr val="dk1"/>
                </a:solidFill>
                <a:cs typeface="MS Gothic"/>
                <a:sym typeface="MS Gothic"/>
              </a:rPr>
              <a:t>public class </a:t>
            </a:r>
            <a:r>
              <a:rPr lang="en-US" altLang="ja-JP" sz="2400" b="1" dirty="0">
                <a:solidFill>
                  <a:schemeClr val="dk1"/>
                </a:solidFill>
                <a:cs typeface="MS Gothic"/>
                <a:sym typeface="MS Gothic"/>
              </a:rPr>
              <a:t>Student</a:t>
            </a:r>
            <a:r>
              <a:rPr lang="ja-JP" sz="2400" b="1" dirty="0">
                <a:solidFill>
                  <a:schemeClr val="dk1"/>
                </a:solidFill>
                <a:cs typeface="MS Gothic"/>
                <a:sym typeface="MS Gothic"/>
              </a:rPr>
              <a:t> {</a:t>
            </a:r>
            <a:endParaRPr lang="en-US" altLang="ja-JP" sz="2400" b="1" dirty="0">
              <a:solidFill>
                <a:schemeClr val="dk1"/>
              </a:solidFill>
              <a:cs typeface="MS Gothic"/>
              <a:sym typeface="MS Gothic"/>
            </a:endParaRPr>
          </a:p>
          <a:p>
            <a:r>
              <a:rPr lang="ja-JP" sz="2400" b="1" dirty="0">
                <a:solidFill>
                  <a:schemeClr val="dk1"/>
                </a:solidFill>
                <a:cs typeface="MS Gothic"/>
                <a:sym typeface="MS Gothic"/>
              </a:rPr>
              <a:t>}</a:t>
            </a:r>
            <a:endParaRPr sz="2400" b="1" dirty="0">
              <a:solidFill>
                <a:schemeClr val="dk1"/>
              </a:solidFill>
              <a:cs typeface="MS Gothic"/>
              <a:sym typeface="MS Gothic"/>
            </a:endParaRPr>
          </a:p>
        </p:txBody>
      </p:sp>
    </p:spTree>
    <p:extLst>
      <p:ext uri="{BB962C8B-B14F-4D97-AF65-F5344CB8AC3E}">
        <p14:creationId xmlns:p14="http://schemas.microsoft.com/office/powerpoint/2010/main" val="2814305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受講生の雛型を作る</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10</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p:txBody>
          <a:bodyPr/>
          <a:lstStyle/>
          <a:p>
            <a:pPr marL="96838" indent="0">
              <a:buNone/>
            </a:pPr>
            <a:r>
              <a:rPr lang="ja-JP" altLang="en-US" dirty="0"/>
              <a:t>前のページは雛型といっても真っ白な紙と同じで何もありません。</a:t>
            </a:r>
          </a:p>
          <a:p>
            <a:pPr marL="96838" indent="0">
              <a:buNone/>
            </a:pPr>
            <a:r>
              <a:rPr lang="ja-JP" altLang="en-US" dirty="0"/>
              <a:t>まずはクラスの中に</a:t>
            </a:r>
            <a:r>
              <a:rPr lang="ja-JP" altLang="en-US" b="1" dirty="0">
                <a:solidFill>
                  <a:srgbClr val="C00000"/>
                </a:solidFill>
              </a:rPr>
              <a:t>データ</a:t>
            </a:r>
            <a:r>
              <a:rPr lang="en-US" altLang="ja-JP" b="1" dirty="0">
                <a:solidFill>
                  <a:srgbClr val="C00000"/>
                </a:solidFill>
              </a:rPr>
              <a:t>(</a:t>
            </a:r>
            <a:r>
              <a:rPr lang="ja-JP" altLang="en-US" b="1" dirty="0">
                <a:solidFill>
                  <a:srgbClr val="C00000"/>
                </a:solidFill>
              </a:rPr>
              <a:t>属性</a:t>
            </a:r>
            <a:r>
              <a:rPr lang="en-US" altLang="ja-JP" b="1" dirty="0">
                <a:solidFill>
                  <a:srgbClr val="C00000"/>
                </a:solidFill>
              </a:rPr>
              <a:t>)</a:t>
            </a:r>
            <a:r>
              <a:rPr lang="ja-JP" altLang="en-US" dirty="0"/>
              <a:t>を作ることにします。コンピュータはデータを保存する箱がないと覚えていられないのでしたね。そのため、箱を作ります。ここでは氏名と年齢の箱を作ることにします。</a:t>
            </a:r>
          </a:p>
        </p:txBody>
      </p:sp>
      <p:sp>
        <p:nvSpPr>
          <p:cNvPr id="10" name="Google Shape;172;p19">
            <a:extLst>
              <a:ext uri="{FF2B5EF4-FFF2-40B4-BE49-F238E27FC236}">
                <a16:creationId xmlns:a16="http://schemas.microsoft.com/office/drawing/2014/main" id="{03E5262E-27F9-4F15-AA97-48369C097390}"/>
              </a:ext>
            </a:extLst>
          </p:cNvPr>
          <p:cNvSpPr/>
          <p:nvPr/>
        </p:nvSpPr>
        <p:spPr>
          <a:xfrm>
            <a:off x="759542" y="1832939"/>
            <a:ext cx="7990860" cy="2513700"/>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2400" b="1" dirty="0">
                <a:solidFill>
                  <a:schemeClr val="dk1"/>
                </a:solidFill>
                <a:cs typeface="MS Gothic"/>
                <a:sym typeface="MS Gothic"/>
              </a:rPr>
              <a:t>public class </a:t>
            </a:r>
            <a:r>
              <a:rPr lang="en-US" altLang="ja-JP" sz="2400" b="1" dirty="0">
                <a:solidFill>
                  <a:schemeClr val="dk1"/>
                </a:solidFill>
                <a:cs typeface="MS Gothic"/>
                <a:sym typeface="MS Gothic"/>
              </a:rPr>
              <a:t>Student</a:t>
            </a:r>
            <a:r>
              <a:rPr lang="ja-JP" sz="2400" b="1" dirty="0">
                <a:solidFill>
                  <a:schemeClr val="dk1"/>
                </a:solidFill>
                <a:cs typeface="MS Gothic"/>
                <a:sym typeface="MS Gothic"/>
              </a:rPr>
              <a:t> {</a:t>
            </a:r>
            <a:endParaRPr lang="en-US" altLang="ja-JP" sz="2400" b="1" dirty="0">
              <a:solidFill>
                <a:schemeClr val="dk1"/>
              </a:solidFill>
              <a:cs typeface="MS Gothic"/>
              <a:sym typeface="MS Gothic"/>
            </a:endParaRPr>
          </a:p>
          <a:p>
            <a:r>
              <a:rPr lang="ja-JP" altLang="en-US" sz="2400" b="1" dirty="0">
                <a:solidFill>
                  <a:schemeClr val="dk1"/>
                </a:solidFill>
                <a:cs typeface="MS Gothic"/>
                <a:sym typeface="MS Gothic"/>
              </a:rPr>
              <a:t>    </a:t>
            </a:r>
            <a:r>
              <a:rPr lang="en-US" altLang="ja-JP" sz="2400" b="1" dirty="0">
                <a:solidFill>
                  <a:schemeClr val="dk1"/>
                </a:solidFill>
                <a:cs typeface="MS Gothic"/>
                <a:sym typeface="MS Gothic"/>
              </a:rPr>
              <a:t>String</a:t>
            </a:r>
            <a:r>
              <a:rPr lang="ja-JP" altLang="en-US" sz="2400" b="1" dirty="0">
                <a:solidFill>
                  <a:schemeClr val="dk1"/>
                </a:solidFill>
                <a:cs typeface="MS Gothic"/>
                <a:sym typeface="MS Gothic"/>
              </a:rPr>
              <a:t> </a:t>
            </a:r>
            <a:r>
              <a:rPr lang="en-US" altLang="ja-JP" sz="2400" b="1" dirty="0">
                <a:solidFill>
                  <a:schemeClr val="dk1"/>
                </a:solidFill>
                <a:cs typeface="MS Gothic"/>
                <a:sym typeface="MS Gothic"/>
              </a:rPr>
              <a:t>name;</a:t>
            </a:r>
            <a:r>
              <a:rPr lang="ja-JP" altLang="en-US" sz="2400" b="1" dirty="0">
                <a:solidFill>
                  <a:schemeClr val="dk1"/>
                </a:solidFill>
                <a:cs typeface="MS Gothic"/>
                <a:sym typeface="MS Gothic"/>
              </a:rPr>
              <a:t>   </a:t>
            </a:r>
            <a:r>
              <a:rPr lang="en-US" altLang="ja-JP" sz="2400" b="1" dirty="0">
                <a:solidFill>
                  <a:schemeClr val="dk1"/>
                </a:solidFill>
                <a:cs typeface="MS Gothic"/>
                <a:sym typeface="MS Gothic"/>
              </a:rPr>
              <a:t>//</a:t>
            </a:r>
            <a:r>
              <a:rPr lang="ja-JP" altLang="en-US" sz="2400" b="1" dirty="0">
                <a:solidFill>
                  <a:schemeClr val="dk1"/>
                </a:solidFill>
                <a:cs typeface="MS Gothic"/>
                <a:sym typeface="MS Gothic"/>
              </a:rPr>
              <a:t> 氏名</a:t>
            </a:r>
            <a:endParaRPr lang="en-US" altLang="ja-JP" sz="2400" b="1" dirty="0">
              <a:solidFill>
                <a:schemeClr val="dk1"/>
              </a:solidFill>
              <a:cs typeface="MS Gothic"/>
              <a:sym typeface="MS Gothic"/>
            </a:endParaRPr>
          </a:p>
          <a:p>
            <a:r>
              <a:rPr lang="ja-JP" altLang="en-US" sz="2400" b="1" dirty="0">
                <a:solidFill>
                  <a:schemeClr val="dk1"/>
                </a:solidFill>
                <a:cs typeface="MS Gothic"/>
                <a:sym typeface="MS Gothic"/>
              </a:rPr>
              <a:t>    </a:t>
            </a:r>
            <a:r>
              <a:rPr lang="en-US" altLang="ja-JP" sz="2400" b="1" dirty="0">
                <a:solidFill>
                  <a:schemeClr val="dk1"/>
                </a:solidFill>
                <a:cs typeface="MS Gothic"/>
                <a:sym typeface="MS Gothic"/>
              </a:rPr>
              <a:t>int</a:t>
            </a:r>
            <a:r>
              <a:rPr lang="ja-JP" altLang="en-US" sz="2400" b="1" dirty="0">
                <a:solidFill>
                  <a:schemeClr val="dk1"/>
                </a:solidFill>
                <a:cs typeface="MS Gothic"/>
                <a:sym typeface="MS Gothic"/>
              </a:rPr>
              <a:t> </a:t>
            </a:r>
            <a:r>
              <a:rPr lang="en-US" altLang="ja-JP" sz="2400" b="1" dirty="0">
                <a:solidFill>
                  <a:schemeClr val="dk1"/>
                </a:solidFill>
                <a:cs typeface="MS Gothic"/>
                <a:sym typeface="MS Gothic"/>
              </a:rPr>
              <a:t>age;</a:t>
            </a:r>
            <a:r>
              <a:rPr lang="ja-JP" altLang="en-US" sz="2400" b="1" dirty="0">
                <a:solidFill>
                  <a:schemeClr val="dk1"/>
                </a:solidFill>
                <a:cs typeface="MS Gothic"/>
                <a:sym typeface="MS Gothic"/>
              </a:rPr>
              <a:t>       </a:t>
            </a:r>
            <a:r>
              <a:rPr lang="en-US" altLang="ja-JP" sz="2400" b="1" dirty="0">
                <a:solidFill>
                  <a:schemeClr val="dk1"/>
                </a:solidFill>
                <a:cs typeface="MS Gothic"/>
                <a:sym typeface="MS Gothic"/>
              </a:rPr>
              <a:t>//</a:t>
            </a:r>
            <a:r>
              <a:rPr lang="ja-JP" altLang="en-US" sz="2400" b="1" dirty="0">
                <a:solidFill>
                  <a:schemeClr val="dk1"/>
                </a:solidFill>
                <a:cs typeface="MS Gothic"/>
                <a:sym typeface="MS Gothic"/>
              </a:rPr>
              <a:t> 年齢</a:t>
            </a:r>
          </a:p>
          <a:p>
            <a:r>
              <a:rPr lang="ja-JP" sz="2400" b="1" dirty="0">
                <a:solidFill>
                  <a:schemeClr val="dk1"/>
                </a:solidFill>
                <a:cs typeface="MS Gothic"/>
                <a:sym typeface="MS Gothic"/>
              </a:rPr>
              <a:t>}</a:t>
            </a:r>
            <a:endParaRPr sz="2400" b="1" dirty="0">
              <a:solidFill>
                <a:schemeClr val="dk1"/>
              </a:solidFill>
              <a:cs typeface="MS Gothic"/>
              <a:sym typeface="MS Gothic"/>
            </a:endParaRPr>
          </a:p>
        </p:txBody>
      </p:sp>
    </p:spTree>
    <p:extLst>
      <p:ext uri="{BB962C8B-B14F-4D97-AF65-F5344CB8AC3E}">
        <p14:creationId xmlns:p14="http://schemas.microsoft.com/office/powerpoint/2010/main" val="1098794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変数とフィールド</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11</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p:txBody>
          <a:bodyPr/>
          <a:lstStyle/>
          <a:p>
            <a:pPr marL="96838" indent="0">
              <a:buNone/>
            </a:pPr>
            <a:r>
              <a:rPr lang="ja-JP" altLang="en-US" dirty="0"/>
              <a:t>今回作った箱は変数の宣言と同じ書き方です。しかし、これは変数ではなく、</a:t>
            </a:r>
            <a:r>
              <a:rPr lang="ja-JP" altLang="en-US" b="1" dirty="0">
                <a:solidFill>
                  <a:srgbClr val="C00000"/>
                </a:solidFill>
              </a:rPr>
              <a:t>フィールド</a:t>
            </a:r>
            <a:r>
              <a:rPr lang="ja-JP" altLang="en-US" dirty="0"/>
              <a:t>と言います。</a:t>
            </a:r>
            <a:r>
              <a:rPr lang="ja-JP" altLang="en-US" b="1" dirty="0">
                <a:solidFill>
                  <a:srgbClr val="C00000"/>
                </a:solidFill>
              </a:rPr>
              <a:t>変数はメソッドの中で宣言</a:t>
            </a:r>
            <a:r>
              <a:rPr lang="ja-JP" altLang="en-US" dirty="0"/>
              <a:t>するものですが、</a:t>
            </a:r>
            <a:r>
              <a:rPr lang="ja-JP" altLang="en-US" b="1" dirty="0">
                <a:solidFill>
                  <a:srgbClr val="C00000"/>
                </a:solidFill>
              </a:rPr>
              <a:t>フィールドはメソッドの中で宣言していません</a:t>
            </a:r>
            <a:r>
              <a:rPr lang="ja-JP" altLang="en-US" dirty="0"/>
              <a:t>。</a:t>
            </a:r>
            <a:endParaRPr lang="en-US" altLang="ja-JP" dirty="0"/>
          </a:p>
          <a:p>
            <a:pPr marL="96838" indent="0">
              <a:buNone/>
            </a:pPr>
            <a:r>
              <a:rPr lang="en-US" altLang="ja-JP" dirty="0"/>
              <a:t>(</a:t>
            </a:r>
            <a:r>
              <a:rPr lang="ja-JP" altLang="en-US" dirty="0"/>
              <a:t>フィールドと違うことを強調したいとき、変数のことを</a:t>
            </a:r>
            <a:r>
              <a:rPr lang="ja-JP" altLang="en-US" b="1" dirty="0">
                <a:solidFill>
                  <a:srgbClr val="C00000"/>
                </a:solidFill>
              </a:rPr>
              <a:t>ローカル変数</a:t>
            </a:r>
            <a:r>
              <a:rPr lang="ja-JP" altLang="en-US" dirty="0"/>
              <a:t>と呼ぶこともあります</a:t>
            </a:r>
            <a:r>
              <a:rPr lang="en-US" altLang="ja-JP" dirty="0"/>
              <a:t>)</a:t>
            </a:r>
            <a:endParaRPr lang="ja-JP" altLang="en-US" dirty="0"/>
          </a:p>
        </p:txBody>
      </p:sp>
      <p:sp>
        <p:nvSpPr>
          <p:cNvPr id="10" name="Google Shape;172;p19">
            <a:extLst>
              <a:ext uri="{FF2B5EF4-FFF2-40B4-BE49-F238E27FC236}">
                <a16:creationId xmlns:a16="http://schemas.microsoft.com/office/drawing/2014/main" id="{03E5262E-27F9-4F15-AA97-48369C097390}"/>
              </a:ext>
            </a:extLst>
          </p:cNvPr>
          <p:cNvSpPr/>
          <p:nvPr/>
        </p:nvSpPr>
        <p:spPr>
          <a:xfrm>
            <a:off x="759542" y="1770309"/>
            <a:ext cx="2765323" cy="2513700"/>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b="1" dirty="0">
                <a:solidFill>
                  <a:schemeClr val="dk1"/>
                </a:solidFill>
                <a:cs typeface="MS Gothic"/>
                <a:sym typeface="MS Gothic"/>
              </a:rPr>
              <a:t>public class </a:t>
            </a:r>
            <a:r>
              <a:rPr lang="en-US" altLang="ja-JP" sz="1400" b="1" dirty="0">
                <a:solidFill>
                  <a:schemeClr val="dk1"/>
                </a:solidFill>
                <a:cs typeface="MS Gothic"/>
                <a:sym typeface="MS Gothic"/>
              </a:rPr>
              <a:t>Student</a:t>
            </a:r>
            <a:r>
              <a:rPr lang="ja-JP" sz="1400" b="1" dirty="0">
                <a:solidFill>
                  <a:schemeClr val="dk1"/>
                </a:solidFill>
                <a:cs typeface="MS Gothic"/>
                <a:sym typeface="MS Gothic"/>
              </a:rPr>
              <a:t> {</a:t>
            </a:r>
            <a:endParaRPr lang="en-US" altLang="ja-JP" sz="1400" b="1" dirty="0">
              <a:solidFill>
                <a:schemeClr val="dk1"/>
              </a:solidFill>
              <a:cs typeface="MS Gothic"/>
              <a:sym typeface="MS Gothic"/>
            </a:endParaRPr>
          </a:p>
          <a:p>
            <a:r>
              <a:rPr lang="ja-JP" altLang="en-US" sz="1400" b="1" dirty="0">
                <a:solidFill>
                  <a:schemeClr val="dk1"/>
                </a:solidFill>
                <a:cs typeface="MS Gothic"/>
                <a:sym typeface="MS Gothic"/>
              </a:rPr>
              <a:t>    </a:t>
            </a:r>
            <a:r>
              <a:rPr lang="en-US" altLang="ja-JP" sz="1400" b="1" dirty="0">
                <a:solidFill>
                  <a:schemeClr val="dk1"/>
                </a:solidFill>
                <a:cs typeface="MS Gothic"/>
                <a:sym typeface="MS Gothic"/>
              </a:rPr>
              <a:t>String</a:t>
            </a:r>
            <a:r>
              <a:rPr lang="ja-JP" altLang="en-US" sz="1400" b="1" dirty="0">
                <a:solidFill>
                  <a:schemeClr val="dk1"/>
                </a:solidFill>
                <a:cs typeface="MS Gothic"/>
                <a:sym typeface="MS Gothic"/>
              </a:rPr>
              <a:t> </a:t>
            </a:r>
            <a:r>
              <a:rPr lang="en-US" altLang="ja-JP" sz="1400" b="1" dirty="0">
                <a:solidFill>
                  <a:srgbClr val="C00000"/>
                </a:solidFill>
                <a:cs typeface="MS Gothic"/>
                <a:sym typeface="MS Gothic"/>
              </a:rPr>
              <a:t>name</a:t>
            </a:r>
            <a:r>
              <a:rPr lang="en-US" altLang="ja-JP" sz="1400" b="1" dirty="0">
                <a:solidFill>
                  <a:schemeClr val="dk1"/>
                </a:solidFill>
                <a:cs typeface="MS Gothic"/>
                <a:sym typeface="MS Gothic"/>
              </a:rPr>
              <a:t>;</a:t>
            </a:r>
            <a:r>
              <a:rPr lang="ja-JP" altLang="en-US" sz="1400" b="1" dirty="0">
                <a:solidFill>
                  <a:schemeClr val="dk1"/>
                </a:solidFill>
                <a:cs typeface="MS Gothic"/>
                <a:sym typeface="MS Gothic"/>
              </a:rPr>
              <a:t>   </a:t>
            </a:r>
            <a:r>
              <a:rPr lang="en-US" altLang="ja-JP" sz="1400" b="1" dirty="0">
                <a:solidFill>
                  <a:schemeClr val="dk1"/>
                </a:solidFill>
                <a:cs typeface="MS Gothic"/>
                <a:sym typeface="MS Gothic"/>
              </a:rPr>
              <a:t>//</a:t>
            </a:r>
            <a:r>
              <a:rPr lang="ja-JP" altLang="en-US" sz="1400" b="1" dirty="0">
                <a:solidFill>
                  <a:schemeClr val="dk1"/>
                </a:solidFill>
                <a:cs typeface="MS Gothic"/>
                <a:sym typeface="MS Gothic"/>
              </a:rPr>
              <a:t> 氏名</a:t>
            </a:r>
            <a:endParaRPr lang="en-US" altLang="ja-JP" sz="1400" b="1" dirty="0">
              <a:solidFill>
                <a:schemeClr val="dk1"/>
              </a:solidFill>
              <a:cs typeface="MS Gothic"/>
              <a:sym typeface="MS Gothic"/>
            </a:endParaRPr>
          </a:p>
          <a:p>
            <a:r>
              <a:rPr lang="ja-JP" altLang="en-US" sz="1400" b="1" dirty="0">
                <a:solidFill>
                  <a:schemeClr val="dk1"/>
                </a:solidFill>
                <a:cs typeface="MS Gothic"/>
                <a:sym typeface="MS Gothic"/>
              </a:rPr>
              <a:t>    </a:t>
            </a:r>
            <a:r>
              <a:rPr lang="en-US" altLang="ja-JP" sz="1400" b="1" dirty="0">
                <a:solidFill>
                  <a:schemeClr val="dk1"/>
                </a:solidFill>
                <a:cs typeface="MS Gothic"/>
                <a:sym typeface="MS Gothic"/>
              </a:rPr>
              <a:t>int</a:t>
            </a:r>
            <a:r>
              <a:rPr lang="ja-JP" altLang="en-US" sz="1400" b="1" dirty="0">
                <a:solidFill>
                  <a:schemeClr val="dk1"/>
                </a:solidFill>
                <a:cs typeface="MS Gothic"/>
                <a:sym typeface="MS Gothic"/>
              </a:rPr>
              <a:t> </a:t>
            </a:r>
            <a:r>
              <a:rPr lang="en-US" altLang="ja-JP" sz="1400" b="1" dirty="0">
                <a:solidFill>
                  <a:srgbClr val="C00000"/>
                </a:solidFill>
                <a:cs typeface="MS Gothic"/>
                <a:sym typeface="MS Gothic"/>
              </a:rPr>
              <a:t>age</a:t>
            </a:r>
            <a:r>
              <a:rPr lang="en-US" altLang="ja-JP" sz="1400" b="1" dirty="0">
                <a:solidFill>
                  <a:schemeClr val="dk1"/>
                </a:solidFill>
                <a:cs typeface="MS Gothic"/>
                <a:sym typeface="MS Gothic"/>
              </a:rPr>
              <a:t>;</a:t>
            </a:r>
            <a:r>
              <a:rPr lang="ja-JP" altLang="en-US" sz="1400" b="1" dirty="0">
                <a:solidFill>
                  <a:schemeClr val="dk1"/>
                </a:solidFill>
                <a:cs typeface="MS Gothic"/>
                <a:sym typeface="MS Gothic"/>
              </a:rPr>
              <a:t>       </a:t>
            </a:r>
            <a:r>
              <a:rPr lang="en-US" altLang="ja-JP" sz="1400" b="1" dirty="0">
                <a:solidFill>
                  <a:schemeClr val="dk1"/>
                </a:solidFill>
                <a:cs typeface="MS Gothic"/>
                <a:sym typeface="MS Gothic"/>
              </a:rPr>
              <a:t>//</a:t>
            </a:r>
            <a:r>
              <a:rPr lang="ja-JP" altLang="en-US" sz="1400" b="1" dirty="0">
                <a:solidFill>
                  <a:schemeClr val="dk1"/>
                </a:solidFill>
                <a:cs typeface="MS Gothic"/>
                <a:sym typeface="MS Gothic"/>
              </a:rPr>
              <a:t> 年齢</a:t>
            </a:r>
          </a:p>
          <a:p>
            <a:r>
              <a:rPr lang="ja-JP" sz="1400" b="1" dirty="0">
                <a:solidFill>
                  <a:schemeClr val="dk1"/>
                </a:solidFill>
                <a:cs typeface="MS Gothic"/>
                <a:sym typeface="MS Gothic"/>
              </a:rPr>
              <a:t>}</a:t>
            </a:r>
            <a:endParaRPr sz="1400" b="1" dirty="0">
              <a:solidFill>
                <a:schemeClr val="dk1"/>
              </a:solidFill>
              <a:cs typeface="MS Gothic"/>
              <a:sym typeface="MS Gothic"/>
            </a:endParaRPr>
          </a:p>
        </p:txBody>
      </p:sp>
      <p:sp>
        <p:nvSpPr>
          <p:cNvPr id="9" name="Google Shape;172;p19">
            <a:extLst>
              <a:ext uri="{FF2B5EF4-FFF2-40B4-BE49-F238E27FC236}">
                <a16:creationId xmlns:a16="http://schemas.microsoft.com/office/drawing/2014/main" id="{426C4148-C10C-4228-8B7C-7C7347F227CA}"/>
              </a:ext>
            </a:extLst>
          </p:cNvPr>
          <p:cNvSpPr/>
          <p:nvPr/>
        </p:nvSpPr>
        <p:spPr>
          <a:xfrm>
            <a:off x="3945195" y="1770309"/>
            <a:ext cx="4667864" cy="2513700"/>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b="1" dirty="0">
                <a:solidFill>
                  <a:schemeClr val="dk1"/>
                </a:solidFill>
                <a:cs typeface="MS Gothic"/>
                <a:sym typeface="MS Gothic"/>
              </a:rPr>
              <a:t>public class </a:t>
            </a:r>
            <a:r>
              <a:rPr lang="en-US" altLang="ja-JP" sz="1400" b="1" dirty="0" err="1">
                <a:solidFill>
                  <a:schemeClr val="dk1"/>
                </a:solidFill>
                <a:cs typeface="MS Gothic"/>
                <a:sym typeface="MS Gothic"/>
              </a:rPr>
              <a:t>WhileSample</a:t>
            </a:r>
            <a:r>
              <a:rPr lang="en-US" altLang="ja-JP" sz="1400" b="1" dirty="0">
                <a:solidFill>
                  <a:schemeClr val="dk1"/>
                </a:solidFill>
                <a:cs typeface="MS Gothic"/>
                <a:sym typeface="MS Gothic"/>
              </a:rPr>
              <a:t> {</a:t>
            </a:r>
          </a:p>
          <a:p>
            <a:pPr marL="0" marR="0" lvl="0" indent="0" algn="l" rtl="0">
              <a:spcBef>
                <a:spcPts val="0"/>
              </a:spcBef>
              <a:spcAft>
                <a:spcPts val="0"/>
              </a:spcAft>
              <a:buNone/>
            </a:pPr>
            <a:r>
              <a:rPr lang="en-US" altLang="ja-JP" sz="1400" b="1" dirty="0">
                <a:solidFill>
                  <a:schemeClr val="dk1"/>
                </a:solidFill>
                <a:cs typeface="MS Gothic"/>
                <a:sym typeface="MS Gothic"/>
              </a:rPr>
              <a:t>    public static void </a:t>
            </a:r>
            <a:r>
              <a:rPr lang="en-US" altLang="ja-JP" sz="1400" b="1" dirty="0">
                <a:solidFill>
                  <a:srgbClr val="C00000"/>
                </a:solidFill>
                <a:cs typeface="MS Gothic"/>
                <a:sym typeface="MS Gothic"/>
              </a:rPr>
              <a:t>main</a:t>
            </a:r>
            <a:r>
              <a:rPr lang="en-US" altLang="ja-JP" sz="1400" b="1" dirty="0">
                <a:solidFill>
                  <a:schemeClr val="dk1"/>
                </a:solidFill>
                <a:cs typeface="MS Gothic"/>
                <a:sym typeface="MS Gothic"/>
              </a:rPr>
              <a:t>(String[] </a:t>
            </a:r>
            <a:r>
              <a:rPr lang="en-US" altLang="ja-JP" sz="1400" b="1" dirty="0" err="1">
                <a:solidFill>
                  <a:schemeClr val="dk1"/>
                </a:solidFill>
                <a:cs typeface="MS Gothic"/>
                <a:sym typeface="MS Gothic"/>
              </a:rPr>
              <a:t>args</a:t>
            </a:r>
            <a:r>
              <a:rPr lang="en-US" altLang="ja-JP" sz="1400" b="1" dirty="0">
                <a:solidFill>
                  <a:schemeClr val="dk1"/>
                </a:solidFill>
                <a:cs typeface="MS Gothic"/>
                <a:sym typeface="MS Gothic"/>
              </a:rPr>
              <a:t>) {</a:t>
            </a:r>
          </a:p>
          <a:p>
            <a:pPr marL="0" marR="0" lvl="0" indent="0" algn="l" rtl="0">
              <a:spcBef>
                <a:spcPts val="0"/>
              </a:spcBef>
              <a:spcAft>
                <a:spcPts val="0"/>
              </a:spcAft>
              <a:buNone/>
            </a:pPr>
            <a:r>
              <a:rPr lang="en-US" altLang="ja-JP" sz="1400" b="1" dirty="0">
                <a:solidFill>
                  <a:schemeClr val="dk1"/>
                </a:solidFill>
                <a:cs typeface="MS Gothic"/>
                <a:sym typeface="MS Gothic"/>
              </a:rPr>
              <a:t>        int </a:t>
            </a:r>
            <a:r>
              <a:rPr lang="en-US" altLang="ja-JP" sz="1400" b="1" dirty="0" err="1">
                <a:solidFill>
                  <a:srgbClr val="C00000"/>
                </a:solidFill>
                <a:cs typeface="MS Gothic"/>
                <a:sym typeface="MS Gothic"/>
              </a:rPr>
              <a:t>riceCake</a:t>
            </a:r>
            <a:r>
              <a:rPr lang="en-US" altLang="ja-JP" sz="1400" b="1" dirty="0">
                <a:solidFill>
                  <a:schemeClr val="dk1"/>
                </a:solidFill>
                <a:cs typeface="MS Gothic"/>
                <a:sym typeface="MS Gothic"/>
              </a:rPr>
              <a:t> = 5;</a:t>
            </a:r>
          </a:p>
          <a:p>
            <a:pPr marL="0" marR="0" lvl="0" indent="0" algn="l" rtl="0">
              <a:spcBef>
                <a:spcPts val="0"/>
              </a:spcBef>
              <a:spcAft>
                <a:spcPts val="0"/>
              </a:spcAft>
              <a:buNone/>
            </a:pPr>
            <a:r>
              <a:rPr lang="en-US" altLang="ja-JP" sz="1400" b="1" dirty="0">
                <a:solidFill>
                  <a:schemeClr val="dk1"/>
                </a:solidFill>
                <a:cs typeface="MS Gothic"/>
                <a:sym typeface="MS Gothic"/>
              </a:rPr>
              <a:t>        while (</a:t>
            </a:r>
            <a:r>
              <a:rPr lang="en-US" altLang="ja-JP" sz="1400" b="1" dirty="0" err="1">
                <a:solidFill>
                  <a:schemeClr val="dk1"/>
                </a:solidFill>
                <a:cs typeface="MS Gothic"/>
                <a:sym typeface="MS Gothic"/>
              </a:rPr>
              <a:t>riceCake</a:t>
            </a:r>
            <a:r>
              <a:rPr lang="en-US" altLang="ja-JP" sz="1400" b="1" dirty="0">
                <a:solidFill>
                  <a:schemeClr val="dk1"/>
                </a:solidFill>
                <a:cs typeface="MS Gothic"/>
                <a:sym typeface="MS Gothic"/>
              </a:rPr>
              <a:t> &gt; 0) {</a:t>
            </a:r>
          </a:p>
          <a:p>
            <a:pPr marL="0" marR="0" lvl="0" indent="0" algn="l" rtl="0">
              <a:spcBef>
                <a:spcPts val="0"/>
              </a:spcBef>
              <a:spcAft>
                <a:spcPts val="0"/>
              </a:spcAft>
              <a:buNone/>
            </a:pPr>
            <a:r>
              <a:rPr lang="en-US" altLang="ja-JP" sz="1400" b="1" dirty="0">
                <a:solidFill>
                  <a:schemeClr val="dk1"/>
                </a:solidFill>
                <a:cs typeface="MS Gothic"/>
                <a:sym typeface="MS Gothic"/>
              </a:rPr>
              <a:t>            </a:t>
            </a:r>
            <a:r>
              <a:rPr lang="en-US" altLang="ja-JP" sz="1400" b="1" dirty="0" err="1">
                <a:solidFill>
                  <a:schemeClr val="dk1"/>
                </a:solidFill>
                <a:cs typeface="MS Gothic"/>
                <a:sym typeface="MS Gothic"/>
              </a:rPr>
              <a:t>System.out.println</a:t>
            </a:r>
            <a:r>
              <a:rPr lang="en-US" altLang="ja-JP" sz="1400" b="1" dirty="0">
                <a:solidFill>
                  <a:schemeClr val="dk1"/>
                </a:solidFill>
                <a:cs typeface="MS Gothic"/>
                <a:sym typeface="MS Gothic"/>
              </a:rPr>
              <a:t>("</a:t>
            </a:r>
            <a:r>
              <a:rPr lang="ja-JP" altLang="en-US" sz="1400" b="1" dirty="0">
                <a:solidFill>
                  <a:schemeClr val="dk1"/>
                </a:solidFill>
                <a:cs typeface="MS Gothic"/>
                <a:sym typeface="MS Gothic"/>
              </a:rPr>
              <a:t>餅を</a:t>
            </a:r>
            <a:r>
              <a:rPr lang="en-US" altLang="ja-JP" sz="1400" b="1" dirty="0">
                <a:solidFill>
                  <a:schemeClr val="dk1"/>
                </a:solidFill>
                <a:cs typeface="MS Gothic"/>
                <a:sym typeface="MS Gothic"/>
              </a:rPr>
              <a:t>1</a:t>
            </a:r>
            <a:r>
              <a:rPr lang="ja-JP" altLang="en-US" sz="1400" b="1" dirty="0">
                <a:solidFill>
                  <a:schemeClr val="dk1"/>
                </a:solidFill>
                <a:cs typeface="MS Gothic"/>
                <a:sym typeface="MS Gothic"/>
              </a:rPr>
              <a:t>個食べます</a:t>
            </a:r>
            <a:r>
              <a:rPr lang="en-US" altLang="ja-JP" sz="1400" b="1" dirty="0">
                <a:solidFill>
                  <a:schemeClr val="dk1"/>
                </a:solidFill>
                <a:cs typeface="MS Gothic"/>
                <a:sym typeface="MS Gothic"/>
              </a:rPr>
              <a:t>");</a:t>
            </a:r>
          </a:p>
          <a:p>
            <a:pPr marL="0" marR="0" lvl="0" indent="0" algn="l" rtl="0">
              <a:spcBef>
                <a:spcPts val="0"/>
              </a:spcBef>
              <a:spcAft>
                <a:spcPts val="0"/>
              </a:spcAft>
              <a:buNone/>
            </a:pPr>
            <a:r>
              <a:rPr lang="en-US" altLang="ja-JP" sz="1400" b="1" dirty="0">
                <a:solidFill>
                  <a:schemeClr val="dk1"/>
                </a:solidFill>
                <a:cs typeface="MS Gothic"/>
                <a:sym typeface="MS Gothic"/>
              </a:rPr>
              <a:t>            </a:t>
            </a:r>
            <a:r>
              <a:rPr lang="en-US" altLang="ja-JP" sz="1400" b="1" dirty="0" err="1">
                <a:solidFill>
                  <a:schemeClr val="dk1"/>
                </a:solidFill>
                <a:cs typeface="MS Gothic"/>
                <a:sym typeface="MS Gothic"/>
              </a:rPr>
              <a:t>riceCake</a:t>
            </a:r>
            <a:r>
              <a:rPr lang="en-US" altLang="ja-JP" sz="1400" b="1" dirty="0">
                <a:solidFill>
                  <a:schemeClr val="dk1"/>
                </a:solidFill>
                <a:cs typeface="MS Gothic"/>
                <a:sym typeface="MS Gothic"/>
              </a:rPr>
              <a:t>--;</a:t>
            </a:r>
            <a:endParaRPr lang="ja-JP" altLang="en-US" sz="1400" b="1" dirty="0">
              <a:solidFill>
                <a:schemeClr val="dk1"/>
              </a:solidFill>
              <a:cs typeface="MS Gothic"/>
              <a:sym typeface="MS Gothic"/>
            </a:endParaRPr>
          </a:p>
          <a:p>
            <a:pPr marL="0" marR="0" lvl="0" indent="0" algn="l" rtl="0">
              <a:spcBef>
                <a:spcPts val="0"/>
              </a:spcBef>
              <a:spcAft>
                <a:spcPts val="0"/>
              </a:spcAft>
              <a:buNone/>
            </a:pPr>
            <a:r>
              <a:rPr lang="ja-JP" altLang="en-US" sz="1400" b="1" dirty="0">
                <a:solidFill>
                  <a:schemeClr val="dk1"/>
                </a:solidFill>
                <a:cs typeface="MS Gothic"/>
                <a:sym typeface="MS Gothic"/>
              </a:rPr>
              <a:t>        </a:t>
            </a:r>
            <a:r>
              <a:rPr lang="en-US" altLang="ja-JP" sz="1400" b="1" dirty="0">
                <a:solidFill>
                  <a:schemeClr val="dk1"/>
                </a:solidFill>
                <a:cs typeface="MS Gothic"/>
                <a:sym typeface="MS Gothic"/>
              </a:rPr>
              <a:t>}</a:t>
            </a:r>
          </a:p>
          <a:p>
            <a:pPr marL="0" marR="0" lvl="0" indent="0" algn="l" rtl="0">
              <a:spcBef>
                <a:spcPts val="0"/>
              </a:spcBef>
              <a:spcAft>
                <a:spcPts val="0"/>
              </a:spcAft>
              <a:buNone/>
            </a:pPr>
            <a:r>
              <a:rPr lang="en-US" altLang="ja-JP" sz="1400" b="1" dirty="0">
                <a:solidFill>
                  <a:schemeClr val="dk1"/>
                </a:solidFill>
                <a:cs typeface="MS Gothic"/>
                <a:sym typeface="MS Gothic"/>
              </a:rPr>
              <a:t>    }</a:t>
            </a:r>
          </a:p>
          <a:p>
            <a:pPr marL="0" marR="0" lvl="0" indent="0" algn="l" rtl="0">
              <a:spcBef>
                <a:spcPts val="0"/>
              </a:spcBef>
              <a:spcAft>
                <a:spcPts val="0"/>
              </a:spcAft>
              <a:buNone/>
            </a:pPr>
            <a:r>
              <a:rPr lang="en-US" altLang="ja-JP" sz="1400" b="1" dirty="0">
                <a:solidFill>
                  <a:schemeClr val="dk1"/>
                </a:solidFill>
                <a:cs typeface="MS Gothic"/>
                <a:sym typeface="MS Gothic"/>
              </a:rPr>
              <a:t>}</a:t>
            </a:r>
          </a:p>
        </p:txBody>
      </p:sp>
      <p:sp>
        <p:nvSpPr>
          <p:cNvPr id="11" name="吹き出し: 角を丸めた四角形 10">
            <a:extLst>
              <a:ext uri="{FF2B5EF4-FFF2-40B4-BE49-F238E27FC236}">
                <a16:creationId xmlns:a16="http://schemas.microsoft.com/office/drawing/2014/main" id="{8A6C1DA4-7323-41F6-900A-410EF6B51FE0}"/>
              </a:ext>
            </a:extLst>
          </p:cNvPr>
          <p:cNvSpPr/>
          <p:nvPr/>
        </p:nvSpPr>
        <p:spPr>
          <a:xfrm>
            <a:off x="848574" y="2939318"/>
            <a:ext cx="2676291" cy="1922758"/>
          </a:xfrm>
          <a:prstGeom prst="wedgeRoundRectCallout">
            <a:avLst>
              <a:gd name="adj1" fmla="val -19317"/>
              <a:gd name="adj2" fmla="val -73516"/>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メソッドの中で宣言していません</a:t>
            </a:r>
            <a:r>
              <a:rPr kumimoji="1" lang="en-US" altLang="ja-JP" sz="1400" dirty="0">
                <a:solidFill>
                  <a:schemeClr val="tx1"/>
                </a:solidFill>
              </a:rPr>
              <a:t>(</a:t>
            </a:r>
            <a:r>
              <a:rPr kumimoji="1" lang="ja-JP" altLang="en-US" sz="1400" dirty="0">
                <a:solidFill>
                  <a:schemeClr val="tx1"/>
                </a:solidFill>
              </a:rPr>
              <a:t>まだこのクラスにはメソッドを作っていませんよね</a:t>
            </a:r>
            <a:r>
              <a:rPr kumimoji="1" lang="en-US" altLang="ja-JP" sz="1400" dirty="0">
                <a:solidFill>
                  <a:schemeClr val="tx1"/>
                </a:solidFill>
              </a:rPr>
              <a:t>)</a:t>
            </a:r>
            <a:r>
              <a:rPr kumimoji="1" lang="ja-JP" altLang="en-US" sz="1400" dirty="0">
                <a:solidFill>
                  <a:schemeClr val="tx1"/>
                </a:solidFill>
              </a:rPr>
              <a:t>。</a:t>
            </a:r>
            <a:endParaRPr kumimoji="1" lang="en-US" altLang="ja-JP" sz="1400" dirty="0">
              <a:solidFill>
                <a:schemeClr val="tx1"/>
              </a:solidFill>
            </a:endParaRPr>
          </a:p>
          <a:p>
            <a:r>
              <a:rPr kumimoji="1" lang="ja-JP" altLang="en-US" sz="1400" dirty="0">
                <a:solidFill>
                  <a:schemeClr val="tx1"/>
                </a:solidFill>
              </a:rPr>
              <a:t>そのため、</a:t>
            </a:r>
            <a:r>
              <a:rPr kumimoji="1" lang="en-US" altLang="ja-JP" sz="1400" dirty="0">
                <a:solidFill>
                  <a:schemeClr val="tx1"/>
                </a:solidFill>
              </a:rPr>
              <a:t>name</a:t>
            </a:r>
            <a:r>
              <a:rPr kumimoji="1" lang="ja-JP" altLang="en-US" sz="1400" dirty="0">
                <a:solidFill>
                  <a:schemeClr val="tx1"/>
                </a:solidFill>
              </a:rPr>
              <a:t>も</a:t>
            </a:r>
            <a:r>
              <a:rPr kumimoji="1" lang="en-US" altLang="ja-JP" sz="1400" dirty="0">
                <a:solidFill>
                  <a:schemeClr val="tx1"/>
                </a:solidFill>
              </a:rPr>
              <a:t>age</a:t>
            </a:r>
            <a:r>
              <a:rPr kumimoji="1" lang="ja-JP" altLang="en-US" sz="1400" dirty="0">
                <a:solidFill>
                  <a:schemeClr val="tx1"/>
                </a:solidFill>
              </a:rPr>
              <a:t>も</a:t>
            </a:r>
            <a:r>
              <a:rPr kumimoji="1" lang="ja-JP" altLang="en-US" sz="1400" b="1" dirty="0">
                <a:solidFill>
                  <a:srgbClr val="C00000"/>
                </a:solidFill>
              </a:rPr>
              <a:t>フィールド</a:t>
            </a:r>
            <a:r>
              <a:rPr kumimoji="1" lang="ja-JP" altLang="en-US" sz="1400" dirty="0">
                <a:solidFill>
                  <a:schemeClr val="tx1"/>
                </a:solidFill>
              </a:rPr>
              <a:t>です。</a:t>
            </a:r>
          </a:p>
        </p:txBody>
      </p:sp>
      <p:sp>
        <p:nvSpPr>
          <p:cNvPr id="13" name="正方形/長方形 12">
            <a:extLst>
              <a:ext uri="{FF2B5EF4-FFF2-40B4-BE49-F238E27FC236}">
                <a16:creationId xmlns:a16="http://schemas.microsoft.com/office/drawing/2014/main" id="{DE92F075-A417-44E2-ADE3-68FA1C49E000}"/>
              </a:ext>
            </a:extLst>
          </p:cNvPr>
          <p:cNvSpPr/>
          <p:nvPr/>
        </p:nvSpPr>
        <p:spPr>
          <a:xfrm>
            <a:off x="4367097" y="2053161"/>
            <a:ext cx="4127974" cy="1515949"/>
          </a:xfrm>
          <a:prstGeom prst="rect">
            <a:avLst/>
          </a:prstGeom>
          <a:solidFill>
            <a:schemeClr val="accent6">
              <a:alpha val="2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sz="1400" dirty="0">
              <a:solidFill>
                <a:schemeClr val="tx1"/>
              </a:solidFill>
            </a:endParaRPr>
          </a:p>
        </p:txBody>
      </p:sp>
      <p:sp>
        <p:nvSpPr>
          <p:cNvPr id="12" name="吹き出し: 角を丸めた四角形 11">
            <a:extLst>
              <a:ext uri="{FF2B5EF4-FFF2-40B4-BE49-F238E27FC236}">
                <a16:creationId xmlns:a16="http://schemas.microsoft.com/office/drawing/2014/main" id="{95ADBFC0-BA82-43B7-90CF-A7A4AF3C58FF}"/>
              </a:ext>
            </a:extLst>
          </p:cNvPr>
          <p:cNvSpPr/>
          <p:nvPr/>
        </p:nvSpPr>
        <p:spPr>
          <a:xfrm>
            <a:off x="4776904" y="2939318"/>
            <a:ext cx="2676291" cy="1922758"/>
          </a:xfrm>
          <a:prstGeom prst="wedgeRoundRectCallout">
            <a:avLst>
              <a:gd name="adj1" fmla="val -19317"/>
              <a:gd name="adj2" fmla="val -73516"/>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solidFill>
              </a:rPr>
              <a:t>main</a:t>
            </a:r>
            <a:r>
              <a:rPr kumimoji="1" lang="ja-JP" altLang="en-US" sz="1400" dirty="0">
                <a:solidFill>
                  <a:schemeClr val="tx1"/>
                </a:solidFill>
              </a:rPr>
              <a:t>という名前のメソッドの中で宣言しているので</a:t>
            </a:r>
            <a:r>
              <a:rPr kumimoji="1" lang="en-US" altLang="ja-JP" sz="1400" dirty="0" err="1">
                <a:solidFill>
                  <a:schemeClr val="tx1"/>
                </a:solidFill>
              </a:rPr>
              <a:t>riceCake</a:t>
            </a:r>
            <a:r>
              <a:rPr kumimoji="1" lang="ja-JP" altLang="en-US" sz="1400" dirty="0">
                <a:solidFill>
                  <a:schemeClr val="tx1"/>
                </a:solidFill>
              </a:rPr>
              <a:t>は</a:t>
            </a:r>
            <a:r>
              <a:rPr kumimoji="1" lang="ja-JP" altLang="en-US" sz="1400" b="1" dirty="0">
                <a:solidFill>
                  <a:srgbClr val="C00000"/>
                </a:solidFill>
              </a:rPr>
              <a:t>変数</a:t>
            </a:r>
            <a:r>
              <a:rPr kumimoji="1" lang="ja-JP" altLang="en-US" sz="1400" dirty="0">
                <a:solidFill>
                  <a:schemeClr val="tx1"/>
                </a:solidFill>
              </a:rPr>
              <a:t>です。</a:t>
            </a:r>
          </a:p>
        </p:txBody>
      </p:sp>
    </p:spTree>
    <p:extLst>
      <p:ext uri="{BB962C8B-B14F-4D97-AF65-F5344CB8AC3E}">
        <p14:creationId xmlns:p14="http://schemas.microsoft.com/office/powerpoint/2010/main" val="677019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受講生の雛型を作る</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12</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p:txBody>
          <a:bodyPr/>
          <a:lstStyle/>
          <a:p>
            <a:pPr marL="96838" indent="0">
              <a:buNone/>
            </a:pPr>
            <a:r>
              <a:rPr lang="ja-JP" altLang="en-US" dirty="0"/>
              <a:t>次にクラスの中に</a:t>
            </a:r>
            <a:r>
              <a:rPr lang="ja-JP" altLang="en-US" b="1" dirty="0">
                <a:solidFill>
                  <a:srgbClr val="C00000"/>
                </a:solidFill>
              </a:rPr>
              <a:t>動作</a:t>
            </a:r>
            <a:r>
              <a:rPr lang="en-US" altLang="ja-JP" b="1" dirty="0">
                <a:solidFill>
                  <a:srgbClr val="C00000"/>
                </a:solidFill>
              </a:rPr>
              <a:t>(</a:t>
            </a:r>
            <a:r>
              <a:rPr lang="ja-JP" altLang="en-US" b="1" dirty="0">
                <a:solidFill>
                  <a:srgbClr val="C00000"/>
                </a:solidFill>
              </a:rPr>
              <a:t>操作</a:t>
            </a:r>
            <a:r>
              <a:rPr lang="en-US" altLang="ja-JP" b="1" dirty="0">
                <a:solidFill>
                  <a:srgbClr val="C00000"/>
                </a:solidFill>
              </a:rPr>
              <a:t>)</a:t>
            </a:r>
            <a:r>
              <a:rPr lang="ja-JP" altLang="en-US" dirty="0"/>
              <a:t>を作ってみましょう。操作は既に学習した</a:t>
            </a:r>
            <a:r>
              <a:rPr lang="ja-JP" altLang="en-US" b="1" dirty="0">
                <a:solidFill>
                  <a:srgbClr val="C00000"/>
                </a:solidFill>
              </a:rPr>
              <a:t>メソッド</a:t>
            </a:r>
            <a:r>
              <a:rPr lang="ja-JP" altLang="en-US" dirty="0"/>
              <a:t>を使います。</a:t>
            </a:r>
          </a:p>
          <a:p>
            <a:pPr marL="96838" indent="0">
              <a:buNone/>
            </a:pPr>
            <a:r>
              <a:rPr lang="ja-JP" altLang="en-US" dirty="0"/>
              <a:t>以前、メソッドには「</a:t>
            </a:r>
            <a:r>
              <a:rPr lang="en-US" altLang="ja-JP" dirty="0"/>
              <a:t>public static</a:t>
            </a:r>
            <a:r>
              <a:rPr lang="ja-JP" altLang="en-US" dirty="0"/>
              <a:t>」をつけると学習しましたが、ここではつけない書き方にしてみます。</a:t>
            </a:r>
            <a:endParaRPr lang="en-US" altLang="ja-JP" dirty="0"/>
          </a:p>
          <a:p>
            <a:pPr marL="96838" indent="0">
              <a:buNone/>
            </a:pPr>
            <a:endParaRPr lang="ja-JP" altLang="en-US" dirty="0"/>
          </a:p>
        </p:txBody>
      </p:sp>
      <p:sp>
        <p:nvSpPr>
          <p:cNvPr id="10" name="Google Shape;172;p19">
            <a:extLst>
              <a:ext uri="{FF2B5EF4-FFF2-40B4-BE49-F238E27FC236}">
                <a16:creationId xmlns:a16="http://schemas.microsoft.com/office/drawing/2014/main" id="{03E5262E-27F9-4F15-AA97-48369C097390}"/>
              </a:ext>
            </a:extLst>
          </p:cNvPr>
          <p:cNvSpPr/>
          <p:nvPr/>
        </p:nvSpPr>
        <p:spPr>
          <a:xfrm>
            <a:off x="759542" y="1770308"/>
            <a:ext cx="7990860" cy="2956549"/>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2000" b="1" dirty="0">
                <a:solidFill>
                  <a:schemeClr val="dk1"/>
                </a:solidFill>
                <a:cs typeface="MS Gothic"/>
                <a:sym typeface="MS Gothic"/>
              </a:rPr>
              <a:t>public class </a:t>
            </a:r>
            <a:r>
              <a:rPr lang="en-US" altLang="ja-JP" sz="2000" b="1" dirty="0">
                <a:solidFill>
                  <a:schemeClr val="dk1"/>
                </a:solidFill>
                <a:cs typeface="MS Gothic"/>
                <a:sym typeface="MS Gothic"/>
              </a:rPr>
              <a:t>Student</a:t>
            </a:r>
            <a:r>
              <a:rPr lang="ja-JP" sz="2000" b="1" dirty="0">
                <a:solidFill>
                  <a:schemeClr val="dk1"/>
                </a:solidFill>
                <a:cs typeface="MS Gothic"/>
                <a:sym typeface="MS Gothic"/>
              </a:rPr>
              <a:t> {</a:t>
            </a:r>
            <a:endParaRPr lang="en-US" altLang="ja-JP" sz="2000" b="1" dirty="0">
              <a:solidFill>
                <a:schemeClr val="dk1"/>
              </a:solidFill>
              <a:cs typeface="MS Gothic"/>
              <a:sym typeface="MS Gothic"/>
            </a:endParaRPr>
          </a:p>
          <a:p>
            <a:r>
              <a:rPr lang="ja-JP" altLang="en-US" sz="2000" b="1" dirty="0">
                <a:solidFill>
                  <a:schemeClr val="dk1"/>
                </a:solidFill>
                <a:cs typeface="MS Gothic"/>
                <a:sym typeface="MS Gothic"/>
              </a:rPr>
              <a:t>    </a:t>
            </a:r>
            <a:r>
              <a:rPr lang="en-US" altLang="ja-JP" sz="2000" b="1" dirty="0">
                <a:solidFill>
                  <a:schemeClr val="dk1"/>
                </a:solidFill>
                <a:cs typeface="MS Gothic"/>
                <a:sym typeface="MS Gothic"/>
              </a:rPr>
              <a:t>String</a:t>
            </a:r>
            <a:r>
              <a:rPr lang="ja-JP" altLang="en-US" sz="2000" b="1" dirty="0">
                <a:solidFill>
                  <a:schemeClr val="dk1"/>
                </a:solidFill>
                <a:cs typeface="MS Gothic"/>
                <a:sym typeface="MS Gothic"/>
              </a:rPr>
              <a:t> </a:t>
            </a:r>
            <a:r>
              <a:rPr lang="en-US" altLang="ja-JP" sz="2000" b="1" dirty="0">
                <a:solidFill>
                  <a:schemeClr val="dk1"/>
                </a:solidFill>
                <a:cs typeface="MS Gothic"/>
                <a:sym typeface="MS Gothic"/>
              </a:rPr>
              <a:t>name;</a:t>
            </a:r>
            <a:r>
              <a:rPr lang="ja-JP" altLang="en-US" sz="2000" b="1" dirty="0">
                <a:solidFill>
                  <a:schemeClr val="dk1"/>
                </a:solidFill>
                <a:cs typeface="MS Gothic"/>
                <a:sym typeface="MS Gothic"/>
              </a:rPr>
              <a:t>   </a:t>
            </a:r>
            <a:r>
              <a:rPr lang="en-US" altLang="ja-JP" sz="2000" b="1" dirty="0">
                <a:solidFill>
                  <a:schemeClr val="dk1"/>
                </a:solidFill>
                <a:cs typeface="MS Gothic"/>
                <a:sym typeface="MS Gothic"/>
              </a:rPr>
              <a:t>//</a:t>
            </a:r>
            <a:r>
              <a:rPr lang="ja-JP" altLang="en-US" sz="2000" b="1" dirty="0">
                <a:solidFill>
                  <a:schemeClr val="dk1"/>
                </a:solidFill>
                <a:cs typeface="MS Gothic"/>
                <a:sym typeface="MS Gothic"/>
              </a:rPr>
              <a:t> 氏名</a:t>
            </a:r>
            <a:endParaRPr lang="en-US" altLang="ja-JP" sz="2000" b="1" dirty="0">
              <a:solidFill>
                <a:schemeClr val="dk1"/>
              </a:solidFill>
              <a:cs typeface="MS Gothic"/>
              <a:sym typeface="MS Gothic"/>
            </a:endParaRPr>
          </a:p>
          <a:p>
            <a:r>
              <a:rPr lang="ja-JP" altLang="en-US" sz="2000" b="1" dirty="0">
                <a:solidFill>
                  <a:schemeClr val="dk1"/>
                </a:solidFill>
                <a:cs typeface="MS Gothic"/>
                <a:sym typeface="MS Gothic"/>
              </a:rPr>
              <a:t>    </a:t>
            </a:r>
            <a:r>
              <a:rPr lang="en-US" altLang="ja-JP" sz="2000" b="1" dirty="0">
                <a:solidFill>
                  <a:schemeClr val="dk1"/>
                </a:solidFill>
                <a:cs typeface="MS Gothic"/>
                <a:sym typeface="MS Gothic"/>
              </a:rPr>
              <a:t>int</a:t>
            </a:r>
            <a:r>
              <a:rPr lang="ja-JP" altLang="en-US" sz="2000" b="1" dirty="0">
                <a:solidFill>
                  <a:schemeClr val="dk1"/>
                </a:solidFill>
                <a:cs typeface="MS Gothic"/>
                <a:sym typeface="MS Gothic"/>
              </a:rPr>
              <a:t> </a:t>
            </a:r>
            <a:r>
              <a:rPr lang="en-US" altLang="ja-JP" sz="2000" b="1" dirty="0">
                <a:solidFill>
                  <a:schemeClr val="dk1"/>
                </a:solidFill>
                <a:cs typeface="MS Gothic"/>
                <a:sym typeface="MS Gothic"/>
              </a:rPr>
              <a:t>age;</a:t>
            </a:r>
            <a:r>
              <a:rPr lang="ja-JP" altLang="en-US" sz="2000" b="1" dirty="0">
                <a:solidFill>
                  <a:schemeClr val="dk1"/>
                </a:solidFill>
                <a:cs typeface="MS Gothic"/>
                <a:sym typeface="MS Gothic"/>
              </a:rPr>
              <a:t>       </a:t>
            </a:r>
            <a:r>
              <a:rPr lang="en-US" altLang="ja-JP" sz="2000" b="1" dirty="0">
                <a:solidFill>
                  <a:schemeClr val="dk1"/>
                </a:solidFill>
                <a:cs typeface="MS Gothic"/>
                <a:sym typeface="MS Gothic"/>
              </a:rPr>
              <a:t>//</a:t>
            </a:r>
            <a:r>
              <a:rPr lang="ja-JP" altLang="en-US" sz="2000" b="1" dirty="0">
                <a:solidFill>
                  <a:schemeClr val="dk1"/>
                </a:solidFill>
                <a:cs typeface="MS Gothic"/>
                <a:sym typeface="MS Gothic"/>
              </a:rPr>
              <a:t> 年齢</a:t>
            </a:r>
            <a:endParaRPr lang="en-US" altLang="ja-JP" sz="2000" b="1" dirty="0">
              <a:solidFill>
                <a:schemeClr val="dk1"/>
              </a:solidFill>
              <a:cs typeface="MS Gothic"/>
              <a:sym typeface="MS Gothic"/>
            </a:endParaRPr>
          </a:p>
          <a:p>
            <a:r>
              <a:rPr lang="en-US" altLang="ja-JP" sz="2000" b="1" dirty="0">
                <a:solidFill>
                  <a:schemeClr val="dk1"/>
                </a:solidFill>
                <a:cs typeface="MS Gothic"/>
                <a:sym typeface="MS Gothic"/>
              </a:rPr>
              <a:t>    // </a:t>
            </a:r>
            <a:r>
              <a:rPr lang="ja-JP" altLang="en-US" sz="2000" b="1" dirty="0">
                <a:solidFill>
                  <a:schemeClr val="dk1"/>
                </a:solidFill>
                <a:cs typeface="MS Gothic"/>
                <a:sym typeface="MS Gothic"/>
              </a:rPr>
              <a:t>自己紹介するメソッド</a:t>
            </a:r>
          </a:p>
          <a:p>
            <a:r>
              <a:rPr lang="ja-JP" altLang="en-US" sz="2000" b="1" dirty="0">
                <a:solidFill>
                  <a:schemeClr val="dk1"/>
                </a:solidFill>
                <a:cs typeface="MS Gothic"/>
                <a:sym typeface="MS Gothic"/>
              </a:rPr>
              <a:t>    </a:t>
            </a:r>
            <a:r>
              <a:rPr lang="en-US" altLang="ja-JP" sz="2000" b="1" dirty="0">
                <a:solidFill>
                  <a:schemeClr val="dk1"/>
                </a:solidFill>
                <a:cs typeface="MS Gothic"/>
                <a:sym typeface="MS Gothic"/>
              </a:rPr>
              <a:t>void</a:t>
            </a:r>
            <a:r>
              <a:rPr lang="ja-JP" altLang="en-US" sz="2000" b="1" dirty="0">
                <a:solidFill>
                  <a:schemeClr val="dk1"/>
                </a:solidFill>
                <a:cs typeface="MS Gothic"/>
                <a:sym typeface="MS Gothic"/>
              </a:rPr>
              <a:t> </a:t>
            </a:r>
            <a:r>
              <a:rPr lang="en-US" altLang="ja-JP" sz="2000" b="1" dirty="0">
                <a:solidFill>
                  <a:schemeClr val="dk1"/>
                </a:solidFill>
                <a:cs typeface="MS Gothic"/>
                <a:sym typeface="MS Gothic"/>
              </a:rPr>
              <a:t>introduce()</a:t>
            </a:r>
            <a:r>
              <a:rPr lang="ja-JP" altLang="en-US" sz="2000" b="1" dirty="0">
                <a:solidFill>
                  <a:schemeClr val="dk1"/>
                </a:solidFill>
                <a:cs typeface="MS Gothic"/>
                <a:sym typeface="MS Gothic"/>
              </a:rPr>
              <a:t> </a:t>
            </a:r>
            <a:r>
              <a:rPr lang="en-US" altLang="ja-JP" sz="2000" b="1" dirty="0">
                <a:solidFill>
                  <a:schemeClr val="dk1"/>
                </a:solidFill>
                <a:cs typeface="MS Gothic"/>
                <a:sym typeface="MS Gothic"/>
              </a:rPr>
              <a:t>{</a:t>
            </a:r>
          </a:p>
          <a:p>
            <a:r>
              <a:rPr lang="en-US" altLang="ja-JP" sz="2000" b="1" dirty="0">
                <a:solidFill>
                  <a:schemeClr val="dk1"/>
                </a:solidFill>
                <a:cs typeface="MS Gothic"/>
                <a:sym typeface="MS Gothic"/>
              </a:rPr>
              <a:t>        </a:t>
            </a:r>
            <a:r>
              <a:rPr lang="en-US" altLang="ja-JP" sz="2000" b="1" dirty="0" err="1">
                <a:solidFill>
                  <a:schemeClr val="dk1"/>
                </a:solidFill>
                <a:cs typeface="MS Gothic"/>
                <a:sym typeface="MS Gothic"/>
              </a:rPr>
              <a:t>System.out.println</a:t>
            </a:r>
            <a:r>
              <a:rPr lang="en-US" altLang="ja-JP" sz="2000" b="1" dirty="0">
                <a:solidFill>
                  <a:schemeClr val="dk1"/>
                </a:solidFill>
                <a:cs typeface="MS Gothic"/>
                <a:sym typeface="MS Gothic"/>
              </a:rPr>
              <a:t>("</a:t>
            </a:r>
            <a:r>
              <a:rPr lang="ja-JP" altLang="en-US" sz="2000" b="1" dirty="0">
                <a:solidFill>
                  <a:schemeClr val="dk1"/>
                </a:solidFill>
                <a:cs typeface="MS Gothic"/>
                <a:sym typeface="MS Gothic"/>
              </a:rPr>
              <a:t>私は</a:t>
            </a:r>
            <a:r>
              <a:rPr lang="en-US" altLang="ja-JP" sz="2000" b="1" dirty="0">
                <a:solidFill>
                  <a:schemeClr val="dk1"/>
                </a:solidFill>
                <a:cs typeface="MS Gothic"/>
                <a:sym typeface="MS Gothic"/>
              </a:rPr>
              <a:t>" + this.name + "</a:t>
            </a:r>
            <a:r>
              <a:rPr lang="ja-JP" altLang="en-US" sz="2000" b="1" dirty="0">
                <a:solidFill>
                  <a:schemeClr val="dk1"/>
                </a:solidFill>
                <a:cs typeface="MS Gothic"/>
                <a:sym typeface="MS Gothic"/>
              </a:rPr>
              <a:t>と申します</a:t>
            </a:r>
            <a:r>
              <a:rPr lang="en-US" altLang="ja-JP" sz="2000" b="1" dirty="0">
                <a:solidFill>
                  <a:schemeClr val="dk1"/>
                </a:solidFill>
                <a:cs typeface="MS Gothic"/>
                <a:sym typeface="MS Gothic"/>
              </a:rPr>
              <a:t>");</a:t>
            </a:r>
          </a:p>
          <a:p>
            <a:r>
              <a:rPr lang="ja-JP" altLang="en-US" sz="2000" b="1" dirty="0">
                <a:solidFill>
                  <a:schemeClr val="dk1"/>
                </a:solidFill>
                <a:cs typeface="MS Gothic"/>
                <a:sym typeface="MS Gothic"/>
              </a:rPr>
              <a:t>      </a:t>
            </a:r>
            <a:r>
              <a:rPr lang="en-US" altLang="ja-JP" sz="2000" b="1" dirty="0">
                <a:solidFill>
                  <a:schemeClr val="dk1"/>
                </a:solidFill>
                <a:cs typeface="MS Gothic"/>
                <a:sym typeface="MS Gothic"/>
              </a:rPr>
              <a:t>  </a:t>
            </a:r>
            <a:r>
              <a:rPr lang="en-US" altLang="ja-JP" sz="2000" b="1" dirty="0" err="1">
                <a:solidFill>
                  <a:schemeClr val="dk1"/>
                </a:solidFill>
                <a:cs typeface="MS Gothic"/>
                <a:sym typeface="MS Gothic"/>
              </a:rPr>
              <a:t>System.out.println</a:t>
            </a:r>
            <a:r>
              <a:rPr lang="en-US" altLang="ja-JP" sz="2000" b="1" dirty="0">
                <a:solidFill>
                  <a:schemeClr val="dk1"/>
                </a:solidFill>
                <a:cs typeface="MS Gothic"/>
                <a:sym typeface="MS Gothic"/>
              </a:rPr>
              <a:t>(</a:t>
            </a:r>
            <a:r>
              <a:rPr lang="en-US" altLang="ja-JP" sz="2000" b="1" dirty="0" err="1">
                <a:solidFill>
                  <a:schemeClr val="dk1"/>
                </a:solidFill>
                <a:cs typeface="MS Gothic"/>
                <a:sym typeface="MS Gothic"/>
              </a:rPr>
              <a:t>this.age</a:t>
            </a:r>
            <a:r>
              <a:rPr lang="en-US" altLang="ja-JP" sz="2000" b="1" dirty="0">
                <a:solidFill>
                  <a:schemeClr val="dk1"/>
                </a:solidFill>
                <a:cs typeface="MS Gothic"/>
                <a:sym typeface="MS Gothic"/>
              </a:rPr>
              <a:t> + "</a:t>
            </a:r>
            <a:r>
              <a:rPr lang="ja-JP" altLang="en-US" sz="2000" b="1" dirty="0">
                <a:solidFill>
                  <a:schemeClr val="dk1"/>
                </a:solidFill>
                <a:cs typeface="MS Gothic"/>
                <a:sym typeface="MS Gothic"/>
              </a:rPr>
              <a:t>歳です</a:t>
            </a:r>
            <a:r>
              <a:rPr lang="en-US" altLang="ja-JP" sz="2000" b="1" dirty="0">
                <a:solidFill>
                  <a:schemeClr val="dk1"/>
                </a:solidFill>
                <a:cs typeface="MS Gothic"/>
                <a:sym typeface="MS Gothic"/>
              </a:rPr>
              <a:t>");</a:t>
            </a:r>
            <a:endParaRPr lang="ja-JP" altLang="en-US" sz="2000" b="1" dirty="0">
              <a:solidFill>
                <a:schemeClr val="dk1"/>
              </a:solidFill>
              <a:cs typeface="MS Gothic"/>
              <a:sym typeface="MS Gothic"/>
            </a:endParaRPr>
          </a:p>
          <a:p>
            <a:r>
              <a:rPr lang="en-US" altLang="ja-JP" sz="2000" b="1" dirty="0">
                <a:solidFill>
                  <a:schemeClr val="dk1"/>
                </a:solidFill>
                <a:cs typeface="MS Gothic"/>
                <a:sym typeface="MS Gothic"/>
              </a:rPr>
              <a:t>   }</a:t>
            </a:r>
            <a:endParaRPr lang="ja-JP" altLang="en-US" sz="2000" b="1" dirty="0">
              <a:solidFill>
                <a:schemeClr val="dk1"/>
              </a:solidFill>
              <a:cs typeface="MS Gothic"/>
              <a:sym typeface="MS Gothic"/>
            </a:endParaRPr>
          </a:p>
          <a:p>
            <a:r>
              <a:rPr lang="ja-JP" sz="2000" b="1" dirty="0">
                <a:solidFill>
                  <a:schemeClr val="dk1"/>
                </a:solidFill>
                <a:cs typeface="MS Gothic"/>
                <a:sym typeface="MS Gothic"/>
              </a:rPr>
              <a:t>}</a:t>
            </a:r>
            <a:endParaRPr sz="2000" b="1" dirty="0">
              <a:solidFill>
                <a:schemeClr val="dk1"/>
              </a:solidFill>
              <a:cs typeface="MS Gothic"/>
              <a:sym typeface="MS Gothic"/>
            </a:endParaRPr>
          </a:p>
        </p:txBody>
      </p:sp>
    </p:spTree>
    <p:extLst>
      <p:ext uri="{BB962C8B-B14F-4D97-AF65-F5344CB8AC3E}">
        <p14:creationId xmlns:p14="http://schemas.microsoft.com/office/powerpoint/2010/main" val="611725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CDDFF56-5BBD-405D-BA4D-38077A9F2E17}"/>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AF42E5F5-F9D0-4554-B67F-148FD8EC3105}"/>
              </a:ext>
            </a:extLst>
          </p:cNvPr>
          <p:cNvSpPr>
            <a:spLocks noGrp="1"/>
          </p:cNvSpPr>
          <p:nvPr>
            <p:ph type="ctrTitle"/>
          </p:nvPr>
        </p:nvSpPr>
        <p:spPr/>
        <p:txBody>
          <a:bodyPr/>
          <a:lstStyle/>
          <a:p>
            <a:r>
              <a:rPr lang="ja-JP" altLang="ja-JP" dirty="0"/>
              <a:t>this</a:t>
            </a:r>
            <a:endParaRPr kumimoji="1" lang="ja-JP" altLang="en-US" dirty="0"/>
          </a:p>
        </p:txBody>
      </p:sp>
      <p:sp>
        <p:nvSpPr>
          <p:cNvPr id="4" name="スライド番号プレースホルダー 3">
            <a:extLst>
              <a:ext uri="{FF2B5EF4-FFF2-40B4-BE49-F238E27FC236}">
                <a16:creationId xmlns:a16="http://schemas.microsoft.com/office/drawing/2014/main" id="{3267378A-F840-429D-AE02-D7FDF405B191}"/>
              </a:ext>
            </a:extLst>
          </p:cNvPr>
          <p:cNvSpPr>
            <a:spLocks noGrp="1"/>
          </p:cNvSpPr>
          <p:nvPr>
            <p:ph type="sldNum" sz="quarter" idx="4"/>
          </p:nvPr>
        </p:nvSpPr>
        <p:spPr/>
        <p:txBody>
          <a:bodyPr/>
          <a:lstStyle/>
          <a:p>
            <a:fld id="{00000000-1234-1234-1234-123412341234}" type="slidenum">
              <a:rPr lang="en" smtClean="0"/>
              <a:pPr/>
              <a:t>13</a:t>
            </a:fld>
            <a:endParaRPr lang="en" dirty="0"/>
          </a:p>
        </p:txBody>
      </p:sp>
      <p:sp>
        <p:nvSpPr>
          <p:cNvPr id="5" name="テキスト プレースホルダー 4">
            <a:extLst>
              <a:ext uri="{FF2B5EF4-FFF2-40B4-BE49-F238E27FC236}">
                <a16:creationId xmlns:a16="http://schemas.microsoft.com/office/drawing/2014/main" id="{2DFC0F04-3729-49EE-A700-AC4FE7495084}"/>
              </a:ext>
            </a:extLst>
          </p:cNvPr>
          <p:cNvSpPr>
            <a:spLocks noGrp="1"/>
          </p:cNvSpPr>
          <p:nvPr>
            <p:ph type="body" sz="quarter" idx="14"/>
          </p:nvPr>
        </p:nvSpPr>
        <p:spPr/>
        <p:txBody>
          <a:bodyPr/>
          <a:lstStyle/>
          <a:p>
            <a:pPr marL="96838" indent="0">
              <a:buNone/>
            </a:pPr>
            <a:r>
              <a:rPr kumimoji="1" lang="en-US" altLang="ja-JP" b="1" dirty="0">
                <a:solidFill>
                  <a:srgbClr val="C00000"/>
                </a:solidFill>
              </a:rPr>
              <a:t>this</a:t>
            </a:r>
            <a:r>
              <a:rPr kumimoji="1" lang="ja-JP" altLang="en-US" dirty="0"/>
              <a:t>は特別に準備された変数で「</a:t>
            </a:r>
            <a:r>
              <a:rPr kumimoji="1" lang="ja-JP" altLang="en-US" b="1" dirty="0">
                <a:solidFill>
                  <a:srgbClr val="C00000"/>
                </a:solidFill>
              </a:rPr>
              <a:t>自分自身のインスタンス</a:t>
            </a:r>
            <a:r>
              <a:rPr kumimoji="1" lang="ja-JP" altLang="en-US" dirty="0"/>
              <a:t>」という意味があります。</a:t>
            </a:r>
          </a:p>
          <a:p>
            <a:pPr marL="96838" indent="0">
              <a:buNone/>
            </a:pPr>
            <a:r>
              <a:rPr kumimoji="1" lang="ja-JP" altLang="en-US" dirty="0"/>
              <a:t>そして「</a:t>
            </a:r>
            <a:r>
              <a:rPr kumimoji="1" lang="en-US" altLang="ja-JP" dirty="0"/>
              <a:t>.</a:t>
            </a:r>
            <a:r>
              <a:rPr kumimoji="1" lang="ja-JP" altLang="en-US" dirty="0"/>
              <a:t>　</a:t>
            </a:r>
            <a:r>
              <a:rPr kumimoji="1" lang="en-US" altLang="ja-JP" dirty="0"/>
              <a:t>(</a:t>
            </a:r>
            <a:r>
              <a:rPr kumimoji="1" lang="ja-JP" altLang="en-US" dirty="0"/>
              <a:t>ドット</a:t>
            </a:r>
            <a:r>
              <a:rPr kumimoji="1" lang="en-US" altLang="ja-JP" dirty="0"/>
              <a:t>)</a:t>
            </a:r>
            <a:r>
              <a:rPr kumimoji="1" lang="ja-JP" altLang="en-US" dirty="0"/>
              <a:t>」には「の」と同じ意味があります。</a:t>
            </a:r>
          </a:p>
          <a:p>
            <a:pPr marL="96838" indent="0">
              <a:buNone/>
            </a:pPr>
            <a:r>
              <a:rPr kumimoji="1" lang="ja-JP" altLang="en-US" dirty="0"/>
              <a:t>つまり、</a:t>
            </a:r>
          </a:p>
          <a:p>
            <a:pPr marL="96838" indent="0">
              <a:buNone/>
            </a:pPr>
            <a:r>
              <a:rPr kumimoji="1" lang="en-US" altLang="ja-JP" dirty="0"/>
              <a:t>	this.name</a:t>
            </a:r>
            <a:r>
              <a:rPr kumimoji="1" lang="ja-JP" altLang="en-US" dirty="0"/>
              <a:t>　⇒　</a:t>
            </a:r>
            <a:r>
              <a:rPr kumimoji="1" lang="ja-JP" altLang="en-US" b="1" dirty="0">
                <a:solidFill>
                  <a:schemeClr val="accent1"/>
                </a:solidFill>
              </a:rPr>
              <a:t>自分自身のインスタンス</a:t>
            </a:r>
            <a:r>
              <a:rPr kumimoji="1" lang="en-US" altLang="ja-JP" b="1" dirty="0">
                <a:solidFill>
                  <a:schemeClr val="accent1"/>
                </a:solidFill>
              </a:rPr>
              <a:t>(</a:t>
            </a:r>
            <a:r>
              <a:rPr kumimoji="1" lang="ja-JP" altLang="en-US" b="1" dirty="0">
                <a:solidFill>
                  <a:schemeClr val="accent1"/>
                </a:solidFill>
              </a:rPr>
              <a:t>の中</a:t>
            </a:r>
            <a:r>
              <a:rPr kumimoji="1" lang="en-US" altLang="ja-JP" b="1" dirty="0">
                <a:solidFill>
                  <a:schemeClr val="accent1"/>
                </a:solidFill>
              </a:rPr>
              <a:t>)</a:t>
            </a:r>
            <a:r>
              <a:rPr kumimoji="1" lang="ja-JP" altLang="en-US" b="1" dirty="0">
                <a:solidFill>
                  <a:schemeClr val="accent1"/>
                </a:solidFill>
              </a:rPr>
              <a:t>の</a:t>
            </a:r>
            <a:r>
              <a:rPr lang="ja-JP" altLang="en-US" b="1" dirty="0">
                <a:solidFill>
                  <a:schemeClr val="accent1"/>
                </a:solidFill>
              </a:rPr>
              <a:t>氏名</a:t>
            </a:r>
            <a:endParaRPr kumimoji="1" lang="ja-JP" altLang="en-US" b="1" dirty="0">
              <a:solidFill>
                <a:schemeClr val="accent1"/>
              </a:solidFill>
            </a:endParaRPr>
          </a:p>
          <a:p>
            <a:pPr marL="96838" indent="0">
              <a:buNone/>
            </a:pPr>
            <a:r>
              <a:rPr kumimoji="1" lang="ja-JP" altLang="en-US" dirty="0"/>
              <a:t>という意味になります。</a:t>
            </a:r>
          </a:p>
          <a:p>
            <a:pPr marL="96838" indent="0">
              <a:buNone/>
            </a:pPr>
            <a:endParaRPr lang="ja-JP" altLang="en-US" dirty="0"/>
          </a:p>
          <a:p>
            <a:pPr marL="96838" indent="0">
              <a:buNone/>
            </a:pPr>
            <a:r>
              <a:rPr kumimoji="1" lang="ja-JP" altLang="en-US" dirty="0"/>
              <a:t>まだインスタンスを作っていないのでわかりづらいと思いますが、フィールドを使うときは</a:t>
            </a:r>
          </a:p>
          <a:p>
            <a:pPr marL="96838" indent="0">
              <a:buNone/>
            </a:pPr>
            <a:r>
              <a:rPr lang="ja-JP" altLang="en-US" dirty="0"/>
              <a:t>「</a:t>
            </a:r>
            <a:r>
              <a:rPr lang="ja-JP" altLang="en-US" b="1" dirty="0">
                <a:solidFill>
                  <a:srgbClr val="C00000"/>
                </a:solidFill>
              </a:rPr>
              <a:t>どのインスタンスの中の</a:t>
            </a:r>
            <a:r>
              <a:rPr lang="ja-JP" altLang="en-US" dirty="0"/>
              <a:t>」「</a:t>
            </a:r>
            <a:r>
              <a:rPr lang="ja-JP" altLang="en-US" b="1" dirty="0">
                <a:solidFill>
                  <a:srgbClr val="C00000"/>
                </a:solidFill>
              </a:rPr>
              <a:t>何というフィールド</a:t>
            </a:r>
            <a:r>
              <a:rPr lang="ja-JP" altLang="en-US" dirty="0"/>
              <a:t>」なのかを指定します。</a:t>
            </a:r>
            <a:endParaRPr kumimoji="1" lang="ja-JP" altLang="en-US" dirty="0"/>
          </a:p>
          <a:p>
            <a:pPr marL="96838" indent="0">
              <a:buNone/>
            </a:pPr>
            <a:endParaRPr kumimoji="1" lang="ja-JP" altLang="en-US" dirty="0"/>
          </a:p>
          <a:p>
            <a:pPr marL="96838" indent="0">
              <a:buNone/>
            </a:pPr>
            <a:r>
              <a:rPr kumimoji="1" lang="en-US" altLang="ja-JP" b="1" dirty="0">
                <a:solidFill>
                  <a:srgbClr val="C00000"/>
                </a:solidFill>
              </a:rPr>
              <a:t>※</a:t>
            </a:r>
            <a:r>
              <a:rPr kumimoji="1" lang="ja-JP" altLang="en-US" b="1" dirty="0">
                <a:solidFill>
                  <a:srgbClr val="C00000"/>
                </a:solidFill>
              </a:rPr>
              <a:t>注意点</a:t>
            </a:r>
          </a:p>
          <a:p>
            <a:pPr marL="452438" lvl="1" indent="0">
              <a:buNone/>
            </a:pPr>
            <a:r>
              <a:rPr kumimoji="1" lang="ja-JP" altLang="en-US" dirty="0"/>
              <a:t>今紹介している書き方で、</a:t>
            </a:r>
            <a:r>
              <a:rPr kumimoji="1" lang="en-US" altLang="ja-JP" dirty="0"/>
              <a:t>this</a:t>
            </a:r>
            <a:r>
              <a:rPr kumimoji="1" lang="ja-JP" altLang="en-US" dirty="0"/>
              <a:t>を省略して書いても動きます。</a:t>
            </a:r>
          </a:p>
          <a:p>
            <a:pPr marL="452438" lvl="1" indent="0">
              <a:buNone/>
            </a:pPr>
            <a:r>
              <a:rPr kumimoji="1" lang="ja-JP" altLang="en-US" dirty="0"/>
              <a:t>しかし、ローカル変数や引数で同じ名前がいると、ローカル変数や引数の処理を優先してしまい、予想外の動作をすることがあります。</a:t>
            </a:r>
          </a:p>
          <a:p>
            <a:pPr marL="452438" lvl="1" indent="0">
              <a:buNone/>
            </a:pPr>
            <a:r>
              <a:rPr kumimoji="1" lang="ja-JP" altLang="en-US" dirty="0"/>
              <a:t>そのため、自分自身のフィールドを使用する場合は、</a:t>
            </a:r>
            <a:r>
              <a:rPr kumimoji="1" lang="en-US" altLang="ja-JP" dirty="0"/>
              <a:t>this</a:t>
            </a:r>
            <a:r>
              <a:rPr kumimoji="1" lang="ja-JP" altLang="en-US" dirty="0"/>
              <a:t>を付けましょう。</a:t>
            </a:r>
          </a:p>
          <a:p>
            <a:pPr marL="96838" indent="0">
              <a:buNone/>
            </a:pPr>
            <a:endParaRPr kumimoji="1" lang="ja-JP" altLang="en-US" dirty="0"/>
          </a:p>
        </p:txBody>
      </p:sp>
    </p:spTree>
    <p:extLst>
      <p:ext uri="{BB962C8B-B14F-4D97-AF65-F5344CB8AC3E}">
        <p14:creationId xmlns:p14="http://schemas.microsoft.com/office/powerpoint/2010/main" val="2410993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7A3F27D-356D-413A-A60D-515D64311F9D}"/>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E76CAEB3-49D5-46F4-A9FE-CF97174D3CA3}"/>
              </a:ext>
            </a:extLst>
          </p:cNvPr>
          <p:cNvSpPr>
            <a:spLocks noGrp="1"/>
          </p:cNvSpPr>
          <p:nvPr>
            <p:ph type="ctrTitle"/>
          </p:nvPr>
        </p:nvSpPr>
        <p:spPr/>
        <p:txBody>
          <a:bodyPr/>
          <a:lstStyle/>
          <a:p>
            <a:r>
              <a:rPr lang="ja-JP" altLang="ja-JP" dirty="0"/>
              <a:t>命名のルール</a:t>
            </a:r>
            <a:endParaRPr kumimoji="1" lang="ja-JP" altLang="en-US" dirty="0"/>
          </a:p>
        </p:txBody>
      </p:sp>
      <p:sp>
        <p:nvSpPr>
          <p:cNvPr id="4" name="スライド番号プレースホルダー 3">
            <a:extLst>
              <a:ext uri="{FF2B5EF4-FFF2-40B4-BE49-F238E27FC236}">
                <a16:creationId xmlns:a16="http://schemas.microsoft.com/office/drawing/2014/main" id="{52BFDF3B-21A3-4AAB-B904-F5CFB0C5B0D9}"/>
              </a:ext>
            </a:extLst>
          </p:cNvPr>
          <p:cNvSpPr>
            <a:spLocks noGrp="1"/>
          </p:cNvSpPr>
          <p:nvPr>
            <p:ph type="sldNum" sz="quarter" idx="4"/>
          </p:nvPr>
        </p:nvSpPr>
        <p:spPr/>
        <p:txBody>
          <a:bodyPr/>
          <a:lstStyle/>
          <a:p>
            <a:fld id="{00000000-1234-1234-1234-123412341234}" type="slidenum">
              <a:rPr lang="en" smtClean="0"/>
              <a:pPr/>
              <a:t>14</a:t>
            </a:fld>
            <a:endParaRPr lang="en" dirty="0"/>
          </a:p>
        </p:txBody>
      </p:sp>
      <p:sp>
        <p:nvSpPr>
          <p:cNvPr id="5" name="テキスト プレースホルダー 4">
            <a:extLst>
              <a:ext uri="{FF2B5EF4-FFF2-40B4-BE49-F238E27FC236}">
                <a16:creationId xmlns:a16="http://schemas.microsoft.com/office/drawing/2014/main" id="{6D7F57BB-892D-4732-A951-E66AC83B7744}"/>
              </a:ext>
            </a:extLst>
          </p:cNvPr>
          <p:cNvSpPr>
            <a:spLocks noGrp="1"/>
          </p:cNvSpPr>
          <p:nvPr>
            <p:ph type="body" sz="quarter" idx="14"/>
          </p:nvPr>
        </p:nvSpPr>
        <p:spPr>
          <a:xfrm>
            <a:off x="462875" y="859491"/>
            <a:ext cx="8216900" cy="481629"/>
          </a:xfrm>
        </p:spPr>
        <p:txBody>
          <a:bodyPr/>
          <a:lstStyle/>
          <a:p>
            <a:pPr marL="96838" indent="0">
              <a:buNone/>
            </a:pPr>
            <a:r>
              <a:rPr kumimoji="1" lang="ja-JP" altLang="en-US" dirty="0"/>
              <a:t>クラス名などは任意で自由につけることができますが、慣習に従って名前を付けることが望ましいですし、</a:t>
            </a:r>
            <a:r>
              <a:rPr kumimoji="1" lang="en-US" altLang="ja-JP" dirty="0"/>
              <a:t>Java</a:t>
            </a:r>
            <a:r>
              <a:rPr kumimoji="1" lang="ja-JP" altLang="en-US" dirty="0"/>
              <a:t>のプログラマは皆守っています。</a:t>
            </a:r>
          </a:p>
        </p:txBody>
      </p:sp>
      <p:graphicFrame>
        <p:nvGraphicFramePr>
          <p:cNvPr id="6" name="Google Shape;218;p24">
            <a:extLst>
              <a:ext uri="{FF2B5EF4-FFF2-40B4-BE49-F238E27FC236}">
                <a16:creationId xmlns:a16="http://schemas.microsoft.com/office/drawing/2014/main" id="{E68C0511-571B-443B-A12B-7AEF1DC35017}"/>
              </a:ext>
            </a:extLst>
          </p:cNvPr>
          <p:cNvGraphicFramePr/>
          <p:nvPr>
            <p:extLst>
              <p:ext uri="{D42A27DB-BD31-4B8C-83A1-F6EECF244321}">
                <p14:modId xmlns:p14="http://schemas.microsoft.com/office/powerpoint/2010/main" val="2736567903"/>
              </p:ext>
            </p:extLst>
          </p:nvPr>
        </p:nvGraphicFramePr>
        <p:xfrm>
          <a:off x="463550" y="1723292"/>
          <a:ext cx="8216900" cy="2074501"/>
        </p:xfrm>
        <a:graphic>
          <a:graphicData uri="http://schemas.openxmlformats.org/drawingml/2006/table">
            <a:tbl>
              <a:tblPr firstRow="1" bandRow="1">
                <a:tableStyleId>{BC89EF96-8CEA-46FF-86C4-4CE0E7609802}</a:tableStyleId>
              </a:tblPr>
              <a:tblGrid>
                <a:gridCol w="1562361">
                  <a:extLst>
                    <a:ext uri="{9D8B030D-6E8A-4147-A177-3AD203B41FA5}">
                      <a16:colId xmlns:a16="http://schemas.microsoft.com/office/drawing/2014/main" val="20000"/>
                    </a:ext>
                  </a:extLst>
                </a:gridCol>
                <a:gridCol w="1440675">
                  <a:extLst>
                    <a:ext uri="{9D8B030D-6E8A-4147-A177-3AD203B41FA5}">
                      <a16:colId xmlns:a16="http://schemas.microsoft.com/office/drawing/2014/main" val="20001"/>
                    </a:ext>
                  </a:extLst>
                </a:gridCol>
                <a:gridCol w="3159639">
                  <a:extLst>
                    <a:ext uri="{9D8B030D-6E8A-4147-A177-3AD203B41FA5}">
                      <a16:colId xmlns:a16="http://schemas.microsoft.com/office/drawing/2014/main" val="20002"/>
                    </a:ext>
                  </a:extLst>
                </a:gridCol>
                <a:gridCol w="2054225">
                  <a:extLst>
                    <a:ext uri="{9D8B030D-6E8A-4147-A177-3AD203B41FA5}">
                      <a16:colId xmlns:a16="http://schemas.microsoft.com/office/drawing/2014/main" val="20003"/>
                    </a:ext>
                  </a:extLst>
                </a:gridCol>
              </a:tblGrid>
              <a:tr h="488938">
                <a:tc>
                  <a:txBody>
                    <a:bodyPr/>
                    <a:lstStyle/>
                    <a:p>
                      <a:pPr marL="0" marR="0" lvl="0" indent="0" algn="l" rtl="0">
                        <a:spcBef>
                          <a:spcPts val="0"/>
                        </a:spcBef>
                        <a:spcAft>
                          <a:spcPts val="0"/>
                        </a:spcAft>
                        <a:buNone/>
                      </a:pPr>
                      <a:r>
                        <a:rPr lang="ja-JP" sz="1400" u="none" strike="noStrike" cap="none">
                          <a:latin typeface="+mn-lt"/>
                          <a:ea typeface="+mn-ea"/>
                          <a:sym typeface="Arial"/>
                        </a:rPr>
                        <a:t>分類</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ja-JP" sz="1400">
                          <a:latin typeface="+mn-lt"/>
                          <a:ea typeface="+mn-ea"/>
                          <a:sym typeface="Arial"/>
                        </a:rPr>
                        <a:t>名詞/動詞</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ja-JP" sz="1400">
                          <a:latin typeface="+mn-lt"/>
                          <a:ea typeface="+mn-ea"/>
                          <a:sym typeface="Arial"/>
                        </a:rPr>
                        <a:t>ルール</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ja-JP" sz="1400">
                          <a:latin typeface="+mn-lt"/>
                          <a:ea typeface="+mn-ea"/>
                          <a:sym typeface="Arial"/>
                        </a:rPr>
                        <a:t>例</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0"/>
                  </a:ext>
                </a:extLst>
              </a:tr>
              <a:tr h="528521">
                <a:tc>
                  <a:txBody>
                    <a:bodyPr/>
                    <a:lstStyle/>
                    <a:p>
                      <a:pPr marL="0" marR="0" lvl="0" indent="0" algn="l" rtl="0">
                        <a:spcBef>
                          <a:spcPts val="0"/>
                        </a:spcBef>
                        <a:spcAft>
                          <a:spcPts val="0"/>
                        </a:spcAft>
                        <a:buNone/>
                      </a:pPr>
                      <a:r>
                        <a:rPr lang="ja-JP" sz="1400">
                          <a:latin typeface="+mn-lt"/>
                          <a:ea typeface="+mn-ea"/>
                          <a:sym typeface="Arial"/>
                        </a:rPr>
                        <a:t>クラス名</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ja-JP" sz="1400">
                          <a:latin typeface="+mn-lt"/>
                          <a:ea typeface="+mn-ea"/>
                          <a:sym typeface="Arial"/>
                        </a:rPr>
                        <a:t>名詞</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ja-JP" sz="1400">
                          <a:latin typeface="+mn-lt"/>
                          <a:ea typeface="+mn-ea"/>
                          <a:sym typeface="Arial"/>
                        </a:rPr>
                        <a:t>単語の頭が大文字</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dirty="0" err="1">
                          <a:latin typeface="+mn-lt"/>
                          <a:ea typeface="+mn-ea"/>
                          <a:sym typeface="Arial"/>
                        </a:rPr>
                        <a:t>WhileSample</a:t>
                      </a:r>
                      <a:endParaRPr sz="1400" dirty="0">
                        <a:latin typeface="+mn-lt"/>
                        <a:ea typeface="+mn-ea"/>
                        <a:sym typeface="Arial"/>
                      </a:endParaRPr>
                    </a:p>
                    <a:p>
                      <a:pPr marL="0" marR="0" lvl="0" indent="0" algn="l" rtl="0">
                        <a:spcBef>
                          <a:spcPts val="0"/>
                        </a:spcBef>
                        <a:spcAft>
                          <a:spcPts val="0"/>
                        </a:spcAft>
                        <a:buNone/>
                      </a:pPr>
                      <a:r>
                        <a:rPr lang="en-US" altLang="ja-JP" sz="1400" dirty="0">
                          <a:latin typeface="+mn-lt"/>
                          <a:ea typeface="+mn-ea"/>
                          <a:sym typeface="Arial"/>
                        </a:rPr>
                        <a:t>Student</a:t>
                      </a:r>
                      <a:endParaRPr sz="1400" dirty="0">
                        <a:latin typeface="+mn-lt"/>
                        <a:ea typeface="+mn-ea"/>
                        <a:cs typeface="Arial"/>
                        <a:sym typeface="Arial"/>
                      </a:endParaRPr>
                    </a:p>
                  </a:txBody>
                  <a:tcPr marL="91450" marR="91450" marT="45725" marB="45725"/>
                </a:tc>
                <a:extLst>
                  <a:ext uri="{0D108BD9-81ED-4DB2-BD59-A6C34878D82A}">
                    <a16:rowId xmlns:a16="http://schemas.microsoft.com/office/drawing/2014/main" val="10001"/>
                  </a:ext>
                </a:extLst>
              </a:tr>
              <a:tr h="528521">
                <a:tc>
                  <a:txBody>
                    <a:bodyPr/>
                    <a:lstStyle/>
                    <a:p>
                      <a:pPr marL="0" marR="0" lvl="0" indent="0" algn="l" rtl="0">
                        <a:spcBef>
                          <a:spcPts val="0"/>
                        </a:spcBef>
                        <a:spcAft>
                          <a:spcPts val="0"/>
                        </a:spcAft>
                        <a:buNone/>
                      </a:pPr>
                      <a:r>
                        <a:rPr lang="ja-JP" sz="1400">
                          <a:latin typeface="+mn-lt"/>
                          <a:ea typeface="+mn-ea"/>
                          <a:sym typeface="Arial"/>
                        </a:rPr>
                        <a:t>フィールド名</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ja-JP" sz="1400">
                          <a:latin typeface="+mn-lt"/>
                          <a:ea typeface="+mn-ea"/>
                          <a:sym typeface="Arial"/>
                        </a:rPr>
                        <a:t>名詞</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ja-JP" sz="1400">
                          <a:latin typeface="+mn-lt"/>
                          <a:ea typeface="+mn-ea"/>
                          <a:sym typeface="Arial"/>
                        </a:rPr>
                        <a:t>最初以外の単語の頭が大文字</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altLang="ja-JP" sz="1400" dirty="0">
                          <a:latin typeface="+mn-lt"/>
                          <a:ea typeface="+mn-ea"/>
                          <a:sym typeface="Arial"/>
                        </a:rPr>
                        <a:t>name</a:t>
                      </a:r>
                      <a:endParaRPr sz="1400" dirty="0">
                        <a:latin typeface="+mn-lt"/>
                        <a:ea typeface="+mn-ea"/>
                        <a:sym typeface="Arial"/>
                      </a:endParaRPr>
                    </a:p>
                    <a:p>
                      <a:pPr marL="0" marR="0" lvl="0" indent="0" algn="l" rtl="0">
                        <a:spcBef>
                          <a:spcPts val="0"/>
                        </a:spcBef>
                        <a:spcAft>
                          <a:spcPts val="0"/>
                        </a:spcAft>
                        <a:buNone/>
                      </a:pPr>
                      <a:r>
                        <a:rPr lang="en-US" sz="1400" dirty="0" err="1">
                          <a:latin typeface="+mn-lt"/>
                          <a:ea typeface="+mn-ea"/>
                          <a:cs typeface="Arial"/>
                          <a:sym typeface="Arial"/>
                        </a:rPr>
                        <a:t>companyName</a:t>
                      </a:r>
                      <a:endParaRPr sz="1400" dirty="0">
                        <a:latin typeface="+mn-lt"/>
                        <a:ea typeface="+mn-ea"/>
                        <a:cs typeface="Arial"/>
                        <a:sym typeface="Arial"/>
                      </a:endParaRPr>
                    </a:p>
                  </a:txBody>
                  <a:tcPr marL="91450" marR="91450" marT="45725" marB="45725"/>
                </a:tc>
                <a:extLst>
                  <a:ext uri="{0D108BD9-81ED-4DB2-BD59-A6C34878D82A}">
                    <a16:rowId xmlns:a16="http://schemas.microsoft.com/office/drawing/2014/main" val="10002"/>
                  </a:ext>
                </a:extLst>
              </a:tr>
              <a:tr h="528521">
                <a:tc>
                  <a:txBody>
                    <a:bodyPr/>
                    <a:lstStyle/>
                    <a:p>
                      <a:pPr marL="0" marR="0" lvl="0" indent="0" algn="l" rtl="0">
                        <a:spcBef>
                          <a:spcPts val="0"/>
                        </a:spcBef>
                        <a:spcAft>
                          <a:spcPts val="0"/>
                        </a:spcAft>
                        <a:buNone/>
                      </a:pPr>
                      <a:r>
                        <a:rPr lang="ja-JP" sz="1400">
                          <a:latin typeface="+mn-lt"/>
                          <a:ea typeface="+mn-ea"/>
                          <a:sym typeface="Arial"/>
                        </a:rPr>
                        <a:t>メソッド名</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ja-JP" sz="1400">
                          <a:latin typeface="+mn-lt"/>
                          <a:ea typeface="+mn-ea"/>
                          <a:sym typeface="Arial"/>
                        </a:rPr>
                        <a:t>動詞</a:t>
                      </a:r>
                      <a:endParaRPr sz="1400">
                        <a:latin typeface="+mn-lt"/>
                        <a:ea typeface="+mn-ea"/>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Quattrocento Sans"/>
                        <a:buNone/>
                      </a:pPr>
                      <a:r>
                        <a:rPr lang="ja-JP" sz="1400" dirty="0">
                          <a:latin typeface="+mn-lt"/>
                          <a:ea typeface="+mn-ea"/>
                          <a:sym typeface="Arial"/>
                        </a:rPr>
                        <a:t>最初以外の単語の頭が大文字</a:t>
                      </a:r>
                      <a:endParaRPr sz="1400" dirty="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altLang="ja-JP" sz="1400" dirty="0">
                          <a:latin typeface="+mn-lt"/>
                          <a:ea typeface="+mn-ea"/>
                          <a:sym typeface="Arial"/>
                        </a:rPr>
                        <a:t>introduce</a:t>
                      </a:r>
                      <a:endParaRPr sz="1400" dirty="0">
                        <a:latin typeface="+mn-lt"/>
                        <a:ea typeface="+mn-ea"/>
                        <a:sym typeface="Arial"/>
                      </a:endParaRPr>
                    </a:p>
                    <a:p>
                      <a:pPr marL="0" marR="0" lvl="0" indent="0" algn="l" rtl="0">
                        <a:spcBef>
                          <a:spcPts val="0"/>
                        </a:spcBef>
                        <a:spcAft>
                          <a:spcPts val="0"/>
                        </a:spcAft>
                        <a:buNone/>
                      </a:pPr>
                      <a:r>
                        <a:rPr lang="en-US" sz="1400" dirty="0" err="1">
                          <a:latin typeface="+mn-lt"/>
                          <a:ea typeface="+mn-ea"/>
                          <a:cs typeface="Arial"/>
                          <a:sym typeface="Arial"/>
                        </a:rPr>
                        <a:t>askQuestions</a:t>
                      </a:r>
                      <a:endParaRPr sz="1400" dirty="0">
                        <a:latin typeface="+mn-lt"/>
                        <a:ea typeface="+mn-ea"/>
                        <a:cs typeface="Arial"/>
                        <a:sym typeface="Arial"/>
                      </a:endParaRPr>
                    </a:p>
                  </a:txBody>
                  <a:tcPr marL="91450" marR="91450" marT="45725" marB="45725"/>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66487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コンパイルと実行してみると</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15</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02882"/>
          </a:xfrm>
        </p:spPr>
        <p:txBody>
          <a:bodyPr/>
          <a:lstStyle/>
          <a:p>
            <a:pPr marL="96838" indent="0">
              <a:buNone/>
            </a:pPr>
            <a:r>
              <a:rPr lang="en-US" altLang="ja-JP" dirty="0"/>
              <a:t>Student.java</a:t>
            </a:r>
            <a:r>
              <a:rPr lang="ja-JP" altLang="en-US" dirty="0"/>
              <a:t>ファイルが完成したのでコンパイルと実行してみます。</a:t>
            </a:r>
          </a:p>
        </p:txBody>
      </p:sp>
      <p:sp>
        <p:nvSpPr>
          <p:cNvPr id="6" name="テキスト プレースホルダー 4">
            <a:extLst>
              <a:ext uri="{FF2B5EF4-FFF2-40B4-BE49-F238E27FC236}">
                <a16:creationId xmlns:a16="http://schemas.microsoft.com/office/drawing/2014/main" id="{5C5D35BD-799F-425D-A16C-01A0004D4511}"/>
              </a:ext>
            </a:extLst>
          </p:cNvPr>
          <p:cNvSpPr txBox="1">
            <a:spLocks/>
          </p:cNvSpPr>
          <p:nvPr/>
        </p:nvSpPr>
        <p:spPr>
          <a:xfrm>
            <a:off x="462876" y="1162373"/>
            <a:ext cx="8098978" cy="2141936"/>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C:\work&gt;javac Student.java</a:t>
            </a:r>
          </a:p>
          <a:p>
            <a:pPr marL="96838" indent="0">
              <a:buFont typeface="Arial" panose="020B0604020202020204" pitchFamily="34" charset="0"/>
              <a:buNone/>
            </a:pPr>
            <a:endParaRPr lang="en-US" altLang="ja-JP" dirty="0"/>
          </a:p>
          <a:p>
            <a:pPr marL="96838" indent="0">
              <a:buFont typeface="Arial" panose="020B0604020202020204" pitchFamily="34" charset="0"/>
              <a:buNone/>
            </a:pPr>
            <a:r>
              <a:rPr lang="en-US" altLang="ja-JP" dirty="0"/>
              <a:t>C:\work&gt;java Student</a:t>
            </a:r>
          </a:p>
          <a:p>
            <a:pPr marL="96838" indent="0">
              <a:buFont typeface="Arial" panose="020B0604020202020204" pitchFamily="34" charset="0"/>
              <a:buNone/>
            </a:pPr>
            <a:r>
              <a:rPr lang="ja-JP" altLang="en-US" dirty="0"/>
              <a:t>エラー</a:t>
            </a:r>
            <a:r>
              <a:rPr lang="en-US" altLang="ja-JP" dirty="0"/>
              <a:t>: </a:t>
            </a:r>
            <a:r>
              <a:rPr lang="ja-JP" altLang="en-US" dirty="0"/>
              <a:t>メイン・メソッドがクラス</a:t>
            </a:r>
            <a:r>
              <a:rPr lang="en-US" altLang="ja-JP" dirty="0"/>
              <a:t>Student</a:t>
            </a:r>
            <a:r>
              <a:rPr lang="ja-JP" altLang="en-US" dirty="0"/>
              <a:t>で見つかりません。次のようにメイン・メソッドを定義してください。</a:t>
            </a:r>
          </a:p>
          <a:p>
            <a:pPr marL="96838" indent="0">
              <a:buFont typeface="Arial" panose="020B0604020202020204" pitchFamily="34" charset="0"/>
              <a:buNone/>
            </a:pPr>
            <a:r>
              <a:rPr lang="ja-JP" altLang="en-US" dirty="0"/>
              <a:t>   </a:t>
            </a:r>
            <a:r>
              <a:rPr lang="en-US" altLang="ja-JP" dirty="0"/>
              <a:t>public static void main(String[] </a:t>
            </a:r>
            <a:r>
              <a:rPr lang="en-US" altLang="ja-JP" dirty="0" err="1"/>
              <a:t>args</a:t>
            </a:r>
            <a:r>
              <a:rPr lang="en-US" altLang="ja-JP" dirty="0"/>
              <a:t>)</a:t>
            </a:r>
          </a:p>
          <a:p>
            <a:pPr marL="96838" indent="0">
              <a:buFont typeface="Arial" panose="020B0604020202020204" pitchFamily="34" charset="0"/>
              <a:buNone/>
            </a:pPr>
            <a:r>
              <a:rPr lang="ja-JP" altLang="en-US" dirty="0"/>
              <a:t>または</a:t>
            </a:r>
            <a:r>
              <a:rPr lang="en-US" altLang="ja-JP" dirty="0"/>
              <a:t>JavaFX</a:t>
            </a:r>
            <a:r>
              <a:rPr lang="ja-JP" altLang="en-US" dirty="0"/>
              <a:t>アプリケーション・クラスは</a:t>
            </a:r>
            <a:r>
              <a:rPr lang="en-US" altLang="ja-JP" dirty="0" err="1"/>
              <a:t>javafx.application.Application</a:t>
            </a:r>
            <a:r>
              <a:rPr lang="ja-JP" altLang="en-US" dirty="0"/>
              <a:t>を拡張する必要があります</a:t>
            </a:r>
          </a:p>
        </p:txBody>
      </p:sp>
      <p:sp>
        <p:nvSpPr>
          <p:cNvPr id="9" name="テキスト プレースホルダー 7">
            <a:extLst>
              <a:ext uri="{FF2B5EF4-FFF2-40B4-BE49-F238E27FC236}">
                <a16:creationId xmlns:a16="http://schemas.microsoft.com/office/drawing/2014/main" id="{38CE5700-8485-406F-968B-7CDD9C79F8D9}"/>
              </a:ext>
            </a:extLst>
          </p:cNvPr>
          <p:cNvSpPr txBox="1">
            <a:spLocks/>
          </p:cNvSpPr>
          <p:nvPr/>
        </p:nvSpPr>
        <p:spPr>
          <a:xfrm>
            <a:off x="462875" y="3308252"/>
            <a:ext cx="8216900" cy="1406326"/>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問題なく</a:t>
            </a:r>
            <a:r>
              <a:rPr lang="ja-JP" altLang="en-US" b="1" dirty="0">
                <a:solidFill>
                  <a:srgbClr val="C00000"/>
                </a:solidFill>
              </a:rPr>
              <a:t>コンパイルはできました</a:t>
            </a:r>
            <a:r>
              <a:rPr lang="ja-JP" altLang="en-US" dirty="0"/>
              <a:t>が、</a:t>
            </a:r>
            <a:r>
              <a:rPr lang="ja-JP" altLang="en-US" b="1" dirty="0">
                <a:solidFill>
                  <a:srgbClr val="C00000"/>
                </a:solidFill>
              </a:rPr>
              <a:t>実行はエラー</a:t>
            </a:r>
            <a:r>
              <a:rPr lang="ja-JP" altLang="en-US" dirty="0"/>
              <a:t>になりました。</a:t>
            </a:r>
            <a:endParaRPr lang="en-US" altLang="ja-JP" dirty="0"/>
          </a:p>
          <a:p>
            <a:pPr marL="96838" indent="0">
              <a:buFont typeface="Arial" panose="020B0604020202020204" pitchFamily="34" charset="0"/>
              <a:buNone/>
            </a:pPr>
            <a:r>
              <a:rPr lang="ja-JP" altLang="en-US" dirty="0"/>
              <a:t>エラーメッセージを見ると</a:t>
            </a:r>
            <a:r>
              <a:rPr lang="en-US" altLang="ja-JP" b="1" dirty="0">
                <a:solidFill>
                  <a:srgbClr val="C00000"/>
                </a:solidFill>
              </a:rPr>
              <a:t>main</a:t>
            </a:r>
            <a:r>
              <a:rPr lang="ja-JP" altLang="en-US" b="1" dirty="0">
                <a:solidFill>
                  <a:srgbClr val="C00000"/>
                </a:solidFill>
              </a:rPr>
              <a:t>メソッドが無いため</a:t>
            </a:r>
            <a:r>
              <a:rPr lang="ja-JP" altLang="en-US" dirty="0"/>
              <a:t>とわかります。</a:t>
            </a:r>
          </a:p>
          <a:p>
            <a:pPr marL="96838" indent="0">
              <a:buFont typeface="Arial" panose="020B0604020202020204" pitchFamily="34" charset="0"/>
              <a:buNone/>
            </a:pPr>
            <a:r>
              <a:rPr lang="ja-JP" altLang="en-US" dirty="0"/>
              <a:t>では、</a:t>
            </a:r>
            <a:r>
              <a:rPr lang="en-US" altLang="ja-JP" dirty="0"/>
              <a:t>Student</a:t>
            </a:r>
            <a:r>
              <a:rPr lang="ja-JP" altLang="en-US" dirty="0"/>
              <a:t>クラスに</a:t>
            </a:r>
            <a:r>
              <a:rPr lang="en-US" altLang="ja-JP" dirty="0"/>
              <a:t>main</a:t>
            </a:r>
            <a:r>
              <a:rPr lang="ja-JP" altLang="en-US" dirty="0"/>
              <a:t>メソッドを追加すればいい、と思うかもしれません。確かに</a:t>
            </a:r>
            <a:r>
              <a:rPr lang="en-US" altLang="ja-JP" dirty="0"/>
              <a:t>main</a:t>
            </a:r>
            <a:r>
              <a:rPr lang="ja-JP" altLang="en-US" dirty="0"/>
              <a:t>メソッドを追加すれば実行するだけなら可能です。でも、メソッドは「受講生の動作」を記述するものでした。受講生が</a:t>
            </a:r>
            <a:r>
              <a:rPr lang="en-US" altLang="ja-JP" dirty="0"/>
              <a:t>main</a:t>
            </a:r>
            <a:r>
              <a:rPr lang="ja-JP" altLang="en-US" dirty="0"/>
              <a:t>という動作をするってのは意味不明ですよね。そのため、一般的には</a:t>
            </a:r>
            <a:r>
              <a:rPr lang="en-US" altLang="ja-JP" dirty="0"/>
              <a:t>Student</a:t>
            </a:r>
            <a:r>
              <a:rPr lang="ja-JP" altLang="en-US" dirty="0"/>
              <a:t>クラスに</a:t>
            </a:r>
            <a:r>
              <a:rPr lang="en-US" altLang="ja-JP" dirty="0"/>
              <a:t>main</a:t>
            </a:r>
            <a:r>
              <a:rPr lang="ja-JP" altLang="en-US" dirty="0"/>
              <a:t>メソッドを書くということはしません。</a:t>
            </a:r>
          </a:p>
        </p:txBody>
      </p:sp>
    </p:spTree>
    <p:extLst>
      <p:ext uri="{BB962C8B-B14F-4D97-AF65-F5344CB8AC3E}">
        <p14:creationId xmlns:p14="http://schemas.microsoft.com/office/powerpoint/2010/main" val="2217202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BFC7A35D-1013-4B1B-8268-48793F136D4C}"/>
              </a:ext>
            </a:extLst>
          </p:cNvPr>
          <p:cNvSpPr>
            <a:spLocks noGrp="1"/>
          </p:cNvSpPr>
          <p:nvPr>
            <p:ph type="ftr" sz="quarter" idx="11"/>
          </p:nvPr>
        </p:nvSpPr>
        <p:spPr/>
        <p:txBody>
          <a:bodyPr/>
          <a:lstStyle/>
          <a:p>
            <a:r>
              <a:rPr kumimoji="1" lang="en-US" altLang="ja-JP"/>
              <a:t>copyright ©ITCollege All Rights Reserved</a:t>
            </a:r>
            <a:endParaRPr kumimoji="1" lang="ja-JP" altLang="en-US" sz="1000"/>
          </a:p>
        </p:txBody>
      </p:sp>
      <p:sp>
        <p:nvSpPr>
          <p:cNvPr id="6" name="タイトル 5">
            <a:extLst>
              <a:ext uri="{FF2B5EF4-FFF2-40B4-BE49-F238E27FC236}">
                <a16:creationId xmlns:a16="http://schemas.microsoft.com/office/drawing/2014/main" id="{0F81E6C4-7841-4153-9948-3830F64F1715}"/>
              </a:ext>
            </a:extLst>
          </p:cNvPr>
          <p:cNvSpPr>
            <a:spLocks noGrp="1"/>
          </p:cNvSpPr>
          <p:nvPr>
            <p:ph type="ctrTitle"/>
          </p:nvPr>
        </p:nvSpPr>
        <p:spPr/>
        <p:txBody>
          <a:bodyPr/>
          <a:lstStyle/>
          <a:p>
            <a:r>
              <a:rPr lang="ja-JP" altLang="ja-JP" dirty="0"/>
              <a:t>インスタンスの利用</a:t>
            </a:r>
            <a:endParaRPr lang="ja-JP" altLang="en-US" dirty="0"/>
          </a:p>
        </p:txBody>
      </p:sp>
      <p:sp>
        <p:nvSpPr>
          <p:cNvPr id="3" name="スライド番号プレースホルダー 2">
            <a:extLst>
              <a:ext uri="{FF2B5EF4-FFF2-40B4-BE49-F238E27FC236}">
                <a16:creationId xmlns:a16="http://schemas.microsoft.com/office/drawing/2014/main" id="{F54F27B3-DDBF-476A-AD49-46F9A05EE6D4}"/>
              </a:ext>
            </a:extLst>
          </p:cNvPr>
          <p:cNvSpPr>
            <a:spLocks noGrp="1"/>
          </p:cNvSpPr>
          <p:nvPr>
            <p:ph type="sldNum" sz="quarter" idx="4"/>
          </p:nvPr>
        </p:nvSpPr>
        <p:spPr/>
        <p:txBody>
          <a:bodyPr/>
          <a:lstStyle/>
          <a:p>
            <a:fld id="{6EC4605C-D4BC-457C-A820-CB9DC8935472}" type="slidenum">
              <a:rPr kumimoji="1" lang="ja-JP" altLang="en-US" smtClean="0"/>
              <a:pPr/>
              <a:t>16</a:t>
            </a:fld>
            <a:endParaRPr kumimoji="1" lang="ja-JP" altLang="en-US" sz="1200"/>
          </a:p>
        </p:txBody>
      </p:sp>
      <p:sp>
        <p:nvSpPr>
          <p:cNvPr id="8" name="テキスト プレースホルダー 7">
            <a:extLst>
              <a:ext uri="{FF2B5EF4-FFF2-40B4-BE49-F238E27FC236}">
                <a16:creationId xmlns:a16="http://schemas.microsoft.com/office/drawing/2014/main" id="{DC47DB6E-DE5F-461B-8DA6-D7E7BFB3D9CA}"/>
              </a:ext>
            </a:extLst>
          </p:cNvPr>
          <p:cNvSpPr>
            <a:spLocks noGrp="1"/>
          </p:cNvSpPr>
          <p:nvPr>
            <p:ph type="body" sz="quarter" idx="15"/>
          </p:nvPr>
        </p:nvSpPr>
        <p:spPr>
          <a:xfrm>
            <a:off x="463549" y="1023814"/>
            <a:ext cx="7177471" cy="1374919"/>
          </a:xfrm>
        </p:spPr>
        <p:txBody>
          <a:bodyPr/>
          <a:lstStyle/>
          <a:p>
            <a:pPr marL="387350" indent="-285750">
              <a:buFont typeface="Arial" panose="020B0604020202020204" pitchFamily="34" charset="0"/>
              <a:buChar char="•"/>
            </a:pPr>
            <a:r>
              <a:rPr lang="ja-JP" altLang="en-US" sz="1200" b="1" dirty="0"/>
              <a:t>インスタンスを作るのは</a:t>
            </a:r>
            <a:r>
              <a:rPr lang="en-US" altLang="ja-JP" sz="1200" b="1" dirty="0"/>
              <a:t>new </a:t>
            </a:r>
            <a:r>
              <a:rPr lang="ja-JP" altLang="en-US" sz="1200" b="1" dirty="0"/>
              <a:t>クラス名</a:t>
            </a:r>
            <a:r>
              <a:rPr lang="en-US" altLang="ja-JP" sz="1200" b="1" dirty="0"/>
              <a:t>()</a:t>
            </a:r>
          </a:p>
          <a:p>
            <a:pPr marL="387350" indent="-285750">
              <a:buFont typeface="Arial" panose="020B0604020202020204" pitchFamily="34" charset="0"/>
              <a:buChar char="•"/>
            </a:pPr>
            <a:r>
              <a:rPr lang="ja-JP" altLang="en-US" sz="1200" b="1" dirty="0"/>
              <a:t>作ったインスタンスを保存するために普通は</a:t>
            </a:r>
            <a:r>
              <a:rPr lang="ja-JP" altLang="en-US" sz="1200" dirty="0"/>
              <a:t>クラス名と同じデータ型の</a:t>
            </a:r>
            <a:r>
              <a:rPr lang="ja-JP" altLang="en-US" sz="1200" b="1" dirty="0"/>
              <a:t>変数に入れる</a:t>
            </a:r>
            <a:endParaRPr lang="en-US" altLang="ja-JP" sz="1200" b="1" dirty="0"/>
          </a:p>
          <a:p>
            <a:pPr marL="387350" indent="-285750">
              <a:buFont typeface="Arial" panose="020B0604020202020204" pitchFamily="34" charset="0"/>
              <a:buChar char="•"/>
            </a:pPr>
            <a:r>
              <a:rPr lang="ja-JP" altLang="en-US" sz="1200" dirty="0"/>
              <a:t>インスタンスの中のフィールドを使うときは「変数名</a:t>
            </a:r>
            <a:r>
              <a:rPr lang="en-US" altLang="ja-JP" sz="1200" dirty="0"/>
              <a:t>.</a:t>
            </a:r>
            <a:r>
              <a:rPr lang="ja-JP" altLang="en-US" sz="1200" dirty="0"/>
              <a:t>フィールド名」</a:t>
            </a:r>
          </a:p>
          <a:p>
            <a:pPr marL="387350" indent="-285750"/>
            <a:r>
              <a:rPr lang="ja-JP" altLang="en-US" sz="1200" dirty="0"/>
              <a:t>インスタンスの中のメソッドを呼び出すときは「変数名</a:t>
            </a:r>
            <a:r>
              <a:rPr lang="en-US" altLang="ja-JP" sz="1200" dirty="0"/>
              <a:t>.</a:t>
            </a:r>
            <a:r>
              <a:rPr lang="ja-JP" altLang="en-US" sz="1200" dirty="0"/>
              <a:t>メソッド名</a:t>
            </a:r>
            <a:r>
              <a:rPr lang="en-US" altLang="ja-JP" sz="1200" dirty="0"/>
              <a:t>()</a:t>
            </a:r>
            <a:r>
              <a:rPr lang="ja-JP" altLang="en-US" sz="1200" dirty="0"/>
              <a:t>」</a:t>
            </a:r>
            <a:endParaRPr lang="en-US" altLang="ja-JP" sz="1200" b="1" dirty="0"/>
          </a:p>
          <a:p>
            <a:pPr marL="387350" indent="-285750">
              <a:buFont typeface="Arial" panose="020B0604020202020204" pitchFamily="34" charset="0"/>
              <a:buChar char="•"/>
            </a:pPr>
            <a:endParaRPr lang="en-US" altLang="ja-JP" sz="1200" b="1" dirty="0"/>
          </a:p>
        </p:txBody>
      </p:sp>
      <p:sp>
        <p:nvSpPr>
          <p:cNvPr id="9" name="テキスト プレースホルダー 8">
            <a:extLst>
              <a:ext uri="{FF2B5EF4-FFF2-40B4-BE49-F238E27FC236}">
                <a16:creationId xmlns:a16="http://schemas.microsoft.com/office/drawing/2014/main" id="{3B4B4B26-E1BE-4F2F-85DB-B4EB50CCB2D1}"/>
              </a:ext>
            </a:extLst>
          </p:cNvPr>
          <p:cNvSpPr>
            <a:spLocks noGrp="1"/>
          </p:cNvSpPr>
          <p:nvPr>
            <p:ph type="body" sz="quarter" idx="16"/>
          </p:nvPr>
        </p:nvSpPr>
        <p:spPr/>
        <p:txBody>
          <a:bodyPr/>
          <a:lstStyle/>
          <a:p>
            <a:endParaRPr lang="ja-JP" altLang="en-US"/>
          </a:p>
        </p:txBody>
      </p:sp>
      <p:sp>
        <p:nvSpPr>
          <p:cNvPr id="15" name="テキスト プレースホルダー 4">
            <a:extLst>
              <a:ext uri="{FF2B5EF4-FFF2-40B4-BE49-F238E27FC236}">
                <a16:creationId xmlns:a16="http://schemas.microsoft.com/office/drawing/2014/main" id="{04739463-A1A9-424A-9DD2-969D3E724B50}"/>
              </a:ext>
            </a:extLst>
          </p:cNvPr>
          <p:cNvSpPr>
            <a:spLocks noGrp="1"/>
          </p:cNvSpPr>
          <p:nvPr>
            <p:ph type="body" sz="quarter" idx="14"/>
          </p:nvPr>
        </p:nvSpPr>
        <p:spPr>
          <a:xfrm>
            <a:off x="462875" y="2571750"/>
            <a:ext cx="8216900" cy="2212338"/>
          </a:xfrm>
        </p:spPr>
        <p:txBody>
          <a:bodyPr/>
          <a:lstStyle/>
          <a:p>
            <a:pPr marL="96838" indent="0">
              <a:buNone/>
            </a:pPr>
            <a:r>
              <a:rPr kumimoji="1" lang="ja-JP" altLang="en-US" dirty="0"/>
              <a:t>前のページで見た通り、</a:t>
            </a:r>
            <a:r>
              <a:rPr kumimoji="1" lang="en-US" altLang="ja-JP" dirty="0"/>
              <a:t>Student</a:t>
            </a:r>
            <a:r>
              <a:rPr kumimoji="1" lang="ja-JP" altLang="en-US" dirty="0"/>
              <a:t>クラスはコンパイルはできますが実行することはできません。</a:t>
            </a:r>
            <a:endParaRPr kumimoji="1" lang="en-US" altLang="ja-JP" dirty="0"/>
          </a:p>
          <a:p>
            <a:pPr marL="96838" indent="0">
              <a:buNone/>
            </a:pPr>
            <a:r>
              <a:rPr kumimoji="1" lang="ja-JP" altLang="en-US" dirty="0"/>
              <a:t>そもそもの発端は受講生という</a:t>
            </a:r>
            <a:r>
              <a:rPr kumimoji="1" lang="ja-JP" altLang="en-US" b="1" dirty="0">
                <a:solidFill>
                  <a:srgbClr val="C00000"/>
                </a:solidFill>
              </a:rPr>
              <a:t>インスタンスを作るために雛型である</a:t>
            </a:r>
            <a:r>
              <a:rPr kumimoji="1" lang="en-US" altLang="ja-JP" b="1" dirty="0">
                <a:solidFill>
                  <a:srgbClr val="C00000"/>
                </a:solidFill>
              </a:rPr>
              <a:t>Student</a:t>
            </a:r>
            <a:r>
              <a:rPr kumimoji="1" lang="ja-JP" altLang="en-US" b="1" dirty="0">
                <a:solidFill>
                  <a:srgbClr val="C00000"/>
                </a:solidFill>
              </a:rPr>
              <a:t>クラスを作った</a:t>
            </a:r>
            <a:r>
              <a:rPr kumimoji="1" lang="ja-JP" altLang="en-US" dirty="0"/>
              <a:t>のでした。そのため、ここから先は</a:t>
            </a:r>
          </a:p>
          <a:p>
            <a:pPr marL="96838" indent="0">
              <a:buNone/>
            </a:pPr>
            <a:endParaRPr lang="ja-JP" altLang="en-US" dirty="0"/>
          </a:p>
          <a:p>
            <a:pPr marL="96838" indent="0">
              <a:buNone/>
            </a:pPr>
            <a:r>
              <a:rPr kumimoji="1" lang="ja-JP" altLang="en-US" dirty="0"/>
              <a:t>　</a:t>
            </a:r>
            <a:r>
              <a:rPr kumimoji="1" lang="en-US" altLang="ja-JP" b="1" dirty="0">
                <a:solidFill>
                  <a:srgbClr val="C00000"/>
                </a:solidFill>
              </a:rPr>
              <a:t>Student</a:t>
            </a:r>
            <a:r>
              <a:rPr kumimoji="1" lang="ja-JP" altLang="en-US" b="1" dirty="0">
                <a:solidFill>
                  <a:srgbClr val="C00000"/>
                </a:solidFill>
              </a:rPr>
              <a:t>クラスをもとに受講生インスタンスを作り、それを利用する</a:t>
            </a:r>
          </a:p>
          <a:p>
            <a:pPr marL="96838" indent="0">
              <a:buNone/>
            </a:pPr>
            <a:endParaRPr lang="ja-JP" altLang="en-US" dirty="0"/>
          </a:p>
          <a:p>
            <a:pPr marL="96838" indent="0">
              <a:buNone/>
            </a:pPr>
            <a:r>
              <a:rPr kumimoji="1" lang="ja-JP" altLang="en-US" dirty="0"/>
              <a:t>というやり方を学んでいきましょう。</a:t>
            </a:r>
          </a:p>
        </p:txBody>
      </p:sp>
    </p:spTree>
    <p:extLst>
      <p:ext uri="{BB962C8B-B14F-4D97-AF65-F5344CB8AC3E}">
        <p14:creationId xmlns:p14="http://schemas.microsoft.com/office/powerpoint/2010/main" val="262682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ja-JP" dirty="0"/>
              <a:t>インスタンスの利用</a:t>
            </a:r>
            <a:endParaRPr lang="ja-JP" altLang="en-US" dirty="0"/>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17</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p:txBody>
          <a:bodyPr/>
          <a:lstStyle/>
          <a:p>
            <a:pPr marL="96838" indent="0">
              <a:buNone/>
            </a:pPr>
            <a:r>
              <a:rPr lang="ja-JP" altLang="en-US" dirty="0"/>
              <a:t>今までクラスは作ってきましたが、インスタンスは作っていません。</a:t>
            </a:r>
          </a:p>
          <a:p>
            <a:pPr marL="96838" indent="0">
              <a:buNone/>
            </a:pPr>
            <a:r>
              <a:rPr lang="ja-JP" altLang="en-US" dirty="0"/>
              <a:t>これは言うならば家を建てる時の設計図は書いたけど実際に家を建てていないのと同じことです。建ててもいない家に住むことはできませんよね。</a:t>
            </a:r>
          </a:p>
          <a:p>
            <a:pPr marL="96838" indent="0">
              <a:buNone/>
            </a:pPr>
            <a:r>
              <a:rPr lang="ja-JP" altLang="en-US" dirty="0"/>
              <a:t>作った</a:t>
            </a:r>
            <a:r>
              <a:rPr lang="ja-JP" altLang="en-US" b="1" dirty="0">
                <a:solidFill>
                  <a:srgbClr val="C00000"/>
                </a:solidFill>
              </a:rPr>
              <a:t>クラスからインスタンスを作る</a:t>
            </a:r>
            <a:r>
              <a:rPr lang="ja-JP" altLang="en-US" dirty="0"/>
              <a:t>には、</a:t>
            </a:r>
          </a:p>
          <a:p>
            <a:pPr marL="96838" indent="0">
              <a:buNone/>
            </a:pPr>
            <a:endParaRPr lang="ja-JP" altLang="en-US" dirty="0"/>
          </a:p>
          <a:p>
            <a:pPr marL="96838" indent="0">
              <a:buNone/>
            </a:pPr>
            <a:r>
              <a:rPr lang="en-US" altLang="ja-JP" sz="2000" b="1" dirty="0">
                <a:solidFill>
                  <a:srgbClr val="C00000"/>
                </a:solidFill>
              </a:rPr>
              <a:t>new </a:t>
            </a:r>
            <a:r>
              <a:rPr lang="ja-JP" altLang="en-US" sz="2000" b="1" dirty="0">
                <a:solidFill>
                  <a:srgbClr val="C00000"/>
                </a:solidFill>
              </a:rPr>
              <a:t>クラス名</a:t>
            </a:r>
            <a:r>
              <a:rPr lang="en-US" altLang="ja-JP" sz="2000" b="1" dirty="0">
                <a:solidFill>
                  <a:srgbClr val="C00000"/>
                </a:solidFill>
              </a:rPr>
              <a:t>()</a:t>
            </a:r>
          </a:p>
          <a:p>
            <a:pPr marL="96838" indent="0">
              <a:buNone/>
            </a:pPr>
            <a:endParaRPr lang="en-US" altLang="ja-JP" dirty="0"/>
          </a:p>
          <a:p>
            <a:pPr marL="96838" indent="0">
              <a:buNone/>
            </a:pPr>
            <a:r>
              <a:rPr lang="ja-JP" altLang="en-US" dirty="0"/>
              <a:t>と書きます。そのため、</a:t>
            </a:r>
            <a:r>
              <a:rPr lang="en-US" altLang="ja-JP" dirty="0"/>
              <a:t>Student</a:t>
            </a:r>
            <a:r>
              <a:rPr lang="ja-JP" altLang="en-US" dirty="0"/>
              <a:t>クラスからインスタンスを作る場合、</a:t>
            </a:r>
          </a:p>
          <a:p>
            <a:pPr marL="96838" indent="0">
              <a:buNone/>
            </a:pPr>
            <a:r>
              <a:rPr lang="en-US" altLang="ja-JP" dirty="0"/>
              <a:t>new Student()</a:t>
            </a:r>
          </a:p>
          <a:p>
            <a:pPr marL="96838" indent="0">
              <a:buNone/>
            </a:pPr>
            <a:r>
              <a:rPr lang="ja-JP" altLang="en-US" dirty="0"/>
              <a:t>と書けばいいことになります。</a:t>
            </a:r>
          </a:p>
          <a:p>
            <a:pPr marL="96838" indent="0">
              <a:buNone/>
            </a:pPr>
            <a:endParaRPr lang="ja-JP" altLang="en-US" dirty="0"/>
          </a:p>
          <a:p>
            <a:pPr marL="96838" indent="0">
              <a:buNone/>
            </a:pPr>
            <a:r>
              <a:rPr lang="en-US" altLang="ja-JP" dirty="0"/>
              <a:t>new</a:t>
            </a:r>
            <a:r>
              <a:rPr lang="ja-JP" altLang="en-US" dirty="0"/>
              <a:t>というのは配列の要素を作るときにも出てきましたね。実はあれと同じものです。</a:t>
            </a:r>
          </a:p>
        </p:txBody>
      </p:sp>
    </p:spTree>
    <p:extLst>
      <p:ext uri="{BB962C8B-B14F-4D97-AF65-F5344CB8AC3E}">
        <p14:creationId xmlns:p14="http://schemas.microsoft.com/office/powerpoint/2010/main" val="2358155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ja-JP" dirty="0"/>
              <a:t>インスタンスの利用</a:t>
            </a:r>
            <a:endParaRPr lang="ja-JP" altLang="en-US" dirty="0"/>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18</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p:txBody>
          <a:bodyPr/>
          <a:lstStyle/>
          <a:p>
            <a:pPr marL="96838" indent="0">
              <a:buNone/>
            </a:pPr>
            <a:r>
              <a:rPr lang="ja-JP" altLang="en-US" dirty="0"/>
              <a:t>変数を勉強したときに</a:t>
            </a:r>
          </a:p>
          <a:p>
            <a:pPr marL="96838" indent="0">
              <a:buNone/>
            </a:pPr>
            <a:r>
              <a:rPr lang="ja-JP" altLang="en-US" dirty="0"/>
              <a:t>　　コンピュータにデータを記憶させるためには箱のようなものが必要です。</a:t>
            </a:r>
          </a:p>
          <a:p>
            <a:pPr marL="96838" indent="0">
              <a:buNone/>
            </a:pPr>
            <a:r>
              <a:rPr lang="ja-JP" altLang="en-US" dirty="0"/>
              <a:t>と学習しました。箱がないと保存できない、ということです。</a:t>
            </a:r>
          </a:p>
          <a:p>
            <a:pPr marL="96838" indent="0">
              <a:buNone/>
            </a:pPr>
            <a:r>
              <a:rPr lang="ja-JP" altLang="en-US" dirty="0"/>
              <a:t>インスタンスも同じで</a:t>
            </a:r>
            <a:r>
              <a:rPr lang="ja-JP" altLang="en-US" b="1" dirty="0">
                <a:solidFill>
                  <a:srgbClr val="C00000"/>
                </a:solidFill>
              </a:rPr>
              <a:t>変数という箱に入れないと</a:t>
            </a:r>
            <a:r>
              <a:rPr lang="ja-JP" altLang="en-US" dirty="0"/>
              <a:t>保存することができず、</a:t>
            </a:r>
            <a:r>
              <a:rPr lang="ja-JP" altLang="en-US" b="1" dirty="0">
                <a:solidFill>
                  <a:srgbClr val="C00000"/>
                </a:solidFill>
              </a:rPr>
              <a:t>すぐに消えてしまいます</a:t>
            </a:r>
            <a:r>
              <a:rPr lang="ja-JP" altLang="en-US" dirty="0"/>
              <a:t>。</a:t>
            </a:r>
          </a:p>
          <a:p>
            <a:pPr marL="96838" indent="0">
              <a:buNone/>
            </a:pPr>
            <a:endParaRPr lang="ja-JP" altLang="en-US" dirty="0"/>
          </a:p>
          <a:p>
            <a:pPr marL="96838" indent="0">
              <a:buNone/>
            </a:pPr>
            <a:r>
              <a:rPr lang="ja-JP" altLang="en-US" dirty="0"/>
              <a:t>さて、</a:t>
            </a:r>
            <a:r>
              <a:rPr lang="ja-JP" altLang="en-US" b="1" dirty="0">
                <a:solidFill>
                  <a:srgbClr val="C00000"/>
                </a:solidFill>
              </a:rPr>
              <a:t>箱を作るには変数の宣言をすればよかった</a:t>
            </a:r>
            <a:r>
              <a:rPr lang="ja-JP" altLang="en-US" dirty="0"/>
              <a:t>ですよね。</a:t>
            </a:r>
          </a:p>
          <a:p>
            <a:pPr marL="96838" indent="0">
              <a:buNone/>
            </a:pPr>
            <a:r>
              <a:rPr lang="ja-JP" altLang="en-US" dirty="0"/>
              <a:t>変数の宣言は</a:t>
            </a:r>
          </a:p>
          <a:p>
            <a:pPr marL="96838" indent="0">
              <a:buNone/>
            </a:pPr>
            <a:r>
              <a:rPr lang="ja-JP" altLang="en-US" dirty="0"/>
              <a:t>　　データ型　変数名</a:t>
            </a:r>
            <a:r>
              <a:rPr lang="en-US" altLang="ja-JP" dirty="0"/>
              <a:t>;</a:t>
            </a:r>
          </a:p>
          <a:p>
            <a:pPr marL="96838" indent="0">
              <a:buNone/>
            </a:pPr>
            <a:r>
              <a:rPr lang="ja-JP" altLang="en-US" dirty="0"/>
              <a:t>でしたが、インスタンスを入れる箱は</a:t>
            </a:r>
            <a:r>
              <a:rPr lang="en-US" altLang="ja-JP" dirty="0"/>
              <a:t>int</a:t>
            </a:r>
            <a:r>
              <a:rPr lang="ja-JP" altLang="en-US" dirty="0"/>
              <a:t>型でしょうか？</a:t>
            </a:r>
            <a:r>
              <a:rPr lang="en-US" altLang="ja-JP" dirty="0"/>
              <a:t>String</a:t>
            </a:r>
            <a:r>
              <a:rPr lang="ja-JP" altLang="en-US" dirty="0"/>
              <a:t>型でしょうか？</a:t>
            </a:r>
            <a:endParaRPr lang="en-US" altLang="ja-JP" dirty="0"/>
          </a:p>
          <a:p>
            <a:pPr marL="96838" indent="0">
              <a:buNone/>
            </a:pPr>
            <a:endParaRPr lang="en-US" altLang="ja-JP" dirty="0"/>
          </a:p>
          <a:p>
            <a:pPr marL="96838" indent="0">
              <a:buNone/>
            </a:pPr>
            <a:r>
              <a:rPr lang="ja-JP" altLang="en-US" dirty="0"/>
              <a:t>実は</a:t>
            </a:r>
            <a:r>
              <a:rPr lang="en-US" altLang="ja-JP" dirty="0"/>
              <a:t>int</a:t>
            </a:r>
            <a:r>
              <a:rPr lang="ja-JP" altLang="en-US" dirty="0"/>
              <a:t>型でも</a:t>
            </a:r>
            <a:r>
              <a:rPr lang="en-US" altLang="ja-JP" dirty="0"/>
              <a:t>String</a:t>
            </a:r>
            <a:r>
              <a:rPr lang="ja-JP" altLang="en-US" dirty="0"/>
              <a:t>型でもなく、</a:t>
            </a:r>
            <a:r>
              <a:rPr lang="en-US" altLang="ja-JP" b="1" dirty="0">
                <a:solidFill>
                  <a:srgbClr val="C00000"/>
                </a:solidFill>
              </a:rPr>
              <a:t>Student</a:t>
            </a:r>
            <a:r>
              <a:rPr lang="ja-JP" altLang="en-US" b="1" dirty="0">
                <a:solidFill>
                  <a:srgbClr val="C00000"/>
                </a:solidFill>
              </a:rPr>
              <a:t>クラスのインスタンスを入れる専用のデータ型</a:t>
            </a:r>
            <a:r>
              <a:rPr lang="ja-JP" altLang="en-US" dirty="0"/>
              <a:t>が必要です。その専用のデータ型は</a:t>
            </a:r>
            <a:r>
              <a:rPr lang="ja-JP" altLang="en-US" b="1" dirty="0">
                <a:solidFill>
                  <a:srgbClr val="C00000"/>
                </a:solidFill>
              </a:rPr>
              <a:t>クラス名と同じ</a:t>
            </a:r>
            <a:r>
              <a:rPr lang="ja-JP" altLang="en-US" dirty="0"/>
              <a:t>になります。したがって、</a:t>
            </a:r>
            <a:r>
              <a:rPr lang="en-US" altLang="ja-JP" dirty="0"/>
              <a:t>Student</a:t>
            </a:r>
            <a:r>
              <a:rPr lang="ja-JP" altLang="en-US" dirty="0"/>
              <a:t>クラスのインスタンスを入れる箱を作るには</a:t>
            </a:r>
          </a:p>
          <a:p>
            <a:pPr marL="96838" indent="0">
              <a:buNone/>
            </a:pPr>
            <a:r>
              <a:rPr lang="ja-JP" altLang="en-US" dirty="0"/>
              <a:t>　　</a:t>
            </a:r>
            <a:r>
              <a:rPr lang="en-US" altLang="ja-JP" dirty="0"/>
              <a:t>Student </a:t>
            </a:r>
            <a:r>
              <a:rPr lang="en-US" altLang="ja-JP" dirty="0" err="1"/>
              <a:t>student</a:t>
            </a:r>
            <a:r>
              <a:rPr lang="en-US" altLang="ja-JP" dirty="0"/>
              <a:t>;</a:t>
            </a:r>
          </a:p>
          <a:p>
            <a:pPr marL="96838" indent="0">
              <a:buNone/>
            </a:pPr>
            <a:r>
              <a:rPr lang="ja-JP" altLang="en-US" dirty="0"/>
              <a:t>と書きます。</a:t>
            </a:r>
          </a:p>
        </p:txBody>
      </p:sp>
      <p:sp>
        <p:nvSpPr>
          <p:cNvPr id="6" name="吹き出し: 角を丸めた四角形 5">
            <a:extLst>
              <a:ext uri="{FF2B5EF4-FFF2-40B4-BE49-F238E27FC236}">
                <a16:creationId xmlns:a16="http://schemas.microsoft.com/office/drawing/2014/main" id="{0EBED279-821D-453E-AD44-5078E47AFCA3}"/>
              </a:ext>
            </a:extLst>
          </p:cNvPr>
          <p:cNvSpPr/>
          <p:nvPr/>
        </p:nvSpPr>
        <p:spPr>
          <a:xfrm>
            <a:off x="3404680" y="4027250"/>
            <a:ext cx="5275095" cy="834825"/>
          </a:xfrm>
          <a:prstGeom prst="wedgeRoundRectCallout">
            <a:avLst>
              <a:gd name="adj1" fmla="val -67880"/>
              <a:gd name="adj2" fmla="val -7268"/>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紛らわしいですが、</a:t>
            </a:r>
            <a:br>
              <a:rPr kumimoji="1" lang="ja-JP" altLang="en-US" sz="1400" dirty="0">
                <a:solidFill>
                  <a:schemeClr val="tx1"/>
                </a:solidFill>
              </a:rPr>
            </a:br>
            <a:r>
              <a:rPr kumimoji="1" lang="ja-JP" altLang="en-US" sz="1400" dirty="0">
                <a:solidFill>
                  <a:schemeClr val="tx1"/>
                </a:solidFill>
              </a:rPr>
              <a:t>左は先頭が大文字の</a:t>
            </a:r>
            <a:r>
              <a:rPr kumimoji="1" lang="en-US" altLang="ja-JP" sz="1400" dirty="0">
                <a:solidFill>
                  <a:schemeClr val="tx1"/>
                </a:solidFill>
              </a:rPr>
              <a:t>Student</a:t>
            </a:r>
            <a:r>
              <a:rPr kumimoji="1" lang="ja-JP" altLang="en-US" sz="1400" dirty="0">
                <a:solidFill>
                  <a:schemeClr val="tx1"/>
                </a:solidFill>
              </a:rPr>
              <a:t>でこれは</a:t>
            </a:r>
            <a:r>
              <a:rPr kumimoji="1" lang="ja-JP" altLang="en-US" sz="1400" b="1" dirty="0">
                <a:solidFill>
                  <a:srgbClr val="C00000"/>
                </a:solidFill>
              </a:rPr>
              <a:t>データ型</a:t>
            </a:r>
            <a:r>
              <a:rPr kumimoji="1" lang="ja-JP" altLang="en-US" sz="1400" dirty="0">
                <a:solidFill>
                  <a:schemeClr val="tx1"/>
                </a:solidFill>
              </a:rPr>
              <a:t>です。</a:t>
            </a:r>
          </a:p>
          <a:p>
            <a:r>
              <a:rPr kumimoji="1" lang="ja-JP" altLang="en-US" sz="1400" dirty="0">
                <a:solidFill>
                  <a:schemeClr val="tx1"/>
                </a:solidFill>
              </a:rPr>
              <a:t>右は先頭が小文字の</a:t>
            </a:r>
            <a:r>
              <a:rPr kumimoji="1" lang="en-US" altLang="ja-JP" sz="1400" dirty="0">
                <a:solidFill>
                  <a:schemeClr val="tx1"/>
                </a:solidFill>
              </a:rPr>
              <a:t>student</a:t>
            </a:r>
            <a:r>
              <a:rPr kumimoji="1" lang="ja-JP" altLang="en-US" sz="1400" dirty="0">
                <a:solidFill>
                  <a:schemeClr val="tx1"/>
                </a:solidFill>
              </a:rPr>
              <a:t>でこれは</a:t>
            </a:r>
            <a:r>
              <a:rPr kumimoji="1" lang="ja-JP" altLang="en-US" sz="1400" b="1" dirty="0">
                <a:solidFill>
                  <a:srgbClr val="C00000"/>
                </a:solidFill>
              </a:rPr>
              <a:t>変数名</a:t>
            </a:r>
            <a:r>
              <a:rPr kumimoji="1" lang="ja-JP" altLang="en-US" sz="1400" dirty="0">
                <a:solidFill>
                  <a:schemeClr val="tx1"/>
                </a:solidFill>
              </a:rPr>
              <a:t>です。</a:t>
            </a:r>
          </a:p>
        </p:txBody>
      </p:sp>
    </p:spTree>
    <p:extLst>
      <p:ext uri="{BB962C8B-B14F-4D97-AF65-F5344CB8AC3E}">
        <p14:creationId xmlns:p14="http://schemas.microsoft.com/office/powerpoint/2010/main" val="1090013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ja-JP" dirty="0"/>
              <a:t>インスタンスの利用</a:t>
            </a:r>
            <a:endParaRPr lang="ja-JP" altLang="en-US" dirty="0"/>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19</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0"/>
            <a:ext cx="8216900" cy="758633"/>
          </a:xfrm>
        </p:spPr>
        <p:txBody>
          <a:bodyPr/>
          <a:lstStyle/>
          <a:p>
            <a:pPr marL="96838" indent="0">
              <a:buNone/>
            </a:pPr>
            <a:r>
              <a:rPr lang="ja-JP" altLang="en-US" dirty="0"/>
              <a:t>実際に作ってみましょう。そもそも受講生がたくさんいて</a:t>
            </a:r>
            <a:r>
              <a:rPr lang="en-US" altLang="ja-JP" dirty="0"/>
              <a:t>1</a:t>
            </a:r>
            <a:r>
              <a:rPr lang="ja-JP" altLang="en-US" dirty="0"/>
              <a:t>人</a:t>
            </a:r>
            <a:r>
              <a:rPr lang="en-US" altLang="ja-JP" dirty="0"/>
              <a:t>1</a:t>
            </a:r>
            <a:r>
              <a:rPr lang="ja-JP" altLang="en-US" dirty="0"/>
              <a:t>人インスタンスを作るのが大変なのでクラスという雛型を作ったのでした。ですから、</a:t>
            </a:r>
            <a:r>
              <a:rPr lang="en-US" altLang="ja-JP" dirty="0"/>
              <a:t>2</a:t>
            </a:r>
            <a:r>
              <a:rPr lang="ja-JP" altLang="en-US" dirty="0"/>
              <a:t>人の受講生インスタンスを作ってみます。同じ名前の変数を</a:t>
            </a:r>
            <a:r>
              <a:rPr lang="en-US" altLang="ja-JP" dirty="0"/>
              <a:t>2</a:t>
            </a:r>
            <a:r>
              <a:rPr lang="ja-JP" altLang="en-US" dirty="0"/>
              <a:t>つ作れないので変数名は</a:t>
            </a:r>
            <a:r>
              <a:rPr lang="en-US" altLang="ja-JP" b="1" dirty="0" err="1">
                <a:solidFill>
                  <a:srgbClr val="C00000"/>
                </a:solidFill>
              </a:rPr>
              <a:t>studentY</a:t>
            </a:r>
            <a:r>
              <a:rPr lang="ja-JP" altLang="en-US" dirty="0"/>
              <a:t>と</a:t>
            </a:r>
            <a:r>
              <a:rPr lang="en-US" altLang="ja-JP" b="1" dirty="0" err="1">
                <a:solidFill>
                  <a:schemeClr val="accent6">
                    <a:lumMod val="75000"/>
                  </a:schemeClr>
                </a:solidFill>
              </a:rPr>
              <a:t>studentT</a:t>
            </a:r>
            <a:r>
              <a:rPr lang="ja-JP" altLang="en-US" dirty="0"/>
              <a:t>としておきます。</a:t>
            </a:r>
          </a:p>
        </p:txBody>
      </p:sp>
      <p:sp>
        <p:nvSpPr>
          <p:cNvPr id="6" name="テキスト プレースホルダー 4">
            <a:extLst>
              <a:ext uri="{FF2B5EF4-FFF2-40B4-BE49-F238E27FC236}">
                <a16:creationId xmlns:a16="http://schemas.microsoft.com/office/drawing/2014/main" id="{5C5D35BD-799F-425D-A16C-01A0004D4511}"/>
              </a:ext>
            </a:extLst>
          </p:cNvPr>
          <p:cNvSpPr txBox="1">
            <a:spLocks/>
          </p:cNvSpPr>
          <p:nvPr/>
        </p:nvSpPr>
        <p:spPr>
          <a:xfrm>
            <a:off x="462876" y="1608192"/>
            <a:ext cx="8098978" cy="2892619"/>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a:t>
            </a:r>
            <a:r>
              <a:rPr lang="en-US" altLang="ja-JP" dirty="0" err="1"/>
              <a:t>InstanceSample</a:t>
            </a:r>
            <a:r>
              <a:rPr lang="en-US" altLang="ja-JP" dirty="0"/>
              <a:t> {</a:t>
            </a:r>
            <a:br>
              <a:rPr lang="en-US" altLang="ja-JP" dirty="0"/>
            </a:br>
            <a:r>
              <a:rPr lang="en-US" altLang="ja-JP" dirty="0"/>
              <a:t>    public static void main(String[] </a:t>
            </a:r>
            <a:r>
              <a:rPr lang="en-US" altLang="ja-JP" dirty="0" err="1"/>
              <a:t>args</a:t>
            </a:r>
            <a:r>
              <a:rPr lang="en-US" altLang="ja-JP" dirty="0"/>
              <a:t>) {</a:t>
            </a:r>
            <a:br>
              <a:rPr lang="en-US" altLang="ja-JP" dirty="0"/>
            </a:br>
            <a:r>
              <a:rPr lang="en-US" altLang="ja-JP" dirty="0"/>
              <a:t>        // </a:t>
            </a:r>
            <a:r>
              <a:rPr lang="ja-JP" altLang="en-US" dirty="0"/>
              <a:t>受講生インスタンスを入れる変数を宣言</a:t>
            </a:r>
            <a:br>
              <a:rPr lang="en-US" altLang="ja-JP" dirty="0"/>
            </a:br>
            <a:r>
              <a:rPr lang="en-US" altLang="ja-JP" dirty="0"/>
              <a:t>        Student </a:t>
            </a:r>
            <a:r>
              <a:rPr lang="en-US" altLang="ja-JP" b="1" dirty="0" err="1">
                <a:solidFill>
                  <a:srgbClr val="C00000"/>
                </a:solidFill>
              </a:rPr>
              <a:t>studentY</a:t>
            </a:r>
            <a:r>
              <a:rPr lang="en-US" altLang="ja-JP" dirty="0"/>
              <a:t>;</a:t>
            </a:r>
            <a:br>
              <a:rPr lang="en-US" altLang="ja-JP" dirty="0"/>
            </a:br>
            <a:br>
              <a:rPr lang="en-US" altLang="ja-JP" dirty="0"/>
            </a:br>
            <a:r>
              <a:rPr lang="en-US" altLang="ja-JP" dirty="0"/>
              <a:t>        // </a:t>
            </a:r>
            <a:r>
              <a:rPr lang="ja-JP" altLang="en-US" dirty="0"/>
              <a:t>宣言した変数に受講生インスタンスを作成して代入</a:t>
            </a:r>
            <a:br>
              <a:rPr lang="en-US" altLang="ja-JP" dirty="0"/>
            </a:br>
            <a:r>
              <a:rPr lang="en-US" altLang="ja-JP" dirty="0"/>
              <a:t>        </a:t>
            </a:r>
            <a:r>
              <a:rPr lang="en-US" altLang="ja-JP" dirty="0" err="1"/>
              <a:t>studentY</a:t>
            </a:r>
            <a:r>
              <a:rPr lang="en-US" altLang="ja-JP" dirty="0"/>
              <a:t> = </a:t>
            </a:r>
            <a:r>
              <a:rPr lang="en-US" altLang="ja-JP" b="1" dirty="0">
                <a:solidFill>
                  <a:srgbClr val="C00000"/>
                </a:solidFill>
              </a:rPr>
              <a:t>new Student()</a:t>
            </a:r>
            <a:r>
              <a:rPr lang="en-US" altLang="ja-JP" dirty="0"/>
              <a:t>;</a:t>
            </a:r>
            <a:br>
              <a:rPr lang="en-US" altLang="ja-JP" dirty="0"/>
            </a:br>
            <a:br>
              <a:rPr lang="en-US" altLang="ja-JP" dirty="0"/>
            </a:br>
            <a:r>
              <a:rPr lang="en-US" altLang="ja-JP" dirty="0"/>
              <a:t>        // </a:t>
            </a:r>
            <a:r>
              <a:rPr lang="ja-JP" altLang="en-US" dirty="0"/>
              <a:t>宣言と代入をまとめて書くことも可能</a:t>
            </a:r>
            <a:br>
              <a:rPr lang="en-US" altLang="ja-JP" dirty="0"/>
            </a:br>
            <a:r>
              <a:rPr lang="en-US" altLang="ja-JP" dirty="0"/>
              <a:t>        // </a:t>
            </a:r>
            <a:r>
              <a:rPr lang="ja-JP" altLang="en-US" dirty="0"/>
              <a:t>むしろこっちの書き方のほうが普通</a:t>
            </a:r>
            <a:br>
              <a:rPr lang="ja-JP" altLang="en-US" dirty="0"/>
            </a:br>
            <a:r>
              <a:rPr lang="ja-JP" altLang="en-US" dirty="0"/>
              <a:t>        </a:t>
            </a:r>
            <a:r>
              <a:rPr lang="en-US" altLang="ja-JP" dirty="0"/>
              <a:t>Student </a:t>
            </a:r>
            <a:r>
              <a:rPr lang="en-US" altLang="ja-JP" b="1" dirty="0" err="1">
                <a:solidFill>
                  <a:schemeClr val="accent6">
                    <a:lumMod val="75000"/>
                  </a:schemeClr>
                </a:solidFill>
              </a:rPr>
              <a:t>studentT</a:t>
            </a:r>
            <a:r>
              <a:rPr lang="en-US" altLang="ja-JP" dirty="0"/>
              <a:t> = </a:t>
            </a:r>
            <a:r>
              <a:rPr lang="en-US" altLang="ja-JP" b="1" dirty="0">
                <a:solidFill>
                  <a:schemeClr val="accent6">
                    <a:lumMod val="75000"/>
                  </a:schemeClr>
                </a:solidFill>
              </a:rPr>
              <a:t>new Student()</a:t>
            </a:r>
            <a:r>
              <a:rPr lang="en-US" altLang="ja-JP" dirty="0"/>
              <a:t>;</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en-US" altLang="ja-JP" dirty="0"/>
              <a:t>}</a:t>
            </a:r>
            <a:endParaRPr lang="ja-JP" altLang="en-US" dirty="0"/>
          </a:p>
        </p:txBody>
      </p:sp>
      <p:pic>
        <p:nvPicPr>
          <p:cNvPr id="10" name="Picture 2" descr="ふたが開いた段ボール箱のフリーイラスト素材">
            <a:extLst>
              <a:ext uri="{FF2B5EF4-FFF2-40B4-BE49-F238E27FC236}">
                <a16:creationId xmlns:a16="http://schemas.microsoft.com/office/drawing/2014/main" id="{C950985F-8084-44C7-B765-9C1B122871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2582" y="3420245"/>
            <a:ext cx="1324935" cy="1324935"/>
          </a:xfrm>
          <a:prstGeom prst="rect">
            <a:avLst/>
          </a:prstGeom>
          <a:noFill/>
          <a:extLst>
            <a:ext uri="{909E8E84-426E-40DD-AFC4-6F175D3DCCD1}">
              <a14:hiddenFill xmlns:a14="http://schemas.microsoft.com/office/drawing/2010/main">
                <a:solidFill>
                  <a:srgbClr val="FFFFFF"/>
                </a:solidFill>
              </a14:hiddenFill>
            </a:ext>
          </a:extLst>
        </p:spPr>
      </p:pic>
      <p:pic>
        <p:nvPicPr>
          <p:cNvPr id="3" name="図 2" descr="白いバックグラウンドの前に立っているクマの人形&#10;&#10;低い精度で自動的に生成された説明">
            <a:extLst>
              <a:ext uri="{FF2B5EF4-FFF2-40B4-BE49-F238E27FC236}">
                <a16:creationId xmlns:a16="http://schemas.microsoft.com/office/drawing/2014/main" id="{CD7E9C58-1670-4A02-8BCD-3C5DE9EF27AA}"/>
              </a:ext>
            </a:extLst>
          </p:cNvPr>
          <p:cNvPicPr>
            <a:picLocks noChangeAspect="1"/>
          </p:cNvPicPr>
          <p:nvPr/>
        </p:nvPicPr>
        <p:blipFill>
          <a:blip r:embed="rId3"/>
          <a:stretch>
            <a:fillRect/>
          </a:stretch>
        </p:blipFill>
        <p:spPr>
          <a:xfrm>
            <a:off x="5826868" y="3095371"/>
            <a:ext cx="661482" cy="613524"/>
          </a:xfrm>
          <a:prstGeom prst="rect">
            <a:avLst/>
          </a:prstGeom>
        </p:spPr>
      </p:pic>
      <p:pic>
        <p:nvPicPr>
          <p:cNvPr id="13" name="Picture 2" descr="ふたが開いた段ボール箱のフリーイラスト素材">
            <a:extLst>
              <a:ext uri="{FF2B5EF4-FFF2-40B4-BE49-F238E27FC236}">
                <a16:creationId xmlns:a16="http://schemas.microsoft.com/office/drawing/2014/main" id="{E5E7C62E-85A7-4A51-8C81-70EDFA39D6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6674" y="3420245"/>
            <a:ext cx="1324935" cy="1324935"/>
          </a:xfrm>
          <a:prstGeom prst="rect">
            <a:avLst/>
          </a:prstGeom>
          <a:noFill/>
          <a:extLst>
            <a:ext uri="{909E8E84-426E-40DD-AFC4-6F175D3DCCD1}">
              <a14:hiddenFill xmlns:a14="http://schemas.microsoft.com/office/drawing/2010/main">
                <a:solidFill>
                  <a:srgbClr val="FFFFFF"/>
                </a:solidFill>
              </a14:hiddenFill>
            </a:ext>
          </a:extLst>
        </p:spPr>
      </p:pic>
      <p:pic>
        <p:nvPicPr>
          <p:cNvPr id="15" name="図 14" descr="白いバックグラウンドの前に立っているクマの人形&#10;&#10;低い精度で自動的に生成された説明">
            <a:extLst>
              <a:ext uri="{FF2B5EF4-FFF2-40B4-BE49-F238E27FC236}">
                <a16:creationId xmlns:a16="http://schemas.microsoft.com/office/drawing/2014/main" id="{590FA50E-3D77-41A4-87F6-EE830AD42F94}"/>
              </a:ext>
            </a:extLst>
          </p:cNvPr>
          <p:cNvPicPr>
            <a:picLocks noChangeAspect="1"/>
          </p:cNvPicPr>
          <p:nvPr/>
        </p:nvPicPr>
        <p:blipFill>
          <a:blip r:embed="rId4"/>
          <a:stretch>
            <a:fillRect/>
          </a:stretch>
        </p:blipFill>
        <p:spPr>
          <a:xfrm>
            <a:off x="7358400" y="3052568"/>
            <a:ext cx="661482" cy="613525"/>
          </a:xfrm>
          <a:prstGeom prst="rect">
            <a:avLst/>
          </a:prstGeom>
        </p:spPr>
      </p:pic>
      <p:pic>
        <p:nvPicPr>
          <p:cNvPr id="17" name="図 16" descr="アイコン&#10;&#10;自動的に生成された説明">
            <a:extLst>
              <a:ext uri="{FF2B5EF4-FFF2-40B4-BE49-F238E27FC236}">
                <a16:creationId xmlns:a16="http://schemas.microsoft.com/office/drawing/2014/main" id="{8D7014AE-82F9-46AB-9ADD-77E896A3BD49}"/>
              </a:ext>
            </a:extLst>
          </p:cNvPr>
          <p:cNvPicPr>
            <a:picLocks noChangeAspect="1"/>
          </p:cNvPicPr>
          <p:nvPr/>
        </p:nvPicPr>
        <p:blipFill>
          <a:blip r:embed="rId5"/>
          <a:stretch>
            <a:fillRect/>
          </a:stretch>
        </p:blipFill>
        <p:spPr>
          <a:xfrm>
            <a:off x="6358417" y="1505510"/>
            <a:ext cx="838200" cy="838200"/>
          </a:xfrm>
          <a:prstGeom prst="rect">
            <a:avLst/>
          </a:prstGeom>
        </p:spPr>
      </p:pic>
      <p:sp>
        <p:nvSpPr>
          <p:cNvPr id="18" name="テキスト プレースホルダー 4">
            <a:extLst>
              <a:ext uri="{FF2B5EF4-FFF2-40B4-BE49-F238E27FC236}">
                <a16:creationId xmlns:a16="http://schemas.microsoft.com/office/drawing/2014/main" id="{9ED732B6-EA3C-4DCB-BF67-7A3D7772CE1E}"/>
              </a:ext>
            </a:extLst>
          </p:cNvPr>
          <p:cNvSpPr txBox="1">
            <a:spLocks/>
          </p:cNvSpPr>
          <p:nvPr/>
        </p:nvSpPr>
        <p:spPr>
          <a:xfrm>
            <a:off x="6836721" y="1703461"/>
            <a:ext cx="1605168" cy="31945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Student</a:t>
            </a:r>
            <a:r>
              <a:rPr lang="ja-JP" altLang="en-US" dirty="0"/>
              <a:t>クラス</a:t>
            </a:r>
          </a:p>
        </p:txBody>
      </p:sp>
      <p:sp>
        <p:nvSpPr>
          <p:cNvPr id="19" name="矢印: 下 18">
            <a:extLst>
              <a:ext uri="{FF2B5EF4-FFF2-40B4-BE49-F238E27FC236}">
                <a16:creationId xmlns:a16="http://schemas.microsoft.com/office/drawing/2014/main" id="{17140FDF-AC22-4008-900B-D4ED06BE1092}"/>
              </a:ext>
            </a:extLst>
          </p:cNvPr>
          <p:cNvSpPr/>
          <p:nvPr/>
        </p:nvSpPr>
        <p:spPr>
          <a:xfrm rot="1922410">
            <a:off x="6327458" y="2309814"/>
            <a:ext cx="187890" cy="796342"/>
          </a:xfrm>
          <a:prstGeom prst="downArrow">
            <a:avLst/>
          </a:pr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20" name="テキスト プレースホルダー 4">
            <a:extLst>
              <a:ext uri="{FF2B5EF4-FFF2-40B4-BE49-F238E27FC236}">
                <a16:creationId xmlns:a16="http://schemas.microsoft.com/office/drawing/2014/main" id="{43DCFFAA-D710-40BA-93DF-9AA5B648A440}"/>
              </a:ext>
            </a:extLst>
          </p:cNvPr>
          <p:cNvSpPr txBox="1">
            <a:spLocks/>
          </p:cNvSpPr>
          <p:nvPr/>
        </p:nvSpPr>
        <p:spPr>
          <a:xfrm>
            <a:off x="5172399" y="2243910"/>
            <a:ext cx="1605168" cy="31945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new Student()</a:t>
            </a:r>
            <a:endParaRPr lang="ja-JP" altLang="en-US" dirty="0"/>
          </a:p>
        </p:txBody>
      </p:sp>
      <p:sp>
        <p:nvSpPr>
          <p:cNvPr id="21" name="矢印: 下 20">
            <a:extLst>
              <a:ext uri="{FF2B5EF4-FFF2-40B4-BE49-F238E27FC236}">
                <a16:creationId xmlns:a16="http://schemas.microsoft.com/office/drawing/2014/main" id="{71BA0D1D-B94D-45D1-A4D0-59DA3A220057}"/>
              </a:ext>
            </a:extLst>
          </p:cNvPr>
          <p:cNvSpPr/>
          <p:nvPr/>
        </p:nvSpPr>
        <p:spPr>
          <a:xfrm rot="19553928">
            <a:off x="7098593" y="2309815"/>
            <a:ext cx="187890" cy="796342"/>
          </a:xfrm>
          <a:prstGeom prst="downArrow">
            <a:avLst/>
          </a:prstGeom>
          <a:solidFill>
            <a:schemeClr val="accent6">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22" name="テキスト プレースホルダー 4">
            <a:extLst>
              <a:ext uri="{FF2B5EF4-FFF2-40B4-BE49-F238E27FC236}">
                <a16:creationId xmlns:a16="http://schemas.microsoft.com/office/drawing/2014/main" id="{F1DC4ADB-69C7-4ED6-9245-D50B1F76D93C}"/>
              </a:ext>
            </a:extLst>
          </p:cNvPr>
          <p:cNvSpPr txBox="1">
            <a:spLocks/>
          </p:cNvSpPr>
          <p:nvPr/>
        </p:nvSpPr>
        <p:spPr>
          <a:xfrm>
            <a:off x="6940159" y="2219584"/>
            <a:ext cx="1605168" cy="31945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new Student()</a:t>
            </a:r>
            <a:endParaRPr lang="ja-JP" altLang="en-US" dirty="0"/>
          </a:p>
        </p:txBody>
      </p:sp>
      <p:sp>
        <p:nvSpPr>
          <p:cNvPr id="23" name="テキスト プレースホルダー 4">
            <a:extLst>
              <a:ext uri="{FF2B5EF4-FFF2-40B4-BE49-F238E27FC236}">
                <a16:creationId xmlns:a16="http://schemas.microsoft.com/office/drawing/2014/main" id="{68C1B104-ECDC-4C08-B686-275A8059C57B}"/>
              </a:ext>
            </a:extLst>
          </p:cNvPr>
          <p:cNvSpPr txBox="1">
            <a:spLocks/>
          </p:cNvSpPr>
          <p:nvPr/>
        </p:nvSpPr>
        <p:spPr>
          <a:xfrm>
            <a:off x="5601998" y="4511063"/>
            <a:ext cx="999218" cy="31945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studentY</a:t>
            </a:r>
            <a:endParaRPr lang="ja-JP" altLang="en-US" dirty="0"/>
          </a:p>
        </p:txBody>
      </p:sp>
      <p:sp>
        <p:nvSpPr>
          <p:cNvPr id="24" name="テキスト プレースホルダー 4">
            <a:extLst>
              <a:ext uri="{FF2B5EF4-FFF2-40B4-BE49-F238E27FC236}">
                <a16:creationId xmlns:a16="http://schemas.microsoft.com/office/drawing/2014/main" id="{698CA131-1357-4BC5-9C03-62E24C1EDBFC}"/>
              </a:ext>
            </a:extLst>
          </p:cNvPr>
          <p:cNvSpPr txBox="1">
            <a:spLocks/>
          </p:cNvSpPr>
          <p:nvPr/>
        </p:nvSpPr>
        <p:spPr>
          <a:xfrm>
            <a:off x="7095995" y="4511063"/>
            <a:ext cx="1060679" cy="31945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studentT</a:t>
            </a:r>
            <a:endParaRPr lang="ja-JP" altLang="en-US" dirty="0"/>
          </a:p>
        </p:txBody>
      </p:sp>
    </p:spTree>
    <p:extLst>
      <p:ext uri="{BB962C8B-B14F-4D97-AF65-F5344CB8AC3E}">
        <p14:creationId xmlns:p14="http://schemas.microsoft.com/office/powerpoint/2010/main" val="2274581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フローチャート: 書類 14">
            <a:extLst>
              <a:ext uri="{FF2B5EF4-FFF2-40B4-BE49-F238E27FC236}">
                <a16:creationId xmlns:a16="http://schemas.microsoft.com/office/drawing/2014/main" id="{B487B4A9-3DBE-4238-8D4B-AAC390FC4F56}"/>
              </a:ext>
            </a:extLst>
          </p:cNvPr>
          <p:cNvSpPr/>
          <p:nvPr/>
        </p:nvSpPr>
        <p:spPr>
          <a:xfrm>
            <a:off x="551145" y="2755726"/>
            <a:ext cx="7058417" cy="2173266"/>
          </a:xfrm>
          <a:prstGeom prst="flowChartDocumen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3" name="正方形/長方形 2">
            <a:extLst>
              <a:ext uri="{FF2B5EF4-FFF2-40B4-BE49-F238E27FC236}">
                <a16:creationId xmlns:a16="http://schemas.microsoft.com/office/drawing/2014/main" id="{152B479A-2B2F-401F-9F10-20524BF04523}"/>
              </a:ext>
            </a:extLst>
          </p:cNvPr>
          <p:cNvSpPr/>
          <p:nvPr/>
        </p:nvSpPr>
        <p:spPr>
          <a:xfrm>
            <a:off x="4809995" y="2876575"/>
            <a:ext cx="1528175" cy="1495009"/>
          </a:xfrm>
          <a:prstGeom prst="rect">
            <a:avLst/>
          </a:prstGeom>
          <a:solidFill>
            <a:schemeClr val="accent4">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クラスと</a:t>
            </a:r>
            <a:r>
              <a:rPr lang="ja-JP" altLang="ja-JP" dirty="0"/>
              <a:t>インスタンスの</a:t>
            </a:r>
            <a:r>
              <a:rPr lang="ja-JP" altLang="en-US" dirty="0"/>
              <a:t>関係</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20</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p:txBody>
          <a:bodyPr/>
          <a:lstStyle/>
          <a:p>
            <a:pPr marL="96838" indent="0">
              <a:buNone/>
            </a:pPr>
            <a:r>
              <a:rPr lang="ja-JP" altLang="en-US" dirty="0"/>
              <a:t>クラスとインスタンスの関係がわかりにくい、という方もいるかもしれません。</a:t>
            </a:r>
          </a:p>
          <a:p>
            <a:pPr marL="96838" indent="0">
              <a:buNone/>
            </a:pPr>
            <a:r>
              <a:rPr lang="ja-JP" altLang="en-US" dirty="0"/>
              <a:t>キレイな五角形をたくさん描きたい場合、</a:t>
            </a:r>
            <a:r>
              <a:rPr lang="en-US" altLang="ja-JP" dirty="0"/>
              <a:t>1</a:t>
            </a:r>
            <a:r>
              <a:rPr lang="ja-JP" altLang="en-US" dirty="0"/>
              <a:t>つ</a:t>
            </a:r>
            <a:r>
              <a:rPr lang="en-US" altLang="ja-JP" dirty="0"/>
              <a:t>1</a:t>
            </a:r>
            <a:r>
              <a:rPr lang="ja-JP" altLang="en-US" dirty="0"/>
              <a:t>つ丁寧に描くのは大変です。</a:t>
            </a:r>
          </a:p>
          <a:p>
            <a:pPr marL="96838" indent="0">
              <a:buNone/>
            </a:pPr>
            <a:r>
              <a:rPr lang="ja-JP" altLang="en-US" dirty="0"/>
              <a:t>こんなときは厚紙にキレイな五角形の穴を開け、その厚紙を紙に置いてなぞれば簡単にたくさん五角形が描けますよね。このとき、厚紙がクラスで、紙に描かれた五角形がインスタンスというイメージです。</a:t>
            </a:r>
          </a:p>
          <a:p>
            <a:pPr marL="96838" indent="0">
              <a:buNone/>
            </a:pPr>
            <a:r>
              <a:rPr lang="ja-JP" altLang="en-US" dirty="0"/>
              <a:t>今後、このテキストでは</a:t>
            </a:r>
            <a:r>
              <a:rPr lang="en-US" altLang="ja-JP" dirty="0"/>
              <a:t>(</a:t>
            </a:r>
            <a:r>
              <a:rPr lang="ja-JP" altLang="en-US" dirty="0"/>
              <a:t>元のクラスが何であれ</a:t>
            </a:r>
            <a:r>
              <a:rPr lang="en-US" altLang="ja-JP" dirty="0"/>
              <a:t>)</a:t>
            </a:r>
            <a:r>
              <a:rPr lang="ja-JP" altLang="en-US" dirty="0"/>
              <a:t>五角形の絵が出てきたらインスタンスと考えてください。</a:t>
            </a:r>
          </a:p>
        </p:txBody>
      </p:sp>
      <p:sp>
        <p:nvSpPr>
          <p:cNvPr id="2" name="五角形 1">
            <a:extLst>
              <a:ext uri="{FF2B5EF4-FFF2-40B4-BE49-F238E27FC236}">
                <a16:creationId xmlns:a16="http://schemas.microsoft.com/office/drawing/2014/main" id="{9997C9A4-393F-481B-B3D3-65F326819F4B}"/>
              </a:ext>
            </a:extLst>
          </p:cNvPr>
          <p:cNvSpPr/>
          <p:nvPr/>
        </p:nvSpPr>
        <p:spPr>
          <a:xfrm>
            <a:off x="858033" y="3075140"/>
            <a:ext cx="1027134" cy="951978"/>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9" name="五角形 8">
            <a:extLst>
              <a:ext uri="{FF2B5EF4-FFF2-40B4-BE49-F238E27FC236}">
                <a16:creationId xmlns:a16="http://schemas.microsoft.com/office/drawing/2014/main" id="{8690923D-E61C-46CC-984D-02EE934FD8E1}"/>
              </a:ext>
            </a:extLst>
          </p:cNvPr>
          <p:cNvSpPr/>
          <p:nvPr/>
        </p:nvSpPr>
        <p:spPr>
          <a:xfrm>
            <a:off x="2280325" y="3075140"/>
            <a:ext cx="1027134" cy="951978"/>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0" name="五角形 9">
            <a:extLst>
              <a:ext uri="{FF2B5EF4-FFF2-40B4-BE49-F238E27FC236}">
                <a16:creationId xmlns:a16="http://schemas.microsoft.com/office/drawing/2014/main" id="{070AFF41-380C-4FFE-896E-8BF7BBB36D89}"/>
              </a:ext>
            </a:extLst>
          </p:cNvPr>
          <p:cNvSpPr/>
          <p:nvPr/>
        </p:nvSpPr>
        <p:spPr>
          <a:xfrm>
            <a:off x="3639399" y="3075140"/>
            <a:ext cx="1027134" cy="951978"/>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1" name="五角形 10">
            <a:extLst>
              <a:ext uri="{FF2B5EF4-FFF2-40B4-BE49-F238E27FC236}">
                <a16:creationId xmlns:a16="http://schemas.microsoft.com/office/drawing/2014/main" id="{27EBD58D-73D5-4B84-AF7C-18E2FF8C135D}"/>
              </a:ext>
            </a:extLst>
          </p:cNvPr>
          <p:cNvSpPr/>
          <p:nvPr/>
        </p:nvSpPr>
        <p:spPr>
          <a:xfrm>
            <a:off x="5087916" y="3075140"/>
            <a:ext cx="1027134" cy="951978"/>
          </a:xfrm>
          <a:prstGeom prst="pentagon">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12" name="図 11">
            <a:extLst>
              <a:ext uri="{FF2B5EF4-FFF2-40B4-BE49-F238E27FC236}">
                <a16:creationId xmlns:a16="http://schemas.microsoft.com/office/drawing/2014/main" id="{C4BA8963-F33C-48D7-89AC-717926ADB09D}"/>
              </a:ext>
            </a:extLst>
          </p:cNvPr>
          <p:cNvPicPr>
            <a:picLocks noChangeAspect="1"/>
          </p:cNvPicPr>
          <p:nvPr/>
        </p:nvPicPr>
        <p:blipFill>
          <a:blip r:embed="rId2"/>
          <a:stretch>
            <a:fillRect/>
          </a:stretch>
        </p:blipFill>
        <p:spPr>
          <a:xfrm rot="10800000">
            <a:off x="5739268" y="2213904"/>
            <a:ext cx="980945" cy="980945"/>
          </a:xfrm>
          <a:prstGeom prst="rect">
            <a:avLst/>
          </a:prstGeom>
        </p:spPr>
      </p:pic>
      <p:sp>
        <p:nvSpPr>
          <p:cNvPr id="13" name="吹き出し: 角を丸めた四角形 12">
            <a:extLst>
              <a:ext uri="{FF2B5EF4-FFF2-40B4-BE49-F238E27FC236}">
                <a16:creationId xmlns:a16="http://schemas.microsoft.com/office/drawing/2014/main" id="{6E2A0055-BA8D-4345-8F3E-B7D7F5EF9260}"/>
              </a:ext>
            </a:extLst>
          </p:cNvPr>
          <p:cNvSpPr/>
          <p:nvPr/>
        </p:nvSpPr>
        <p:spPr>
          <a:xfrm>
            <a:off x="2557375" y="2432580"/>
            <a:ext cx="1453926" cy="543277"/>
          </a:xfrm>
          <a:prstGeom prst="wedgeRoundRectCallout">
            <a:avLst>
              <a:gd name="adj1" fmla="val -25234"/>
              <a:gd name="adj2" fmla="val 76888"/>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インスタンス</a:t>
            </a:r>
          </a:p>
        </p:txBody>
      </p:sp>
      <p:sp>
        <p:nvSpPr>
          <p:cNvPr id="14" name="吹き出し: 角を丸めた四角形 13">
            <a:extLst>
              <a:ext uri="{FF2B5EF4-FFF2-40B4-BE49-F238E27FC236}">
                <a16:creationId xmlns:a16="http://schemas.microsoft.com/office/drawing/2014/main" id="{2A9ECA37-1765-4104-A3C2-F5A5DCEF32CE}"/>
              </a:ext>
            </a:extLst>
          </p:cNvPr>
          <p:cNvSpPr/>
          <p:nvPr/>
        </p:nvSpPr>
        <p:spPr>
          <a:xfrm>
            <a:off x="6689908" y="3446191"/>
            <a:ext cx="1453926" cy="543277"/>
          </a:xfrm>
          <a:prstGeom prst="wedgeRoundRectCallout">
            <a:avLst>
              <a:gd name="adj1" fmla="val -71757"/>
              <a:gd name="adj2" fmla="val 87263"/>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クラス</a:t>
            </a:r>
          </a:p>
        </p:txBody>
      </p:sp>
    </p:spTree>
    <p:extLst>
      <p:ext uri="{BB962C8B-B14F-4D97-AF65-F5344CB8AC3E}">
        <p14:creationId xmlns:p14="http://schemas.microsoft.com/office/powerpoint/2010/main" val="34056702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A627999-6B7A-406E-B539-C40F878C05F4}"/>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7F075022-5B6B-4FED-A81B-D550B7B7065E}"/>
              </a:ext>
            </a:extLst>
          </p:cNvPr>
          <p:cNvSpPr>
            <a:spLocks noGrp="1"/>
          </p:cNvSpPr>
          <p:nvPr>
            <p:ph type="ctrTitle"/>
          </p:nvPr>
        </p:nvSpPr>
        <p:spPr/>
        <p:txBody>
          <a:bodyPr/>
          <a:lstStyle/>
          <a:p>
            <a:r>
              <a:rPr lang="ja-JP" altLang="ja-JP" dirty="0"/>
              <a:t>インスタンスの利用</a:t>
            </a:r>
            <a:endParaRPr kumimoji="1" lang="ja-JP" altLang="en-US" dirty="0"/>
          </a:p>
        </p:txBody>
      </p:sp>
      <p:sp>
        <p:nvSpPr>
          <p:cNvPr id="4" name="スライド番号プレースホルダー 3">
            <a:extLst>
              <a:ext uri="{FF2B5EF4-FFF2-40B4-BE49-F238E27FC236}">
                <a16:creationId xmlns:a16="http://schemas.microsoft.com/office/drawing/2014/main" id="{95868663-12DD-4BE5-9F2A-BF996A24DA05}"/>
              </a:ext>
            </a:extLst>
          </p:cNvPr>
          <p:cNvSpPr>
            <a:spLocks noGrp="1"/>
          </p:cNvSpPr>
          <p:nvPr>
            <p:ph type="sldNum" sz="quarter" idx="4"/>
          </p:nvPr>
        </p:nvSpPr>
        <p:spPr/>
        <p:txBody>
          <a:bodyPr/>
          <a:lstStyle/>
          <a:p>
            <a:fld id="{00000000-1234-1234-1234-123412341234}" type="slidenum">
              <a:rPr lang="en" smtClean="0"/>
              <a:pPr/>
              <a:t>21</a:t>
            </a:fld>
            <a:endParaRPr lang="en" dirty="0"/>
          </a:p>
        </p:txBody>
      </p:sp>
      <p:sp>
        <p:nvSpPr>
          <p:cNvPr id="5" name="テキスト プレースホルダー 4">
            <a:extLst>
              <a:ext uri="{FF2B5EF4-FFF2-40B4-BE49-F238E27FC236}">
                <a16:creationId xmlns:a16="http://schemas.microsoft.com/office/drawing/2014/main" id="{25164B97-E8C9-4D30-9E5E-F8138686F6D5}"/>
              </a:ext>
            </a:extLst>
          </p:cNvPr>
          <p:cNvSpPr>
            <a:spLocks noGrp="1"/>
          </p:cNvSpPr>
          <p:nvPr>
            <p:ph type="body" sz="quarter" idx="14"/>
          </p:nvPr>
        </p:nvSpPr>
        <p:spPr/>
        <p:txBody>
          <a:bodyPr/>
          <a:lstStyle/>
          <a:p>
            <a:pPr marL="96838" indent="0">
              <a:buNone/>
            </a:pPr>
            <a:r>
              <a:rPr kumimoji="1" lang="ja-JP" altLang="en-US" dirty="0"/>
              <a:t>インスタンスの中にはフィールドとメソッドがあります。フィールドはデータを入れる箱でしたので箱の絵を描くことにします。</a:t>
            </a:r>
            <a:endParaRPr kumimoji="1" lang="en-US" altLang="ja-JP" dirty="0"/>
          </a:p>
          <a:p>
            <a:pPr marL="96838" indent="0">
              <a:buNone/>
            </a:pPr>
            <a:endParaRPr lang="en-US" altLang="ja-JP" dirty="0"/>
          </a:p>
          <a:p>
            <a:pPr marL="96838" indent="0">
              <a:buNone/>
            </a:pPr>
            <a:r>
              <a:rPr kumimoji="1" lang="en-US" altLang="ja-JP" dirty="0" err="1"/>
              <a:t>studentY</a:t>
            </a:r>
            <a:r>
              <a:rPr kumimoji="1" lang="ja-JP" altLang="en-US" dirty="0"/>
              <a:t>のインスタンスは</a:t>
            </a:r>
          </a:p>
          <a:p>
            <a:pPr marL="96838" indent="0">
              <a:buNone/>
            </a:pPr>
            <a:r>
              <a:rPr lang="ja-JP" altLang="en-US" dirty="0"/>
              <a:t>名前</a:t>
            </a:r>
            <a:r>
              <a:rPr lang="en-US" altLang="ja-JP" dirty="0"/>
              <a:t>:</a:t>
            </a:r>
            <a:r>
              <a:rPr lang="ja-JP" altLang="en-US" dirty="0"/>
              <a:t>山田</a:t>
            </a:r>
          </a:p>
          <a:p>
            <a:pPr marL="96838" indent="0">
              <a:buNone/>
            </a:pPr>
            <a:r>
              <a:rPr kumimoji="1" lang="ja-JP" altLang="en-US" dirty="0"/>
              <a:t>年齢</a:t>
            </a:r>
            <a:r>
              <a:rPr kumimoji="1" lang="en-US" altLang="ja-JP" dirty="0"/>
              <a:t>:21</a:t>
            </a:r>
            <a:r>
              <a:rPr kumimoji="1" lang="ja-JP" altLang="en-US" dirty="0"/>
              <a:t>歳</a:t>
            </a:r>
          </a:p>
          <a:p>
            <a:pPr marL="96838" indent="0">
              <a:buNone/>
            </a:pPr>
            <a:endParaRPr lang="en-US" altLang="ja-JP" dirty="0"/>
          </a:p>
          <a:p>
            <a:pPr marL="96838" indent="0">
              <a:buNone/>
            </a:pPr>
            <a:r>
              <a:rPr kumimoji="1" lang="en-US" altLang="ja-JP" dirty="0" err="1"/>
              <a:t>studentT</a:t>
            </a:r>
            <a:r>
              <a:rPr kumimoji="1" lang="ja-JP" altLang="en-US" dirty="0"/>
              <a:t>のインスタンスは</a:t>
            </a:r>
          </a:p>
          <a:p>
            <a:pPr marL="96838" indent="0">
              <a:buNone/>
            </a:pPr>
            <a:r>
              <a:rPr lang="ja-JP" altLang="en-US" dirty="0"/>
              <a:t>名前</a:t>
            </a:r>
            <a:r>
              <a:rPr lang="en-US" altLang="ja-JP" dirty="0"/>
              <a:t>:</a:t>
            </a:r>
            <a:r>
              <a:rPr lang="ja-JP" altLang="en-US" dirty="0"/>
              <a:t>高橋</a:t>
            </a:r>
          </a:p>
          <a:p>
            <a:pPr marL="96838" indent="0">
              <a:buNone/>
            </a:pPr>
            <a:r>
              <a:rPr kumimoji="1" lang="ja-JP" altLang="en-US" dirty="0"/>
              <a:t>年齢</a:t>
            </a:r>
            <a:r>
              <a:rPr kumimoji="1" lang="en-US" altLang="ja-JP" dirty="0"/>
              <a:t>:23</a:t>
            </a:r>
            <a:r>
              <a:rPr kumimoji="1" lang="ja-JP" altLang="en-US" dirty="0"/>
              <a:t>歳</a:t>
            </a:r>
          </a:p>
          <a:p>
            <a:pPr marL="96838" indent="0">
              <a:buNone/>
            </a:pPr>
            <a:r>
              <a:rPr kumimoji="1" lang="ja-JP" altLang="en-US" dirty="0"/>
              <a:t>を代入してみましょう。</a:t>
            </a:r>
          </a:p>
        </p:txBody>
      </p:sp>
      <p:pic>
        <p:nvPicPr>
          <p:cNvPr id="6" name="Picture 2" descr="ふたが開いた段ボール箱のフリーイラスト素材">
            <a:extLst>
              <a:ext uri="{FF2B5EF4-FFF2-40B4-BE49-F238E27FC236}">
                <a16:creationId xmlns:a16="http://schemas.microsoft.com/office/drawing/2014/main" id="{DB76F814-9398-4D54-8451-259AC8110F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6244" y="1889825"/>
            <a:ext cx="3086099" cy="3086099"/>
          </a:xfrm>
          <a:prstGeom prst="rect">
            <a:avLst/>
          </a:prstGeom>
          <a:noFill/>
          <a:extLst>
            <a:ext uri="{909E8E84-426E-40DD-AFC4-6F175D3DCCD1}">
              <a14:hiddenFill xmlns:a14="http://schemas.microsoft.com/office/drawing/2010/main">
                <a:solidFill>
                  <a:srgbClr val="FFFFFF"/>
                </a:solidFill>
              </a14:hiddenFill>
            </a:ext>
          </a:extLst>
        </p:spPr>
      </p:pic>
      <p:sp>
        <p:nvSpPr>
          <p:cNvPr id="7" name="テキスト プレースホルダー 4">
            <a:extLst>
              <a:ext uri="{FF2B5EF4-FFF2-40B4-BE49-F238E27FC236}">
                <a16:creationId xmlns:a16="http://schemas.microsoft.com/office/drawing/2014/main" id="{A529255C-B53B-43F4-9F24-F39984F5DF76}"/>
              </a:ext>
            </a:extLst>
          </p:cNvPr>
          <p:cNvSpPr txBox="1">
            <a:spLocks/>
          </p:cNvSpPr>
          <p:nvPr/>
        </p:nvSpPr>
        <p:spPr>
          <a:xfrm>
            <a:off x="3954800" y="4464635"/>
            <a:ext cx="999218" cy="31945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studentY</a:t>
            </a:r>
            <a:endParaRPr lang="ja-JP" altLang="en-US" dirty="0"/>
          </a:p>
        </p:txBody>
      </p:sp>
      <p:sp>
        <p:nvSpPr>
          <p:cNvPr id="8" name="五角形 7">
            <a:extLst>
              <a:ext uri="{FF2B5EF4-FFF2-40B4-BE49-F238E27FC236}">
                <a16:creationId xmlns:a16="http://schemas.microsoft.com/office/drawing/2014/main" id="{217C3008-B510-46AE-8F50-36132516C866}"/>
              </a:ext>
            </a:extLst>
          </p:cNvPr>
          <p:cNvSpPr/>
          <p:nvPr/>
        </p:nvSpPr>
        <p:spPr>
          <a:xfrm>
            <a:off x="3473621" y="1321496"/>
            <a:ext cx="2213169" cy="2029343"/>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9" name="Picture 2" descr="ふたが開いた段ボール箱のフリーイラスト素材">
            <a:extLst>
              <a:ext uri="{FF2B5EF4-FFF2-40B4-BE49-F238E27FC236}">
                <a16:creationId xmlns:a16="http://schemas.microsoft.com/office/drawing/2014/main" id="{E4A0A99A-DEB5-48F5-8087-5B5154AA9E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7782" y="1519610"/>
            <a:ext cx="870562" cy="870562"/>
          </a:xfrm>
          <a:prstGeom prst="rect">
            <a:avLst/>
          </a:prstGeom>
          <a:noFill/>
          <a:extLst>
            <a:ext uri="{909E8E84-426E-40DD-AFC4-6F175D3DCCD1}">
              <a14:hiddenFill xmlns:a14="http://schemas.microsoft.com/office/drawing/2010/main">
                <a:solidFill>
                  <a:srgbClr val="FFFFFF"/>
                </a:solidFill>
              </a14:hiddenFill>
            </a:ext>
          </a:extLst>
        </p:spPr>
      </p:pic>
      <p:sp>
        <p:nvSpPr>
          <p:cNvPr id="10" name="テキスト プレースホルダー 4">
            <a:extLst>
              <a:ext uri="{FF2B5EF4-FFF2-40B4-BE49-F238E27FC236}">
                <a16:creationId xmlns:a16="http://schemas.microsoft.com/office/drawing/2014/main" id="{45806C69-8827-4F94-89D2-FAD588158F7E}"/>
              </a:ext>
            </a:extLst>
          </p:cNvPr>
          <p:cNvSpPr txBox="1">
            <a:spLocks/>
          </p:cNvSpPr>
          <p:nvPr/>
        </p:nvSpPr>
        <p:spPr>
          <a:xfrm>
            <a:off x="3851987" y="2176440"/>
            <a:ext cx="682151" cy="31945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11" name="Picture 2" descr="ふたが開いた段ボール箱のフリーイラスト素材">
            <a:extLst>
              <a:ext uri="{FF2B5EF4-FFF2-40B4-BE49-F238E27FC236}">
                <a16:creationId xmlns:a16="http://schemas.microsoft.com/office/drawing/2014/main" id="{D563AEB6-C235-43A9-97E0-DBE98ED929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5423" y="1519610"/>
            <a:ext cx="870562" cy="870562"/>
          </a:xfrm>
          <a:prstGeom prst="rect">
            <a:avLst/>
          </a:prstGeom>
          <a:noFill/>
          <a:extLst>
            <a:ext uri="{909E8E84-426E-40DD-AFC4-6F175D3DCCD1}">
              <a14:hiddenFill xmlns:a14="http://schemas.microsoft.com/office/drawing/2010/main">
                <a:solidFill>
                  <a:srgbClr val="FFFFFF"/>
                </a:solidFill>
              </a14:hiddenFill>
            </a:ext>
          </a:extLst>
        </p:spPr>
      </p:pic>
      <p:sp>
        <p:nvSpPr>
          <p:cNvPr id="12" name="テキスト プレースホルダー 4">
            <a:extLst>
              <a:ext uri="{FF2B5EF4-FFF2-40B4-BE49-F238E27FC236}">
                <a16:creationId xmlns:a16="http://schemas.microsoft.com/office/drawing/2014/main" id="{E2152916-D3B7-4CB4-83B0-A64719AACD7A}"/>
              </a:ext>
            </a:extLst>
          </p:cNvPr>
          <p:cNvSpPr txBox="1">
            <a:spLocks/>
          </p:cNvSpPr>
          <p:nvPr/>
        </p:nvSpPr>
        <p:spPr>
          <a:xfrm>
            <a:off x="4609628" y="2176440"/>
            <a:ext cx="682151" cy="31945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age</a:t>
            </a:r>
            <a:endParaRPr lang="ja-JP" altLang="en-US" dirty="0"/>
          </a:p>
        </p:txBody>
      </p:sp>
      <p:sp>
        <p:nvSpPr>
          <p:cNvPr id="13" name="雲 12">
            <a:extLst>
              <a:ext uri="{FF2B5EF4-FFF2-40B4-BE49-F238E27FC236}">
                <a16:creationId xmlns:a16="http://schemas.microsoft.com/office/drawing/2014/main" id="{91EC9061-08FC-4373-9C28-E8BA36E73800}"/>
              </a:ext>
            </a:extLst>
          </p:cNvPr>
          <p:cNvSpPr/>
          <p:nvPr/>
        </p:nvSpPr>
        <p:spPr>
          <a:xfrm>
            <a:off x="4014566" y="2615613"/>
            <a:ext cx="1146132" cy="735226"/>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4" name="テキスト プレースホルダー 4">
            <a:extLst>
              <a:ext uri="{FF2B5EF4-FFF2-40B4-BE49-F238E27FC236}">
                <a16:creationId xmlns:a16="http://schemas.microsoft.com/office/drawing/2014/main" id="{B6DBA1DB-2A19-4382-A31B-ABBBC76C7836}"/>
              </a:ext>
            </a:extLst>
          </p:cNvPr>
          <p:cNvSpPr txBox="1">
            <a:spLocks/>
          </p:cNvSpPr>
          <p:nvPr/>
        </p:nvSpPr>
        <p:spPr>
          <a:xfrm>
            <a:off x="4033431" y="2821790"/>
            <a:ext cx="1195976" cy="31945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introduce</a:t>
            </a:r>
            <a:endParaRPr lang="ja-JP" altLang="en-US" dirty="0"/>
          </a:p>
        </p:txBody>
      </p:sp>
      <p:pic>
        <p:nvPicPr>
          <p:cNvPr id="41" name="Picture 2" descr="ふたが開いた段ボール箱のフリーイラスト素材">
            <a:extLst>
              <a:ext uri="{FF2B5EF4-FFF2-40B4-BE49-F238E27FC236}">
                <a16:creationId xmlns:a16="http://schemas.microsoft.com/office/drawing/2014/main" id="{B1F5C7AB-A14E-4B0D-8F4C-3D33AAFBCE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5393" y="1889825"/>
            <a:ext cx="3086099" cy="3086099"/>
          </a:xfrm>
          <a:prstGeom prst="rect">
            <a:avLst/>
          </a:prstGeom>
          <a:noFill/>
          <a:extLst>
            <a:ext uri="{909E8E84-426E-40DD-AFC4-6F175D3DCCD1}">
              <a14:hiddenFill xmlns:a14="http://schemas.microsoft.com/office/drawing/2010/main">
                <a:solidFill>
                  <a:srgbClr val="FFFFFF"/>
                </a:solidFill>
              </a14:hiddenFill>
            </a:ext>
          </a:extLst>
        </p:spPr>
      </p:pic>
      <p:sp>
        <p:nvSpPr>
          <p:cNvPr id="42" name="テキスト プレースホルダー 4">
            <a:extLst>
              <a:ext uri="{FF2B5EF4-FFF2-40B4-BE49-F238E27FC236}">
                <a16:creationId xmlns:a16="http://schemas.microsoft.com/office/drawing/2014/main" id="{FB6664C2-F940-4EE5-9238-A5AC957D4A9B}"/>
              </a:ext>
            </a:extLst>
          </p:cNvPr>
          <p:cNvSpPr txBox="1">
            <a:spLocks/>
          </p:cNvSpPr>
          <p:nvPr/>
        </p:nvSpPr>
        <p:spPr>
          <a:xfrm>
            <a:off x="6863949" y="4464635"/>
            <a:ext cx="999218" cy="31945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err="1"/>
              <a:t>studentT</a:t>
            </a:r>
            <a:endParaRPr lang="ja-JP" altLang="en-US" dirty="0"/>
          </a:p>
        </p:txBody>
      </p:sp>
      <p:sp>
        <p:nvSpPr>
          <p:cNvPr id="43" name="五角形 42">
            <a:extLst>
              <a:ext uri="{FF2B5EF4-FFF2-40B4-BE49-F238E27FC236}">
                <a16:creationId xmlns:a16="http://schemas.microsoft.com/office/drawing/2014/main" id="{6210D7D8-B55A-44B8-9130-9E29621D2F69}"/>
              </a:ext>
            </a:extLst>
          </p:cNvPr>
          <p:cNvSpPr/>
          <p:nvPr/>
        </p:nvSpPr>
        <p:spPr>
          <a:xfrm>
            <a:off x="6382770" y="1321496"/>
            <a:ext cx="2213169" cy="2029343"/>
          </a:xfrm>
          <a:prstGeom prst="pentag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44" name="Picture 2" descr="ふたが開いた段ボール箱のフリーイラスト素材">
            <a:extLst>
              <a:ext uri="{FF2B5EF4-FFF2-40B4-BE49-F238E27FC236}">
                <a16:creationId xmlns:a16="http://schemas.microsoft.com/office/drawing/2014/main" id="{B2EEA69B-0DFB-431A-9DC6-BEA01AC02F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6931" y="1519610"/>
            <a:ext cx="870562" cy="870562"/>
          </a:xfrm>
          <a:prstGeom prst="rect">
            <a:avLst/>
          </a:prstGeom>
          <a:noFill/>
          <a:extLst>
            <a:ext uri="{909E8E84-426E-40DD-AFC4-6F175D3DCCD1}">
              <a14:hiddenFill xmlns:a14="http://schemas.microsoft.com/office/drawing/2010/main">
                <a:solidFill>
                  <a:srgbClr val="FFFFFF"/>
                </a:solidFill>
              </a14:hiddenFill>
            </a:ext>
          </a:extLst>
        </p:spPr>
      </p:pic>
      <p:sp>
        <p:nvSpPr>
          <p:cNvPr id="45" name="テキスト プレースホルダー 4">
            <a:extLst>
              <a:ext uri="{FF2B5EF4-FFF2-40B4-BE49-F238E27FC236}">
                <a16:creationId xmlns:a16="http://schemas.microsoft.com/office/drawing/2014/main" id="{246880D2-4064-4C12-967A-8D50D39B36F8}"/>
              </a:ext>
            </a:extLst>
          </p:cNvPr>
          <p:cNvSpPr txBox="1">
            <a:spLocks/>
          </p:cNvSpPr>
          <p:nvPr/>
        </p:nvSpPr>
        <p:spPr>
          <a:xfrm>
            <a:off x="6761136" y="2176440"/>
            <a:ext cx="682151" cy="31945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name</a:t>
            </a:r>
            <a:endParaRPr lang="ja-JP" altLang="en-US" dirty="0"/>
          </a:p>
        </p:txBody>
      </p:sp>
      <p:pic>
        <p:nvPicPr>
          <p:cNvPr id="46" name="Picture 2" descr="ふたが開いた段ボール箱のフリーイラスト素材">
            <a:extLst>
              <a:ext uri="{FF2B5EF4-FFF2-40B4-BE49-F238E27FC236}">
                <a16:creationId xmlns:a16="http://schemas.microsoft.com/office/drawing/2014/main" id="{3904A32B-9F9A-4382-ABDD-5F3EE42319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4572" y="1519610"/>
            <a:ext cx="870562" cy="870562"/>
          </a:xfrm>
          <a:prstGeom prst="rect">
            <a:avLst/>
          </a:prstGeom>
          <a:noFill/>
          <a:extLst>
            <a:ext uri="{909E8E84-426E-40DD-AFC4-6F175D3DCCD1}">
              <a14:hiddenFill xmlns:a14="http://schemas.microsoft.com/office/drawing/2010/main">
                <a:solidFill>
                  <a:srgbClr val="FFFFFF"/>
                </a:solidFill>
              </a14:hiddenFill>
            </a:ext>
          </a:extLst>
        </p:spPr>
      </p:pic>
      <p:sp>
        <p:nvSpPr>
          <p:cNvPr id="47" name="テキスト プレースホルダー 4">
            <a:extLst>
              <a:ext uri="{FF2B5EF4-FFF2-40B4-BE49-F238E27FC236}">
                <a16:creationId xmlns:a16="http://schemas.microsoft.com/office/drawing/2014/main" id="{7D208D86-3BFE-4EE8-8C8D-37065781AE04}"/>
              </a:ext>
            </a:extLst>
          </p:cNvPr>
          <p:cNvSpPr txBox="1">
            <a:spLocks/>
          </p:cNvSpPr>
          <p:nvPr/>
        </p:nvSpPr>
        <p:spPr>
          <a:xfrm>
            <a:off x="7518777" y="2176440"/>
            <a:ext cx="682151" cy="31945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age</a:t>
            </a:r>
            <a:endParaRPr lang="ja-JP" altLang="en-US" dirty="0"/>
          </a:p>
        </p:txBody>
      </p:sp>
      <p:sp>
        <p:nvSpPr>
          <p:cNvPr id="48" name="雲 47">
            <a:extLst>
              <a:ext uri="{FF2B5EF4-FFF2-40B4-BE49-F238E27FC236}">
                <a16:creationId xmlns:a16="http://schemas.microsoft.com/office/drawing/2014/main" id="{0D5EA80A-9F6C-4205-861C-DD06ACB4EBDF}"/>
              </a:ext>
            </a:extLst>
          </p:cNvPr>
          <p:cNvSpPr/>
          <p:nvPr/>
        </p:nvSpPr>
        <p:spPr>
          <a:xfrm>
            <a:off x="6923715" y="2615613"/>
            <a:ext cx="1146132" cy="735226"/>
          </a:xfrm>
          <a:prstGeom prst="cloud">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49" name="テキスト プレースホルダー 4">
            <a:extLst>
              <a:ext uri="{FF2B5EF4-FFF2-40B4-BE49-F238E27FC236}">
                <a16:creationId xmlns:a16="http://schemas.microsoft.com/office/drawing/2014/main" id="{A3ED6058-AE94-434B-AEF3-119FDD727748}"/>
              </a:ext>
            </a:extLst>
          </p:cNvPr>
          <p:cNvSpPr txBox="1">
            <a:spLocks/>
          </p:cNvSpPr>
          <p:nvPr/>
        </p:nvSpPr>
        <p:spPr>
          <a:xfrm>
            <a:off x="6942580" y="2821790"/>
            <a:ext cx="1195976" cy="319454"/>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introduce</a:t>
            </a:r>
            <a:endParaRPr lang="ja-JP" altLang="en-US" dirty="0"/>
          </a:p>
        </p:txBody>
      </p:sp>
    </p:spTree>
    <p:extLst>
      <p:ext uri="{BB962C8B-B14F-4D97-AF65-F5344CB8AC3E}">
        <p14:creationId xmlns:p14="http://schemas.microsoft.com/office/powerpoint/2010/main" val="2735889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ja-JP" dirty="0"/>
              <a:t>インスタンスの利用</a:t>
            </a:r>
            <a:endParaRPr lang="ja-JP" altLang="en-US" dirty="0"/>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22</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0"/>
            <a:ext cx="8216900" cy="758633"/>
          </a:xfrm>
        </p:spPr>
        <p:txBody>
          <a:bodyPr/>
          <a:lstStyle/>
          <a:p>
            <a:pPr marL="96838" indent="0">
              <a:buNone/>
            </a:pPr>
            <a:r>
              <a:rPr lang="en-US" altLang="ja-JP" dirty="0"/>
              <a:t>name</a:t>
            </a:r>
            <a:r>
              <a:rPr lang="ja-JP" altLang="en-US" dirty="0"/>
              <a:t>という箱が</a:t>
            </a:r>
            <a:r>
              <a:rPr lang="en-US" altLang="ja-JP" dirty="0"/>
              <a:t>2</a:t>
            </a:r>
            <a:r>
              <a:rPr lang="ja-JP" altLang="en-US" dirty="0"/>
              <a:t>つありますから単に</a:t>
            </a:r>
            <a:r>
              <a:rPr lang="en-US" altLang="ja-JP" dirty="0"/>
              <a:t>name = "</a:t>
            </a:r>
            <a:r>
              <a:rPr lang="ja-JP" altLang="en-US" dirty="0"/>
              <a:t>山田</a:t>
            </a:r>
            <a:r>
              <a:rPr lang="en-US" altLang="ja-JP" dirty="0"/>
              <a:t>";</a:t>
            </a:r>
            <a:r>
              <a:rPr lang="ja-JP" altLang="en-US" dirty="0"/>
              <a:t>では代入できません。そのため、</a:t>
            </a:r>
            <a:r>
              <a:rPr lang="ja-JP" altLang="en-US" b="1" dirty="0">
                <a:solidFill>
                  <a:srgbClr val="C00000"/>
                </a:solidFill>
              </a:rPr>
              <a:t>どのインスタンスの中の</a:t>
            </a:r>
            <a:r>
              <a:rPr lang="en-US" altLang="ja-JP" b="1" dirty="0">
                <a:solidFill>
                  <a:srgbClr val="C00000"/>
                </a:solidFill>
              </a:rPr>
              <a:t>name</a:t>
            </a:r>
            <a:r>
              <a:rPr lang="ja-JP" altLang="en-US" b="1" dirty="0">
                <a:solidFill>
                  <a:srgbClr val="C00000"/>
                </a:solidFill>
              </a:rPr>
              <a:t>なのかを指定</a:t>
            </a:r>
            <a:r>
              <a:rPr lang="ja-JP" altLang="en-US" dirty="0"/>
              <a:t>する必要があります。</a:t>
            </a:r>
            <a:r>
              <a:rPr lang="en-US" altLang="ja-JP" dirty="0"/>
              <a:t>age</a:t>
            </a:r>
            <a:r>
              <a:rPr lang="ja-JP" altLang="en-US" dirty="0"/>
              <a:t>も同様です。</a:t>
            </a:r>
          </a:p>
        </p:txBody>
      </p:sp>
      <p:sp>
        <p:nvSpPr>
          <p:cNvPr id="6" name="テキスト プレースホルダー 4">
            <a:extLst>
              <a:ext uri="{FF2B5EF4-FFF2-40B4-BE49-F238E27FC236}">
                <a16:creationId xmlns:a16="http://schemas.microsoft.com/office/drawing/2014/main" id="{5C5D35BD-799F-425D-A16C-01A0004D4511}"/>
              </a:ext>
            </a:extLst>
          </p:cNvPr>
          <p:cNvSpPr txBox="1">
            <a:spLocks/>
          </p:cNvSpPr>
          <p:nvPr/>
        </p:nvSpPr>
        <p:spPr>
          <a:xfrm>
            <a:off x="462876" y="1283918"/>
            <a:ext cx="8098978" cy="3216893"/>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a:t>
            </a:r>
            <a:r>
              <a:rPr lang="en-US" altLang="ja-JP" dirty="0" err="1"/>
              <a:t>InstanceSample</a:t>
            </a:r>
            <a:r>
              <a:rPr lang="en-US" altLang="ja-JP" dirty="0"/>
              <a:t> {</a:t>
            </a:r>
            <a:br>
              <a:rPr lang="en-US" altLang="ja-JP" dirty="0"/>
            </a:br>
            <a:r>
              <a:rPr lang="en-US" altLang="ja-JP" dirty="0"/>
              <a:t>    public static void main(String[] </a:t>
            </a:r>
            <a:r>
              <a:rPr lang="en-US" altLang="ja-JP" dirty="0" err="1"/>
              <a:t>args</a:t>
            </a:r>
            <a:r>
              <a:rPr lang="en-US" altLang="ja-JP" dirty="0"/>
              <a:t>) {</a:t>
            </a:r>
            <a:br>
              <a:rPr lang="en-US" altLang="ja-JP" dirty="0"/>
            </a:br>
            <a:r>
              <a:rPr lang="en-US" altLang="ja-JP" dirty="0"/>
              <a:t>        // </a:t>
            </a:r>
            <a:r>
              <a:rPr lang="ja-JP" altLang="en-US" dirty="0"/>
              <a:t>受講生インスタンスを入れる変数を宣言</a:t>
            </a:r>
            <a:br>
              <a:rPr lang="en-US" altLang="ja-JP" dirty="0"/>
            </a:br>
            <a:r>
              <a:rPr lang="en-US" altLang="ja-JP" dirty="0"/>
              <a:t>        Student </a:t>
            </a:r>
            <a:r>
              <a:rPr lang="en-US" altLang="ja-JP" b="1" dirty="0" err="1">
                <a:solidFill>
                  <a:srgbClr val="C00000"/>
                </a:solidFill>
              </a:rPr>
              <a:t>studentY</a:t>
            </a:r>
            <a:r>
              <a:rPr lang="en-US" altLang="ja-JP" dirty="0"/>
              <a:t>;</a:t>
            </a:r>
            <a:br>
              <a:rPr lang="en-US" altLang="ja-JP" dirty="0"/>
            </a:br>
            <a:r>
              <a:rPr lang="en-US" altLang="ja-JP" dirty="0"/>
              <a:t>        // </a:t>
            </a:r>
            <a:r>
              <a:rPr lang="ja-JP" altLang="en-US" dirty="0"/>
              <a:t>宣言した変数に受講生インスタンスを作成して代入</a:t>
            </a:r>
            <a:br>
              <a:rPr lang="en-US" altLang="ja-JP" dirty="0"/>
            </a:br>
            <a:r>
              <a:rPr lang="en-US" altLang="ja-JP" dirty="0"/>
              <a:t>        </a:t>
            </a:r>
            <a:r>
              <a:rPr lang="en-US" altLang="ja-JP" dirty="0" err="1"/>
              <a:t>studentY</a:t>
            </a:r>
            <a:r>
              <a:rPr lang="en-US" altLang="ja-JP" dirty="0"/>
              <a:t> = new Student();</a:t>
            </a:r>
            <a:br>
              <a:rPr lang="en-US" altLang="ja-JP" dirty="0"/>
            </a:br>
            <a:r>
              <a:rPr lang="en-US" altLang="ja-JP" dirty="0"/>
              <a:t>        // </a:t>
            </a:r>
            <a:r>
              <a:rPr lang="ja-JP" altLang="en-US" dirty="0"/>
              <a:t>宣言と代入をまとめて書くことも可能</a:t>
            </a:r>
            <a:br>
              <a:rPr lang="en-US" altLang="ja-JP" dirty="0"/>
            </a:br>
            <a:r>
              <a:rPr lang="en-US" altLang="ja-JP" dirty="0"/>
              <a:t>        // </a:t>
            </a:r>
            <a:r>
              <a:rPr lang="ja-JP" altLang="en-US" dirty="0"/>
              <a:t>むしろこっちの方が普通</a:t>
            </a:r>
            <a:br>
              <a:rPr lang="ja-JP" altLang="en-US" dirty="0"/>
            </a:br>
            <a:r>
              <a:rPr lang="ja-JP" altLang="en-US" dirty="0"/>
              <a:t>        </a:t>
            </a:r>
            <a:r>
              <a:rPr lang="en-US" altLang="ja-JP" dirty="0"/>
              <a:t>Student </a:t>
            </a:r>
            <a:r>
              <a:rPr lang="en-US" altLang="ja-JP" b="1" dirty="0" err="1">
                <a:solidFill>
                  <a:schemeClr val="accent6">
                    <a:lumMod val="75000"/>
                  </a:schemeClr>
                </a:solidFill>
              </a:rPr>
              <a:t>studentT</a:t>
            </a:r>
            <a:r>
              <a:rPr lang="en-US" altLang="ja-JP" dirty="0"/>
              <a:t> = new Student();</a:t>
            </a:r>
            <a:br>
              <a:rPr lang="en-US" altLang="ja-JP" dirty="0"/>
            </a:br>
            <a:r>
              <a:rPr lang="en-US" altLang="ja-JP" dirty="0"/>
              <a:t>        // </a:t>
            </a:r>
            <a:r>
              <a:rPr lang="ja-JP" altLang="en-US" dirty="0"/>
              <a:t>それぞれのフィールドに代入</a:t>
            </a:r>
            <a:br>
              <a:rPr lang="ja-JP" altLang="en-US" dirty="0"/>
            </a:br>
            <a:r>
              <a:rPr lang="ja-JP" altLang="en-US" dirty="0"/>
              <a:t>        </a:t>
            </a:r>
            <a:r>
              <a:rPr lang="en-US" altLang="ja-JP" b="1" dirty="0">
                <a:solidFill>
                  <a:srgbClr val="C00000"/>
                </a:solidFill>
              </a:rPr>
              <a:t>studentY.</a:t>
            </a:r>
            <a:r>
              <a:rPr lang="en-US" altLang="ja-JP" dirty="0"/>
              <a:t>name = "</a:t>
            </a:r>
            <a:r>
              <a:rPr lang="ja-JP" altLang="en-US" dirty="0"/>
              <a:t>山田</a:t>
            </a:r>
            <a:r>
              <a:rPr lang="en-US" altLang="ja-JP" dirty="0"/>
              <a:t>";</a:t>
            </a:r>
            <a:r>
              <a:rPr lang="ja-JP" altLang="en-US" dirty="0"/>
              <a:t> </a:t>
            </a:r>
            <a:br>
              <a:rPr lang="ja-JP" altLang="en-US" dirty="0"/>
            </a:br>
            <a:r>
              <a:rPr lang="ja-JP" altLang="en-US" dirty="0"/>
              <a:t>        </a:t>
            </a:r>
            <a:r>
              <a:rPr lang="en-US" altLang="ja-JP" b="1" dirty="0" err="1">
                <a:solidFill>
                  <a:srgbClr val="C00000"/>
                </a:solidFill>
              </a:rPr>
              <a:t>studentY.</a:t>
            </a:r>
            <a:r>
              <a:rPr lang="en-US" altLang="ja-JP" dirty="0" err="1"/>
              <a:t>age</a:t>
            </a:r>
            <a:r>
              <a:rPr lang="en-US" altLang="ja-JP" dirty="0"/>
              <a:t> = 21;</a:t>
            </a:r>
            <a:r>
              <a:rPr lang="ja-JP" altLang="en-US" dirty="0"/>
              <a:t> </a:t>
            </a:r>
            <a:br>
              <a:rPr lang="ja-JP" altLang="en-US" dirty="0"/>
            </a:br>
            <a:r>
              <a:rPr lang="ja-JP" altLang="en-US" dirty="0"/>
              <a:t>        </a:t>
            </a:r>
            <a:r>
              <a:rPr lang="en-US" altLang="ja-JP" b="1" dirty="0">
                <a:solidFill>
                  <a:schemeClr val="accent6">
                    <a:lumMod val="75000"/>
                  </a:schemeClr>
                </a:solidFill>
              </a:rPr>
              <a:t>studentT.</a:t>
            </a:r>
            <a:r>
              <a:rPr lang="en-US" altLang="ja-JP" dirty="0"/>
              <a:t>name = "</a:t>
            </a:r>
            <a:r>
              <a:rPr lang="ja-JP" altLang="en-US" dirty="0"/>
              <a:t>高橋</a:t>
            </a:r>
            <a:r>
              <a:rPr lang="en-US" altLang="ja-JP" dirty="0"/>
              <a:t>";</a:t>
            </a:r>
            <a:r>
              <a:rPr lang="ja-JP" altLang="en-US" dirty="0"/>
              <a:t> </a:t>
            </a:r>
            <a:br>
              <a:rPr lang="ja-JP" altLang="en-US" dirty="0"/>
            </a:br>
            <a:r>
              <a:rPr lang="ja-JP" altLang="en-US" dirty="0"/>
              <a:t>        </a:t>
            </a:r>
            <a:r>
              <a:rPr lang="en-US" altLang="ja-JP" b="1" dirty="0" err="1">
                <a:solidFill>
                  <a:schemeClr val="accent6">
                    <a:lumMod val="75000"/>
                  </a:schemeClr>
                </a:solidFill>
              </a:rPr>
              <a:t>studentT.</a:t>
            </a:r>
            <a:r>
              <a:rPr lang="en-US" altLang="ja-JP" dirty="0" err="1"/>
              <a:t>age</a:t>
            </a:r>
            <a:r>
              <a:rPr lang="en-US" altLang="ja-JP" dirty="0"/>
              <a:t> = 23;</a:t>
            </a:r>
            <a:br>
              <a:rPr lang="en-US" altLang="ja-JP" dirty="0"/>
            </a:br>
            <a:r>
              <a:rPr lang="en-US" altLang="ja-JP" dirty="0"/>
              <a:t>    }</a:t>
            </a:r>
            <a:br>
              <a:rPr lang="en-US" altLang="ja-JP" dirty="0"/>
            </a:br>
            <a:r>
              <a:rPr lang="en-US" altLang="ja-JP" dirty="0"/>
              <a:t>}</a:t>
            </a:r>
            <a:endParaRPr lang="ja-JP" altLang="en-US" dirty="0"/>
          </a:p>
        </p:txBody>
      </p:sp>
      <p:sp>
        <p:nvSpPr>
          <p:cNvPr id="25" name="吹き出し: 角を丸めた四角形 24">
            <a:extLst>
              <a:ext uri="{FF2B5EF4-FFF2-40B4-BE49-F238E27FC236}">
                <a16:creationId xmlns:a16="http://schemas.microsoft.com/office/drawing/2014/main" id="{8D7C4A7F-7798-4715-9C64-C24BF92F3E87}"/>
              </a:ext>
            </a:extLst>
          </p:cNvPr>
          <p:cNvSpPr/>
          <p:nvPr/>
        </p:nvSpPr>
        <p:spPr>
          <a:xfrm>
            <a:off x="3404680" y="4027251"/>
            <a:ext cx="5275095" cy="834825"/>
          </a:xfrm>
          <a:prstGeom prst="wedgeRoundRectCallout">
            <a:avLst>
              <a:gd name="adj1" fmla="val -64081"/>
              <a:gd name="adj2" fmla="val -47780"/>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インスタンスの中のフィールドを使いたいときは</a:t>
            </a:r>
          </a:p>
          <a:p>
            <a:r>
              <a:rPr kumimoji="1" lang="en-US" altLang="ja-JP" sz="1400" b="1" dirty="0">
                <a:solidFill>
                  <a:srgbClr val="C00000"/>
                </a:solidFill>
              </a:rPr>
              <a:t>(</a:t>
            </a:r>
            <a:r>
              <a:rPr kumimoji="1" lang="ja-JP" altLang="en-US" sz="1400" b="1" dirty="0">
                <a:solidFill>
                  <a:srgbClr val="C00000"/>
                </a:solidFill>
              </a:rPr>
              <a:t>インスタンスが入っている</a:t>
            </a:r>
            <a:r>
              <a:rPr kumimoji="1" lang="en-US" altLang="ja-JP" sz="1400" b="1" dirty="0">
                <a:solidFill>
                  <a:srgbClr val="C00000"/>
                </a:solidFill>
              </a:rPr>
              <a:t>)</a:t>
            </a:r>
            <a:r>
              <a:rPr kumimoji="1" lang="ja-JP" altLang="en-US" sz="1400" b="1" dirty="0">
                <a:solidFill>
                  <a:srgbClr val="C00000"/>
                </a:solidFill>
              </a:rPr>
              <a:t>変数名</a:t>
            </a:r>
            <a:r>
              <a:rPr kumimoji="1" lang="en-US" altLang="ja-JP" sz="1400" b="1" dirty="0">
                <a:solidFill>
                  <a:srgbClr val="C00000"/>
                </a:solidFill>
              </a:rPr>
              <a:t>.</a:t>
            </a:r>
            <a:r>
              <a:rPr kumimoji="1" lang="ja-JP" altLang="en-US" sz="1400" b="1" dirty="0">
                <a:solidFill>
                  <a:srgbClr val="C00000"/>
                </a:solidFill>
              </a:rPr>
              <a:t>フィールド名</a:t>
            </a:r>
          </a:p>
          <a:p>
            <a:r>
              <a:rPr kumimoji="1" lang="ja-JP" altLang="en-US" sz="1400" dirty="0">
                <a:solidFill>
                  <a:schemeClr val="tx1"/>
                </a:solidFill>
              </a:rPr>
              <a:t>と記述します。</a:t>
            </a:r>
          </a:p>
        </p:txBody>
      </p:sp>
    </p:spTree>
    <p:extLst>
      <p:ext uri="{BB962C8B-B14F-4D97-AF65-F5344CB8AC3E}">
        <p14:creationId xmlns:p14="http://schemas.microsoft.com/office/powerpoint/2010/main" val="23344065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コンパイルと実行してみると</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23</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02882"/>
          </a:xfrm>
        </p:spPr>
        <p:txBody>
          <a:bodyPr/>
          <a:lstStyle/>
          <a:p>
            <a:pPr marL="96838" indent="0">
              <a:buNone/>
            </a:pPr>
            <a:r>
              <a:rPr lang="ja-JP" altLang="en-US" dirty="0"/>
              <a:t>ここまでできたところで</a:t>
            </a:r>
            <a:r>
              <a:rPr lang="en-US" altLang="ja-JP" dirty="0" err="1"/>
              <a:t>InstanceSample</a:t>
            </a:r>
            <a:r>
              <a:rPr lang="ja-JP" altLang="en-US" dirty="0"/>
              <a:t>クラスをコンパイルと実行をしてみましょう。</a:t>
            </a:r>
          </a:p>
        </p:txBody>
      </p:sp>
      <p:sp>
        <p:nvSpPr>
          <p:cNvPr id="6" name="テキスト プレースホルダー 4">
            <a:extLst>
              <a:ext uri="{FF2B5EF4-FFF2-40B4-BE49-F238E27FC236}">
                <a16:creationId xmlns:a16="http://schemas.microsoft.com/office/drawing/2014/main" id="{5C5D35BD-799F-425D-A16C-01A0004D4511}"/>
              </a:ext>
            </a:extLst>
          </p:cNvPr>
          <p:cNvSpPr txBox="1">
            <a:spLocks/>
          </p:cNvSpPr>
          <p:nvPr/>
        </p:nvSpPr>
        <p:spPr>
          <a:xfrm>
            <a:off x="462876" y="1162373"/>
            <a:ext cx="8098978" cy="1142416"/>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C:\work&gt;javac InstanceSample.java</a:t>
            </a:r>
            <a:br>
              <a:rPr lang="en-US" altLang="ja-JP" dirty="0"/>
            </a:br>
            <a:br>
              <a:rPr lang="en-US" altLang="ja-JP" dirty="0"/>
            </a:br>
            <a:r>
              <a:rPr lang="en-US" altLang="ja-JP" dirty="0"/>
              <a:t>C:\work&gt;java </a:t>
            </a:r>
            <a:r>
              <a:rPr lang="en-US" altLang="ja-JP" dirty="0" err="1"/>
              <a:t>InstanceSample</a:t>
            </a:r>
            <a:br>
              <a:rPr lang="en-US" altLang="ja-JP" dirty="0"/>
            </a:br>
            <a:br>
              <a:rPr lang="en-US" altLang="ja-JP" dirty="0"/>
            </a:br>
            <a:r>
              <a:rPr lang="en-US" altLang="ja-JP" dirty="0"/>
              <a:t>C:\work&gt;</a:t>
            </a:r>
            <a:endParaRPr lang="ja-JP" altLang="en-US" dirty="0"/>
          </a:p>
        </p:txBody>
      </p:sp>
      <p:sp>
        <p:nvSpPr>
          <p:cNvPr id="9" name="テキスト プレースホルダー 7">
            <a:extLst>
              <a:ext uri="{FF2B5EF4-FFF2-40B4-BE49-F238E27FC236}">
                <a16:creationId xmlns:a16="http://schemas.microsoft.com/office/drawing/2014/main" id="{38CE5700-8485-406F-968B-7CDD9C79F8D9}"/>
              </a:ext>
            </a:extLst>
          </p:cNvPr>
          <p:cNvSpPr txBox="1">
            <a:spLocks/>
          </p:cNvSpPr>
          <p:nvPr/>
        </p:nvSpPr>
        <p:spPr>
          <a:xfrm>
            <a:off x="462875" y="2568699"/>
            <a:ext cx="8216900" cy="214587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インスタンスは確かに作っていますし、インスタンスの中には確かに</a:t>
            </a:r>
            <a:r>
              <a:rPr lang="en-US" altLang="ja-JP" dirty="0"/>
              <a:t>introduce</a:t>
            </a:r>
            <a:r>
              <a:rPr lang="ja-JP" altLang="en-US" dirty="0"/>
              <a:t>メソッドがありますが、何も表示されません。</a:t>
            </a:r>
          </a:p>
          <a:p>
            <a:pPr marL="96838" indent="0">
              <a:buFont typeface="Arial" panose="020B0604020202020204" pitchFamily="34" charset="0"/>
              <a:buNone/>
            </a:pPr>
            <a:r>
              <a:rPr lang="ja-JP" altLang="en-US" dirty="0"/>
              <a:t>このようにクラスの中に書いたメソッドは</a:t>
            </a:r>
            <a:r>
              <a:rPr lang="ja-JP" altLang="en-US" b="1" dirty="0">
                <a:solidFill>
                  <a:srgbClr val="C00000"/>
                </a:solidFill>
              </a:rPr>
              <a:t>インスタンスを作成しただけでは実行されません</a:t>
            </a:r>
            <a:r>
              <a:rPr lang="ja-JP" altLang="en-US" dirty="0"/>
              <a:t>。</a:t>
            </a:r>
            <a:br>
              <a:rPr lang="ja-JP" altLang="en-US" dirty="0"/>
            </a:br>
            <a:r>
              <a:rPr lang="ja-JP" altLang="en-US" dirty="0"/>
              <a:t>誰かから呼び出さなければ実行されないのです</a:t>
            </a:r>
            <a:r>
              <a:rPr lang="en-US" altLang="ja-JP" dirty="0"/>
              <a:t>(</a:t>
            </a:r>
            <a:r>
              <a:rPr lang="ja-JP" altLang="en-US" dirty="0"/>
              <a:t>唯一の例外が</a:t>
            </a:r>
            <a:r>
              <a:rPr lang="en-US" altLang="ja-JP" dirty="0"/>
              <a:t>main</a:t>
            </a:r>
            <a:r>
              <a:rPr lang="ja-JP" altLang="en-US" dirty="0"/>
              <a:t>メソッドです</a:t>
            </a:r>
            <a:r>
              <a:rPr lang="en-US" altLang="ja-JP" dirty="0"/>
              <a:t>)</a:t>
            </a:r>
            <a:r>
              <a:rPr lang="ja-JP" altLang="en-US" dirty="0"/>
              <a:t>。</a:t>
            </a:r>
          </a:p>
          <a:p>
            <a:pPr marL="96838" indent="0">
              <a:buFont typeface="Arial" panose="020B0604020202020204" pitchFamily="34" charset="0"/>
              <a:buNone/>
            </a:pPr>
            <a:r>
              <a:rPr lang="ja-JP" altLang="en-US" dirty="0"/>
              <a:t>では、</a:t>
            </a:r>
            <a:r>
              <a:rPr lang="en-US" altLang="ja-JP" dirty="0" err="1"/>
              <a:t>InstanceSample</a:t>
            </a:r>
            <a:r>
              <a:rPr lang="ja-JP" altLang="en-US" dirty="0"/>
              <a:t>クラスの</a:t>
            </a:r>
            <a:r>
              <a:rPr lang="en-US" altLang="ja-JP" dirty="0"/>
              <a:t>main</a:t>
            </a:r>
            <a:r>
              <a:rPr lang="ja-JP" altLang="en-US" dirty="0"/>
              <a:t>メソッドの中から</a:t>
            </a:r>
            <a:r>
              <a:rPr lang="en-US" altLang="ja-JP" dirty="0"/>
              <a:t>introduce</a:t>
            </a:r>
            <a:r>
              <a:rPr lang="ja-JP" altLang="en-US" dirty="0"/>
              <a:t>メソッドを呼び出してみましょう。</a:t>
            </a:r>
          </a:p>
          <a:p>
            <a:pPr marL="96838" indent="0">
              <a:buFont typeface="Arial" panose="020B0604020202020204" pitchFamily="34" charset="0"/>
              <a:buNone/>
            </a:pPr>
            <a:r>
              <a:rPr lang="en-US" altLang="ja-JP" dirty="0" err="1"/>
              <a:t>studentY</a:t>
            </a:r>
            <a:r>
              <a:rPr lang="ja-JP" altLang="en-US" dirty="0"/>
              <a:t>にも</a:t>
            </a:r>
            <a:r>
              <a:rPr lang="en-US" altLang="ja-JP" dirty="0" err="1"/>
              <a:t>studentT</a:t>
            </a:r>
            <a:r>
              <a:rPr lang="ja-JP" altLang="en-US" dirty="0"/>
              <a:t>にも</a:t>
            </a:r>
            <a:r>
              <a:rPr lang="en-US" altLang="ja-JP" dirty="0"/>
              <a:t>introduce</a:t>
            </a:r>
            <a:r>
              <a:rPr lang="ja-JP" altLang="en-US" dirty="0"/>
              <a:t>メソッドはありますので呼び出す際はやはり</a:t>
            </a:r>
          </a:p>
          <a:p>
            <a:pPr marL="96838" indent="0">
              <a:buNone/>
            </a:pPr>
            <a:r>
              <a:rPr kumimoji="1" lang="en-US" altLang="ja-JP" sz="1400" b="1" dirty="0">
                <a:solidFill>
                  <a:srgbClr val="C00000"/>
                </a:solidFill>
              </a:rPr>
              <a:t>(</a:t>
            </a:r>
            <a:r>
              <a:rPr kumimoji="1" lang="ja-JP" altLang="en-US" sz="1400" b="1" dirty="0">
                <a:solidFill>
                  <a:srgbClr val="C00000"/>
                </a:solidFill>
              </a:rPr>
              <a:t>インスタンスが入っている</a:t>
            </a:r>
            <a:r>
              <a:rPr kumimoji="1" lang="en-US" altLang="ja-JP" sz="1400" b="1" dirty="0">
                <a:solidFill>
                  <a:srgbClr val="C00000"/>
                </a:solidFill>
              </a:rPr>
              <a:t>)</a:t>
            </a:r>
            <a:r>
              <a:rPr kumimoji="1" lang="ja-JP" altLang="en-US" sz="1400" b="1" dirty="0">
                <a:solidFill>
                  <a:srgbClr val="C00000"/>
                </a:solidFill>
              </a:rPr>
              <a:t>変数名</a:t>
            </a:r>
            <a:r>
              <a:rPr kumimoji="1" lang="en-US" altLang="ja-JP" sz="1400" b="1" dirty="0">
                <a:solidFill>
                  <a:srgbClr val="C00000"/>
                </a:solidFill>
              </a:rPr>
              <a:t>.</a:t>
            </a:r>
            <a:r>
              <a:rPr kumimoji="1" lang="ja-JP" altLang="en-US" sz="1400" b="1" dirty="0">
                <a:solidFill>
                  <a:srgbClr val="C00000"/>
                </a:solidFill>
              </a:rPr>
              <a:t>メソッド名</a:t>
            </a:r>
            <a:r>
              <a:rPr kumimoji="1" lang="en-US" altLang="ja-JP" sz="1400" b="1" dirty="0">
                <a:solidFill>
                  <a:srgbClr val="C00000"/>
                </a:solidFill>
              </a:rPr>
              <a:t>()</a:t>
            </a:r>
          </a:p>
          <a:p>
            <a:pPr marL="96838" indent="0">
              <a:buNone/>
            </a:pPr>
            <a:r>
              <a:rPr lang="ja-JP" altLang="en-US" dirty="0"/>
              <a:t>と記述する必要があります。次のページのように呼び出しを追加して再度実行してみましょう。</a:t>
            </a:r>
            <a:endParaRPr kumimoji="1" lang="ja-JP" altLang="en-US" sz="1400" b="1" dirty="0">
              <a:solidFill>
                <a:srgbClr val="C00000"/>
              </a:solidFill>
            </a:endParaRPr>
          </a:p>
          <a:p>
            <a:pPr marL="96838" indent="0">
              <a:buFont typeface="Arial" panose="020B0604020202020204" pitchFamily="34" charset="0"/>
              <a:buNone/>
            </a:pPr>
            <a:endParaRPr lang="ja-JP" altLang="en-US" dirty="0"/>
          </a:p>
        </p:txBody>
      </p:sp>
    </p:spTree>
    <p:extLst>
      <p:ext uri="{BB962C8B-B14F-4D97-AF65-F5344CB8AC3E}">
        <p14:creationId xmlns:p14="http://schemas.microsoft.com/office/powerpoint/2010/main" val="11885892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ja-JP" dirty="0"/>
              <a:t>インスタンスの利用</a:t>
            </a:r>
            <a:endParaRPr lang="ja-JP" altLang="en-US" dirty="0"/>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24</a:t>
            </a:fld>
            <a:endParaRPr lang="en" dirty="0">
              <a:latin typeface="+mn-ea"/>
            </a:endParaRPr>
          </a:p>
        </p:txBody>
      </p:sp>
      <p:sp>
        <p:nvSpPr>
          <p:cNvPr id="6" name="テキスト プレースホルダー 4">
            <a:extLst>
              <a:ext uri="{FF2B5EF4-FFF2-40B4-BE49-F238E27FC236}">
                <a16:creationId xmlns:a16="http://schemas.microsoft.com/office/drawing/2014/main" id="{5C5D35BD-799F-425D-A16C-01A0004D4511}"/>
              </a:ext>
            </a:extLst>
          </p:cNvPr>
          <p:cNvSpPr txBox="1">
            <a:spLocks/>
          </p:cNvSpPr>
          <p:nvPr/>
        </p:nvSpPr>
        <p:spPr>
          <a:xfrm>
            <a:off x="462876" y="876822"/>
            <a:ext cx="8098978" cy="390812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a:t>
            </a:r>
            <a:r>
              <a:rPr lang="en-US" altLang="ja-JP" dirty="0" err="1"/>
              <a:t>InstanceSample</a:t>
            </a:r>
            <a:r>
              <a:rPr lang="en-US" altLang="ja-JP" dirty="0"/>
              <a:t> {</a:t>
            </a:r>
            <a:br>
              <a:rPr lang="en-US" altLang="ja-JP" dirty="0"/>
            </a:br>
            <a:r>
              <a:rPr lang="en-US" altLang="ja-JP" dirty="0"/>
              <a:t>    public static void main(String[] </a:t>
            </a:r>
            <a:r>
              <a:rPr lang="en-US" altLang="ja-JP" dirty="0" err="1"/>
              <a:t>args</a:t>
            </a:r>
            <a:r>
              <a:rPr lang="en-US" altLang="ja-JP" dirty="0"/>
              <a:t>) {</a:t>
            </a:r>
            <a:br>
              <a:rPr lang="en-US" altLang="ja-JP" dirty="0"/>
            </a:br>
            <a:r>
              <a:rPr lang="en-US" altLang="ja-JP" dirty="0"/>
              <a:t>        // </a:t>
            </a:r>
            <a:r>
              <a:rPr lang="ja-JP" altLang="en-US" dirty="0"/>
              <a:t>受講生インスタンスを入れる変数を宣言</a:t>
            </a:r>
            <a:br>
              <a:rPr lang="en-US" altLang="ja-JP" dirty="0"/>
            </a:br>
            <a:r>
              <a:rPr lang="en-US" altLang="ja-JP" dirty="0"/>
              <a:t>        Student </a:t>
            </a:r>
            <a:r>
              <a:rPr lang="en-US" altLang="ja-JP" b="1" dirty="0" err="1">
                <a:solidFill>
                  <a:srgbClr val="C00000"/>
                </a:solidFill>
              </a:rPr>
              <a:t>studentY</a:t>
            </a:r>
            <a:r>
              <a:rPr lang="en-US" altLang="ja-JP" dirty="0"/>
              <a:t>;</a:t>
            </a:r>
            <a:br>
              <a:rPr lang="en-US" altLang="ja-JP" dirty="0"/>
            </a:br>
            <a:r>
              <a:rPr lang="en-US" altLang="ja-JP" dirty="0"/>
              <a:t>        // </a:t>
            </a:r>
            <a:r>
              <a:rPr lang="ja-JP" altLang="en-US" dirty="0"/>
              <a:t>宣言した変数に受講生インスタンスを作成して代入</a:t>
            </a:r>
            <a:br>
              <a:rPr lang="en-US" altLang="ja-JP" dirty="0"/>
            </a:br>
            <a:r>
              <a:rPr lang="en-US" altLang="ja-JP" dirty="0"/>
              <a:t>        </a:t>
            </a:r>
            <a:r>
              <a:rPr lang="en-US" altLang="ja-JP" dirty="0" err="1"/>
              <a:t>studentY</a:t>
            </a:r>
            <a:r>
              <a:rPr lang="en-US" altLang="ja-JP" dirty="0"/>
              <a:t> = new Student();</a:t>
            </a:r>
            <a:br>
              <a:rPr lang="en-US" altLang="ja-JP" dirty="0"/>
            </a:br>
            <a:r>
              <a:rPr lang="en-US" altLang="ja-JP" dirty="0"/>
              <a:t>        // </a:t>
            </a:r>
            <a:r>
              <a:rPr lang="ja-JP" altLang="en-US" dirty="0"/>
              <a:t>宣言と代入をまとめて書くことも可能</a:t>
            </a:r>
            <a:br>
              <a:rPr lang="en-US" altLang="ja-JP" dirty="0"/>
            </a:br>
            <a:r>
              <a:rPr lang="en-US" altLang="ja-JP" dirty="0"/>
              <a:t>        // </a:t>
            </a:r>
            <a:r>
              <a:rPr lang="ja-JP" altLang="en-US" dirty="0"/>
              <a:t>むしろこっちの方が普通</a:t>
            </a:r>
            <a:br>
              <a:rPr lang="ja-JP" altLang="en-US" dirty="0"/>
            </a:br>
            <a:r>
              <a:rPr lang="ja-JP" altLang="en-US" dirty="0"/>
              <a:t>        </a:t>
            </a:r>
            <a:r>
              <a:rPr lang="en-US" altLang="ja-JP" dirty="0"/>
              <a:t>Student </a:t>
            </a:r>
            <a:r>
              <a:rPr lang="en-US" altLang="ja-JP" b="1" dirty="0" err="1">
                <a:solidFill>
                  <a:schemeClr val="accent6">
                    <a:lumMod val="75000"/>
                  </a:schemeClr>
                </a:solidFill>
              </a:rPr>
              <a:t>studentT</a:t>
            </a:r>
            <a:r>
              <a:rPr lang="en-US" altLang="ja-JP" dirty="0"/>
              <a:t> = new Student();</a:t>
            </a:r>
            <a:br>
              <a:rPr lang="en-US" altLang="ja-JP" dirty="0"/>
            </a:br>
            <a:r>
              <a:rPr lang="en-US" altLang="ja-JP" dirty="0"/>
              <a:t>        // </a:t>
            </a:r>
            <a:r>
              <a:rPr lang="ja-JP" altLang="en-US" dirty="0"/>
              <a:t>それぞれのフィールドに代入</a:t>
            </a:r>
            <a:br>
              <a:rPr lang="ja-JP" altLang="en-US" dirty="0"/>
            </a:br>
            <a:r>
              <a:rPr lang="ja-JP" altLang="en-US" dirty="0"/>
              <a:t>        </a:t>
            </a:r>
            <a:r>
              <a:rPr lang="en-US" altLang="ja-JP" b="1" dirty="0">
                <a:solidFill>
                  <a:srgbClr val="C00000"/>
                </a:solidFill>
              </a:rPr>
              <a:t>studentY.</a:t>
            </a:r>
            <a:r>
              <a:rPr lang="en-US" altLang="ja-JP" dirty="0"/>
              <a:t>name = "</a:t>
            </a:r>
            <a:r>
              <a:rPr lang="ja-JP" altLang="en-US" dirty="0"/>
              <a:t>山田</a:t>
            </a:r>
            <a:r>
              <a:rPr lang="en-US" altLang="ja-JP" dirty="0"/>
              <a:t>";</a:t>
            </a:r>
            <a:r>
              <a:rPr lang="ja-JP" altLang="en-US" dirty="0"/>
              <a:t> </a:t>
            </a:r>
            <a:br>
              <a:rPr lang="ja-JP" altLang="en-US" dirty="0"/>
            </a:br>
            <a:r>
              <a:rPr lang="ja-JP" altLang="en-US" dirty="0"/>
              <a:t>        </a:t>
            </a:r>
            <a:r>
              <a:rPr lang="en-US" altLang="ja-JP" b="1" dirty="0" err="1">
                <a:solidFill>
                  <a:srgbClr val="C00000"/>
                </a:solidFill>
              </a:rPr>
              <a:t>studentY.</a:t>
            </a:r>
            <a:r>
              <a:rPr lang="en-US" altLang="ja-JP" dirty="0" err="1"/>
              <a:t>age</a:t>
            </a:r>
            <a:r>
              <a:rPr lang="en-US" altLang="ja-JP" dirty="0"/>
              <a:t> = 21;</a:t>
            </a:r>
            <a:r>
              <a:rPr lang="ja-JP" altLang="en-US" dirty="0"/>
              <a:t> </a:t>
            </a:r>
            <a:br>
              <a:rPr lang="ja-JP" altLang="en-US" dirty="0"/>
            </a:br>
            <a:r>
              <a:rPr lang="ja-JP" altLang="en-US" dirty="0"/>
              <a:t>        </a:t>
            </a:r>
            <a:r>
              <a:rPr lang="en-US" altLang="ja-JP" b="1" dirty="0">
                <a:solidFill>
                  <a:schemeClr val="accent6">
                    <a:lumMod val="75000"/>
                  </a:schemeClr>
                </a:solidFill>
              </a:rPr>
              <a:t>studentT.</a:t>
            </a:r>
            <a:r>
              <a:rPr lang="en-US" altLang="ja-JP" dirty="0"/>
              <a:t>name = "</a:t>
            </a:r>
            <a:r>
              <a:rPr lang="ja-JP" altLang="en-US" dirty="0"/>
              <a:t>高橋</a:t>
            </a:r>
            <a:r>
              <a:rPr lang="en-US" altLang="ja-JP" dirty="0"/>
              <a:t>";</a:t>
            </a:r>
            <a:r>
              <a:rPr lang="ja-JP" altLang="en-US" dirty="0"/>
              <a:t> </a:t>
            </a:r>
            <a:br>
              <a:rPr lang="ja-JP" altLang="en-US" dirty="0"/>
            </a:br>
            <a:r>
              <a:rPr lang="ja-JP" altLang="en-US" dirty="0"/>
              <a:t>        </a:t>
            </a:r>
            <a:r>
              <a:rPr lang="en-US" altLang="ja-JP" b="1" dirty="0" err="1">
                <a:solidFill>
                  <a:schemeClr val="accent6">
                    <a:lumMod val="75000"/>
                  </a:schemeClr>
                </a:solidFill>
              </a:rPr>
              <a:t>studentT.</a:t>
            </a:r>
            <a:r>
              <a:rPr lang="en-US" altLang="ja-JP" dirty="0" err="1"/>
              <a:t>age</a:t>
            </a:r>
            <a:r>
              <a:rPr lang="en-US" altLang="ja-JP" dirty="0"/>
              <a:t> = 23; </a:t>
            </a:r>
            <a:br>
              <a:rPr lang="en-US" altLang="ja-JP" dirty="0"/>
            </a:br>
            <a:r>
              <a:rPr lang="en-US" altLang="ja-JP" dirty="0"/>
              <a:t>        // </a:t>
            </a:r>
            <a:r>
              <a:rPr lang="ja-JP" altLang="en-US" dirty="0"/>
              <a:t>それぞれのメソッドを呼び出し</a:t>
            </a:r>
            <a:br>
              <a:rPr lang="ja-JP" altLang="en-US" dirty="0"/>
            </a:br>
            <a:r>
              <a:rPr lang="ja-JP" altLang="en-US" dirty="0"/>
              <a:t>        </a:t>
            </a:r>
            <a:r>
              <a:rPr lang="en-US" altLang="ja-JP" b="1" dirty="0" err="1">
                <a:solidFill>
                  <a:srgbClr val="C00000"/>
                </a:solidFill>
              </a:rPr>
              <a:t>studentY.</a:t>
            </a:r>
            <a:r>
              <a:rPr lang="en-US" altLang="ja-JP" dirty="0" err="1"/>
              <a:t>introduce</a:t>
            </a:r>
            <a:r>
              <a:rPr lang="en-US" altLang="ja-JP" dirty="0"/>
              <a:t>();</a:t>
            </a:r>
            <a:r>
              <a:rPr lang="ja-JP" altLang="en-US" dirty="0"/>
              <a:t> </a:t>
            </a:r>
            <a:br>
              <a:rPr lang="ja-JP" altLang="en-US" dirty="0"/>
            </a:br>
            <a:r>
              <a:rPr lang="ja-JP" altLang="en-US" dirty="0"/>
              <a:t>        </a:t>
            </a:r>
            <a:r>
              <a:rPr lang="en-US" altLang="ja-JP" b="1" dirty="0" err="1">
                <a:solidFill>
                  <a:schemeClr val="accent6">
                    <a:lumMod val="75000"/>
                  </a:schemeClr>
                </a:solidFill>
              </a:rPr>
              <a:t>studentT.</a:t>
            </a:r>
            <a:r>
              <a:rPr lang="en-US" altLang="ja-JP" dirty="0" err="1"/>
              <a:t>introduce</a:t>
            </a:r>
            <a:r>
              <a:rPr lang="en-US" altLang="ja-JP" dirty="0"/>
              <a:t>();</a:t>
            </a:r>
            <a:br>
              <a:rPr lang="en-US" altLang="ja-JP" dirty="0"/>
            </a:br>
            <a:r>
              <a:rPr lang="en-US" altLang="ja-JP" dirty="0"/>
              <a:t>    }</a:t>
            </a:r>
            <a:br>
              <a:rPr lang="en-US" altLang="ja-JP" dirty="0"/>
            </a:br>
            <a:r>
              <a:rPr lang="en-US" altLang="ja-JP" dirty="0"/>
              <a:t>}</a:t>
            </a:r>
            <a:endParaRPr lang="ja-JP" altLang="en-US" dirty="0"/>
          </a:p>
        </p:txBody>
      </p:sp>
    </p:spTree>
    <p:extLst>
      <p:ext uri="{BB962C8B-B14F-4D97-AF65-F5344CB8AC3E}">
        <p14:creationId xmlns:p14="http://schemas.microsoft.com/office/powerpoint/2010/main" val="6203799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コンパイルと実行してみると</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25</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a:xfrm>
            <a:off x="462875" y="859491"/>
            <a:ext cx="8216900" cy="302882"/>
          </a:xfrm>
        </p:spPr>
        <p:txBody>
          <a:bodyPr/>
          <a:lstStyle/>
          <a:p>
            <a:pPr marL="96838" indent="0">
              <a:buNone/>
            </a:pPr>
            <a:r>
              <a:rPr lang="ja-JP" altLang="en-US" dirty="0"/>
              <a:t>もう</a:t>
            </a:r>
            <a:r>
              <a:rPr lang="en-US" altLang="ja-JP" dirty="0"/>
              <a:t>1</a:t>
            </a:r>
            <a:r>
              <a:rPr lang="ja-JP" altLang="en-US" dirty="0"/>
              <a:t>度</a:t>
            </a:r>
            <a:r>
              <a:rPr lang="en-US" altLang="ja-JP" dirty="0" err="1"/>
              <a:t>InstanceSample</a:t>
            </a:r>
            <a:r>
              <a:rPr lang="ja-JP" altLang="en-US" dirty="0"/>
              <a:t>クラスをコンパイルと実行をしてみましょう。</a:t>
            </a:r>
          </a:p>
        </p:txBody>
      </p:sp>
      <p:sp>
        <p:nvSpPr>
          <p:cNvPr id="6" name="テキスト プレースホルダー 4">
            <a:extLst>
              <a:ext uri="{FF2B5EF4-FFF2-40B4-BE49-F238E27FC236}">
                <a16:creationId xmlns:a16="http://schemas.microsoft.com/office/drawing/2014/main" id="{5C5D35BD-799F-425D-A16C-01A0004D4511}"/>
              </a:ext>
            </a:extLst>
          </p:cNvPr>
          <p:cNvSpPr txBox="1">
            <a:spLocks/>
          </p:cNvSpPr>
          <p:nvPr/>
        </p:nvSpPr>
        <p:spPr>
          <a:xfrm>
            <a:off x="462876" y="1162373"/>
            <a:ext cx="8098978" cy="1455567"/>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C:\work&gt;javac InstanceSample.java</a:t>
            </a:r>
            <a:br>
              <a:rPr lang="en-US" altLang="ja-JP" dirty="0"/>
            </a:br>
            <a:br>
              <a:rPr lang="en-US" altLang="ja-JP" dirty="0"/>
            </a:br>
            <a:r>
              <a:rPr lang="en-US" altLang="ja-JP" dirty="0"/>
              <a:t>C:\work&gt;java </a:t>
            </a:r>
            <a:r>
              <a:rPr lang="en-US" altLang="ja-JP" dirty="0" err="1"/>
              <a:t>InstanceSample</a:t>
            </a:r>
            <a:br>
              <a:rPr lang="en-US" altLang="ja-JP" dirty="0"/>
            </a:br>
            <a:r>
              <a:rPr lang="ja-JP" altLang="en-US" dirty="0"/>
              <a:t>私は山田と申します</a:t>
            </a:r>
            <a:br>
              <a:rPr lang="en-US" altLang="ja-JP" dirty="0"/>
            </a:br>
            <a:r>
              <a:rPr lang="en-US" altLang="ja-JP" dirty="0"/>
              <a:t>21</a:t>
            </a:r>
            <a:r>
              <a:rPr lang="ja-JP" altLang="en-US" dirty="0"/>
              <a:t>歳です</a:t>
            </a:r>
            <a:br>
              <a:rPr lang="en-US" altLang="ja-JP" dirty="0"/>
            </a:br>
            <a:r>
              <a:rPr lang="ja-JP" altLang="en-US" dirty="0"/>
              <a:t>私は高橋と申します</a:t>
            </a:r>
            <a:br>
              <a:rPr lang="en-US" altLang="ja-JP" dirty="0"/>
            </a:br>
            <a:r>
              <a:rPr lang="en-US" altLang="ja-JP" dirty="0"/>
              <a:t>23</a:t>
            </a:r>
            <a:r>
              <a:rPr lang="ja-JP" altLang="en-US" dirty="0"/>
              <a:t>歳です</a:t>
            </a:r>
          </a:p>
        </p:txBody>
      </p:sp>
      <p:sp>
        <p:nvSpPr>
          <p:cNvPr id="9" name="テキスト プレースホルダー 7">
            <a:extLst>
              <a:ext uri="{FF2B5EF4-FFF2-40B4-BE49-F238E27FC236}">
                <a16:creationId xmlns:a16="http://schemas.microsoft.com/office/drawing/2014/main" id="{38CE5700-8485-406F-968B-7CDD9C79F8D9}"/>
              </a:ext>
            </a:extLst>
          </p:cNvPr>
          <p:cNvSpPr txBox="1">
            <a:spLocks/>
          </p:cNvSpPr>
          <p:nvPr/>
        </p:nvSpPr>
        <p:spPr>
          <a:xfrm>
            <a:off x="462875" y="2699359"/>
            <a:ext cx="8216900" cy="201521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ちゃんと山田さんも高橋さんも自己紹介してくれました。</a:t>
            </a:r>
            <a:endParaRPr lang="en-US" altLang="ja-JP" dirty="0"/>
          </a:p>
          <a:p>
            <a:pPr marL="96838" indent="0">
              <a:buFont typeface="Arial" panose="020B0604020202020204" pitchFamily="34" charset="0"/>
              <a:buNone/>
            </a:pPr>
            <a:endParaRPr lang="en-US" altLang="ja-JP" dirty="0"/>
          </a:p>
          <a:p>
            <a:pPr marL="96838" indent="0">
              <a:buFont typeface="Arial" panose="020B0604020202020204" pitchFamily="34" charset="0"/>
              <a:buNone/>
            </a:pPr>
            <a:r>
              <a:rPr lang="ja-JP" altLang="en-US" dirty="0"/>
              <a:t>今回は</a:t>
            </a:r>
            <a:r>
              <a:rPr lang="en-US" altLang="ja-JP" dirty="0"/>
              <a:t>Student</a:t>
            </a:r>
            <a:r>
              <a:rPr lang="ja-JP" altLang="en-US" dirty="0"/>
              <a:t>クラスの中のメソッドから</a:t>
            </a:r>
            <a:r>
              <a:rPr lang="en-US" altLang="ja-JP" dirty="0" err="1"/>
              <a:t>System.out.println</a:t>
            </a:r>
            <a:r>
              <a:rPr lang="en-US" altLang="ja-JP" dirty="0"/>
              <a:t>()</a:t>
            </a:r>
            <a:r>
              <a:rPr lang="ja-JP" altLang="en-US" dirty="0"/>
              <a:t>で表示しましたが、</a:t>
            </a:r>
            <a:br>
              <a:rPr lang="ja-JP" altLang="en-US" dirty="0"/>
            </a:br>
            <a:r>
              <a:rPr lang="en-US" altLang="ja-JP" dirty="0"/>
              <a:t>Student</a:t>
            </a:r>
            <a:r>
              <a:rPr lang="ja-JP" altLang="en-US" dirty="0"/>
              <a:t>クラスの外から</a:t>
            </a:r>
            <a:r>
              <a:rPr lang="en-US" altLang="ja-JP" dirty="0" err="1"/>
              <a:t>System.out.println</a:t>
            </a:r>
            <a:r>
              <a:rPr lang="en-US" altLang="ja-JP" dirty="0"/>
              <a:t>()</a:t>
            </a:r>
            <a:r>
              <a:rPr lang="ja-JP" altLang="en-US" dirty="0"/>
              <a:t>で表示することも可能です。</a:t>
            </a:r>
            <a:endParaRPr lang="en-US" altLang="ja-JP" dirty="0"/>
          </a:p>
          <a:p>
            <a:pPr marL="96838" indent="0">
              <a:buFont typeface="Arial" panose="020B0604020202020204" pitchFamily="34" charset="0"/>
              <a:buNone/>
            </a:pPr>
            <a:r>
              <a:rPr lang="en-US" altLang="ja-JP" dirty="0"/>
              <a:t>Student</a:t>
            </a:r>
            <a:r>
              <a:rPr lang="ja-JP" altLang="en-US" dirty="0"/>
              <a:t>クラスの中から参照する際は</a:t>
            </a:r>
            <a:r>
              <a:rPr lang="en-US" altLang="ja-JP" dirty="0"/>
              <a:t>this.</a:t>
            </a:r>
            <a:r>
              <a:rPr lang="ja-JP" altLang="en-US" dirty="0"/>
              <a:t>フィールド名としましたが、</a:t>
            </a:r>
            <a:br>
              <a:rPr lang="ja-JP" altLang="en-US" dirty="0"/>
            </a:br>
            <a:r>
              <a:rPr lang="en-US" altLang="ja-JP" dirty="0"/>
              <a:t>Student</a:t>
            </a:r>
            <a:r>
              <a:rPr lang="ja-JP" altLang="en-US" dirty="0"/>
              <a:t>クラスの外から参照する際は</a:t>
            </a:r>
            <a:r>
              <a:rPr lang="en-US" altLang="ja-JP" b="1" dirty="0">
                <a:solidFill>
                  <a:srgbClr val="C00000"/>
                </a:solidFill>
              </a:rPr>
              <a:t>(</a:t>
            </a:r>
            <a:r>
              <a:rPr lang="ja-JP" altLang="en-US" b="1" dirty="0">
                <a:solidFill>
                  <a:srgbClr val="C00000"/>
                </a:solidFill>
              </a:rPr>
              <a:t>インスタンスの入っている</a:t>
            </a:r>
            <a:r>
              <a:rPr lang="en-US" altLang="ja-JP" b="1" dirty="0">
                <a:solidFill>
                  <a:srgbClr val="C00000"/>
                </a:solidFill>
              </a:rPr>
              <a:t>)</a:t>
            </a:r>
            <a:r>
              <a:rPr lang="ja-JP" altLang="en-US" b="1" dirty="0">
                <a:solidFill>
                  <a:srgbClr val="C00000"/>
                </a:solidFill>
              </a:rPr>
              <a:t>変数名</a:t>
            </a:r>
            <a:r>
              <a:rPr lang="en-US" altLang="ja-JP" b="1" dirty="0">
                <a:solidFill>
                  <a:srgbClr val="C00000"/>
                </a:solidFill>
              </a:rPr>
              <a:t>.</a:t>
            </a:r>
            <a:r>
              <a:rPr lang="ja-JP" altLang="en-US" b="1" dirty="0">
                <a:solidFill>
                  <a:srgbClr val="C00000"/>
                </a:solidFill>
              </a:rPr>
              <a:t>フィールド名</a:t>
            </a:r>
            <a:br>
              <a:rPr lang="ja-JP" altLang="en-US" dirty="0"/>
            </a:br>
            <a:r>
              <a:rPr lang="ja-JP" altLang="en-US" dirty="0"/>
              <a:t>とすることに注意してください。</a:t>
            </a:r>
          </a:p>
        </p:txBody>
      </p:sp>
    </p:spTree>
    <p:extLst>
      <p:ext uri="{BB962C8B-B14F-4D97-AF65-F5344CB8AC3E}">
        <p14:creationId xmlns:p14="http://schemas.microsoft.com/office/powerpoint/2010/main" val="33825550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クラスの外からフィールドを表示する</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26</a:t>
            </a:fld>
            <a:endParaRPr lang="en" dirty="0">
              <a:latin typeface="+mn-ea"/>
            </a:endParaRPr>
          </a:p>
        </p:txBody>
      </p:sp>
      <p:sp>
        <p:nvSpPr>
          <p:cNvPr id="6" name="テキスト プレースホルダー 4">
            <a:extLst>
              <a:ext uri="{FF2B5EF4-FFF2-40B4-BE49-F238E27FC236}">
                <a16:creationId xmlns:a16="http://schemas.microsoft.com/office/drawing/2014/main" id="{5C5D35BD-799F-425D-A16C-01A0004D4511}"/>
              </a:ext>
            </a:extLst>
          </p:cNvPr>
          <p:cNvSpPr txBox="1">
            <a:spLocks/>
          </p:cNvSpPr>
          <p:nvPr/>
        </p:nvSpPr>
        <p:spPr>
          <a:xfrm>
            <a:off x="462876" y="876822"/>
            <a:ext cx="8098978" cy="390812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a:t>
            </a:r>
            <a:r>
              <a:rPr lang="en-US" altLang="ja-JP" dirty="0" err="1"/>
              <a:t>InstanceSample</a:t>
            </a:r>
            <a:r>
              <a:rPr lang="en-US" altLang="ja-JP" dirty="0"/>
              <a:t> {</a:t>
            </a:r>
            <a:br>
              <a:rPr lang="en-US" altLang="ja-JP" dirty="0"/>
            </a:br>
            <a:r>
              <a:rPr lang="en-US" altLang="ja-JP" dirty="0"/>
              <a:t>    public static void main(String[] </a:t>
            </a:r>
            <a:r>
              <a:rPr lang="en-US" altLang="ja-JP" dirty="0" err="1"/>
              <a:t>args</a:t>
            </a:r>
            <a:r>
              <a:rPr lang="en-US" altLang="ja-JP" dirty="0"/>
              <a:t>) {</a:t>
            </a:r>
            <a:br>
              <a:rPr lang="en-US" altLang="ja-JP" dirty="0"/>
            </a:br>
            <a:r>
              <a:rPr lang="en-US" altLang="ja-JP" dirty="0"/>
              <a:t>        // </a:t>
            </a:r>
            <a:r>
              <a:rPr lang="ja-JP" altLang="en-US" dirty="0"/>
              <a:t>受講生インスタンスを入れる変数を宣言</a:t>
            </a:r>
            <a:br>
              <a:rPr lang="en-US" altLang="ja-JP" dirty="0"/>
            </a:br>
            <a:r>
              <a:rPr lang="en-US" altLang="ja-JP" dirty="0"/>
              <a:t>        Student </a:t>
            </a:r>
            <a:r>
              <a:rPr lang="en-US" altLang="ja-JP" b="1" dirty="0" err="1">
                <a:solidFill>
                  <a:srgbClr val="C00000"/>
                </a:solidFill>
              </a:rPr>
              <a:t>studentY</a:t>
            </a:r>
            <a:r>
              <a:rPr lang="en-US" altLang="ja-JP" dirty="0"/>
              <a:t>;</a:t>
            </a:r>
            <a:br>
              <a:rPr lang="en-US" altLang="ja-JP" dirty="0"/>
            </a:br>
            <a:r>
              <a:rPr lang="en-US" altLang="ja-JP" dirty="0"/>
              <a:t>        // </a:t>
            </a:r>
            <a:r>
              <a:rPr lang="ja-JP" altLang="en-US" dirty="0"/>
              <a:t>宣言した変数に受講生インスタンスを作成して代入</a:t>
            </a:r>
            <a:br>
              <a:rPr lang="en-US" altLang="ja-JP" dirty="0"/>
            </a:br>
            <a:r>
              <a:rPr lang="en-US" altLang="ja-JP" dirty="0"/>
              <a:t>        </a:t>
            </a:r>
            <a:r>
              <a:rPr lang="en-US" altLang="ja-JP" dirty="0" err="1"/>
              <a:t>studentY</a:t>
            </a:r>
            <a:r>
              <a:rPr lang="en-US" altLang="ja-JP" dirty="0"/>
              <a:t> = new Student();</a:t>
            </a:r>
            <a:br>
              <a:rPr lang="en-US" altLang="ja-JP" dirty="0"/>
            </a:br>
            <a:r>
              <a:rPr lang="en-US" altLang="ja-JP" dirty="0"/>
              <a:t>        // </a:t>
            </a:r>
            <a:r>
              <a:rPr lang="ja-JP" altLang="en-US" dirty="0"/>
              <a:t>宣言と代入をまとめて書くことも可能</a:t>
            </a:r>
            <a:br>
              <a:rPr lang="en-US" altLang="ja-JP" dirty="0"/>
            </a:br>
            <a:r>
              <a:rPr lang="en-US" altLang="ja-JP" dirty="0"/>
              <a:t>        // </a:t>
            </a:r>
            <a:r>
              <a:rPr lang="ja-JP" altLang="en-US" dirty="0"/>
              <a:t>むしろこっちの方が普通</a:t>
            </a:r>
            <a:br>
              <a:rPr lang="ja-JP" altLang="en-US" dirty="0"/>
            </a:br>
            <a:r>
              <a:rPr lang="ja-JP" altLang="en-US" dirty="0"/>
              <a:t>        </a:t>
            </a:r>
            <a:r>
              <a:rPr lang="en-US" altLang="ja-JP" dirty="0"/>
              <a:t>Student </a:t>
            </a:r>
            <a:r>
              <a:rPr lang="en-US" altLang="ja-JP" b="1" dirty="0" err="1">
                <a:solidFill>
                  <a:schemeClr val="accent6">
                    <a:lumMod val="75000"/>
                  </a:schemeClr>
                </a:solidFill>
              </a:rPr>
              <a:t>studentT</a:t>
            </a:r>
            <a:r>
              <a:rPr lang="en-US" altLang="ja-JP" dirty="0"/>
              <a:t> = new Student();</a:t>
            </a:r>
            <a:br>
              <a:rPr lang="en-US" altLang="ja-JP" dirty="0"/>
            </a:br>
            <a:r>
              <a:rPr lang="en-US" altLang="ja-JP" dirty="0"/>
              <a:t>        // </a:t>
            </a:r>
            <a:r>
              <a:rPr lang="ja-JP" altLang="en-US" dirty="0"/>
              <a:t>それぞれのフィールドに代入</a:t>
            </a:r>
            <a:br>
              <a:rPr lang="ja-JP" altLang="en-US" dirty="0"/>
            </a:br>
            <a:r>
              <a:rPr lang="ja-JP" altLang="en-US" dirty="0"/>
              <a:t>        </a:t>
            </a:r>
            <a:r>
              <a:rPr lang="en-US" altLang="ja-JP" b="1" dirty="0">
                <a:solidFill>
                  <a:srgbClr val="C00000"/>
                </a:solidFill>
              </a:rPr>
              <a:t>studentY.</a:t>
            </a:r>
            <a:r>
              <a:rPr lang="en-US" altLang="ja-JP" dirty="0"/>
              <a:t>name = "</a:t>
            </a:r>
            <a:r>
              <a:rPr lang="ja-JP" altLang="en-US" dirty="0"/>
              <a:t>山田</a:t>
            </a:r>
            <a:r>
              <a:rPr lang="en-US" altLang="ja-JP" dirty="0"/>
              <a:t>";</a:t>
            </a:r>
            <a:r>
              <a:rPr lang="ja-JP" altLang="en-US" dirty="0"/>
              <a:t> </a:t>
            </a:r>
            <a:br>
              <a:rPr lang="ja-JP" altLang="en-US" dirty="0"/>
            </a:br>
            <a:r>
              <a:rPr lang="ja-JP" altLang="en-US" dirty="0"/>
              <a:t>        </a:t>
            </a:r>
            <a:r>
              <a:rPr lang="en-US" altLang="ja-JP" b="1" dirty="0" err="1">
                <a:solidFill>
                  <a:srgbClr val="C00000"/>
                </a:solidFill>
              </a:rPr>
              <a:t>studentY.</a:t>
            </a:r>
            <a:r>
              <a:rPr lang="en-US" altLang="ja-JP" dirty="0" err="1"/>
              <a:t>age</a:t>
            </a:r>
            <a:r>
              <a:rPr lang="en-US" altLang="ja-JP" dirty="0"/>
              <a:t> = 21;</a:t>
            </a:r>
            <a:r>
              <a:rPr lang="ja-JP" altLang="en-US" dirty="0"/>
              <a:t> </a:t>
            </a:r>
            <a:br>
              <a:rPr lang="ja-JP" altLang="en-US" dirty="0"/>
            </a:br>
            <a:r>
              <a:rPr lang="ja-JP" altLang="en-US" dirty="0"/>
              <a:t>        </a:t>
            </a:r>
            <a:r>
              <a:rPr lang="en-US" altLang="ja-JP" b="1" dirty="0">
                <a:solidFill>
                  <a:schemeClr val="accent6">
                    <a:lumMod val="75000"/>
                  </a:schemeClr>
                </a:solidFill>
              </a:rPr>
              <a:t>studentT.</a:t>
            </a:r>
            <a:r>
              <a:rPr lang="en-US" altLang="ja-JP" dirty="0"/>
              <a:t>name = "</a:t>
            </a:r>
            <a:r>
              <a:rPr lang="ja-JP" altLang="en-US" dirty="0"/>
              <a:t>高橋</a:t>
            </a:r>
            <a:r>
              <a:rPr lang="en-US" altLang="ja-JP" dirty="0"/>
              <a:t>";</a:t>
            </a:r>
            <a:r>
              <a:rPr lang="ja-JP" altLang="en-US" dirty="0"/>
              <a:t> </a:t>
            </a:r>
            <a:br>
              <a:rPr lang="ja-JP" altLang="en-US" dirty="0"/>
            </a:br>
            <a:r>
              <a:rPr lang="ja-JP" altLang="en-US" dirty="0"/>
              <a:t>        </a:t>
            </a:r>
            <a:r>
              <a:rPr lang="en-US" altLang="ja-JP" b="1" dirty="0" err="1">
                <a:solidFill>
                  <a:schemeClr val="accent6">
                    <a:lumMod val="75000"/>
                  </a:schemeClr>
                </a:solidFill>
              </a:rPr>
              <a:t>studentT.</a:t>
            </a:r>
            <a:r>
              <a:rPr lang="en-US" altLang="ja-JP" dirty="0" err="1"/>
              <a:t>age</a:t>
            </a:r>
            <a:r>
              <a:rPr lang="en-US" altLang="ja-JP" dirty="0"/>
              <a:t> = 23; </a:t>
            </a:r>
            <a:br>
              <a:rPr lang="en-US" altLang="ja-JP" dirty="0"/>
            </a:br>
            <a:r>
              <a:rPr lang="en-US" altLang="ja-JP" dirty="0"/>
              <a:t>        // </a:t>
            </a:r>
            <a:r>
              <a:rPr lang="ja-JP" altLang="en-US" dirty="0"/>
              <a:t>それぞれのフィールドの中身を表示</a:t>
            </a:r>
            <a:br>
              <a:rPr lang="en-US" altLang="ja-JP" dirty="0"/>
            </a:br>
            <a:r>
              <a:rPr lang="en-US" altLang="ja-JP" dirty="0"/>
              <a:t>        </a:t>
            </a:r>
            <a:r>
              <a:rPr lang="en-US" altLang="ja-JP" dirty="0" err="1"/>
              <a:t>System.out.println</a:t>
            </a:r>
            <a:r>
              <a:rPr lang="en-US" altLang="ja-JP" dirty="0"/>
              <a:t>("studentY.name</a:t>
            </a:r>
            <a:r>
              <a:rPr lang="ja-JP" altLang="en-US" dirty="0"/>
              <a:t>の中身は</a:t>
            </a:r>
            <a:r>
              <a:rPr lang="en-US" altLang="ja-JP" dirty="0"/>
              <a:t>" + </a:t>
            </a:r>
            <a:r>
              <a:rPr lang="en-US" altLang="ja-JP" b="1" dirty="0">
                <a:solidFill>
                  <a:srgbClr val="C00000"/>
                </a:solidFill>
              </a:rPr>
              <a:t>studentY.</a:t>
            </a:r>
            <a:r>
              <a:rPr lang="en-US" altLang="ja-JP" dirty="0"/>
              <a:t>name); </a:t>
            </a:r>
            <a:br>
              <a:rPr lang="en-US" altLang="ja-JP" dirty="0"/>
            </a:br>
            <a:r>
              <a:rPr lang="en-US" altLang="ja-JP" dirty="0"/>
              <a:t>        </a:t>
            </a:r>
            <a:r>
              <a:rPr lang="en-US" altLang="ja-JP" dirty="0" err="1"/>
              <a:t>System.out.println</a:t>
            </a:r>
            <a:r>
              <a:rPr lang="en-US" altLang="ja-JP" dirty="0"/>
              <a:t>("studentT.name</a:t>
            </a:r>
            <a:r>
              <a:rPr lang="ja-JP" altLang="en-US" dirty="0"/>
              <a:t>の中身は</a:t>
            </a:r>
            <a:r>
              <a:rPr lang="en-US" altLang="ja-JP" dirty="0"/>
              <a:t>" + </a:t>
            </a:r>
            <a:r>
              <a:rPr lang="en-US" altLang="ja-JP" b="1" dirty="0">
                <a:solidFill>
                  <a:schemeClr val="accent6">
                    <a:lumMod val="75000"/>
                  </a:schemeClr>
                </a:solidFill>
              </a:rPr>
              <a:t>studentT.</a:t>
            </a:r>
            <a:r>
              <a:rPr lang="en-US" altLang="ja-JP" dirty="0"/>
              <a:t>name);</a:t>
            </a:r>
            <a:br>
              <a:rPr lang="ja-JP" altLang="en-US" dirty="0"/>
            </a:br>
            <a:r>
              <a:rPr lang="ja-JP" altLang="en-US" dirty="0"/>
              <a:t>    </a:t>
            </a:r>
            <a:r>
              <a:rPr lang="en-US" altLang="ja-JP" dirty="0"/>
              <a:t>}</a:t>
            </a:r>
            <a:br>
              <a:rPr lang="en-US" altLang="ja-JP" dirty="0"/>
            </a:br>
            <a:r>
              <a:rPr lang="en-US" altLang="ja-JP" dirty="0"/>
              <a:t>}</a:t>
            </a:r>
            <a:endParaRPr lang="ja-JP" altLang="en-US" dirty="0"/>
          </a:p>
        </p:txBody>
      </p:sp>
    </p:spTree>
    <p:extLst>
      <p:ext uri="{BB962C8B-B14F-4D97-AF65-F5344CB8AC3E}">
        <p14:creationId xmlns:p14="http://schemas.microsoft.com/office/powerpoint/2010/main" val="2134420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ja-JP" altLang="en-US" dirty="0"/>
              <a:t>コンパイルと実行してみると</a:t>
            </a:r>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27</a:t>
            </a:fld>
            <a:endParaRPr lang="en" dirty="0">
              <a:latin typeface="+mn-ea"/>
            </a:endParaRPr>
          </a:p>
        </p:txBody>
      </p:sp>
      <p:sp>
        <p:nvSpPr>
          <p:cNvPr id="6" name="テキスト プレースホルダー 4">
            <a:extLst>
              <a:ext uri="{FF2B5EF4-FFF2-40B4-BE49-F238E27FC236}">
                <a16:creationId xmlns:a16="http://schemas.microsoft.com/office/drawing/2014/main" id="{5C5D35BD-799F-425D-A16C-01A0004D4511}"/>
              </a:ext>
            </a:extLst>
          </p:cNvPr>
          <p:cNvSpPr txBox="1">
            <a:spLocks/>
          </p:cNvSpPr>
          <p:nvPr/>
        </p:nvSpPr>
        <p:spPr>
          <a:xfrm>
            <a:off x="462876" y="1020872"/>
            <a:ext cx="8098978" cy="1158658"/>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C:\work&gt;javac InstanceSample.java</a:t>
            </a:r>
            <a:br>
              <a:rPr lang="en-US" altLang="ja-JP" dirty="0"/>
            </a:br>
            <a:br>
              <a:rPr lang="en-US" altLang="ja-JP" dirty="0"/>
            </a:br>
            <a:r>
              <a:rPr lang="en-US" altLang="ja-JP" dirty="0"/>
              <a:t>C:\work&gt;java </a:t>
            </a:r>
            <a:r>
              <a:rPr lang="en-US" altLang="ja-JP" dirty="0" err="1"/>
              <a:t>InstanceSample</a:t>
            </a:r>
            <a:br>
              <a:rPr lang="en-US" altLang="ja-JP" dirty="0"/>
            </a:br>
            <a:r>
              <a:rPr lang="en-US" altLang="ja-JP" dirty="0"/>
              <a:t>studentY.name</a:t>
            </a:r>
            <a:r>
              <a:rPr lang="ja-JP" altLang="en-US" dirty="0"/>
              <a:t>の中身は山田</a:t>
            </a:r>
            <a:br>
              <a:rPr lang="en-US" altLang="ja-JP" dirty="0"/>
            </a:br>
            <a:r>
              <a:rPr lang="en-US" altLang="ja-JP" dirty="0"/>
              <a:t>studentT.name</a:t>
            </a:r>
            <a:r>
              <a:rPr lang="ja-JP" altLang="en-US" dirty="0"/>
              <a:t>の中身は高橋</a:t>
            </a:r>
          </a:p>
        </p:txBody>
      </p:sp>
      <p:sp>
        <p:nvSpPr>
          <p:cNvPr id="9" name="テキスト プレースホルダー 7">
            <a:extLst>
              <a:ext uri="{FF2B5EF4-FFF2-40B4-BE49-F238E27FC236}">
                <a16:creationId xmlns:a16="http://schemas.microsoft.com/office/drawing/2014/main" id="{38CE5700-8485-406F-968B-7CDD9C79F8D9}"/>
              </a:ext>
            </a:extLst>
          </p:cNvPr>
          <p:cNvSpPr txBox="1">
            <a:spLocks/>
          </p:cNvSpPr>
          <p:nvPr/>
        </p:nvSpPr>
        <p:spPr>
          <a:xfrm>
            <a:off x="462875" y="2286001"/>
            <a:ext cx="8216900" cy="2428578"/>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今まで見てきたように、</a:t>
            </a:r>
            <a:r>
              <a:rPr lang="en-US" altLang="ja-JP" dirty="0"/>
              <a:t>1</a:t>
            </a:r>
            <a:r>
              <a:rPr lang="ja-JP" altLang="en-US" dirty="0"/>
              <a:t>つのフィールドでもクラスの中から参照するときとクラスの外から参照するときとで記述の仕方が変わってくることに注意してください。</a:t>
            </a:r>
          </a:p>
        </p:txBody>
      </p:sp>
    </p:spTree>
    <p:extLst>
      <p:ext uri="{BB962C8B-B14F-4D97-AF65-F5344CB8AC3E}">
        <p14:creationId xmlns:p14="http://schemas.microsoft.com/office/powerpoint/2010/main" val="3902749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2F43DD3-0418-42E8-9D03-3B480F20550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C79983C-D8FC-4693-8551-08AD543141F3}"/>
              </a:ext>
            </a:extLst>
          </p:cNvPr>
          <p:cNvSpPr>
            <a:spLocks noGrp="1"/>
          </p:cNvSpPr>
          <p:nvPr>
            <p:ph type="ctrTitle"/>
          </p:nvPr>
        </p:nvSpPr>
        <p:spPr/>
        <p:txBody>
          <a:bodyPr/>
          <a:lstStyle/>
          <a:p>
            <a:r>
              <a:rPr kumimoji="1" lang="ja-JP" altLang="en-US" dirty="0"/>
              <a:t>インスタンスの入った変数を表示すると</a:t>
            </a:r>
          </a:p>
        </p:txBody>
      </p:sp>
      <p:sp>
        <p:nvSpPr>
          <p:cNvPr id="4" name="スライド番号プレースホルダー 3">
            <a:extLst>
              <a:ext uri="{FF2B5EF4-FFF2-40B4-BE49-F238E27FC236}">
                <a16:creationId xmlns:a16="http://schemas.microsoft.com/office/drawing/2014/main" id="{856AB935-007C-47FA-829A-800E0CA2AEA3}"/>
              </a:ext>
            </a:extLst>
          </p:cNvPr>
          <p:cNvSpPr>
            <a:spLocks noGrp="1"/>
          </p:cNvSpPr>
          <p:nvPr>
            <p:ph type="sldNum" sz="quarter" idx="4"/>
          </p:nvPr>
        </p:nvSpPr>
        <p:spPr/>
        <p:txBody>
          <a:bodyPr/>
          <a:lstStyle/>
          <a:p>
            <a:fld id="{00000000-1234-1234-1234-123412341234}" type="slidenum">
              <a:rPr lang="en" smtClean="0"/>
              <a:pPr/>
              <a:t>28</a:t>
            </a:fld>
            <a:endParaRPr lang="en" dirty="0">
              <a:latin typeface="+mn-ea"/>
            </a:endParaRPr>
          </a:p>
        </p:txBody>
      </p:sp>
      <p:grpSp>
        <p:nvGrpSpPr>
          <p:cNvPr id="5" name="グループ化 4">
            <a:extLst>
              <a:ext uri="{FF2B5EF4-FFF2-40B4-BE49-F238E27FC236}">
                <a16:creationId xmlns:a16="http://schemas.microsoft.com/office/drawing/2014/main" id="{A44B4048-971D-4173-B9D4-DC3B6BE6B579}"/>
              </a:ext>
            </a:extLst>
          </p:cNvPr>
          <p:cNvGrpSpPr/>
          <p:nvPr/>
        </p:nvGrpSpPr>
        <p:grpSpPr>
          <a:xfrm>
            <a:off x="268873" y="786891"/>
            <a:ext cx="8411576" cy="4075185"/>
            <a:chOff x="268873" y="786891"/>
            <a:chExt cx="8411576" cy="4132541"/>
          </a:xfrm>
        </p:grpSpPr>
        <p:sp>
          <p:nvSpPr>
            <p:cNvPr id="6" name="四角形: 角を丸くする 5">
              <a:extLst>
                <a:ext uri="{FF2B5EF4-FFF2-40B4-BE49-F238E27FC236}">
                  <a16:creationId xmlns:a16="http://schemas.microsoft.com/office/drawing/2014/main" id="{86A4B4B3-72EC-42DF-9192-2E6EA70F2129}"/>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7" name="テキスト ボックス 6">
              <a:extLst>
                <a:ext uri="{FF2B5EF4-FFF2-40B4-BE49-F238E27FC236}">
                  <a16:creationId xmlns:a16="http://schemas.microsoft.com/office/drawing/2014/main" id="{6E402657-7E23-45B6-8B4D-D3962EEEABC8}"/>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8" name="図 7">
              <a:extLst>
                <a:ext uri="{FF2B5EF4-FFF2-40B4-BE49-F238E27FC236}">
                  <a16:creationId xmlns:a16="http://schemas.microsoft.com/office/drawing/2014/main" id="{28E59DE7-F016-4DD7-9C80-3CB25F8A7AC6}"/>
                </a:ext>
              </a:extLst>
            </p:cNvPr>
            <p:cNvPicPr>
              <a:picLocks noChangeAspect="1"/>
            </p:cNvPicPr>
            <p:nvPr/>
          </p:nvPicPr>
          <p:blipFill>
            <a:blip r:embed="rId2"/>
            <a:stretch>
              <a:fillRect/>
            </a:stretch>
          </p:blipFill>
          <p:spPr>
            <a:xfrm>
              <a:off x="268873" y="805343"/>
              <a:ext cx="728929" cy="728929"/>
            </a:xfrm>
            <a:prstGeom prst="rect">
              <a:avLst/>
            </a:prstGeom>
          </p:spPr>
        </p:pic>
        <p:sp>
          <p:nvSpPr>
            <p:cNvPr id="9" name="吹き出し: 円形 8">
              <a:extLst>
                <a:ext uri="{FF2B5EF4-FFF2-40B4-BE49-F238E27FC236}">
                  <a16:creationId xmlns:a16="http://schemas.microsoft.com/office/drawing/2014/main" id="{1A3B0D07-9639-402F-8EC7-806D5CDC95BD}"/>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1" name="テキスト プレースホルダー 4">
            <a:extLst>
              <a:ext uri="{FF2B5EF4-FFF2-40B4-BE49-F238E27FC236}">
                <a16:creationId xmlns:a16="http://schemas.microsoft.com/office/drawing/2014/main" id="{3E2EB7C5-5F2A-44F4-AB46-3E9BEC0967C5}"/>
              </a:ext>
            </a:extLst>
          </p:cNvPr>
          <p:cNvSpPr txBox="1">
            <a:spLocks/>
          </p:cNvSpPr>
          <p:nvPr/>
        </p:nvSpPr>
        <p:spPr>
          <a:xfrm>
            <a:off x="462876" y="1932922"/>
            <a:ext cx="8098978" cy="2917258"/>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a:t>
            </a:r>
            <a:r>
              <a:rPr lang="en-US" altLang="ja-JP" dirty="0" err="1"/>
              <a:t>InstanceSample</a:t>
            </a:r>
            <a:r>
              <a:rPr lang="en-US" altLang="ja-JP" dirty="0"/>
              <a:t> {</a:t>
            </a:r>
            <a:br>
              <a:rPr lang="en-US" altLang="ja-JP" dirty="0"/>
            </a:br>
            <a:r>
              <a:rPr lang="en-US" altLang="ja-JP" dirty="0"/>
              <a:t>    public static void main(String[] </a:t>
            </a:r>
            <a:r>
              <a:rPr lang="en-US" altLang="ja-JP" dirty="0" err="1"/>
              <a:t>args</a:t>
            </a:r>
            <a:r>
              <a:rPr lang="en-US" altLang="ja-JP" dirty="0"/>
              <a:t>) {</a:t>
            </a:r>
            <a:br>
              <a:rPr lang="en-US" altLang="ja-JP" dirty="0"/>
            </a:br>
            <a:r>
              <a:rPr lang="en-US" altLang="ja-JP" dirty="0"/>
              <a:t>        // </a:t>
            </a:r>
            <a:r>
              <a:rPr lang="ja-JP" altLang="en-US" dirty="0"/>
              <a:t>受講生インスタンスを入れる変数を宣言</a:t>
            </a:r>
            <a:br>
              <a:rPr lang="en-US" altLang="ja-JP" dirty="0"/>
            </a:br>
            <a:r>
              <a:rPr lang="en-US" altLang="ja-JP" dirty="0"/>
              <a:t>        Student </a:t>
            </a:r>
            <a:r>
              <a:rPr lang="en-US" altLang="ja-JP" b="1" dirty="0" err="1">
                <a:solidFill>
                  <a:srgbClr val="C00000"/>
                </a:solidFill>
              </a:rPr>
              <a:t>studentY</a:t>
            </a:r>
            <a:r>
              <a:rPr lang="en-US" altLang="ja-JP" dirty="0"/>
              <a:t>;</a:t>
            </a:r>
            <a:br>
              <a:rPr lang="en-US" altLang="ja-JP" dirty="0"/>
            </a:br>
            <a:r>
              <a:rPr lang="en-US" altLang="ja-JP" dirty="0"/>
              <a:t>        // </a:t>
            </a:r>
            <a:r>
              <a:rPr lang="ja-JP" altLang="en-US" dirty="0"/>
              <a:t>宣言した変数に受講生インスタンスを作成して代入</a:t>
            </a:r>
            <a:br>
              <a:rPr lang="en-US" altLang="ja-JP" dirty="0"/>
            </a:br>
            <a:r>
              <a:rPr lang="en-US" altLang="ja-JP" dirty="0"/>
              <a:t>        </a:t>
            </a:r>
            <a:r>
              <a:rPr lang="en-US" altLang="ja-JP" dirty="0" err="1"/>
              <a:t>studentY</a:t>
            </a:r>
            <a:r>
              <a:rPr lang="en-US" altLang="ja-JP" dirty="0"/>
              <a:t> = new Student();</a:t>
            </a:r>
            <a:br>
              <a:rPr lang="en-US" altLang="ja-JP" dirty="0"/>
            </a:br>
            <a:r>
              <a:rPr lang="en-US" altLang="ja-JP" dirty="0"/>
              <a:t>        // </a:t>
            </a:r>
            <a:r>
              <a:rPr lang="ja-JP" altLang="en-US" dirty="0"/>
              <a:t>宣言と代入をまとめて書くことも可能</a:t>
            </a:r>
            <a:br>
              <a:rPr lang="en-US" altLang="ja-JP" dirty="0"/>
            </a:br>
            <a:r>
              <a:rPr lang="en-US" altLang="ja-JP" dirty="0"/>
              <a:t>        // </a:t>
            </a:r>
            <a:r>
              <a:rPr lang="ja-JP" altLang="en-US" dirty="0"/>
              <a:t>むしろこっちの方が普通</a:t>
            </a:r>
            <a:br>
              <a:rPr lang="ja-JP" altLang="en-US" dirty="0"/>
            </a:br>
            <a:r>
              <a:rPr lang="ja-JP" altLang="en-US" dirty="0"/>
              <a:t>        </a:t>
            </a:r>
            <a:r>
              <a:rPr lang="en-US" altLang="ja-JP" dirty="0"/>
              <a:t>Student </a:t>
            </a:r>
            <a:r>
              <a:rPr lang="en-US" altLang="ja-JP" b="1" dirty="0" err="1">
                <a:solidFill>
                  <a:schemeClr val="accent6">
                    <a:lumMod val="75000"/>
                  </a:schemeClr>
                </a:solidFill>
              </a:rPr>
              <a:t>studentT</a:t>
            </a:r>
            <a:r>
              <a:rPr lang="en-US" altLang="ja-JP" dirty="0"/>
              <a:t> = new Student();</a:t>
            </a:r>
            <a:br>
              <a:rPr lang="en-US" altLang="ja-JP" dirty="0"/>
            </a:br>
            <a:r>
              <a:rPr lang="en-US" altLang="ja-JP" dirty="0"/>
              <a:t>        &lt;</a:t>
            </a:r>
            <a:r>
              <a:rPr lang="ja-JP" altLang="en-US" dirty="0"/>
              <a:t>途中省略</a:t>
            </a:r>
            <a:r>
              <a:rPr lang="en-US" altLang="ja-JP" dirty="0"/>
              <a:t>&gt;</a:t>
            </a:r>
            <a:br>
              <a:rPr lang="ja-JP" altLang="en-US" dirty="0"/>
            </a:br>
            <a:r>
              <a:rPr lang="ja-JP" altLang="en-US" dirty="0"/>
              <a:t>        </a:t>
            </a:r>
            <a:r>
              <a:rPr lang="en-US" altLang="ja-JP" dirty="0"/>
              <a:t>// </a:t>
            </a:r>
            <a:r>
              <a:rPr lang="ja-JP" altLang="en-US" dirty="0"/>
              <a:t>それぞれの変数の中身を表示</a:t>
            </a:r>
            <a:br>
              <a:rPr lang="en-US" altLang="ja-JP" dirty="0"/>
            </a:br>
            <a:r>
              <a:rPr lang="en-US" altLang="ja-JP" dirty="0"/>
              <a:t>        </a:t>
            </a:r>
            <a:r>
              <a:rPr lang="en-US" altLang="ja-JP" dirty="0" err="1"/>
              <a:t>System.out.println</a:t>
            </a:r>
            <a:r>
              <a:rPr lang="en-US" altLang="ja-JP" dirty="0"/>
              <a:t>("</a:t>
            </a:r>
            <a:r>
              <a:rPr lang="en-US" altLang="ja-JP" dirty="0" err="1"/>
              <a:t>studentY</a:t>
            </a:r>
            <a:r>
              <a:rPr lang="ja-JP" altLang="en-US" dirty="0"/>
              <a:t>の中身は</a:t>
            </a:r>
            <a:r>
              <a:rPr lang="en-US" altLang="ja-JP" dirty="0"/>
              <a:t>" + </a:t>
            </a:r>
            <a:r>
              <a:rPr lang="en-US" altLang="ja-JP" b="1" dirty="0" err="1">
                <a:solidFill>
                  <a:srgbClr val="C00000"/>
                </a:solidFill>
              </a:rPr>
              <a:t>studentY</a:t>
            </a:r>
            <a:r>
              <a:rPr lang="en-US" altLang="ja-JP" dirty="0"/>
              <a:t>); </a:t>
            </a:r>
            <a:br>
              <a:rPr lang="en-US" altLang="ja-JP" dirty="0"/>
            </a:br>
            <a:r>
              <a:rPr lang="en-US" altLang="ja-JP" dirty="0"/>
              <a:t>        </a:t>
            </a:r>
            <a:r>
              <a:rPr lang="en-US" altLang="ja-JP" dirty="0" err="1"/>
              <a:t>System.out.println</a:t>
            </a:r>
            <a:r>
              <a:rPr lang="en-US" altLang="ja-JP" dirty="0"/>
              <a:t>("</a:t>
            </a:r>
            <a:r>
              <a:rPr lang="en-US" altLang="ja-JP" dirty="0" err="1"/>
              <a:t>studentT</a:t>
            </a:r>
            <a:r>
              <a:rPr lang="ja-JP" altLang="en-US" dirty="0"/>
              <a:t>の中身は</a:t>
            </a:r>
            <a:r>
              <a:rPr lang="en-US" altLang="ja-JP" dirty="0"/>
              <a:t>" + </a:t>
            </a:r>
            <a:r>
              <a:rPr lang="en-US" altLang="ja-JP" b="1" dirty="0" err="1">
                <a:solidFill>
                  <a:schemeClr val="accent6">
                    <a:lumMod val="75000"/>
                  </a:schemeClr>
                </a:solidFill>
              </a:rPr>
              <a:t>studentT</a:t>
            </a:r>
            <a:r>
              <a:rPr lang="en-US" altLang="ja-JP" dirty="0"/>
              <a:t>);</a:t>
            </a:r>
            <a:br>
              <a:rPr lang="ja-JP" altLang="en-US" dirty="0"/>
            </a:br>
            <a:r>
              <a:rPr lang="ja-JP" altLang="en-US" dirty="0"/>
              <a:t>    </a:t>
            </a:r>
            <a:r>
              <a:rPr lang="en-US" altLang="ja-JP" dirty="0"/>
              <a:t>}</a:t>
            </a:r>
            <a:br>
              <a:rPr lang="en-US" altLang="ja-JP" dirty="0"/>
            </a:br>
            <a:r>
              <a:rPr lang="en-US" altLang="ja-JP" dirty="0"/>
              <a:t>}</a:t>
            </a:r>
            <a:endParaRPr lang="ja-JP" altLang="en-US" dirty="0"/>
          </a:p>
        </p:txBody>
      </p:sp>
      <p:sp>
        <p:nvSpPr>
          <p:cNvPr id="12" name="テキスト プレースホルダー 7">
            <a:extLst>
              <a:ext uri="{FF2B5EF4-FFF2-40B4-BE49-F238E27FC236}">
                <a16:creationId xmlns:a16="http://schemas.microsoft.com/office/drawing/2014/main" id="{FF62A181-2083-48E4-BC78-04F993915F83}"/>
              </a:ext>
            </a:extLst>
          </p:cNvPr>
          <p:cNvSpPr txBox="1">
            <a:spLocks/>
          </p:cNvSpPr>
          <p:nvPr/>
        </p:nvSpPr>
        <p:spPr>
          <a:xfrm>
            <a:off x="462875" y="1357461"/>
            <a:ext cx="8216900" cy="509281"/>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先ほどのプログラムで</a:t>
            </a:r>
            <a:r>
              <a:rPr lang="ja-JP" altLang="en-US" b="1" dirty="0">
                <a:solidFill>
                  <a:srgbClr val="C00000"/>
                </a:solidFill>
              </a:rPr>
              <a:t>変数名</a:t>
            </a:r>
            <a:r>
              <a:rPr lang="en-US" altLang="ja-JP" b="1" dirty="0">
                <a:solidFill>
                  <a:srgbClr val="C00000"/>
                </a:solidFill>
              </a:rPr>
              <a:t>.</a:t>
            </a:r>
            <a:r>
              <a:rPr lang="ja-JP" altLang="en-US" b="1" dirty="0">
                <a:solidFill>
                  <a:srgbClr val="C00000"/>
                </a:solidFill>
              </a:rPr>
              <a:t>フィールド名</a:t>
            </a:r>
            <a:r>
              <a:rPr lang="ja-JP" altLang="en-US" dirty="0"/>
              <a:t>のところをうっかり</a:t>
            </a:r>
            <a:r>
              <a:rPr lang="ja-JP" altLang="en-US" b="1" dirty="0">
                <a:solidFill>
                  <a:srgbClr val="C00000"/>
                </a:solidFill>
              </a:rPr>
              <a:t>フィールド名を忘れる</a:t>
            </a:r>
            <a:r>
              <a:rPr lang="ja-JP" altLang="en-US" dirty="0"/>
              <a:t>と変な文字が出てきてしまいます。注意しましょう。</a:t>
            </a:r>
          </a:p>
        </p:txBody>
      </p:sp>
      <p:sp>
        <p:nvSpPr>
          <p:cNvPr id="13" name="Google Shape;172;p19">
            <a:extLst>
              <a:ext uri="{FF2B5EF4-FFF2-40B4-BE49-F238E27FC236}">
                <a16:creationId xmlns:a16="http://schemas.microsoft.com/office/drawing/2014/main" id="{2AC215A8-78D7-499E-95E5-7944421913FC}"/>
              </a:ext>
            </a:extLst>
          </p:cNvPr>
          <p:cNvSpPr/>
          <p:nvPr/>
        </p:nvSpPr>
        <p:spPr>
          <a:xfrm>
            <a:off x="5498615" y="3014068"/>
            <a:ext cx="3063239" cy="963931"/>
          </a:xfrm>
          <a:prstGeom prst="rect">
            <a:avLst/>
          </a:prstGeom>
          <a:solidFill>
            <a:schemeClr val="bg1"/>
          </a:solidFill>
          <a:ln w="12700" cap="flat" cmpd="sng">
            <a:solidFill>
              <a:srgbClr val="4D69A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b="1" dirty="0">
                <a:solidFill>
                  <a:schemeClr val="dk1"/>
                </a:solidFill>
                <a:cs typeface="MS Gothic"/>
                <a:sym typeface="MS Gothic"/>
              </a:rPr>
              <a:t>C:\work&gt;java </a:t>
            </a:r>
            <a:r>
              <a:rPr lang="en-US" altLang="ja-JP" sz="1400" b="1" dirty="0" err="1">
                <a:solidFill>
                  <a:schemeClr val="dk1"/>
                </a:solidFill>
                <a:cs typeface="MS Gothic"/>
                <a:sym typeface="MS Gothic"/>
              </a:rPr>
              <a:t>InstanceSample</a:t>
            </a:r>
            <a:endParaRPr lang="en-US" altLang="ja-JP" sz="1400" b="1" dirty="0">
              <a:solidFill>
                <a:schemeClr val="dk1"/>
              </a:solidFill>
              <a:cs typeface="MS Gothic"/>
              <a:sym typeface="MS Gothic"/>
            </a:endParaRPr>
          </a:p>
          <a:p>
            <a:pPr marL="0" marR="0" lvl="0" indent="0" algn="l" rtl="0">
              <a:spcBef>
                <a:spcPts val="0"/>
              </a:spcBef>
              <a:spcAft>
                <a:spcPts val="0"/>
              </a:spcAft>
              <a:buNone/>
            </a:pPr>
            <a:r>
              <a:rPr lang="en-US" altLang="ja-JP" sz="1400" b="1" dirty="0" err="1">
                <a:solidFill>
                  <a:schemeClr val="dk1"/>
                </a:solidFill>
                <a:cs typeface="MS Gothic"/>
                <a:sym typeface="MS Gothic"/>
              </a:rPr>
              <a:t>studentY</a:t>
            </a:r>
            <a:r>
              <a:rPr lang="ja-JP" altLang="en-US" sz="1400" b="1" dirty="0">
                <a:solidFill>
                  <a:schemeClr val="dk1"/>
                </a:solidFill>
                <a:cs typeface="MS Gothic"/>
                <a:sym typeface="MS Gothic"/>
              </a:rPr>
              <a:t>の中身は</a:t>
            </a:r>
            <a:r>
              <a:rPr lang="en-US" altLang="ja-JP" sz="1400" b="1" dirty="0">
                <a:solidFill>
                  <a:schemeClr val="dk1"/>
                </a:solidFill>
                <a:cs typeface="MS Gothic"/>
                <a:sym typeface="MS Gothic"/>
              </a:rPr>
              <a:t>Student@bb696c51</a:t>
            </a:r>
          </a:p>
          <a:p>
            <a:pPr marL="0" marR="0" lvl="0" indent="0" algn="l" rtl="0">
              <a:spcBef>
                <a:spcPts val="0"/>
              </a:spcBef>
              <a:spcAft>
                <a:spcPts val="0"/>
              </a:spcAft>
              <a:buNone/>
            </a:pPr>
            <a:r>
              <a:rPr lang="en-US" altLang="ja-JP" sz="1400" b="1" dirty="0" err="1">
                <a:solidFill>
                  <a:schemeClr val="dk1"/>
                </a:solidFill>
                <a:cs typeface="MS Gothic"/>
                <a:sym typeface="MS Gothic"/>
              </a:rPr>
              <a:t>studentT</a:t>
            </a:r>
            <a:r>
              <a:rPr lang="ja-JP" altLang="en-US" sz="1400" b="1" dirty="0">
                <a:solidFill>
                  <a:schemeClr val="dk1"/>
                </a:solidFill>
                <a:cs typeface="MS Gothic"/>
                <a:sym typeface="MS Gothic"/>
              </a:rPr>
              <a:t>の中身は</a:t>
            </a:r>
            <a:r>
              <a:rPr lang="en-US" altLang="ja-JP" sz="1400" b="1" dirty="0">
                <a:solidFill>
                  <a:schemeClr val="dk1"/>
                </a:solidFill>
                <a:cs typeface="MS Gothic"/>
                <a:sym typeface="MS Gothic"/>
              </a:rPr>
              <a:t>Student@8e4e99ed</a:t>
            </a:r>
          </a:p>
        </p:txBody>
      </p:sp>
      <p:sp>
        <p:nvSpPr>
          <p:cNvPr id="14" name="矢印: 折線 13">
            <a:extLst>
              <a:ext uri="{FF2B5EF4-FFF2-40B4-BE49-F238E27FC236}">
                <a16:creationId xmlns:a16="http://schemas.microsoft.com/office/drawing/2014/main" id="{E86982F9-5E0C-4101-913C-89A2AD9EF352}"/>
              </a:ext>
            </a:extLst>
          </p:cNvPr>
          <p:cNvSpPr/>
          <p:nvPr/>
        </p:nvSpPr>
        <p:spPr>
          <a:xfrm rot="16200000" flipV="1">
            <a:off x="6282858" y="3688842"/>
            <a:ext cx="393585" cy="971897"/>
          </a:xfrm>
          <a:prstGeom prst="bentArrow">
            <a:avLst/>
          </a:prstGeom>
          <a:solidFill>
            <a:srgbClr val="C0000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35528592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2F43DD3-0418-42E8-9D03-3B480F20550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C79983C-D8FC-4693-8551-08AD543141F3}"/>
              </a:ext>
            </a:extLst>
          </p:cNvPr>
          <p:cNvSpPr>
            <a:spLocks noGrp="1"/>
          </p:cNvSpPr>
          <p:nvPr>
            <p:ph type="ctrTitle"/>
          </p:nvPr>
        </p:nvSpPr>
        <p:spPr/>
        <p:txBody>
          <a:bodyPr/>
          <a:lstStyle/>
          <a:p>
            <a:r>
              <a:rPr kumimoji="1" lang="ja-JP" altLang="en-US" dirty="0"/>
              <a:t>フィールドも初期化可能、定数も可能</a:t>
            </a:r>
          </a:p>
        </p:txBody>
      </p:sp>
      <p:sp>
        <p:nvSpPr>
          <p:cNvPr id="4" name="スライド番号プレースホルダー 3">
            <a:extLst>
              <a:ext uri="{FF2B5EF4-FFF2-40B4-BE49-F238E27FC236}">
                <a16:creationId xmlns:a16="http://schemas.microsoft.com/office/drawing/2014/main" id="{856AB935-007C-47FA-829A-800E0CA2AEA3}"/>
              </a:ext>
            </a:extLst>
          </p:cNvPr>
          <p:cNvSpPr>
            <a:spLocks noGrp="1"/>
          </p:cNvSpPr>
          <p:nvPr>
            <p:ph type="sldNum" sz="quarter" idx="4"/>
          </p:nvPr>
        </p:nvSpPr>
        <p:spPr/>
        <p:txBody>
          <a:bodyPr/>
          <a:lstStyle/>
          <a:p>
            <a:fld id="{00000000-1234-1234-1234-123412341234}" type="slidenum">
              <a:rPr lang="en" smtClean="0"/>
              <a:pPr/>
              <a:t>29</a:t>
            </a:fld>
            <a:endParaRPr lang="en" dirty="0">
              <a:latin typeface="+mn-ea"/>
            </a:endParaRPr>
          </a:p>
        </p:txBody>
      </p:sp>
      <p:grpSp>
        <p:nvGrpSpPr>
          <p:cNvPr id="5" name="グループ化 4">
            <a:extLst>
              <a:ext uri="{FF2B5EF4-FFF2-40B4-BE49-F238E27FC236}">
                <a16:creationId xmlns:a16="http://schemas.microsoft.com/office/drawing/2014/main" id="{A44B4048-971D-4173-B9D4-DC3B6BE6B579}"/>
              </a:ext>
            </a:extLst>
          </p:cNvPr>
          <p:cNvGrpSpPr/>
          <p:nvPr/>
        </p:nvGrpSpPr>
        <p:grpSpPr>
          <a:xfrm>
            <a:off x="268873" y="786891"/>
            <a:ext cx="8411576" cy="4075185"/>
            <a:chOff x="268873" y="786891"/>
            <a:chExt cx="8411576" cy="4132541"/>
          </a:xfrm>
        </p:grpSpPr>
        <p:sp>
          <p:nvSpPr>
            <p:cNvPr id="6" name="四角形: 角を丸くする 5">
              <a:extLst>
                <a:ext uri="{FF2B5EF4-FFF2-40B4-BE49-F238E27FC236}">
                  <a16:creationId xmlns:a16="http://schemas.microsoft.com/office/drawing/2014/main" id="{86A4B4B3-72EC-42DF-9192-2E6EA70F2129}"/>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7" name="テキスト ボックス 6">
              <a:extLst>
                <a:ext uri="{FF2B5EF4-FFF2-40B4-BE49-F238E27FC236}">
                  <a16:creationId xmlns:a16="http://schemas.microsoft.com/office/drawing/2014/main" id="{6E402657-7E23-45B6-8B4D-D3962EEEABC8}"/>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8" name="図 7">
              <a:extLst>
                <a:ext uri="{FF2B5EF4-FFF2-40B4-BE49-F238E27FC236}">
                  <a16:creationId xmlns:a16="http://schemas.microsoft.com/office/drawing/2014/main" id="{28E59DE7-F016-4DD7-9C80-3CB25F8A7AC6}"/>
                </a:ext>
              </a:extLst>
            </p:cNvPr>
            <p:cNvPicPr>
              <a:picLocks noChangeAspect="1"/>
            </p:cNvPicPr>
            <p:nvPr/>
          </p:nvPicPr>
          <p:blipFill>
            <a:blip r:embed="rId3"/>
            <a:stretch>
              <a:fillRect/>
            </a:stretch>
          </p:blipFill>
          <p:spPr>
            <a:xfrm>
              <a:off x="268873" y="805343"/>
              <a:ext cx="728929" cy="728929"/>
            </a:xfrm>
            <a:prstGeom prst="rect">
              <a:avLst/>
            </a:prstGeom>
          </p:spPr>
        </p:pic>
        <p:sp>
          <p:nvSpPr>
            <p:cNvPr id="9" name="吹き出し: 円形 8">
              <a:extLst>
                <a:ext uri="{FF2B5EF4-FFF2-40B4-BE49-F238E27FC236}">
                  <a16:creationId xmlns:a16="http://schemas.microsoft.com/office/drawing/2014/main" id="{1A3B0D07-9639-402F-8EC7-806D5CDC95BD}"/>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2" name="テキスト プレースホルダー 7">
            <a:extLst>
              <a:ext uri="{FF2B5EF4-FFF2-40B4-BE49-F238E27FC236}">
                <a16:creationId xmlns:a16="http://schemas.microsoft.com/office/drawing/2014/main" id="{4E6A31DE-7FE5-4684-BE8A-68D488E83B54}"/>
              </a:ext>
            </a:extLst>
          </p:cNvPr>
          <p:cNvSpPr txBox="1">
            <a:spLocks/>
          </p:cNvSpPr>
          <p:nvPr/>
        </p:nvSpPr>
        <p:spPr>
          <a:xfrm>
            <a:off x="462875" y="1357461"/>
            <a:ext cx="8216900" cy="80327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変数は宣言と代入を同時に行う初期化が可能でした。</a:t>
            </a:r>
            <a:r>
              <a:rPr lang="ja-JP" altLang="en-US" b="1" dirty="0">
                <a:solidFill>
                  <a:srgbClr val="C00000"/>
                </a:solidFill>
              </a:rPr>
              <a:t>フィールドでも初期化の書き方が可能</a:t>
            </a:r>
            <a:r>
              <a:rPr lang="ja-JP" altLang="en-US" dirty="0"/>
              <a:t>です。</a:t>
            </a:r>
          </a:p>
          <a:p>
            <a:pPr marL="96838" indent="0">
              <a:buFont typeface="Arial" panose="020B0604020202020204" pitchFamily="34" charset="0"/>
              <a:buNone/>
            </a:pPr>
            <a:r>
              <a:rPr lang="ja-JP" altLang="en-US" dirty="0"/>
              <a:t>また、変数は</a:t>
            </a:r>
            <a:r>
              <a:rPr lang="en-US" altLang="ja-JP" dirty="0"/>
              <a:t>final</a:t>
            </a:r>
            <a:r>
              <a:rPr lang="ja-JP" altLang="en-US" dirty="0"/>
              <a:t>をつけると定数となり、再代入できなくなりました。</a:t>
            </a:r>
            <a:r>
              <a:rPr lang="ja-JP" altLang="en-US" b="1" dirty="0">
                <a:solidFill>
                  <a:srgbClr val="C00000"/>
                </a:solidFill>
              </a:rPr>
              <a:t>フィールドでも</a:t>
            </a:r>
            <a:r>
              <a:rPr lang="en-US" altLang="ja-JP" b="1" dirty="0">
                <a:solidFill>
                  <a:srgbClr val="C00000"/>
                </a:solidFill>
              </a:rPr>
              <a:t>final</a:t>
            </a:r>
            <a:r>
              <a:rPr lang="ja-JP" altLang="en-US" b="1" dirty="0">
                <a:solidFill>
                  <a:srgbClr val="C00000"/>
                </a:solidFill>
              </a:rPr>
              <a:t>をつけると再代入できなくなります</a:t>
            </a:r>
            <a:r>
              <a:rPr lang="en-US" altLang="ja-JP" dirty="0"/>
              <a:t>(</a:t>
            </a:r>
            <a:r>
              <a:rPr lang="ja-JP" altLang="en-US" dirty="0"/>
              <a:t>定数フィールドと呼ぶことがあります</a:t>
            </a:r>
            <a:r>
              <a:rPr lang="en-US" altLang="ja-JP" dirty="0"/>
              <a:t>)</a:t>
            </a:r>
            <a:r>
              <a:rPr lang="ja-JP" altLang="en-US" dirty="0"/>
              <a:t>。</a:t>
            </a:r>
          </a:p>
        </p:txBody>
      </p:sp>
      <p:sp>
        <p:nvSpPr>
          <p:cNvPr id="13" name="テキスト プレースホルダー 4">
            <a:extLst>
              <a:ext uri="{FF2B5EF4-FFF2-40B4-BE49-F238E27FC236}">
                <a16:creationId xmlns:a16="http://schemas.microsoft.com/office/drawing/2014/main" id="{574715EC-AC25-482C-8DEA-D29004264D2B}"/>
              </a:ext>
            </a:extLst>
          </p:cNvPr>
          <p:cNvSpPr txBox="1">
            <a:spLocks/>
          </p:cNvSpPr>
          <p:nvPr/>
        </p:nvSpPr>
        <p:spPr>
          <a:xfrm>
            <a:off x="462876" y="2160740"/>
            <a:ext cx="8098978" cy="2517731"/>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Student {</a:t>
            </a:r>
            <a:br>
              <a:rPr lang="en-US" altLang="ja-JP" dirty="0"/>
            </a:br>
            <a:r>
              <a:rPr lang="en-US" altLang="ja-JP" dirty="0"/>
              <a:t>    String name </a:t>
            </a:r>
            <a:r>
              <a:rPr lang="en-US" altLang="ja-JP" b="1" dirty="0">
                <a:solidFill>
                  <a:srgbClr val="C00000"/>
                </a:solidFill>
              </a:rPr>
              <a:t>= "</a:t>
            </a:r>
            <a:r>
              <a:rPr lang="ja-JP" altLang="en-US" b="1" dirty="0">
                <a:solidFill>
                  <a:srgbClr val="C00000"/>
                </a:solidFill>
              </a:rPr>
              <a:t>サッちゃん</a:t>
            </a:r>
            <a:r>
              <a:rPr lang="en-US" altLang="ja-JP" dirty="0"/>
              <a:t>";   // </a:t>
            </a:r>
            <a:r>
              <a:rPr lang="ja-JP" altLang="en-US" dirty="0"/>
              <a:t>氏名を「サッちゃん」で初期化</a:t>
            </a:r>
            <a:br>
              <a:rPr lang="en-US" altLang="ja-JP" dirty="0"/>
            </a:br>
            <a:r>
              <a:rPr lang="ja-JP" altLang="en-US" dirty="0"/>
              <a:t>    </a:t>
            </a:r>
            <a:r>
              <a:rPr lang="en-US" altLang="ja-JP" b="1" dirty="0">
                <a:solidFill>
                  <a:srgbClr val="C00000"/>
                </a:solidFill>
              </a:rPr>
              <a:t>final</a:t>
            </a:r>
            <a:r>
              <a:rPr lang="en-US" altLang="ja-JP" dirty="0"/>
              <a:t> int </a:t>
            </a:r>
            <a:r>
              <a:rPr lang="en-US" altLang="ja-JP" b="1" dirty="0">
                <a:solidFill>
                  <a:srgbClr val="C00000"/>
                </a:solidFill>
              </a:rPr>
              <a:t>AGE = 5</a:t>
            </a:r>
            <a:r>
              <a:rPr lang="en-US" altLang="ja-JP" dirty="0"/>
              <a:t>;            // </a:t>
            </a:r>
            <a:r>
              <a:rPr lang="ja-JP" altLang="en-US" dirty="0"/>
              <a:t>年齢は「永遠の</a:t>
            </a:r>
            <a:r>
              <a:rPr lang="en-US" altLang="ja-JP" dirty="0"/>
              <a:t>5</a:t>
            </a:r>
            <a:r>
              <a:rPr lang="ja-JP" altLang="en-US" dirty="0"/>
              <a:t>歳」</a:t>
            </a:r>
            <a:br>
              <a:rPr lang="en-US" altLang="ja-JP" dirty="0"/>
            </a:br>
            <a:r>
              <a:rPr lang="en-US" altLang="ja-JP" dirty="0"/>
              <a:t>    // </a:t>
            </a:r>
            <a:r>
              <a:rPr lang="ja-JP" altLang="en-US" dirty="0"/>
              <a:t>自己紹介するメソッド</a:t>
            </a:r>
            <a:br>
              <a:rPr lang="en-US" altLang="ja-JP" dirty="0"/>
            </a:br>
            <a:r>
              <a:rPr lang="ja-JP" altLang="en-US" dirty="0"/>
              <a:t>    </a:t>
            </a:r>
            <a:r>
              <a:rPr lang="en-US" altLang="ja-JP" dirty="0"/>
              <a:t>void introduce() {</a:t>
            </a:r>
            <a:br>
              <a:rPr lang="en-US" altLang="ja-JP" dirty="0"/>
            </a:br>
            <a:r>
              <a:rPr lang="en-US" altLang="ja-JP" dirty="0"/>
              <a:t>        </a:t>
            </a:r>
            <a:r>
              <a:rPr lang="en-US" altLang="ja-JP" dirty="0" err="1"/>
              <a:t>System.out.println</a:t>
            </a:r>
            <a:r>
              <a:rPr lang="en-US" altLang="ja-JP" dirty="0"/>
              <a:t>("</a:t>
            </a:r>
            <a:r>
              <a:rPr lang="ja-JP" altLang="en-US" dirty="0"/>
              <a:t>私は</a:t>
            </a:r>
            <a:r>
              <a:rPr lang="en-US" altLang="ja-JP" dirty="0"/>
              <a:t>" + this.name + "</a:t>
            </a:r>
            <a:r>
              <a:rPr lang="ja-JP" altLang="en-US" dirty="0"/>
              <a:t>と申します</a:t>
            </a:r>
            <a:r>
              <a:rPr lang="en-US" altLang="ja-JP" dirty="0"/>
              <a:t>");</a:t>
            </a:r>
            <a:br>
              <a:rPr lang="en-US" altLang="ja-JP" dirty="0"/>
            </a:br>
            <a:r>
              <a:rPr lang="en-US" altLang="ja-JP" dirty="0"/>
              <a:t>        </a:t>
            </a:r>
            <a:r>
              <a:rPr lang="en-US" altLang="ja-JP" dirty="0" err="1"/>
              <a:t>System.out.println</a:t>
            </a:r>
            <a:r>
              <a:rPr lang="en-US" altLang="ja-JP" dirty="0"/>
              <a:t>(</a:t>
            </a:r>
            <a:r>
              <a:rPr lang="en-US" altLang="ja-JP" dirty="0" err="1"/>
              <a:t>this.AGE</a:t>
            </a:r>
            <a:r>
              <a:rPr lang="en-US" altLang="ja-JP" dirty="0"/>
              <a:t> + "</a:t>
            </a:r>
            <a:r>
              <a:rPr lang="ja-JP" altLang="en-US" dirty="0"/>
              <a:t>歳です</a:t>
            </a:r>
            <a:r>
              <a:rPr lang="en-US" altLang="ja-JP" dirty="0"/>
              <a:t>");</a:t>
            </a:r>
            <a:br>
              <a:rPr lang="en-US" altLang="ja-JP" dirty="0"/>
            </a:br>
            <a:r>
              <a:rPr lang="en-US" altLang="ja-JP" dirty="0"/>
              <a:t>   }</a:t>
            </a:r>
            <a:br>
              <a:rPr lang="en-US" altLang="ja-JP" dirty="0"/>
            </a:br>
            <a:r>
              <a:rPr lang="en-US" altLang="ja-JP" dirty="0"/>
              <a:t>}</a:t>
            </a:r>
            <a:endParaRPr lang="ja-JP" altLang="en-US" dirty="0"/>
          </a:p>
        </p:txBody>
      </p:sp>
    </p:spTree>
    <p:extLst>
      <p:ext uri="{BB962C8B-B14F-4D97-AF65-F5344CB8AC3E}">
        <p14:creationId xmlns:p14="http://schemas.microsoft.com/office/powerpoint/2010/main" val="2379555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962035A-0E7F-4C66-8652-8C3DB9AB4B74}"/>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CC2600F4-4C41-40A4-B127-4C95273C2234}"/>
              </a:ext>
            </a:extLst>
          </p:cNvPr>
          <p:cNvSpPr>
            <a:spLocks noGrp="1"/>
          </p:cNvSpPr>
          <p:nvPr>
            <p:ph type="ctrTitle"/>
          </p:nvPr>
        </p:nvSpPr>
        <p:spPr/>
        <p:txBody>
          <a:bodyPr/>
          <a:lstStyle/>
          <a:p>
            <a:r>
              <a:rPr lang="ja-JP" altLang="en-US" dirty="0"/>
              <a:t>インスタンスとクラス</a:t>
            </a:r>
            <a:r>
              <a:rPr kumimoji="1" lang="ja-JP" altLang="en-US" dirty="0"/>
              <a:t>のまとめ</a:t>
            </a:r>
          </a:p>
        </p:txBody>
      </p:sp>
      <p:sp>
        <p:nvSpPr>
          <p:cNvPr id="4" name="スライド番号プレースホルダー 3">
            <a:extLst>
              <a:ext uri="{FF2B5EF4-FFF2-40B4-BE49-F238E27FC236}">
                <a16:creationId xmlns:a16="http://schemas.microsoft.com/office/drawing/2014/main" id="{92AD4B0F-7A36-4228-8DE5-B91FBCD3E5D1}"/>
              </a:ext>
            </a:extLst>
          </p:cNvPr>
          <p:cNvSpPr>
            <a:spLocks noGrp="1"/>
          </p:cNvSpPr>
          <p:nvPr>
            <p:ph type="sldNum" sz="quarter" idx="4"/>
          </p:nvPr>
        </p:nvSpPr>
        <p:spPr/>
        <p:txBody>
          <a:bodyPr/>
          <a:lstStyle/>
          <a:p>
            <a:fld id="{00000000-1234-1234-1234-123412341234}" type="slidenum">
              <a:rPr lang="en" smtClean="0"/>
              <a:pPr/>
              <a:t>30</a:t>
            </a:fld>
            <a:endParaRPr lang="en" dirty="0"/>
          </a:p>
        </p:txBody>
      </p:sp>
      <p:sp>
        <p:nvSpPr>
          <p:cNvPr id="5" name="テキスト プレースホルダー 4">
            <a:extLst>
              <a:ext uri="{FF2B5EF4-FFF2-40B4-BE49-F238E27FC236}">
                <a16:creationId xmlns:a16="http://schemas.microsoft.com/office/drawing/2014/main" id="{B8045AC5-6FD9-48E8-8FFD-CD130F3B1311}"/>
              </a:ext>
            </a:extLst>
          </p:cNvPr>
          <p:cNvSpPr>
            <a:spLocks noGrp="1"/>
          </p:cNvSpPr>
          <p:nvPr>
            <p:ph type="body" sz="quarter" idx="14"/>
          </p:nvPr>
        </p:nvSpPr>
        <p:spPr/>
        <p:txBody>
          <a:bodyPr/>
          <a:lstStyle/>
          <a:p>
            <a:r>
              <a:rPr kumimoji="1" lang="ja-JP" altLang="en-US" dirty="0"/>
              <a:t>インスタンスとクラスの違いは？</a:t>
            </a:r>
            <a:endParaRPr kumimoji="1" lang="en-US" altLang="ja-JP" dirty="0"/>
          </a:p>
          <a:p>
            <a:pPr marL="452438" lvl="1" indent="0">
              <a:buNone/>
            </a:pPr>
            <a:endParaRPr kumimoji="1" lang="en-US" altLang="ja-JP" dirty="0"/>
          </a:p>
          <a:p>
            <a:r>
              <a:rPr lang="ja-JP" altLang="en-US" dirty="0"/>
              <a:t>クラスの中に書けるものは何と何？</a:t>
            </a:r>
            <a:endParaRPr lang="en-US" altLang="ja-JP" dirty="0"/>
          </a:p>
          <a:p>
            <a:endParaRPr lang="en-US" altLang="ja-JP" dirty="0"/>
          </a:p>
          <a:p>
            <a:r>
              <a:rPr lang="ja-JP" altLang="en-US" dirty="0"/>
              <a:t>自分自身のインスタンスを表す書き方は？</a:t>
            </a:r>
            <a:endParaRPr lang="en-US" altLang="ja-JP" dirty="0"/>
          </a:p>
          <a:p>
            <a:endParaRPr lang="en-US" altLang="ja-JP" dirty="0"/>
          </a:p>
          <a:p>
            <a:r>
              <a:rPr lang="ja-JP" altLang="en-US" dirty="0"/>
              <a:t>インスタンスを作成して変数に代入する書き方は？</a:t>
            </a:r>
            <a:endParaRPr lang="en-US" altLang="ja-JP" dirty="0"/>
          </a:p>
          <a:p>
            <a:endParaRPr lang="en-US" altLang="ja-JP" dirty="0"/>
          </a:p>
          <a:p>
            <a:r>
              <a:rPr lang="ja-JP" altLang="en-US" dirty="0"/>
              <a:t>クラスの外からフィールドを使う</a:t>
            </a:r>
            <a:r>
              <a:rPr lang="en-US" altLang="ja-JP" dirty="0"/>
              <a:t>(</a:t>
            </a:r>
            <a:r>
              <a:rPr lang="ja-JP" altLang="en-US" dirty="0"/>
              <a:t>代入や参照して</a:t>
            </a:r>
            <a:r>
              <a:rPr lang="en-US" altLang="ja-JP" dirty="0"/>
              <a:t>)</a:t>
            </a:r>
            <a:r>
              <a:rPr lang="ja-JP" altLang="en-US" dirty="0"/>
              <a:t>ときの書き方は？</a:t>
            </a:r>
          </a:p>
          <a:p>
            <a:endParaRPr lang="en-US" altLang="ja-JP" dirty="0"/>
          </a:p>
          <a:p>
            <a:r>
              <a:rPr lang="ja-JP" altLang="en-US" dirty="0"/>
              <a:t>クラスの外からメソッドを呼び出すときの書き方は？</a:t>
            </a:r>
            <a:endParaRPr lang="en-US" altLang="ja-JP" dirty="0"/>
          </a:p>
          <a:p>
            <a:endParaRPr lang="en-US" altLang="ja-JP" dirty="0"/>
          </a:p>
          <a:p>
            <a:r>
              <a:rPr lang="ja-JP" altLang="en-US" dirty="0"/>
              <a:t>定数フィールドを書く時の書き方は？</a:t>
            </a:r>
          </a:p>
          <a:p>
            <a:endParaRPr lang="en-US" altLang="ja-JP" dirty="0"/>
          </a:p>
        </p:txBody>
      </p:sp>
    </p:spTree>
    <p:extLst>
      <p:ext uri="{BB962C8B-B14F-4D97-AF65-F5344CB8AC3E}">
        <p14:creationId xmlns:p14="http://schemas.microsoft.com/office/powerpoint/2010/main" val="1398339670"/>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3175">
          <a:solidFill>
            <a:schemeClr val="tx1"/>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2340</TotalTime>
  <Words>4108</Words>
  <Application>Microsoft Office PowerPoint</Application>
  <PresentationFormat>画面に合わせる (16:9)</PresentationFormat>
  <Paragraphs>362</Paragraphs>
  <Slides>31</Slides>
  <Notes>2</Notes>
  <HiddenSlides>1</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31</vt:i4>
      </vt:variant>
    </vt:vector>
  </HeadingPairs>
  <TitlesOfParts>
    <vt:vector size="41" baseType="lpstr">
      <vt:lpstr>BIZ UDゴシック</vt:lpstr>
      <vt:lpstr>MyricaM M</vt:lpstr>
      <vt:lpstr>Gill Sans Ultra Bold</vt:lpstr>
      <vt:lpstr>MS Gothic</vt:lpstr>
      <vt:lpstr>Arial</vt:lpstr>
      <vt:lpstr>Montserrat</vt:lpstr>
      <vt:lpstr>Quattrocento Sans</vt:lpstr>
      <vt:lpstr>HGP創英角ﾎﾟｯﾌﾟ体</vt:lpstr>
      <vt:lpstr>游ゴシック</vt:lpstr>
      <vt:lpstr>template</vt:lpstr>
      <vt:lpstr>改訂履歴</vt:lpstr>
      <vt:lpstr>インスタンス とクラス</vt:lpstr>
      <vt:lpstr>テキストの ゴール</vt:lpstr>
      <vt:lpstr>テキストの 流れ</vt:lpstr>
      <vt:lpstr>オブジェクト指向とは</vt:lpstr>
      <vt:lpstr>想像してみましょう</vt:lpstr>
      <vt:lpstr>インスタンスを作るにあたり</vt:lpstr>
      <vt:lpstr>クラスを作成する</vt:lpstr>
      <vt:lpstr>受講生の雛型を作る</vt:lpstr>
      <vt:lpstr>受講生の雛型を作る</vt:lpstr>
      <vt:lpstr>受講生の雛型を作る</vt:lpstr>
      <vt:lpstr>変数とフィールド</vt:lpstr>
      <vt:lpstr>受講生の雛型を作る</vt:lpstr>
      <vt:lpstr>this</vt:lpstr>
      <vt:lpstr>命名のルール</vt:lpstr>
      <vt:lpstr>コンパイルと実行してみると</vt:lpstr>
      <vt:lpstr>インスタンスの利用</vt:lpstr>
      <vt:lpstr>インスタンスの利用</vt:lpstr>
      <vt:lpstr>インスタンスの利用</vt:lpstr>
      <vt:lpstr>インスタンスの利用</vt:lpstr>
      <vt:lpstr>クラスとインスタンスの関係</vt:lpstr>
      <vt:lpstr>インスタンスの利用</vt:lpstr>
      <vt:lpstr>インスタンスの利用</vt:lpstr>
      <vt:lpstr>コンパイルと実行してみると</vt:lpstr>
      <vt:lpstr>インスタンスの利用</vt:lpstr>
      <vt:lpstr>コンパイルと実行してみると</vt:lpstr>
      <vt:lpstr>クラスの外からフィールドを表示する</vt:lpstr>
      <vt:lpstr>コンパイルと実行してみると</vt:lpstr>
      <vt:lpstr>インスタンスの入った変数を表示すると</vt:lpstr>
      <vt:lpstr>フィールドも初期化可能、定数も可能</vt:lpstr>
      <vt:lpstr>インスタンスとクラスのまとめ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26</cp:revision>
  <dcterms:created xsi:type="dcterms:W3CDTF">2020-11-26T07:05:51Z</dcterms:created>
  <dcterms:modified xsi:type="dcterms:W3CDTF">2025-03-19T07:52:26Z</dcterms:modified>
</cp:coreProperties>
</file>