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36"/>
  </p:notesMasterIdLst>
  <p:handoutMasterIdLst>
    <p:handoutMasterId r:id="rId37"/>
  </p:handoutMasterIdLst>
  <p:sldIdLst>
    <p:sldId id="395" r:id="rId2"/>
    <p:sldId id="256" r:id="rId3"/>
    <p:sldId id="360" r:id="rId4"/>
    <p:sldId id="361" r:id="rId5"/>
    <p:sldId id="363" r:id="rId6"/>
    <p:sldId id="364" r:id="rId7"/>
    <p:sldId id="389" r:id="rId8"/>
    <p:sldId id="365" r:id="rId9"/>
    <p:sldId id="366" r:id="rId10"/>
    <p:sldId id="367" r:id="rId11"/>
    <p:sldId id="388" r:id="rId12"/>
    <p:sldId id="369" r:id="rId13"/>
    <p:sldId id="370" r:id="rId14"/>
    <p:sldId id="391" r:id="rId15"/>
    <p:sldId id="371" r:id="rId16"/>
    <p:sldId id="372" r:id="rId17"/>
    <p:sldId id="373" r:id="rId18"/>
    <p:sldId id="374" r:id="rId19"/>
    <p:sldId id="392" r:id="rId20"/>
    <p:sldId id="375" r:id="rId21"/>
    <p:sldId id="376" r:id="rId22"/>
    <p:sldId id="377" r:id="rId23"/>
    <p:sldId id="378" r:id="rId24"/>
    <p:sldId id="379" r:id="rId25"/>
    <p:sldId id="393" r:id="rId26"/>
    <p:sldId id="380" r:id="rId27"/>
    <p:sldId id="381" r:id="rId28"/>
    <p:sldId id="382" r:id="rId29"/>
    <p:sldId id="394" r:id="rId30"/>
    <p:sldId id="383" r:id="rId31"/>
    <p:sldId id="384" r:id="rId32"/>
    <p:sldId id="385" r:id="rId33"/>
    <p:sldId id="386" r:id="rId34"/>
    <p:sldId id="387" r:id="rId35"/>
  </p:sldIdLst>
  <p:sldSz cx="9144000" cy="5143500" type="screen16x9"/>
  <p:notesSz cx="6858000" cy="9144000"/>
  <p:embeddedFontLst>
    <p:embeddedFont>
      <p:font typeface="MyricaM M" panose="020B0600070205080204" charset="-128"/>
      <p:regular r:id="rId38"/>
    </p:embeddedFont>
    <p:embeddedFont>
      <p:font typeface="Meiryo" panose="020B0604030504040204" pitchFamily="50" charset="-128"/>
      <p:regular r:id="rId39"/>
      <p:bold r:id="rId40"/>
      <p:italic r:id="rId41"/>
      <p:boldItalic r:id="rId42"/>
    </p:embeddedFont>
    <p:embeddedFont>
      <p:font typeface="BIZ UDゴシック" panose="020B0400000000000000" pitchFamily="49" charset="-128"/>
      <p:regular r:id="rId43"/>
      <p:bold r:id="rId44"/>
    </p:embeddedFont>
    <p:embeddedFont>
      <p:font typeface="Gill Sans Ultra Bold" panose="020B0A02020104020203" pitchFamily="34" charset="0"/>
      <p:regular r:id="rId45"/>
    </p:embeddedFont>
    <p:embeddedFont>
      <p:font typeface="Montserrat" panose="00000500000000000000" pitchFamily="2" charset="0"/>
      <p:regular r:id="rId46"/>
      <p:bold r:id="rId47"/>
      <p:italic r:id="rId48"/>
      <p:boldItalic r:id="rId49"/>
    </p:embeddedFont>
    <p:embeddedFont>
      <p:font typeface="Noto Sans Symbols" panose="020B0600070205080204" charset="0"/>
      <p:regular r:id="rId50"/>
      <p:bold r:id="rId51"/>
    </p:embeddedFont>
    <p:embeddedFont>
      <p:font typeface="游ゴシック" panose="020B0400000000000000" pitchFamily="50" charset="-128"/>
      <p:regular r:id="rId52"/>
      <p:bold r:id="rId5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49" autoAdjust="0"/>
    <p:restoredTop sz="95728" autoAdjust="0"/>
  </p:normalViewPr>
  <p:slideViewPr>
    <p:cSldViewPr snapToGrid="0">
      <p:cViewPr varScale="1">
        <p:scale>
          <a:sx n="104" d="100"/>
          <a:sy n="104" d="100"/>
        </p:scale>
        <p:origin x="552"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f68c5fd9-22d5-4c0a-9833-7fb0f5135313" providerId="ADAL" clId="{EAFC727E-4CD3-40C3-8CD8-8A123E962F00}"/>
    <pc:docChg chg="undo custSel addSld delSld modSld">
      <pc:chgData name="鈴木 秀規" userId="f68c5fd9-22d5-4c0a-9833-7fb0f5135313" providerId="ADAL" clId="{EAFC727E-4CD3-40C3-8CD8-8A123E962F00}" dt="2021-02-01T05:47:30.734" v="1035" actId="20577"/>
      <pc:docMkLst>
        <pc:docMk/>
      </pc:docMkLst>
      <pc:sldChg chg="modSp mod">
        <pc:chgData name="鈴木 秀規" userId="f68c5fd9-22d5-4c0a-9833-7fb0f5135313" providerId="ADAL" clId="{EAFC727E-4CD3-40C3-8CD8-8A123E962F00}" dt="2021-01-28T06:38:56.624" v="1" actId="20577"/>
        <pc:sldMkLst>
          <pc:docMk/>
          <pc:sldMk cId="0" sldId="256"/>
        </pc:sldMkLst>
        <pc:spChg chg="mod">
          <ac:chgData name="鈴木 秀規" userId="f68c5fd9-22d5-4c0a-9833-7fb0f5135313" providerId="ADAL" clId="{EAFC727E-4CD3-40C3-8CD8-8A123E962F00}" dt="2021-01-28T06:38:56.624" v="1" actId="20577"/>
          <ac:spMkLst>
            <pc:docMk/>
            <pc:sldMk cId="0" sldId="256"/>
            <ac:spMk id="56" creationId="{00000000-0000-0000-0000-000000000000}"/>
          </ac:spMkLst>
        </pc:spChg>
      </pc:sldChg>
      <pc:sldChg chg="modSp mod">
        <pc:chgData name="鈴木 秀規" userId="f68c5fd9-22d5-4c0a-9833-7fb0f5135313" providerId="ADAL" clId="{EAFC727E-4CD3-40C3-8CD8-8A123E962F00}" dt="2021-02-01T05:47:30.734" v="1035" actId="20577"/>
        <pc:sldMkLst>
          <pc:docMk/>
          <pc:sldMk cId="1668843990" sldId="360"/>
        </pc:sldMkLst>
        <pc:spChg chg="mod">
          <ac:chgData name="鈴木 秀規" userId="f68c5fd9-22d5-4c0a-9833-7fb0f5135313" providerId="ADAL" clId="{EAFC727E-4CD3-40C3-8CD8-8A123E962F00}" dt="2021-02-01T05:47:30.734" v="1035" actId="20577"/>
          <ac:spMkLst>
            <pc:docMk/>
            <pc:sldMk cId="1668843990" sldId="360"/>
            <ac:spMk id="9" creationId="{A4832727-EA7F-44D6-A9F2-E4AE0246960A}"/>
          </ac:spMkLst>
        </pc:spChg>
      </pc:sldChg>
      <pc:sldChg chg="modSp mod">
        <pc:chgData name="鈴木 秀規" userId="f68c5fd9-22d5-4c0a-9833-7fb0f5135313" providerId="ADAL" clId="{EAFC727E-4CD3-40C3-8CD8-8A123E962F00}" dt="2021-02-01T05:44:35.767" v="770" actId="20577"/>
        <pc:sldMkLst>
          <pc:docMk/>
          <pc:sldMk cId="267129399" sldId="361"/>
        </pc:sldMkLst>
        <pc:spChg chg="mod">
          <ac:chgData name="鈴木 秀規" userId="f68c5fd9-22d5-4c0a-9833-7fb0f5135313" providerId="ADAL" clId="{EAFC727E-4CD3-40C3-8CD8-8A123E962F00}" dt="2021-02-01T05:44:35.767" v="770" actId="20577"/>
          <ac:spMkLst>
            <pc:docMk/>
            <pc:sldMk cId="267129399" sldId="361"/>
            <ac:spMk id="6" creationId="{D0F3BEAC-A5EA-4EE4-95C7-0AEC1107FD29}"/>
          </ac:spMkLst>
        </pc:spChg>
      </pc:sldChg>
      <pc:sldChg chg="modSp mod">
        <pc:chgData name="鈴木 秀規" userId="f68c5fd9-22d5-4c0a-9833-7fb0f5135313" providerId="ADAL" clId="{EAFC727E-4CD3-40C3-8CD8-8A123E962F00}" dt="2021-01-28T06:39:37.803" v="8" actId="207"/>
        <pc:sldMkLst>
          <pc:docMk/>
          <pc:sldMk cId="2397736379" sldId="363"/>
        </pc:sldMkLst>
        <pc:spChg chg="mod">
          <ac:chgData name="鈴木 秀規" userId="f68c5fd9-22d5-4c0a-9833-7fb0f5135313" providerId="ADAL" clId="{EAFC727E-4CD3-40C3-8CD8-8A123E962F00}" dt="2021-01-28T06:39:14.576" v="3"/>
          <ac:spMkLst>
            <pc:docMk/>
            <pc:sldMk cId="2397736379" sldId="363"/>
            <ac:spMk id="7" creationId="{9630AD22-E64D-4A96-B059-2AF9F6580C25}"/>
          </ac:spMkLst>
        </pc:spChg>
        <pc:spChg chg="mod">
          <ac:chgData name="鈴木 秀規" userId="f68c5fd9-22d5-4c0a-9833-7fb0f5135313" providerId="ADAL" clId="{EAFC727E-4CD3-40C3-8CD8-8A123E962F00}" dt="2021-01-28T06:39:37.803" v="8" actId="207"/>
          <ac:spMkLst>
            <pc:docMk/>
            <pc:sldMk cId="2397736379" sldId="363"/>
            <ac:spMk id="8" creationId="{787CF02A-01AB-4517-BA3E-25572FA82648}"/>
          </ac:spMkLst>
        </pc:spChg>
      </pc:sldChg>
      <pc:sldChg chg="addSp delSp modSp new mod modClrScheme chgLayout">
        <pc:chgData name="鈴木 秀規" userId="f68c5fd9-22d5-4c0a-9833-7fb0f5135313" providerId="ADAL" clId="{EAFC727E-4CD3-40C3-8CD8-8A123E962F00}" dt="2021-01-28T06:40:35.302" v="20"/>
        <pc:sldMkLst>
          <pc:docMk/>
          <pc:sldMk cId="1569798501" sldId="364"/>
        </pc:sldMkLst>
        <pc:spChg chg="mod ord">
          <ac:chgData name="鈴木 秀規" userId="f68c5fd9-22d5-4c0a-9833-7fb0f5135313" providerId="ADAL" clId="{EAFC727E-4CD3-40C3-8CD8-8A123E962F00}" dt="2021-01-28T06:39:55.435" v="10" actId="700"/>
          <ac:spMkLst>
            <pc:docMk/>
            <pc:sldMk cId="1569798501" sldId="364"/>
            <ac:spMk id="2" creationId="{A6E296EB-6A74-436C-AA51-F0A0267FDCD1}"/>
          </ac:spMkLst>
        </pc:spChg>
        <pc:spChg chg="del mod ord">
          <ac:chgData name="鈴木 秀規" userId="f68c5fd9-22d5-4c0a-9833-7fb0f5135313" providerId="ADAL" clId="{EAFC727E-4CD3-40C3-8CD8-8A123E962F00}" dt="2021-01-28T06:39:55.435" v="10" actId="700"/>
          <ac:spMkLst>
            <pc:docMk/>
            <pc:sldMk cId="1569798501" sldId="364"/>
            <ac:spMk id="3" creationId="{06F551CD-224B-46BB-94A9-A90A79058908}"/>
          </ac:spMkLst>
        </pc:spChg>
        <pc:spChg chg="mod ord">
          <ac:chgData name="鈴木 秀規" userId="f68c5fd9-22d5-4c0a-9833-7fb0f5135313" providerId="ADAL" clId="{EAFC727E-4CD3-40C3-8CD8-8A123E962F00}" dt="2021-01-28T06:39:55.435" v="10" actId="700"/>
          <ac:spMkLst>
            <pc:docMk/>
            <pc:sldMk cId="1569798501" sldId="364"/>
            <ac:spMk id="4" creationId="{D01CC6AB-BC7A-45A0-BCD5-DDDD3219BE60}"/>
          </ac:spMkLst>
        </pc:spChg>
        <pc:spChg chg="del">
          <ac:chgData name="鈴木 秀規" userId="f68c5fd9-22d5-4c0a-9833-7fb0f5135313" providerId="ADAL" clId="{EAFC727E-4CD3-40C3-8CD8-8A123E962F00}" dt="2021-01-28T06:39:55.435" v="10" actId="700"/>
          <ac:spMkLst>
            <pc:docMk/>
            <pc:sldMk cId="1569798501" sldId="364"/>
            <ac:spMk id="5" creationId="{81F4A8B9-C1FC-4E7B-B40F-2F408D60F0CD}"/>
          </ac:spMkLst>
        </pc:spChg>
        <pc:spChg chg="add mod ord">
          <ac:chgData name="鈴木 秀規" userId="f68c5fd9-22d5-4c0a-9833-7fb0f5135313" providerId="ADAL" clId="{EAFC727E-4CD3-40C3-8CD8-8A123E962F00}" dt="2021-01-28T06:40:35.302" v="20"/>
          <ac:spMkLst>
            <pc:docMk/>
            <pc:sldMk cId="1569798501" sldId="364"/>
            <ac:spMk id="6" creationId="{16E03D75-1670-45C8-9ED3-B7523762843B}"/>
          </ac:spMkLst>
        </pc:spChg>
        <pc:spChg chg="add mod">
          <ac:chgData name="鈴木 秀規" userId="f68c5fd9-22d5-4c0a-9833-7fb0f5135313" providerId="ADAL" clId="{EAFC727E-4CD3-40C3-8CD8-8A123E962F00}" dt="2021-01-28T06:40:30.334" v="19" actId="2711"/>
          <ac:spMkLst>
            <pc:docMk/>
            <pc:sldMk cId="1569798501" sldId="364"/>
            <ac:spMk id="7" creationId="{3B501CD4-2753-494E-8983-0621020CB541}"/>
          </ac:spMkLst>
        </pc:spChg>
      </pc:sldChg>
      <pc:sldChg chg="del">
        <pc:chgData name="鈴木 秀規" userId="f68c5fd9-22d5-4c0a-9833-7fb0f5135313" providerId="ADAL" clId="{EAFC727E-4CD3-40C3-8CD8-8A123E962F00}" dt="2021-01-28T06:39:06.103" v="2" actId="2696"/>
        <pc:sldMkLst>
          <pc:docMk/>
          <pc:sldMk cId="2018664081" sldId="364"/>
        </pc:sldMkLst>
      </pc:sldChg>
      <pc:sldChg chg="del">
        <pc:chgData name="鈴木 秀規" userId="f68c5fd9-22d5-4c0a-9833-7fb0f5135313" providerId="ADAL" clId="{EAFC727E-4CD3-40C3-8CD8-8A123E962F00}" dt="2021-01-28T06:39:06.103" v="2" actId="2696"/>
        <pc:sldMkLst>
          <pc:docMk/>
          <pc:sldMk cId="2019205359" sldId="365"/>
        </pc:sldMkLst>
      </pc:sldChg>
      <pc:sldChg chg="addSp modSp new mod modClrScheme chgLayout">
        <pc:chgData name="鈴木 秀規" userId="f68c5fd9-22d5-4c0a-9833-7fb0f5135313" providerId="ADAL" clId="{EAFC727E-4CD3-40C3-8CD8-8A123E962F00}" dt="2021-01-28T06:41:42.905" v="37" actId="1582"/>
        <pc:sldMkLst>
          <pc:docMk/>
          <pc:sldMk cId="2650579179" sldId="365"/>
        </pc:sldMkLst>
        <pc:spChg chg="mod ord">
          <ac:chgData name="鈴木 秀規" userId="f68c5fd9-22d5-4c0a-9833-7fb0f5135313" providerId="ADAL" clId="{EAFC727E-4CD3-40C3-8CD8-8A123E962F00}" dt="2021-01-28T06:40:58.348" v="23" actId="700"/>
          <ac:spMkLst>
            <pc:docMk/>
            <pc:sldMk cId="2650579179" sldId="365"/>
            <ac:spMk id="2" creationId="{72B51A43-B466-4A78-BB56-E1A87D583F5B}"/>
          </ac:spMkLst>
        </pc:spChg>
        <pc:spChg chg="mod ord">
          <ac:chgData name="鈴木 秀規" userId="f68c5fd9-22d5-4c0a-9833-7fb0f5135313" providerId="ADAL" clId="{EAFC727E-4CD3-40C3-8CD8-8A123E962F00}" dt="2021-01-28T06:40:58.348" v="23" actId="700"/>
          <ac:spMkLst>
            <pc:docMk/>
            <pc:sldMk cId="2650579179" sldId="365"/>
            <ac:spMk id="3" creationId="{41F387BA-ACC9-4735-A0D6-638EFC53BE19}"/>
          </ac:spMkLst>
        </pc:spChg>
        <pc:spChg chg="mod ord">
          <ac:chgData name="鈴木 秀規" userId="f68c5fd9-22d5-4c0a-9833-7fb0f5135313" providerId="ADAL" clId="{EAFC727E-4CD3-40C3-8CD8-8A123E962F00}" dt="2021-01-28T06:40:58.348" v="23" actId="700"/>
          <ac:spMkLst>
            <pc:docMk/>
            <pc:sldMk cId="2650579179" sldId="365"/>
            <ac:spMk id="4" creationId="{D0102206-43D0-480E-A2A4-53F9B19DF3C5}"/>
          </ac:spMkLst>
        </pc:spChg>
        <pc:spChg chg="add mod ord">
          <ac:chgData name="鈴木 秀規" userId="f68c5fd9-22d5-4c0a-9833-7fb0f5135313" providerId="ADAL" clId="{EAFC727E-4CD3-40C3-8CD8-8A123E962F00}" dt="2021-01-28T06:41:08.768" v="26" actId="14100"/>
          <ac:spMkLst>
            <pc:docMk/>
            <pc:sldMk cId="2650579179" sldId="365"/>
            <ac:spMk id="5" creationId="{8D2C2731-ECC3-4CCC-9EDE-48D66F8F69A3}"/>
          </ac:spMkLst>
        </pc:spChg>
        <pc:spChg chg="add mod">
          <ac:chgData name="鈴木 秀規" userId="f68c5fd9-22d5-4c0a-9833-7fb0f5135313" providerId="ADAL" clId="{EAFC727E-4CD3-40C3-8CD8-8A123E962F00}" dt="2021-01-28T06:41:42.905" v="37" actId="1582"/>
          <ac:spMkLst>
            <pc:docMk/>
            <pc:sldMk cId="2650579179" sldId="365"/>
            <ac:spMk id="6" creationId="{E886225D-20A6-4EDD-84AC-D7CF91865025}"/>
          </ac:spMkLst>
        </pc:spChg>
        <pc:spChg chg="add mod">
          <ac:chgData name="鈴木 秀規" userId="f68c5fd9-22d5-4c0a-9833-7fb0f5135313" providerId="ADAL" clId="{EAFC727E-4CD3-40C3-8CD8-8A123E962F00}" dt="2021-01-28T06:41:42.905" v="37" actId="1582"/>
          <ac:spMkLst>
            <pc:docMk/>
            <pc:sldMk cId="2650579179" sldId="365"/>
            <ac:spMk id="7" creationId="{08F39332-42D5-4D09-94D1-0A51C7C59A2C}"/>
          </ac:spMkLst>
        </pc:spChg>
      </pc:sldChg>
      <pc:sldChg chg="del">
        <pc:chgData name="鈴木 秀規" userId="f68c5fd9-22d5-4c0a-9833-7fb0f5135313" providerId="ADAL" clId="{EAFC727E-4CD3-40C3-8CD8-8A123E962F00}" dt="2021-01-28T06:39:06.103" v="2" actId="2696"/>
        <pc:sldMkLst>
          <pc:docMk/>
          <pc:sldMk cId="1083425996" sldId="366"/>
        </pc:sldMkLst>
      </pc:sldChg>
      <pc:sldChg chg="addSp modSp new mod">
        <pc:chgData name="鈴木 秀規" userId="f68c5fd9-22d5-4c0a-9833-7fb0f5135313" providerId="ADAL" clId="{EAFC727E-4CD3-40C3-8CD8-8A123E962F00}" dt="2021-01-28T06:43:06.211" v="46" actId="1076"/>
        <pc:sldMkLst>
          <pc:docMk/>
          <pc:sldMk cId="4158048141" sldId="366"/>
        </pc:sldMkLst>
        <pc:spChg chg="mod">
          <ac:chgData name="鈴木 秀規" userId="f68c5fd9-22d5-4c0a-9833-7fb0f5135313" providerId="ADAL" clId="{EAFC727E-4CD3-40C3-8CD8-8A123E962F00}" dt="2021-01-28T06:42:27.440" v="39"/>
          <ac:spMkLst>
            <pc:docMk/>
            <pc:sldMk cId="4158048141" sldId="366"/>
            <ac:spMk id="3" creationId="{B812278C-8A67-4537-ABE9-E704FE24DD97}"/>
          </ac:spMkLst>
        </pc:spChg>
        <pc:spChg chg="mod">
          <ac:chgData name="鈴木 秀規" userId="f68c5fd9-22d5-4c0a-9833-7fb0f5135313" providerId="ADAL" clId="{EAFC727E-4CD3-40C3-8CD8-8A123E962F00}" dt="2021-01-28T06:42:43.686" v="41"/>
          <ac:spMkLst>
            <pc:docMk/>
            <pc:sldMk cId="4158048141" sldId="366"/>
            <ac:spMk id="5" creationId="{49D81B4B-139A-42A4-829C-7C11B45F40AB}"/>
          </ac:spMkLst>
        </pc:spChg>
        <pc:spChg chg="add mod">
          <ac:chgData name="鈴木 秀規" userId="f68c5fd9-22d5-4c0a-9833-7fb0f5135313" providerId="ADAL" clId="{EAFC727E-4CD3-40C3-8CD8-8A123E962F00}" dt="2021-01-28T06:43:06.211" v="46" actId="1076"/>
          <ac:spMkLst>
            <pc:docMk/>
            <pc:sldMk cId="4158048141" sldId="366"/>
            <ac:spMk id="6" creationId="{ED90B0C2-7DAB-4D79-8484-BBA053383A42}"/>
          </ac:spMkLst>
        </pc:spChg>
      </pc:sldChg>
      <pc:sldChg chg="del">
        <pc:chgData name="鈴木 秀規" userId="f68c5fd9-22d5-4c0a-9833-7fb0f5135313" providerId="ADAL" clId="{EAFC727E-4CD3-40C3-8CD8-8A123E962F00}" dt="2021-01-28T06:39:06.103" v="2" actId="2696"/>
        <pc:sldMkLst>
          <pc:docMk/>
          <pc:sldMk cId="2277428888" sldId="367"/>
        </pc:sldMkLst>
      </pc:sldChg>
      <pc:sldChg chg="addSp modSp new mod">
        <pc:chgData name="鈴木 秀規" userId="f68c5fd9-22d5-4c0a-9833-7fb0f5135313" providerId="ADAL" clId="{EAFC727E-4CD3-40C3-8CD8-8A123E962F00}" dt="2021-01-28T06:44:56.008" v="90" actId="1036"/>
        <pc:sldMkLst>
          <pc:docMk/>
          <pc:sldMk cId="3515965440" sldId="367"/>
        </pc:sldMkLst>
        <pc:spChg chg="mod">
          <ac:chgData name="鈴木 秀規" userId="f68c5fd9-22d5-4c0a-9833-7fb0f5135313" providerId="ADAL" clId="{EAFC727E-4CD3-40C3-8CD8-8A123E962F00}" dt="2021-01-28T06:43:37.425" v="48"/>
          <ac:spMkLst>
            <pc:docMk/>
            <pc:sldMk cId="3515965440" sldId="367"/>
            <ac:spMk id="3" creationId="{D0C67C6E-B7FC-4447-A018-279430C35CA0}"/>
          </ac:spMkLst>
        </pc:spChg>
        <pc:spChg chg="mod">
          <ac:chgData name="鈴木 秀規" userId="f68c5fd9-22d5-4c0a-9833-7fb0f5135313" providerId="ADAL" clId="{EAFC727E-4CD3-40C3-8CD8-8A123E962F00}" dt="2021-01-28T06:43:55.559" v="51" actId="14100"/>
          <ac:spMkLst>
            <pc:docMk/>
            <pc:sldMk cId="3515965440" sldId="367"/>
            <ac:spMk id="5" creationId="{E819FB6C-A0CC-480C-A6C4-F82BEA3A70C9}"/>
          </ac:spMkLst>
        </pc:spChg>
        <pc:spChg chg="add mod">
          <ac:chgData name="鈴木 秀規" userId="f68c5fd9-22d5-4c0a-9833-7fb0f5135313" providerId="ADAL" clId="{EAFC727E-4CD3-40C3-8CD8-8A123E962F00}" dt="2021-01-28T06:44:56.008" v="90" actId="1036"/>
          <ac:spMkLst>
            <pc:docMk/>
            <pc:sldMk cId="3515965440" sldId="367"/>
            <ac:spMk id="6" creationId="{ECF81CEB-7D37-412A-BCF5-C05663053067}"/>
          </ac:spMkLst>
        </pc:spChg>
      </pc:sldChg>
      <pc:sldChg chg="del">
        <pc:chgData name="鈴木 秀規" userId="f68c5fd9-22d5-4c0a-9833-7fb0f5135313" providerId="ADAL" clId="{EAFC727E-4CD3-40C3-8CD8-8A123E962F00}" dt="2021-01-28T06:39:06.103" v="2" actId="2696"/>
        <pc:sldMkLst>
          <pc:docMk/>
          <pc:sldMk cId="368796728" sldId="368"/>
        </pc:sldMkLst>
      </pc:sldChg>
      <pc:sldChg chg="modSp new mod">
        <pc:chgData name="鈴木 秀規" userId="f68c5fd9-22d5-4c0a-9833-7fb0f5135313" providerId="ADAL" clId="{EAFC727E-4CD3-40C3-8CD8-8A123E962F00}" dt="2021-01-28T06:45:57.650" v="102" actId="20577"/>
        <pc:sldMkLst>
          <pc:docMk/>
          <pc:sldMk cId="1934758276" sldId="368"/>
        </pc:sldMkLst>
        <pc:spChg chg="mod">
          <ac:chgData name="鈴木 秀規" userId="f68c5fd9-22d5-4c0a-9833-7fb0f5135313" providerId="ADAL" clId="{EAFC727E-4CD3-40C3-8CD8-8A123E962F00}" dt="2021-01-28T06:45:16.456" v="92"/>
          <ac:spMkLst>
            <pc:docMk/>
            <pc:sldMk cId="1934758276" sldId="368"/>
            <ac:spMk id="3" creationId="{E9CDF447-16F6-4F94-A4E8-A00AD3F4583E}"/>
          </ac:spMkLst>
        </pc:spChg>
        <pc:spChg chg="mod">
          <ac:chgData name="鈴木 秀規" userId="f68c5fd9-22d5-4c0a-9833-7fb0f5135313" providerId="ADAL" clId="{EAFC727E-4CD3-40C3-8CD8-8A123E962F00}" dt="2021-01-28T06:45:57.650" v="102" actId="20577"/>
          <ac:spMkLst>
            <pc:docMk/>
            <pc:sldMk cId="1934758276" sldId="368"/>
            <ac:spMk id="5" creationId="{6E491C2F-B7C6-4CA9-83E8-83D346B8BAD4}"/>
          </ac:spMkLst>
        </pc:spChg>
      </pc:sldChg>
      <pc:sldChg chg="addSp modSp new mod">
        <pc:chgData name="鈴木 秀規" userId="f68c5fd9-22d5-4c0a-9833-7fb0f5135313" providerId="ADAL" clId="{EAFC727E-4CD3-40C3-8CD8-8A123E962F00}" dt="2021-01-28T06:48:13.201" v="132" actId="207"/>
        <pc:sldMkLst>
          <pc:docMk/>
          <pc:sldMk cId="844508657" sldId="369"/>
        </pc:sldMkLst>
        <pc:spChg chg="mod">
          <ac:chgData name="鈴木 秀規" userId="f68c5fd9-22d5-4c0a-9833-7fb0f5135313" providerId="ADAL" clId="{EAFC727E-4CD3-40C3-8CD8-8A123E962F00}" dt="2021-01-28T06:46:42.137" v="104"/>
          <ac:spMkLst>
            <pc:docMk/>
            <pc:sldMk cId="844508657" sldId="369"/>
            <ac:spMk id="3" creationId="{85C30C7D-5C65-4D0D-91DE-D83588C3A772}"/>
          </ac:spMkLst>
        </pc:spChg>
        <pc:spChg chg="mod">
          <ac:chgData name="鈴木 秀規" userId="f68c5fd9-22d5-4c0a-9833-7fb0f5135313" providerId="ADAL" clId="{EAFC727E-4CD3-40C3-8CD8-8A123E962F00}" dt="2021-01-28T06:46:49.455" v="106"/>
          <ac:spMkLst>
            <pc:docMk/>
            <pc:sldMk cId="844508657" sldId="369"/>
            <ac:spMk id="5" creationId="{6874A069-CF3F-4BB0-8083-DBEDD720908D}"/>
          </ac:spMkLst>
        </pc:spChg>
        <pc:spChg chg="add mod">
          <ac:chgData name="鈴木 秀規" userId="f68c5fd9-22d5-4c0a-9833-7fb0f5135313" providerId="ADAL" clId="{EAFC727E-4CD3-40C3-8CD8-8A123E962F00}" dt="2021-01-28T06:48:13.201" v="132" actId="207"/>
          <ac:spMkLst>
            <pc:docMk/>
            <pc:sldMk cId="844508657" sldId="369"/>
            <ac:spMk id="6" creationId="{BF5C3C42-9F51-4A48-9599-4C771B3F8DC0}"/>
          </ac:spMkLst>
        </pc:spChg>
      </pc:sldChg>
      <pc:sldChg chg="del">
        <pc:chgData name="鈴木 秀規" userId="f68c5fd9-22d5-4c0a-9833-7fb0f5135313" providerId="ADAL" clId="{EAFC727E-4CD3-40C3-8CD8-8A123E962F00}" dt="2021-01-28T06:39:06.103" v="2" actId="2696"/>
        <pc:sldMkLst>
          <pc:docMk/>
          <pc:sldMk cId="1615278593" sldId="369"/>
        </pc:sldMkLst>
      </pc:sldChg>
      <pc:sldChg chg="del">
        <pc:chgData name="鈴木 秀規" userId="f68c5fd9-22d5-4c0a-9833-7fb0f5135313" providerId="ADAL" clId="{EAFC727E-4CD3-40C3-8CD8-8A123E962F00}" dt="2021-01-28T06:39:06.103" v="2" actId="2696"/>
        <pc:sldMkLst>
          <pc:docMk/>
          <pc:sldMk cId="639239015" sldId="370"/>
        </pc:sldMkLst>
      </pc:sldChg>
      <pc:sldChg chg="modSp new mod">
        <pc:chgData name="鈴木 秀規" userId="f68c5fd9-22d5-4c0a-9833-7fb0f5135313" providerId="ADAL" clId="{EAFC727E-4CD3-40C3-8CD8-8A123E962F00}" dt="2021-01-28T06:48:38.961" v="138" actId="207"/>
        <pc:sldMkLst>
          <pc:docMk/>
          <pc:sldMk cId="1602823779" sldId="370"/>
        </pc:sldMkLst>
        <pc:spChg chg="mod">
          <ac:chgData name="鈴木 秀規" userId="f68c5fd9-22d5-4c0a-9833-7fb0f5135313" providerId="ADAL" clId="{EAFC727E-4CD3-40C3-8CD8-8A123E962F00}" dt="2021-01-28T06:48:24.058" v="134"/>
          <ac:spMkLst>
            <pc:docMk/>
            <pc:sldMk cId="1602823779" sldId="370"/>
            <ac:spMk id="3" creationId="{2ADFE35B-9BD6-47C4-ACE0-7E34A9C6E22E}"/>
          </ac:spMkLst>
        </pc:spChg>
        <pc:spChg chg="mod">
          <ac:chgData name="鈴木 秀規" userId="f68c5fd9-22d5-4c0a-9833-7fb0f5135313" providerId="ADAL" clId="{EAFC727E-4CD3-40C3-8CD8-8A123E962F00}" dt="2021-01-28T06:48:38.961" v="138" actId="207"/>
          <ac:spMkLst>
            <pc:docMk/>
            <pc:sldMk cId="1602823779" sldId="370"/>
            <ac:spMk id="5" creationId="{ED2571E4-6D5A-449C-A8F0-9BE49CFB8A6F}"/>
          </ac:spMkLst>
        </pc:spChg>
      </pc:sldChg>
      <pc:sldChg chg="addSp modSp new mod">
        <pc:chgData name="鈴木 秀規" userId="f68c5fd9-22d5-4c0a-9833-7fb0f5135313" providerId="ADAL" clId="{EAFC727E-4CD3-40C3-8CD8-8A123E962F00}" dt="2021-01-28T06:50:23.038" v="158" actId="14100"/>
        <pc:sldMkLst>
          <pc:docMk/>
          <pc:sldMk cId="3197075271" sldId="371"/>
        </pc:sldMkLst>
        <pc:spChg chg="mod">
          <ac:chgData name="鈴木 秀規" userId="f68c5fd9-22d5-4c0a-9833-7fb0f5135313" providerId="ADAL" clId="{EAFC727E-4CD3-40C3-8CD8-8A123E962F00}" dt="2021-01-28T06:48:56.258" v="140"/>
          <ac:spMkLst>
            <pc:docMk/>
            <pc:sldMk cId="3197075271" sldId="371"/>
            <ac:spMk id="3" creationId="{129D018E-82BC-43F1-8309-F9CB8BCA233E}"/>
          </ac:spMkLst>
        </pc:spChg>
        <pc:spChg chg="mod">
          <ac:chgData name="鈴木 秀規" userId="f68c5fd9-22d5-4c0a-9833-7fb0f5135313" providerId="ADAL" clId="{EAFC727E-4CD3-40C3-8CD8-8A123E962F00}" dt="2021-01-28T06:50:12.789" v="154" actId="14100"/>
          <ac:spMkLst>
            <pc:docMk/>
            <pc:sldMk cId="3197075271" sldId="371"/>
            <ac:spMk id="5" creationId="{ACA605EC-8EC6-4D24-905C-08EF2B164AF5}"/>
          </ac:spMkLst>
        </pc:spChg>
        <pc:spChg chg="add mod">
          <ac:chgData name="鈴木 秀規" userId="f68c5fd9-22d5-4c0a-9833-7fb0f5135313" providerId="ADAL" clId="{EAFC727E-4CD3-40C3-8CD8-8A123E962F00}" dt="2021-01-28T06:50:23.038" v="158" actId="14100"/>
          <ac:spMkLst>
            <pc:docMk/>
            <pc:sldMk cId="3197075271" sldId="371"/>
            <ac:spMk id="7" creationId="{CE392888-984B-422D-8A67-D7B8ADAB96FC}"/>
          </ac:spMkLst>
        </pc:spChg>
        <pc:picChg chg="add mod">
          <ac:chgData name="鈴木 秀規" userId="f68c5fd9-22d5-4c0a-9833-7fb0f5135313" providerId="ADAL" clId="{EAFC727E-4CD3-40C3-8CD8-8A123E962F00}" dt="2021-01-28T06:50:05.328" v="153" actId="14100"/>
          <ac:picMkLst>
            <pc:docMk/>
            <pc:sldMk cId="3197075271" sldId="371"/>
            <ac:picMk id="6" creationId="{FC10EB74-285E-42F5-B0D2-102973072E52}"/>
          </ac:picMkLst>
        </pc:picChg>
      </pc:sldChg>
      <pc:sldChg chg="del">
        <pc:chgData name="鈴木 秀規" userId="f68c5fd9-22d5-4c0a-9833-7fb0f5135313" providerId="ADAL" clId="{EAFC727E-4CD3-40C3-8CD8-8A123E962F00}" dt="2021-01-28T06:39:06.103" v="2" actId="2696"/>
        <pc:sldMkLst>
          <pc:docMk/>
          <pc:sldMk cId="4233707676" sldId="371"/>
        </pc:sldMkLst>
      </pc:sldChg>
      <pc:sldChg chg="del">
        <pc:chgData name="鈴木 秀規" userId="f68c5fd9-22d5-4c0a-9833-7fb0f5135313" providerId="ADAL" clId="{EAFC727E-4CD3-40C3-8CD8-8A123E962F00}" dt="2021-01-28T06:39:06.103" v="2" actId="2696"/>
        <pc:sldMkLst>
          <pc:docMk/>
          <pc:sldMk cId="2732402478" sldId="372"/>
        </pc:sldMkLst>
      </pc:sldChg>
      <pc:sldChg chg="addSp modSp new mod">
        <pc:chgData name="鈴木 秀規" userId="f68c5fd9-22d5-4c0a-9833-7fb0f5135313" providerId="ADAL" clId="{EAFC727E-4CD3-40C3-8CD8-8A123E962F00}" dt="2021-01-28T06:53:02.190" v="210" actId="14100"/>
        <pc:sldMkLst>
          <pc:docMk/>
          <pc:sldMk cId="4033997497" sldId="372"/>
        </pc:sldMkLst>
        <pc:spChg chg="mod">
          <ac:chgData name="鈴木 秀規" userId="f68c5fd9-22d5-4c0a-9833-7fb0f5135313" providerId="ADAL" clId="{EAFC727E-4CD3-40C3-8CD8-8A123E962F00}" dt="2021-01-28T06:50:49.950" v="160"/>
          <ac:spMkLst>
            <pc:docMk/>
            <pc:sldMk cId="4033997497" sldId="372"/>
            <ac:spMk id="3" creationId="{1A1FC72A-06B7-4EA4-BF81-052617F388A8}"/>
          </ac:spMkLst>
        </pc:spChg>
        <pc:spChg chg="mod">
          <ac:chgData name="鈴木 秀規" userId="f68c5fd9-22d5-4c0a-9833-7fb0f5135313" providerId="ADAL" clId="{EAFC727E-4CD3-40C3-8CD8-8A123E962F00}" dt="2021-01-28T06:51:11.385" v="166" actId="14100"/>
          <ac:spMkLst>
            <pc:docMk/>
            <pc:sldMk cId="4033997497" sldId="372"/>
            <ac:spMk id="5" creationId="{C0062566-49BA-4A87-ADC0-3A487FB7D63B}"/>
          </ac:spMkLst>
        </pc:spChg>
        <pc:spChg chg="add mod">
          <ac:chgData name="鈴木 秀規" userId="f68c5fd9-22d5-4c0a-9833-7fb0f5135313" providerId="ADAL" clId="{EAFC727E-4CD3-40C3-8CD8-8A123E962F00}" dt="2021-01-28T06:52:19.426" v="202" actId="14100"/>
          <ac:spMkLst>
            <pc:docMk/>
            <pc:sldMk cId="4033997497" sldId="372"/>
            <ac:spMk id="7" creationId="{D9CA8DC2-5D15-4EA2-B544-86092D32176B}"/>
          </ac:spMkLst>
        </pc:spChg>
        <pc:spChg chg="add mod">
          <ac:chgData name="鈴木 秀規" userId="f68c5fd9-22d5-4c0a-9833-7fb0f5135313" providerId="ADAL" clId="{EAFC727E-4CD3-40C3-8CD8-8A123E962F00}" dt="2021-01-28T06:53:02.190" v="210" actId="14100"/>
          <ac:spMkLst>
            <pc:docMk/>
            <pc:sldMk cId="4033997497" sldId="372"/>
            <ac:spMk id="8" creationId="{0DC6074C-FC2C-4D45-9AA5-FB4E51F9FE5C}"/>
          </ac:spMkLst>
        </pc:spChg>
        <pc:picChg chg="add mod">
          <ac:chgData name="鈴木 秀規" userId="f68c5fd9-22d5-4c0a-9833-7fb0f5135313" providerId="ADAL" clId="{EAFC727E-4CD3-40C3-8CD8-8A123E962F00}" dt="2021-01-28T06:52:51.947" v="206" actId="1076"/>
          <ac:picMkLst>
            <pc:docMk/>
            <pc:sldMk cId="4033997497" sldId="372"/>
            <ac:picMk id="6" creationId="{CA02799E-D5FB-4421-B10E-2322B35B140F}"/>
          </ac:picMkLst>
        </pc:picChg>
      </pc:sldChg>
      <pc:sldChg chg="addSp modSp new mod">
        <pc:chgData name="鈴木 秀規" userId="f68c5fd9-22d5-4c0a-9833-7fb0f5135313" providerId="ADAL" clId="{EAFC727E-4CD3-40C3-8CD8-8A123E962F00}" dt="2021-01-28T06:55:35.487" v="242" actId="207"/>
        <pc:sldMkLst>
          <pc:docMk/>
          <pc:sldMk cId="1736073168" sldId="373"/>
        </pc:sldMkLst>
        <pc:spChg chg="mod">
          <ac:chgData name="鈴木 秀規" userId="f68c5fd9-22d5-4c0a-9833-7fb0f5135313" providerId="ADAL" clId="{EAFC727E-4CD3-40C3-8CD8-8A123E962F00}" dt="2021-01-28T06:53:25.923" v="212"/>
          <ac:spMkLst>
            <pc:docMk/>
            <pc:sldMk cId="1736073168" sldId="373"/>
            <ac:spMk id="3" creationId="{53C65DA9-3C37-4137-B5C8-D0220E36C49E}"/>
          </ac:spMkLst>
        </pc:spChg>
        <pc:spChg chg="mod">
          <ac:chgData name="鈴木 秀規" userId="f68c5fd9-22d5-4c0a-9833-7fb0f5135313" providerId="ADAL" clId="{EAFC727E-4CD3-40C3-8CD8-8A123E962F00}" dt="2021-01-28T06:55:35.487" v="242" actId="207"/>
          <ac:spMkLst>
            <pc:docMk/>
            <pc:sldMk cId="1736073168" sldId="373"/>
            <ac:spMk id="5" creationId="{D6ED49F9-46AA-4218-B499-313EBEF63AFC}"/>
          </ac:spMkLst>
        </pc:spChg>
        <pc:spChg chg="add mod">
          <ac:chgData name="鈴木 秀規" userId="f68c5fd9-22d5-4c0a-9833-7fb0f5135313" providerId="ADAL" clId="{EAFC727E-4CD3-40C3-8CD8-8A123E962F00}" dt="2021-01-28T06:55:27.191" v="240" actId="1076"/>
          <ac:spMkLst>
            <pc:docMk/>
            <pc:sldMk cId="1736073168" sldId="373"/>
            <ac:spMk id="6" creationId="{26268A0F-D872-43BC-B6C6-6618ADEAC8B5}"/>
          </ac:spMkLst>
        </pc:spChg>
        <pc:spChg chg="add mod">
          <ac:chgData name="鈴木 秀規" userId="f68c5fd9-22d5-4c0a-9833-7fb0f5135313" providerId="ADAL" clId="{EAFC727E-4CD3-40C3-8CD8-8A123E962F00}" dt="2021-01-28T06:55:27.191" v="240" actId="1076"/>
          <ac:spMkLst>
            <pc:docMk/>
            <pc:sldMk cId="1736073168" sldId="373"/>
            <ac:spMk id="7" creationId="{B971B36E-2CED-4B20-B415-D1BC17AE73C0}"/>
          </ac:spMkLst>
        </pc:spChg>
      </pc:sldChg>
      <pc:sldChg chg="del">
        <pc:chgData name="鈴木 秀規" userId="f68c5fd9-22d5-4c0a-9833-7fb0f5135313" providerId="ADAL" clId="{EAFC727E-4CD3-40C3-8CD8-8A123E962F00}" dt="2021-01-28T06:39:06.103" v="2" actId="2696"/>
        <pc:sldMkLst>
          <pc:docMk/>
          <pc:sldMk cId="1848207789" sldId="373"/>
        </pc:sldMkLst>
      </pc:sldChg>
      <pc:sldChg chg="del">
        <pc:chgData name="鈴木 秀規" userId="f68c5fd9-22d5-4c0a-9833-7fb0f5135313" providerId="ADAL" clId="{EAFC727E-4CD3-40C3-8CD8-8A123E962F00}" dt="2021-01-28T06:39:06.103" v="2" actId="2696"/>
        <pc:sldMkLst>
          <pc:docMk/>
          <pc:sldMk cId="949514721" sldId="374"/>
        </pc:sldMkLst>
      </pc:sldChg>
      <pc:sldChg chg="addSp modSp new mod">
        <pc:chgData name="鈴木 秀規" userId="f68c5fd9-22d5-4c0a-9833-7fb0f5135313" providerId="ADAL" clId="{EAFC727E-4CD3-40C3-8CD8-8A123E962F00}" dt="2021-01-28T06:58:18.977" v="266" actId="207"/>
        <pc:sldMkLst>
          <pc:docMk/>
          <pc:sldMk cId="2826477390" sldId="374"/>
        </pc:sldMkLst>
        <pc:spChg chg="mod">
          <ac:chgData name="鈴木 秀規" userId="f68c5fd9-22d5-4c0a-9833-7fb0f5135313" providerId="ADAL" clId="{EAFC727E-4CD3-40C3-8CD8-8A123E962F00}" dt="2021-01-28T06:55:52.811" v="244"/>
          <ac:spMkLst>
            <pc:docMk/>
            <pc:sldMk cId="2826477390" sldId="374"/>
            <ac:spMk id="3" creationId="{6FC7C281-AA5A-414A-B45C-0C859F71B44E}"/>
          </ac:spMkLst>
        </pc:spChg>
        <pc:spChg chg="mod">
          <ac:chgData name="鈴木 秀規" userId="f68c5fd9-22d5-4c0a-9833-7fb0f5135313" providerId="ADAL" clId="{EAFC727E-4CD3-40C3-8CD8-8A123E962F00}" dt="2021-01-28T06:58:18.977" v="266" actId="207"/>
          <ac:spMkLst>
            <pc:docMk/>
            <pc:sldMk cId="2826477390" sldId="374"/>
            <ac:spMk id="5" creationId="{B9F8D40A-73FB-41D8-BC76-A90E92D41F96}"/>
          </ac:spMkLst>
        </pc:spChg>
        <pc:spChg chg="add mod">
          <ac:chgData name="鈴木 秀規" userId="f68c5fd9-22d5-4c0a-9833-7fb0f5135313" providerId="ADAL" clId="{EAFC727E-4CD3-40C3-8CD8-8A123E962F00}" dt="2021-01-28T06:57:20.845" v="264" actId="14100"/>
          <ac:spMkLst>
            <pc:docMk/>
            <pc:sldMk cId="2826477390" sldId="374"/>
            <ac:spMk id="7" creationId="{9FA65239-09BA-4DFB-908A-83C50ED1801C}"/>
          </ac:spMkLst>
        </pc:spChg>
        <pc:picChg chg="add mod">
          <ac:chgData name="鈴木 秀規" userId="f68c5fd9-22d5-4c0a-9833-7fb0f5135313" providerId="ADAL" clId="{EAFC727E-4CD3-40C3-8CD8-8A123E962F00}" dt="2021-01-28T06:56:52.867" v="259" actId="14100"/>
          <ac:picMkLst>
            <pc:docMk/>
            <pc:sldMk cId="2826477390" sldId="374"/>
            <ac:picMk id="6" creationId="{A5495EFC-9E5B-48BC-A749-6FF91C1510DA}"/>
          </ac:picMkLst>
        </pc:picChg>
      </pc:sldChg>
      <pc:sldChg chg="del">
        <pc:chgData name="鈴木 秀規" userId="f68c5fd9-22d5-4c0a-9833-7fb0f5135313" providerId="ADAL" clId="{EAFC727E-4CD3-40C3-8CD8-8A123E962F00}" dt="2021-01-28T06:39:06.103" v="2" actId="2696"/>
        <pc:sldMkLst>
          <pc:docMk/>
          <pc:sldMk cId="420561561" sldId="375"/>
        </pc:sldMkLst>
      </pc:sldChg>
      <pc:sldChg chg="addSp modSp new mod">
        <pc:chgData name="鈴木 秀規" userId="f68c5fd9-22d5-4c0a-9833-7fb0f5135313" providerId="ADAL" clId="{EAFC727E-4CD3-40C3-8CD8-8A123E962F00}" dt="2021-01-28T07:02:12.580" v="299" actId="207"/>
        <pc:sldMkLst>
          <pc:docMk/>
          <pc:sldMk cId="3601123003" sldId="375"/>
        </pc:sldMkLst>
        <pc:spChg chg="mod">
          <ac:chgData name="鈴木 秀規" userId="f68c5fd9-22d5-4c0a-9833-7fb0f5135313" providerId="ADAL" clId="{EAFC727E-4CD3-40C3-8CD8-8A123E962F00}" dt="2021-01-28T06:58:39.369" v="268"/>
          <ac:spMkLst>
            <pc:docMk/>
            <pc:sldMk cId="3601123003" sldId="375"/>
            <ac:spMk id="3" creationId="{FF130DC9-AECD-426C-8933-17F8A047329E}"/>
          </ac:spMkLst>
        </pc:spChg>
        <pc:spChg chg="mod">
          <ac:chgData name="鈴木 秀規" userId="f68c5fd9-22d5-4c0a-9833-7fb0f5135313" providerId="ADAL" clId="{EAFC727E-4CD3-40C3-8CD8-8A123E962F00}" dt="2021-01-28T07:01:17.524" v="288" actId="14100"/>
          <ac:spMkLst>
            <pc:docMk/>
            <pc:sldMk cId="3601123003" sldId="375"/>
            <ac:spMk id="5" creationId="{0FF0F1E8-408E-460C-9A39-94948E548FD1}"/>
          </ac:spMkLst>
        </pc:spChg>
        <pc:spChg chg="add mod">
          <ac:chgData name="鈴木 秀規" userId="f68c5fd9-22d5-4c0a-9833-7fb0f5135313" providerId="ADAL" clId="{EAFC727E-4CD3-40C3-8CD8-8A123E962F00}" dt="2021-01-28T07:00:27.171" v="287" actId="207"/>
          <ac:spMkLst>
            <pc:docMk/>
            <pc:sldMk cId="3601123003" sldId="375"/>
            <ac:spMk id="6" creationId="{B2B68CC3-A90D-4EC4-85EC-92EC2D3E618B}"/>
          </ac:spMkLst>
        </pc:spChg>
        <pc:spChg chg="add mod">
          <ac:chgData name="鈴木 秀規" userId="f68c5fd9-22d5-4c0a-9833-7fb0f5135313" providerId="ADAL" clId="{EAFC727E-4CD3-40C3-8CD8-8A123E962F00}" dt="2021-01-28T07:02:12.580" v="299" actId="207"/>
          <ac:spMkLst>
            <pc:docMk/>
            <pc:sldMk cId="3601123003" sldId="375"/>
            <ac:spMk id="7" creationId="{B1558647-D7CC-4A7A-989C-4EC6651C8F3E}"/>
          </ac:spMkLst>
        </pc:spChg>
      </pc:sldChg>
      <pc:sldChg chg="addSp modSp new mod">
        <pc:chgData name="鈴木 秀規" userId="f68c5fd9-22d5-4c0a-9833-7fb0f5135313" providerId="ADAL" clId="{EAFC727E-4CD3-40C3-8CD8-8A123E962F00}" dt="2021-01-28T07:03:08.282" v="311" actId="1076"/>
        <pc:sldMkLst>
          <pc:docMk/>
          <pc:sldMk cId="741365509" sldId="376"/>
        </pc:sldMkLst>
        <pc:spChg chg="mod">
          <ac:chgData name="鈴木 秀規" userId="f68c5fd9-22d5-4c0a-9833-7fb0f5135313" providerId="ADAL" clId="{EAFC727E-4CD3-40C3-8CD8-8A123E962F00}" dt="2021-01-28T07:02:28.827" v="301"/>
          <ac:spMkLst>
            <pc:docMk/>
            <pc:sldMk cId="741365509" sldId="376"/>
            <ac:spMk id="3" creationId="{3FCB4D8B-C44A-4CC6-938F-6CE88F6B58F9}"/>
          </ac:spMkLst>
        </pc:spChg>
        <pc:spChg chg="mod">
          <ac:chgData name="鈴木 秀規" userId="f68c5fd9-22d5-4c0a-9833-7fb0f5135313" providerId="ADAL" clId="{EAFC727E-4CD3-40C3-8CD8-8A123E962F00}" dt="2021-01-28T07:02:51.678" v="306" actId="14100"/>
          <ac:spMkLst>
            <pc:docMk/>
            <pc:sldMk cId="741365509" sldId="376"/>
            <ac:spMk id="5" creationId="{6EE14F00-5353-4255-95AC-03B379DB74F4}"/>
          </ac:spMkLst>
        </pc:spChg>
        <pc:picChg chg="add mod">
          <ac:chgData name="鈴木 秀規" userId="f68c5fd9-22d5-4c0a-9833-7fb0f5135313" providerId="ADAL" clId="{EAFC727E-4CD3-40C3-8CD8-8A123E962F00}" dt="2021-01-28T07:03:01.782" v="309" actId="14100"/>
          <ac:picMkLst>
            <pc:docMk/>
            <pc:sldMk cId="741365509" sldId="376"/>
            <ac:picMk id="6" creationId="{AC3BA7F3-CB55-4C40-B975-EECA496ECBC6}"/>
          </ac:picMkLst>
        </pc:picChg>
        <pc:picChg chg="add mod">
          <ac:chgData name="鈴木 秀規" userId="f68c5fd9-22d5-4c0a-9833-7fb0f5135313" providerId="ADAL" clId="{EAFC727E-4CD3-40C3-8CD8-8A123E962F00}" dt="2021-01-28T07:03:08.282" v="311" actId="1076"/>
          <ac:picMkLst>
            <pc:docMk/>
            <pc:sldMk cId="741365509" sldId="376"/>
            <ac:picMk id="7" creationId="{EAFEEF6A-D3E4-4555-9A5E-216D7ACB1C92}"/>
          </ac:picMkLst>
        </pc:picChg>
      </pc:sldChg>
      <pc:sldChg chg="del">
        <pc:chgData name="鈴木 秀規" userId="f68c5fd9-22d5-4c0a-9833-7fb0f5135313" providerId="ADAL" clId="{EAFC727E-4CD3-40C3-8CD8-8A123E962F00}" dt="2021-01-28T06:39:06.103" v="2" actId="2696"/>
        <pc:sldMkLst>
          <pc:docMk/>
          <pc:sldMk cId="1996051249" sldId="376"/>
        </pc:sldMkLst>
      </pc:sldChg>
      <pc:sldChg chg="addSp modSp new mod">
        <pc:chgData name="鈴木 秀規" userId="f68c5fd9-22d5-4c0a-9833-7fb0f5135313" providerId="ADAL" clId="{EAFC727E-4CD3-40C3-8CD8-8A123E962F00}" dt="2021-01-28T07:05:22.017" v="331"/>
        <pc:sldMkLst>
          <pc:docMk/>
          <pc:sldMk cId="3345019967" sldId="377"/>
        </pc:sldMkLst>
        <pc:spChg chg="mod">
          <ac:chgData name="鈴木 秀規" userId="f68c5fd9-22d5-4c0a-9833-7fb0f5135313" providerId="ADAL" clId="{EAFC727E-4CD3-40C3-8CD8-8A123E962F00}" dt="2021-01-28T07:03:46.406" v="313"/>
          <ac:spMkLst>
            <pc:docMk/>
            <pc:sldMk cId="3345019967" sldId="377"/>
            <ac:spMk id="3" creationId="{6839557D-6DC9-48BC-87E4-F6B47755EB6C}"/>
          </ac:spMkLst>
        </pc:spChg>
        <pc:spChg chg="mod">
          <ac:chgData name="鈴木 秀規" userId="f68c5fd9-22d5-4c0a-9833-7fb0f5135313" providerId="ADAL" clId="{EAFC727E-4CD3-40C3-8CD8-8A123E962F00}" dt="2021-01-28T07:04:58.519" v="325" actId="14100"/>
          <ac:spMkLst>
            <pc:docMk/>
            <pc:sldMk cId="3345019967" sldId="377"/>
            <ac:spMk id="5" creationId="{290CFA99-DA95-4CC5-AE84-7A3A13E8A3BB}"/>
          </ac:spMkLst>
        </pc:spChg>
        <pc:spChg chg="add mod">
          <ac:chgData name="鈴木 秀規" userId="f68c5fd9-22d5-4c0a-9833-7fb0f5135313" providerId="ADAL" clId="{EAFC727E-4CD3-40C3-8CD8-8A123E962F00}" dt="2021-01-28T07:05:22.017" v="331"/>
          <ac:spMkLst>
            <pc:docMk/>
            <pc:sldMk cId="3345019967" sldId="377"/>
            <ac:spMk id="7" creationId="{8AA0DAD2-9481-4F37-891C-60AEF483F732}"/>
          </ac:spMkLst>
        </pc:spChg>
        <pc:picChg chg="add mod">
          <ac:chgData name="鈴木 秀規" userId="f68c5fd9-22d5-4c0a-9833-7fb0f5135313" providerId="ADAL" clId="{EAFC727E-4CD3-40C3-8CD8-8A123E962F00}" dt="2021-01-28T07:05:09.308" v="328" actId="14100"/>
          <ac:picMkLst>
            <pc:docMk/>
            <pc:sldMk cId="3345019967" sldId="377"/>
            <ac:picMk id="6" creationId="{7C865913-4C64-4E34-AE95-D4F93F25AA1E}"/>
          </ac:picMkLst>
        </pc:picChg>
      </pc:sldChg>
      <pc:sldChg chg="del">
        <pc:chgData name="鈴木 秀規" userId="f68c5fd9-22d5-4c0a-9833-7fb0f5135313" providerId="ADAL" clId="{EAFC727E-4CD3-40C3-8CD8-8A123E962F00}" dt="2021-01-28T06:39:06.103" v="2" actId="2696"/>
        <pc:sldMkLst>
          <pc:docMk/>
          <pc:sldMk cId="3493943848" sldId="377"/>
        </pc:sldMkLst>
      </pc:sldChg>
      <pc:sldChg chg="modSp new mod">
        <pc:chgData name="鈴木 秀規" userId="f68c5fd9-22d5-4c0a-9833-7fb0f5135313" providerId="ADAL" clId="{EAFC727E-4CD3-40C3-8CD8-8A123E962F00}" dt="2021-01-28T07:06:22.518" v="343" actId="20577"/>
        <pc:sldMkLst>
          <pc:docMk/>
          <pc:sldMk cId="507182427" sldId="378"/>
        </pc:sldMkLst>
        <pc:spChg chg="mod">
          <ac:chgData name="鈴木 秀規" userId="f68c5fd9-22d5-4c0a-9833-7fb0f5135313" providerId="ADAL" clId="{EAFC727E-4CD3-40C3-8CD8-8A123E962F00}" dt="2021-01-28T07:05:38.060" v="333"/>
          <ac:spMkLst>
            <pc:docMk/>
            <pc:sldMk cId="507182427" sldId="378"/>
            <ac:spMk id="3" creationId="{F895B895-6347-422D-8042-52E92C51039B}"/>
          </ac:spMkLst>
        </pc:spChg>
        <pc:spChg chg="mod">
          <ac:chgData name="鈴木 秀規" userId="f68c5fd9-22d5-4c0a-9833-7fb0f5135313" providerId="ADAL" clId="{EAFC727E-4CD3-40C3-8CD8-8A123E962F00}" dt="2021-01-28T07:06:22.518" v="343" actId="20577"/>
          <ac:spMkLst>
            <pc:docMk/>
            <pc:sldMk cId="507182427" sldId="378"/>
            <ac:spMk id="5" creationId="{C2D8AA0F-2B71-4037-887A-DACE8818DF8F}"/>
          </ac:spMkLst>
        </pc:spChg>
      </pc:sldChg>
      <pc:sldChg chg="del">
        <pc:chgData name="鈴木 秀規" userId="f68c5fd9-22d5-4c0a-9833-7fb0f5135313" providerId="ADAL" clId="{EAFC727E-4CD3-40C3-8CD8-8A123E962F00}" dt="2021-01-28T06:39:06.103" v="2" actId="2696"/>
        <pc:sldMkLst>
          <pc:docMk/>
          <pc:sldMk cId="3488235805" sldId="378"/>
        </pc:sldMkLst>
      </pc:sldChg>
      <pc:sldChg chg="addSp delSp modSp new mod">
        <pc:chgData name="鈴木 秀規" userId="f68c5fd9-22d5-4c0a-9833-7fb0f5135313" providerId="ADAL" clId="{EAFC727E-4CD3-40C3-8CD8-8A123E962F00}" dt="2021-01-28T07:11:33.798" v="402" actId="14100"/>
        <pc:sldMkLst>
          <pc:docMk/>
          <pc:sldMk cId="2659361467" sldId="379"/>
        </pc:sldMkLst>
        <pc:spChg chg="mod">
          <ac:chgData name="鈴木 秀規" userId="f68c5fd9-22d5-4c0a-9833-7fb0f5135313" providerId="ADAL" clId="{EAFC727E-4CD3-40C3-8CD8-8A123E962F00}" dt="2021-01-28T07:06:40.589" v="345"/>
          <ac:spMkLst>
            <pc:docMk/>
            <pc:sldMk cId="2659361467" sldId="379"/>
            <ac:spMk id="3" creationId="{6BEB2898-E2A0-4B4B-BC75-DA2C15EF8411}"/>
          </ac:spMkLst>
        </pc:spChg>
        <pc:spChg chg="mod">
          <ac:chgData name="鈴木 秀規" userId="f68c5fd9-22d5-4c0a-9833-7fb0f5135313" providerId="ADAL" clId="{EAFC727E-4CD3-40C3-8CD8-8A123E962F00}" dt="2021-01-28T07:10:18.009" v="387" actId="207"/>
          <ac:spMkLst>
            <pc:docMk/>
            <pc:sldMk cId="2659361467" sldId="379"/>
            <ac:spMk id="5" creationId="{7F70F924-CC4B-47B0-B422-4B81A6D11179}"/>
          </ac:spMkLst>
        </pc:spChg>
        <pc:spChg chg="add mod">
          <ac:chgData name="鈴木 秀規" userId="f68c5fd9-22d5-4c0a-9833-7fb0f5135313" providerId="ADAL" clId="{EAFC727E-4CD3-40C3-8CD8-8A123E962F00}" dt="2021-01-28T07:08:14.770" v="365" actId="164"/>
          <ac:spMkLst>
            <pc:docMk/>
            <pc:sldMk cId="2659361467" sldId="379"/>
            <ac:spMk id="8" creationId="{129B0671-CDC2-406C-A0D8-17EBC7268752}"/>
          </ac:spMkLst>
        </pc:spChg>
        <pc:spChg chg="mod">
          <ac:chgData name="鈴木 秀規" userId="f68c5fd9-22d5-4c0a-9833-7fb0f5135313" providerId="ADAL" clId="{EAFC727E-4CD3-40C3-8CD8-8A123E962F00}" dt="2021-01-28T07:08:17.965" v="366" actId="571"/>
          <ac:spMkLst>
            <pc:docMk/>
            <pc:sldMk cId="2659361467" sldId="379"/>
            <ac:spMk id="12" creationId="{8EC15ABD-E7C9-4ED1-9436-BE76E3694C3B}"/>
          </ac:spMkLst>
        </pc:spChg>
        <pc:spChg chg="mod">
          <ac:chgData name="鈴木 秀規" userId="f68c5fd9-22d5-4c0a-9833-7fb0f5135313" providerId="ADAL" clId="{EAFC727E-4CD3-40C3-8CD8-8A123E962F00}" dt="2021-01-28T07:08:26.395" v="368" actId="571"/>
          <ac:spMkLst>
            <pc:docMk/>
            <pc:sldMk cId="2659361467" sldId="379"/>
            <ac:spMk id="15" creationId="{906F7F63-2438-4764-A158-A33AC802E69A}"/>
          </ac:spMkLst>
        </pc:spChg>
        <pc:spChg chg="add mod">
          <ac:chgData name="鈴木 秀規" userId="f68c5fd9-22d5-4c0a-9833-7fb0f5135313" providerId="ADAL" clId="{EAFC727E-4CD3-40C3-8CD8-8A123E962F00}" dt="2021-01-28T07:10:27.435" v="388" actId="164"/>
          <ac:spMkLst>
            <pc:docMk/>
            <pc:sldMk cId="2659361467" sldId="379"/>
            <ac:spMk id="18" creationId="{866E953C-075E-4E3A-9A67-3D8385B0D52A}"/>
          </ac:spMkLst>
        </pc:spChg>
        <pc:spChg chg="add mod">
          <ac:chgData name="鈴木 秀規" userId="f68c5fd9-22d5-4c0a-9833-7fb0f5135313" providerId="ADAL" clId="{EAFC727E-4CD3-40C3-8CD8-8A123E962F00}" dt="2021-01-28T07:10:09.990" v="385" actId="207"/>
          <ac:spMkLst>
            <pc:docMk/>
            <pc:sldMk cId="2659361467" sldId="379"/>
            <ac:spMk id="19" creationId="{1A005F33-48FF-4C5F-AA32-20F7C8EA13C6}"/>
          </ac:spMkLst>
        </pc:spChg>
        <pc:grpChg chg="add mod">
          <ac:chgData name="鈴木 秀規" userId="f68c5fd9-22d5-4c0a-9833-7fb0f5135313" providerId="ADAL" clId="{EAFC727E-4CD3-40C3-8CD8-8A123E962F00}" dt="2021-01-28T07:08:14.770" v="365" actId="164"/>
          <ac:grpSpMkLst>
            <pc:docMk/>
            <pc:sldMk cId="2659361467" sldId="379"/>
            <ac:grpSpMk id="9" creationId="{4117455F-9E20-4E21-ACEA-7881AFD375F0}"/>
          </ac:grpSpMkLst>
        </pc:grpChg>
        <pc:grpChg chg="add mod">
          <ac:chgData name="鈴木 秀規" userId="f68c5fd9-22d5-4c0a-9833-7fb0f5135313" providerId="ADAL" clId="{EAFC727E-4CD3-40C3-8CD8-8A123E962F00}" dt="2021-01-28T07:10:44.273" v="391" actId="408"/>
          <ac:grpSpMkLst>
            <pc:docMk/>
            <pc:sldMk cId="2659361467" sldId="379"/>
            <ac:grpSpMk id="10" creationId="{446BE628-93E8-4185-96B6-CB59C5EBE371}"/>
          </ac:grpSpMkLst>
        </pc:grpChg>
        <pc:grpChg chg="add mod">
          <ac:chgData name="鈴木 秀規" userId="f68c5fd9-22d5-4c0a-9833-7fb0f5135313" providerId="ADAL" clId="{EAFC727E-4CD3-40C3-8CD8-8A123E962F00}" dt="2021-01-28T07:10:44.273" v="391" actId="408"/>
          <ac:grpSpMkLst>
            <pc:docMk/>
            <pc:sldMk cId="2659361467" sldId="379"/>
            <ac:grpSpMk id="13" creationId="{1EFF9DFF-066C-487C-8D6E-46AC7D2BC004}"/>
          </ac:grpSpMkLst>
        </pc:grpChg>
        <pc:grpChg chg="add mod">
          <ac:chgData name="鈴木 秀規" userId="f68c5fd9-22d5-4c0a-9833-7fb0f5135313" providerId="ADAL" clId="{EAFC727E-4CD3-40C3-8CD8-8A123E962F00}" dt="2021-01-28T07:10:30.299" v="389" actId="1076"/>
          <ac:grpSpMkLst>
            <pc:docMk/>
            <pc:sldMk cId="2659361467" sldId="379"/>
            <ac:grpSpMk id="20" creationId="{0AFB40A2-4529-4CF5-B999-2D7B461E764E}"/>
          </ac:grpSpMkLst>
        </pc:grpChg>
        <pc:picChg chg="add mod">
          <ac:chgData name="鈴木 秀規" userId="f68c5fd9-22d5-4c0a-9833-7fb0f5135313" providerId="ADAL" clId="{EAFC727E-4CD3-40C3-8CD8-8A123E962F00}" dt="2021-01-28T07:08:14.770" v="365" actId="164"/>
          <ac:picMkLst>
            <pc:docMk/>
            <pc:sldMk cId="2659361467" sldId="379"/>
            <ac:picMk id="7" creationId="{48A6CE9E-77F3-483A-8D15-B347FD99525A}"/>
          </ac:picMkLst>
        </pc:picChg>
        <pc:picChg chg="mod">
          <ac:chgData name="鈴木 秀規" userId="f68c5fd9-22d5-4c0a-9833-7fb0f5135313" providerId="ADAL" clId="{EAFC727E-4CD3-40C3-8CD8-8A123E962F00}" dt="2021-01-28T07:08:17.965" v="366" actId="571"/>
          <ac:picMkLst>
            <pc:docMk/>
            <pc:sldMk cId="2659361467" sldId="379"/>
            <ac:picMk id="11" creationId="{BEEC966A-7436-4E09-9C96-598616781DBC}"/>
          </ac:picMkLst>
        </pc:picChg>
        <pc:picChg chg="mod">
          <ac:chgData name="鈴木 秀規" userId="f68c5fd9-22d5-4c0a-9833-7fb0f5135313" providerId="ADAL" clId="{EAFC727E-4CD3-40C3-8CD8-8A123E962F00}" dt="2021-01-28T07:08:26.395" v="368" actId="571"/>
          <ac:picMkLst>
            <pc:docMk/>
            <pc:sldMk cId="2659361467" sldId="379"/>
            <ac:picMk id="14" creationId="{71152678-883B-435B-8FBC-16CB242F59BF}"/>
          </ac:picMkLst>
        </pc:picChg>
        <pc:picChg chg="add mod">
          <ac:chgData name="鈴木 秀規" userId="f68c5fd9-22d5-4c0a-9833-7fb0f5135313" providerId="ADAL" clId="{EAFC727E-4CD3-40C3-8CD8-8A123E962F00}" dt="2021-01-28T07:10:27.435" v="388" actId="164"/>
          <ac:picMkLst>
            <pc:docMk/>
            <pc:sldMk cId="2659361467" sldId="379"/>
            <ac:picMk id="17" creationId="{5DCE1A75-53CF-4391-98D0-5BF8CBBF6663}"/>
          </ac:picMkLst>
        </pc:picChg>
        <pc:cxnChg chg="add mod">
          <ac:chgData name="鈴木 秀規" userId="f68c5fd9-22d5-4c0a-9833-7fb0f5135313" providerId="ADAL" clId="{EAFC727E-4CD3-40C3-8CD8-8A123E962F00}" dt="2021-01-28T07:11:21.408" v="398" actId="1582"/>
          <ac:cxnSpMkLst>
            <pc:docMk/>
            <pc:sldMk cId="2659361467" sldId="379"/>
            <ac:cxnSpMk id="22" creationId="{0D0B857D-A425-4CE1-98C9-4D3FB79888AC}"/>
          </ac:cxnSpMkLst>
        </pc:cxnChg>
        <pc:cxnChg chg="add mod">
          <ac:chgData name="鈴木 秀規" userId="f68c5fd9-22d5-4c0a-9833-7fb0f5135313" providerId="ADAL" clId="{EAFC727E-4CD3-40C3-8CD8-8A123E962F00}" dt="2021-01-28T07:11:21.408" v="398" actId="1582"/>
          <ac:cxnSpMkLst>
            <pc:docMk/>
            <pc:sldMk cId="2659361467" sldId="379"/>
            <ac:cxnSpMk id="25" creationId="{36404BCC-F5B9-49FC-BBAD-1692A713EB69}"/>
          </ac:cxnSpMkLst>
        </pc:cxnChg>
        <pc:cxnChg chg="add mod">
          <ac:chgData name="鈴木 秀規" userId="f68c5fd9-22d5-4c0a-9833-7fb0f5135313" providerId="ADAL" clId="{EAFC727E-4CD3-40C3-8CD8-8A123E962F00}" dt="2021-01-28T07:11:33.798" v="402" actId="14100"/>
          <ac:cxnSpMkLst>
            <pc:docMk/>
            <pc:sldMk cId="2659361467" sldId="379"/>
            <ac:cxnSpMk id="28" creationId="{252D2882-DFA4-4273-90A0-E679E065031A}"/>
          </ac:cxnSpMkLst>
        </pc:cxnChg>
        <pc:cxnChg chg="add del mod">
          <ac:chgData name="鈴木 秀規" userId="f68c5fd9-22d5-4c0a-9833-7fb0f5135313" providerId="ADAL" clId="{EAFC727E-4CD3-40C3-8CD8-8A123E962F00}" dt="2021-01-28T07:11:26.880" v="400" actId="478"/>
          <ac:cxnSpMkLst>
            <pc:docMk/>
            <pc:sldMk cId="2659361467" sldId="379"/>
            <ac:cxnSpMk id="29" creationId="{7703DD6C-E28A-4FB1-B5C4-3A8CB5A629ED}"/>
          </ac:cxnSpMkLst>
        </pc:cxnChg>
      </pc:sldChg>
      <pc:sldChg chg="del">
        <pc:chgData name="鈴木 秀規" userId="f68c5fd9-22d5-4c0a-9833-7fb0f5135313" providerId="ADAL" clId="{EAFC727E-4CD3-40C3-8CD8-8A123E962F00}" dt="2021-01-28T06:39:06.103" v="2" actId="2696"/>
        <pc:sldMkLst>
          <pc:docMk/>
          <pc:sldMk cId="2796318075" sldId="379"/>
        </pc:sldMkLst>
      </pc:sldChg>
      <pc:sldChg chg="addSp modSp new mod">
        <pc:chgData name="鈴木 秀規" userId="f68c5fd9-22d5-4c0a-9833-7fb0f5135313" providerId="ADAL" clId="{EAFC727E-4CD3-40C3-8CD8-8A123E962F00}" dt="2021-01-28T07:13:26.991" v="421" actId="207"/>
        <pc:sldMkLst>
          <pc:docMk/>
          <pc:sldMk cId="2495679294" sldId="380"/>
        </pc:sldMkLst>
        <pc:spChg chg="mod">
          <ac:chgData name="鈴木 秀規" userId="f68c5fd9-22d5-4c0a-9833-7fb0f5135313" providerId="ADAL" clId="{EAFC727E-4CD3-40C3-8CD8-8A123E962F00}" dt="2021-01-28T07:12:04.295" v="404"/>
          <ac:spMkLst>
            <pc:docMk/>
            <pc:sldMk cId="2495679294" sldId="380"/>
            <ac:spMk id="3" creationId="{339A1CC8-75FB-46A8-855D-B79FEAFDB8AC}"/>
          </ac:spMkLst>
        </pc:spChg>
        <pc:spChg chg="mod">
          <ac:chgData name="鈴木 秀規" userId="f68c5fd9-22d5-4c0a-9833-7fb0f5135313" providerId="ADAL" clId="{EAFC727E-4CD3-40C3-8CD8-8A123E962F00}" dt="2021-01-28T07:12:14.059" v="407" actId="14100"/>
          <ac:spMkLst>
            <pc:docMk/>
            <pc:sldMk cId="2495679294" sldId="380"/>
            <ac:spMk id="5" creationId="{6F9B77A9-2373-40F0-96E0-8262CD2B6C18}"/>
          </ac:spMkLst>
        </pc:spChg>
        <pc:spChg chg="add mod">
          <ac:chgData name="鈴木 秀規" userId="f68c5fd9-22d5-4c0a-9833-7fb0f5135313" providerId="ADAL" clId="{EAFC727E-4CD3-40C3-8CD8-8A123E962F00}" dt="2021-01-28T07:12:33.270" v="410"/>
          <ac:spMkLst>
            <pc:docMk/>
            <pc:sldMk cId="2495679294" sldId="380"/>
            <ac:spMk id="6" creationId="{C9BAEA1A-8D49-4CFC-BA6E-C8118AFA699C}"/>
          </ac:spMkLst>
        </pc:spChg>
        <pc:spChg chg="add mod">
          <ac:chgData name="鈴木 秀規" userId="f68c5fd9-22d5-4c0a-9833-7fb0f5135313" providerId="ADAL" clId="{EAFC727E-4CD3-40C3-8CD8-8A123E962F00}" dt="2021-01-28T07:13:26.991" v="421" actId="207"/>
          <ac:spMkLst>
            <pc:docMk/>
            <pc:sldMk cId="2495679294" sldId="380"/>
            <ac:spMk id="7" creationId="{0653F6E0-5ADE-4B52-8233-F6F9127D4F7A}"/>
          </ac:spMkLst>
        </pc:spChg>
      </pc:sldChg>
      <pc:sldChg chg="del">
        <pc:chgData name="鈴木 秀規" userId="f68c5fd9-22d5-4c0a-9833-7fb0f5135313" providerId="ADAL" clId="{EAFC727E-4CD3-40C3-8CD8-8A123E962F00}" dt="2021-01-28T06:39:06.103" v="2" actId="2696"/>
        <pc:sldMkLst>
          <pc:docMk/>
          <pc:sldMk cId="3487842613" sldId="380"/>
        </pc:sldMkLst>
      </pc:sldChg>
      <pc:sldChg chg="del">
        <pc:chgData name="鈴木 秀規" userId="f68c5fd9-22d5-4c0a-9833-7fb0f5135313" providerId="ADAL" clId="{EAFC727E-4CD3-40C3-8CD8-8A123E962F00}" dt="2021-01-28T06:39:06.103" v="2" actId="2696"/>
        <pc:sldMkLst>
          <pc:docMk/>
          <pc:sldMk cId="1329678765" sldId="381"/>
        </pc:sldMkLst>
      </pc:sldChg>
      <pc:sldChg chg="addSp modSp new mod">
        <pc:chgData name="鈴木 秀規" userId="f68c5fd9-22d5-4c0a-9833-7fb0f5135313" providerId="ADAL" clId="{EAFC727E-4CD3-40C3-8CD8-8A123E962F00}" dt="2021-01-28T07:15:13.742" v="447" actId="20577"/>
        <pc:sldMkLst>
          <pc:docMk/>
          <pc:sldMk cId="2014761768" sldId="381"/>
        </pc:sldMkLst>
        <pc:spChg chg="mod">
          <ac:chgData name="鈴木 秀規" userId="f68c5fd9-22d5-4c0a-9833-7fb0f5135313" providerId="ADAL" clId="{EAFC727E-4CD3-40C3-8CD8-8A123E962F00}" dt="2021-01-28T07:13:47.151" v="423"/>
          <ac:spMkLst>
            <pc:docMk/>
            <pc:sldMk cId="2014761768" sldId="381"/>
            <ac:spMk id="3" creationId="{7A92CEE8-2777-4F10-9A6E-FA2D52ACB521}"/>
          </ac:spMkLst>
        </pc:spChg>
        <pc:spChg chg="mod">
          <ac:chgData name="鈴木 秀規" userId="f68c5fd9-22d5-4c0a-9833-7fb0f5135313" providerId="ADAL" clId="{EAFC727E-4CD3-40C3-8CD8-8A123E962F00}" dt="2021-01-28T07:13:57.888" v="426" actId="14100"/>
          <ac:spMkLst>
            <pc:docMk/>
            <pc:sldMk cId="2014761768" sldId="381"/>
            <ac:spMk id="5" creationId="{E9D0295B-D76D-4676-B53E-B8D105A70874}"/>
          </ac:spMkLst>
        </pc:spChg>
        <pc:spChg chg="add mod">
          <ac:chgData name="鈴木 秀規" userId="f68c5fd9-22d5-4c0a-9833-7fb0f5135313" providerId="ADAL" clId="{EAFC727E-4CD3-40C3-8CD8-8A123E962F00}" dt="2021-01-28T07:15:02.264" v="443" actId="207"/>
          <ac:spMkLst>
            <pc:docMk/>
            <pc:sldMk cId="2014761768" sldId="381"/>
            <ac:spMk id="6" creationId="{FDB95380-26B8-4000-8C87-8B624935C9D6}"/>
          </ac:spMkLst>
        </pc:spChg>
        <pc:spChg chg="add mod">
          <ac:chgData name="鈴木 秀規" userId="f68c5fd9-22d5-4c0a-9833-7fb0f5135313" providerId="ADAL" clId="{EAFC727E-4CD3-40C3-8CD8-8A123E962F00}" dt="2021-01-28T07:15:13.742" v="447" actId="20577"/>
          <ac:spMkLst>
            <pc:docMk/>
            <pc:sldMk cId="2014761768" sldId="381"/>
            <ac:spMk id="7" creationId="{A0688A41-B9A2-4C7E-A0ED-9FC59C896707}"/>
          </ac:spMkLst>
        </pc:spChg>
      </pc:sldChg>
      <pc:sldChg chg="modSp new mod">
        <pc:chgData name="鈴木 秀規" userId="f68c5fd9-22d5-4c0a-9833-7fb0f5135313" providerId="ADAL" clId="{EAFC727E-4CD3-40C3-8CD8-8A123E962F00}" dt="2021-01-28T07:18:13.879" v="477" actId="207"/>
        <pc:sldMkLst>
          <pc:docMk/>
          <pc:sldMk cId="828786056" sldId="382"/>
        </pc:sldMkLst>
        <pc:spChg chg="mod">
          <ac:chgData name="鈴木 秀規" userId="f68c5fd9-22d5-4c0a-9833-7fb0f5135313" providerId="ADAL" clId="{EAFC727E-4CD3-40C3-8CD8-8A123E962F00}" dt="2021-01-28T07:15:49.317" v="449"/>
          <ac:spMkLst>
            <pc:docMk/>
            <pc:sldMk cId="828786056" sldId="382"/>
            <ac:spMk id="3" creationId="{EC5FF2BC-0B50-4236-8594-1714C82F07D7}"/>
          </ac:spMkLst>
        </pc:spChg>
        <pc:spChg chg="mod">
          <ac:chgData name="鈴木 秀規" userId="f68c5fd9-22d5-4c0a-9833-7fb0f5135313" providerId="ADAL" clId="{EAFC727E-4CD3-40C3-8CD8-8A123E962F00}" dt="2021-01-28T07:18:13.879" v="477" actId="207"/>
          <ac:spMkLst>
            <pc:docMk/>
            <pc:sldMk cId="828786056" sldId="382"/>
            <ac:spMk id="5" creationId="{58B39E1C-2F3F-41B9-B9A2-08AA8CB132E1}"/>
          </ac:spMkLst>
        </pc:spChg>
      </pc:sldChg>
      <pc:sldChg chg="del">
        <pc:chgData name="鈴木 秀規" userId="f68c5fd9-22d5-4c0a-9833-7fb0f5135313" providerId="ADAL" clId="{EAFC727E-4CD3-40C3-8CD8-8A123E962F00}" dt="2021-01-28T06:39:06.103" v="2" actId="2696"/>
        <pc:sldMkLst>
          <pc:docMk/>
          <pc:sldMk cId="1241536557" sldId="382"/>
        </pc:sldMkLst>
      </pc:sldChg>
      <pc:sldChg chg="del">
        <pc:chgData name="鈴木 秀規" userId="f68c5fd9-22d5-4c0a-9833-7fb0f5135313" providerId="ADAL" clId="{EAFC727E-4CD3-40C3-8CD8-8A123E962F00}" dt="2021-01-28T06:39:06.103" v="2" actId="2696"/>
        <pc:sldMkLst>
          <pc:docMk/>
          <pc:sldMk cId="370086342" sldId="383"/>
        </pc:sldMkLst>
      </pc:sldChg>
      <pc:sldChg chg="addSp modSp new mod">
        <pc:chgData name="鈴木 秀規" userId="f68c5fd9-22d5-4c0a-9833-7fb0f5135313" providerId="ADAL" clId="{EAFC727E-4CD3-40C3-8CD8-8A123E962F00}" dt="2021-01-28T07:20:05.328" v="501" actId="207"/>
        <pc:sldMkLst>
          <pc:docMk/>
          <pc:sldMk cId="2112429903" sldId="383"/>
        </pc:sldMkLst>
        <pc:spChg chg="mod">
          <ac:chgData name="鈴木 秀規" userId="f68c5fd9-22d5-4c0a-9833-7fb0f5135313" providerId="ADAL" clId="{EAFC727E-4CD3-40C3-8CD8-8A123E962F00}" dt="2021-01-28T07:18:27.933" v="479"/>
          <ac:spMkLst>
            <pc:docMk/>
            <pc:sldMk cId="2112429903" sldId="383"/>
            <ac:spMk id="3" creationId="{EEAA7AD3-25ED-4795-8701-858B8414F58A}"/>
          </ac:spMkLst>
        </pc:spChg>
        <pc:spChg chg="mod">
          <ac:chgData name="鈴木 秀規" userId="f68c5fd9-22d5-4c0a-9833-7fb0f5135313" providerId="ADAL" clId="{EAFC727E-4CD3-40C3-8CD8-8A123E962F00}" dt="2021-01-28T07:19:23.074" v="490" actId="207"/>
          <ac:spMkLst>
            <pc:docMk/>
            <pc:sldMk cId="2112429903" sldId="383"/>
            <ac:spMk id="5" creationId="{A22DD326-8AD1-4690-AE6B-14C87C2C673F}"/>
          </ac:spMkLst>
        </pc:spChg>
        <pc:spChg chg="add mod">
          <ac:chgData name="鈴木 秀規" userId="f68c5fd9-22d5-4c0a-9833-7fb0f5135313" providerId="ADAL" clId="{EAFC727E-4CD3-40C3-8CD8-8A123E962F00}" dt="2021-01-28T07:20:05.328" v="501" actId="207"/>
          <ac:spMkLst>
            <pc:docMk/>
            <pc:sldMk cId="2112429903" sldId="383"/>
            <ac:spMk id="6" creationId="{32C4DA72-CE5D-4879-8225-7A31F7C108E3}"/>
          </ac:spMkLst>
        </pc:spChg>
      </pc:sldChg>
      <pc:sldChg chg="addSp modSp new mod">
        <pc:chgData name="鈴木 秀規" userId="f68c5fd9-22d5-4c0a-9833-7fb0f5135313" providerId="ADAL" clId="{EAFC727E-4CD3-40C3-8CD8-8A123E962F00}" dt="2021-01-28T07:21:14.819" v="517"/>
        <pc:sldMkLst>
          <pc:docMk/>
          <pc:sldMk cId="1499429378" sldId="384"/>
        </pc:sldMkLst>
        <pc:spChg chg="mod">
          <ac:chgData name="鈴木 秀規" userId="f68c5fd9-22d5-4c0a-9833-7fb0f5135313" providerId="ADAL" clId="{EAFC727E-4CD3-40C3-8CD8-8A123E962F00}" dt="2021-01-28T07:21:14.819" v="517"/>
          <ac:spMkLst>
            <pc:docMk/>
            <pc:sldMk cId="1499429378" sldId="384"/>
            <ac:spMk id="3" creationId="{FD5C737E-756E-4151-99B3-626DDED6019E}"/>
          </ac:spMkLst>
        </pc:spChg>
        <pc:spChg chg="mod">
          <ac:chgData name="鈴木 秀規" userId="f68c5fd9-22d5-4c0a-9833-7fb0f5135313" providerId="ADAL" clId="{EAFC727E-4CD3-40C3-8CD8-8A123E962F00}" dt="2021-01-28T07:20:34.380" v="506" actId="20577"/>
          <ac:spMkLst>
            <pc:docMk/>
            <pc:sldMk cId="1499429378" sldId="384"/>
            <ac:spMk id="5" creationId="{2D26C282-9AC8-40E6-9CAE-51CE99BD7886}"/>
          </ac:spMkLst>
        </pc:spChg>
        <pc:graphicFrameChg chg="add mod modGraphic">
          <ac:chgData name="鈴木 秀規" userId="f68c5fd9-22d5-4c0a-9833-7fb0f5135313" providerId="ADAL" clId="{EAFC727E-4CD3-40C3-8CD8-8A123E962F00}" dt="2021-01-28T07:20:58.266" v="516" actId="12385"/>
          <ac:graphicFrameMkLst>
            <pc:docMk/>
            <pc:sldMk cId="1499429378" sldId="384"/>
            <ac:graphicFrameMk id="6" creationId="{2656D757-E32D-418A-BFCA-417D57951FF2}"/>
          </ac:graphicFrameMkLst>
        </pc:graphicFrameChg>
      </pc:sldChg>
      <pc:sldChg chg="del">
        <pc:chgData name="鈴木 秀規" userId="f68c5fd9-22d5-4c0a-9833-7fb0f5135313" providerId="ADAL" clId="{EAFC727E-4CD3-40C3-8CD8-8A123E962F00}" dt="2021-01-28T06:39:06.103" v="2" actId="2696"/>
        <pc:sldMkLst>
          <pc:docMk/>
          <pc:sldMk cId="2606702251" sldId="384"/>
        </pc:sldMkLst>
      </pc:sldChg>
      <pc:sldChg chg="del">
        <pc:chgData name="鈴木 秀規" userId="f68c5fd9-22d5-4c0a-9833-7fb0f5135313" providerId="ADAL" clId="{EAFC727E-4CD3-40C3-8CD8-8A123E962F00}" dt="2021-01-28T06:39:06.103" v="2" actId="2696"/>
        <pc:sldMkLst>
          <pc:docMk/>
          <pc:sldMk cId="687702862" sldId="385"/>
        </pc:sldMkLst>
      </pc:sldChg>
      <pc:sldChg chg="modSp new mod">
        <pc:chgData name="鈴木 秀規" userId="f68c5fd9-22d5-4c0a-9833-7fb0f5135313" providerId="ADAL" clId="{EAFC727E-4CD3-40C3-8CD8-8A123E962F00}" dt="2021-01-28T07:22:53.357" v="547" actId="207"/>
        <pc:sldMkLst>
          <pc:docMk/>
          <pc:sldMk cId="2169233160" sldId="385"/>
        </pc:sldMkLst>
        <pc:spChg chg="mod">
          <ac:chgData name="鈴木 秀規" userId="f68c5fd9-22d5-4c0a-9833-7fb0f5135313" providerId="ADAL" clId="{EAFC727E-4CD3-40C3-8CD8-8A123E962F00}" dt="2021-01-28T07:21:24.765" v="519"/>
          <ac:spMkLst>
            <pc:docMk/>
            <pc:sldMk cId="2169233160" sldId="385"/>
            <ac:spMk id="3" creationId="{445B57BD-ABC5-42E0-891E-C436138B250E}"/>
          </ac:spMkLst>
        </pc:spChg>
        <pc:spChg chg="mod">
          <ac:chgData name="鈴木 秀規" userId="f68c5fd9-22d5-4c0a-9833-7fb0f5135313" providerId="ADAL" clId="{EAFC727E-4CD3-40C3-8CD8-8A123E962F00}" dt="2021-01-28T07:22:53.357" v="547" actId="207"/>
          <ac:spMkLst>
            <pc:docMk/>
            <pc:sldMk cId="2169233160" sldId="385"/>
            <ac:spMk id="5" creationId="{FD80E4D7-68EA-467F-BC95-2EB3F6E08E56}"/>
          </ac:spMkLst>
        </pc:spChg>
      </pc:sldChg>
      <pc:sldChg chg="del">
        <pc:chgData name="鈴木 秀規" userId="f68c5fd9-22d5-4c0a-9833-7fb0f5135313" providerId="ADAL" clId="{EAFC727E-4CD3-40C3-8CD8-8A123E962F00}" dt="2021-01-28T06:39:06.103" v="2" actId="2696"/>
        <pc:sldMkLst>
          <pc:docMk/>
          <pc:sldMk cId="1556991625" sldId="386"/>
        </pc:sldMkLst>
      </pc:sldChg>
      <pc:sldChg chg="addSp modSp new mod">
        <pc:chgData name="鈴木 秀規" userId="f68c5fd9-22d5-4c0a-9833-7fb0f5135313" providerId="ADAL" clId="{EAFC727E-4CD3-40C3-8CD8-8A123E962F00}" dt="2021-01-28T07:24:31.223" v="579" actId="207"/>
        <pc:sldMkLst>
          <pc:docMk/>
          <pc:sldMk cId="2427549727" sldId="386"/>
        </pc:sldMkLst>
        <pc:spChg chg="mod">
          <ac:chgData name="鈴木 秀規" userId="f68c5fd9-22d5-4c0a-9833-7fb0f5135313" providerId="ADAL" clId="{EAFC727E-4CD3-40C3-8CD8-8A123E962F00}" dt="2021-01-28T07:23:22.595" v="549"/>
          <ac:spMkLst>
            <pc:docMk/>
            <pc:sldMk cId="2427549727" sldId="386"/>
            <ac:spMk id="3" creationId="{7B5641FC-C5C5-4156-976F-95AA62AAFAE6}"/>
          </ac:spMkLst>
        </pc:spChg>
        <pc:spChg chg="mod">
          <ac:chgData name="鈴木 秀規" userId="f68c5fd9-22d5-4c0a-9833-7fb0f5135313" providerId="ADAL" clId="{EAFC727E-4CD3-40C3-8CD8-8A123E962F00}" dt="2021-01-28T07:23:48.751" v="556" actId="14100"/>
          <ac:spMkLst>
            <pc:docMk/>
            <pc:sldMk cId="2427549727" sldId="386"/>
            <ac:spMk id="5" creationId="{7A3685FA-8043-489B-96F6-316251B8EEC7}"/>
          </ac:spMkLst>
        </pc:spChg>
        <pc:spChg chg="add mod">
          <ac:chgData name="鈴木 秀規" userId="f68c5fd9-22d5-4c0a-9833-7fb0f5135313" providerId="ADAL" clId="{EAFC727E-4CD3-40C3-8CD8-8A123E962F00}" dt="2021-01-28T07:24:31.223" v="579" actId="207"/>
          <ac:spMkLst>
            <pc:docMk/>
            <pc:sldMk cId="2427549727" sldId="386"/>
            <ac:spMk id="7" creationId="{253959E1-63A8-407A-B644-94CF506FA988}"/>
          </ac:spMkLst>
        </pc:spChg>
        <pc:picChg chg="add mod">
          <ac:chgData name="鈴木 秀規" userId="f68c5fd9-22d5-4c0a-9833-7fb0f5135313" providerId="ADAL" clId="{EAFC727E-4CD3-40C3-8CD8-8A123E962F00}" dt="2021-01-28T07:24:01.157" v="571" actId="14100"/>
          <ac:picMkLst>
            <pc:docMk/>
            <pc:sldMk cId="2427549727" sldId="386"/>
            <ac:picMk id="6" creationId="{8BDAA49F-62CC-4EC9-B85C-BC75B944DB09}"/>
          </ac:picMkLst>
        </pc:picChg>
      </pc:sldChg>
      <pc:sldChg chg="modSp new mod">
        <pc:chgData name="鈴木 秀規" userId="f68c5fd9-22d5-4c0a-9833-7fb0f5135313" providerId="ADAL" clId="{EAFC727E-4CD3-40C3-8CD8-8A123E962F00}" dt="2021-01-28T07:26:18.329" v="600" actId="207"/>
        <pc:sldMkLst>
          <pc:docMk/>
          <pc:sldMk cId="1167425035" sldId="387"/>
        </pc:sldMkLst>
        <pc:spChg chg="mod">
          <ac:chgData name="鈴木 秀規" userId="f68c5fd9-22d5-4c0a-9833-7fb0f5135313" providerId="ADAL" clId="{EAFC727E-4CD3-40C3-8CD8-8A123E962F00}" dt="2021-01-28T07:25:26.431" v="588"/>
          <ac:spMkLst>
            <pc:docMk/>
            <pc:sldMk cId="1167425035" sldId="387"/>
            <ac:spMk id="3" creationId="{471A66F8-F823-47B8-B365-B2D353924868}"/>
          </ac:spMkLst>
        </pc:spChg>
        <pc:spChg chg="mod">
          <ac:chgData name="鈴木 秀規" userId="f68c5fd9-22d5-4c0a-9833-7fb0f5135313" providerId="ADAL" clId="{EAFC727E-4CD3-40C3-8CD8-8A123E962F00}" dt="2021-01-28T07:26:18.329" v="600" actId="207"/>
          <ac:spMkLst>
            <pc:docMk/>
            <pc:sldMk cId="1167425035" sldId="387"/>
            <ac:spMk id="5" creationId="{1B9E6831-05DE-4BD5-81B3-DD12C51F5339}"/>
          </ac:spMkLst>
        </pc:spChg>
      </pc:sldChg>
      <pc:sldChg chg="del">
        <pc:chgData name="鈴木 秀規" userId="f68c5fd9-22d5-4c0a-9833-7fb0f5135313" providerId="ADAL" clId="{EAFC727E-4CD3-40C3-8CD8-8A123E962F00}" dt="2021-01-28T06:39:06.103" v="2" actId="2696"/>
        <pc:sldMkLst>
          <pc:docMk/>
          <pc:sldMk cId="3227213484" sldId="387"/>
        </pc:sldMkLst>
      </pc:sldChg>
      <pc:sldChg chg="del">
        <pc:chgData name="鈴木 秀規" userId="f68c5fd9-22d5-4c0a-9833-7fb0f5135313" providerId="ADAL" clId="{EAFC727E-4CD3-40C3-8CD8-8A123E962F00}" dt="2021-01-28T06:39:06.103" v="2" actId="2696"/>
        <pc:sldMkLst>
          <pc:docMk/>
          <pc:sldMk cId="2658651072" sldId="388"/>
        </pc:sldMkLst>
      </pc:sldChg>
      <pc:sldChg chg="del">
        <pc:chgData name="鈴木 秀規" userId="f68c5fd9-22d5-4c0a-9833-7fb0f5135313" providerId="ADAL" clId="{EAFC727E-4CD3-40C3-8CD8-8A123E962F00}" dt="2021-01-28T06:39:06.103" v="2" actId="2696"/>
        <pc:sldMkLst>
          <pc:docMk/>
          <pc:sldMk cId="91634463" sldId="389"/>
        </pc:sldMkLst>
      </pc:sldChg>
      <pc:sldChg chg="del">
        <pc:chgData name="鈴木 秀規" userId="f68c5fd9-22d5-4c0a-9833-7fb0f5135313" providerId="ADAL" clId="{EAFC727E-4CD3-40C3-8CD8-8A123E962F00}" dt="2021-01-28T06:39:06.103" v="2" actId="2696"/>
        <pc:sldMkLst>
          <pc:docMk/>
          <pc:sldMk cId="2320300325" sldId="390"/>
        </pc:sldMkLst>
      </pc:sldChg>
      <pc:sldChg chg="del">
        <pc:chgData name="鈴木 秀規" userId="f68c5fd9-22d5-4c0a-9833-7fb0f5135313" providerId="ADAL" clId="{EAFC727E-4CD3-40C3-8CD8-8A123E962F00}" dt="2021-01-28T06:39:06.103" v="2" actId="2696"/>
        <pc:sldMkLst>
          <pc:docMk/>
          <pc:sldMk cId="1037775335" sldId="391"/>
        </pc:sldMkLst>
      </pc:sldChg>
      <pc:sldChg chg="del">
        <pc:chgData name="鈴木 秀規" userId="f68c5fd9-22d5-4c0a-9833-7fb0f5135313" providerId="ADAL" clId="{EAFC727E-4CD3-40C3-8CD8-8A123E962F00}" dt="2021-01-28T06:39:06.103" v="2" actId="2696"/>
        <pc:sldMkLst>
          <pc:docMk/>
          <pc:sldMk cId="1989164865" sldId="392"/>
        </pc:sldMkLst>
      </pc:sldChg>
      <pc:sldChg chg="del">
        <pc:chgData name="鈴木 秀規" userId="f68c5fd9-22d5-4c0a-9833-7fb0f5135313" providerId="ADAL" clId="{EAFC727E-4CD3-40C3-8CD8-8A123E962F00}" dt="2021-01-28T06:39:06.103" v="2" actId="2696"/>
        <pc:sldMkLst>
          <pc:docMk/>
          <pc:sldMk cId="3817722397" sldId="393"/>
        </pc:sldMkLst>
      </pc:sldChg>
      <pc:sldChg chg="del">
        <pc:chgData name="鈴木 秀規" userId="f68c5fd9-22d5-4c0a-9833-7fb0f5135313" providerId="ADAL" clId="{EAFC727E-4CD3-40C3-8CD8-8A123E962F00}" dt="2021-01-28T06:39:06.103" v="2" actId="2696"/>
        <pc:sldMkLst>
          <pc:docMk/>
          <pc:sldMk cId="2635548106" sldId="394"/>
        </pc:sldMkLst>
      </pc:sldChg>
      <pc:sldChg chg="del">
        <pc:chgData name="鈴木 秀規" userId="f68c5fd9-22d5-4c0a-9833-7fb0f5135313" providerId="ADAL" clId="{EAFC727E-4CD3-40C3-8CD8-8A123E962F00}" dt="2021-01-28T06:39:06.103" v="2" actId="2696"/>
        <pc:sldMkLst>
          <pc:docMk/>
          <pc:sldMk cId="436757555" sldId="395"/>
        </pc:sldMkLst>
      </pc:sldChg>
      <pc:sldChg chg="del">
        <pc:chgData name="鈴木 秀規" userId="f68c5fd9-22d5-4c0a-9833-7fb0f5135313" providerId="ADAL" clId="{EAFC727E-4CD3-40C3-8CD8-8A123E962F00}" dt="2021-01-28T06:39:06.103" v="2" actId="2696"/>
        <pc:sldMkLst>
          <pc:docMk/>
          <pc:sldMk cId="3553494220" sldId="396"/>
        </pc:sldMkLst>
      </pc:sldChg>
    </pc:docChg>
  </pc:docChgLst>
  <pc:docChgLst>
    <pc:chgData name="Maasoglu Burak" userId="c547e492-7085-41a4-a6f9-c4ee3373bd36" providerId="ADAL" clId="{B0BB376E-7A76-4219-8833-C0C1B8BF8E35}"/>
    <pc:docChg chg="modSld">
      <pc:chgData name="Maasoglu Burak" userId="c547e492-7085-41a4-a6f9-c4ee3373bd36" providerId="ADAL" clId="{B0BB376E-7A76-4219-8833-C0C1B8BF8E35}" dt="2023-12-18T01:43:06.387" v="1" actId="14100"/>
      <pc:docMkLst>
        <pc:docMk/>
      </pc:docMkLst>
      <pc:sldChg chg="modSp mod">
        <pc:chgData name="Maasoglu Burak" userId="c547e492-7085-41a4-a6f9-c4ee3373bd36" providerId="ADAL" clId="{B0BB376E-7A76-4219-8833-C0C1B8BF8E35}" dt="2023-12-18T01:43:06.387" v="1" actId="14100"/>
        <pc:sldMkLst>
          <pc:docMk/>
          <pc:sldMk cId="3601123003" sldId="375"/>
        </pc:sldMkLst>
        <pc:spChg chg="mod">
          <ac:chgData name="Maasoglu Burak" userId="c547e492-7085-41a4-a6f9-c4ee3373bd36" providerId="ADAL" clId="{B0BB376E-7A76-4219-8833-C0C1B8BF8E35}" dt="2023-12-18T01:43:06.387" v="1" actId="14100"/>
          <ac:spMkLst>
            <pc:docMk/>
            <pc:sldMk cId="3601123003" sldId="375"/>
            <ac:spMk id="7" creationId="{B1558647-D7CC-4A7A-989C-4EC6651C8F3E}"/>
          </ac:spMkLst>
        </pc:sp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docChgLst>
    <pc:chgData name="鈴木 秀規" userId="f68c5fd9-22d5-4c0a-9833-7fb0f5135313" providerId="ADAL" clId="{BE39BC92-915D-4BE9-AEA4-43CFA5564052}"/>
    <pc:docChg chg="undo custSel addSld delSld modSld">
      <pc:chgData name="鈴木 秀規" userId="f68c5fd9-22d5-4c0a-9833-7fb0f5135313" providerId="ADAL" clId="{BE39BC92-915D-4BE9-AEA4-43CFA5564052}" dt="2021-01-28T04:49:57.117" v="1481" actId="2696"/>
      <pc:docMkLst>
        <pc:docMk/>
      </pc:docMkLst>
      <pc:sldChg chg="modSp mod">
        <pc:chgData name="鈴木 秀規" userId="f68c5fd9-22d5-4c0a-9833-7fb0f5135313" providerId="ADAL" clId="{BE39BC92-915D-4BE9-AEA4-43CFA5564052}" dt="2021-01-28T02:07:33.365" v="8" actId="20577"/>
        <pc:sldMkLst>
          <pc:docMk/>
          <pc:sldMk cId="0" sldId="256"/>
        </pc:sldMkLst>
        <pc:spChg chg="mod">
          <ac:chgData name="鈴木 秀規" userId="f68c5fd9-22d5-4c0a-9833-7fb0f5135313" providerId="ADAL" clId="{BE39BC92-915D-4BE9-AEA4-43CFA5564052}" dt="2021-01-28T02:07:33.365" v="8" actId="20577"/>
          <ac:spMkLst>
            <pc:docMk/>
            <pc:sldMk cId="0" sldId="256"/>
            <ac:spMk id="56" creationId="{00000000-0000-0000-0000-000000000000}"/>
          </ac:spMkLst>
        </pc:spChg>
      </pc:sldChg>
      <pc:sldChg chg="del">
        <pc:chgData name="鈴木 秀規" userId="f68c5fd9-22d5-4c0a-9833-7fb0f5135313" providerId="ADAL" clId="{BE39BC92-915D-4BE9-AEA4-43CFA5564052}" dt="2021-01-28T02:09:51.679" v="33" actId="2696"/>
        <pc:sldMkLst>
          <pc:docMk/>
          <pc:sldMk cId="1859091905" sldId="362"/>
        </pc:sldMkLst>
      </pc:sldChg>
      <pc:sldChg chg="del">
        <pc:chgData name="鈴木 秀規" userId="f68c5fd9-22d5-4c0a-9833-7fb0f5135313" providerId="ADAL" clId="{BE39BC92-915D-4BE9-AEA4-43CFA5564052}" dt="2021-01-28T02:07:53.316" v="9" actId="2696"/>
        <pc:sldMkLst>
          <pc:docMk/>
          <pc:sldMk cId="2294830573" sldId="363"/>
        </pc:sldMkLst>
      </pc:sldChg>
      <pc:sldChg chg="addSp delSp modSp new mod modClrScheme chgLayout">
        <pc:chgData name="鈴木 秀規" userId="f68c5fd9-22d5-4c0a-9833-7fb0f5135313" providerId="ADAL" clId="{BE39BC92-915D-4BE9-AEA4-43CFA5564052}" dt="2021-01-28T02:09:40.539" v="32" actId="207"/>
        <pc:sldMkLst>
          <pc:docMk/>
          <pc:sldMk cId="2397736379" sldId="363"/>
        </pc:sldMkLst>
        <pc:spChg chg="del mod ord">
          <ac:chgData name="鈴木 秀規" userId="f68c5fd9-22d5-4c0a-9833-7fb0f5135313" providerId="ADAL" clId="{BE39BC92-915D-4BE9-AEA4-43CFA5564052}" dt="2021-01-28T02:08:17.136" v="11" actId="700"/>
          <ac:spMkLst>
            <pc:docMk/>
            <pc:sldMk cId="2397736379" sldId="363"/>
            <ac:spMk id="2" creationId="{ECF94125-F70F-4DFD-9A24-1605B41C084D}"/>
          </ac:spMkLst>
        </pc:spChg>
        <pc:spChg chg="del mod ord">
          <ac:chgData name="鈴木 秀規" userId="f68c5fd9-22d5-4c0a-9833-7fb0f5135313" providerId="ADAL" clId="{BE39BC92-915D-4BE9-AEA4-43CFA5564052}" dt="2021-01-28T02:08:17.136" v="11" actId="700"/>
          <ac:spMkLst>
            <pc:docMk/>
            <pc:sldMk cId="2397736379" sldId="363"/>
            <ac:spMk id="3" creationId="{D95523EC-6C8F-490C-93CB-26DFD358471E}"/>
          </ac:spMkLst>
        </pc:spChg>
        <pc:spChg chg="mod ord">
          <ac:chgData name="鈴木 秀規" userId="f68c5fd9-22d5-4c0a-9833-7fb0f5135313" providerId="ADAL" clId="{BE39BC92-915D-4BE9-AEA4-43CFA5564052}" dt="2021-01-28T02:08:17.136" v="11" actId="700"/>
          <ac:spMkLst>
            <pc:docMk/>
            <pc:sldMk cId="2397736379" sldId="363"/>
            <ac:spMk id="4" creationId="{DE764CD8-0B12-484E-890C-8A5A26296D13}"/>
          </ac:spMkLst>
        </pc:spChg>
        <pc:spChg chg="mod ord">
          <ac:chgData name="鈴木 秀規" userId="f68c5fd9-22d5-4c0a-9833-7fb0f5135313" providerId="ADAL" clId="{BE39BC92-915D-4BE9-AEA4-43CFA5564052}" dt="2021-01-28T02:08:17.136" v="11" actId="700"/>
          <ac:spMkLst>
            <pc:docMk/>
            <pc:sldMk cId="2397736379" sldId="363"/>
            <ac:spMk id="5" creationId="{433B62C4-B6B9-4622-B802-69C25D6F2A49}"/>
          </ac:spMkLst>
        </pc:spChg>
        <pc:spChg chg="del">
          <ac:chgData name="鈴木 秀規" userId="f68c5fd9-22d5-4c0a-9833-7fb0f5135313" providerId="ADAL" clId="{BE39BC92-915D-4BE9-AEA4-43CFA5564052}" dt="2021-01-28T02:08:17.136" v="11" actId="700"/>
          <ac:spMkLst>
            <pc:docMk/>
            <pc:sldMk cId="2397736379" sldId="363"/>
            <ac:spMk id="6" creationId="{AB0A71B5-7DD3-4736-905A-46EED9A1D167}"/>
          </ac:spMkLst>
        </pc:spChg>
        <pc:spChg chg="add mod ord">
          <ac:chgData name="鈴木 秀規" userId="f68c5fd9-22d5-4c0a-9833-7fb0f5135313" providerId="ADAL" clId="{BE39BC92-915D-4BE9-AEA4-43CFA5564052}" dt="2021-01-28T02:08:25.553" v="12"/>
          <ac:spMkLst>
            <pc:docMk/>
            <pc:sldMk cId="2397736379" sldId="363"/>
            <ac:spMk id="7" creationId="{9630AD22-E64D-4A96-B059-2AF9F6580C25}"/>
          </ac:spMkLst>
        </pc:spChg>
        <pc:spChg chg="add mod ord">
          <ac:chgData name="鈴木 秀規" userId="f68c5fd9-22d5-4c0a-9833-7fb0f5135313" providerId="ADAL" clId="{BE39BC92-915D-4BE9-AEA4-43CFA5564052}" dt="2021-01-28T02:09:40.539" v="32" actId="207"/>
          <ac:spMkLst>
            <pc:docMk/>
            <pc:sldMk cId="2397736379" sldId="363"/>
            <ac:spMk id="8" creationId="{787CF02A-01AB-4517-BA3E-25572FA82648}"/>
          </ac:spMkLst>
        </pc:spChg>
      </pc:sldChg>
      <pc:sldChg chg="addSp modSp new mod">
        <pc:chgData name="鈴木 秀規" userId="f68c5fd9-22d5-4c0a-9833-7fb0f5135313" providerId="ADAL" clId="{BE39BC92-915D-4BE9-AEA4-43CFA5564052}" dt="2021-01-28T02:12:44.068" v="68" actId="207"/>
        <pc:sldMkLst>
          <pc:docMk/>
          <pc:sldMk cId="655144691" sldId="364"/>
        </pc:sldMkLst>
        <pc:spChg chg="mod">
          <ac:chgData name="鈴木 秀規" userId="f68c5fd9-22d5-4c0a-9833-7fb0f5135313" providerId="ADAL" clId="{BE39BC92-915D-4BE9-AEA4-43CFA5564052}" dt="2021-01-28T02:10:01.652" v="35"/>
          <ac:spMkLst>
            <pc:docMk/>
            <pc:sldMk cId="655144691" sldId="364"/>
            <ac:spMk id="3" creationId="{54E60DEB-3CF0-4D89-AB0B-045AFE2F15B2}"/>
          </ac:spMkLst>
        </pc:spChg>
        <pc:spChg chg="mod">
          <ac:chgData name="鈴木 秀規" userId="f68c5fd9-22d5-4c0a-9833-7fb0f5135313" providerId="ADAL" clId="{BE39BC92-915D-4BE9-AEA4-43CFA5564052}" dt="2021-01-28T02:11:56.237" v="60" actId="14100"/>
          <ac:spMkLst>
            <pc:docMk/>
            <pc:sldMk cId="655144691" sldId="364"/>
            <ac:spMk id="5" creationId="{D4511741-E9E3-4257-8CFE-534B1CA03E7B}"/>
          </ac:spMkLst>
        </pc:spChg>
        <pc:spChg chg="mod">
          <ac:chgData name="鈴木 秀規" userId="f68c5fd9-22d5-4c0a-9833-7fb0f5135313" providerId="ADAL" clId="{BE39BC92-915D-4BE9-AEA4-43CFA5564052}" dt="2021-01-28T02:10:35.039" v="42" actId="2711"/>
          <ac:spMkLst>
            <pc:docMk/>
            <pc:sldMk cId="655144691" sldId="364"/>
            <ac:spMk id="7" creationId="{6DCB21D9-A62A-455C-BDC9-4D9B5095E8ED}"/>
          </ac:spMkLst>
        </pc:spChg>
        <pc:spChg chg="mod">
          <ac:chgData name="鈴木 秀規" userId="f68c5fd9-22d5-4c0a-9833-7fb0f5135313" providerId="ADAL" clId="{BE39BC92-915D-4BE9-AEA4-43CFA5564052}" dt="2021-01-28T02:10:35.039" v="42" actId="2711"/>
          <ac:spMkLst>
            <pc:docMk/>
            <pc:sldMk cId="655144691" sldId="364"/>
            <ac:spMk id="8" creationId="{23C05CFD-5519-42FD-9E09-8924C155AA3B}"/>
          </ac:spMkLst>
        </pc:spChg>
        <pc:spChg chg="mod">
          <ac:chgData name="鈴木 秀規" userId="f68c5fd9-22d5-4c0a-9833-7fb0f5135313" providerId="ADAL" clId="{BE39BC92-915D-4BE9-AEA4-43CFA5564052}" dt="2021-01-28T02:10:35.039" v="42" actId="2711"/>
          <ac:spMkLst>
            <pc:docMk/>
            <pc:sldMk cId="655144691" sldId="364"/>
            <ac:spMk id="9" creationId="{AF9DA8F2-FC02-49C9-9EED-291488A6FDAC}"/>
          </ac:spMkLst>
        </pc:spChg>
        <pc:spChg chg="mod">
          <ac:chgData name="鈴木 秀規" userId="f68c5fd9-22d5-4c0a-9833-7fb0f5135313" providerId="ADAL" clId="{BE39BC92-915D-4BE9-AEA4-43CFA5564052}" dt="2021-01-28T02:10:35.039" v="42" actId="2711"/>
          <ac:spMkLst>
            <pc:docMk/>
            <pc:sldMk cId="655144691" sldId="364"/>
            <ac:spMk id="10" creationId="{F162C742-F2D1-4E3F-B9B5-1B59E1BAF548}"/>
          </ac:spMkLst>
        </pc:spChg>
        <pc:spChg chg="mod">
          <ac:chgData name="鈴木 秀規" userId="f68c5fd9-22d5-4c0a-9833-7fb0f5135313" providerId="ADAL" clId="{BE39BC92-915D-4BE9-AEA4-43CFA5564052}" dt="2021-01-28T02:10:35.039" v="42" actId="2711"/>
          <ac:spMkLst>
            <pc:docMk/>
            <pc:sldMk cId="655144691" sldId="364"/>
            <ac:spMk id="11" creationId="{7F343D24-C241-43FF-85F4-AFF6B6B72916}"/>
          </ac:spMkLst>
        </pc:spChg>
        <pc:spChg chg="mod">
          <ac:chgData name="鈴木 秀規" userId="f68c5fd9-22d5-4c0a-9833-7fb0f5135313" providerId="ADAL" clId="{BE39BC92-915D-4BE9-AEA4-43CFA5564052}" dt="2021-01-28T02:10:35.039" v="42" actId="2711"/>
          <ac:spMkLst>
            <pc:docMk/>
            <pc:sldMk cId="655144691" sldId="364"/>
            <ac:spMk id="12" creationId="{56B27176-02CE-41EA-8E3D-CB068F79DFE4}"/>
          </ac:spMkLst>
        </pc:spChg>
        <pc:spChg chg="mod">
          <ac:chgData name="鈴木 秀規" userId="f68c5fd9-22d5-4c0a-9833-7fb0f5135313" providerId="ADAL" clId="{BE39BC92-915D-4BE9-AEA4-43CFA5564052}" dt="2021-01-28T02:10:35.039" v="42" actId="2711"/>
          <ac:spMkLst>
            <pc:docMk/>
            <pc:sldMk cId="655144691" sldId="364"/>
            <ac:spMk id="13" creationId="{BE7959ED-1898-4CA0-98A9-01976F9401FE}"/>
          </ac:spMkLst>
        </pc:spChg>
        <pc:spChg chg="add mod">
          <ac:chgData name="鈴木 秀規" userId="f68c5fd9-22d5-4c0a-9833-7fb0f5135313" providerId="ADAL" clId="{BE39BC92-915D-4BE9-AEA4-43CFA5564052}" dt="2021-01-28T02:11:49.243" v="58" actId="164"/>
          <ac:spMkLst>
            <pc:docMk/>
            <pc:sldMk cId="655144691" sldId="364"/>
            <ac:spMk id="14" creationId="{115BB9DC-9006-42FC-89B8-95AD8402514F}"/>
          </ac:spMkLst>
        </pc:spChg>
        <pc:spChg chg="add mod">
          <ac:chgData name="鈴木 秀規" userId="f68c5fd9-22d5-4c0a-9833-7fb0f5135313" providerId="ADAL" clId="{BE39BC92-915D-4BE9-AEA4-43CFA5564052}" dt="2021-01-28T02:11:49.243" v="58" actId="164"/>
          <ac:spMkLst>
            <pc:docMk/>
            <pc:sldMk cId="655144691" sldId="364"/>
            <ac:spMk id="15" creationId="{F5252EAB-166B-4928-B8DF-79EE13DE20C2}"/>
          </ac:spMkLst>
        </pc:spChg>
        <pc:spChg chg="add mod">
          <ac:chgData name="鈴木 秀規" userId="f68c5fd9-22d5-4c0a-9833-7fb0f5135313" providerId="ADAL" clId="{BE39BC92-915D-4BE9-AEA4-43CFA5564052}" dt="2021-01-28T02:11:49.243" v="58" actId="164"/>
          <ac:spMkLst>
            <pc:docMk/>
            <pc:sldMk cId="655144691" sldId="364"/>
            <ac:spMk id="16" creationId="{1EBB0533-3B6B-4153-99FF-60DA3A5C87FE}"/>
          </ac:spMkLst>
        </pc:spChg>
        <pc:spChg chg="add mod">
          <ac:chgData name="鈴木 秀規" userId="f68c5fd9-22d5-4c0a-9833-7fb0f5135313" providerId="ADAL" clId="{BE39BC92-915D-4BE9-AEA4-43CFA5564052}" dt="2021-01-28T02:11:49.243" v="58" actId="164"/>
          <ac:spMkLst>
            <pc:docMk/>
            <pc:sldMk cId="655144691" sldId="364"/>
            <ac:spMk id="17" creationId="{E2E073F8-32E6-4D79-8C97-BAB3A6BFE6F8}"/>
          </ac:spMkLst>
        </pc:spChg>
        <pc:spChg chg="add mod">
          <ac:chgData name="鈴木 秀規" userId="f68c5fd9-22d5-4c0a-9833-7fb0f5135313" providerId="ADAL" clId="{BE39BC92-915D-4BE9-AEA4-43CFA5564052}" dt="2021-01-28T02:11:49.243" v="58" actId="164"/>
          <ac:spMkLst>
            <pc:docMk/>
            <pc:sldMk cId="655144691" sldId="364"/>
            <ac:spMk id="18" creationId="{3015448E-7458-44DA-8693-648E12BF0C31}"/>
          </ac:spMkLst>
        </pc:spChg>
        <pc:spChg chg="add mod">
          <ac:chgData name="鈴木 秀規" userId="f68c5fd9-22d5-4c0a-9833-7fb0f5135313" providerId="ADAL" clId="{BE39BC92-915D-4BE9-AEA4-43CFA5564052}" dt="2021-01-28T02:11:49.243" v="58" actId="164"/>
          <ac:spMkLst>
            <pc:docMk/>
            <pc:sldMk cId="655144691" sldId="364"/>
            <ac:spMk id="19" creationId="{3005D83C-B7EC-4DA8-8ECE-3DE2BE5A30E3}"/>
          </ac:spMkLst>
        </pc:spChg>
        <pc:spChg chg="add mod ord">
          <ac:chgData name="鈴木 秀規" userId="f68c5fd9-22d5-4c0a-9833-7fb0f5135313" providerId="ADAL" clId="{BE39BC92-915D-4BE9-AEA4-43CFA5564052}" dt="2021-01-28T02:11:49.243" v="58" actId="164"/>
          <ac:spMkLst>
            <pc:docMk/>
            <pc:sldMk cId="655144691" sldId="364"/>
            <ac:spMk id="20" creationId="{794B0652-4AF5-4519-B01F-F5AE0D5AB1CA}"/>
          </ac:spMkLst>
        </pc:spChg>
        <pc:spChg chg="add mod">
          <ac:chgData name="鈴木 秀規" userId="f68c5fd9-22d5-4c0a-9833-7fb0f5135313" providerId="ADAL" clId="{BE39BC92-915D-4BE9-AEA4-43CFA5564052}" dt="2021-01-28T02:12:44.068" v="68" actId="207"/>
          <ac:spMkLst>
            <pc:docMk/>
            <pc:sldMk cId="655144691" sldId="364"/>
            <ac:spMk id="22" creationId="{6269760F-A874-4513-8213-97598B0F505A}"/>
          </ac:spMkLst>
        </pc:spChg>
        <pc:grpChg chg="add mod">
          <ac:chgData name="鈴木 秀規" userId="f68c5fd9-22d5-4c0a-9833-7fb0f5135313" providerId="ADAL" clId="{BE39BC92-915D-4BE9-AEA4-43CFA5564052}" dt="2021-01-28T02:11:49.243" v="58" actId="164"/>
          <ac:grpSpMkLst>
            <pc:docMk/>
            <pc:sldMk cId="655144691" sldId="364"/>
            <ac:grpSpMk id="6" creationId="{1024C8AB-1378-4703-8FB6-E8F322F41B16}"/>
          </ac:grpSpMkLst>
        </pc:grpChg>
        <pc:grpChg chg="add mod">
          <ac:chgData name="鈴木 秀規" userId="f68c5fd9-22d5-4c0a-9833-7fb0f5135313" providerId="ADAL" clId="{BE39BC92-915D-4BE9-AEA4-43CFA5564052}" dt="2021-01-28T02:11:52.630" v="59" actId="1076"/>
          <ac:grpSpMkLst>
            <pc:docMk/>
            <pc:sldMk cId="655144691" sldId="364"/>
            <ac:grpSpMk id="21" creationId="{7A7ACBB5-4C1B-46A7-927D-81EB144B3E37}"/>
          </ac:grpSpMkLst>
        </pc:grpChg>
      </pc:sldChg>
      <pc:sldChg chg="del">
        <pc:chgData name="鈴木 秀規" userId="f68c5fd9-22d5-4c0a-9833-7fb0f5135313" providerId="ADAL" clId="{BE39BC92-915D-4BE9-AEA4-43CFA5564052}" dt="2021-01-28T02:07:53.316" v="9" actId="2696"/>
        <pc:sldMkLst>
          <pc:docMk/>
          <pc:sldMk cId="1110472243" sldId="364"/>
        </pc:sldMkLst>
      </pc:sldChg>
      <pc:sldChg chg="del">
        <pc:chgData name="鈴木 秀規" userId="f68c5fd9-22d5-4c0a-9833-7fb0f5135313" providerId="ADAL" clId="{BE39BC92-915D-4BE9-AEA4-43CFA5564052}" dt="2021-01-28T02:07:53.316" v="9" actId="2696"/>
        <pc:sldMkLst>
          <pc:docMk/>
          <pc:sldMk cId="2023125260" sldId="365"/>
        </pc:sldMkLst>
      </pc:sldChg>
      <pc:sldChg chg="addSp modSp new mod">
        <pc:chgData name="鈴木 秀規" userId="f68c5fd9-22d5-4c0a-9833-7fb0f5135313" providerId="ADAL" clId="{BE39BC92-915D-4BE9-AEA4-43CFA5564052}" dt="2021-01-28T02:18:54.305" v="324" actId="12385"/>
        <pc:sldMkLst>
          <pc:docMk/>
          <pc:sldMk cId="3025764782" sldId="365"/>
        </pc:sldMkLst>
        <pc:spChg chg="mod">
          <ac:chgData name="鈴木 秀規" userId="f68c5fd9-22d5-4c0a-9833-7fb0f5135313" providerId="ADAL" clId="{BE39BC92-915D-4BE9-AEA4-43CFA5564052}" dt="2021-01-28T02:13:06.887" v="70"/>
          <ac:spMkLst>
            <pc:docMk/>
            <pc:sldMk cId="3025764782" sldId="365"/>
            <ac:spMk id="3" creationId="{6B20F84A-74E9-4AE6-9643-9ED31F4B5BFB}"/>
          </ac:spMkLst>
        </pc:spChg>
        <pc:spChg chg="mod">
          <ac:chgData name="鈴木 秀規" userId="f68c5fd9-22d5-4c0a-9833-7fb0f5135313" providerId="ADAL" clId="{BE39BC92-915D-4BE9-AEA4-43CFA5564052}" dt="2021-01-28T02:14:02.162" v="83" actId="14100"/>
          <ac:spMkLst>
            <pc:docMk/>
            <pc:sldMk cId="3025764782" sldId="365"/>
            <ac:spMk id="5" creationId="{62359AF8-7954-46A8-94DD-32F6059CB2B7}"/>
          </ac:spMkLst>
        </pc:spChg>
        <pc:spChg chg="add mod">
          <ac:chgData name="鈴木 秀規" userId="f68c5fd9-22d5-4c0a-9833-7fb0f5135313" providerId="ADAL" clId="{BE39BC92-915D-4BE9-AEA4-43CFA5564052}" dt="2021-01-28T02:18:20.274" v="323" actId="207"/>
          <ac:spMkLst>
            <pc:docMk/>
            <pc:sldMk cId="3025764782" sldId="365"/>
            <ac:spMk id="7" creationId="{4BB5458C-2295-4333-908D-3684DE458D08}"/>
          </ac:spMkLst>
        </pc:spChg>
        <pc:spChg chg="add mod">
          <ac:chgData name="鈴木 秀規" userId="f68c5fd9-22d5-4c0a-9833-7fb0f5135313" providerId="ADAL" clId="{BE39BC92-915D-4BE9-AEA4-43CFA5564052}" dt="2021-01-28T02:18:20.274" v="323" actId="207"/>
          <ac:spMkLst>
            <pc:docMk/>
            <pc:sldMk cId="3025764782" sldId="365"/>
            <ac:spMk id="8" creationId="{6B2668E2-1D6A-42ED-904A-CC96DFD8A4FA}"/>
          </ac:spMkLst>
        </pc:spChg>
        <pc:spChg chg="add mod">
          <ac:chgData name="鈴木 秀規" userId="f68c5fd9-22d5-4c0a-9833-7fb0f5135313" providerId="ADAL" clId="{BE39BC92-915D-4BE9-AEA4-43CFA5564052}" dt="2021-01-28T02:18:20.274" v="323" actId="207"/>
          <ac:spMkLst>
            <pc:docMk/>
            <pc:sldMk cId="3025764782" sldId="365"/>
            <ac:spMk id="9" creationId="{5A2F7215-6636-4AE3-AE50-5A3767DA50CC}"/>
          </ac:spMkLst>
        </pc:spChg>
        <pc:spChg chg="add mod">
          <ac:chgData name="鈴木 秀規" userId="f68c5fd9-22d5-4c0a-9833-7fb0f5135313" providerId="ADAL" clId="{BE39BC92-915D-4BE9-AEA4-43CFA5564052}" dt="2021-01-28T02:18:20.274" v="323" actId="207"/>
          <ac:spMkLst>
            <pc:docMk/>
            <pc:sldMk cId="3025764782" sldId="365"/>
            <ac:spMk id="10" creationId="{B9A49085-154E-4FAB-9546-485C6C12A9DC}"/>
          </ac:spMkLst>
        </pc:spChg>
        <pc:graphicFrameChg chg="add mod modGraphic">
          <ac:chgData name="鈴木 秀規" userId="f68c5fd9-22d5-4c0a-9833-7fb0f5135313" providerId="ADAL" clId="{BE39BC92-915D-4BE9-AEA4-43CFA5564052}" dt="2021-01-28T02:18:54.305" v="324" actId="12385"/>
          <ac:graphicFrameMkLst>
            <pc:docMk/>
            <pc:sldMk cId="3025764782" sldId="365"/>
            <ac:graphicFrameMk id="6" creationId="{44380A86-AA42-4DB7-A671-620E8EF972B8}"/>
          </ac:graphicFrameMkLst>
        </pc:graphicFrameChg>
      </pc:sldChg>
      <pc:sldChg chg="del">
        <pc:chgData name="鈴木 秀規" userId="f68c5fd9-22d5-4c0a-9833-7fb0f5135313" providerId="ADAL" clId="{BE39BC92-915D-4BE9-AEA4-43CFA5564052}" dt="2021-01-28T02:07:53.316" v="9" actId="2696"/>
        <pc:sldMkLst>
          <pc:docMk/>
          <pc:sldMk cId="597858556" sldId="366"/>
        </pc:sldMkLst>
      </pc:sldChg>
      <pc:sldChg chg="addSp modSp new mod">
        <pc:chgData name="鈴木 秀規" userId="f68c5fd9-22d5-4c0a-9833-7fb0f5135313" providerId="ADAL" clId="{BE39BC92-915D-4BE9-AEA4-43CFA5564052}" dt="2021-01-28T02:21:18.459" v="349" actId="2711"/>
        <pc:sldMkLst>
          <pc:docMk/>
          <pc:sldMk cId="4018965676" sldId="366"/>
        </pc:sldMkLst>
        <pc:spChg chg="mod">
          <ac:chgData name="鈴木 秀規" userId="f68c5fd9-22d5-4c0a-9833-7fb0f5135313" providerId="ADAL" clId="{BE39BC92-915D-4BE9-AEA4-43CFA5564052}" dt="2021-01-28T02:20:00.769" v="326"/>
          <ac:spMkLst>
            <pc:docMk/>
            <pc:sldMk cId="4018965676" sldId="366"/>
            <ac:spMk id="3" creationId="{6065C671-29C1-42DC-9C1E-A88CECEB07A6}"/>
          </ac:spMkLst>
        </pc:spChg>
        <pc:spChg chg="mod">
          <ac:chgData name="鈴木 秀規" userId="f68c5fd9-22d5-4c0a-9833-7fb0f5135313" providerId="ADAL" clId="{BE39BC92-915D-4BE9-AEA4-43CFA5564052}" dt="2021-01-28T02:21:12.195" v="346" actId="14100"/>
          <ac:spMkLst>
            <pc:docMk/>
            <pc:sldMk cId="4018965676" sldId="366"/>
            <ac:spMk id="5" creationId="{35CC0BAD-936C-4EB6-92E1-56B969F9F1E7}"/>
          </ac:spMkLst>
        </pc:spChg>
        <pc:spChg chg="add mod">
          <ac:chgData name="鈴木 秀規" userId="f68c5fd9-22d5-4c0a-9833-7fb0f5135313" providerId="ADAL" clId="{BE39BC92-915D-4BE9-AEA4-43CFA5564052}" dt="2021-01-28T02:21:18.459" v="349" actId="2711"/>
          <ac:spMkLst>
            <pc:docMk/>
            <pc:sldMk cId="4018965676" sldId="366"/>
            <ac:spMk id="6" creationId="{2221DFF8-72C3-4060-B108-4E7A7779EDF8}"/>
          </ac:spMkLst>
        </pc:spChg>
      </pc:sldChg>
      <pc:sldChg chg="addSp delSp modSp new mod">
        <pc:chgData name="鈴木 秀規" userId="f68c5fd9-22d5-4c0a-9833-7fb0f5135313" providerId="ADAL" clId="{BE39BC92-915D-4BE9-AEA4-43CFA5564052}" dt="2021-01-28T03:28:53.898" v="519" actId="207"/>
        <pc:sldMkLst>
          <pc:docMk/>
          <pc:sldMk cId="2327445248" sldId="367"/>
        </pc:sldMkLst>
        <pc:spChg chg="mod">
          <ac:chgData name="鈴木 秀規" userId="f68c5fd9-22d5-4c0a-9833-7fb0f5135313" providerId="ADAL" clId="{BE39BC92-915D-4BE9-AEA4-43CFA5564052}" dt="2021-01-28T02:21:33.854" v="351"/>
          <ac:spMkLst>
            <pc:docMk/>
            <pc:sldMk cId="2327445248" sldId="367"/>
            <ac:spMk id="3" creationId="{DC9775AD-DF08-487A-8150-66A5547804BA}"/>
          </ac:spMkLst>
        </pc:spChg>
        <pc:spChg chg="add del mod">
          <ac:chgData name="鈴木 秀規" userId="f68c5fd9-22d5-4c0a-9833-7fb0f5135313" providerId="ADAL" clId="{BE39BC92-915D-4BE9-AEA4-43CFA5564052}" dt="2021-01-28T02:27:12.713" v="463" actId="1076"/>
          <ac:spMkLst>
            <pc:docMk/>
            <pc:sldMk cId="2327445248" sldId="367"/>
            <ac:spMk id="5" creationId="{F6F2B032-1854-426E-853D-2DDB691ABD42}"/>
          </ac:spMkLst>
        </pc:spChg>
        <pc:spChg chg="add del mod">
          <ac:chgData name="鈴木 秀規" userId="f68c5fd9-22d5-4c0a-9833-7fb0f5135313" providerId="ADAL" clId="{BE39BC92-915D-4BE9-AEA4-43CFA5564052}" dt="2021-01-28T02:23:28.422" v="393" actId="21"/>
          <ac:spMkLst>
            <pc:docMk/>
            <pc:sldMk cId="2327445248" sldId="367"/>
            <ac:spMk id="7" creationId="{2C8121B7-7B73-4CF8-9B38-1985AD6689A3}"/>
          </ac:spMkLst>
        </pc:spChg>
        <pc:spChg chg="add del mod">
          <ac:chgData name="鈴木 秀規" userId="f68c5fd9-22d5-4c0a-9833-7fb0f5135313" providerId="ADAL" clId="{BE39BC92-915D-4BE9-AEA4-43CFA5564052}" dt="2021-01-28T02:23:34.979" v="396"/>
          <ac:spMkLst>
            <pc:docMk/>
            <pc:sldMk cId="2327445248" sldId="367"/>
            <ac:spMk id="8" creationId="{BA8392B6-C7A7-411F-8F37-EA78C90F9C2A}"/>
          </ac:spMkLst>
        </pc:spChg>
        <pc:spChg chg="add mod">
          <ac:chgData name="鈴木 秀規" userId="f68c5fd9-22d5-4c0a-9833-7fb0f5135313" providerId="ADAL" clId="{BE39BC92-915D-4BE9-AEA4-43CFA5564052}" dt="2021-01-28T02:25:33.653" v="447" actId="404"/>
          <ac:spMkLst>
            <pc:docMk/>
            <pc:sldMk cId="2327445248" sldId="367"/>
            <ac:spMk id="9" creationId="{4CD9BE09-5129-4C3B-A4FE-048849E95693}"/>
          </ac:spMkLst>
        </pc:spChg>
        <pc:spChg chg="add mod">
          <ac:chgData name="鈴木 秀規" userId="f68c5fd9-22d5-4c0a-9833-7fb0f5135313" providerId="ADAL" clId="{BE39BC92-915D-4BE9-AEA4-43CFA5564052}" dt="2021-01-28T02:25:33.653" v="447" actId="404"/>
          <ac:spMkLst>
            <pc:docMk/>
            <pc:sldMk cId="2327445248" sldId="367"/>
            <ac:spMk id="10" creationId="{62E7CF24-56CC-47C3-98B0-A46BE86CF153}"/>
          </ac:spMkLst>
        </pc:spChg>
        <pc:spChg chg="add mod">
          <ac:chgData name="鈴木 秀規" userId="f68c5fd9-22d5-4c0a-9833-7fb0f5135313" providerId="ADAL" clId="{BE39BC92-915D-4BE9-AEA4-43CFA5564052}" dt="2021-01-28T02:25:33.653" v="447" actId="404"/>
          <ac:spMkLst>
            <pc:docMk/>
            <pc:sldMk cId="2327445248" sldId="367"/>
            <ac:spMk id="11" creationId="{3FF84382-C8EB-42C6-A379-F156E0D315E0}"/>
          </ac:spMkLst>
        </pc:spChg>
        <pc:spChg chg="add del mod">
          <ac:chgData name="鈴木 秀規" userId="f68c5fd9-22d5-4c0a-9833-7fb0f5135313" providerId="ADAL" clId="{BE39BC92-915D-4BE9-AEA4-43CFA5564052}" dt="2021-01-28T02:24:03.238" v="399" actId="478"/>
          <ac:spMkLst>
            <pc:docMk/>
            <pc:sldMk cId="2327445248" sldId="367"/>
            <ac:spMk id="12" creationId="{9D56C091-0C55-4440-9277-678FBEDFEE53}"/>
          </ac:spMkLst>
        </pc:spChg>
        <pc:spChg chg="add del mod">
          <ac:chgData name="鈴木 秀規" userId="f68c5fd9-22d5-4c0a-9833-7fb0f5135313" providerId="ADAL" clId="{BE39BC92-915D-4BE9-AEA4-43CFA5564052}" dt="2021-01-28T02:24:03.238" v="399" actId="478"/>
          <ac:spMkLst>
            <pc:docMk/>
            <pc:sldMk cId="2327445248" sldId="367"/>
            <ac:spMk id="13" creationId="{41C9036D-466D-473F-9CBD-EF7336C0B96B}"/>
          </ac:spMkLst>
        </pc:spChg>
        <pc:spChg chg="add del mod">
          <ac:chgData name="鈴木 秀規" userId="f68c5fd9-22d5-4c0a-9833-7fb0f5135313" providerId="ADAL" clId="{BE39BC92-915D-4BE9-AEA4-43CFA5564052}" dt="2021-01-28T02:24:03.238" v="399" actId="478"/>
          <ac:spMkLst>
            <pc:docMk/>
            <pc:sldMk cId="2327445248" sldId="367"/>
            <ac:spMk id="14" creationId="{C85FBBCE-6672-47F7-ABB4-F250306F30B3}"/>
          </ac:spMkLst>
        </pc:spChg>
        <pc:spChg chg="add mod">
          <ac:chgData name="鈴木 秀規" userId="f68c5fd9-22d5-4c0a-9833-7fb0f5135313" providerId="ADAL" clId="{BE39BC92-915D-4BE9-AEA4-43CFA5564052}" dt="2021-01-28T02:25:36.319" v="448" actId="20577"/>
          <ac:spMkLst>
            <pc:docMk/>
            <pc:sldMk cId="2327445248" sldId="367"/>
            <ac:spMk id="15" creationId="{06BC60B0-1315-4548-80FD-D156800B6A3C}"/>
          </ac:spMkLst>
        </pc:spChg>
        <pc:spChg chg="add mod">
          <ac:chgData name="鈴木 秀規" userId="f68c5fd9-22d5-4c0a-9833-7fb0f5135313" providerId="ADAL" clId="{BE39BC92-915D-4BE9-AEA4-43CFA5564052}" dt="2021-01-28T03:28:03.464" v="503" actId="1076"/>
          <ac:spMkLst>
            <pc:docMk/>
            <pc:sldMk cId="2327445248" sldId="367"/>
            <ac:spMk id="16" creationId="{324C1AE3-2904-4520-828A-7F5E0D2E112C}"/>
          </ac:spMkLst>
        </pc:spChg>
        <pc:spChg chg="add del mod">
          <ac:chgData name="鈴木 秀規" userId="f68c5fd9-22d5-4c0a-9833-7fb0f5135313" providerId="ADAL" clId="{BE39BC92-915D-4BE9-AEA4-43CFA5564052}" dt="2021-01-28T03:27:55.954" v="502" actId="478"/>
          <ac:spMkLst>
            <pc:docMk/>
            <pc:sldMk cId="2327445248" sldId="367"/>
            <ac:spMk id="17" creationId="{D290F318-A1F7-4790-B832-EEA027B26901}"/>
          </ac:spMkLst>
        </pc:spChg>
        <pc:spChg chg="add mod">
          <ac:chgData name="鈴木 秀規" userId="f68c5fd9-22d5-4c0a-9833-7fb0f5135313" providerId="ADAL" clId="{BE39BC92-915D-4BE9-AEA4-43CFA5564052}" dt="2021-01-28T03:28:53.898" v="519" actId="207"/>
          <ac:spMkLst>
            <pc:docMk/>
            <pc:sldMk cId="2327445248" sldId="367"/>
            <ac:spMk id="18" creationId="{01407575-3DFD-4109-94C2-A5F86AC9B86C}"/>
          </ac:spMkLst>
        </pc:spChg>
      </pc:sldChg>
      <pc:sldChg chg="del">
        <pc:chgData name="鈴木 秀規" userId="f68c5fd9-22d5-4c0a-9833-7fb0f5135313" providerId="ADAL" clId="{BE39BC92-915D-4BE9-AEA4-43CFA5564052}" dt="2021-01-28T02:07:53.316" v="9" actId="2696"/>
        <pc:sldMkLst>
          <pc:docMk/>
          <pc:sldMk cId="3532048317" sldId="367"/>
        </pc:sldMkLst>
      </pc:sldChg>
      <pc:sldChg chg="addSp modSp new mod">
        <pc:chgData name="鈴木 秀規" userId="f68c5fd9-22d5-4c0a-9833-7fb0f5135313" providerId="ADAL" clId="{BE39BC92-915D-4BE9-AEA4-43CFA5564052}" dt="2021-01-28T03:30:10.927" v="537" actId="1076"/>
        <pc:sldMkLst>
          <pc:docMk/>
          <pc:sldMk cId="19046241" sldId="368"/>
        </pc:sldMkLst>
        <pc:spChg chg="mod">
          <ac:chgData name="鈴木 秀規" userId="f68c5fd9-22d5-4c0a-9833-7fb0f5135313" providerId="ADAL" clId="{BE39BC92-915D-4BE9-AEA4-43CFA5564052}" dt="2021-01-28T02:27:52.380" v="467"/>
          <ac:spMkLst>
            <pc:docMk/>
            <pc:sldMk cId="19046241" sldId="368"/>
            <ac:spMk id="3" creationId="{FC9C1281-C10D-4E7F-9AF6-89FF603B4C74}"/>
          </ac:spMkLst>
        </pc:spChg>
        <pc:spChg chg="mod">
          <ac:chgData name="鈴木 秀規" userId="f68c5fd9-22d5-4c0a-9833-7fb0f5135313" providerId="ADAL" clId="{BE39BC92-915D-4BE9-AEA4-43CFA5564052}" dt="2021-01-28T02:29:30.132" v="499" actId="14100"/>
          <ac:spMkLst>
            <pc:docMk/>
            <pc:sldMk cId="19046241" sldId="368"/>
            <ac:spMk id="5" creationId="{AB608DCD-A62C-492B-9BD6-076E4C270D07}"/>
          </ac:spMkLst>
        </pc:spChg>
        <pc:spChg chg="add mod">
          <ac:chgData name="鈴木 秀規" userId="f68c5fd9-22d5-4c0a-9833-7fb0f5135313" providerId="ADAL" clId="{BE39BC92-915D-4BE9-AEA4-43CFA5564052}" dt="2021-01-28T03:29:06.399" v="520"/>
          <ac:spMkLst>
            <pc:docMk/>
            <pc:sldMk cId="19046241" sldId="368"/>
            <ac:spMk id="6" creationId="{4A907D25-C3F3-4AC4-87A1-486B8B2AD49A}"/>
          </ac:spMkLst>
        </pc:spChg>
        <pc:spChg chg="add mod">
          <ac:chgData name="鈴木 秀規" userId="f68c5fd9-22d5-4c0a-9833-7fb0f5135313" providerId="ADAL" clId="{BE39BC92-915D-4BE9-AEA4-43CFA5564052}" dt="2021-01-28T03:29:06.399" v="520"/>
          <ac:spMkLst>
            <pc:docMk/>
            <pc:sldMk cId="19046241" sldId="368"/>
            <ac:spMk id="7" creationId="{811BFB9F-6064-4F41-AF6E-1F3F16C39BAB}"/>
          </ac:spMkLst>
        </pc:spChg>
        <pc:spChg chg="add mod">
          <ac:chgData name="鈴木 秀規" userId="f68c5fd9-22d5-4c0a-9833-7fb0f5135313" providerId="ADAL" clId="{BE39BC92-915D-4BE9-AEA4-43CFA5564052}" dt="2021-01-28T03:29:06.399" v="520"/>
          <ac:spMkLst>
            <pc:docMk/>
            <pc:sldMk cId="19046241" sldId="368"/>
            <ac:spMk id="8" creationId="{A2238F6F-B629-40F1-AFFC-F83AFCF0A03E}"/>
          </ac:spMkLst>
        </pc:spChg>
        <pc:spChg chg="add mod">
          <ac:chgData name="鈴木 秀規" userId="f68c5fd9-22d5-4c0a-9833-7fb0f5135313" providerId="ADAL" clId="{BE39BC92-915D-4BE9-AEA4-43CFA5564052}" dt="2021-01-28T03:29:06.399" v="520"/>
          <ac:spMkLst>
            <pc:docMk/>
            <pc:sldMk cId="19046241" sldId="368"/>
            <ac:spMk id="9" creationId="{C72FE042-B436-4C24-96D7-09A90D6817E1}"/>
          </ac:spMkLst>
        </pc:spChg>
        <pc:spChg chg="add mod">
          <ac:chgData name="鈴木 秀規" userId="f68c5fd9-22d5-4c0a-9833-7fb0f5135313" providerId="ADAL" clId="{BE39BC92-915D-4BE9-AEA4-43CFA5564052}" dt="2021-01-28T03:29:06.399" v="520"/>
          <ac:spMkLst>
            <pc:docMk/>
            <pc:sldMk cId="19046241" sldId="368"/>
            <ac:spMk id="10" creationId="{3C3D1B91-4159-44EA-8500-9DEE12086EEF}"/>
          </ac:spMkLst>
        </pc:spChg>
        <pc:spChg chg="add mod">
          <ac:chgData name="鈴木 秀規" userId="f68c5fd9-22d5-4c0a-9833-7fb0f5135313" providerId="ADAL" clId="{BE39BC92-915D-4BE9-AEA4-43CFA5564052}" dt="2021-01-28T03:29:06.399" v="520"/>
          <ac:spMkLst>
            <pc:docMk/>
            <pc:sldMk cId="19046241" sldId="368"/>
            <ac:spMk id="11" creationId="{3BF806A8-C064-4CFC-BC1C-692B306EB673}"/>
          </ac:spMkLst>
        </pc:spChg>
        <pc:spChg chg="add mod">
          <ac:chgData name="鈴木 秀規" userId="f68c5fd9-22d5-4c0a-9833-7fb0f5135313" providerId="ADAL" clId="{BE39BC92-915D-4BE9-AEA4-43CFA5564052}" dt="2021-01-28T03:29:51.219" v="531" actId="1076"/>
          <ac:spMkLst>
            <pc:docMk/>
            <pc:sldMk cId="19046241" sldId="368"/>
            <ac:spMk id="12" creationId="{EE3B6725-EF61-4BAF-B319-7E7756E54D92}"/>
          </ac:spMkLst>
        </pc:spChg>
        <pc:spChg chg="add mod">
          <ac:chgData name="鈴木 秀規" userId="f68c5fd9-22d5-4c0a-9833-7fb0f5135313" providerId="ADAL" clId="{BE39BC92-915D-4BE9-AEA4-43CFA5564052}" dt="2021-01-28T03:30:10.927" v="537" actId="1076"/>
          <ac:spMkLst>
            <pc:docMk/>
            <pc:sldMk cId="19046241" sldId="368"/>
            <ac:spMk id="13" creationId="{DB8999FD-C198-4B59-8093-E336EA6D9961}"/>
          </ac:spMkLst>
        </pc:spChg>
      </pc:sldChg>
      <pc:sldChg chg="del">
        <pc:chgData name="鈴木 秀規" userId="f68c5fd9-22d5-4c0a-9833-7fb0f5135313" providerId="ADAL" clId="{BE39BC92-915D-4BE9-AEA4-43CFA5564052}" dt="2021-01-28T02:07:53.316" v="9" actId="2696"/>
        <pc:sldMkLst>
          <pc:docMk/>
          <pc:sldMk cId="1946457624" sldId="368"/>
        </pc:sldMkLst>
      </pc:sldChg>
      <pc:sldChg chg="addSp modSp new mod">
        <pc:chgData name="鈴木 秀規" userId="f68c5fd9-22d5-4c0a-9833-7fb0f5135313" providerId="ADAL" clId="{BE39BC92-915D-4BE9-AEA4-43CFA5564052}" dt="2021-01-28T03:33:18.002" v="572" actId="2085"/>
        <pc:sldMkLst>
          <pc:docMk/>
          <pc:sldMk cId="1634234875" sldId="369"/>
        </pc:sldMkLst>
        <pc:spChg chg="mod">
          <ac:chgData name="鈴木 秀規" userId="f68c5fd9-22d5-4c0a-9833-7fb0f5135313" providerId="ADAL" clId="{BE39BC92-915D-4BE9-AEA4-43CFA5564052}" dt="2021-01-28T03:30:30.967" v="539"/>
          <ac:spMkLst>
            <pc:docMk/>
            <pc:sldMk cId="1634234875" sldId="369"/>
            <ac:spMk id="3" creationId="{369F2C59-9C4F-4D1E-A16E-5DA411534166}"/>
          </ac:spMkLst>
        </pc:spChg>
        <pc:spChg chg="mod">
          <ac:chgData name="鈴木 秀規" userId="f68c5fd9-22d5-4c0a-9833-7fb0f5135313" providerId="ADAL" clId="{BE39BC92-915D-4BE9-AEA4-43CFA5564052}" dt="2021-01-28T03:31:04.668" v="547" actId="207"/>
          <ac:spMkLst>
            <pc:docMk/>
            <pc:sldMk cId="1634234875" sldId="369"/>
            <ac:spMk id="5" creationId="{098CDAD6-FA90-48E9-B182-AA7C0CD3A137}"/>
          </ac:spMkLst>
        </pc:spChg>
        <pc:spChg chg="add mod">
          <ac:chgData name="鈴木 秀規" userId="f68c5fd9-22d5-4c0a-9833-7fb0f5135313" providerId="ADAL" clId="{BE39BC92-915D-4BE9-AEA4-43CFA5564052}" dt="2021-01-28T03:31:21.876" v="549" actId="1076"/>
          <ac:spMkLst>
            <pc:docMk/>
            <pc:sldMk cId="1634234875" sldId="369"/>
            <ac:spMk id="6" creationId="{3E01E329-2738-42A5-8FF4-5B7EBA58EC55}"/>
          </ac:spMkLst>
        </pc:spChg>
        <pc:spChg chg="add mod">
          <ac:chgData name="鈴木 秀規" userId="f68c5fd9-22d5-4c0a-9833-7fb0f5135313" providerId="ADAL" clId="{BE39BC92-915D-4BE9-AEA4-43CFA5564052}" dt="2021-01-28T03:31:21.876" v="549" actId="1076"/>
          <ac:spMkLst>
            <pc:docMk/>
            <pc:sldMk cId="1634234875" sldId="369"/>
            <ac:spMk id="7" creationId="{5B9AD53B-6CEC-4F36-9321-E13020D82304}"/>
          </ac:spMkLst>
        </pc:spChg>
        <pc:spChg chg="add mod">
          <ac:chgData name="鈴木 秀規" userId="f68c5fd9-22d5-4c0a-9833-7fb0f5135313" providerId="ADAL" clId="{BE39BC92-915D-4BE9-AEA4-43CFA5564052}" dt="2021-01-28T03:31:21.876" v="549" actId="1076"/>
          <ac:spMkLst>
            <pc:docMk/>
            <pc:sldMk cId="1634234875" sldId="369"/>
            <ac:spMk id="8" creationId="{964239B4-F145-43F4-B627-067A33FB9E97}"/>
          </ac:spMkLst>
        </pc:spChg>
        <pc:spChg chg="add mod">
          <ac:chgData name="鈴木 秀規" userId="f68c5fd9-22d5-4c0a-9833-7fb0f5135313" providerId="ADAL" clId="{BE39BC92-915D-4BE9-AEA4-43CFA5564052}" dt="2021-01-28T03:31:21.876" v="549" actId="1076"/>
          <ac:spMkLst>
            <pc:docMk/>
            <pc:sldMk cId="1634234875" sldId="369"/>
            <ac:spMk id="9" creationId="{FE42A2C2-EB89-46D7-B9EE-6692EED9C6CC}"/>
          </ac:spMkLst>
        </pc:spChg>
        <pc:spChg chg="add mod">
          <ac:chgData name="鈴木 秀規" userId="f68c5fd9-22d5-4c0a-9833-7fb0f5135313" providerId="ADAL" clId="{BE39BC92-915D-4BE9-AEA4-43CFA5564052}" dt="2021-01-28T03:31:21.876" v="549" actId="1076"/>
          <ac:spMkLst>
            <pc:docMk/>
            <pc:sldMk cId="1634234875" sldId="369"/>
            <ac:spMk id="10" creationId="{37D45E4F-836C-479A-8ABF-FFB655B3CE29}"/>
          </ac:spMkLst>
        </pc:spChg>
        <pc:spChg chg="add mod">
          <ac:chgData name="鈴木 秀規" userId="f68c5fd9-22d5-4c0a-9833-7fb0f5135313" providerId="ADAL" clId="{BE39BC92-915D-4BE9-AEA4-43CFA5564052}" dt="2021-01-28T03:31:21.876" v="549" actId="1076"/>
          <ac:spMkLst>
            <pc:docMk/>
            <pc:sldMk cId="1634234875" sldId="369"/>
            <ac:spMk id="11" creationId="{497CE668-D349-4D89-AE31-FFABE8A54804}"/>
          </ac:spMkLst>
        </pc:spChg>
        <pc:spChg chg="add mod">
          <ac:chgData name="鈴木 秀規" userId="f68c5fd9-22d5-4c0a-9833-7fb0f5135313" providerId="ADAL" clId="{BE39BC92-915D-4BE9-AEA4-43CFA5564052}" dt="2021-01-28T03:31:21.876" v="549" actId="1076"/>
          <ac:spMkLst>
            <pc:docMk/>
            <pc:sldMk cId="1634234875" sldId="369"/>
            <ac:spMk id="12" creationId="{0A5F0D82-F981-4288-9DE4-78893C76B455}"/>
          </ac:spMkLst>
        </pc:spChg>
        <pc:spChg chg="add mod">
          <ac:chgData name="鈴木 秀規" userId="f68c5fd9-22d5-4c0a-9833-7fb0f5135313" providerId="ADAL" clId="{BE39BC92-915D-4BE9-AEA4-43CFA5564052}" dt="2021-01-28T03:31:21.876" v="549" actId="1076"/>
          <ac:spMkLst>
            <pc:docMk/>
            <pc:sldMk cId="1634234875" sldId="369"/>
            <ac:spMk id="13" creationId="{005E43D2-C1DF-41B3-A878-A79AEEDFA23B}"/>
          </ac:spMkLst>
        </pc:spChg>
        <pc:spChg chg="add mod">
          <ac:chgData name="鈴木 秀規" userId="f68c5fd9-22d5-4c0a-9833-7fb0f5135313" providerId="ADAL" clId="{BE39BC92-915D-4BE9-AEA4-43CFA5564052}" dt="2021-01-28T03:33:18.002" v="572" actId="2085"/>
          <ac:spMkLst>
            <pc:docMk/>
            <pc:sldMk cId="1634234875" sldId="369"/>
            <ac:spMk id="16" creationId="{5E12762F-BFC4-4700-934C-7B5033C83A64}"/>
          </ac:spMkLst>
        </pc:spChg>
        <pc:picChg chg="add mod">
          <ac:chgData name="鈴木 秀規" userId="f68c5fd9-22d5-4c0a-9833-7fb0f5135313" providerId="ADAL" clId="{BE39BC92-915D-4BE9-AEA4-43CFA5564052}" dt="2021-01-28T03:33:07.338" v="570" actId="207"/>
          <ac:picMkLst>
            <pc:docMk/>
            <pc:sldMk cId="1634234875" sldId="369"/>
            <ac:picMk id="15" creationId="{495CBC68-4B2C-4DD5-8B0D-0BC0470142E0}"/>
          </ac:picMkLst>
        </pc:picChg>
      </pc:sldChg>
      <pc:sldChg chg="del">
        <pc:chgData name="鈴木 秀規" userId="f68c5fd9-22d5-4c0a-9833-7fb0f5135313" providerId="ADAL" clId="{BE39BC92-915D-4BE9-AEA4-43CFA5564052}" dt="2021-01-28T02:07:53.316" v="9" actId="2696"/>
        <pc:sldMkLst>
          <pc:docMk/>
          <pc:sldMk cId="2558863877" sldId="369"/>
        </pc:sldMkLst>
      </pc:sldChg>
      <pc:sldChg chg="del">
        <pc:chgData name="鈴木 秀規" userId="f68c5fd9-22d5-4c0a-9833-7fb0f5135313" providerId="ADAL" clId="{BE39BC92-915D-4BE9-AEA4-43CFA5564052}" dt="2021-01-28T02:07:53.316" v="9" actId="2696"/>
        <pc:sldMkLst>
          <pc:docMk/>
          <pc:sldMk cId="1008659216" sldId="370"/>
        </pc:sldMkLst>
      </pc:sldChg>
      <pc:sldChg chg="addSp modSp new mod">
        <pc:chgData name="鈴木 秀規" userId="f68c5fd9-22d5-4c0a-9833-7fb0f5135313" providerId="ADAL" clId="{BE39BC92-915D-4BE9-AEA4-43CFA5564052}" dt="2021-01-28T03:36:42.206" v="626" actId="1076"/>
        <pc:sldMkLst>
          <pc:docMk/>
          <pc:sldMk cId="1288993640" sldId="370"/>
        </pc:sldMkLst>
        <pc:spChg chg="mod">
          <ac:chgData name="鈴木 秀規" userId="f68c5fd9-22d5-4c0a-9833-7fb0f5135313" providerId="ADAL" clId="{BE39BC92-915D-4BE9-AEA4-43CFA5564052}" dt="2021-01-28T03:33:37.456" v="574"/>
          <ac:spMkLst>
            <pc:docMk/>
            <pc:sldMk cId="1288993640" sldId="370"/>
            <ac:spMk id="3" creationId="{35721FFA-D1D7-45CF-AF1C-6ADEC50BF982}"/>
          </ac:spMkLst>
        </pc:spChg>
        <pc:spChg chg="mod">
          <ac:chgData name="鈴木 秀規" userId="f68c5fd9-22d5-4c0a-9833-7fb0f5135313" providerId="ADAL" clId="{BE39BC92-915D-4BE9-AEA4-43CFA5564052}" dt="2021-01-28T03:34:54.173" v="597" actId="14100"/>
          <ac:spMkLst>
            <pc:docMk/>
            <pc:sldMk cId="1288993640" sldId="370"/>
            <ac:spMk id="5" creationId="{1ECE987E-1BA6-4C52-A3AE-C83F2C85D3C8}"/>
          </ac:spMkLst>
        </pc:spChg>
        <pc:spChg chg="add mod">
          <ac:chgData name="鈴木 秀規" userId="f68c5fd9-22d5-4c0a-9833-7fb0f5135313" providerId="ADAL" clId="{BE39BC92-915D-4BE9-AEA4-43CFA5564052}" dt="2021-01-28T03:36:35.975" v="625" actId="207"/>
          <ac:spMkLst>
            <pc:docMk/>
            <pc:sldMk cId="1288993640" sldId="370"/>
            <ac:spMk id="7" creationId="{F872DE77-6502-48CB-A358-D937CA5BE6BE}"/>
          </ac:spMkLst>
        </pc:spChg>
        <pc:graphicFrameChg chg="add mod modGraphic">
          <ac:chgData name="鈴木 秀規" userId="f68c5fd9-22d5-4c0a-9833-7fb0f5135313" providerId="ADAL" clId="{BE39BC92-915D-4BE9-AEA4-43CFA5564052}" dt="2021-01-28T03:36:42.206" v="626" actId="1076"/>
          <ac:graphicFrameMkLst>
            <pc:docMk/>
            <pc:sldMk cId="1288993640" sldId="370"/>
            <ac:graphicFrameMk id="6" creationId="{A46328A8-4387-401E-8457-B9D2F8695792}"/>
          </ac:graphicFrameMkLst>
        </pc:graphicFrameChg>
      </pc:sldChg>
      <pc:sldChg chg="addSp delSp modSp new mod">
        <pc:chgData name="鈴木 秀規" userId="f68c5fd9-22d5-4c0a-9833-7fb0f5135313" providerId="ADAL" clId="{BE39BC92-915D-4BE9-AEA4-43CFA5564052}" dt="2021-01-28T03:41:56.755" v="690" actId="1036"/>
        <pc:sldMkLst>
          <pc:docMk/>
          <pc:sldMk cId="269703063" sldId="371"/>
        </pc:sldMkLst>
        <pc:spChg chg="mod">
          <ac:chgData name="鈴木 秀規" userId="f68c5fd9-22d5-4c0a-9833-7fb0f5135313" providerId="ADAL" clId="{BE39BC92-915D-4BE9-AEA4-43CFA5564052}" dt="2021-01-28T03:36:56.465" v="628"/>
          <ac:spMkLst>
            <pc:docMk/>
            <pc:sldMk cId="269703063" sldId="371"/>
            <ac:spMk id="3" creationId="{F28C555D-7085-4A91-ACBC-9F093652BD57}"/>
          </ac:spMkLst>
        </pc:spChg>
        <pc:spChg chg="mod">
          <ac:chgData name="鈴木 秀規" userId="f68c5fd9-22d5-4c0a-9833-7fb0f5135313" providerId="ADAL" clId="{BE39BC92-915D-4BE9-AEA4-43CFA5564052}" dt="2021-01-28T03:37:42.784" v="637" actId="12"/>
          <ac:spMkLst>
            <pc:docMk/>
            <pc:sldMk cId="269703063" sldId="371"/>
            <ac:spMk id="5" creationId="{78D1BDF9-E38D-422F-BA46-821E29D129FB}"/>
          </ac:spMkLst>
        </pc:spChg>
        <pc:spChg chg="add mod">
          <ac:chgData name="鈴木 秀規" userId="f68c5fd9-22d5-4c0a-9833-7fb0f5135313" providerId="ADAL" clId="{BE39BC92-915D-4BE9-AEA4-43CFA5564052}" dt="2021-01-28T03:39:10.765" v="653" actId="1076"/>
          <ac:spMkLst>
            <pc:docMk/>
            <pc:sldMk cId="269703063" sldId="371"/>
            <ac:spMk id="7" creationId="{88A6D309-1FBE-4767-97A5-7F4841AF68E4}"/>
          </ac:spMkLst>
        </pc:spChg>
        <pc:graphicFrameChg chg="add mod modGraphic">
          <ac:chgData name="鈴木 秀規" userId="f68c5fd9-22d5-4c0a-9833-7fb0f5135313" providerId="ADAL" clId="{BE39BC92-915D-4BE9-AEA4-43CFA5564052}" dt="2021-01-28T03:39:05.224" v="652" actId="14100"/>
          <ac:graphicFrameMkLst>
            <pc:docMk/>
            <pc:sldMk cId="269703063" sldId="371"/>
            <ac:graphicFrameMk id="6" creationId="{7DFD3F1E-EB5D-45EC-A16F-D2C68B5B57D5}"/>
          </ac:graphicFrameMkLst>
        </pc:graphicFrameChg>
        <pc:graphicFrameChg chg="add del mod">
          <ac:chgData name="鈴木 秀規" userId="f68c5fd9-22d5-4c0a-9833-7fb0f5135313" providerId="ADAL" clId="{BE39BC92-915D-4BE9-AEA4-43CFA5564052}" dt="2021-01-28T03:38:34.587" v="644" actId="478"/>
          <ac:graphicFrameMkLst>
            <pc:docMk/>
            <pc:sldMk cId="269703063" sldId="371"/>
            <ac:graphicFrameMk id="8" creationId="{E74ECA25-8C4B-403B-BE43-67D2CDCA7083}"/>
          </ac:graphicFrameMkLst>
        </pc:graphicFrameChg>
        <pc:graphicFrameChg chg="add mod modGraphic">
          <ac:chgData name="鈴木 秀規" userId="f68c5fd9-22d5-4c0a-9833-7fb0f5135313" providerId="ADAL" clId="{BE39BC92-915D-4BE9-AEA4-43CFA5564052}" dt="2021-01-28T03:40:41.912" v="677" actId="207"/>
          <ac:graphicFrameMkLst>
            <pc:docMk/>
            <pc:sldMk cId="269703063" sldId="371"/>
            <ac:graphicFrameMk id="9" creationId="{BAC907AF-2C33-4AB2-91B8-BCEAA25ADC4E}"/>
          </ac:graphicFrameMkLst>
        </pc:graphicFrameChg>
        <pc:graphicFrameChg chg="add mod modGraphic">
          <ac:chgData name="鈴木 秀規" userId="f68c5fd9-22d5-4c0a-9833-7fb0f5135313" providerId="ADAL" clId="{BE39BC92-915D-4BE9-AEA4-43CFA5564052}" dt="2021-01-28T03:41:56.755" v="690" actId="1036"/>
          <ac:graphicFrameMkLst>
            <pc:docMk/>
            <pc:sldMk cId="269703063" sldId="371"/>
            <ac:graphicFrameMk id="10" creationId="{2D38E5AD-F13D-4928-BE97-51DCF54ED4D1}"/>
          </ac:graphicFrameMkLst>
        </pc:graphicFrameChg>
      </pc:sldChg>
      <pc:sldChg chg="del">
        <pc:chgData name="鈴木 秀規" userId="f68c5fd9-22d5-4c0a-9833-7fb0f5135313" providerId="ADAL" clId="{BE39BC92-915D-4BE9-AEA4-43CFA5564052}" dt="2021-01-28T02:07:53.316" v="9" actId="2696"/>
        <pc:sldMkLst>
          <pc:docMk/>
          <pc:sldMk cId="3350652435" sldId="371"/>
        </pc:sldMkLst>
      </pc:sldChg>
      <pc:sldChg chg="addSp delSp modSp new mod modClrScheme chgLayout">
        <pc:chgData name="鈴木 秀規" userId="f68c5fd9-22d5-4c0a-9833-7fb0f5135313" providerId="ADAL" clId="{BE39BC92-915D-4BE9-AEA4-43CFA5564052}" dt="2021-01-28T03:47:33.636" v="981" actId="113"/>
        <pc:sldMkLst>
          <pc:docMk/>
          <pc:sldMk cId="2141290884" sldId="372"/>
        </pc:sldMkLst>
        <pc:spChg chg="mod ord">
          <ac:chgData name="鈴木 秀規" userId="f68c5fd9-22d5-4c0a-9833-7fb0f5135313" providerId="ADAL" clId="{BE39BC92-915D-4BE9-AEA4-43CFA5564052}" dt="2021-01-28T03:42:15.366" v="727" actId="700"/>
          <ac:spMkLst>
            <pc:docMk/>
            <pc:sldMk cId="2141290884" sldId="372"/>
            <ac:spMk id="2" creationId="{6A046B87-A81E-4C22-8387-16143B6E20B9}"/>
          </ac:spMkLst>
        </pc:spChg>
        <pc:spChg chg="mod ord">
          <ac:chgData name="鈴木 秀規" userId="f68c5fd9-22d5-4c0a-9833-7fb0f5135313" providerId="ADAL" clId="{BE39BC92-915D-4BE9-AEA4-43CFA5564052}" dt="2021-01-28T03:42:15.366" v="727" actId="700"/>
          <ac:spMkLst>
            <pc:docMk/>
            <pc:sldMk cId="2141290884" sldId="372"/>
            <ac:spMk id="3" creationId="{E9F5DE10-FC9D-4093-A7C7-7D8DAF229C20}"/>
          </ac:spMkLst>
        </pc:spChg>
        <pc:spChg chg="mod ord">
          <ac:chgData name="鈴木 秀規" userId="f68c5fd9-22d5-4c0a-9833-7fb0f5135313" providerId="ADAL" clId="{BE39BC92-915D-4BE9-AEA4-43CFA5564052}" dt="2021-01-28T03:42:15.366" v="727" actId="700"/>
          <ac:spMkLst>
            <pc:docMk/>
            <pc:sldMk cId="2141290884" sldId="372"/>
            <ac:spMk id="4" creationId="{E55A8B9C-9FFF-451E-9382-C1B3EA752028}"/>
          </ac:spMkLst>
        </pc:spChg>
        <pc:spChg chg="del mod ord">
          <ac:chgData name="鈴木 秀規" userId="f68c5fd9-22d5-4c0a-9833-7fb0f5135313" providerId="ADAL" clId="{BE39BC92-915D-4BE9-AEA4-43CFA5564052}" dt="2021-01-28T03:42:15.366" v="727" actId="700"/>
          <ac:spMkLst>
            <pc:docMk/>
            <pc:sldMk cId="2141290884" sldId="372"/>
            <ac:spMk id="5" creationId="{7B9BDC31-9DCA-4560-8DC7-651E5FB7EF63}"/>
          </ac:spMkLst>
        </pc:spChg>
        <pc:spChg chg="add mod ord">
          <ac:chgData name="鈴木 秀規" userId="f68c5fd9-22d5-4c0a-9833-7fb0f5135313" providerId="ADAL" clId="{BE39BC92-915D-4BE9-AEA4-43CFA5564052}" dt="2021-01-28T03:42:55.706" v="819" actId="20577"/>
          <ac:spMkLst>
            <pc:docMk/>
            <pc:sldMk cId="2141290884" sldId="372"/>
            <ac:spMk id="6" creationId="{7EB8D24C-BA49-4E35-9008-7EA7A9DA9F7D}"/>
          </ac:spMkLst>
        </pc:spChg>
        <pc:spChg chg="add mod ord">
          <ac:chgData name="鈴木 秀規" userId="f68c5fd9-22d5-4c0a-9833-7fb0f5135313" providerId="ADAL" clId="{BE39BC92-915D-4BE9-AEA4-43CFA5564052}" dt="2021-01-28T03:47:33.636" v="981" actId="113"/>
          <ac:spMkLst>
            <pc:docMk/>
            <pc:sldMk cId="2141290884" sldId="372"/>
            <ac:spMk id="7" creationId="{BE7D8EEA-841B-4634-959A-C8CF290A3A97}"/>
          </ac:spMkLst>
        </pc:spChg>
      </pc:sldChg>
      <pc:sldChg chg="del">
        <pc:chgData name="鈴木 秀規" userId="f68c5fd9-22d5-4c0a-9833-7fb0f5135313" providerId="ADAL" clId="{BE39BC92-915D-4BE9-AEA4-43CFA5564052}" dt="2021-01-28T02:07:53.316" v="9" actId="2696"/>
        <pc:sldMkLst>
          <pc:docMk/>
          <pc:sldMk cId="3443851444" sldId="372"/>
        </pc:sldMkLst>
      </pc:sldChg>
      <pc:sldChg chg="addSp delSp modSp new mod modClrScheme chgLayout">
        <pc:chgData name="鈴木 秀規" userId="f68c5fd9-22d5-4c0a-9833-7fb0f5135313" providerId="ADAL" clId="{BE39BC92-915D-4BE9-AEA4-43CFA5564052}" dt="2021-01-28T03:53:29.399" v="1069" actId="14100"/>
        <pc:sldMkLst>
          <pc:docMk/>
          <pc:sldMk cId="1104417737" sldId="373"/>
        </pc:sldMkLst>
        <pc:spChg chg="del mod ord">
          <ac:chgData name="鈴木 秀規" userId="f68c5fd9-22d5-4c0a-9833-7fb0f5135313" providerId="ADAL" clId="{BE39BC92-915D-4BE9-AEA4-43CFA5564052}" dt="2021-01-28T03:47:41.928" v="983" actId="700"/>
          <ac:spMkLst>
            <pc:docMk/>
            <pc:sldMk cId="1104417737" sldId="373"/>
            <ac:spMk id="2" creationId="{F626FF5B-9363-415F-ACB2-CFCBB7500313}"/>
          </ac:spMkLst>
        </pc:spChg>
        <pc:spChg chg="mod ord">
          <ac:chgData name="鈴木 秀規" userId="f68c5fd9-22d5-4c0a-9833-7fb0f5135313" providerId="ADAL" clId="{BE39BC92-915D-4BE9-AEA4-43CFA5564052}" dt="2021-01-28T03:47:41.928" v="983" actId="700"/>
          <ac:spMkLst>
            <pc:docMk/>
            <pc:sldMk cId="1104417737" sldId="373"/>
            <ac:spMk id="3" creationId="{305B29A1-0D3C-4926-A08E-218D94F73216}"/>
          </ac:spMkLst>
        </pc:spChg>
        <pc:spChg chg="mod ord">
          <ac:chgData name="鈴木 秀規" userId="f68c5fd9-22d5-4c0a-9833-7fb0f5135313" providerId="ADAL" clId="{BE39BC92-915D-4BE9-AEA4-43CFA5564052}" dt="2021-01-28T03:47:41.928" v="983" actId="700"/>
          <ac:spMkLst>
            <pc:docMk/>
            <pc:sldMk cId="1104417737" sldId="373"/>
            <ac:spMk id="4" creationId="{C94A89B8-7177-4C8A-8497-091DB549B056}"/>
          </ac:spMkLst>
        </pc:spChg>
        <pc:spChg chg="del mod ord">
          <ac:chgData name="鈴木 秀規" userId="f68c5fd9-22d5-4c0a-9833-7fb0f5135313" providerId="ADAL" clId="{BE39BC92-915D-4BE9-AEA4-43CFA5564052}" dt="2021-01-28T03:47:41.928" v="983" actId="700"/>
          <ac:spMkLst>
            <pc:docMk/>
            <pc:sldMk cId="1104417737" sldId="373"/>
            <ac:spMk id="5" creationId="{F8F83B5F-F112-4970-9755-FDA964D52B65}"/>
          </ac:spMkLst>
        </pc:spChg>
        <pc:spChg chg="del">
          <ac:chgData name="鈴木 秀規" userId="f68c5fd9-22d5-4c0a-9833-7fb0f5135313" providerId="ADAL" clId="{BE39BC92-915D-4BE9-AEA4-43CFA5564052}" dt="2021-01-28T03:47:41.928" v="983" actId="700"/>
          <ac:spMkLst>
            <pc:docMk/>
            <pc:sldMk cId="1104417737" sldId="373"/>
            <ac:spMk id="6" creationId="{0CD9AB3B-7C50-4E91-80FB-21D985E640FD}"/>
          </ac:spMkLst>
        </pc:spChg>
        <pc:spChg chg="add mod ord">
          <ac:chgData name="鈴木 秀規" userId="f68c5fd9-22d5-4c0a-9833-7fb0f5135313" providerId="ADAL" clId="{BE39BC92-915D-4BE9-AEA4-43CFA5564052}" dt="2021-01-28T03:47:52.381" v="984"/>
          <ac:spMkLst>
            <pc:docMk/>
            <pc:sldMk cId="1104417737" sldId="373"/>
            <ac:spMk id="7" creationId="{A76FA9C6-E58A-46C8-B4B5-8FB30264AB7D}"/>
          </ac:spMkLst>
        </pc:spChg>
        <pc:spChg chg="add mod ord">
          <ac:chgData name="鈴木 秀規" userId="f68c5fd9-22d5-4c0a-9833-7fb0f5135313" providerId="ADAL" clId="{BE39BC92-915D-4BE9-AEA4-43CFA5564052}" dt="2021-01-28T03:48:15.156" v="991" actId="20577"/>
          <ac:spMkLst>
            <pc:docMk/>
            <pc:sldMk cId="1104417737" sldId="373"/>
            <ac:spMk id="8" creationId="{2109464F-0FD1-4D4D-8CC3-59AC3574FB22}"/>
          </ac:spMkLst>
        </pc:spChg>
        <pc:spChg chg="add mod">
          <ac:chgData name="鈴木 秀規" userId="f68c5fd9-22d5-4c0a-9833-7fb0f5135313" providerId="ADAL" clId="{BE39BC92-915D-4BE9-AEA4-43CFA5564052}" dt="2021-01-28T03:53:29.399" v="1069" actId="14100"/>
          <ac:spMkLst>
            <pc:docMk/>
            <pc:sldMk cId="1104417737" sldId="373"/>
            <ac:spMk id="11" creationId="{F6C5540E-A21C-4E81-823D-AB2C6B0D5F29}"/>
          </ac:spMkLst>
        </pc:spChg>
        <pc:graphicFrameChg chg="add del mod modGraphic">
          <ac:chgData name="鈴木 秀規" userId="f68c5fd9-22d5-4c0a-9833-7fb0f5135313" providerId="ADAL" clId="{BE39BC92-915D-4BE9-AEA4-43CFA5564052}" dt="2021-01-28T03:49:25.804" v="999" actId="478"/>
          <ac:graphicFrameMkLst>
            <pc:docMk/>
            <pc:sldMk cId="1104417737" sldId="373"/>
            <ac:graphicFrameMk id="9" creationId="{B3B1568C-5F61-4D9D-9CDC-F44407006EDB}"/>
          </ac:graphicFrameMkLst>
        </pc:graphicFrameChg>
        <pc:graphicFrameChg chg="add mod modGraphic">
          <ac:chgData name="鈴木 秀規" userId="f68c5fd9-22d5-4c0a-9833-7fb0f5135313" providerId="ADAL" clId="{BE39BC92-915D-4BE9-AEA4-43CFA5564052}" dt="2021-01-28T03:52:04.846" v="1047" actId="313"/>
          <ac:graphicFrameMkLst>
            <pc:docMk/>
            <pc:sldMk cId="1104417737" sldId="373"/>
            <ac:graphicFrameMk id="10" creationId="{43D73CE5-CFDC-4FC7-9060-87C9D18AFD0E}"/>
          </ac:graphicFrameMkLst>
        </pc:graphicFrameChg>
      </pc:sldChg>
      <pc:sldChg chg="del">
        <pc:chgData name="鈴木 秀規" userId="f68c5fd9-22d5-4c0a-9833-7fb0f5135313" providerId="ADAL" clId="{BE39BC92-915D-4BE9-AEA4-43CFA5564052}" dt="2021-01-28T02:07:53.316" v="9" actId="2696"/>
        <pc:sldMkLst>
          <pc:docMk/>
          <pc:sldMk cId="2536938731" sldId="373"/>
        </pc:sldMkLst>
      </pc:sldChg>
      <pc:sldChg chg="del">
        <pc:chgData name="鈴木 秀規" userId="f68c5fd9-22d5-4c0a-9833-7fb0f5135313" providerId="ADAL" clId="{BE39BC92-915D-4BE9-AEA4-43CFA5564052}" dt="2021-01-28T02:07:53.316" v="9" actId="2696"/>
        <pc:sldMkLst>
          <pc:docMk/>
          <pc:sldMk cId="3337611443" sldId="374"/>
        </pc:sldMkLst>
      </pc:sldChg>
      <pc:sldChg chg="addSp modSp new mod">
        <pc:chgData name="鈴木 秀規" userId="f68c5fd9-22d5-4c0a-9833-7fb0f5135313" providerId="ADAL" clId="{BE39BC92-915D-4BE9-AEA4-43CFA5564052}" dt="2021-01-28T03:58:46.283" v="1127" actId="20577"/>
        <pc:sldMkLst>
          <pc:docMk/>
          <pc:sldMk cId="3417266570" sldId="374"/>
        </pc:sldMkLst>
        <pc:spChg chg="mod">
          <ac:chgData name="鈴木 秀規" userId="f68c5fd9-22d5-4c0a-9833-7fb0f5135313" providerId="ADAL" clId="{BE39BC92-915D-4BE9-AEA4-43CFA5564052}" dt="2021-01-28T03:54:41.607" v="1071"/>
          <ac:spMkLst>
            <pc:docMk/>
            <pc:sldMk cId="3417266570" sldId="374"/>
            <ac:spMk id="3" creationId="{C9DA2D84-A78B-4723-B005-A44B1AF31487}"/>
          </ac:spMkLst>
        </pc:spChg>
        <pc:spChg chg="mod">
          <ac:chgData name="鈴木 秀規" userId="f68c5fd9-22d5-4c0a-9833-7fb0f5135313" providerId="ADAL" clId="{BE39BC92-915D-4BE9-AEA4-43CFA5564052}" dt="2021-01-28T03:55:11.327" v="1078" actId="14100"/>
          <ac:spMkLst>
            <pc:docMk/>
            <pc:sldMk cId="3417266570" sldId="374"/>
            <ac:spMk id="5" creationId="{D345FCF4-B188-436C-9FB4-5149C3180134}"/>
          </ac:spMkLst>
        </pc:spChg>
        <pc:spChg chg="add mod">
          <ac:chgData name="鈴木 秀規" userId="f68c5fd9-22d5-4c0a-9833-7fb0f5135313" providerId="ADAL" clId="{BE39BC92-915D-4BE9-AEA4-43CFA5564052}" dt="2021-01-28T03:58:46.283" v="1127" actId="20577"/>
          <ac:spMkLst>
            <pc:docMk/>
            <pc:sldMk cId="3417266570" sldId="374"/>
            <ac:spMk id="7" creationId="{8129B86A-332A-48A1-A39B-A2FF311F1205}"/>
          </ac:spMkLst>
        </pc:spChg>
        <pc:graphicFrameChg chg="add mod modGraphic">
          <ac:chgData name="鈴木 秀規" userId="f68c5fd9-22d5-4c0a-9833-7fb0f5135313" providerId="ADAL" clId="{BE39BC92-915D-4BE9-AEA4-43CFA5564052}" dt="2021-01-28T03:58:02.067" v="1121" actId="14734"/>
          <ac:graphicFrameMkLst>
            <pc:docMk/>
            <pc:sldMk cId="3417266570" sldId="374"/>
            <ac:graphicFrameMk id="6" creationId="{88E6580C-D2B8-4568-A1AF-041FFE84BA33}"/>
          </ac:graphicFrameMkLst>
        </pc:graphicFrameChg>
      </pc:sldChg>
      <pc:sldChg chg="del">
        <pc:chgData name="鈴木 秀規" userId="f68c5fd9-22d5-4c0a-9833-7fb0f5135313" providerId="ADAL" clId="{BE39BC92-915D-4BE9-AEA4-43CFA5564052}" dt="2021-01-28T02:07:53.316" v="9" actId="2696"/>
        <pc:sldMkLst>
          <pc:docMk/>
          <pc:sldMk cId="571433644" sldId="375"/>
        </pc:sldMkLst>
      </pc:sldChg>
      <pc:sldChg chg="modSp new mod">
        <pc:chgData name="鈴木 秀規" userId="f68c5fd9-22d5-4c0a-9833-7fb0f5135313" providerId="ADAL" clId="{BE39BC92-915D-4BE9-AEA4-43CFA5564052}" dt="2021-01-28T04:21:58.281" v="1158" actId="207"/>
        <pc:sldMkLst>
          <pc:docMk/>
          <pc:sldMk cId="3525173344" sldId="375"/>
        </pc:sldMkLst>
        <pc:spChg chg="mod">
          <ac:chgData name="鈴木 秀規" userId="f68c5fd9-22d5-4c0a-9833-7fb0f5135313" providerId="ADAL" clId="{BE39BC92-915D-4BE9-AEA4-43CFA5564052}" dt="2021-01-28T03:59:20.523" v="1129"/>
          <ac:spMkLst>
            <pc:docMk/>
            <pc:sldMk cId="3525173344" sldId="375"/>
            <ac:spMk id="3" creationId="{CFF83AF9-23FD-409D-BA32-6E187A1AD0E5}"/>
          </ac:spMkLst>
        </pc:spChg>
        <pc:spChg chg="mod">
          <ac:chgData name="鈴木 秀規" userId="f68c5fd9-22d5-4c0a-9833-7fb0f5135313" providerId="ADAL" clId="{BE39BC92-915D-4BE9-AEA4-43CFA5564052}" dt="2021-01-28T04:21:58.281" v="1158" actId="207"/>
          <ac:spMkLst>
            <pc:docMk/>
            <pc:sldMk cId="3525173344" sldId="375"/>
            <ac:spMk id="5" creationId="{2D51B0E8-E569-42F7-AADB-343F9AB29447}"/>
          </ac:spMkLst>
        </pc:spChg>
      </pc:sldChg>
      <pc:sldChg chg="del">
        <pc:chgData name="鈴木 秀規" userId="f68c5fd9-22d5-4c0a-9833-7fb0f5135313" providerId="ADAL" clId="{BE39BC92-915D-4BE9-AEA4-43CFA5564052}" dt="2021-01-28T02:07:53.316" v="9" actId="2696"/>
        <pc:sldMkLst>
          <pc:docMk/>
          <pc:sldMk cId="941335972" sldId="376"/>
        </pc:sldMkLst>
      </pc:sldChg>
      <pc:sldChg chg="addSp modSp new mod">
        <pc:chgData name="鈴木 秀規" userId="f68c5fd9-22d5-4c0a-9833-7fb0f5135313" providerId="ADAL" clId="{BE39BC92-915D-4BE9-AEA4-43CFA5564052}" dt="2021-01-28T04:35:20.492" v="1252" actId="1076"/>
        <pc:sldMkLst>
          <pc:docMk/>
          <pc:sldMk cId="3171014613" sldId="376"/>
        </pc:sldMkLst>
        <pc:spChg chg="mod">
          <ac:chgData name="鈴木 秀規" userId="f68c5fd9-22d5-4c0a-9833-7fb0f5135313" providerId="ADAL" clId="{BE39BC92-915D-4BE9-AEA4-43CFA5564052}" dt="2021-01-28T04:23:20.752" v="1160"/>
          <ac:spMkLst>
            <pc:docMk/>
            <pc:sldMk cId="3171014613" sldId="376"/>
            <ac:spMk id="3" creationId="{311F91AF-7155-4B82-88B3-F4166C8BEA1E}"/>
          </ac:spMkLst>
        </pc:spChg>
        <pc:spChg chg="mod">
          <ac:chgData name="鈴木 秀規" userId="f68c5fd9-22d5-4c0a-9833-7fb0f5135313" providerId="ADAL" clId="{BE39BC92-915D-4BE9-AEA4-43CFA5564052}" dt="2021-01-28T04:24:34.991" v="1171" actId="14100"/>
          <ac:spMkLst>
            <pc:docMk/>
            <pc:sldMk cId="3171014613" sldId="376"/>
            <ac:spMk id="5" creationId="{9C3F9CCC-831D-4CC8-95B8-42081476B942}"/>
          </ac:spMkLst>
        </pc:spChg>
        <pc:spChg chg="add mod">
          <ac:chgData name="鈴木 秀規" userId="f68c5fd9-22d5-4c0a-9833-7fb0f5135313" providerId="ADAL" clId="{BE39BC92-915D-4BE9-AEA4-43CFA5564052}" dt="2021-01-28T04:24:23.069" v="1170" actId="1076"/>
          <ac:spMkLst>
            <pc:docMk/>
            <pc:sldMk cId="3171014613" sldId="376"/>
            <ac:spMk id="6" creationId="{1AD082C2-24CD-44FE-AFEE-ACDEF88A2638}"/>
          </ac:spMkLst>
        </pc:spChg>
        <pc:spChg chg="add mod">
          <ac:chgData name="鈴木 秀規" userId="f68c5fd9-22d5-4c0a-9833-7fb0f5135313" providerId="ADAL" clId="{BE39BC92-915D-4BE9-AEA4-43CFA5564052}" dt="2021-01-28T04:24:23.069" v="1170" actId="1076"/>
          <ac:spMkLst>
            <pc:docMk/>
            <pc:sldMk cId="3171014613" sldId="376"/>
            <ac:spMk id="7" creationId="{0EE56090-810D-489D-9DE6-238965FD723D}"/>
          </ac:spMkLst>
        </pc:spChg>
        <pc:spChg chg="add mod">
          <ac:chgData name="鈴木 秀規" userId="f68c5fd9-22d5-4c0a-9833-7fb0f5135313" providerId="ADAL" clId="{BE39BC92-915D-4BE9-AEA4-43CFA5564052}" dt="2021-01-28T04:24:23.069" v="1170" actId="1076"/>
          <ac:spMkLst>
            <pc:docMk/>
            <pc:sldMk cId="3171014613" sldId="376"/>
            <ac:spMk id="8" creationId="{37E56712-A8C9-4619-BAA5-91CCF58E7A92}"/>
          </ac:spMkLst>
        </pc:spChg>
        <pc:spChg chg="add mod">
          <ac:chgData name="鈴木 秀規" userId="f68c5fd9-22d5-4c0a-9833-7fb0f5135313" providerId="ADAL" clId="{BE39BC92-915D-4BE9-AEA4-43CFA5564052}" dt="2021-01-28T04:24:23.069" v="1170" actId="1076"/>
          <ac:spMkLst>
            <pc:docMk/>
            <pc:sldMk cId="3171014613" sldId="376"/>
            <ac:spMk id="9" creationId="{037B035B-AB2C-4218-B9F0-DF203CEA7AB8}"/>
          </ac:spMkLst>
        </pc:spChg>
        <pc:spChg chg="add mod">
          <ac:chgData name="鈴木 秀規" userId="f68c5fd9-22d5-4c0a-9833-7fb0f5135313" providerId="ADAL" clId="{BE39BC92-915D-4BE9-AEA4-43CFA5564052}" dt="2021-01-28T04:24:23.069" v="1170" actId="1076"/>
          <ac:spMkLst>
            <pc:docMk/>
            <pc:sldMk cId="3171014613" sldId="376"/>
            <ac:spMk id="10" creationId="{61678391-7104-4373-AB29-825F1F76A3AF}"/>
          </ac:spMkLst>
        </pc:spChg>
        <pc:spChg chg="add mod">
          <ac:chgData name="鈴木 秀規" userId="f68c5fd9-22d5-4c0a-9833-7fb0f5135313" providerId="ADAL" clId="{BE39BC92-915D-4BE9-AEA4-43CFA5564052}" dt="2021-01-28T04:24:23.069" v="1170" actId="1076"/>
          <ac:spMkLst>
            <pc:docMk/>
            <pc:sldMk cId="3171014613" sldId="376"/>
            <ac:spMk id="11" creationId="{20ACFF16-E5BB-4679-A508-A320003142A7}"/>
          </ac:spMkLst>
        </pc:spChg>
        <pc:spChg chg="add mod">
          <ac:chgData name="鈴木 秀規" userId="f68c5fd9-22d5-4c0a-9833-7fb0f5135313" providerId="ADAL" clId="{BE39BC92-915D-4BE9-AEA4-43CFA5564052}" dt="2021-01-28T04:25:33.536" v="1182" actId="207"/>
          <ac:spMkLst>
            <pc:docMk/>
            <pc:sldMk cId="3171014613" sldId="376"/>
            <ac:spMk id="12" creationId="{4F80E6C8-F746-4D16-B77C-625BBF73EE36}"/>
          </ac:spMkLst>
        </pc:spChg>
        <pc:spChg chg="add mod">
          <ac:chgData name="鈴木 秀規" userId="f68c5fd9-22d5-4c0a-9833-7fb0f5135313" providerId="ADAL" clId="{BE39BC92-915D-4BE9-AEA4-43CFA5564052}" dt="2021-01-28T04:26:17.325" v="1189" actId="1076"/>
          <ac:spMkLst>
            <pc:docMk/>
            <pc:sldMk cId="3171014613" sldId="376"/>
            <ac:spMk id="13" creationId="{3D868C90-9825-42D3-8248-08A224DD70E5}"/>
          </ac:spMkLst>
        </pc:spChg>
        <pc:spChg chg="add mod">
          <ac:chgData name="鈴木 秀規" userId="f68c5fd9-22d5-4c0a-9833-7fb0f5135313" providerId="ADAL" clId="{BE39BC92-915D-4BE9-AEA4-43CFA5564052}" dt="2021-01-28T04:33:26.591" v="1225" actId="1076"/>
          <ac:spMkLst>
            <pc:docMk/>
            <pc:sldMk cId="3171014613" sldId="376"/>
            <ac:spMk id="14" creationId="{331F7C47-3702-4546-960B-C87C50225A10}"/>
          </ac:spMkLst>
        </pc:spChg>
        <pc:spChg chg="add mod">
          <ac:chgData name="鈴木 秀規" userId="f68c5fd9-22d5-4c0a-9833-7fb0f5135313" providerId="ADAL" clId="{BE39BC92-915D-4BE9-AEA4-43CFA5564052}" dt="2021-01-28T04:33:22.423" v="1224" actId="571"/>
          <ac:spMkLst>
            <pc:docMk/>
            <pc:sldMk cId="3171014613" sldId="376"/>
            <ac:spMk id="15" creationId="{9ECC0DDA-255E-495F-9AC7-A5960E56213B}"/>
          </ac:spMkLst>
        </pc:spChg>
        <pc:spChg chg="add mod">
          <ac:chgData name="鈴木 秀規" userId="f68c5fd9-22d5-4c0a-9833-7fb0f5135313" providerId="ADAL" clId="{BE39BC92-915D-4BE9-AEA4-43CFA5564052}" dt="2021-01-28T04:33:22.423" v="1224" actId="571"/>
          <ac:spMkLst>
            <pc:docMk/>
            <pc:sldMk cId="3171014613" sldId="376"/>
            <ac:spMk id="16" creationId="{10A648DB-B60E-411C-8BE7-DC3558918CDE}"/>
          </ac:spMkLst>
        </pc:spChg>
        <pc:spChg chg="add mod">
          <ac:chgData name="鈴木 秀規" userId="f68c5fd9-22d5-4c0a-9833-7fb0f5135313" providerId="ADAL" clId="{BE39BC92-915D-4BE9-AEA4-43CFA5564052}" dt="2021-01-28T04:33:22.423" v="1224" actId="571"/>
          <ac:spMkLst>
            <pc:docMk/>
            <pc:sldMk cId="3171014613" sldId="376"/>
            <ac:spMk id="17" creationId="{F1541D18-CF5A-4ADD-91A6-6A9C7418E8BD}"/>
          </ac:spMkLst>
        </pc:spChg>
        <pc:spChg chg="add mod">
          <ac:chgData name="鈴木 秀規" userId="f68c5fd9-22d5-4c0a-9833-7fb0f5135313" providerId="ADAL" clId="{BE39BC92-915D-4BE9-AEA4-43CFA5564052}" dt="2021-01-28T04:33:22.423" v="1224" actId="571"/>
          <ac:spMkLst>
            <pc:docMk/>
            <pc:sldMk cId="3171014613" sldId="376"/>
            <ac:spMk id="18" creationId="{1EFCEC40-F035-48F5-B711-D6B5968BDDFB}"/>
          </ac:spMkLst>
        </pc:spChg>
        <pc:spChg chg="add mod">
          <ac:chgData name="鈴木 秀規" userId="f68c5fd9-22d5-4c0a-9833-7fb0f5135313" providerId="ADAL" clId="{BE39BC92-915D-4BE9-AEA4-43CFA5564052}" dt="2021-01-28T04:34:06.673" v="1238" actId="20577"/>
          <ac:spMkLst>
            <pc:docMk/>
            <pc:sldMk cId="3171014613" sldId="376"/>
            <ac:spMk id="19" creationId="{624A6EBF-3B70-4889-A5A2-71F0D6A2C19C}"/>
          </ac:spMkLst>
        </pc:spChg>
        <pc:spChg chg="add mod">
          <ac:chgData name="鈴木 秀規" userId="f68c5fd9-22d5-4c0a-9833-7fb0f5135313" providerId="ADAL" clId="{BE39BC92-915D-4BE9-AEA4-43CFA5564052}" dt="2021-01-28T04:33:47.718" v="1227" actId="14100"/>
          <ac:spMkLst>
            <pc:docMk/>
            <pc:sldMk cId="3171014613" sldId="376"/>
            <ac:spMk id="20" creationId="{784ABAB6-C536-4062-A6EB-3F4F2C6612FB}"/>
          </ac:spMkLst>
        </pc:spChg>
        <pc:spChg chg="add mod">
          <ac:chgData name="鈴木 秀規" userId="f68c5fd9-22d5-4c0a-9833-7fb0f5135313" providerId="ADAL" clId="{BE39BC92-915D-4BE9-AEA4-43CFA5564052}" dt="2021-01-28T04:34:02.552" v="1229" actId="571"/>
          <ac:spMkLst>
            <pc:docMk/>
            <pc:sldMk cId="3171014613" sldId="376"/>
            <ac:spMk id="21" creationId="{9516A39C-5C5D-4DAB-B566-8C09DC3790CE}"/>
          </ac:spMkLst>
        </pc:spChg>
        <pc:spChg chg="add mod">
          <ac:chgData name="鈴木 秀規" userId="f68c5fd9-22d5-4c0a-9833-7fb0f5135313" providerId="ADAL" clId="{BE39BC92-915D-4BE9-AEA4-43CFA5564052}" dt="2021-01-28T04:35:20.492" v="1252" actId="1076"/>
          <ac:spMkLst>
            <pc:docMk/>
            <pc:sldMk cId="3171014613" sldId="376"/>
            <ac:spMk id="22" creationId="{245B9BBB-B2D6-4FE4-B3E6-8DD29E586E35}"/>
          </ac:spMkLst>
        </pc:spChg>
      </pc:sldChg>
      <pc:sldChg chg="del">
        <pc:chgData name="鈴木 秀規" userId="f68c5fd9-22d5-4c0a-9833-7fb0f5135313" providerId="ADAL" clId="{BE39BC92-915D-4BE9-AEA4-43CFA5564052}" dt="2021-01-28T02:07:53.316" v="9" actId="2696"/>
        <pc:sldMkLst>
          <pc:docMk/>
          <pc:sldMk cId="2664152079" sldId="377"/>
        </pc:sldMkLst>
      </pc:sldChg>
      <pc:sldChg chg="modSp new mod">
        <pc:chgData name="鈴木 秀規" userId="f68c5fd9-22d5-4c0a-9833-7fb0f5135313" providerId="ADAL" clId="{BE39BC92-915D-4BE9-AEA4-43CFA5564052}" dt="2021-01-28T04:37:09.418" v="1295" actId="207"/>
        <pc:sldMkLst>
          <pc:docMk/>
          <pc:sldMk cId="2808150330" sldId="377"/>
        </pc:sldMkLst>
        <pc:spChg chg="mod">
          <ac:chgData name="鈴木 秀規" userId="f68c5fd9-22d5-4c0a-9833-7fb0f5135313" providerId="ADAL" clId="{BE39BC92-915D-4BE9-AEA4-43CFA5564052}" dt="2021-01-28T04:35:35.804" v="1254"/>
          <ac:spMkLst>
            <pc:docMk/>
            <pc:sldMk cId="2808150330" sldId="377"/>
            <ac:spMk id="3" creationId="{FA6E5A94-9424-40DF-95D5-1E582A92AD4E}"/>
          </ac:spMkLst>
        </pc:spChg>
        <pc:spChg chg="mod">
          <ac:chgData name="鈴木 秀規" userId="f68c5fd9-22d5-4c0a-9833-7fb0f5135313" providerId="ADAL" clId="{BE39BC92-915D-4BE9-AEA4-43CFA5564052}" dt="2021-01-28T04:37:09.418" v="1295" actId="207"/>
          <ac:spMkLst>
            <pc:docMk/>
            <pc:sldMk cId="2808150330" sldId="377"/>
            <ac:spMk id="5" creationId="{A6E94E8B-D0B0-497E-A46A-3DCC8B1724F0}"/>
          </ac:spMkLst>
        </pc:spChg>
      </pc:sldChg>
      <pc:sldChg chg="addSp delSp modSp new mod modClrScheme chgLayout">
        <pc:chgData name="鈴木 秀規" userId="f68c5fd9-22d5-4c0a-9833-7fb0f5135313" providerId="ADAL" clId="{BE39BC92-915D-4BE9-AEA4-43CFA5564052}" dt="2021-01-28T04:42:36.164" v="1404" actId="1076"/>
        <pc:sldMkLst>
          <pc:docMk/>
          <pc:sldMk cId="406741734" sldId="378"/>
        </pc:sldMkLst>
        <pc:spChg chg="mod ord">
          <ac:chgData name="鈴木 秀規" userId="f68c5fd9-22d5-4c0a-9833-7fb0f5135313" providerId="ADAL" clId="{BE39BC92-915D-4BE9-AEA4-43CFA5564052}" dt="2021-01-28T04:38:21.059" v="1299" actId="700"/>
          <ac:spMkLst>
            <pc:docMk/>
            <pc:sldMk cId="406741734" sldId="378"/>
            <ac:spMk id="2" creationId="{B983ECB7-4070-4EB9-A9BA-BFD5F1988C69}"/>
          </ac:spMkLst>
        </pc:spChg>
        <pc:spChg chg="mod ord">
          <ac:chgData name="鈴木 秀規" userId="f68c5fd9-22d5-4c0a-9833-7fb0f5135313" providerId="ADAL" clId="{BE39BC92-915D-4BE9-AEA4-43CFA5564052}" dt="2021-01-28T04:40:20.312" v="1317" actId="1076"/>
          <ac:spMkLst>
            <pc:docMk/>
            <pc:sldMk cId="406741734" sldId="378"/>
            <ac:spMk id="3" creationId="{9E5F0CA8-9D1E-4BA6-AA47-DFA3DA17C06B}"/>
          </ac:spMkLst>
        </pc:spChg>
        <pc:spChg chg="mod ord">
          <ac:chgData name="鈴木 秀規" userId="f68c5fd9-22d5-4c0a-9833-7fb0f5135313" providerId="ADAL" clId="{BE39BC92-915D-4BE9-AEA4-43CFA5564052}" dt="2021-01-28T04:38:21.059" v="1299" actId="700"/>
          <ac:spMkLst>
            <pc:docMk/>
            <pc:sldMk cId="406741734" sldId="378"/>
            <ac:spMk id="4" creationId="{2F4457EF-D67C-4FA9-B013-3F9413BB0472}"/>
          </ac:spMkLst>
        </pc:spChg>
        <pc:spChg chg="del">
          <ac:chgData name="鈴木 秀規" userId="f68c5fd9-22d5-4c0a-9833-7fb0f5135313" providerId="ADAL" clId="{BE39BC92-915D-4BE9-AEA4-43CFA5564052}" dt="2021-01-28T04:38:17.817" v="1298" actId="700"/>
          <ac:spMkLst>
            <pc:docMk/>
            <pc:sldMk cId="406741734" sldId="378"/>
            <ac:spMk id="5" creationId="{39835A23-ACE9-407B-BD13-6F0664EF72B1}"/>
          </ac:spMkLst>
        </pc:spChg>
        <pc:spChg chg="add mod">
          <ac:chgData name="鈴木 秀規" userId="f68c5fd9-22d5-4c0a-9833-7fb0f5135313" providerId="ADAL" clId="{BE39BC92-915D-4BE9-AEA4-43CFA5564052}" dt="2021-01-28T04:42:36.164" v="1404" actId="1076"/>
          <ac:spMkLst>
            <pc:docMk/>
            <pc:sldMk cId="406741734" sldId="378"/>
            <ac:spMk id="7" creationId="{94428383-BDF5-4327-8C83-2EE0C9C9692C}"/>
          </ac:spMkLst>
        </pc:spChg>
        <pc:spChg chg="add mod">
          <ac:chgData name="鈴木 秀規" userId="f68c5fd9-22d5-4c0a-9833-7fb0f5135313" providerId="ADAL" clId="{BE39BC92-915D-4BE9-AEA4-43CFA5564052}" dt="2021-01-28T04:42:32.443" v="1403" actId="1076"/>
          <ac:spMkLst>
            <pc:docMk/>
            <pc:sldMk cId="406741734" sldId="378"/>
            <ac:spMk id="8" creationId="{50AEFE30-CA90-4A91-8BBA-A90D9AA4059A}"/>
          </ac:spMkLst>
        </pc:spChg>
        <pc:spChg chg="add mod">
          <ac:chgData name="鈴木 秀規" userId="f68c5fd9-22d5-4c0a-9833-7fb0f5135313" providerId="ADAL" clId="{BE39BC92-915D-4BE9-AEA4-43CFA5564052}" dt="2021-01-28T04:42:21.954" v="1402" actId="1076"/>
          <ac:spMkLst>
            <pc:docMk/>
            <pc:sldMk cId="406741734" sldId="378"/>
            <ac:spMk id="9" creationId="{EA5DEEDD-3C91-4255-B05B-D564E1CD681A}"/>
          </ac:spMkLst>
        </pc:spChg>
        <pc:spChg chg="add mod">
          <ac:chgData name="鈴木 秀規" userId="f68c5fd9-22d5-4c0a-9833-7fb0f5135313" providerId="ADAL" clId="{BE39BC92-915D-4BE9-AEA4-43CFA5564052}" dt="2021-01-28T04:42:21.954" v="1402" actId="1076"/>
          <ac:spMkLst>
            <pc:docMk/>
            <pc:sldMk cId="406741734" sldId="378"/>
            <ac:spMk id="10" creationId="{1E98B982-C49F-4BBF-9AD0-E6648175CFC9}"/>
          </ac:spMkLst>
        </pc:spChg>
        <pc:graphicFrameChg chg="add mod modGraphic">
          <ac:chgData name="鈴木 秀規" userId="f68c5fd9-22d5-4c0a-9833-7fb0f5135313" providerId="ADAL" clId="{BE39BC92-915D-4BE9-AEA4-43CFA5564052}" dt="2021-01-28T04:42:14.357" v="1401" actId="14100"/>
          <ac:graphicFrameMkLst>
            <pc:docMk/>
            <pc:sldMk cId="406741734" sldId="378"/>
            <ac:graphicFrameMk id="6" creationId="{80DEDF5B-A980-4B9F-9ADB-8AA360C0AEF0}"/>
          </ac:graphicFrameMkLst>
        </pc:graphicFrameChg>
      </pc:sldChg>
      <pc:sldChg chg="del">
        <pc:chgData name="鈴木 秀規" userId="f68c5fd9-22d5-4c0a-9833-7fb0f5135313" providerId="ADAL" clId="{BE39BC92-915D-4BE9-AEA4-43CFA5564052}" dt="2021-01-28T02:07:53.316" v="9" actId="2696"/>
        <pc:sldMkLst>
          <pc:docMk/>
          <pc:sldMk cId="3649152916" sldId="378"/>
        </pc:sldMkLst>
      </pc:sldChg>
      <pc:sldChg chg="addSp modSp new mod">
        <pc:chgData name="鈴木 秀規" userId="f68c5fd9-22d5-4c0a-9833-7fb0f5135313" providerId="ADAL" clId="{BE39BC92-915D-4BE9-AEA4-43CFA5564052}" dt="2021-01-28T04:46:54.998" v="1436"/>
        <pc:sldMkLst>
          <pc:docMk/>
          <pc:sldMk cId="449625136" sldId="379"/>
        </pc:sldMkLst>
        <pc:spChg chg="mod">
          <ac:chgData name="鈴木 秀規" userId="f68c5fd9-22d5-4c0a-9833-7fb0f5135313" providerId="ADAL" clId="{BE39BC92-915D-4BE9-AEA4-43CFA5564052}" dt="2021-01-28T04:42:58.492" v="1408"/>
          <ac:spMkLst>
            <pc:docMk/>
            <pc:sldMk cId="449625136" sldId="379"/>
            <ac:spMk id="3" creationId="{F055CD44-65FB-4F1A-A80A-8052AB76E1C3}"/>
          </ac:spMkLst>
        </pc:spChg>
        <pc:spChg chg="add mod">
          <ac:chgData name="鈴木 秀規" userId="f68c5fd9-22d5-4c0a-9833-7fb0f5135313" providerId="ADAL" clId="{BE39BC92-915D-4BE9-AEA4-43CFA5564052}" dt="2021-01-28T04:43:12.026" v="1409"/>
          <ac:spMkLst>
            <pc:docMk/>
            <pc:sldMk cId="449625136" sldId="379"/>
            <ac:spMk id="5" creationId="{1BC739A0-353C-4E4D-A084-FEFFEBC71AAE}"/>
          </ac:spMkLst>
        </pc:spChg>
        <pc:spChg chg="add mod">
          <ac:chgData name="鈴木 秀規" userId="f68c5fd9-22d5-4c0a-9833-7fb0f5135313" providerId="ADAL" clId="{BE39BC92-915D-4BE9-AEA4-43CFA5564052}" dt="2021-01-28T04:46:31.885" v="1430" actId="1076"/>
          <ac:spMkLst>
            <pc:docMk/>
            <pc:sldMk cId="449625136" sldId="379"/>
            <ac:spMk id="7" creationId="{52DA9BAD-191D-4E9C-8997-20F7DC6FE161}"/>
          </ac:spMkLst>
        </pc:spChg>
        <pc:spChg chg="add mod">
          <ac:chgData name="鈴木 秀規" userId="f68c5fd9-22d5-4c0a-9833-7fb0f5135313" providerId="ADAL" clId="{BE39BC92-915D-4BE9-AEA4-43CFA5564052}" dt="2021-01-28T04:46:54.998" v="1436"/>
          <ac:spMkLst>
            <pc:docMk/>
            <pc:sldMk cId="449625136" sldId="379"/>
            <ac:spMk id="9" creationId="{79B170A4-53A6-4074-BFDF-AEEF03E95FEF}"/>
          </ac:spMkLst>
        </pc:spChg>
        <pc:graphicFrameChg chg="add mod modGraphic">
          <ac:chgData name="鈴木 秀規" userId="f68c5fd9-22d5-4c0a-9833-7fb0f5135313" providerId="ADAL" clId="{BE39BC92-915D-4BE9-AEA4-43CFA5564052}" dt="2021-01-28T04:43:58.487" v="1418"/>
          <ac:graphicFrameMkLst>
            <pc:docMk/>
            <pc:sldMk cId="449625136" sldId="379"/>
            <ac:graphicFrameMk id="6" creationId="{7BB308BA-B6BB-4022-85FB-9F8CBC0A9380}"/>
          </ac:graphicFrameMkLst>
        </pc:graphicFrameChg>
        <pc:graphicFrameChg chg="add mod modGraphic">
          <ac:chgData name="鈴木 秀規" userId="f68c5fd9-22d5-4c0a-9833-7fb0f5135313" providerId="ADAL" clId="{BE39BC92-915D-4BE9-AEA4-43CFA5564052}" dt="2021-01-28T04:46:27.080" v="1429" actId="1076"/>
          <ac:graphicFrameMkLst>
            <pc:docMk/>
            <pc:sldMk cId="449625136" sldId="379"/>
            <ac:graphicFrameMk id="8" creationId="{356FF9CD-B1B8-4CAE-85F0-424105CA5266}"/>
          </ac:graphicFrameMkLst>
        </pc:graphicFrameChg>
      </pc:sldChg>
      <pc:sldChg chg="del">
        <pc:chgData name="鈴木 秀規" userId="f68c5fd9-22d5-4c0a-9833-7fb0f5135313" providerId="ADAL" clId="{BE39BC92-915D-4BE9-AEA4-43CFA5564052}" dt="2021-01-28T02:07:53.316" v="9" actId="2696"/>
        <pc:sldMkLst>
          <pc:docMk/>
          <pc:sldMk cId="4159378562" sldId="379"/>
        </pc:sldMkLst>
      </pc:sldChg>
      <pc:sldChg chg="addSp modSp new mod modClrScheme chgLayout">
        <pc:chgData name="鈴木 秀規" userId="f68c5fd9-22d5-4c0a-9833-7fb0f5135313" providerId="ADAL" clId="{BE39BC92-915D-4BE9-AEA4-43CFA5564052}" dt="2021-01-28T04:48:00.821" v="1456" actId="207"/>
        <pc:sldMkLst>
          <pc:docMk/>
          <pc:sldMk cId="1911761034" sldId="380"/>
        </pc:sldMkLst>
        <pc:spChg chg="mod ord">
          <ac:chgData name="鈴木 秀規" userId="f68c5fd9-22d5-4c0a-9833-7fb0f5135313" providerId="ADAL" clId="{BE39BC92-915D-4BE9-AEA4-43CFA5564052}" dt="2021-01-28T04:47:20.854" v="1439" actId="700"/>
          <ac:spMkLst>
            <pc:docMk/>
            <pc:sldMk cId="1911761034" sldId="380"/>
            <ac:spMk id="2" creationId="{78E8D6A0-DB0C-4C22-837A-F24B180D3594}"/>
          </ac:spMkLst>
        </pc:spChg>
        <pc:spChg chg="mod ord">
          <ac:chgData name="鈴木 秀規" userId="f68c5fd9-22d5-4c0a-9833-7fb0f5135313" providerId="ADAL" clId="{BE39BC92-915D-4BE9-AEA4-43CFA5564052}" dt="2021-01-28T04:47:20.854" v="1439" actId="700"/>
          <ac:spMkLst>
            <pc:docMk/>
            <pc:sldMk cId="1911761034" sldId="380"/>
            <ac:spMk id="3" creationId="{1677D9CC-C96D-4EC5-9CAF-1D23C4A74CAC}"/>
          </ac:spMkLst>
        </pc:spChg>
        <pc:spChg chg="mod ord">
          <ac:chgData name="鈴木 秀規" userId="f68c5fd9-22d5-4c0a-9833-7fb0f5135313" providerId="ADAL" clId="{BE39BC92-915D-4BE9-AEA4-43CFA5564052}" dt="2021-01-28T04:47:20.854" v="1439" actId="700"/>
          <ac:spMkLst>
            <pc:docMk/>
            <pc:sldMk cId="1911761034" sldId="380"/>
            <ac:spMk id="4" creationId="{77559BE6-10B7-41C4-B3DE-D23B901449A0}"/>
          </ac:spMkLst>
        </pc:spChg>
        <pc:spChg chg="add mod ord">
          <ac:chgData name="鈴木 秀規" userId="f68c5fd9-22d5-4c0a-9833-7fb0f5135313" providerId="ADAL" clId="{BE39BC92-915D-4BE9-AEA4-43CFA5564052}" dt="2021-01-28T04:48:00.821" v="1456" actId="207"/>
          <ac:spMkLst>
            <pc:docMk/>
            <pc:sldMk cId="1911761034" sldId="380"/>
            <ac:spMk id="5" creationId="{B9147090-D778-4370-9F20-03AC80ADDE74}"/>
          </ac:spMkLst>
        </pc:spChg>
      </pc:sldChg>
      <pc:sldChg chg="del">
        <pc:chgData name="鈴木 秀規" userId="f68c5fd9-22d5-4c0a-9833-7fb0f5135313" providerId="ADAL" clId="{BE39BC92-915D-4BE9-AEA4-43CFA5564052}" dt="2021-01-28T02:07:53.316" v="9" actId="2696"/>
        <pc:sldMkLst>
          <pc:docMk/>
          <pc:sldMk cId="2745502941" sldId="380"/>
        </pc:sldMkLst>
      </pc:sldChg>
      <pc:sldChg chg="del">
        <pc:chgData name="鈴木 秀規" userId="f68c5fd9-22d5-4c0a-9833-7fb0f5135313" providerId="ADAL" clId="{BE39BC92-915D-4BE9-AEA4-43CFA5564052}" dt="2021-01-28T02:07:53.316" v="9" actId="2696"/>
        <pc:sldMkLst>
          <pc:docMk/>
          <pc:sldMk cId="301528646" sldId="381"/>
        </pc:sldMkLst>
      </pc:sldChg>
      <pc:sldChg chg="modSp new mod">
        <pc:chgData name="鈴木 秀規" userId="f68c5fd9-22d5-4c0a-9833-7fb0f5135313" providerId="ADAL" clId="{BE39BC92-915D-4BE9-AEA4-43CFA5564052}" dt="2021-01-28T04:49:32.770" v="1479" actId="207"/>
        <pc:sldMkLst>
          <pc:docMk/>
          <pc:sldMk cId="2111497926" sldId="381"/>
        </pc:sldMkLst>
        <pc:spChg chg="mod">
          <ac:chgData name="鈴木 秀規" userId="f68c5fd9-22d5-4c0a-9833-7fb0f5135313" providerId="ADAL" clId="{BE39BC92-915D-4BE9-AEA4-43CFA5564052}" dt="2021-01-28T04:48:32.954" v="1458"/>
          <ac:spMkLst>
            <pc:docMk/>
            <pc:sldMk cId="2111497926" sldId="381"/>
            <ac:spMk id="3" creationId="{A606E178-846D-4A22-AF83-37B3AE1BDFFF}"/>
          </ac:spMkLst>
        </pc:spChg>
        <pc:spChg chg="mod">
          <ac:chgData name="鈴木 秀規" userId="f68c5fd9-22d5-4c0a-9833-7fb0f5135313" providerId="ADAL" clId="{BE39BC92-915D-4BE9-AEA4-43CFA5564052}" dt="2021-01-28T04:49:32.770" v="1479" actId="207"/>
          <ac:spMkLst>
            <pc:docMk/>
            <pc:sldMk cId="2111497926" sldId="381"/>
            <ac:spMk id="5" creationId="{97FF8E1B-6515-4505-A6A5-65F15F62F25E}"/>
          </ac:spMkLst>
        </pc:spChg>
      </pc:sldChg>
      <pc:sldChg chg="new del">
        <pc:chgData name="鈴木 秀規" userId="f68c5fd9-22d5-4c0a-9833-7fb0f5135313" providerId="ADAL" clId="{BE39BC92-915D-4BE9-AEA4-43CFA5564052}" dt="2021-01-28T04:49:57.117" v="1481" actId="2696"/>
        <pc:sldMkLst>
          <pc:docMk/>
          <pc:sldMk cId="3242223749" sldId="382"/>
        </pc:sldMkLst>
      </pc:sldChg>
      <pc:sldChg chg="del">
        <pc:chgData name="鈴木 秀規" userId="f68c5fd9-22d5-4c0a-9833-7fb0f5135313" providerId="ADAL" clId="{BE39BC92-915D-4BE9-AEA4-43CFA5564052}" dt="2021-01-28T02:07:53.316" v="9" actId="2696"/>
        <pc:sldMkLst>
          <pc:docMk/>
          <pc:sldMk cId="3737758823" sldId="382"/>
        </pc:sldMkLst>
      </pc:sldChg>
      <pc:sldChg chg="del">
        <pc:chgData name="鈴木 秀規" userId="f68c5fd9-22d5-4c0a-9833-7fb0f5135313" providerId="ADAL" clId="{BE39BC92-915D-4BE9-AEA4-43CFA5564052}" dt="2021-01-28T02:07:53.316" v="9" actId="2696"/>
        <pc:sldMkLst>
          <pc:docMk/>
          <pc:sldMk cId="1383500861" sldId="383"/>
        </pc:sldMkLst>
      </pc:sldChg>
      <pc:sldChg chg="del">
        <pc:chgData name="鈴木 秀規" userId="f68c5fd9-22d5-4c0a-9833-7fb0f5135313" providerId="ADAL" clId="{BE39BC92-915D-4BE9-AEA4-43CFA5564052}" dt="2021-01-28T02:07:53.316" v="9" actId="2696"/>
        <pc:sldMkLst>
          <pc:docMk/>
          <pc:sldMk cId="1710849802" sldId="384"/>
        </pc:sldMkLst>
      </pc:sldChg>
      <pc:sldChg chg="del">
        <pc:chgData name="鈴木 秀規" userId="f68c5fd9-22d5-4c0a-9833-7fb0f5135313" providerId="ADAL" clId="{BE39BC92-915D-4BE9-AEA4-43CFA5564052}" dt="2021-01-28T02:07:53.316" v="9" actId="2696"/>
        <pc:sldMkLst>
          <pc:docMk/>
          <pc:sldMk cId="3198427957" sldId="385"/>
        </pc:sldMkLst>
      </pc:sldChg>
      <pc:sldChg chg="del">
        <pc:chgData name="鈴木 秀規" userId="f68c5fd9-22d5-4c0a-9833-7fb0f5135313" providerId="ADAL" clId="{BE39BC92-915D-4BE9-AEA4-43CFA5564052}" dt="2021-01-28T02:07:53.316" v="9" actId="2696"/>
        <pc:sldMkLst>
          <pc:docMk/>
          <pc:sldMk cId="2401145918" sldId="386"/>
        </pc:sldMkLst>
      </pc:sldChg>
      <pc:sldChg chg="del">
        <pc:chgData name="鈴木 秀規" userId="f68c5fd9-22d5-4c0a-9833-7fb0f5135313" providerId="ADAL" clId="{BE39BC92-915D-4BE9-AEA4-43CFA5564052}" dt="2021-01-28T02:07:53.316" v="9" actId="2696"/>
        <pc:sldMkLst>
          <pc:docMk/>
          <pc:sldMk cId="3730994383" sldId="387"/>
        </pc:sldMkLst>
      </pc:sldChg>
      <pc:sldChg chg="del">
        <pc:chgData name="鈴木 秀規" userId="f68c5fd9-22d5-4c0a-9833-7fb0f5135313" providerId="ADAL" clId="{BE39BC92-915D-4BE9-AEA4-43CFA5564052}" dt="2021-01-28T02:07:53.316" v="9" actId="2696"/>
        <pc:sldMkLst>
          <pc:docMk/>
          <pc:sldMk cId="218868488" sldId="388"/>
        </pc:sldMkLst>
      </pc:sldChg>
      <pc:sldChg chg="del">
        <pc:chgData name="鈴木 秀規" userId="f68c5fd9-22d5-4c0a-9833-7fb0f5135313" providerId="ADAL" clId="{BE39BC92-915D-4BE9-AEA4-43CFA5564052}" dt="2021-01-28T02:07:53.316" v="9" actId="2696"/>
        <pc:sldMkLst>
          <pc:docMk/>
          <pc:sldMk cId="2271233834" sldId="389"/>
        </pc:sldMkLst>
      </pc:sldChg>
      <pc:sldChg chg="del">
        <pc:chgData name="鈴木 秀規" userId="f68c5fd9-22d5-4c0a-9833-7fb0f5135313" providerId="ADAL" clId="{BE39BC92-915D-4BE9-AEA4-43CFA5564052}" dt="2021-01-28T02:07:53.316" v="9" actId="2696"/>
        <pc:sldMkLst>
          <pc:docMk/>
          <pc:sldMk cId="613103497" sldId="390"/>
        </pc:sldMkLst>
      </pc:sldChg>
      <pc:sldChg chg="del">
        <pc:chgData name="鈴木 秀規" userId="f68c5fd9-22d5-4c0a-9833-7fb0f5135313" providerId="ADAL" clId="{BE39BC92-915D-4BE9-AEA4-43CFA5564052}" dt="2021-01-28T02:07:53.316" v="9" actId="2696"/>
        <pc:sldMkLst>
          <pc:docMk/>
          <pc:sldMk cId="2862026351" sldId="391"/>
        </pc:sldMkLst>
      </pc:sldChg>
      <pc:sldChg chg="del">
        <pc:chgData name="鈴木 秀規" userId="f68c5fd9-22d5-4c0a-9833-7fb0f5135313" providerId="ADAL" clId="{BE39BC92-915D-4BE9-AEA4-43CFA5564052}" dt="2021-01-28T02:07:53.316" v="9" actId="2696"/>
        <pc:sldMkLst>
          <pc:docMk/>
          <pc:sldMk cId="539211239" sldId="392"/>
        </pc:sldMkLst>
      </pc:sldChg>
      <pc:sldChg chg="del">
        <pc:chgData name="鈴木 秀規" userId="f68c5fd9-22d5-4c0a-9833-7fb0f5135313" providerId="ADAL" clId="{BE39BC92-915D-4BE9-AEA4-43CFA5564052}" dt="2021-01-28T02:07:53.316" v="9" actId="2696"/>
        <pc:sldMkLst>
          <pc:docMk/>
          <pc:sldMk cId="382950322" sldId="393"/>
        </pc:sldMkLst>
      </pc:sldChg>
      <pc:sldChg chg="del">
        <pc:chgData name="鈴木 秀規" userId="f68c5fd9-22d5-4c0a-9833-7fb0f5135313" providerId="ADAL" clId="{BE39BC92-915D-4BE9-AEA4-43CFA5564052}" dt="2021-01-28T02:07:53.316" v="9" actId="2696"/>
        <pc:sldMkLst>
          <pc:docMk/>
          <pc:sldMk cId="2892649949" sldId="394"/>
        </pc:sldMkLst>
      </pc:sldChg>
      <pc:sldChg chg="del">
        <pc:chgData name="鈴木 秀規" userId="f68c5fd9-22d5-4c0a-9833-7fb0f5135313" providerId="ADAL" clId="{BE39BC92-915D-4BE9-AEA4-43CFA5564052}" dt="2021-01-28T02:07:53.316" v="9" actId="2696"/>
        <pc:sldMkLst>
          <pc:docMk/>
          <pc:sldMk cId="3667572454" sldId="395"/>
        </pc:sldMkLst>
      </pc:sldChg>
      <pc:sldChg chg="del">
        <pc:chgData name="鈴木 秀規" userId="f68c5fd9-22d5-4c0a-9833-7fb0f5135313" providerId="ADAL" clId="{BE39BC92-915D-4BE9-AEA4-43CFA5564052}" dt="2021-01-28T02:07:53.316" v="9" actId="2696"/>
        <pc:sldMkLst>
          <pc:docMk/>
          <pc:sldMk cId="3508846154" sldId="396"/>
        </pc:sldMkLst>
      </pc:sldChg>
      <pc:sldChg chg="del">
        <pc:chgData name="鈴木 秀規" userId="f68c5fd9-22d5-4c0a-9833-7fb0f5135313" providerId="ADAL" clId="{BE39BC92-915D-4BE9-AEA4-43CFA5564052}" dt="2021-01-28T02:07:53.316" v="9" actId="2696"/>
        <pc:sldMkLst>
          <pc:docMk/>
          <pc:sldMk cId="2748557657" sldId="397"/>
        </pc:sldMkLst>
      </pc:sldChg>
      <pc:sldChg chg="del">
        <pc:chgData name="鈴木 秀規" userId="f68c5fd9-22d5-4c0a-9833-7fb0f5135313" providerId="ADAL" clId="{BE39BC92-915D-4BE9-AEA4-43CFA5564052}" dt="2021-01-28T02:07:53.316" v="9" actId="2696"/>
        <pc:sldMkLst>
          <pc:docMk/>
          <pc:sldMk cId="2605664090" sldId="398"/>
        </pc:sldMkLst>
      </pc:sldChg>
      <pc:sldChg chg="del">
        <pc:chgData name="鈴木 秀規" userId="f68c5fd9-22d5-4c0a-9833-7fb0f5135313" providerId="ADAL" clId="{BE39BC92-915D-4BE9-AEA4-43CFA5564052}" dt="2021-01-28T02:07:53.316" v="9" actId="2696"/>
        <pc:sldMkLst>
          <pc:docMk/>
          <pc:sldMk cId="4011058669" sldId="399"/>
        </pc:sldMkLst>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9B0393DB-347A-4A9F-B4E7-8702A039FC28}"/>
    <pc:docChg chg="undo custSel addSld delSld modSld">
      <pc:chgData name="鈴木 秀規" userId="f68c5fd9-22d5-4c0a-9833-7fb0f5135313" providerId="ADAL" clId="{9B0393DB-347A-4A9F-B4E7-8702A039FC28}" dt="2021-01-28T06:37:49.917" v="1145" actId="2696"/>
      <pc:docMkLst>
        <pc:docMk/>
      </pc:docMkLst>
      <pc:sldChg chg="modSp mod">
        <pc:chgData name="鈴木 秀規" userId="f68c5fd9-22d5-4c0a-9833-7fb0f5135313" providerId="ADAL" clId="{9B0393DB-347A-4A9F-B4E7-8702A039FC28}" dt="2021-01-28T04:51:05.043" v="8" actId="20577"/>
        <pc:sldMkLst>
          <pc:docMk/>
          <pc:sldMk cId="0" sldId="256"/>
        </pc:sldMkLst>
        <pc:spChg chg="mod">
          <ac:chgData name="鈴木 秀規" userId="f68c5fd9-22d5-4c0a-9833-7fb0f5135313" providerId="ADAL" clId="{9B0393DB-347A-4A9F-B4E7-8702A039FC28}" dt="2021-01-28T04:51:05.043" v="8" actId="20577"/>
          <ac:spMkLst>
            <pc:docMk/>
            <pc:sldMk cId="0" sldId="256"/>
            <ac:spMk id="56" creationId="{00000000-0000-0000-0000-000000000000}"/>
          </ac:spMkLst>
        </pc:spChg>
      </pc:sldChg>
      <pc:sldChg chg="modSp mod">
        <pc:chgData name="鈴木 秀規" userId="f68c5fd9-22d5-4c0a-9833-7fb0f5135313" providerId="ADAL" clId="{9B0393DB-347A-4A9F-B4E7-8702A039FC28}" dt="2021-01-28T04:53:57.343" v="46" actId="207"/>
        <pc:sldMkLst>
          <pc:docMk/>
          <pc:sldMk cId="2397736379" sldId="363"/>
        </pc:sldMkLst>
        <pc:spChg chg="mod">
          <ac:chgData name="鈴木 秀規" userId="f68c5fd9-22d5-4c0a-9833-7fb0f5135313" providerId="ADAL" clId="{9B0393DB-347A-4A9F-B4E7-8702A039FC28}" dt="2021-01-28T04:51:13.114" v="9"/>
          <ac:spMkLst>
            <pc:docMk/>
            <pc:sldMk cId="2397736379" sldId="363"/>
            <ac:spMk id="7" creationId="{9630AD22-E64D-4A96-B059-2AF9F6580C25}"/>
          </ac:spMkLst>
        </pc:spChg>
        <pc:spChg chg="mod">
          <ac:chgData name="鈴木 秀規" userId="f68c5fd9-22d5-4c0a-9833-7fb0f5135313" providerId="ADAL" clId="{9B0393DB-347A-4A9F-B4E7-8702A039FC28}" dt="2021-01-28T04:53:57.343" v="46" actId="207"/>
          <ac:spMkLst>
            <pc:docMk/>
            <pc:sldMk cId="2397736379" sldId="363"/>
            <ac:spMk id="8" creationId="{787CF02A-01AB-4517-BA3E-25572FA82648}"/>
          </ac:spMkLst>
        </pc:spChg>
      </pc:sldChg>
      <pc:sldChg chg="del">
        <pc:chgData name="鈴木 秀規" userId="f68c5fd9-22d5-4c0a-9833-7fb0f5135313" providerId="ADAL" clId="{9B0393DB-347A-4A9F-B4E7-8702A039FC28}" dt="2021-01-28T04:51:20.164" v="10" actId="2696"/>
        <pc:sldMkLst>
          <pc:docMk/>
          <pc:sldMk cId="655144691" sldId="364"/>
        </pc:sldMkLst>
      </pc:sldChg>
      <pc:sldChg chg="addSp modSp new mod">
        <pc:chgData name="鈴木 秀規" userId="f68c5fd9-22d5-4c0a-9833-7fb0f5135313" providerId="ADAL" clId="{9B0393DB-347A-4A9F-B4E7-8702A039FC28}" dt="2021-01-28T04:59:15.087" v="93" actId="1076"/>
        <pc:sldMkLst>
          <pc:docMk/>
          <pc:sldMk cId="2018664081" sldId="364"/>
        </pc:sldMkLst>
        <pc:spChg chg="mod">
          <ac:chgData name="鈴木 秀規" userId="f68c5fd9-22d5-4c0a-9833-7fb0f5135313" providerId="ADAL" clId="{9B0393DB-347A-4A9F-B4E7-8702A039FC28}" dt="2021-01-28T04:54:08.475" v="48"/>
          <ac:spMkLst>
            <pc:docMk/>
            <pc:sldMk cId="2018664081" sldId="364"/>
            <ac:spMk id="3" creationId="{75DADEAD-0D67-4E17-9166-98A6805B6470}"/>
          </ac:spMkLst>
        </pc:spChg>
        <pc:spChg chg="mod">
          <ac:chgData name="鈴木 秀規" userId="f68c5fd9-22d5-4c0a-9833-7fb0f5135313" providerId="ADAL" clId="{9B0393DB-347A-4A9F-B4E7-8702A039FC28}" dt="2021-01-28T04:58:33.090" v="90" actId="14100"/>
          <ac:spMkLst>
            <pc:docMk/>
            <pc:sldMk cId="2018664081" sldId="364"/>
            <ac:spMk id="5" creationId="{E4A52243-874B-431E-A0B0-DB7E78319065}"/>
          </ac:spMkLst>
        </pc:spChg>
        <pc:spChg chg="add mod">
          <ac:chgData name="鈴木 秀規" userId="f68c5fd9-22d5-4c0a-9833-7fb0f5135313" providerId="ADAL" clId="{9B0393DB-347A-4A9F-B4E7-8702A039FC28}" dt="2021-01-28T04:55:56.647" v="77" actId="2711"/>
          <ac:spMkLst>
            <pc:docMk/>
            <pc:sldMk cId="2018664081" sldId="364"/>
            <ac:spMk id="6" creationId="{8F29406F-A595-462E-B24E-9CE5D8EF3E2D}"/>
          </ac:spMkLst>
        </pc:spChg>
        <pc:spChg chg="add mod">
          <ac:chgData name="鈴木 秀規" userId="f68c5fd9-22d5-4c0a-9833-7fb0f5135313" providerId="ADAL" clId="{9B0393DB-347A-4A9F-B4E7-8702A039FC28}" dt="2021-01-28T04:55:56.647" v="77" actId="2711"/>
          <ac:spMkLst>
            <pc:docMk/>
            <pc:sldMk cId="2018664081" sldId="364"/>
            <ac:spMk id="7" creationId="{2BA7F10E-1871-4F38-AC59-B0163B4434D5}"/>
          </ac:spMkLst>
        </pc:spChg>
        <pc:spChg chg="add mod">
          <ac:chgData name="鈴木 秀規" userId="f68c5fd9-22d5-4c0a-9833-7fb0f5135313" providerId="ADAL" clId="{9B0393DB-347A-4A9F-B4E7-8702A039FC28}" dt="2021-01-28T04:58:48.287" v="92" actId="207"/>
          <ac:spMkLst>
            <pc:docMk/>
            <pc:sldMk cId="2018664081" sldId="364"/>
            <ac:spMk id="8" creationId="{F96758B4-8B0C-4906-AE61-8689B893E300}"/>
          </ac:spMkLst>
        </pc:spChg>
        <pc:spChg chg="add mod">
          <ac:chgData name="鈴木 秀規" userId="f68c5fd9-22d5-4c0a-9833-7fb0f5135313" providerId="ADAL" clId="{9B0393DB-347A-4A9F-B4E7-8702A039FC28}" dt="2021-01-28T04:58:48.287" v="92" actId="207"/>
          <ac:spMkLst>
            <pc:docMk/>
            <pc:sldMk cId="2018664081" sldId="364"/>
            <ac:spMk id="9" creationId="{C40943D4-755B-48CE-BE20-39AD99482DDD}"/>
          </ac:spMkLst>
        </pc:spChg>
        <pc:spChg chg="add mod">
          <ac:chgData name="鈴木 秀規" userId="f68c5fd9-22d5-4c0a-9833-7fb0f5135313" providerId="ADAL" clId="{9B0393DB-347A-4A9F-B4E7-8702A039FC28}" dt="2021-01-28T04:58:48.287" v="92" actId="207"/>
          <ac:spMkLst>
            <pc:docMk/>
            <pc:sldMk cId="2018664081" sldId="364"/>
            <ac:spMk id="10" creationId="{428E113C-BEEF-4176-9373-33F49BE93CB6}"/>
          </ac:spMkLst>
        </pc:spChg>
        <pc:spChg chg="add mod">
          <ac:chgData name="鈴木 秀規" userId="f68c5fd9-22d5-4c0a-9833-7fb0f5135313" providerId="ADAL" clId="{9B0393DB-347A-4A9F-B4E7-8702A039FC28}" dt="2021-01-28T04:58:48.287" v="92" actId="207"/>
          <ac:spMkLst>
            <pc:docMk/>
            <pc:sldMk cId="2018664081" sldId="364"/>
            <ac:spMk id="11" creationId="{4A277E1D-FD12-479A-BA6F-0857A0959E90}"/>
          </ac:spMkLst>
        </pc:spChg>
        <pc:spChg chg="add mod">
          <ac:chgData name="鈴木 秀規" userId="f68c5fd9-22d5-4c0a-9833-7fb0f5135313" providerId="ADAL" clId="{9B0393DB-347A-4A9F-B4E7-8702A039FC28}" dt="2021-01-28T04:58:48.287" v="92" actId="207"/>
          <ac:spMkLst>
            <pc:docMk/>
            <pc:sldMk cId="2018664081" sldId="364"/>
            <ac:spMk id="12" creationId="{62CD15D6-B290-40CF-8A16-2D4CCCDA5B55}"/>
          </ac:spMkLst>
        </pc:spChg>
        <pc:spChg chg="add mod">
          <ac:chgData name="鈴木 秀規" userId="f68c5fd9-22d5-4c0a-9833-7fb0f5135313" providerId="ADAL" clId="{9B0393DB-347A-4A9F-B4E7-8702A039FC28}" dt="2021-01-28T04:58:48.287" v="92" actId="207"/>
          <ac:spMkLst>
            <pc:docMk/>
            <pc:sldMk cId="2018664081" sldId="364"/>
            <ac:spMk id="13" creationId="{DBD1595E-0338-493E-BEF5-BD50188C517A}"/>
          </ac:spMkLst>
        </pc:spChg>
        <pc:spChg chg="add mod">
          <ac:chgData name="鈴木 秀規" userId="f68c5fd9-22d5-4c0a-9833-7fb0f5135313" providerId="ADAL" clId="{9B0393DB-347A-4A9F-B4E7-8702A039FC28}" dt="2021-01-28T04:59:15.087" v="93" actId="1076"/>
          <ac:spMkLst>
            <pc:docMk/>
            <pc:sldMk cId="2018664081" sldId="364"/>
            <ac:spMk id="14" creationId="{E4EC873D-1263-447A-BF7D-809CAE197046}"/>
          </ac:spMkLst>
        </pc:spChg>
      </pc:sldChg>
      <pc:sldChg chg="modSp new mod">
        <pc:chgData name="鈴木 秀規" userId="f68c5fd9-22d5-4c0a-9833-7fb0f5135313" providerId="ADAL" clId="{9B0393DB-347A-4A9F-B4E7-8702A039FC28}" dt="2021-01-28T05:00:43.639" v="117" actId="113"/>
        <pc:sldMkLst>
          <pc:docMk/>
          <pc:sldMk cId="2019205359" sldId="365"/>
        </pc:sldMkLst>
        <pc:spChg chg="mod">
          <ac:chgData name="鈴木 秀規" userId="f68c5fd9-22d5-4c0a-9833-7fb0f5135313" providerId="ADAL" clId="{9B0393DB-347A-4A9F-B4E7-8702A039FC28}" dt="2021-01-28T04:59:29.015" v="95"/>
          <ac:spMkLst>
            <pc:docMk/>
            <pc:sldMk cId="2019205359" sldId="365"/>
            <ac:spMk id="3" creationId="{A91E588B-D2ED-4C37-BFA4-DF7BA5F7B19C}"/>
          </ac:spMkLst>
        </pc:spChg>
        <pc:spChg chg="mod">
          <ac:chgData name="鈴木 秀規" userId="f68c5fd9-22d5-4c0a-9833-7fb0f5135313" providerId="ADAL" clId="{9B0393DB-347A-4A9F-B4E7-8702A039FC28}" dt="2021-01-28T05:00:43.639" v="117" actId="113"/>
          <ac:spMkLst>
            <pc:docMk/>
            <pc:sldMk cId="2019205359" sldId="365"/>
            <ac:spMk id="5" creationId="{2B398FB9-B780-41E2-9CE6-703675FD83AF}"/>
          </ac:spMkLst>
        </pc:spChg>
      </pc:sldChg>
      <pc:sldChg chg="del">
        <pc:chgData name="鈴木 秀規" userId="f68c5fd9-22d5-4c0a-9833-7fb0f5135313" providerId="ADAL" clId="{9B0393DB-347A-4A9F-B4E7-8702A039FC28}" dt="2021-01-28T04:51:20.164" v="10" actId="2696"/>
        <pc:sldMkLst>
          <pc:docMk/>
          <pc:sldMk cId="3025764782" sldId="365"/>
        </pc:sldMkLst>
      </pc:sldChg>
      <pc:sldChg chg="addSp modSp new mod modAnim">
        <pc:chgData name="鈴木 秀規" userId="f68c5fd9-22d5-4c0a-9833-7fb0f5135313" providerId="ADAL" clId="{9B0393DB-347A-4A9F-B4E7-8702A039FC28}" dt="2021-01-28T05:06:03.368" v="186" actId="14100"/>
        <pc:sldMkLst>
          <pc:docMk/>
          <pc:sldMk cId="1083425996" sldId="366"/>
        </pc:sldMkLst>
        <pc:spChg chg="mod">
          <ac:chgData name="鈴木 秀規" userId="f68c5fd9-22d5-4c0a-9833-7fb0f5135313" providerId="ADAL" clId="{9B0393DB-347A-4A9F-B4E7-8702A039FC28}" dt="2021-01-28T05:01:01.412" v="119"/>
          <ac:spMkLst>
            <pc:docMk/>
            <pc:sldMk cId="1083425996" sldId="366"/>
            <ac:spMk id="3" creationId="{5915CA98-055E-4B0A-AE76-B5429F5D958C}"/>
          </ac:spMkLst>
        </pc:spChg>
        <pc:spChg chg="mod">
          <ac:chgData name="鈴木 秀規" userId="f68c5fd9-22d5-4c0a-9833-7fb0f5135313" providerId="ADAL" clId="{9B0393DB-347A-4A9F-B4E7-8702A039FC28}" dt="2021-01-28T05:01:58.463" v="132" actId="14100"/>
          <ac:spMkLst>
            <pc:docMk/>
            <pc:sldMk cId="1083425996" sldId="366"/>
            <ac:spMk id="5" creationId="{81DD3EA4-DF67-400B-9355-84F772D9225A}"/>
          </ac:spMkLst>
        </pc:spChg>
        <pc:spChg chg="add mod">
          <ac:chgData name="鈴木 秀規" userId="f68c5fd9-22d5-4c0a-9833-7fb0f5135313" providerId="ADAL" clId="{9B0393DB-347A-4A9F-B4E7-8702A039FC28}" dt="2021-01-28T05:05:19.771" v="177" actId="14100"/>
          <ac:spMkLst>
            <pc:docMk/>
            <pc:sldMk cId="1083425996" sldId="366"/>
            <ac:spMk id="6" creationId="{40234366-3D36-42F3-B1EE-CD56A6476877}"/>
          </ac:spMkLst>
        </pc:spChg>
        <pc:spChg chg="add mod">
          <ac:chgData name="鈴木 秀規" userId="f68c5fd9-22d5-4c0a-9833-7fb0f5135313" providerId="ADAL" clId="{9B0393DB-347A-4A9F-B4E7-8702A039FC28}" dt="2021-01-28T05:05:14.835" v="175" actId="1076"/>
          <ac:spMkLst>
            <pc:docMk/>
            <pc:sldMk cId="1083425996" sldId="366"/>
            <ac:spMk id="7" creationId="{694D1064-2523-4FB8-9664-3C01E154DF7D}"/>
          </ac:spMkLst>
        </pc:spChg>
        <pc:spChg chg="add mod">
          <ac:chgData name="鈴木 秀規" userId="f68c5fd9-22d5-4c0a-9833-7fb0f5135313" providerId="ADAL" clId="{9B0393DB-347A-4A9F-B4E7-8702A039FC28}" dt="2021-01-28T05:04:16.147" v="162" actId="207"/>
          <ac:spMkLst>
            <pc:docMk/>
            <pc:sldMk cId="1083425996" sldId="366"/>
            <ac:spMk id="8" creationId="{DC4D2014-A7F2-4212-B21A-EF34F70F840E}"/>
          </ac:spMkLst>
        </pc:spChg>
        <pc:spChg chg="add mod">
          <ac:chgData name="鈴木 秀規" userId="f68c5fd9-22d5-4c0a-9833-7fb0f5135313" providerId="ADAL" clId="{9B0393DB-347A-4A9F-B4E7-8702A039FC28}" dt="2021-01-28T05:06:03.368" v="186" actId="14100"/>
          <ac:spMkLst>
            <pc:docMk/>
            <pc:sldMk cId="1083425996" sldId="366"/>
            <ac:spMk id="9" creationId="{8FB1B2C3-52FD-4F90-80CC-4C949A9674BD}"/>
          </ac:spMkLst>
        </pc:spChg>
        <pc:spChg chg="add mod">
          <ac:chgData name="鈴木 秀規" userId="f68c5fd9-22d5-4c0a-9833-7fb0f5135313" providerId="ADAL" clId="{9B0393DB-347A-4A9F-B4E7-8702A039FC28}" dt="2021-01-28T05:05:53.118" v="184" actId="1076"/>
          <ac:spMkLst>
            <pc:docMk/>
            <pc:sldMk cId="1083425996" sldId="366"/>
            <ac:spMk id="10" creationId="{87685BC7-0CC4-45EC-A20F-8E039239962B}"/>
          </ac:spMkLst>
        </pc:spChg>
      </pc:sldChg>
      <pc:sldChg chg="del">
        <pc:chgData name="鈴木 秀規" userId="f68c5fd9-22d5-4c0a-9833-7fb0f5135313" providerId="ADAL" clId="{9B0393DB-347A-4A9F-B4E7-8702A039FC28}" dt="2021-01-28T04:51:20.164" v="10" actId="2696"/>
        <pc:sldMkLst>
          <pc:docMk/>
          <pc:sldMk cId="4018965676" sldId="366"/>
        </pc:sldMkLst>
      </pc:sldChg>
      <pc:sldChg chg="addSp modSp new mod">
        <pc:chgData name="鈴木 秀規" userId="f68c5fd9-22d5-4c0a-9833-7fb0f5135313" providerId="ADAL" clId="{9B0393DB-347A-4A9F-B4E7-8702A039FC28}" dt="2021-01-28T05:19:37.794" v="212" actId="2085"/>
        <pc:sldMkLst>
          <pc:docMk/>
          <pc:sldMk cId="2277428888" sldId="367"/>
        </pc:sldMkLst>
        <pc:spChg chg="mod">
          <ac:chgData name="鈴木 秀規" userId="f68c5fd9-22d5-4c0a-9833-7fb0f5135313" providerId="ADAL" clId="{9B0393DB-347A-4A9F-B4E7-8702A039FC28}" dt="2021-01-28T05:06:17.598" v="188"/>
          <ac:spMkLst>
            <pc:docMk/>
            <pc:sldMk cId="2277428888" sldId="367"/>
            <ac:spMk id="3" creationId="{F4D40F7E-BF5A-49FC-B84A-46C28E18D48C}"/>
          </ac:spMkLst>
        </pc:spChg>
        <pc:spChg chg="mod">
          <ac:chgData name="鈴木 秀規" userId="f68c5fd9-22d5-4c0a-9833-7fb0f5135313" providerId="ADAL" clId="{9B0393DB-347A-4A9F-B4E7-8702A039FC28}" dt="2021-01-28T05:06:45.544" v="193" actId="14100"/>
          <ac:spMkLst>
            <pc:docMk/>
            <pc:sldMk cId="2277428888" sldId="367"/>
            <ac:spMk id="5" creationId="{83ACA755-6F6F-4468-AD8F-3ADE2BF7686B}"/>
          </ac:spMkLst>
        </pc:spChg>
        <pc:spChg chg="add mod">
          <ac:chgData name="鈴木 秀規" userId="f68c5fd9-22d5-4c0a-9833-7fb0f5135313" providerId="ADAL" clId="{9B0393DB-347A-4A9F-B4E7-8702A039FC28}" dt="2021-01-28T05:19:37.794" v="212" actId="2085"/>
          <ac:spMkLst>
            <pc:docMk/>
            <pc:sldMk cId="2277428888" sldId="367"/>
            <ac:spMk id="6" creationId="{304B1092-F21F-4A89-8359-ED1CF43F7497}"/>
          </ac:spMkLst>
        </pc:spChg>
        <pc:spChg chg="add mod">
          <ac:chgData name="鈴木 秀規" userId="f68c5fd9-22d5-4c0a-9833-7fb0f5135313" providerId="ADAL" clId="{9B0393DB-347A-4A9F-B4E7-8702A039FC28}" dt="2021-01-28T05:07:41.189" v="211"/>
          <ac:spMkLst>
            <pc:docMk/>
            <pc:sldMk cId="2277428888" sldId="367"/>
            <ac:spMk id="7" creationId="{654B7DA0-0BEF-43D9-99C4-26FF7010CECE}"/>
          </ac:spMkLst>
        </pc:spChg>
      </pc:sldChg>
      <pc:sldChg chg="del">
        <pc:chgData name="鈴木 秀規" userId="f68c5fd9-22d5-4c0a-9833-7fb0f5135313" providerId="ADAL" clId="{9B0393DB-347A-4A9F-B4E7-8702A039FC28}" dt="2021-01-28T04:51:20.164" v="10" actId="2696"/>
        <pc:sldMkLst>
          <pc:docMk/>
          <pc:sldMk cId="2327445248" sldId="367"/>
        </pc:sldMkLst>
      </pc:sldChg>
      <pc:sldChg chg="del">
        <pc:chgData name="鈴木 秀規" userId="f68c5fd9-22d5-4c0a-9833-7fb0f5135313" providerId="ADAL" clId="{9B0393DB-347A-4A9F-B4E7-8702A039FC28}" dt="2021-01-28T04:51:20.164" v="10" actId="2696"/>
        <pc:sldMkLst>
          <pc:docMk/>
          <pc:sldMk cId="19046241" sldId="368"/>
        </pc:sldMkLst>
      </pc:sldChg>
      <pc:sldChg chg="modSp new mod">
        <pc:chgData name="鈴木 秀規" userId="f68c5fd9-22d5-4c0a-9833-7fb0f5135313" providerId="ADAL" clId="{9B0393DB-347A-4A9F-B4E7-8702A039FC28}" dt="2021-01-28T05:21:29.027" v="236" actId="207"/>
        <pc:sldMkLst>
          <pc:docMk/>
          <pc:sldMk cId="368796728" sldId="368"/>
        </pc:sldMkLst>
        <pc:spChg chg="mod">
          <ac:chgData name="鈴木 秀規" userId="f68c5fd9-22d5-4c0a-9833-7fb0f5135313" providerId="ADAL" clId="{9B0393DB-347A-4A9F-B4E7-8702A039FC28}" dt="2021-01-28T05:19:48.857" v="214"/>
          <ac:spMkLst>
            <pc:docMk/>
            <pc:sldMk cId="368796728" sldId="368"/>
            <ac:spMk id="3" creationId="{423015FA-2594-473F-99D6-29F327284BB3}"/>
          </ac:spMkLst>
        </pc:spChg>
        <pc:spChg chg="mod">
          <ac:chgData name="鈴木 秀規" userId="f68c5fd9-22d5-4c0a-9833-7fb0f5135313" providerId="ADAL" clId="{9B0393DB-347A-4A9F-B4E7-8702A039FC28}" dt="2021-01-28T05:21:29.027" v="236" actId="207"/>
          <ac:spMkLst>
            <pc:docMk/>
            <pc:sldMk cId="368796728" sldId="368"/>
            <ac:spMk id="5" creationId="{5A5501EC-5263-4AA3-AA87-5EACE2BF7266}"/>
          </ac:spMkLst>
        </pc:spChg>
      </pc:sldChg>
      <pc:sldChg chg="addSp delSp modSp new mod chgLayout">
        <pc:chgData name="鈴木 秀規" userId="f68c5fd9-22d5-4c0a-9833-7fb0f5135313" providerId="ADAL" clId="{9B0393DB-347A-4A9F-B4E7-8702A039FC28}" dt="2021-01-28T05:23:13.215" v="259"/>
        <pc:sldMkLst>
          <pc:docMk/>
          <pc:sldMk cId="1615278593" sldId="369"/>
        </pc:sldMkLst>
        <pc:spChg chg="mod ord">
          <ac:chgData name="鈴木 秀規" userId="f68c5fd9-22d5-4c0a-9833-7fb0f5135313" providerId="ADAL" clId="{9B0393DB-347A-4A9F-B4E7-8702A039FC28}" dt="2021-01-28T05:21:58.764" v="241" actId="6264"/>
          <ac:spMkLst>
            <pc:docMk/>
            <pc:sldMk cId="1615278593" sldId="369"/>
            <ac:spMk id="2" creationId="{9433DD62-7A8C-4CFE-8AC2-7DD38137F115}"/>
          </ac:spMkLst>
        </pc:spChg>
        <pc:spChg chg="del">
          <ac:chgData name="鈴木 秀規" userId="f68c5fd9-22d5-4c0a-9833-7fb0f5135313" providerId="ADAL" clId="{9B0393DB-347A-4A9F-B4E7-8702A039FC28}" dt="2021-01-28T05:21:58.764" v="241" actId="6264"/>
          <ac:spMkLst>
            <pc:docMk/>
            <pc:sldMk cId="1615278593" sldId="369"/>
            <ac:spMk id="3" creationId="{38A3A5D5-3A56-4113-B8DE-87E0688BE876}"/>
          </ac:spMkLst>
        </pc:spChg>
        <pc:spChg chg="mod ord">
          <ac:chgData name="鈴木 秀規" userId="f68c5fd9-22d5-4c0a-9833-7fb0f5135313" providerId="ADAL" clId="{9B0393DB-347A-4A9F-B4E7-8702A039FC28}" dt="2021-01-28T05:21:58.764" v="241" actId="6264"/>
          <ac:spMkLst>
            <pc:docMk/>
            <pc:sldMk cId="1615278593" sldId="369"/>
            <ac:spMk id="4" creationId="{D2BD8D33-EBF9-4FA2-9DD4-159B222B2985}"/>
          </ac:spMkLst>
        </pc:spChg>
        <pc:spChg chg="del">
          <ac:chgData name="鈴木 秀規" userId="f68c5fd9-22d5-4c0a-9833-7fb0f5135313" providerId="ADAL" clId="{9B0393DB-347A-4A9F-B4E7-8702A039FC28}" dt="2021-01-28T05:21:52.934" v="238" actId="478"/>
          <ac:spMkLst>
            <pc:docMk/>
            <pc:sldMk cId="1615278593" sldId="369"/>
            <ac:spMk id="5" creationId="{128A520A-8A7D-4FFC-83D7-B223155EDD37}"/>
          </ac:spMkLst>
        </pc:spChg>
        <pc:spChg chg="add mod">
          <ac:chgData name="鈴木 秀規" userId="f68c5fd9-22d5-4c0a-9833-7fb0f5135313" providerId="ADAL" clId="{9B0393DB-347A-4A9F-B4E7-8702A039FC28}" dt="2021-01-28T05:23:07.016" v="258" actId="1036"/>
          <ac:spMkLst>
            <pc:docMk/>
            <pc:sldMk cId="1615278593" sldId="369"/>
            <ac:spMk id="6" creationId="{127A02F7-9F3D-4997-A920-6D0C58DDAAD3}"/>
          </ac:spMkLst>
        </pc:spChg>
        <pc:spChg chg="add del mod">
          <ac:chgData name="鈴木 秀規" userId="f68c5fd9-22d5-4c0a-9833-7fb0f5135313" providerId="ADAL" clId="{9B0393DB-347A-4A9F-B4E7-8702A039FC28}" dt="2021-01-28T05:21:58.764" v="241" actId="6264"/>
          <ac:spMkLst>
            <pc:docMk/>
            <pc:sldMk cId="1615278593" sldId="369"/>
            <ac:spMk id="7" creationId="{3827181B-7915-4D2A-B511-642F2C2FA7A1}"/>
          </ac:spMkLst>
        </pc:spChg>
        <pc:spChg chg="add del mod">
          <ac:chgData name="鈴木 秀規" userId="f68c5fd9-22d5-4c0a-9833-7fb0f5135313" providerId="ADAL" clId="{9B0393DB-347A-4A9F-B4E7-8702A039FC28}" dt="2021-01-28T05:21:58.764" v="241" actId="6264"/>
          <ac:spMkLst>
            <pc:docMk/>
            <pc:sldMk cId="1615278593" sldId="369"/>
            <ac:spMk id="8" creationId="{F17E451F-2A53-4E11-A17D-82EFB9373581}"/>
          </ac:spMkLst>
        </pc:spChg>
        <pc:spChg chg="add mod ord">
          <ac:chgData name="鈴木 秀規" userId="f68c5fd9-22d5-4c0a-9833-7fb0f5135313" providerId="ADAL" clId="{9B0393DB-347A-4A9F-B4E7-8702A039FC28}" dt="2021-01-28T05:23:13.215" v="259"/>
          <ac:spMkLst>
            <pc:docMk/>
            <pc:sldMk cId="1615278593" sldId="369"/>
            <ac:spMk id="9" creationId="{11592967-7DDE-4124-B19A-FCBC8FABB99F}"/>
          </ac:spMkLst>
        </pc:spChg>
        <pc:spChg chg="add del mod ord">
          <ac:chgData name="鈴木 秀規" userId="f68c5fd9-22d5-4c0a-9833-7fb0f5135313" providerId="ADAL" clId="{9B0393DB-347A-4A9F-B4E7-8702A039FC28}" dt="2021-01-28T05:22:59.494" v="248" actId="478"/>
          <ac:spMkLst>
            <pc:docMk/>
            <pc:sldMk cId="1615278593" sldId="369"/>
            <ac:spMk id="10" creationId="{761B919C-2266-40E7-8C60-31E7E60F137F}"/>
          </ac:spMkLst>
        </pc:spChg>
      </pc:sldChg>
      <pc:sldChg chg="del">
        <pc:chgData name="鈴木 秀規" userId="f68c5fd9-22d5-4c0a-9833-7fb0f5135313" providerId="ADAL" clId="{9B0393DB-347A-4A9F-B4E7-8702A039FC28}" dt="2021-01-28T04:51:20.164" v="10" actId="2696"/>
        <pc:sldMkLst>
          <pc:docMk/>
          <pc:sldMk cId="1634234875" sldId="369"/>
        </pc:sldMkLst>
      </pc:sldChg>
      <pc:sldChg chg="addSp modSp new mod">
        <pc:chgData name="鈴木 秀規" userId="f68c5fd9-22d5-4c0a-9833-7fb0f5135313" providerId="ADAL" clId="{9B0393DB-347A-4A9F-B4E7-8702A039FC28}" dt="2021-01-28T05:25:07.804" v="285" actId="14100"/>
        <pc:sldMkLst>
          <pc:docMk/>
          <pc:sldMk cId="639239015" sldId="370"/>
        </pc:sldMkLst>
        <pc:spChg chg="mod">
          <ac:chgData name="鈴木 秀規" userId="f68c5fd9-22d5-4c0a-9833-7fb0f5135313" providerId="ADAL" clId="{9B0393DB-347A-4A9F-B4E7-8702A039FC28}" dt="2021-01-28T05:23:22.948" v="261"/>
          <ac:spMkLst>
            <pc:docMk/>
            <pc:sldMk cId="639239015" sldId="370"/>
            <ac:spMk id="3" creationId="{C9EC6F09-7653-42C3-BBE5-40F190F1C67A}"/>
          </ac:spMkLst>
        </pc:spChg>
        <pc:spChg chg="mod">
          <ac:chgData name="鈴木 秀規" userId="f68c5fd9-22d5-4c0a-9833-7fb0f5135313" providerId="ADAL" clId="{9B0393DB-347A-4A9F-B4E7-8702A039FC28}" dt="2021-01-28T05:23:46.416" v="267" actId="14100"/>
          <ac:spMkLst>
            <pc:docMk/>
            <pc:sldMk cId="639239015" sldId="370"/>
            <ac:spMk id="5" creationId="{CE50543B-A82D-497D-BEAA-547F139377A2}"/>
          </ac:spMkLst>
        </pc:spChg>
        <pc:spChg chg="add mod">
          <ac:chgData name="鈴木 秀規" userId="f68c5fd9-22d5-4c0a-9833-7fb0f5135313" providerId="ADAL" clId="{9B0393DB-347A-4A9F-B4E7-8702A039FC28}" dt="2021-01-28T05:24:08.135" v="271" actId="2711"/>
          <ac:spMkLst>
            <pc:docMk/>
            <pc:sldMk cId="639239015" sldId="370"/>
            <ac:spMk id="6" creationId="{BF4AD80A-FD4F-437D-B0C7-809E8E86D940}"/>
          </ac:spMkLst>
        </pc:spChg>
        <pc:spChg chg="add mod">
          <ac:chgData name="鈴木 秀規" userId="f68c5fd9-22d5-4c0a-9833-7fb0f5135313" providerId="ADAL" clId="{9B0393DB-347A-4A9F-B4E7-8702A039FC28}" dt="2021-01-28T05:24:36.603" v="279" actId="14100"/>
          <ac:spMkLst>
            <pc:docMk/>
            <pc:sldMk cId="639239015" sldId="370"/>
            <ac:spMk id="7" creationId="{8D29B555-57DF-4F83-AA2E-602EC828A2C9}"/>
          </ac:spMkLst>
        </pc:spChg>
        <pc:spChg chg="add mod">
          <ac:chgData name="鈴木 秀規" userId="f68c5fd9-22d5-4c0a-9833-7fb0f5135313" providerId="ADAL" clId="{9B0393DB-347A-4A9F-B4E7-8702A039FC28}" dt="2021-01-28T05:24:45.093" v="281" actId="1076"/>
          <ac:spMkLst>
            <pc:docMk/>
            <pc:sldMk cId="639239015" sldId="370"/>
            <ac:spMk id="8" creationId="{EDC1E394-233B-44A9-956D-D169F9071E77}"/>
          </ac:spMkLst>
        </pc:spChg>
        <pc:spChg chg="add mod">
          <ac:chgData name="鈴木 秀規" userId="f68c5fd9-22d5-4c0a-9833-7fb0f5135313" providerId="ADAL" clId="{9B0393DB-347A-4A9F-B4E7-8702A039FC28}" dt="2021-01-28T05:25:07.804" v="285" actId="14100"/>
          <ac:spMkLst>
            <pc:docMk/>
            <pc:sldMk cId="639239015" sldId="370"/>
            <ac:spMk id="9" creationId="{FABA8051-B368-40EA-AF26-4ECB616EBA61}"/>
          </ac:spMkLst>
        </pc:spChg>
      </pc:sldChg>
      <pc:sldChg chg="del">
        <pc:chgData name="鈴木 秀規" userId="f68c5fd9-22d5-4c0a-9833-7fb0f5135313" providerId="ADAL" clId="{9B0393DB-347A-4A9F-B4E7-8702A039FC28}" dt="2021-01-28T04:51:20.164" v="10" actId="2696"/>
        <pc:sldMkLst>
          <pc:docMk/>
          <pc:sldMk cId="1288993640" sldId="370"/>
        </pc:sldMkLst>
      </pc:sldChg>
      <pc:sldChg chg="del">
        <pc:chgData name="鈴木 秀規" userId="f68c5fd9-22d5-4c0a-9833-7fb0f5135313" providerId="ADAL" clId="{9B0393DB-347A-4A9F-B4E7-8702A039FC28}" dt="2021-01-28T04:51:20.164" v="10" actId="2696"/>
        <pc:sldMkLst>
          <pc:docMk/>
          <pc:sldMk cId="269703063" sldId="371"/>
        </pc:sldMkLst>
      </pc:sldChg>
      <pc:sldChg chg="addSp modSp new mod">
        <pc:chgData name="鈴木 秀規" userId="f68c5fd9-22d5-4c0a-9833-7fb0f5135313" providerId="ADAL" clId="{9B0393DB-347A-4A9F-B4E7-8702A039FC28}" dt="2021-01-28T05:30:41.993" v="295" actId="2711"/>
        <pc:sldMkLst>
          <pc:docMk/>
          <pc:sldMk cId="4233707676" sldId="371"/>
        </pc:sldMkLst>
        <pc:spChg chg="mod">
          <ac:chgData name="鈴木 秀規" userId="f68c5fd9-22d5-4c0a-9833-7fb0f5135313" providerId="ADAL" clId="{9B0393DB-347A-4A9F-B4E7-8702A039FC28}" dt="2021-01-28T05:28:11.111" v="287"/>
          <ac:spMkLst>
            <pc:docMk/>
            <pc:sldMk cId="4233707676" sldId="371"/>
            <ac:spMk id="3" creationId="{20A33C99-9C38-4DE0-B987-7B2C5A59FF33}"/>
          </ac:spMkLst>
        </pc:spChg>
        <pc:spChg chg="mod">
          <ac:chgData name="鈴木 秀規" userId="f68c5fd9-22d5-4c0a-9833-7fb0f5135313" providerId="ADAL" clId="{9B0393DB-347A-4A9F-B4E7-8702A039FC28}" dt="2021-01-28T05:28:20.053" v="289"/>
          <ac:spMkLst>
            <pc:docMk/>
            <pc:sldMk cId="4233707676" sldId="371"/>
            <ac:spMk id="5" creationId="{438D2864-DC71-4E65-A492-1FC808A35DCB}"/>
          </ac:spMkLst>
        </pc:spChg>
        <pc:spChg chg="add mod">
          <ac:chgData name="鈴木 秀規" userId="f68c5fd9-22d5-4c0a-9833-7fb0f5135313" providerId="ADAL" clId="{9B0393DB-347A-4A9F-B4E7-8702A039FC28}" dt="2021-01-28T05:30:41.993" v="295" actId="2711"/>
          <ac:spMkLst>
            <pc:docMk/>
            <pc:sldMk cId="4233707676" sldId="371"/>
            <ac:spMk id="6" creationId="{B8DC8423-2C24-4FEA-BE39-A8AE8D038FF5}"/>
          </ac:spMkLst>
        </pc:spChg>
      </pc:sldChg>
      <pc:sldChg chg="del">
        <pc:chgData name="鈴木 秀規" userId="f68c5fd9-22d5-4c0a-9833-7fb0f5135313" providerId="ADAL" clId="{9B0393DB-347A-4A9F-B4E7-8702A039FC28}" dt="2021-01-28T04:51:20.164" v="10" actId="2696"/>
        <pc:sldMkLst>
          <pc:docMk/>
          <pc:sldMk cId="2141290884" sldId="372"/>
        </pc:sldMkLst>
      </pc:sldChg>
      <pc:sldChg chg="addSp modSp new mod">
        <pc:chgData name="鈴木 秀規" userId="f68c5fd9-22d5-4c0a-9833-7fb0f5135313" providerId="ADAL" clId="{9B0393DB-347A-4A9F-B4E7-8702A039FC28}" dt="2021-01-28T05:33:30.819" v="332" actId="207"/>
        <pc:sldMkLst>
          <pc:docMk/>
          <pc:sldMk cId="2732402478" sldId="372"/>
        </pc:sldMkLst>
        <pc:spChg chg="mod">
          <ac:chgData name="鈴木 秀規" userId="f68c5fd9-22d5-4c0a-9833-7fb0f5135313" providerId="ADAL" clId="{9B0393DB-347A-4A9F-B4E7-8702A039FC28}" dt="2021-01-28T05:31:42.217" v="300"/>
          <ac:spMkLst>
            <pc:docMk/>
            <pc:sldMk cId="2732402478" sldId="372"/>
            <ac:spMk id="3" creationId="{8EB60EE0-6E0B-4672-8630-12AD7BA01C92}"/>
          </ac:spMkLst>
        </pc:spChg>
        <pc:spChg chg="mod">
          <ac:chgData name="鈴木 秀規" userId="f68c5fd9-22d5-4c0a-9833-7fb0f5135313" providerId="ADAL" clId="{9B0393DB-347A-4A9F-B4E7-8702A039FC28}" dt="2021-01-28T05:31:45.775" v="301" actId="14100"/>
          <ac:spMkLst>
            <pc:docMk/>
            <pc:sldMk cId="2732402478" sldId="372"/>
            <ac:spMk id="5" creationId="{521EF501-CA73-40D5-9A89-5BAACD557670}"/>
          </ac:spMkLst>
        </pc:spChg>
        <pc:spChg chg="add mod">
          <ac:chgData name="鈴木 秀規" userId="f68c5fd9-22d5-4c0a-9833-7fb0f5135313" providerId="ADAL" clId="{9B0393DB-347A-4A9F-B4E7-8702A039FC28}" dt="2021-01-28T05:32:05.654" v="307" actId="1036"/>
          <ac:spMkLst>
            <pc:docMk/>
            <pc:sldMk cId="2732402478" sldId="372"/>
            <ac:spMk id="6" creationId="{CD60F859-2F46-4C10-8424-168F2B67DC2C}"/>
          </ac:spMkLst>
        </pc:spChg>
        <pc:spChg chg="add mod">
          <ac:chgData name="鈴木 秀規" userId="f68c5fd9-22d5-4c0a-9833-7fb0f5135313" providerId="ADAL" clId="{9B0393DB-347A-4A9F-B4E7-8702A039FC28}" dt="2021-01-28T05:33:30.819" v="332" actId="207"/>
          <ac:spMkLst>
            <pc:docMk/>
            <pc:sldMk cId="2732402478" sldId="372"/>
            <ac:spMk id="7" creationId="{7B7BB61D-0F50-4679-841F-55D62302163F}"/>
          </ac:spMkLst>
        </pc:spChg>
      </pc:sldChg>
      <pc:sldChg chg="del">
        <pc:chgData name="鈴木 秀規" userId="f68c5fd9-22d5-4c0a-9833-7fb0f5135313" providerId="ADAL" clId="{9B0393DB-347A-4A9F-B4E7-8702A039FC28}" dt="2021-01-28T04:51:20.164" v="10" actId="2696"/>
        <pc:sldMkLst>
          <pc:docMk/>
          <pc:sldMk cId="1104417737" sldId="373"/>
        </pc:sldMkLst>
      </pc:sldChg>
      <pc:sldChg chg="addSp delSp modSp new mod">
        <pc:chgData name="鈴木 秀規" userId="f68c5fd9-22d5-4c0a-9833-7fb0f5135313" providerId="ADAL" clId="{9B0393DB-347A-4A9F-B4E7-8702A039FC28}" dt="2021-01-28T05:43:00.941" v="416" actId="14100"/>
        <pc:sldMkLst>
          <pc:docMk/>
          <pc:sldMk cId="1848207789" sldId="373"/>
        </pc:sldMkLst>
        <pc:spChg chg="mod">
          <ac:chgData name="鈴木 秀規" userId="f68c5fd9-22d5-4c0a-9833-7fb0f5135313" providerId="ADAL" clId="{9B0393DB-347A-4A9F-B4E7-8702A039FC28}" dt="2021-01-28T05:34:03.773" v="334"/>
          <ac:spMkLst>
            <pc:docMk/>
            <pc:sldMk cId="1848207789" sldId="373"/>
            <ac:spMk id="3" creationId="{2069719F-4DDB-48D6-8489-8ACA37F82E89}"/>
          </ac:spMkLst>
        </pc:spChg>
        <pc:spChg chg="mod">
          <ac:chgData name="鈴木 秀規" userId="f68c5fd9-22d5-4c0a-9833-7fb0f5135313" providerId="ADAL" clId="{9B0393DB-347A-4A9F-B4E7-8702A039FC28}" dt="2021-01-28T05:37:14.301" v="354" actId="14100"/>
          <ac:spMkLst>
            <pc:docMk/>
            <pc:sldMk cId="1848207789" sldId="373"/>
            <ac:spMk id="5" creationId="{654F77AB-9440-49CE-A489-16D42F5C01CB}"/>
          </ac:spMkLst>
        </pc:spChg>
        <pc:spChg chg="add del mod">
          <ac:chgData name="鈴木 秀規" userId="f68c5fd9-22d5-4c0a-9833-7fb0f5135313" providerId="ADAL" clId="{9B0393DB-347A-4A9F-B4E7-8702A039FC28}" dt="2021-01-28T05:39:18.960" v="365" actId="1076"/>
          <ac:spMkLst>
            <pc:docMk/>
            <pc:sldMk cId="1848207789" sldId="373"/>
            <ac:spMk id="6" creationId="{2592738B-6317-4652-B628-D04033029127}"/>
          </ac:spMkLst>
        </pc:spChg>
        <pc:spChg chg="add mod">
          <ac:chgData name="鈴木 秀規" userId="f68c5fd9-22d5-4c0a-9833-7fb0f5135313" providerId="ADAL" clId="{9B0393DB-347A-4A9F-B4E7-8702A039FC28}" dt="2021-01-28T05:37:30.033" v="359" actId="20577"/>
          <ac:spMkLst>
            <pc:docMk/>
            <pc:sldMk cId="1848207789" sldId="373"/>
            <ac:spMk id="7" creationId="{7D159354-FD3C-43D1-82EC-768FC77CD404}"/>
          </ac:spMkLst>
        </pc:spChg>
        <pc:spChg chg="add mod">
          <ac:chgData name="鈴木 秀規" userId="f68c5fd9-22d5-4c0a-9833-7fb0f5135313" providerId="ADAL" clId="{9B0393DB-347A-4A9F-B4E7-8702A039FC28}" dt="2021-01-28T05:39:41.186" v="369" actId="1582"/>
          <ac:spMkLst>
            <pc:docMk/>
            <pc:sldMk cId="1848207789" sldId="373"/>
            <ac:spMk id="8" creationId="{06FF66D7-3604-4305-9AC0-2078D6ECEA83}"/>
          </ac:spMkLst>
        </pc:spChg>
        <pc:spChg chg="add mod">
          <ac:chgData name="鈴木 秀規" userId="f68c5fd9-22d5-4c0a-9833-7fb0f5135313" providerId="ADAL" clId="{9B0393DB-347A-4A9F-B4E7-8702A039FC28}" dt="2021-01-28T05:40:35.002" v="379" actId="207"/>
          <ac:spMkLst>
            <pc:docMk/>
            <pc:sldMk cId="1848207789" sldId="373"/>
            <ac:spMk id="9" creationId="{C9C7744D-D0F8-45EB-8948-10EC2666EDE3}"/>
          </ac:spMkLst>
        </pc:spChg>
        <pc:spChg chg="add mod">
          <ac:chgData name="鈴木 秀規" userId="f68c5fd9-22d5-4c0a-9833-7fb0f5135313" providerId="ADAL" clId="{9B0393DB-347A-4A9F-B4E7-8702A039FC28}" dt="2021-01-28T05:43:00.941" v="416" actId="14100"/>
          <ac:spMkLst>
            <pc:docMk/>
            <pc:sldMk cId="1848207789" sldId="373"/>
            <ac:spMk id="10" creationId="{75ADB4EB-F938-4B2C-A73F-2E824CD27FCA}"/>
          </ac:spMkLst>
        </pc:spChg>
        <pc:spChg chg="add mod">
          <ac:chgData name="鈴木 秀規" userId="f68c5fd9-22d5-4c0a-9833-7fb0f5135313" providerId="ADAL" clId="{9B0393DB-347A-4A9F-B4E7-8702A039FC28}" dt="2021-01-28T05:40:01.038" v="374" actId="208"/>
          <ac:spMkLst>
            <pc:docMk/>
            <pc:sldMk cId="1848207789" sldId="373"/>
            <ac:spMk id="11" creationId="{D517944E-C9B2-489B-A736-2925B9FAE80E}"/>
          </ac:spMkLst>
        </pc:spChg>
        <pc:spChg chg="add mod">
          <ac:chgData name="鈴木 秀規" userId="f68c5fd9-22d5-4c0a-9833-7fb0f5135313" providerId="ADAL" clId="{9B0393DB-347A-4A9F-B4E7-8702A039FC28}" dt="2021-01-28T05:41:27.282" v="405" actId="1035"/>
          <ac:spMkLst>
            <pc:docMk/>
            <pc:sldMk cId="1848207789" sldId="373"/>
            <ac:spMk id="12" creationId="{39F8F0E7-1163-49B6-AA31-3CF4221F26FB}"/>
          </ac:spMkLst>
        </pc:spChg>
        <pc:spChg chg="add mod">
          <ac:chgData name="鈴木 秀規" userId="f68c5fd9-22d5-4c0a-9833-7fb0f5135313" providerId="ADAL" clId="{9B0393DB-347A-4A9F-B4E7-8702A039FC28}" dt="2021-01-28T05:41:35.663" v="409" actId="14100"/>
          <ac:spMkLst>
            <pc:docMk/>
            <pc:sldMk cId="1848207789" sldId="373"/>
            <ac:spMk id="13" creationId="{3C4838BC-C0ED-4EE0-96A0-DA3F1CC35971}"/>
          </ac:spMkLst>
        </pc:spChg>
      </pc:sldChg>
      <pc:sldChg chg="addSp modSp new mod">
        <pc:chgData name="鈴木 秀規" userId="f68c5fd9-22d5-4c0a-9833-7fb0f5135313" providerId="ADAL" clId="{9B0393DB-347A-4A9F-B4E7-8702A039FC28}" dt="2021-01-28T05:45:18.033" v="450" actId="1037"/>
        <pc:sldMkLst>
          <pc:docMk/>
          <pc:sldMk cId="949514721" sldId="374"/>
        </pc:sldMkLst>
        <pc:spChg chg="mod">
          <ac:chgData name="鈴木 秀規" userId="f68c5fd9-22d5-4c0a-9833-7fb0f5135313" providerId="ADAL" clId="{9B0393DB-347A-4A9F-B4E7-8702A039FC28}" dt="2021-01-28T05:43:29.956" v="418"/>
          <ac:spMkLst>
            <pc:docMk/>
            <pc:sldMk cId="949514721" sldId="374"/>
            <ac:spMk id="3" creationId="{13548677-7DFC-4950-88B2-3F7EB15C6CFA}"/>
          </ac:spMkLst>
        </pc:spChg>
        <pc:spChg chg="mod">
          <ac:chgData name="鈴木 秀規" userId="f68c5fd9-22d5-4c0a-9833-7fb0f5135313" providerId="ADAL" clId="{9B0393DB-347A-4A9F-B4E7-8702A039FC28}" dt="2021-01-28T05:43:48.929" v="423" actId="14100"/>
          <ac:spMkLst>
            <pc:docMk/>
            <pc:sldMk cId="949514721" sldId="374"/>
            <ac:spMk id="5" creationId="{181966A2-7F3A-4C15-89C7-D2D991809913}"/>
          </ac:spMkLst>
        </pc:spChg>
        <pc:spChg chg="add mod">
          <ac:chgData name="鈴木 秀規" userId="f68c5fd9-22d5-4c0a-9833-7fb0f5135313" providerId="ADAL" clId="{9B0393DB-347A-4A9F-B4E7-8702A039FC28}" dt="2021-01-28T05:45:18.033" v="450" actId="1037"/>
          <ac:spMkLst>
            <pc:docMk/>
            <pc:sldMk cId="949514721" sldId="374"/>
            <ac:spMk id="6" creationId="{D00F9652-38E5-46D9-8947-B25E6696BFD6}"/>
          </ac:spMkLst>
        </pc:spChg>
        <pc:spChg chg="add mod">
          <ac:chgData name="鈴木 秀規" userId="f68c5fd9-22d5-4c0a-9833-7fb0f5135313" providerId="ADAL" clId="{9B0393DB-347A-4A9F-B4E7-8702A039FC28}" dt="2021-01-28T05:45:18.033" v="450" actId="1037"/>
          <ac:spMkLst>
            <pc:docMk/>
            <pc:sldMk cId="949514721" sldId="374"/>
            <ac:spMk id="7" creationId="{660615A9-6D3A-4C8E-A258-BC369D0457EA}"/>
          </ac:spMkLst>
        </pc:spChg>
        <pc:spChg chg="add mod">
          <ac:chgData name="鈴木 秀規" userId="f68c5fd9-22d5-4c0a-9833-7fb0f5135313" providerId="ADAL" clId="{9B0393DB-347A-4A9F-B4E7-8702A039FC28}" dt="2021-01-28T05:45:18.033" v="450" actId="1037"/>
          <ac:spMkLst>
            <pc:docMk/>
            <pc:sldMk cId="949514721" sldId="374"/>
            <ac:spMk id="8" creationId="{37E65F5F-B2ED-44F9-A58C-90A04A206ACC}"/>
          </ac:spMkLst>
        </pc:spChg>
        <pc:spChg chg="add mod">
          <ac:chgData name="鈴木 秀規" userId="f68c5fd9-22d5-4c0a-9833-7fb0f5135313" providerId="ADAL" clId="{9B0393DB-347A-4A9F-B4E7-8702A039FC28}" dt="2021-01-28T05:45:18.033" v="450" actId="1037"/>
          <ac:spMkLst>
            <pc:docMk/>
            <pc:sldMk cId="949514721" sldId="374"/>
            <ac:spMk id="9" creationId="{50F10E35-DAB9-4C62-9244-349A0388724B}"/>
          </ac:spMkLst>
        </pc:spChg>
        <pc:spChg chg="add mod">
          <ac:chgData name="鈴木 秀規" userId="f68c5fd9-22d5-4c0a-9833-7fb0f5135313" providerId="ADAL" clId="{9B0393DB-347A-4A9F-B4E7-8702A039FC28}" dt="2021-01-28T05:45:18.033" v="450" actId="1037"/>
          <ac:spMkLst>
            <pc:docMk/>
            <pc:sldMk cId="949514721" sldId="374"/>
            <ac:spMk id="10" creationId="{500720B9-EB4D-4F1A-969D-A6511BC904E3}"/>
          </ac:spMkLst>
        </pc:spChg>
        <pc:spChg chg="add mod">
          <ac:chgData name="鈴木 秀規" userId="f68c5fd9-22d5-4c0a-9833-7fb0f5135313" providerId="ADAL" clId="{9B0393DB-347A-4A9F-B4E7-8702A039FC28}" dt="2021-01-28T05:45:18.033" v="450" actId="1037"/>
          <ac:spMkLst>
            <pc:docMk/>
            <pc:sldMk cId="949514721" sldId="374"/>
            <ac:spMk id="11" creationId="{0C58485A-3252-49BB-840C-4F7FD0CB006F}"/>
          </ac:spMkLst>
        </pc:spChg>
      </pc:sldChg>
      <pc:sldChg chg="del">
        <pc:chgData name="鈴木 秀規" userId="f68c5fd9-22d5-4c0a-9833-7fb0f5135313" providerId="ADAL" clId="{9B0393DB-347A-4A9F-B4E7-8702A039FC28}" dt="2021-01-28T04:51:20.164" v="10" actId="2696"/>
        <pc:sldMkLst>
          <pc:docMk/>
          <pc:sldMk cId="3417266570" sldId="374"/>
        </pc:sldMkLst>
      </pc:sldChg>
      <pc:sldChg chg="addSp modSp new mod">
        <pc:chgData name="鈴木 秀規" userId="f68c5fd9-22d5-4c0a-9833-7fb0f5135313" providerId="ADAL" clId="{9B0393DB-347A-4A9F-B4E7-8702A039FC28}" dt="2021-01-28T05:46:54.041" v="484" actId="20577"/>
        <pc:sldMkLst>
          <pc:docMk/>
          <pc:sldMk cId="420561561" sldId="375"/>
        </pc:sldMkLst>
        <pc:spChg chg="mod">
          <ac:chgData name="鈴木 秀規" userId="f68c5fd9-22d5-4c0a-9833-7fb0f5135313" providerId="ADAL" clId="{9B0393DB-347A-4A9F-B4E7-8702A039FC28}" dt="2021-01-28T05:45:45.590" v="452"/>
          <ac:spMkLst>
            <pc:docMk/>
            <pc:sldMk cId="420561561" sldId="375"/>
            <ac:spMk id="3" creationId="{A52AE433-6D32-494D-8565-056C80102D71}"/>
          </ac:spMkLst>
        </pc:spChg>
        <pc:spChg chg="mod">
          <ac:chgData name="鈴木 秀規" userId="f68c5fd9-22d5-4c0a-9833-7fb0f5135313" providerId="ADAL" clId="{9B0393DB-347A-4A9F-B4E7-8702A039FC28}" dt="2021-01-28T05:45:56.738" v="456" actId="14100"/>
          <ac:spMkLst>
            <pc:docMk/>
            <pc:sldMk cId="420561561" sldId="375"/>
            <ac:spMk id="5" creationId="{3CFF5DA0-C45B-43CB-A680-F23FC9717317}"/>
          </ac:spMkLst>
        </pc:spChg>
        <pc:spChg chg="add mod">
          <ac:chgData name="鈴木 秀規" userId="f68c5fd9-22d5-4c0a-9833-7fb0f5135313" providerId="ADAL" clId="{9B0393DB-347A-4A9F-B4E7-8702A039FC28}" dt="2021-01-28T05:46:54.041" v="484" actId="20577"/>
          <ac:spMkLst>
            <pc:docMk/>
            <pc:sldMk cId="420561561" sldId="375"/>
            <ac:spMk id="6" creationId="{9F87B1AC-1610-4046-839F-830C4C2A1864}"/>
          </ac:spMkLst>
        </pc:spChg>
      </pc:sldChg>
      <pc:sldChg chg="del">
        <pc:chgData name="鈴木 秀規" userId="f68c5fd9-22d5-4c0a-9833-7fb0f5135313" providerId="ADAL" clId="{9B0393DB-347A-4A9F-B4E7-8702A039FC28}" dt="2021-01-28T04:51:20.164" v="10" actId="2696"/>
        <pc:sldMkLst>
          <pc:docMk/>
          <pc:sldMk cId="3525173344" sldId="375"/>
        </pc:sldMkLst>
      </pc:sldChg>
      <pc:sldChg chg="modSp new mod">
        <pc:chgData name="鈴木 秀規" userId="f68c5fd9-22d5-4c0a-9833-7fb0f5135313" providerId="ADAL" clId="{9B0393DB-347A-4A9F-B4E7-8702A039FC28}" dt="2021-01-28T05:48:30.378" v="507" actId="207"/>
        <pc:sldMkLst>
          <pc:docMk/>
          <pc:sldMk cId="1996051249" sldId="376"/>
        </pc:sldMkLst>
        <pc:spChg chg="mod">
          <ac:chgData name="鈴木 秀規" userId="f68c5fd9-22d5-4c0a-9833-7fb0f5135313" providerId="ADAL" clId="{9B0393DB-347A-4A9F-B4E7-8702A039FC28}" dt="2021-01-28T05:47:07.004" v="486"/>
          <ac:spMkLst>
            <pc:docMk/>
            <pc:sldMk cId="1996051249" sldId="376"/>
            <ac:spMk id="3" creationId="{81181DD9-F9F3-48EA-8547-EA83621209D1}"/>
          </ac:spMkLst>
        </pc:spChg>
        <pc:spChg chg="mod">
          <ac:chgData name="鈴木 秀規" userId="f68c5fd9-22d5-4c0a-9833-7fb0f5135313" providerId="ADAL" clId="{9B0393DB-347A-4A9F-B4E7-8702A039FC28}" dt="2021-01-28T05:48:30.378" v="507" actId="207"/>
          <ac:spMkLst>
            <pc:docMk/>
            <pc:sldMk cId="1996051249" sldId="376"/>
            <ac:spMk id="5" creationId="{138E593E-FC57-4B56-AAA4-914B0C773AAB}"/>
          </ac:spMkLst>
        </pc:spChg>
      </pc:sldChg>
      <pc:sldChg chg="del">
        <pc:chgData name="鈴木 秀規" userId="f68c5fd9-22d5-4c0a-9833-7fb0f5135313" providerId="ADAL" clId="{9B0393DB-347A-4A9F-B4E7-8702A039FC28}" dt="2021-01-28T04:51:20.164" v="10" actId="2696"/>
        <pc:sldMkLst>
          <pc:docMk/>
          <pc:sldMk cId="3171014613" sldId="376"/>
        </pc:sldMkLst>
      </pc:sldChg>
      <pc:sldChg chg="del">
        <pc:chgData name="鈴木 秀規" userId="f68c5fd9-22d5-4c0a-9833-7fb0f5135313" providerId="ADAL" clId="{9B0393DB-347A-4A9F-B4E7-8702A039FC28}" dt="2021-01-28T04:51:20.164" v="10" actId="2696"/>
        <pc:sldMkLst>
          <pc:docMk/>
          <pc:sldMk cId="2808150330" sldId="377"/>
        </pc:sldMkLst>
      </pc:sldChg>
      <pc:sldChg chg="addSp modSp new mod">
        <pc:chgData name="鈴木 秀規" userId="f68c5fd9-22d5-4c0a-9833-7fb0f5135313" providerId="ADAL" clId="{9B0393DB-347A-4A9F-B4E7-8702A039FC28}" dt="2021-01-28T05:52:50.186" v="616" actId="1036"/>
        <pc:sldMkLst>
          <pc:docMk/>
          <pc:sldMk cId="3493943848" sldId="377"/>
        </pc:sldMkLst>
        <pc:spChg chg="mod">
          <ac:chgData name="鈴木 秀規" userId="f68c5fd9-22d5-4c0a-9833-7fb0f5135313" providerId="ADAL" clId="{9B0393DB-347A-4A9F-B4E7-8702A039FC28}" dt="2021-01-28T05:49:29.731" v="509"/>
          <ac:spMkLst>
            <pc:docMk/>
            <pc:sldMk cId="3493943848" sldId="377"/>
            <ac:spMk id="3" creationId="{27CED232-2F0E-4AC5-AACA-7354D39E6E02}"/>
          </ac:spMkLst>
        </pc:spChg>
        <pc:spChg chg="mod">
          <ac:chgData name="鈴木 秀規" userId="f68c5fd9-22d5-4c0a-9833-7fb0f5135313" providerId="ADAL" clId="{9B0393DB-347A-4A9F-B4E7-8702A039FC28}" dt="2021-01-28T05:52:43.387" v="603" actId="20577"/>
          <ac:spMkLst>
            <pc:docMk/>
            <pc:sldMk cId="3493943848" sldId="377"/>
            <ac:spMk id="5" creationId="{5721FB2D-915B-43F4-8F83-9DE023101BAF}"/>
          </ac:spMkLst>
        </pc:spChg>
        <pc:spChg chg="add mod">
          <ac:chgData name="鈴木 秀規" userId="f68c5fd9-22d5-4c0a-9833-7fb0f5135313" providerId="ADAL" clId="{9B0393DB-347A-4A9F-B4E7-8702A039FC28}" dt="2021-01-28T05:52:50.186" v="616" actId="1036"/>
          <ac:spMkLst>
            <pc:docMk/>
            <pc:sldMk cId="3493943848" sldId="377"/>
            <ac:spMk id="7" creationId="{9DAF715E-0759-4D07-A029-7533A634CF8D}"/>
          </ac:spMkLst>
        </pc:spChg>
        <pc:spChg chg="add mod">
          <ac:chgData name="鈴木 秀規" userId="f68c5fd9-22d5-4c0a-9833-7fb0f5135313" providerId="ADAL" clId="{9B0393DB-347A-4A9F-B4E7-8702A039FC28}" dt="2021-01-28T05:52:50.186" v="616" actId="1036"/>
          <ac:spMkLst>
            <pc:docMk/>
            <pc:sldMk cId="3493943848" sldId="377"/>
            <ac:spMk id="8" creationId="{A0A054C7-6799-457D-8282-3C2B19B3C4BE}"/>
          </ac:spMkLst>
        </pc:spChg>
        <pc:spChg chg="add mod">
          <ac:chgData name="鈴木 秀規" userId="f68c5fd9-22d5-4c0a-9833-7fb0f5135313" providerId="ADAL" clId="{9B0393DB-347A-4A9F-B4E7-8702A039FC28}" dt="2021-01-28T05:52:50.186" v="616" actId="1036"/>
          <ac:spMkLst>
            <pc:docMk/>
            <pc:sldMk cId="3493943848" sldId="377"/>
            <ac:spMk id="9" creationId="{7481DEE5-38C2-4615-B957-C1B1F6FE03F4}"/>
          </ac:spMkLst>
        </pc:spChg>
        <pc:spChg chg="add mod">
          <ac:chgData name="鈴木 秀規" userId="f68c5fd9-22d5-4c0a-9833-7fb0f5135313" providerId="ADAL" clId="{9B0393DB-347A-4A9F-B4E7-8702A039FC28}" dt="2021-01-28T05:52:50.186" v="616" actId="1036"/>
          <ac:spMkLst>
            <pc:docMk/>
            <pc:sldMk cId="3493943848" sldId="377"/>
            <ac:spMk id="10" creationId="{7BA5B70C-264B-43A5-A407-6DB54206A579}"/>
          </ac:spMkLst>
        </pc:spChg>
        <pc:spChg chg="add mod">
          <ac:chgData name="鈴木 秀規" userId="f68c5fd9-22d5-4c0a-9833-7fb0f5135313" providerId="ADAL" clId="{9B0393DB-347A-4A9F-B4E7-8702A039FC28}" dt="2021-01-28T05:52:50.186" v="616" actId="1036"/>
          <ac:spMkLst>
            <pc:docMk/>
            <pc:sldMk cId="3493943848" sldId="377"/>
            <ac:spMk id="11" creationId="{BD137E96-EF42-4029-B384-70836B6511AA}"/>
          </ac:spMkLst>
        </pc:spChg>
        <pc:spChg chg="add mod">
          <ac:chgData name="鈴木 秀規" userId="f68c5fd9-22d5-4c0a-9833-7fb0f5135313" providerId="ADAL" clId="{9B0393DB-347A-4A9F-B4E7-8702A039FC28}" dt="2021-01-28T05:52:50.186" v="616" actId="1036"/>
          <ac:spMkLst>
            <pc:docMk/>
            <pc:sldMk cId="3493943848" sldId="377"/>
            <ac:spMk id="12" creationId="{8979F5E2-A1A2-46B9-B10E-56EB42A2BF79}"/>
          </ac:spMkLst>
        </pc:spChg>
        <pc:graphicFrameChg chg="add mod modGraphic">
          <ac:chgData name="鈴木 秀規" userId="f68c5fd9-22d5-4c0a-9833-7fb0f5135313" providerId="ADAL" clId="{9B0393DB-347A-4A9F-B4E7-8702A039FC28}" dt="2021-01-28T05:51:13.685" v="590" actId="207"/>
          <ac:graphicFrameMkLst>
            <pc:docMk/>
            <pc:sldMk cId="3493943848" sldId="377"/>
            <ac:graphicFrameMk id="6" creationId="{7371300C-BF9D-4535-90BF-ED16098D1DCF}"/>
          </ac:graphicFrameMkLst>
        </pc:graphicFrameChg>
      </pc:sldChg>
      <pc:sldChg chg="del">
        <pc:chgData name="鈴木 秀規" userId="f68c5fd9-22d5-4c0a-9833-7fb0f5135313" providerId="ADAL" clId="{9B0393DB-347A-4A9F-B4E7-8702A039FC28}" dt="2021-01-28T04:51:20.164" v="10" actId="2696"/>
        <pc:sldMkLst>
          <pc:docMk/>
          <pc:sldMk cId="406741734" sldId="378"/>
        </pc:sldMkLst>
      </pc:sldChg>
      <pc:sldChg chg="addSp modSp new mod">
        <pc:chgData name="鈴木 秀規" userId="f68c5fd9-22d5-4c0a-9833-7fb0f5135313" providerId="ADAL" clId="{9B0393DB-347A-4A9F-B4E7-8702A039FC28}" dt="2021-01-28T05:57:49.640" v="691" actId="14100"/>
        <pc:sldMkLst>
          <pc:docMk/>
          <pc:sldMk cId="3488235805" sldId="378"/>
        </pc:sldMkLst>
        <pc:spChg chg="mod">
          <ac:chgData name="鈴木 秀規" userId="f68c5fd9-22d5-4c0a-9833-7fb0f5135313" providerId="ADAL" clId="{9B0393DB-347A-4A9F-B4E7-8702A039FC28}" dt="2021-01-28T05:53:09.067" v="618"/>
          <ac:spMkLst>
            <pc:docMk/>
            <pc:sldMk cId="3488235805" sldId="378"/>
            <ac:spMk id="3" creationId="{D4D5C0EC-748A-426B-8FCF-C2D5AB8B32BA}"/>
          </ac:spMkLst>
        </pc:spChg>
        <pc:spChg chg="mod">
          <ac:chgData name="鈴木 秀規" userId="f68c5fd9-22d5-4c0a-9833-7fb0f5135313" providerId="ADAL" clId="{9B0393DB-347A-4A9F-B4E7-8702A039FC28}" dt="2021-01-28T05:53:23.082" v="623" actId="14100"/>
          <ac:spMkLst>
            <pc:docMk/>
            <pc:sldMk cId="3488235805" sldId="378"/>
            <ac:spMk id="5" creationId="{5C399C6B-F89A-4BA5-9518-44E98CEB73F0}"/>
          </ac:spMkLst>
        </pc:spChg>
        <pc:spChg chg="add mod">
          <ac:chgData name="鈴木 秀規" userId="f68c5fd9-22d5-4c0a-9833-7fb0f5135313" providerId="ADAL" clId="{9B0393DB-347A-4A9F-B4E7-8702A039FC28}" dt="2021-01-28T05:56:31.196" v="678" actId="207"/>
          <ac:spMkLst>
            <pc:docMk/>
            <pc:sldMk cId="3488235805" sldId="378"/>
            <ac:spMk id="6" creationId="{5A255AAD-514A-4D7F-A9DD-4AD585D198AC}"/>
          </ac:spMkLst>
        </pc:spChg>
        <pc:spChg chg="add mod">
          <ac:chgData name="鈴木 秀規" userId="f68c5fd9-22d5-4c0a-9833-7fb0f5135313" providerId="ADAL" clId="{9B0393DB-347A-4A9F-B4E7-8702A039FC28}" dt="2021-01-28T05:54:08.911" v="633" actId="207"/>
          <ac:spMkLst>
            <pc:docMk/>
            <pc:sldMk cId="3488235805" sldId="378"/>
            <ac:spMk id="7" creationId="{5A5A3B78-0EE3-47CF-AFFA-A69BDB243A91}"/>
          </ac:spMkLst>
        </pc:spChg>
        <pc:spChg chg="add mod">
          <ac:chgData name="鈴木 秀規" userId="f68c5fd9-22d5-4c0a-9833-7fb0f5135313" providerId="ADAL" clId="{9B0393DB-347A-4A9F-B4E7-8702A039FC28}" dt="2021-01-28T05:55:32.590" v="662" actId="1076"/>
          <ac:spMkLst>
            <pc:docMk/>
            <pc:sldMk cId="3488235805" sldId="378"/>
            <ac:spMk id="8" creationId="{FA8C3B07-2B2A-42ED-8F71-D7BAFCB2C873}"/>
          </ac:spMkLst>
        </pc:spChg>
        <pc:spChg chg="add mod">
          <ac:chgData name="鈴木 秀規" userId="f68c5fd9-22d5-4c0a-9833-7fb0f5135313" providerId="ADAL" clId="{9B0393DB-347A-4A9F-B4E7-8702A039FC28}" dt="2021-01-28T05:54:54.760" v="651" actId="14100"/>
          <ac:spMkLst>
            <pc:docMk/>
            <pc:sldMk cId="3488235805" sldId="378"/>
            <ac:spMk id="9" creationId="{96BAB4BD-0FB1-4ADC-941C-AFD1BDF9FEBD}"/>
          </ac:spMkLst>
        </pc:spChg>
        <pc:spChg chg="add mod">
          <ac:chgData name="鈴木 秀規" userId="f68c5fd9-22d5-4c0a-9833-7fb0f5135313" providerId="ADAL" clId="{9B0393DB-347A-4A9F-B4E7-8702A039FC28}" dt="2021-01-28T05:56:23.096" v="676" actId="14100"/>
          <ac:spMkLst>
            <pc:docMk/>
            <pc:sldMk cId="3488235805" sldId="378"/>
            <ac:spMk id="10" creationId="{C1A7A43E-89B4-48E9-B463-20423AB25B1F}"/>
          </ac:spMkLst>
        </pc:spChg>
        <pc:spChg chg="add mod">
          <ac:chgData name="鈴木 秀規" userId="f68c5fd9-22d5-4c0a-9833-7fb0f5135313" providerId="ADAL" clId="{9B0393DB-347A-4A9F-B4E7-8702A039FC28}" dt="2021-01-28T05:57:49.640" v="691" actId="14100"/>
          <ac:spMkLst>
            <pc:docMk/>
            <pc:sldMk cId="3488235805" sldId="378"/>
            <ac:spMk id="11" creationId="{41938E68-145B-4FE8-9F7E-355B72C8067A}"/>
          </ac:spMkLst>
        </pc:spChg>
      </pc:sldChg>
      <pc:sldChg chg="del">
        <pc:chgData name="鈴木 秀規" userId="f68c5fd9-22d5-4c0a-9833-7fb0f5135313" providerId="ADAL" clId="{9B0393DB-347A-4A9F-B4E7-8702A039FC28}" dt="2021-01-28T04:51:20.164" v="10" actId="2696"/>
        <pc:sldMkLst>
          <pc:docMk/>
          <pc:sldMk cId="449625136" sldId="379"/>
        </pc:sldMkLst>
      </pc:sldChg>
      <pc:sldChg chg="modSp new mod">
        <pc:chgData name="鈴木 秀規" userId="f68c5fd9-22d5-4c0a-9833-7fb0f5135313" providerId="ADAL" clId="{9B0393DB-347A-4A9F-B4E7-8702A039FC28}" dt="2021-01-28T05:59:59.340" v="723" actId="20577"/>
        <pc:sldMkLst>
          <pc:docMk/>
          <pc:sldMk cId="2796318075" sldId="379"/>
        </pc:sldMkLst>
        <pc:spChg chg="mod">
          <ac:chgData name="鈴木 秀規" userId="f68c5fd9-22d5-4c0a-9833-7fb0f5135313" providerId="ADAL" clId="{9B0393DB-347A-4A9F-B4E7-8702A039FC28}" dt="2021-01-28T05:58:11.626" v="693"/>
          <ac:spMkLst>
            <pc:docMk/>
            <pc:sldMk cId="2796318075" sldId="379"/>
            <ac:spMk id="3" creationId="{A8E3964F-E0EF-4FFC-8EBD-80EB66046BB4}"/>
          </ac:spMkLst>
        </pc:spChg>
        <pc:spChg chg="mod">
          <ac:chgData name="鈴木 秀規" userId="f68c5fd9-22d5-4c0a-9833-7fb0f5135313" providerId="ADAL" clId="{9B0393DB-347A-4A9F-B4E7-8702A039FC28}" dt="2021-01-28T05:59:59.340" v="723" actId="20577"/>
          <ac:spMkLst>
            <pc:docMk/>
            <pc:sldMk cId="2796318075" sldId="379"/>
            <ac:spMk id="5" creationId="{F65EA276-CB98-4E31-BEA6-CDEA12439F93}"/>
          </ac:spMkLst>
        </pc:spChg>
      </pc:sldChg>
      <pc:sldChg chg="del">
        <pc:chgData name="鈴木 秀規" userId="f68c5fd9-22d5-4c0a-9833-7fb0f5135313" providerId="ADAL" clId="{9B0393DB-347A-4A9F-B4E7-8702A039FC28}" dt="2021-01-28T04:51:20.164" v="10" actId="2696"/>
        <pc:sldMkLst>
          <pc:docMk/>
          <pc:sldMk cId="1911761034" sldId="380"/>
        </pc:sldMkLst>
      </pc:sldChg>
      <pc:sldChg chg="addSp modSp new mod">
        <pc:chgData name="鈴木 秀規" userId="f68c5fd9-22d5-4c0a-9833-7fb0f5135313" providerId="ADAL" clId="{9B0393DB-347A-4A9F-B4E7-8702A039FC28}" dt="2021-01-28T06:03:48" v="784" actId="208"/>
        <pc:sldMkLst>
          <pc:docMk/>
          <pc:sldMk cId="3487842613" sldId="380"/>
        </pc:sldMkLst>
        <pc:spChg chg="mod">
          <ac:chgData name="鈴木 秀規" userId="f68c5fd9-22d5-4c0a-9833-7fb0f5135313" providerId="ADAL" clId="{9B0393DB-347A-4A9F-B4E7-8702A039FC28}" dt="2021-01-28T06:00:53.222" v="729"/>
          <ac:spMkLst>
            <pc:docMk/>
            <pc:sldMk cId="3487842613" sldId="380"/>
            <ac:spMk id="3" creationId="{EA6E2194-B0F9-42A6-8C40-9ACB32D82E50}"/>
          </ac:spMkLst>
        </pc:spChg>
        <pc:spChg chg="mod">
          <ac:chgData name="鈴木 秀規" userId="f68c5fd9-22d5-4c0a-9833-7fb0f5135313" providerId="ADAL" clId="{9B0393DB-347A-4A9F-B4E7-8702A039FC28}" dt="2021-01-28T06:00:28.017" v="727" actId="20577"/>
          <ac:spMkLst>
            <pc:docMk/>
            <pc:sldMk cId="3487842613" sldId="380"/>
            <ac:spMk id="5" creationId="{83D26C3F-3B73-4BED-A14F-B89A850D63CC}"/>
          </ac:spMkLst>
        </pc:spChg>
        <pc:spChg chg="add mod">
          <ac:chgData name="鈴木 秀規" userId="f68c5fd9-22d5-4c0a-9833-7fb0f5135313" providerId="ADAL" clId="{9B0393DB-347A-4A9F-B4E7-8702A039FC28}" dt="2021-01-28T06:02:42.681" v="776" actId="313"/>
          <ac:spMkLst>
            <pc:docMk/>
            <pc:sldMk cId="3487842613" sldId="380"/>
            <ac:spMk id="6" creationId="{FEC86CCF-52B7-4B99-B475-BF74CC017D2B}"/>
          </ac:spMkLst>
        </pc:spChg>
        <pc:spChg chg="add mod">
          <ac:chgData name="鈴木 秀規" userId="f68c5fd9-22d5-4c0a-9833-7fb0f5135313" providerId="ADAL" clId="{9B0393DB-347A-4A9F-B4E7-8702A039FC28}" dt="2021-01-28T06:02:31.568" v="774" actId="14100"/>
          <ac:spMkLst>
            <pc:docMk/>
            <pc:sldMk cId="3487842613" sldId="380"/>
            <ac:spMk id="7" creationId="{C56B9F5F-B953-4159-A53C-F447986A5F93}"/>
          </ac:spMkLst>
        </pc:spChg>
        <pc:spChg chg="add mod">
          <ac:chgData name="鈴木 秀規" userId="f68c5fd9-22d5-4c0a-9833-7fb0f5135313" providerId="ADAL" clId="{9B0393DB-347A-4A9F-B4E7-8702A039FC28}" dt="2021-01-28T06:03:48" v="784" actId="208"/>
          <ac:spMkLst>
            <pc:docMk/>
            <pc:sldMk cId="3487842613" sldId="380"/>
            <ac:spMk id="8" creationId="{CB2EA837-25DB-4E3B-A49B-0989AF006CB4}"/>
          </ac:spMkLst>
        </pc:spChg>
      </pc:sldChg>
      <pc:sldChg chg="modSp new mod">
        <pc:chgData name="鈴木 秀規" userId="f68c5fd9-22d5-4c0a-9833-7fb0f5135313" providerId="ADAL" clId="{9B0393DB-347A-4A9F-B4E7-8702A039FC28}" dt="2021-01-28T06:07:15.883" v="806" actId="207"/>
        <pc:sldMkLst>
          <pc:docMk/>
          <pc:sldMk cId="1329678765" sldId="381"/>
        </pc:sldMkLst>
        <pc:spChg chg="mod">
          <ac:chgData name="鈴木 秀規" userId="f68c5fd9-22d5-4c0a-9833-7fb0f5135313" providerId="ADAL" clId="{9B0393DB-347A-4A9F-B4E7-8702A039FC28}" dt="2021-01-28T06:05:02.602" v="786"/>
          <ac:spMkLst>
            <pc:docMk/>
            <pc:sldMk cId="1329678765" sldId="381"/>
            <ac:spMk id="3" creationId="{7F0D9EE6-7E66-441D-88C2-85B5C043CC56}"/>
          </ac:spMkLst>
        </pc:spChg>
        <pc:spChg chg="mod">
          <ac:chgData name="鈴木 秀規" userId="f68c5fd9-22d5-4c0a-9833-7fb0f5135313" providerId="ADAL" clId="{9B0393DB-347A-4A9F-B4E7-8702A039FC28}" dt="2021-01-28T06:07:15.883" v="806" actId="207"/>
          <ac:spMkLst>
            <pc:docMk/>
            <pc:sldMk cId="1329678765" sldId="381"/>
            <ac:spMk id="5" creationId="{54CF1E0F-77F3-4D34-B80C-F23ED44BB1B5}"/>
          </ac:spMkLst>
        </pc:spChg>
      </pc:sldChg>
      <pc:sldChg chg="del">
        <pc:chgData name="鈴木 秀規" userId="f68c5fd9-22d5-4c0a-9833-7fb0f5135313" providerId="ADAL" clId="{9B0393DB-347A-4A9F-B4E7-8702A039FC28}" dt="2021-01-28T04:51:20.164" v="10" actId="2696"/>
        <pc:sldMkLst>
          <pc:docMk/>
          <pc:sldMk cId="2111497926" sldId="381"/>
        </pc:sldMkLst>
      </pc:sldChg>
      <pc:sldChg chg="modSp new mod">
        <pc:chgData name="鈴木 秀規" userId="f68c5fd9-22d5-4c0a-9833-7fb0f5135313" providerId="ADAL" clId="{9B0393DB-347A-4A9F-B4E7-8702A039FC28}" dt="2021-01-28T06:08:48.318" v="827" actId="207"/>
        <pc:sldMkLst>
          <pc:docMk/>
          <pc:sldMk cId="1241536557" sldId="382"/>
        </pc:sldMkLst>
        <pc:spChg chg="mod">
          <ac:chgData name="鈴木 秀規" userId="f68c5fd9-22d5-4c0a-9833-7fb0f5135313" providerId="ADAL" clId="{9B0393DB-347A-4A9F-B4E7-8702A039FC28}" dt="2021-01-28T06:07:35.948" v="808"/>
          <ac:spMkLst>
            <pc:docMk/>
            <pc:sldMk cId="1241536557" sldId="382"/>
            <ac:spMk id="3" creationId="{5D82300F-0A26-44EC-AE4C-303BAF968E6E}"/>
          </ac:spMkLst>
        </pc:spChg>
        <pc:spChg chg="mod">
          <ac:chgData name="鈴木 秀規" userId="f68c5fd9-22d5-4c0a-9833-7fb0f5135313" providerId="ADAL" clId="{9B0393DB-347A-4A9F-B4E7-8702A039FC28}" dt="2021-01-28T06:08:48.318" v="827" actId="207"/>
          <ac:spMkLst>
            <pc:docMk/>
            <pc:sldMk cId="1241536557" sldId="382"/>
            <ac:spMk id="5" creationId="{98249769-8B42-411C-8DE2-0722716BC79D}"/>
          </ac:spMkLst>
        </pc:spChg>
      </pc:sldChg>
      <pc:sldChg chg="addSp modSp new mod">
        <pc:chgData name="鈴木 秀規" userId="f68c5fd9-22d5-4c0a-9833-7fb0f5135313" providerId="ADAL" clId="{9B0393DB-347A-4A9F-B4E7-8702A039FC28}" dt="2021-01-28T06:12:32.581" v="845" actId="207"/>
        <pc:sldMkLst>
          <pc:docMk/>
          <pc:sldMk cId="370086342" sldId="383"/>
        </pc:sldMkLst>
        <pc:spChg chg="mod">
          <ac:chgData name="鈴木 秀規" userId="f68c5fd9-22d5-4c0a-9833-7fb0f5135313" providerId="ADAL" clId="{9B0393DB-347A-4A9F-B4E7-8702A039FC28}" dt="2021-01-28T06:11:15.101" v="829"/>
          <ac:spMkLst>
            <pc:docMk/>
            <pc:sldMk cId="370086342" sldId="383"/>
            <ac:spMk id="3" creationId="{C7066AF6-1D1A-4194-81A6-0761C95ADD0B}"/>
          </ac:spMkLst>
        </pc:spChg>
        <pc:spChg chg="mod">
          <ac:chgData name="鈴木 秀規" userId="f68c5fd9-22d5-4c0a-9833-7fb0f5135313" providerId="ADAL" clId="{9B0393DB-347A-4A9F-B4E7-8702A039FC28}" dt="2021-01-28T06:11:31.165" v="833" actId="14100"/>
          <ac:spMkLst>
            <pc:docMk/>
            <pc:sldMk cId="370086342" sldId="383"/>
            <ac:spMk id="5" creationId="{73F15835-8EDD-47E5-B2C7-F34CF0B460E8}"/>
          </ac:spMkLst>
        </pc:spChg>
        <pc:spChg chg="add mod">
          <ac:chgData name="鈴木 秀規" userId="f68c5fd9-22d5-4c0a-9833-7fb0f5135313" providerId="ADAL" clId="{9B0393DB-347A-4A9F-B4E7-8702A039FC28}" dt="2021-01-28T06:12:32.581" v="845" actId="207"/>
          <ac:spMkLst>
            <pc:docMk/>
            <pc:sldMk cId="370086342" sldId="383"/>
            <ac:spMk id="6" creationId="{4CA59899-0BAD-4D9D-9D2E-EDDEDF77A7C7}"/>
          </ac:spMkLst>
        </pc:spChg>
      </pc:sldChg>
      <pc:sldChg chg="addSp modSp new mod">
        <pc:chgData name="鈴木 秀規" userId="f68c5fd9-22d5-4c0a-9833-7fb0f5135313" providerId="ADAL" clId="{9B0393DB-347A-4A9F-B4E7-8702A039FC28}" dt="2021-01-28T06:14:05.365" v="860" actId="207"/>
        <pc:sldMkLst>
          <pc:docMk/>
          <pc:sldMk cId="2606702251" sldId="384"/>
        </pc:sldMkLst>
        <pc:spChg chg="mod">
          <ac:chgData name="鈴木 秀規" userId="f68c5fd9-22d5-4c0a-9833-7fb0f5135313" providerId="ADAL" clId="{9B0393DB-347A-4A9F-B4E7-8702A039FC28}" dt="2021-01-28T06:12:47.925" v="847"/>
          <ac:spMkLst>
            <pc:docMk/>
            <pc:sldMk cId="2606702251" sldId="384"/>
            <ac:spMk id="3" creationId="{149D213F-2620-4B5B-8E45-E4DD7E8F6AEC}"/>
          </ac:spMkLst>
        </pc:spChg>
        <pc:spChg chg="mod">
          <ac:chgData name="鈴木 秀規" userId="f68c5fd9-22d5-4c0a-9833-7fb0f5135313" providerId="ADAL" clId="{9B0393DB-347A-4A9F-B4E7-8702A039FC28}" dt="2021-01-28T06:13:03.017" v="851" actId="14100"/>
          <ac:spMkLst>
            <pc:docMk/>
            <pc:sldMk cId="2606702251" sldId="384"/>
            <ac:spMk id="5" creationId="{F7A02B33-8EF9-47AC-91D1-E5EC06F42BF1}"/>
          </ac:spMkLst>
        </pc:spChg>
        <pc:spChg chg="add mod">
          <ac:chgData name="鈴木 秀規" userId="f68c5fd9-22d5-4c0a-9833-7fb0f5135313" providerId="ADAL" clId="{9B0393DB-347A-4A9F-B4E7-8702A039FC28}" dt="2021-01-28T06:14:05.365" v="860" actId="207"/>
          <ac:spMkLst>
            <pc:docMk/>
            <pc:sldMk cId="2606702251" sldId="384"/>
            <ac:spMk id="6" creationId="{2963DDC0-DC6C-4E94-B2BC-AF18A6BE370C}"/>
          </ac:spMkLst>
        </pc:spChg>
      </pc:sldChg>
      <pc:sldChg chg="modSp new mod">
        <pc:chgData name="鈴木 秀規" userId="f68c5fd9-22d5-4c0a-9833-7fb0f5135313" providerId="ADAL" clId="{9B0393DB-347A-4A9F-B4E7-8702A039FC28}" dt="2021-01-28T06:16:43.690" v="889" actId="207"/>
        <pc:sldMkLst>
          <pc:docMk/>
          <pc:sldMk cId="687702862" sldId="385"/>
        </pc:sldMkLst>
        <pc:spChg chg="mod">
          <ac:chgData name="鈴木 秀規" userId="f68c5fd9-22d5-4c0a-9833-7fb0f5135313" providerId="ADAL" clId="{9B0393DB-347A-4A9F-B4E7-8702A039FC28}" dt="2021-01-28T06:15:08.453" v="864"/>
          <ac:spMkLst>
            <pc:docMk/>
            <pc:sldMk cId="687702862" sldId="385"/>
            <ac:spMk id="3" creationId="{FEF030DA-D0CC-4914-B25C-B1531FB2EA38}"/>
          </ac:spMkLst>
        </pc:spChg>
        <pc:spChg chg="mod">
          <ac:chgData name="鈴木 秀規" userId="f68c5fd9-22d5-4c0a-9833-7fb0f5135313" providerId="ADAL" clId="{9B0393DB-347A-4A9F-B4E7-8702A039FC28}" dt="2021-01-28T06:16:43.690" v="889" actId="207"/>
          <ac:spMkLst>
            <pc:docMk/>
            <pc:sldMk cId="687702862" sldId="385"/>
            <ac:spMk id="5" creationId="{E4529827-329A-4934-8075-38C70BC32037}"/>
          </ac:spMkLst>
        </pc:spChg>
      </pc:sldChg>
      <pc:sldChg chg="addSp delSp modSp new mod modClrScheme chgLayout">
        <pc:chgData name="鈴木 秀規" userId="f68c5fd9-22d5-4c0a-9833-7fb0f5135313" providerId="ADAL" clId="{9B0393DB-347A-4A9F-B4E7-8702A039FC28}" dt="2021-01-28T06:19:17.881" v="915" actId="14100"/>
        <pc:sldMkLst>
          <pc:docMk/>
          <pc:sldMk cId="1556991625" sldId="386"/>
        </pc:sldMkLst>
        <pc:spChg chg="mod ord">
          <ac:chgData name="鈴木 秀規" userId="f68c5fd9-22d5-4c0a-9833-7fb0f5135313" providerId="ADAL" clId="{9B0393DB-347A-4A9F-B4E7-8702A039FC28}" dt="2021-01-28T06:17:29.798" v="892" actId="700"/>
          <ac:spMkLst>
            <pc:docMk/>
            <pc:sldMk cId="1556991625" sldId="386"/>
            <ac:spMk id="2" creationId="{8E37BB9B-83D1-4AD3-84A7-00314A9EF443}"/>
          </ac:spMkLst>
        </pc:spChg>
        <pc:spChg chg="mod ord">
          <ac:chgData name="鈴木 秀規" userId="f68c5fd9-22d5-4c0a-9833-7fb0f5135313" providerId="ADAL" clId="{9B0393DB-347A-4A9F-B4E7-8702A039FC28}" dt="2021-01-28T06:17:29.798" v="892" actId="700"/>
          <ac:spMkLst>
            <pc:docMk/>
            <pc:sldMk cId="1556991625" sldId="386"/>
            <ac:spMk id="3" creationId="{0416D4FC-4CF7-4D90-9C0D-CA655114D930}"/>
          </ac:spMkLst>
        </pc:spChg>
        <pc:spChg chg="mod ord">
          <ac:chgData name="鈴木 秀規" userId="f68c5fd9-22d5-4c0a-9833-7fb0f5135313" providerId="ADAL" clId="{9B0393DB-347A-4A9F-B4E7-8702A039FC28}" dt="2021-01-28T06:17:29.798" v="892" actId="700"/>
          <ac:spMkLst>
            <pc:docMk/>
            <pc:sldMk cId="1556991625" sldId="386"/>
            <ac:spMk id="4" creationId="{AC8E1359-BD1A-44C5-AECC-CEA080E9EF06}"/>
          </ac:spMkLst>
        </pc:spChg>
        <pc:spChg chg="del">
          <ac:chgData name="鈴木 秀規" userId="f68c5fd9-22d5-4c0a-9833-7fb0f5135313" providerId="ADAL" clId="{9B0393DB-347A-4A9F-B4E7-8702A039FC28}" dt="2021-01-28T06:17:29.798" v="892" actId="700"/>
          <ac:spMkLst>
            <pc:docMk/>
            <pc:sldMk cId="1556991625" sldId="386"/>
            <ac:spMk id="5" creationId="{C7C809F3-182A-4B65-890A-624315607664}"/>
          </ac:spMkLst>
        </pc:spChg>
        <pc:spChg chg="add mod">
          <ac:chgData name="鈴木 秀規" userId="f68c5fd9-22d5-4c0a-9833-7fb0f5135313" providerId="ADAL" clId="{9B0393DB-347A-4A9F-B4E7-8702A039FC28}" dt="2021-01-28T06:17:49.701" v="896" actId="14100"/>
          <ac:spMkLst>
            <pc:docMk/>
            <pc:sldMk cId="1556991625" sldId="386"/>
            <ac:spMk id="6" creationId="{74841F81-189C-4603-B413-5F5FE530BDEF}"/>
          </ac:spMkLst>
        </pc:spChg>
        <pc:spChg chg="add mod">
          <ac:chgData name="鈴木 秀規" userId="f68c5fd9-22d5-4c0a-9833-7fb0f5135313" providerId="ADAL" clId="{9B0393DB-347A-4A9F-B4E7-8702A039FC28}" dt="2021-01-28T06:18:55.829" v="911" actId="14100"/>
          <ac:spMkLst>
            <pc:docMk/>
            <pc:sldMk cId="1556991625" sldId="386"/>
            <ac:spMk id="7" creationId="{E1CFD740-7C8B-4718-8129-5E0F23D3ABE9}"/>
          </ac:spMkLst>
        </pc:spChg>
        <pc:spChg chg="add mod">
          <ac:chgData name="鈴木 秀規" userId="f68c5fd9-22d5-4c0a-9833-7fb0f5135313" providerId="ADAL" clId="{9B0393DB-347A-4A9F-B4E7-8702A039FC28}" dt="2021-01-28T06:19:17.881" v="915" actId="14100"/>
          <ac:spMkLst>
            <pc:docMk/>
            <pc:sldMk cId="1556991625" sldId="386"/>
            <ac:spMk id="8" creationId="{351B8591-3A1E-42E4-943A-99BDD8C1D067}"/>
          </ac:spMkLst>
        </pc:spChg>
      </pc:sldChg>
      <pc:sldChg chg="addSp modSp new mod modClrScheme chgLayout">
        <pc:chgData name="鈴木 秀規" userId="f68c5fd9-22d5-4c0a-9833-7fb0f5135313" providerId="ADAL" clId="{9B0393DB-347A-4A9F-B4E7-8702A039FC28}" dt="2021-01-28T06:20:51.853" v="942" actId="207"/>
        <pc:sldMkLst>
          <pc:docMk/>
          <pc:sldMk cId="3227213484" sldId="387"/>
        </pc:sldMkLst>
        <pc:spChg chg="mod ord">
          <ac:chgData name="鈴木 秀規" userId="f68c5fd9-22d5-4c0a-9833-7fb0f5135313" providerId="ADAL" clId="{9B0393DB-347A-4A9F-B4E7-8702A039FC28}" dt="2021-01-28T06:19:30.642" v="918" actId="700"/>
          <ac:spMkLst>
            <pc:docMk/>
            <pc:sldMk cId="3227213484" sldId="387"/>
            <ac:spMk id="2" creationId="{2FAC12FB-80AE-4A9F-96FC-08C6F99BDF3B}"/>
          </ac:spMkLst>
        </pc:spChg>
        <pc:spChg chg="mod ord">
          <ac:chgData name="鈴木 秀規" userId="f68c5fd9-22d5-4c0a-9833-7fb0f5135313" providerId="ADAL" clId="{9B0393DB-347A-4A9F-B4E7-8702A039FC28}" dt="2021-01-28T06:19:30.642" v="918" actId="700"/>
          <ac:spMkLst>
            <pc:docMk/>
            <pc:sldMk cId="3227213484" sldId="387"/>
            <ac:spMk id="3" creationId="{5856AD74-FB21-40CC-894A-8BA15D8FD2E3}"/>
          </ac:spMkLst>
        </pc:spChg>
        <pc:spChg chg="mod ord">
          <ac:chgData name="鈴木 秀規" userId="f68c5fd9-22d5-4c0a-9833-7fb0f5135313" providerId="ADAL" clId="{9B0393DB-347A-4A9F-B4E7-8702A039FC28}" dt="2021-01-28T06:19:30.642" v="918" actId="700"/>
          <ac:spMkLst>
            <pc:docMk/>
            <pc:sldMk cId="3227213484" sldId="387"/>
            <ac:spMk id="4" creationId="{487B6B72-D59A-4809-81AC-3D57E013062B}"/>
          </ac:spMkLst>
        </pc:spChg>
        <pc:spChg chg="add mod ord">
          <ac:chgData name="鈴木 秀規" userId="f68c5fd9-22d5-4c0a-9833-7fb0f5135313" providerId="ADAL" clId="{9B0393DB-347A-4A9F-B4E7-8702A039FC28}" dt="2021-01-28T06:20:51.853" v="942" actId="207"/>
          <ac:spMkLst>
            <pc:docMk/>
            <pc:sldMk cId="3227213484" sldId="387"/>
            <ac:spMk id="5" creationId="{DC467748-EFDB-4E6D-83BA-BE7F93FBEB19}"/>
          </ac:spMkLst>
        </pc:spChg>
      </pc:sldChg>
      <pc:sldChg chg="addSp delSp modSp new mod modClrScheme chgLayout">
        <pc:chgData name="鈴木 秀規" userId="f68c5fd9-22d5-4c0a-9833-7fb0f5135313" providerId="ADAL" clId="{9B0393DB-347A-4A9F-B4E7-8702A039FC28}" dt="2021-01-28T06:27:14.681" v="1012"/>
        <pc:sldMkLst>
          <pc:docMk/>
          <pc:sldMk cId="2658651072" sldId="388"/>
        </pc:sldMkLst>
        <pc:spChg chg="mod ord">
          <ac:chgData name="鈴木 秀規" userId="f68c5fd9-22d5-4c0a-9833-7fb0f5135313" providerId="ADAL" clId="{9B0393DB-347A-4A9F-B4E7-8702A039FC28}" dt="2021-01-28T06:21:11.135" v="945" actId="700"/>
          <ac:spMkLst>
            <pc:docMk/>
            <pc:sldMk cId="2658651072" sldId="388"/>
            <ac:spMk id="2" creationId="{616FF081-D905-40D1-A2EF-8AE5108470FC}"/>
          </ac:spMkLst>
        </pc:spChg>
        <pc:spChg chg="mod ord">
          <ac:chgData name="鈴木 秀規" userId="f68c5fd9-22d5-4c0a-9833-7fb0f5135313" providerId="ADAL" clId="{9B0393DB-347A-4A9F-B4E7-8702A039FC28}" dt="2021-01-28T06:21:11.135" v="945" actId="700"/>
          <ac:spMkLst>
            <pc:docMk/>
            <pc:sldMk cId="2658651072" sldId="388"/>
            <ac:spMk id="3" creationId="{FD601D0B-FE04-4701-B12C-94FB8F10BBD7}"/>
          </ac:spMkLst>
        </pc:spChg>
        <pc:spChg chg="mod ord">
          <ac:chgData name="鈴木 秀規" userId="f68c5fd9-22d5-4c0a-9833-7fb0f5135313" providerId="ADAL" clId="{9B0393DB-347A-4A9F-B4E7-8702A039FC28}" dt="2021-01-28T06:21:11.135" v="945" actId="700"/>
          <ac:spMkLst>
            <pc:docMk/>
            <pc:sldMk cId="2658651072" sldId="388"/>
            <ac:spMk id="4" creationId="{1139FA8D-105C-45AC-B8FB-4464D919256F}"/>
          </ac:spMkLst>
        </pc:spChg>
        <pc:spChg chg="del">
          <ac:chgData name="鈴木 秀規" userId="f68c5fd9-22d5-4c0a-9833-7fb0f5135313" providerId="ADAL" clId="{9B0393DB-347A-4A9F-B4E7-8702A039FC28}" dt="2021-01-28T06:21:11.135" v="945" actId="700"/>
          <ac:spMkLst>
            <pc:docMk/>
            <pc:sldMk cId="2658651072" sldId="388"/>
            <ac:spMk id="5" creationId="{452E4E3F-25E6-483B-BBA5-BCDF4F0C8704}"/>
          </ac:spMkLst>
        </pc:spChg>
        <pc:spChg chg="add mod">
          <ac:chgData name="鈴木 秀規" userId="f68c5fd9-22d5-4c0a-9833-7fb0f5135313" providerId="ADAL" clId="{9B0393DB-347A-4A9F-B4E7-8702A039FC28}" dt="2021-01-28T06:21:36.878" v="948" actId="14100"/>
          <ac:spMkLst>
            <pc:docMk/>
            <pc:sldMk cId="2658651072" sldId="388"/>
            <ac:spMk id="6" creationId="{5E2AC7A9-D865-4072-A34B-12E361BBEC1F}"/>
          </ac:spMkLst>
        </pc:spChg>
        <pc:spChg chg="add del mod">
          <ac:chgData name="鈴木 秀規" userId="f68c5fd9-22d5-4c0a-9833-7fb0f5135313" providerId="ADAL" clId="{9B0393DB-347A-4A9F-B4E7-8702A039FC28}" dt="2021-01-28T06:27:14.681" v="1012"/>
          <ac:spMkLst>
            <pc:docMk/>
            <pc:sldMk cId="2658651072" sldId="388"/>
            <ac:spMk id="7" creationId="{F8C06D25-F72A-4A04-B316-EB86AF987920}"/>
          </ac:spMkLst>
        </pc:spChg>
      </pc:sldChg>
      <pc:sldChg chg="addSp modSp new mod modClrScheme chgLayout">
        <pc:chgData name="鈴木 秀規" userId="f68c5fd9-22d5-4c0a-9833-7fb0f5135313" providerId="ADAL" clId="{9B0393DB-347A-4A9F-B4E7-8702A039FC28}" dt="2021-01-28T06:23:42.791" v="985" actId="14100"/>
        <pc:sldMkLst>
          <pc:docMk/>
          <pc:sldMk cId="91634463" sldId="389"/>
        </pc:sldMkLst>
        <pc:spChg chg="mod ord">
          <ac:chgData name="鈴木 秀規" userId="f68c5fd9-22d5-4c0a-9833-7fb0f5135313" providerId="ADAL" clId="{9B0393DB-347A-4A9F-B4E7-8702A039FC28}" dt="2021-01-28T06:22:03.015" v="951" actId="700"/>
          <ac:spMkLst>
            <pc:docMk/>
            <pc:sldMk cId="91634463" sldId="389"/>
            <ac:spMk id="2" creationId="{71BD1C0E-C3F2-4EC8-B9E9-5E23FA0FE4B7}"/>
          </ac:spMkLst>
        </pc:spChg>
        <pc:spChg chg="mod ord">
          <ac:chgData name="鈴木 秀規" userId="f68c5fd9-22d5-4c0a-9833-7fb0f5135313" providerId="ADAL" clId="{9B0393DB-347A-4A9F-B4E7-8702A039FC28}" dt="2021-01-28T06:22:03.015" v="951" actId="700"/>
          <ac:spMkLst>
            <pc:docMk/>
            <pc:sldMk cId="91634463" sldId="389"/>
            <ac:spMk id="3" creationId="{A48FE05B-0BD3-4032-8606-CC0813688FA3}"/>
          </ac:spMkLst>
        </pc:spChg>
        <pc:spChg chg="mod ord">
          <ac:chgData name="鈴木 秀規" userId="f68c5fd9-22d5-4c0a-9833-7fb0f5135313" providerId="ADAL" clId="{9B0393DB-347A-4A9F-B4E7-8702A039FC28}" dt="2021-01-28T06:22:03.015" v="951" actId="700"/>
          <ac:spMkLst>
            <pc:docMk/>
            <pc:sldMk cId="91634463" sldId="389"/>
            <ac:spMk id="4" creationId="{4FBB2095-686E-47CA-A31C-B6273BD99781}"/>
          </ac:spMkLst>
        </pc:spChg>
        <pc:spChg chg="add mod ord">
          <ac:chgData name="鈴木 秀規" userId="f68c5fd9-22d5-4c0a-9833-7fb0f5135313" providerId="ADAL" clId="{9B0393DB-347A-4A9F-B4E7-8702A039FC28}" dt="2021-01-28T06:23:16.359" v="976" actId="14100"/>
          <ac:spMkLst>
            <pc:docMk/>
            <pc:sldMk cId="91634463" sldId="389"/>
            <ac:spMk id="5" creationId="{335A23CD-F841-4EA4-BAE6-043862528890}"/>
          </ac:spMkLst>
        </pc:spChg>
        <pc:spChg chg="add mod">
          <ac:chgData name="鈴木 秀規" userId="f68c5fd9-22d5-4c0a-9833-7fb0f5135313" providerId="ADAL" clId="{9B0393DB-347A-4A9F-B4E7-8702A039FC28}" dt="2021-01-28T06:23:42.791" v="985" actId="14100"/>
          <ac:spMkLst>
            <pc:docMk/>
            <pc:sldMk cId="91634463" sldId="389"/>
            <ac:spMk id="6" creationId="{D2A63244-64CB-47FA-9EE7-253FDF3EAA19}"/>
          </ac:spMkLst>
        </pc:spChg>
      </pc:sldChg>
      <pc:sldChg chg="addSp modSp new mod">
        <pc:chgData name="鈴木 秀規" userId="f68c5fd9-22d5-4c0a-9833-7fb0f5135313" providerId="ADAL" clId="{9B0393DB-347A-4A9F-B4E7-8702A039FC28}" dt="2021-01-28T06:26:22.364" v="1004" actId="207"/>
        <pc:sldMkLst>
          <pc:docMk/>
          <pc:sldMk cId="2320300325" sldId="390"/>
        </pc:sldMkLst>
        <pc:spChg chg="mod">
          <ac:chgData name="鈴木 秀規" userId="f68c5fd9-22d5-4c0a-9833-7fb0f5135313" providerId="ADAL" clId="{9B0393DB-347A-4A9F-B4E7-8702A039FC28}" dt="2021-01-28T06:24:00.917" v="987"/>
          <ac:spMkLst>
            <pc:docMk/>
            <pc:sldMk cId="2320300325" sldId="390"/>
            <ac:spMk id="3" creationId="{C5C02D43-B67C-4DEC-8EC9-48957910AE84}"/>
          </ac:spMkLst>
        </pc:spChg>
        <pc:spChg chg="mod">
          <ac:chgData name="鈴木 秀規" userId="f68c5fd9-22d5-4c0a-9833-7fb0f5135313" providerId="ADAL" clId="{9B0393DB-347A-4A9F-B4E7-8702A039FC28}" dt="2021-01-28T06:24:22.453" v="990" actId="14100"/>
          <ac:spMkLst>
            <pc:docMk/>
            <pc:sldMk cId="2320300325" sldId="390"/>
            <ac:spMk id="5" creationId="{D821D6BC-27C5-48BB-ACAA-F3BFE7F374B9}"/>
          </ac:spMkLst>
        </pc:spChg>
        <pc:spChg chg="add mod">
          <ac:chgData name="鈴木 秀規" userId="f68c5fd9-22d5-4c0a-9833-7fb0f5135313" providerId="ADAL" clId="{9B0393DB-347A-4A9F-B4E7-8702A039FC28}" dt="2021-01-28T06:25:43.802" v="999" actId="14100"/>
          <ac:spMkLst>
            <pc:docMk/>
            <pc:sldMk cId="2320300325" sldId="390"/>
            <ac:spMk id="6" creationId="{3FEE7AF6-EF3E-4CA4-B414-A154F59B8E37}"/>
          </ac:spMkLst>
        </pc:spChg>
        <pc:spChg chg="add mod">
          <ac:chgData name="鈴木 秀規" userId="f68c5fd9-22d5-4c0a-9833-7fb0f5135313" providerId="ADAL" clId="{9B0393DB-347A-4A9F-B4E7-8702A039FC28}" dt="2021-01-28T06:26:22.364" v="1004" actId="207"/>
          <ac:spMkLst>
            <pc:docMk/>
            <pc:sldMk cId="2320300325" sldId="390"/>
            <ac:spMk id="7" creationId="{932F1765-8A93-41EC-957E-EC93A9EF3DB0}"/>
          </ac:spMkLst>
        </pc:spChg>
      </pc:sldChg>
      <pc:sldChg chg="addSp modSp new mod">
        <pc:chgData name="鈴木 秀規" userId="f68c5fd9-22d5-4c0a-9833-7fb0f5135313" providerId="ADAL" clId="{9B0393DB-347A-4A9F-B4E7-8702A039FC28}" dt="2021-01-28T06:29:35.347" v="1039" actId="14100"/>
        <pc:sldMkLst>
          <pc:docMk/>
          <pc:sldMk cId="1037775335" sldId="391"/>
        </pc:sldMkLst>
        <pc:spChg chg="mod">
          <ac:chgData name="鈴木 秀規" userId="f68c5fd9-22d5-4c0a-9833-7fb0f5135313" providerId="ADAL" clId="{9B0393DB-347A-4A9F-B4E7-8702A039FC28}" dt="2021-01-28T06:26:37.694" v="1006"/>
          <ac:spMkLst>
            <pc:docMk/>
            <pc:sldMk cId="1037775335" sldId="391"/>
            <ac:spMk id="3" creationId="{BA923D28-88E3-4EFC-A158-2674C621247B}"/>
          </ac:spMkLst>
        </pc:spChg>
        <pc:spChg chg="mod">
          <ac:chgData name="鈴木 秀規" userId="f68c5fd9-22d5-4c0a-9833-7fb0f5135313" providerId="ADAL" clId="{9B0393DB-347A-4A9F-B4E7-8702A039FC28}" dt="2021-01-28T06:26:57.105" v="1010" actId="14100"/>
          <ac:spMkLst>
            <pc:docMk/>
            <pc:sldMk cId="1037775335" sldId="391"/>
            <ac:spMk id="5" creationId="{54F4C3A0-31EF-4B1B-B93B-5E9953289E8E}"/>
          </ac:spMkLst>
        </pc:spChg>
        <pc:spChg chg="add mod">
          <ac:chgData name="鈴木 秀規" userId="f68c5fd9-22d5-4c0a-9833-7fb0f5135313" providerId="ADAL" clId="{9B0393DB-347A-4A9F-B4E7-8702A039FC28}" dt="2021-01-28T06:29:35.347" v="1039" actId="14100"/>
          <ac:spMkLst>
            <pc:docMk/>
            <pc:sldMk cId="1037775335" sldId="391"/>
            <ac:spMk id="6" creationId="{5FFE9DB3-4E7A-4281-B566-65635089E2F9}"/>
          </ac:spMkLst>
        </pc:spChg>
        <pc:spChg chg="add mod">
          <ac:chgData name="鈴木 秀規" userId="f68c5fd9-22d5-4c0a-9833-7fb0f5135313" providerId="ADAL" clId="{9B0393DB-347A-4A9F-B4E7-8702A039FC28}" dt="2021-01-28T06:28:50.305" v="1038" actId="14100"/>
          <ac:spMkLst>
            <pc:docMk/>
            <pc:sldMk cId="1037775335" sldId="391"/>
            <ac:spMk id="7" creationId="{0D34E9ED-8FD2-4C86-A80D-7B70852CDC15}"/>
          </ac:spMkLst>
        </pc:spChg>
      </pc:sldChg>
      <pc:sldChg chg="addSp modSp new mod">
        <pc:chgData name="鈴木 秀規" userId="f68c5fd9-22d5-4c0a-9833-7fb0f5135313" providerId="ADAL" clId="{9B0393DB-347A-4A9F-B4E7-8702A039FC28}" dt="2021-01-28T06:30:22.371" v="1047" actId="14100"/>
        <pc:sldMkLst>
          <pc:docMk/>
          <pc:sldMk cId="1989164865" sldId="392"/>
        </pc:sldMkLst>
        <pc:spChg chg="mod">
          <ac:chgData name="鈴木 秀規" userId="f68c5fd9-22d5-4c0a-9833-7fb0f5135313" providerId="ADAL" clId="{9B0393DB-347A-4A9F-B4E7-8702A039FC28}" dt="2021-01-28T06:29:47.116" v="1041"/>
          <ac:spMkLst>
            <pc:docMk/>
            <pc:sldMk cId="1989164865" sldId="392"/>
            <ac:spMk id="3" creationId="{AFC2A26E-AA58-4A15-81CC-8DA57F4498D0}"/>
          </ac:spMkLst>
        </pc:spChg>
        <pc:spChg chg="mod">
          <ac:chgData name="鈴木 秀規" userId="f68c5fd9-22d5-4c0a-9833-7fb0f5135313" providerId="ADAL" clId="{9B0393DB-347A-4A9F-B4E7-8702A039FC28}" dt="2021-01-28T06:29:56.734" v="1044" actId="14100"/>
          <ac:spMkLst>
            <pc:docMk/>
            <pc:sldMk cId="1989164865" sldId="392"/>
            <ac:spMk id="5" creationId="{2C13E718-66E5-4BD7-B901-DDFF5F68F88D}"/>
          </ac:spMkLst>
        </pc:spChg>
        <pc:spChg chg="add mod">
          <ac:chgData name="鈴木 秀規" userId="f68c5fd9-22d5-4c0a-9833-7fb0f5135313" providerId="ADAL" clId="{9B0393DB-347A-4A9F-B4E7-8702A039FC28}" dt="2021-01-28T06:30:22.371" v="1047" actId="14100"/>
          <ac:spMkLst>
            <pc:docMk/>
            <pc:sldMk cId="1989164865" sldId="392"/>
            <ac:spMk id="6" creationId="{4DA1D2F3-34B2-42DA-9958-780758280642}"/>
          </ac:spMkLst>
        </pc:spChg>
      </pc:sldChg>
      <pc:sldChg chg="modSp new mod">
        <pc:chgData name="鈴木 秀規" userId="f68c5fd9-22d5-4c0a-9833-7fb0f5135313" providerId="ADAL" clId="{9B0393DB-347A-4A9F-B4E7-8702A039FC28}" dt="2021-01-28T06:33:04.921" v="1072" actId="20577"/>
        <pc:sldMkLst>
          <pc:docMk/>
          <pc:sldMk cId="3817722397" sldId="393"/>
        </pc:sldMkLst>
        <pc:spChg chg="mod">
          <ac:chgData name="鈴木 秀規" userId="f68c5fd9-22d5-4c0a-9833-7fb0f5135313" providerId="ADAL" clId="{9B0393DB-347A-4A9F-B4E7-8702A039FC28}" dt="2021-01-28T06:31:33.481" v="1051"/>
          <ac:spMkLst>
            <pc:docMk/>
            <pc:sldMk cId="3817722397" sldId="393"/>
            <ac:spMk id="3" creationId="{2F2E0FD5-2346-4DD8-8220-9BF195FC590E}"/>
          </ac:spMkLst>
        </pc:spChg>
        <pc:spChg chg="mod">
          <ac:chgData name="鈴木 秀規" userId="f68c5fd9-22d5-4c0a-9833-7fb0f5135313" providerId="ADAL" clId="{9B0393DB-347A-4A9F-B4E7-8702A039FC28}" dt="2021-01-28T06:33:04.921" v="1072" actId="20577"/>
          <ac:spMkLst>
            <pc:docMk/>
            <pc:sldMk cId="3817722397" sldId="393"/>
            <ac:spMk id="5" creationId="{60C10C8F-89BB-442F-9F97-4F5F5B5AF457}"/>
          </ac:spMkLst>
        </pc:spChg>
      </pc:sldChg>
      <pc:sldChg chg="modSp new mod">
        <pc:chgData name="鈴木 秀規" userId="f68c5fd9-22d5-4c0a-9833-7fb0f5135313" providerId="ADAL" clId="{9B0393DB-347A-4A9F-B4E7-8702A039FC28}" dt="2021-01-28T06:33:57.021" v="1084" actId="207"/>
        <pc:sldMkLst>
          <pc:docMk/>
          <pc:sldMk cId="2635548106" sldId="394"/>
        </pc:sldMkLst>
        <pc:spChg chg="mod">
          <ac:chgData name="鈴木 秀規" userId="f68c5fd9-22d5-4c0a-9833-7fb0f5135313" providerId="ADAL" clId="{9B0393DB-347A-4A9F-B4E7-8702A039FC28}" dt="2021-01-28T06:33:24.983" v="1074"/>
          <ac:spMkLst>
            <pc:docMk/>
            <pc:sldMk cId="2635548106" sldId="394"/>
            <ac:spMk id="3" creationId="{4B485903-C262-401B-B6AE-98AE0991F0DC}"/>
          </ac:spMkLst>
        </pc:spChg>
        <pc:spChg chg="mod">
          <ac:chgData name="鈴木 秀規" userId="f68c5fd9-22d5-4c0a-9833-7fb0f5135313" providerId="ADAL" clId="{9B0393DB-347A-4A9F-B4E7-8702A039FC28}" dt="2021-01-28T06:33:57.021" v="1084" actId="207"/>
          <ac:spMkLst>
            <pc:docMk/>
            <pc:sldMk cId="2635548106" sldId="394"/>
            <ac:spMk id="5" creationId="{845A8630-2E41-4B93-BEAA-4F2468557344}"/>
          </ac:spMkLst>
        </pc:spChg>
      </pc:sldChg>
      <pc:sldChg chg="modSp new mod">
        <pc:chgData name="鈴木 秀規" userId="f68c5fd9-22d5-4c0a-9833-7fb0f5135313" providerId="ADAL" clId="{9B0393DB-347A-4A9F-B4E7-8702A039FC28}" dt="2021-01-28T06:35:35.377" v="1114" actId="20577"/>
        <pc:sldMkLst>
          <pc:docMk/>
          <pc:sldMk cId="436757555" sldId="395"/>
        </pc:sldMkLst>
        <pc:spChg chg="mod">
          <ac:chgData name="鈴木 秀規" userId="f68c5fd9-22d5-4c0a-9833-7fb0f5135313" providerId="ADAL" clId="{9B0393DB-347A-4A9F-B4E7-8702A039FC28}" dt="2021-01-28T06:34:13.183" v="1086"/>
          <ac:spMkLst>
            <pc:docMk/>
            <pc:sldMk cId="436757555" sldId="395"/>
            <ac:spMk id="3" creationId="{A2691B91-019E-4260-AAD2-8EB61D034CB2}"/>
          </ac:spMkLst>
        </pc:spChg>
        <pc:spChg chg="mod">
          <ac:chgData name="鈴木 秀規" userId="f68c5fd9-22d5-4c0a-9833-7fb0f5135313" providerId="ADAL" clId="{9B0393DB-347A-4A9F-B4E7-8702A039FC28}" dt="2021-01-28T06:35:35.377" v="1114" actId="20577"/>
          <ac:spMkLst>
            <pc:docMk/>
            <pc:sldMk cId="436757555" sldId="395"/>
            <ac:spMk id="5" creationId="{3854E8B5-F33D-449E-83B5-1E679A12C92C}"/>
          </ac:spMkLst>
        </pc:spChg>
      </pc:sldChg>
      <pc:sldChg chg="modSp new mod">
        <pc:chgData name="鈴木 秀規" userId="f68c5fd9-22d5-4c0a-9833-7fb0f5135313" providerId="ADAL" clId="{9B0393DB-347A-4A9F-B4E7-8702A039FC28}" dt="2021-01-28T06:37:12.114" v="1143" actId="20577"/>
        <pc:sldMkLst>
          <pc:docMk/>
          <pc:sldMk cId="3553494220" sldId="396"/>
        </pc:sldMkLst>
        <pc:spChg chg="mod">
          <ac:chgData name="鈴木 秀規" userId="f68c5fd9-22d5-4c0a-9833-7fb0f5135313" providerId="ADAL" clId="{9B0393DB-347A-4A9F-B4E7-8702A039FC28}" dt="2021-01-28T06:35:49.658" v="1116"/>
          <ac:spMkLst>
            <pc:docMk/>
            <pc:sldMk cId="3553494220" sldId="396"/>
            <ac:spMk id="3" creationId="{26DB189E-5E24-44C6-8FDE-BEBE8357FDB7}"/>
          </ac:spMkLst>
        </pc:spChg>
        <pc:spChg chg="mod">
          <ac:chgData name="鈴木 秀規" userId="f68c5fd9-22d5-4c0a-9833-7fb0f5135313" providerId="ADAL" clId="{9B0393DB-347A-4A9F-B4E7-8702A039FC28}" dt="2021-01-28T06:37:12.114" v="1143" actId="20577"/>
          <ac:spMkLst>
            <pc:docMk/>
            <pc:sldMk cId="3553494220" sldId="396"/>
            <ac:spMk id="5" creationId="{190ECB88-5093-4F73-AA5D-C6BAE55C2600}"/>
          </ac:spMkLst>
        </pc:spChg>
      </pc:sldChg>
      <pc:sldChg chg="new del">
        <pc:chgData name="鈴木 秀規" userId="f68c5fd9-22d5-4c0a-9833-7fb0f5135313" providerId="ADAL" clId="{9B0393DB-347A-4A9F-B4E7-8702A039FC28}" dt="2021-01-28T06:37:49.917" v="1145" actId="2696"/>
        <pc:sldMkLst>
          <pc:docMk/>
          <pc:sldMk cId="1329269555" sldId="397"/>
        </pc:sldMkLst>
      </pc:sldChg>
    </pc:docChg>
  </pc:docChgLst>
  <pc:docChgLst>
    <pc:chgData name="営業サーバ" userId="c35045ed-c185-45de-8f58-be20a28877d8" providerId="ADAL" clId="{FCAC5ED0-8A55-4632-B2B1-E39ED84E46F6}"/>
    <pc:docChg chg="modSld">
      <pc:chgData name="営業サーバ" userId="c35045ed-c185-45de-8f58-be20a28877d8" providerId="ADAL" clId="{FCAC5ED0-8A55-4632-B2B1-E39ED84E46F6}" dt="2021-03-30T07:59:01.285" v="15" actId="20577"/>
      <pc:docMkLst>
        <pc:docMk/>
      </pc:docMkLst>
      <pc:sldChg chg="modSp mod">
        <pc:chgData name="営業サーバ" userId="c35045ed-c185-45de-8f58-be20a28877d8" providerId="ADAL" clId="{FCAC5ED0-8A55-4632-B2B1-E39ED84E46F6}" dt="2021-03-30T07:59:01.285" v="15" actId="20577"/>
        <pc:sldMkLst>
          <pc:docMk/>
          <pc:sldMk cId="2659361467" sldId="379"/>
        </pc:sldMkLst>
        <pc:spChg chg="mod">
          <ac:chgData name="営業サーバ" userId="c35045ed-c185-45de-8f58-be20a28877d8" providerId="ADAL" clId="{FCAC5ED0-8A55-4632-B2B1-E39ED84E46F6}" dt="2021-03-30T07:58:56.085" v="6" actId="20577"/>
          <ac:spMkLst>
            <pc:docMk/>
            <pc:sldMk cId="2659361467" sldId="379"/>
            <ac:spMk id="12" creationId="{8EC15ABD-E7C9-4ED1-9436-BE76E3694C3B}"/>
          </ac:spMkLst>
        </pc:spChg>
        <pc:spChg chg="mod">
          <ac:chgData name="営業サーバ" userId="c35045ed-c185-45de-8f58-be20a28877d8" providerId="ADAL" clId="{FCAC5ED0-8A55-4632-B2B1-E39ED84E46F6}" dt="2021-03-30T07:59:01.285" v="15" actId="20577"/>
          <ac:spMkLst>
            <pc:docMk/>
            <pc:sldMk cId="2659361467" sldId="379"/>
            <ac:spMk id="15" creationId="{906F7F63-2438-4764-A158-A33AC802E69A}"/>
          </ac:spMkLst>
        </pc:spChg>
      </pc:sldChg>
    </pc:docChg>
  </pc:docChgLst>
  <pc:docChgLst>
    <pc:chgData name="稔章 今野" userId="9659808f-245f-46a7-991e-983cdf43b7a2" providerId="ADAL" clId="{97B0F2A8-85C4-4264-9AA1-7959CE6D7DBD}"/>
    <pc:docChg chg="addSld">
      <pc:chgData name="稔章 今野" userId="9659808f-245f-46a7-991e-983cdf43b7a2" providerId="ADAL" clId="{97B0F2A8-85C4-4264-9AA1-7959CE6D7DBD}" dt="2021-12-23T07:21:38.547" v="6" actId="680"/>
      <pc:docMkLst>
        <pc:docMk/>
      </pc:docMkLst>
      <pc:sldChg chg="new">
        <pc:chgData name="稔章 今野" userId="9659808f-245f-46a7-991e-983cdf43b7a2" providerId="ADAL" clId="{97B0F2A8-85C4-4264-9AA1-7959CE6D7DBD}" dt="2021-12-23T07:18:34.326" v="0" actId="680"/>
        <pc:sldMkLst>
          <pc:docMk/>
          <pc:sldMk cId="1695855106" sldId="388"/>
        </pc:sldMkLst>
      </pc:sldChg>
      <pc:sldChg chg="new">
        <pc:chgData name="稔章 今野" userId="9659808f-245f-46a7-991e-983cdf43b7a2" providerId="ADAL" clId="{97B0F2A8-85C4-4264-9AA1-7959CE6D7DBD}" dt="2021-12-23T07:18:41.787" v="1" actId="680"/>
        <pc:sldMkLst>
          <pc:docMk/>
          <pc:sldMk cId="2656663588" sldId="389"/>
        </pc:sldMkLst>
      </pc:sldChg>
      <pc:sldChg chg="new">
        <pc:chgData name="稔章 今野" userId="9659808f-245f-46a7-991e-983cdf43b7a2" providerId="ADAL" clId="{97B0F2A8-85C4-4264-9AA1-7959CE6D7DBD}" dt="2021-12-23T07:19:09.402" v="2" actId="680"/>
        <pc:sldMkLst>
          <pc:docMk/>
          <pc:sldMk cId="3649064641" sldId="390"/>
        </pc:sldMkLst>
      </pc:sldChg>
      <pc:sldChg chg="new">
        <pc:chgData name="稔章 今野" userId="9659808f-245f-46a7-991e-983cdf43b7a2" providerId="ADAL" clId="{97B0F2A8-85C4-4264-9AA1-7959CE6D7DBD}" dt="2021-12-23T07:19:23.024" v="3" actId="680"/>
        <pc:sldMkLst>
          <pc:docMk/>
          <pc:sldMk cId="899050642" sldId="391"/>
        </pc:sldMkLst>
      </pc:sldChg>
      <pc:sldChg chg="new">
        <pc:chgData name="稔章 今野" userId="9659808f-245f-46a7-991e-983cdf43b7a2" providerId="ADAL" clId="{97B0F2A8-85C4-4264-9AA1-7959CE6D7DBD}" dt="2021-12-23T07:20:59.877" v="4" actId="680"/>
        <pc:sldMkLst>
          <pc:docMk/>
          <pc:sldMk cId="387266286" sldId="392"/>
        </pc:sldMkLst>
      </pc:sldChg>
      <pc:sldChg chg="new">
        <pc:chgData name="稔章 今野" userId="9659808f-245f-46a7-991e-983cdf43b7a2" providerId="ADAL" clId="{97B0F2A8-85C4-4264-9AA1-7959CE6D7DBD}" dt="2021-12-23T07:21:19.064" v="5" actId="680"/>
        <pc:sldMkLst>
          <pc:docMk/>
          <pc:sldMk cId="2245375323" sldId="393"/>
        </pc:sldMkLst>
      </pc:sldChg>
      <pc:sldChg chg="new">
        <pc:chgData name="稔章 今野" userId="9659808f-245f-46a7-991e-983cdf43b7a2" providerId="ADAL" clId="{97B0F2A8-85C4-4264-9AA1-7959CE6D7DBD}" dt="2021-12-23T07:21:38.547" v="6" actId="680"/>
        <pc:sldMkLst>
          <pc:docMk/>
          <pc:sldMk cId="803084605" sldId="394"/>
        </pc:sldMkLst>
      </pc:sldChg>
    </pc:docChg>
  </pc:docChgLst>
  <pc:docChgLst>
    <pc:chgData name="新井 誠也" userId="23aad332-58e4-4484-8a2a-113d49ccd3a7" providerId="ADAL" clId="{9B3B5EEC-9378-4361-97A4-1273DFE7519D}"/>
    <pc:docChg chg="modSld">
      <pc:chgData name="新井 誠也" userId="23aad332-58e4-4484-8a2a-113d49ccd3a7" providerId="ADAL" clId="{9B3B5EEC-9378-4361-97A4-1273DFE7519D}" dt="2021-03-03T08:21:41.892" v="3"/>
      <pc:docMkLst>
        <pc:docMk/>
      </pc:docMkLst>
      <pc:sldChg chg="modSp mod">
        <pc:chgData name="新井 誠也" userId="23aad332-58e4-4484-8a2a-113d49ccd3a7" providerId="ADAL" clId="{9B3B5EEC-9378-4361-97A4-1273DFE7519D}" dt="2021-03-03T08:21:41.892" v="3"/>
        <pc:sldMkLst>
          <pc:docMk/>
          <pc:sldMk cId="1167425035" sldId="387"/>
        </pc:sldMkLst>
        <pc:spChg chg="mod">
          <ac:chgData name="新井 誠也" userId="23aad332-58e4-4484-8a2a-113d49ccd3a7" providerId="ADAL" clId="{9B3B5EEC-9378-4361-97A4-1273DFE7519D}" dt="2021-03-03T08:21:41.892" v="3"/>
          <ac:spMkLst>
            <pc:docMk/>
            <pc:sldMk cId="1167425035" sldId="387"/>
            <ac:spMk id="5" creationId="{1B9E6831-05DE-4BD5-81B3-DD12C51F5339}"/>
          </ac:spMkLst>
        </pc:spChg>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稔章 今野" userId="9659808f-245f-46a7-991e-983cdf43b7a2" providerId="ADAL" clId="{86D96F6B-1CB4-4B9E-AC17-42FBDD620F91}"/>
    <pc:docChg chg="modSld">
      <pc:chgData name="稔章 今野" userId="9659808f-245f-46a7-991e-983cdf43b7a2" providerId="ADAL" clId="{86D96F6B-1CB4-4B9E-AC17-42FBDD620F91}" dt="2021-12-27T00:11:05.255" v="70" actId="20577"/>
      <pc:docMkLst>
        <pc:docMk/>
      </pc:docMkLst>
      <pc:sldChg chg="modSp mod">
        <pc:chgData name="稔章 今野" userId="9659808f-245f-46a7-991e-983cdf43b7a2" providerId="ADAL" clId="{86D96F6B-1CB4-4B9E-AC17-42FBDD620F91}" dt="2021-12-27T00:11:05.255" v="70" actId="20577"/>
        <pc:sldMkLst>
          <pc:docMk/>
          <pc:sldMk cId="2112429903" sldId="383"/>
        </pc:sldMkLst>
        <pc:spChg chg="mod">
          <ac:chgData name="稔章 今野" userId="9659808f-245f-46a7-991e-983cdf43b7a2" providerId="ADAL" clId="{86D96F6B-1CB4-4B9E-AC17-42FBDD620F91}" dt="2021-12-27T00:11:05.255" v="70" actId="20577"/>
          <ac:spMkLst>
            <pc:docMk/>
            <pc:sldMk cId="2112429903" sldId="383"/>
            <ac:spMk id="6" creationId="{32C4DA72-CE5D-4879-8225-7A31F7C108E3}"/>
          </ac:spMkLst>
        </pc:spChg>
      </pc:sldChg>
    </pc:docChg>
  </pc:docChgLst>
  <pc:docChgLst>
    <pc:chgData name="半田 拓哉" userId="1e4433e6-5c02-4084-a745-ce0b57f2b267" providerId="ADAL" clId="{3AAED7E2-B19D-4D29-80E2-3A1DBF8783B1}"/>
    <pc:docChg chg="modSld">
      <pc:chgData name="半田 拓哉" userId="1e4433e6-5c02-4084-a745-ce0b57f2b267" providerId="ADAL" clId="{3AAED7E2-B19D-4D29-80E2-3A1DBF8783B1}" dt="2022-03-29T00:36:00.631" v="29" actId="20577"/>
      <pc:docMkLst>
        <pc:docMk/>
      </pc:docMkLst>
      <pc:sldChg chg="modSp mod">
        <pc:chgData name="半田 拓哉" userId="1e4433e6-5c02-4084-a745-ce0b57f2b267" providerId="ADAL" clId="{3AAED7E2-B19D-4D29-80E2-3A1DBF8783B1}" dt="2022-03-29T00:32:13.128" v="25"/>
        <pc:sldMkLst>
          <pc:docMk/>
          <pc:sldMk cId="3345019967" sldId="377"/>
        </pc:sldMkLst>
        <pc:spChg chg="mod">
          <ac:chgData name="半田 拓哉" userId="1e4433e6-5c02-4084-a745-ce0b57f2b267" providerId="ADAL" clId="{3AAED7E2-B19D-4D29-80E2-3A1DBF8783B1}" dt="2022-03-29T00:32:13.128" v="25"/>
          <ac:spMkLst>
            <pc:docMk/>
            <pc:sldMk cId="3345019967" sldId="377"/>
            <ac:spMk id="5" creationId="{290CFA99-DA95-4CC5-AE84-7A3A13E8A3BB}"/>
          </ac:spMkLst>
        </pc:spChg>
      </pc:sldChg>
      <pc:sldChg chg="modSp mod">
        <pc:chgData name="半田 拓哉" userId="1e4433e6-5c02-4084-a745-ce0b57f2b267" providerId="ADAL" clId="{3AAED7E2-B19D-4D29-80E2-3A1DBF8783B1}" dt="2022-03-29T00:31:51.776" v="16"/>
        <pc:sldMkLst>
          <pc:docMk/>
          <pc:sldMk cId="387266286" sldId="392"/>
        </pc:sldMkLst>
        <pc:spChg chg="mod">
          <ac:chgData name="半田 拓哉" userId="1e4433e6-5c02-4084-a745-ce0b57f2b267" providerId="ADAL" clId="{3AAED7E2-B19D-4D29-80E2-3A1DBF8783B1}" dt="2022-03-29T00:31:51.776" v="16"/>
          <ac:spMkLst>
            <pc:docMk/>
            <pc:sldMk cId="387266286" sldId="392"/>
            <ac:spMk id="6" creationId="{4E510B7F-EC16-440B-AF7D-3303517CD1BB}"/>
          </ac:spMkLst>
        </pc:spChg>
      </pc:sldChg>
      <pc:sldChg chg="modSp mod">
        <pc:chgData name="半田 拓哉" userId="1e4433e6-5c02-4084-a745-ce0b57f2b267" providerId="ADAL" clId="{3AAED7E2-B19D-4D29-80E2-3A1DBF8783B1}" dt="2022-03-29T00:36:00.631" v="29" actId="20577"/>
        <pc:sldMkLst>
          <pc:docMk/>
          <pc:sldMk cId="2245375323" sldId="393"/>
        </pc:sldMkLst>
        <pc:spChg chg="mod">
          <ac:chgData name="半田 拓哉" userId="1e4433e6-5c02-4084-a745-ce0b57f2b267" providerId="ADAL" clId="{3AAED7E2-B19D-4D29-80E2-3A1DBF8783B1}" dt="2022-03-29T00:36:00.631" v="29" actId="20577"/>
          <ac:spMkLst>
            <pc:docMk/>
            <pc:sldMk cId="2245375323" sldId="393"/>
            <ac:spMk id="6" creationId="{F3F81C08-630F-40CF-959C-4CC0C79D02EC}"/>
          </ac:spMkLst>
        </pc:sp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sales@rhizome01.onmicrosoft.com" userId="c35045ed-c185-45de-8f58-be20a28877d8" providerId="ADAL" clId="{5CC9FCC4-6335-4D7C-9D5E-DE85FBB08D82}"/>
    <pc:docChg chg="undo custSel modSld">
      <pc:chgData name="sales@rhizome01.onmicrosoft.com" userId="c35045ed-c185-45de-8f58-be20a28877d8" providerId="ADAL" clId="{5CC9FCC4-6335-4D7C-9D5E-DE85FBB08D82}" dt="2023-04-20T04:15:52.787" v="3" actId="1035"/>
      <pc:docMkLst>
        <pc:docMk/>
      </pc:docMkLst>
      <pc:sldChg chg="modSp mod">
        <pc:chgData name="sales@rhizome01.onmicrosoft.com" userId="c35045ed-c185-45de-8f58-be20a28877d8" providerId="ADAL" clId="{5CC9FCC4-6335-4D7C-9D5E-DE85FBB08D82}" dt="2023-04-20T04:15:52.787" v="3" actId="1035"/>
        <pc:sldMkLst>
          <pc:docMk/>
          <pc:sldMk cId="4158048141" sldId="366"/>
        </pc:sldMkLst>
        <pc:spChg chg="mod">
          <ac:chgData name="sales@rhizome01.onmicrosoft.com" userId="c35045ed-c185-45de-8f58-be20a28877d8" providerId="ADAL" clId="{5CC9FCC4-6335-4D7C-9D5E-DE85FBB08D82}" dt="2023-04-20T04:15:52.787" v="3" actId="1035"/>
          <ac:spMkLst>
            <pc:docMk/>
            <pc:sldMk cId="4158048141" sldId="366"/>
            <ac:spMk id="6" creationId="{ED90B0C2-7DAB-4D79-8484-BBA053383A42}"/>
          </ac:spMkLst>
        </pc:spChg>
      </pc:sld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1-28T02:04:03.219" v="2314" actId="20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3.xml"/><Relationship Id="rId5" Type="http://schemas.openxmlformats.org/officeDocument/2006/relationships/image" Target="../media/image12.sv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複数クラスを</a:t>
            </a:r>
            <a:br>
              <a:rPr lang="en-US" altLang="ja-JP" dirty="0"/>
            </a:br>
            <a:r>
              <a:rPr lang="ja-JP" altLang="en-US" dirty="0"/>
              <a:t>用いた開発</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クラスの分割についての理解</a:t>
            </a:r>
            <a:endParaRPr lang="en-US" altLang="ja-JP" dirty="0"/>
          </a:p>
          <a:p>
            <a:pPr marL="444500" indent="-342900">
              <a:buFont typeface="+mj-lt"/>
              <a:buAutoNum type="arabicPeriod"/>
            </a:pPr>
            <a:r>
              <a:rPr lang="ja-JP" altLang="en-US" dirty="0"/>
              <a:t>複数クラスのコンパイルについての理解</a:t>
            </a:r>
            <a:endParaRPr lang="en-US" altLang="ja-JP" dirty="0"/>
          </a:p>
          <a:p>
            <a:pPr marL="444500" indent="-342900">
              <a:buFont typeface="+mj-lt"/>
              <a:buAutoNum type="arabicPeriod"/>
            </a:pPr>
            <a:r>
              <a:rPr lang="ja-JP" altLang="en-US" dirty="0"/>
              <a:t>パッケージと</a:t>
            </a:r>
            <a:r>
              <a:rPr lang="en-US" altLang="ja-JP" dirty="0"/>
              <a:t>import</a:t>
            </a:r>
            <a:r>
              <a:rPr lang="ja-JP" altLang="en-US" dirty="0"/>
              <a:t>についての理解</a:t>
            </a:r>
            <a:endParaRPr lang="en-US" altLang="ja-JP" dirty="0"/>
          </a:p>
          <a:p>
            <a:pPr marL="444500" indent="-342900">
              <a:buFont typeface="+mj-lt"/>
              <a:buAutoNum type="arabicPeriod"/>
            </a:pPr>
            <a:r>
              <a:rPr lang="ja-JP" altLang="en-US" dirty="0"/>
              <a:t>完全限定クラス名についての理解</a:t>
            </a:r>
            <a:endParaRPr lang="en-US" altLang="ja-JP" dirty="0"/>
          </a:p>
          <a:p>
            <a:pPr marL="444500" indent="-342900">
              <a:buFont typeface="+mj-lt"/>
              <a:buAutoNum type="arabicPeriod"/>
            </a:pPr>
            <a:r>
              <a:rPr lang="en-US" altLang="ja-JP" dirty="0"/>
              <a:t>Java API</a:t>
            </a:r>
            <a:r>
              <a:rPr lang="ja-JP" altLang="en-US" dirty="0"/>
              <a:t>についての理解</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長いプログラムとは</a:t>
            </a:r>
            <a:endParaRPr lang="en-US" altLang="ja-JP" dirty="0"/>
          </a:p>
          <a:p>
            <a:pPr marL="444500" indent="-342900">
              <a:buFont typeface="+mj-lt"/>
              <a:buAutoNum type="arabicPeriod"/>
            </a:pPr>
            <a:r>
              <a:rPr lang="ja-JP" altLang="en-US" dirty="0"/>
              <a:t>クラスの分割</a:t>
            </a:r>
            <a:endParaRPr lang="en-US" altLang="ja-JP" dirty="0"/>
          </a:p>
          <a:p>
            <a:pPr marL="444500" indent="-342900">
              <a:buFont typeface="+mj-lt"/>
              <a:buAutoNum type="arabicPeriod"/>
            </a:pPr>
            <a:r>
              <a:rPr lang="ja-JP" altLang="en-US" dirty="0"/>
              <a:t>複数クラスのコンパイル</a:t>
            </a:r>
            <a:endParaRPr lang="en-US" altLang="ja-JP" dirty="0"/>
          </a:p>
          <a:p>
            <a:pPr marL="444500" indent="-342900">
              <a:buFont typeface="+mj-lt"/>
              <a:buAutoNum type="arabicPeriod"/>
            </a:pPr>
            <a:r>
              <a:rPr lang="ja-JP" altLang="en-US" dirty="0"/>
              <a:t>パッケージについて</a:t>
            </a:r>
            <a:endParaRPr lang="en-US" altLang="ja-JP" dirty="0"/>
          </a:p>
          <a:p>
            <a:pPr marL="444500" indent="-342900">
              <a:buFont typeface="+mj-lt"/>
              <a:buAutoNum type="arabicPeriod"/>
            </a:pPr>
            <a:r>
              <a:rPr lang="en-US" altLang="ja-JP" dirty="0"/>
              <a:t>import</a:t>
            </a:r>
            <a:r>
              <a:rPr lang="ja-JP" altLang="en-US" dirty="0"/>
              <a:t>文について</a:t>
            </a:r>
            <a:endParaRPr lang="en-US" altLang="ja-JP" dirty="0"/>
          </a:p>
          <a:p>
            <a:pPr marL="444500" indent="-342900">
              <a:buFont typeface="+mj-lt"/>
              <a:buAutoNum type="arabicPeriod"/>
            </a:pPr>
            <a:r>
              <a:rPr lang="ja-JP" altLang="en-US" dirty="0"/>
              <a:t>完全限定クラス名</a:t>
            </a:r>
            <a:endParaRPr lang="en-US" altLang="ja-JP" dirty="0"/>
          </a:p>
          <a:p>
            <a:pPr marL="444500" indent="-342900">
              <a:buFont typeface="+mj-lt"/>
              <a:buAutoNum type="arabicPeriod"/>
            </a:pPr>
            <a:r>
              <a:rPr lang="en-US" altLang="ja-JP" dirty="0"/>
              <a:t>Java API</a:t>
            </a:r>
            <a:endParaRPr lang="ja-JP" altLang="en-US" dirty="0"/>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DE764CD8-0B12-484E-890C-8A5A26296D13}"/>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7" name="タイトル 6">
            <a:extLst>
              <a:ext uri="{FF2B5EF4-FFF2-40B4-BE49-F238E27FC236}">
                <a16:creationId xmlns:a16="http://schemas.microsoft.com/office/drawing/2014/main" id="{9630AD22-E64D-4A96-B059-2AF9F6580C25}"/>
              </a:ext>
            </a:extLst>
          </p:cNvPr>
          <p:cNvSpPr>
            <a:spLocks noGrp="1"/>
          </p:cNvSpPr>
          <p:nvPr>
            <p:ph type="ctrTitle"/>
          </p:nvPr>
        </p:nvSpPr>
        <p:spPr/>
        <p:txBody>
          <a:bodyPr/>
          <a:lstStyle/>
          <a:p>
            <a:r>
              <a:rPr lang="en-US" altLang="ja-JP" dirty="0" err="1"/>
              <a:t>長いプログラム</a:t>
            </a:r>
            <a:endParaRPr lang="ja-JP" altLang="en-US" dirty="0"/>
          </a:p>
        </p:txBody>
      </p:sp>
      <p:sp>
        <p:nvSpPr>
          <p:cNvPr id="5" name="スライド番号プレースホルダー 4">
            <a:extLst>
              <a:ext uri="{FF2B5EF4-FFF2-40B4-BE49-F238E27FC236}">
                <a16:creationId xmlns:a16="http://schemas.microsoft.com/office/drawing/2014/main" id="{433B62C4-B6B9-4622-B802-69C25D6F2A49}"/>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8" name="テキスト プレースホルダー 7">
            <a:extLst>
              <a:ext uri="{FF2B5EF4-FFF2-40B4-BE49-F238E27FC236}">
                <a16:creationId xmlns:a16="http://schemas.microsoft.com/office/drawing/2014/main" id="{787CF02A-01AB-4517-BA3E-25572FA82648}"/>
              </a:ext>
            </a:extLst>
          </p:cNvPr>
          <p:cNvSpPr>
            <a:spLocks noGrp="1"/>
          </p:cNvSpPr>
          <p:nvPr>
            <p:ph type="body" sz="quarter" idx="14"/>
          </p:nvPr>
        </p:nvSpPr>
        <p:spPr/>
        <p:txBody>
          <a:bodyPr/>
          <a:lstStyle/>
          <a:p>
            <a:pPr marL="96838" indent="0">
              <a:buNone/>
            </a:pPr>
            <a:r>
              <a:rPr lang="ja-JP" altLang="en-US" dirty="0"/>
              <a:t>メソッド単元「オーバーロード」の学習時、次のページのようなソースを作成しました。</a:t>
            </a:r>
          </a:p>
          <a:p>
            <a:pPr marL="96838" indent="0">
              <a:buNone/>
            </a:pPr>
            <a:r>
              <a:rPr lang="ja-JP" altLang="en-US" dirty="0"/>
              <a:t>このソースはまだ</a:t>
            </a:r>
            <a:r>
              <a:rPr lang="en-US" altLang="ja-JP" dirty="0"/>
              <a:t>20</a:t>
            </a:r>
            <a:r>
              <a:rPr lang="ja-JP" altLang="en-US" dirty="0"/>
              <a:t>行しかありません。しかし、もっと複雑なプログラムになれば、何千行とか、</a:t>
            </a:r>
            <a:r>
              <a:rPr lang="en-US" altLang="ja-JP" dirty="0"/>
              <a:t>1</a:t>
            </a:r>
            <a:r>
              <a:rPr lang="ja-JP" altLang="en-US" dirty="0"/>
              <a:t>万行を超えることもあるでしょう。</a:t>
            </a:r>
          </a:p>
          <a:p>
            <a:pPr marL="96838" indent="0">
              <a:buNone/>
            </a:pPr>
            <a:r>
              <a:rPr lang="ja-JP" altLang="en-US" dirty="0"/>
              <a:t>長いプログラムはわかりづらいので機能ごとに処理をまとめてメソッドにすることを学びましたが、それでもメソッドの数が増えすぎたら、やはりわかりづらくなります。</a:t>
            </a:r>
          </a:p>
          <a:p>
            <a:pPr marL="96838" indent="0">
              <a:buNone/>
            </a:pPr>
            <a:r>
              <a:rPr lang="en-US" altLang="ja-JP" dirty="0"/>
              <a:t>1</a:t>
            </a:r>
            <a:r>
              <a:rPr lang="ja-JP" altLang="en-US" dirty="0"/>
              <a:t>つのプログラムを</a:t>
            </a:r>
            <a:r>
              <a:rPr lang="en-US" altLang="ja-JP" dirty="0"/>
              <a:t>1</a:t>
            </a:r>
            <a:r>
              <a:rPr lang="ja-JP" altLang="en-US" dirty="0"/>
              <a:t>つのソースファイルで作ることはやはり無理があります。</a:t>
            </a:r>
            <a:br>
              <a:rPr lang="ja-JP" altLang="en-US" dirty="0"/>
            </a:br>
            <a:r>
              <a:rPr lang="ja-JP" altLang="en-US" dirty="0"/>
              <a:t>これを複数のソースファイルに分割することを考えましょう。</a:t>
            </a:r>
            <a:r>
              <a:rPr lang="en-US" altLang="ja-JP" dirty="0"/>
              <a:t>Java</a:t>
            </a:r>
            <a:r>
              <a:rPr lang="ja-JP" altLang="en-US" dirty="0"/>
              <a:t>では、ソース</a:t>
            </a:r>
            <a:br>
              <a:rPr lang="ja-JP" altLang="en-US" dirty="0"/>
            </a:br>
            <a:r>
              <a:rPr lang="ja-JP" altLang="en-US" dirty="0"/>
              <a:t>ファイルを分割するためにはクラスを分割する必要があります。</a:t>
            </a:r>
          </a:p>
          <a:p>
            <a:pPr marL="96838" indent="0">
              <a:buNone/>
            </a:pPr>
            <a:r>
              <a:rPr lang="ja-JP" altLang="en-US" dirty="0"/>
              <a:t>すると次のようなメリットがあります。</a:t>
            </a:r>
          </a:p>
          <a:p>
            <a:pPr marL="795338" lvl="1" indent="-342900">
              <a:buFont typeface="+mj-lt"/>
              <a:buAutoNum type="arabicPeriod"/>
            </a:pPr>
            <a:r>
              <a:rPr lang="ja-JP" altLang="en-US" b="1" dirty="0">
                <a:solidFill>
                  <a:schemeClr val="accent1"/>
                </a:solidFill>
              </a:rPr>
              <a:t>機能ごとにまとまった形で分割できればどこで処理しているのかがわかりやすい。</a:t>
            </a:r>
          </a:p>
          <a:p>
            <a:pPr marL="795338" lvl="1" indent="-342900">
              <a:buFont typeface="+mj-lt"/>
              <a:buAutoNum type="arabicPeriod"/>
            </a:pPr>
            <a:r>
              <a:rPr lang="ja-JP" altLang="en-US" b="1" dirty="0">
                <a:solidFill>
                  <a:schemeClr val="accent1"/>
                </a:solidFill>
              </a:rPr>
              <a:t>複数の人が同時に作業できる。</a:t>
            </a:r>
          </a:p>
          <a:p>
            <a:pPr marL="96838" indent="0">
              <a:buNone/>
            </a:pPr>
            <a:r>
              <a:rPr lang="ja-JP" altLang="en-US" dirty="0"/>
              <a:t>それでは次のページのソースを例に、ソースを分割する作業をしていきましょう。</a:t>
            </a:r>
          </a:p>
        </p:txBody>
      </p:sp>
    </p:spTree>
    <p:extLst>
      <p:ext uri="{BB962C8B-B14F-4D97-AF65-F5344CB8AC3E}">
        <p14:creationId xmlns:p14="http://schemas.microsoft.com/office/powerpoint/2010/main" val="2397736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6E296EB-6A74-436C-AA51-F0A0267FDCD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6" name="タイトル 5">
            <a:extLst>
              <a:ext uri="{FF2B5EF4-FFF2-40B4-BE49-F238E27FC236}">
                <a16:creationId xmlns:a16="http://schemas.microsoft.com/office/drawing/2014/main" id="{16E03D75-1670-45C8-9ED3-B7523762843B}"/>
              </a:ext>
            </a:extLst>
          </p:cNvPr>
          <p:cNvSpPr>
            <a:spLocks noGrp="1"/>
          </p:cNvSpPr>
          <p:nvPr>
            <p:ph type="ctrTitle"/>
          </p:nvPr>
        </p:nvSpPr>
        <p:spPr/>
        <p:txBody>
          <a:bodyPr/>
          <a:lstStyle/>
          <a:p>
            <a:r>
              <a:rPr lang="en-US" altLang="ja-JP" dirty="0" err="1"/>
              <a:t>長いプログラム</a:t>
            </a:r>
            <a:endParaRPr lang="ja-JP" altLang="en-US" dirty="0"/>
          </a:p>
        </p:txBody>
      </p:sp>
      <p:sp>
        <p:nvSpPr>
          <p:cNvPr id="4" name="スライド番号プレースホルダー 3">
            <a:extLst>
              <a:ext uri="{FF2B5EF4-FFF2-40B4-BE49-F238E27FC236}">
                <a16:creationId xmlns:a16="http://schemas.microsoft.com/office/drawing/2014/main" id="{D01CC6AB-BC7A-45A0-BCD5-DDDD3219BE60}"/>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7" name="テキスト プレースホルダー 7">
            <a:extLst>
              <a:ext uri="{FF2B5EF4-FFF2-40B4-BE49-F238E27FC236}">
                <a16:creationId xmlns:a16="http://schemas.microsoft.com/office/drawing/2014/main" id="{3B501CD4-2753-494E-8983-0621020CB541}"/>
              </a:ext>
            </a:extLst>
          </p:cNvPr>
          <p:cNvSpPr txBox="1">
            <a:spLocks/>
          </p:cNvSpPr>
          <p:nvPr/>
        </p:nvSpPr>
        <p:spPr>
          <a:xfrm>
            <a:off x="1325879" y="859491"/>
            <a:ext cx="6545581" cy="3924598"/>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OverloadSample</a:t>
            </a:r>
            <a:r>
              <a:rPr lang="en-US" altLang="ja-JP" dirty="0"/>
              <a:t> {</a:t>
            </a:r>
            <a:br>
              <a:rPr lang="en-US" altLang="ja-JP" dirty="0"/>
            </a:br>
            <a:r>
              <a:rPr lang="en-US" altLang="ja-JP" dirty="0"/>
              <a:t>    public static void main(String[] </a:t>
            </a:r>
            <a:r>
              <a:rPr lang="en-US" altLang="ja-JP" dirty="0" err="1"/>
              <a:t>args</a:t>
            </a:r>
            <a:r>
              <a:rPr lang="en-US" altLang="ja-JP" dirty="0"/>
              <a:t>) {</a:t>
            </a:r>
            <a:br>
              <a:rPr lang="en-US" altLang="ja-JP" dirty="0"/>
            </a:br>
            <a:r>
              <a:rPr lang="en-US" altLang="ja-JP" dirty="0"/>
              <a:t>        display(5);</a:t>
            </a:r>
            <a:br>
              <a:rPr lang="en-US" altLang="ja-JP" dirty="0"/>
            </a:br>
            <a:r>
              <a:rPr lang="en-US" altLang="ja-JP" dirty="0"/>
              <a:t>        display(3.0);</a:t>
            </a:r>
            <a:br>
              <a:rPr lang="en-US" altLang="ja-JP" dirty="0"/>
            </a:br>
            <a:r>
              <a:rPr lang="en-US" altLang="ja-JP" dirty="0"/>
              <a:t>        display("</a:t>
            </a:r>
            <a:r>
              <a:rPr lang="ja-JP" altLang="en-US" dirty="0"/>
              <a:t>こんにちは</a:t>
            </a:r>
            <a:r>
              <a:rPr lang="en-US" altLang="ja-JP" dirty="0"/>
              <a:t>");</a:t>
            </a:r>
            <a:br>
              <a:rPr lang="en-US" altLang="ja-JP" dirty="0"/>
            </a:br>
            <a:r>
              <a:rPr lang="en-US" altLang="ja-JP" dirty="0"/>
              <a:t>        display('X');</a:t>
            </a:r>
            <a:br>
              <a:rPr lang="en-US" altLang="ja-JP" dirty="0"/>
            </a:br>
            <a:r>
              <a:rPr lang="en-US" altLang="ja-JP" dirty="0"/>
              <a:t>    }</a:t>
            </a:r>
            <a:br>
              <a:rPr lang="en-US" altLang="ja-JP" dirty="0"/>
            </a:br>
            <a:r>
              <a:rPr lang="en-US" altLang="ja-JP" dirty="0"/>
              <a:t>    public static void display(int num) {</a:t>
            </a:r>
            <a:br>
              <a:rPr lang="en-US" altLang="ja-JP" dirty="0"/>
            </a:br>
            <a:r>
              <a:rPr lang="en-US" altLang="ja-JP" dirty="0"/>
              <a:t>        </a:t>
            </a:r>
            <a:r>
              <a:rPr lang="en-US" altLang="ja-JP" dirty="0" err="1"/>
              <a:t>System.out.println</a:t>
            </a:r>
            <a:r>
              <a:rPr lang="en-US" altLang="ja-JP" dirty="0"/>
              <a:t>(num + "</a:t>
            </a:r>
            <a:r>
              <a:rPr lang="ja-JP" altLang="en-US" dirty="0"/>
              <a:t>は</a:t>
            </a:r>
            <a:r>
              <a:rPr lang="en-US" altLang="ja-JP" dirty="0"/>
              <a:t>int</a:t>
            </a:r>
            <a:r>
              <a:rPr lang="ja-JP" altLang="en-US" dirty="0"/>
              <a:t>型です</a:t>
            </a:r>
            <a:r>
              <a:rPr lang="en-US" altLang="ja-JP" dirty="0"/>
              <a:t>");</a:t>
            </a:r>
            <a:br>
              <a:rPr lang="en-US" altLang="ja-JP" dirty="0"/>
            </a:br>
            <a:r>
              <a:rPr lang="en-US" altLang="ja-JP" dirty="0"/>
              <a:t>    }</a:t>
            </a:r>
            <a:br>
              <a:rPr lang="en-US" altLang="ja-JP" dirty="0"/>
            </a:br>
            <a:r>
              <a:rPr lang="en-US" altLang="ja-JP" dirty="0"/>
              <a:t>    public static void display(double num) {</a:t>
            </a:r>
            <a:br>
              <a:rPr lang="en-US" altLang="ja-JP" dirty="0"/>
            </a:br>
            <a:r>
              <a:rPr lang="en-US" altLang="ja-JP" dirty="0"/>
              <a:t>        </a:t>
            </a:r>
            <a:r>
              <a:rPr lang="en-US" altLang="ja-JP" dirty="0" err="1"/>
              <a:t>System.out.println</a:t>
            </a:r>
            <a:r>
              <a:rPr lang="en-US" altLang="ja-JP" dirty="0"/>
              <a:t>(num + "</a:t>
            </a:r>
            <a:r>
              <a:rPr lang="ja-JP" altLang="en-US" dirty="0"/>
              <a:t>は</a:t>
            </a:r>
            <a:r>
              <a:rPr lang="en-US" altLang="ja-JP" dirty="0"/>
              <a:t>double</a:t>
            </a:r>
            <a:r>
              <a:rPr lang="ja-JP" altLang="en-US" dirty="0"/>
              <a:t>型です</a:t>
            </a:r>
            <a:r>
              <a:rPr lang="en-US" altLang="ja-JP" dirty="0"/>
              <a:t>");</a:t>
            </a:r>
            <a:br>
              <a:rPr lang="en-US" altLang="ja-JP" dirty="0"/>
            </a:br>
            <a:r>
              <a:rPr lang="en-US" altLang="ja-JP" dirty="0"/>
              <a:t>    }</a:t>
            </a:r>
            <a:br>
              <a:rPr lang="en-US" altLang="ja-JP" dirty="0"/>
            </a:br>
            <a:r>
              <a:rPr lang="en-US" altLang="ja-JP" dirty="0"/>
              <a:t>    public static void display(String str) {</a:t>
            </a:r>
            <a:br>
              <a:rPr lang="en-US" altLang="ja-JP" dirty="0"/>
            </a:br>
            <a:r>
              <a:rPr lang="en-US" altLang="ja-JP" dirty="0"/>
              <a:t>        </a:t>
            </a:r>
            <a:r>
              <a:rPr lang="en-US" altLang="ja-JP" dirty="0" err="1"/>
              <a:t>System.out.println</a:t>
            </a:r>
            <a:r>
              <a:rPr lang="en-US" altLang="ja-JP" dirty="0"/>
              <a:t>(str + "</a:t>
            </a:r>
            <a:r>
              <a:rPr lang="ja-JP" altLang="en-US" dirty="0"/>
              <a:t>は</a:t>
            </a:r>
            <a:r>
              <a:rPr lang="en-US" altLang="ja-JP" dirty="0"/>
              <a:t>String</a:t>
            </a:r>
            <a:r>
              <a:rPr lang="ja-JP" altLang="en-US" dirty="0"/>
              <a:t>型です</a:t>
            </a:r>
            <a:r>
              <a:rPr lang="en-US" altLang="ja-JP" dirty="0"/>
              <a:t>");</a:t>
            </a:r>
            <a:br>
              <a:rPr lang="en-US" altLang="ja-JP" dirty="0"/>
            </a:br>
            <a:r>
              <a:rPr lang="en-US" altLang="ja-JP" dirty="0"/>
              <a:t>    }</a:t>
            </a:r>
            <a:br>
              <a:rPr lang="en-US" altLang="ja-JP" dirty="0"/>
            </a:br>
            <a:r>
              <a:rPr lang="en-US" altLang="ja-JP" dirty="0"/>
              <a:t>    public static void display(char </a:t>
            </a:r>
            <a:r>
              <a:rPr lang="en-US" altLang="ja-JP" dirty="0" err="1"/>
              <a:t>ch</a:t>
            </a:r>
            <a:r>
              <a:rPr lang="en-US" altLang="ja-JP" dirty="0"/>
              <a:t>) {</a:t>
            </a:r>
            <a:br>
              <a:rPr lang="en-US" altLang="ja-JP" dirty="0"/>
            </a:br>
            <a:r>
              <a:rPr lang="en-US" altLang="ja-JP" dirty="0"/>
              <a:t>        </a:t>
            </a:r>
            <a:r>
              <a:rPr lang="en-US" altLang="ja-JP" dirty="0" err="1"/>
              <a:t>System.out.println</a:t>
            </a:r>
            <a:r>
              <a:rPr lang="en-US" altLang="ja-JP" dirty="0"/>
              <a:t>(</a:t>
            </a:r>
            <a:r>
              <a:rPr lang="en-US" altLang="ja-JP" dirty="0" err="1"/>
              <a:t>ch</a:t>
            </a:r>
            <a:r>
              <a:rPr lang="en-US" altLang="ja-JP" dirty="0"/>
              <a:t> + "</a:t>
            </a:r>
            <a:r>
              <a:rPr lang="ja-JP" altLang="en-US" dirty="0"/>
              <a:t>は</a:t>
            </a:r>
            <a:r>
              <a:rPr lang="en-US" altLang="ja-JP" dirty="0"/>
              <a:t>char</a:t>
            </a:r>
            <a:r>
              <a:rPr lang="ja-JP" altLang="en-US" dirty="0"/>
              <a:t>型です</a:t>
            </a:r>
            <a:r>
              <a:rPr lang="en-US" altLang="ja-JP" dirty="0"/>
              <a:t>");</a:t>
            </a:r>
            <a:br>
              <a:rPr lang="en-US" altLang="ja-JP" dirty="0"/>
            </a:br>
            <a:r>
              <a:rPr lang="en-US" altLang="ja-JP" dirty="0"/>
              <a:t>    }</a:t>
            </a:r>
            <a:br>
              <a:rPr lang="en-US" altLang="ja-JP" dirty="0"/>
            </a:br>
            <a:r>
              <a:rPr lang="en-US" altLang="ja-JP" dirty="0"/>
              <a:t>}</a:t>
            </a:r>
          </a:p>
        </p:txBody>
      </p:sp>
    </p:spTree>
    <p:extLst>
      <p:ext uri="{BB962C8B-B14F-4D97-AF65-F5344CB8AC3E}">
        <p14:creationId xmlns:p14="http://schemas.microsoft.com/office/powerpoint/2010/main" val="1569798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3B7B1ED-3F84-419D-A537-0585D09708EC}"/>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73A5C19-BD0A-4510-BE71-AD5D3A1C522F}"/>
              </a:ext>
            </a:extLst>
          </p:cNvPr>
          <p:cNvSpPr>
            <a:spLocks noGrp="1"/>
          </p:cNvSpPr>
          <p:nvPr>
            <p:ph type="ctrTitle"/>
          </p:nvPr>
        </p:nvSpPr>
        <p:spPr/>
        <p:txBody>
          <a:bodyPr/>
          <a:lstStyle/>
          <a:p>
            <a:r>
              <a:rPr kumimoji="1" lang="ja-JP" altLang="en-US" dirty="0"/>
              <a:t>クラスの分割</a:t>
            </a:r>
          </a:p>
        </p:txBody>
      </p:sp>
      <p:sp>
        <p:nvSpPr>
          <p:cNvPr id="4" name="スライド番号プレースホルダー 3">
            <a:extLst>
              <a:ext uri="{FF2B5EF4-FFF2-40B4-BE49-F238E27FC236}">
                <a16:creationId xmlns:a16="http://schemas.microsoft.com/office/drawing/2014/main" id="{9BA3E526-E8DD-4251-96F0-3C182B32D994}"/>
              </a:ext>
            </a:extLst>
          </p:cNvPr>
          <p:cNvSpPr>
            <a:spLocks noGrp="1"/>
          </p:cNvSpPr>
          <p:nvPr>
            <p:ph type="sldNum" sz="quarter" idx="4"/>
          </p:nvPr>
        </p:nvSpPr>
        <p:spPr/>
        <p:txBody>
          <a:bodyPr/>
          <a:lstStyle/>
          <a:p>
            <a:fld id="{00000000-1234-1234-1234-123412341234}" type="slidenum">
              <a:rPr lang="en" smtClean="0"/>
              <a:pPr/>
              <a:t>6</a:t>
            </a:fld>
            <a:endParaRPr lang="en" dirty="0">
              <a:latin typeface="+mn-ea"/>
            </a:endParaRPr>
          </a:p>
        </p:txBody>
      </p:sp>
      <p:sp>
        <p:nvSpPr>
          <p:cNvPr id="5" name="テキスト プレースホルダー 4">
            <a:extLst>
              <a:ext uri="{FF2B5EF4-FFF2-40B4-BE49-F238E27FC236}">
                <a16:creationId xmlns:a16="http://schemas.microsoft.com/office/drawing/2014/main" id="{FB1B4A7D-89AB-4BD6-923E-BDEEF4A3461D}"/>
              </a:ext>
            </a:extLst>
          </p:cNvPr>
          <p:cNvSpPr>
            <a:spLocks noGrp="1"/>
          </p:cNvSpPr>
          <p:nvPr>
            <p:ph type="body" sz="quarter" idx="14"/>
          </p:nvPr>
        </p:nvSpPr>
        <p:spPr>
          <a:xfrm>
            <a:off x="462875" y="2295036"/>
            <a:ext cx="8216900" cy="1192444"/>
          </a:xfrm>
        </p:spPr>
        <p:txBody>
          <a:bodyPr/>
          <a:lstStyle/>
          <a:p>
            <a:pPr marL="96838" indent="0">
              <a:buNone/>
            </a:pPr>
            <a:r>
              <a:rPr kumimoji="1" lang="ja-JP" altLang="en-US" dirty="0"/>
              <a:t>実際の現場では様々なクラスを用いて開発が行われています。</a:t>
            </a:r>
            <a:endParaRPr kumimoji="1" lang="en-US" altLang="ja-JP" dirty="0"/>
          </a:p>
          <a:p>
            <a:pPr marL="96838" indent="0">
              <a:buNone/>
            </a:pPr>
            <a:r>
              <a:rPr lang="ja-JP" altLang="en-US" dirty="0"/>
              <a:t>１つのクラスのみで開発を行うケースはほぼ存在しないため、まずは複数クラスを用いて開発ができるよう学習していきましょう。</a:t>
            </a:r>
            <a:endParaRPr kumimoji="1" lang="ja-JP" altLang="en-US" dirty="0"/>
          </a:p>
        </p:txBody>
      </p:sp>
      <p:sp>
        <p:nvSpPr>
          <p:cNvPr id="6" name="テキスト プレースホルダー 5">
            <a:extLst>
              <a:ext uri="{FF2B5EF4-FFF2-40B4-BE49-F238E27FC236}">
                <a16:creationId xmlns:a16="http://schemas.microsoft.com/office/drawing/2014/main" id="{327B8262-40A4-4CFD-90CC-8D2C43153FA0}"/>
              </a:ext>
            </a:extLst>
          </p:cNvPr>
          <p:cNvSpPr>
            <a:spLocks noGrp="1"/>
          </p:cNvSpPr>
          <p:nvPr>
            <p:ph type="body" sz="quarter" idx="15"/>
          </p:nvPr>
        </p:nvSpPr>
        <p:spPr/>
        <p:txBody>
          <a:bodyPr/>
          <a:lstStyle/>
          <a:p>
            <a:r>
              <a:rPr kumimoji="1" lang="ja-JP" altLang="en-US" dirty="0"/>
              <a:t>複数のクラスを用いて開発する方法を覚えよう</a:t>
            </a:r>
            <a:endParaRPr kumimoji="1" lang="en-US" altLang="ja-JP" dirty="0"/>
          </a:p>
          <a:p>
            <a:r>
              <a:rPr lang="ja-JP" altLang="en-US" dirty="0"/>
              <a:t>クラス名</a:t>
            </a:r>
            <a:r>
              <a:rPr lang="en-US" altLang="ja-JP" dirty="0"/>
              <a:t>.</a:t>
            </a:r>
            <a:r>
              <a:rPr lang="ja-JP" altLang="en-US" dirty="0"/>
              <a:t>メソッド名で別クラスのメソッド呼び出し</a:t>
            </a:r>
            <a:endParaRPr lang="en-US" altLang="ja-JP" dirty="0"/>
          </a:p>
          <a:p>
            <a:r>
              <a:rPr kumimoji="1" lang="ja-JP" altLang="en-US" dirty="0"/>
              <a:t>クラス名</a:t>
            </a:r>
            <a:r>
              <a:rPr kumimoji="1" lang="en-US" altLang="ja-JP" dirty="0"/>
              <a:t>.</a:t>
            </a:r>
            <a:r>
              <a:rPr kumimoji="1" lang="ja-JP" altLang="en-US" dirty="0"/>
              <a:t>フィールド名で別クラスのフィールド呼び出し</a:t>
            </a:r>
          </a:p>
        </p:txBody>
      </p:sp>
      <p:sp>
        <p:nvSpPr>
          <p:cNvPr id="7" name="テキスト プレースホルダー 6">
            <a:extLst>
              <a:ext uri="{FF2B5EF4-FFF2-40B4-BE49-F238E27FC236}">
                <a16:creationId xmlns:a16="http://schemas.microsoft.com/office/drawing/2014/main" id="{798B34CE-18C7-4281-9D11-1C53FA9F122F}"/>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2656663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2B51A43-B466-4A78-BB56-E1A87D583F5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1F387BA-ACC9-4735-A0D6-638EFC53BE19}"/>
              </a:ext>
            </a:extLst>
          </p:cNvPr>
          <p:cNvSpPr>
            <a:spLocks noGrp="1"/>
          </p:cNvSpPr>
          <p:nvPr>
            <p:ph type="ctrTitle"/>
          </p:nvPr>
        </p:nvSpPr>
        <p:spPr/>
        <p:txBody>
          <a:bodyPr/>
          <a:lstStyle/>
          <a:p>
            <a:r>
              <a:rPr lang="en-US" altLang="ja-JP" dirty="0" err="1"/>
              <a:t>クラスを分割する</a:t>
            </a:r>
            <a:endParaRPr kumimoji="1" lang="ja-JP" altLang="en-US" dirty="0"/>
          </a:p>
        </p:txBody>
      </p:sp>
      <p:sp>
        <p:nvSpPr>
          <p:cNvPr id="4" name="スライド番号プレースホルダー 3">
            <a:extLst>
              <a:ext uri="{FF2B5EF4-FFF2-40B4-BE49-F238E27FC236}">
                <a16:creationId xmlns:a16="http://schemas.microsoft.com/office/drawing/2014/main" id="{D0102206-43D0-480E-A2A4-53F9B19DF3C5}"/>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8D2C2731-ECC3-4CCC-9EDE-48D66F8F69A3}"/>
              </a:ext>
            </a:extLst>
          </p:cNvPr>
          <p:cNvSpPr>
            <a:spLocks noGrp="1"/>
          </p:cNvSpPr>
          <p:nvPr>
            <p:ph type="body" sz="quarter" idx="14"/>
          </p:nvPr>
        </p:nvSpPr>
        <p:spPr>
          <a:xfrm>
            <a:off x="462875" y="859491"/>
            <a:ext cx="8216900" cy="1586529"/>
          </a:xfrm>
        </p:spPr>
        <p:txBody>
          <a:bodyPr/>
          <a:lstStyle/>
          <a:p>
            <a:pPr marL="96838" indent="0">
              <a:buNone/>
            </a:pPr>
            <a:r>
              <a:rPr lang="ja-JP" altLang="en-US" dirty="0"/>
              <a:t>やみくもに分割するとかえって分かりにくくなるので、似た機能ごとにメソッドをまとめる形で考えます。</a:t>
            </a:r>
          </a:p>
          <a:p>
            <a:pPr marL="96838" indent="0">
              <a:buNone/>
            </a:pPr>
            <a:r>
              <a:rPr lang="ja-JP" altLang="en-US" dirty="0"/>
              <a:t>前のページのプログラムなら</a:t>
            </a:r>
            <a:r>
              <a:rPr lang="en-US" altLang="ja-JP" dirty="0"/>
              <a:t>main</a:t>
            </a:r>
            <a:r>
              <a:rPr lang="ja-JP" altLang="en-US" dirty="0"/>
              <a:t>メソッドと、たくさんある</a:t>
            </a:r>
            <a:r>
              <a:rPr lang="en-US" altLang="ja-JP" dirty="0"/>
              <a:t>display</a:t>
            </a:r>
            <a:r>
              <a:rPr lang="ja-JP" altLang="en-US" dirty="0"/>
              <a:t>メソッドに分けるのがよさそうです。</a:t>
            </a:r>
          </a:p>
          <a:p>
            <a:pPr marL="96838" indent="0">
              <a:buNone/>
            </a:pPr>
            <a:r>
              <a:rPr lang="ja-JP" altLang="en-US" dirty="0"/>
              <a:t>それぞれを別のクラスに入れるので、</a:t>
            </a:r>
            <a:r>
              <a:rPr lang="en-US" altLang="ja-JP" dirty="0"/>
              <a:t>2</a:t>
            </a:r>
            <a:r>
              <a:rPr lang="ja-JP" altLang="en-US" dirty="0"/>
              <a:t>つのクラス名をまず決めましょう。</a:t>
            </a:r>
            <a:br>
              <a:rPr lang="ja-JP" altLang="en-US" dirty="0"/>
            </a:br>
            <a:r>
              <a:rPr lang="en-US" altLang="ja-JP" dirty="0"/>
              <a:t>main</a:t>
            </a:r>
            <a:r>
              <a:rPr lang="ja-JP" altLang="en-US" dirty="0"/>
              <a:t>メソッドのクラスは</a:t>
            </a:r>
            <a:r>
              <a:rPr lang="en-US" altLang="ja-JP" dirty="0" err="1"/>
              <a:t>OverloadCall</a:t>
            </a:r>
            <a:r>
              <a:rPr lang="ja-JP" altLang="en-US" dirty="0"/>
              <a:t>、</a:t>
            </a:r>
            <a:r>
              <a:rPr lang="en-US" altLang="ja-JP" dirty="0"/>
              <a:t>display</a:t>
            </a:r>
            <a:r>
              <a:rPr lang="ja-JP" altLang="en-US" dirty="0"/>
              <a:t>メソッドは</a:t>
            </a:r>
            <a:r>
              <a:rPr lang="en-US" altLang="ja-JP" dirty="0"/>
              <a:t>Output</a:t>
            </a:r>
            <a:r>
              <a:rPr lang="ja-JP" altLang="en-US" dirty="0"/>
              <a:t>というクラス名にします。クラス名を付けるルールは変数とほとんど同じですが、先頭を大文字にするという慣習があります。</a:t>
            </a:r>
          </a:p>
          <a:p>
            <a:pPr marL="96838" indent="0">
              <a:buNone/>
            </a:pPr>
            <a:endParaRPr lang="ja-JP" altLang="en-US" dirty="0"/>
          </a:p>
        </p:txBody>
      </p:sp>
      <p:sp>
        <p:nvSpPr>
          <p:cNvPr id="6" name="Google Shape;115;p17">
            <a:extLst>
              <a:ext uri="{FF2B5EF4-FFF2-40B4-BE49-F238E27FC236}">
                <a16:creationId xmlns:a16="http://schemas.microsoft.com/office/drawing/2014/main" id="{E886225D-20A6-4EDD-84AC-D7CF91865025}"/>
              </a:ext>
            </a:extLst>
          </p:cNvPr>
          <p:cNvSpPr/>
          <p:nvPr/>
        </p:nvSpPr>
        <p:spPr>
          <a:xfrm>
            <a:off x="841738" y="2551212"/>
            <a:ext cx="2592288" cy="2142708"/>
          </a:xfrm>
          <a:prstGeom prst="roundRect">
            <a:avLst>
              <a:gd name="adj" fmla="val 16667"/>
            </a:avLst>
          </a:prstGeom>
          <a:solidFill>
            <a:schemeClr val="bg1"/>
          </a:solidFill>
          <a:ln w="63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0" i="0" u="none" strike="noStrike" cap="none">
                <a:solidFill>
                  <a:schemeClr val="dk1"/>
                </a:solidFill>
                <a:cs typeface="Meiryo"/>
                <a:sym typeface="Meiryo"/>
              </a:rPr>
              <a:t>OverloadCallクラス</a:t>
            </a:r>
            <a:endParaRPr sz="1400"/>
          </a:p>
          <a:p>
            <a:pPr marL="0" marR="0" lvl="0" indent="0" algn="ctr" rtl="0">
              <a:spcBef>
                <a:spcPts val="0"/>
              </a:spcBef>
              <a:spcAft>
                <a:spcPts val="0"/>
              </a:spcAft>
              <a:buNone/>
            </a:pPr>
            <a:endParaRPr sz="1400" b="0" i="0" u="none" strike="noStrike" cap="none">
              <a:solidFill>
                <a:schemeClr val="dk1"/>
              </a:solidFill>
              <a:cs typeface="Meiryo"/>
              <a:sym typeface="Meiryo"/>
            </a:endParaRPr>
          </a:p>
          <a:p>
            <a:pPr marL="0" marR="0" lvl="0" indent="0" algn="ctr" rtl="0">
              <a:spcBef>
                <a:spcPts val="0"/>
              </a:spcBef>
              <a:spcAft>
                <a:spcPts val="0"/>
              </a:spcAft>
              <a:buNone/>
            </a:pPr>
            <a:endParaRPr sz="1400" b="0" i="0" u="none" strike="noStrike" cap="none">
              <a:solidFill>
                <a:schemeClr val="dk1"/>
              </a:solidFill>
              <a:cs typeface="Meiryo"/>
              <a:sym typeface="Meiryo"/>
            </a:endParaRPr>
          </a:p>
          <a:p>
            <a:pPr marL="0" marR="0" lvl="0" indent="0" algn="ctr" rtl="0">
              <a:spcBef>
                <a:spcPts val="0"/>
              </a:spcBef>
              <a:spcAft>
                <a:spcPts val="0"/>
              </a:spcAft>
              <a:buNone/>
            </a:pPr>
            <a:endParaRPr sz="1400" b="0" i="0" u="none" strike="noStrike" cap="none">
              <a:solidFill>
                <a:schemeClr val="dk1"/>
              </a:solidFill>
              <a:cs typeface="Meiryo"/>
              <a:sym typeface="Meiryo"/>
            </a:endParaRPr>
          </a:p>
          <a:p>
            <a:pPr marL="0" marR="0" lvl="0" indent="0" algn="ctr" rtl="0">
              <a:spcBef>
                <a:spcPts val="0"/>
              </a:spcBef>
              <a:spcAft>
                <a:spcPts val="0"/>
              </a:spcAft>
              <a:buNone/>
            </a:pPr>
            <a:r>
              <a:rPr lang="en-US" sz="1400" b="0" i="0" u="none" strike="noStrike" cap="none">
                <a:solidFill>
                  <a:schemeClr val="dk1"/>
                </a:solidFill>
                <a:cs typeface="Meiryo"/>
                <a:sym typeface="Meiryo"/>
              </a:rPr>
              <a:t>mainメソッド</a:t>
            </a:r>
            <a:endParaRPr sz="1400"/>
          </a:p>
        </p:txBody>
      </p:sp>
      <p:sp>
        <p:nvSpPr>
          <p:cNvPr id="7" name="Google Shape;116;p17">
            <a:extLst>
              <a:ext uri="{FF2B5EF4-FFF2-40B4-BE49-F238E27FC236}">
                <a16:creationId xmlns:a16="http://schemas.microsoft.com/office/drawing/2014/main" id="{08F39332-42D5-4D09-94D1-0A51C7C59A2C}"/>
              </a:ext>
            </a:extLst>
          </p:cNvPr>
          <p:cNvSpPr/>
          <p:nvPr/>
        </p:nvSpPr>
        <p:spPr>
          <a:xfrm>
            <a:off x="5842645" y="2551212"/>
            <a:ext cx="2592288" cy="2142708"/>
          </a:xfrm>
          <a:prstGeom prst="roundRect">
            <a:avLst>
              <a:gd name="adj" fmla="val 16667"/>
            </a:avLst>
          </a:prstGeom>
          <a:solidFill>
            <a:schemeClr val="bg1"/>
          </a:solidFill>
          <a:ln w="63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0" i="0" u="none" strike="noStrike" cap="none">
                <a:solidFill>
                  <a:schemeClr val="dk1"/>
                </a:solidFill>
                <a:cs typeface="Meiryo"/>
                <a:sym typeface="Meiryo"/>
              </a:rPr>
              <a:t>Outputクラス</a:t>
            </a:r>
            <a:endParaRPr sz="1400"/>
          </a:p>
          <a:p>
            <a:pPr marL="0" marR="0" lvl="0" indent="0" algn="ctr" rtl="0">
              <a:spcBef>
                <a:spcPts val="0"/>
              </a:spcBef>
              <a:spcAft>
                <a:spcPts val="0"/>
              </a:spcAft>
              <a:buNone/>
            </a:pPr>
            <a:endParaRPr sz="1400" b="0" i="0" u="none" strike="noStrike" cap="none">
              <a:solidFill>
                <a:schemeClr val="dk1"/>
              </a:solidFill>
              <a:cs typeface="Meiryo"/>
              <a:sym typeface="Meiryo"/>
            </a:endParaRPr>
          </a:p>
          <a:p>
            <a:pPr marL="0" marR="0" lvl="0" indent="0" algn="ctr" rtl="0">
              <a:spcBef>
                <a:spcPts val="0"/>
              </a:spcBef>
              <a:spcAft>
                <a:spcPts val="0"/>
              </a:spcAft>
              <a:buNone/>
            </a:pPr>
            <a:endParaRPr sz="1400" b="0" i="0" u="none" strike="noStrike" cap="none">
              <a:solidFill>
                <a:schemeClr val="dk1"/>
              </a:solidFill>
              <a:cs typeface="Meiryo"/>
              <a:sym typeface="Meiryo"/>
            </a:endParaRPr>
          </a:p>
          <a:p>
            <a:pPr marL="0" marR="0" lvl="0" indent="0" algn="ctr" rtl="0">
              <a:spcBef>
                <a:spcPts val="0"/>
              </a:spcBef>
              <a:spcAft>
                <a:spcPts val="0"/>
              </a:spcAft>
              <a:buNone/>
            </a:pPr>
            <a:r>
              <a:rPr lang="en-US" sz="1400" b="0" i="0" u="none" strike="noStrike" cap="none">
                <a:solidFill>
                  <a:schemeClr val="dk1"/>
                </a:solidFill>
                <a:cs typeface="Meiryo"/>
                <a:sym typeface="Meiryo"/>
              </a:rPr>
              <a:t>displayメソッド</a:t>
            </a:r>
            <a:endParaRPr sz="1400" b="0" i="0" u="none" strike="noStrike" cap="none">
              <a:solidFill>
                <a:schemeClr val="dk1"/>
              </a:solidFill>
              <a:cs typeface="Meiryo"/>
              <a:sym typeface="Meiryo"/>
            </a:endParaRPr>
          </a:p>
          <a:p>
            <a:pPr marL="0" marR="0" lvl="0" indent="0" algn="ctr" rtl="0">
              <a:spcBef>
                <a:spcPts val="0"/>
              </a:spcBef>
              <a:spcAft>
                <a:spcPts val="0"/>
              </a:spcAft>
              <a:buNone/>
            </a:pPr>
            <a:endParaRPr sz="1400" b="0" i="0" u="none" strike="noStrike" cap="none">
              <a:solidFill>
                <a:schemeClr val="dk1"/>
              </a:solidFill>
              <a:cs typeface="Meiryo"/>
              <a:sym typeface="Meiryo"/>
            </a:endParaRPr>
          </a:p>
          <a:p>
            <a:pPr marL="0" marR="0" lvl="0" indent="0" algn="ctr" rtl="0">
              <a:spcBef>
                <a:spcPts val="0"/>
              </a:spcBef>
              <a:spcAft>
                <a:spcPts val="0"/>
              </a:spcAft>
              <a:buNone/>
            </a:pPr>
            <a:r>
              <a:rPr lang="en-US" sz="1400" b="0" i="0" u="none" strike="noStrike" cap="none">
                <a:solidFill>
                  <a:schemeClr val="dk1"/>
                </a:solidFill>
                <a:cs typeface="Meiryo"/>
                <a:sym typeface="Meiryo"/>
              </a:rPr>
              <a:t>displayメソッド</a:t>
            </a:r>
            <a:endParaRPr sz="1400"/>
          </a:p>
          <a:p>
            <a:pPr marL="0" marR="0" lvl="0" indent="0" algn="ctr" rtl="0">
              <a:spcBef>
                <a:spcPts val="0"/>
              </a:spcBef>
              <a:spcAft>
                <a:spcPts val="0"/>
              </a:spcAft>
              <a:buNone/>
            </a:pPr>
            <a:r>
              <a:rPr lang="en-US" sz="1400" b="0" i="0" u="none" strike="noStrike" cap="none">
                <a:solidFill>
                  <a:schemeClr val="dk1"/>
                </a:solidFill>
                <a:cs typeface="Meiryo"/>
                <a:sym typeface="Meiryo"/>
              </a:rPr>
              <a:t>：</a:t>
            </a:r>
            <a:endParaRPr sz="1400" b="0" i="0" u="none" strike="noStrike" cap="none">
              <a:solidFill>
                <a:schemeClr val="dk1"/>
              </a:solidFill>
              <a:cs typeface="Meiryo"/>
              <a:sym typeface="Meiryo"/>
            </a:endParaRPr>
          </a:p>
        </p:txBody>
      </p:sp>
    </p:spTree>
    <p:extLst>
      <p:ext uri="{BB962C8B-B14F-4D97-AF65-F5344CB8AC3E}">
        <p14:creationId xmlns:p14="http://schemas.microsoft.com/office/powerpoint/2010/main" val="2650579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E2FDE09-6BDA-45EB-8520-D84701EE1EA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812278C-8A67-4537-ABE9-E704FE24DD97}"/>
              </a:ext>
            </a:extLst>
          </p:cNvPr>
          <p:cNvSpPr>
            <a:spLocks noGrp="1"/>
          </p:cNvSpPr>
          <p:nvPr>
            <p:ph type="ctrTitle"/>
          </p:nvPr>
        </p:nvSpPr>
        <p:spPr/>
        <p:txBody>
          <a:bodyPr/>
          <a:lstStyle/>
          <a:p>
            <a:r>
              <a:rPr lang="en-US" altLang="ja-JP" dirty="0" err="1"/>
              <a:t>OverloadCallクラス</a:t>
            </a:r>
            <a:endParaRPr kumimoji="1" lang="ja-JP" altLang="en-US" dirty="0"/>
          </a:p>
        </p:txBody>
      </p:sp>
      <p:sp>
        <p:nvSpPr>
          <p:cNvPr id="4" name="スライド番号プレースホルダー 3">
            <a:extLst>
              <a:ext uri="{FF2B5EF4-FFF2-40B4-BE49-F238E27FC236}">
                <a16:creationId xmlns:a16="http://schemas.microsoft.com/office/drawing/2014/main" id="{27E32866-C62E-402A-815B-2769247119D6}"/>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49D81B4B-139A-42A4-829C-7C11B45F40AB}"/>
              </a:ext>
            </a:extLst>
          </p:cNvPr>
          <p:cNvSpPr>
            <a:spLocks noGrp="1"/>
          </p:cNvSpPr>
          <p:nvPr>
            <p:ph type="body" sz="quarter" idx="14"/>
          </p:nvPr>
        </p:nvSpPr>
        <p:spPr/>
        <p:txBody>
          <a:bodyPr/>
          <a:lstStyle/>
          <a:p>
            <a:pPr marL="96838" indent="0">
              <a:buNone/>
            </a:pPr>
            <a:r>
              <a:rPr kumimoji="1" lang="ja-JP" altLang="en-US" dirty="0"/>
              <a:t>とりあえず単純にクラスを分割してみましょう。まずは</a:t>
            </a:r>
            <a:r>
              <a:rPr kumimoji="1" lang="en-US" altLang="ja-JP" dirty="0" err="1"/>
              <a:t>OverloadCall</a:t>
            </a:r>
            <a:r>
              <a:rPr kumimoji="1" lang="ja-JP" altLang="en-US" dirty="0"/>
              <a:t>クラスです。</a:t>
            </a:r>
          </a:p>
          <a:p>
            <a:pPr marL="96838" indent="0">
              <a:buNone/>
            </a:pPr>
            <a:r>
              <a:rPr kumimoji="1" lang="ja-JP" altLang="en-US" dirty="0"/>
              <a:t>ソースファイルのファイル名はクラス名</a:t>
            </a:r>
            <a:r>
              <a:rPr kumimoji="1" lang="en-US" altLang="ja-JP" dirty="0"/>
              <a:t>.java</a:t>
            </a:r>
            <a:r>
              <a:rPr kumimoji="1" lang="ja-JP" altLang="en-US" dirty="0"/>
              <a:t>でなければいけませんでした。そのため、ここでは</a:t>
            </a:r>
            <a:r>
              <a:rPr kumimoji="1" lang="en-US" altLang="ja-JP" dirty="0"/>
              <a:t>OverloadCall.java</a:t>
            </a:r>
            <a:r>
              <a:rPr kumimoji="1" lang="ja-JP" altLang="en-US" dirty="0"/>
              <a:t>というファイル名で以下のソースを作ります。</a:t>
            </a:r>
          </a:p>
          <a:p>
            <a:pPr marL="96838" indent="0">
              <a:buNone/>
            </a:pPr>
            <a:endParaRPr kumimoji="1" lang="ja-JP" altLang="en-US" dirty="0"/>
          </a:p>
        </p:txBody>
      </p:sp>
      <p:sp>
        <p:nvSpPr>
          <p:cNvPr id="6" name="テキスト プレースホルダー 7">
            <a:extLst>
              <a:ext uri="{FF2B5EF4-FFF2-40B4-BE49-F238E27FC236}">
                <a16:creationId xmlns:a16="http://schemas.microsoft.com/office/drawing/2014/main" id="{ED90B0C2-7DAB-4D79-8484-BBA053383A42}"/>
              </a:ext>
            </a:extLst>
          </p:cNvPr>
          <p:cNvSpPr txBox="1">
            <a:spLocks/>
          </p:cNvSpPr>
          <p:nvPr/>
        </p:nvSpPr>
        <p:spPr>
          <a:xfrm>
            <a:off x="1325879" y="1706879"/>
            <a:ext cx="6545581" cy="1729741"/>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OverloadCall</a:t>
            </a:r>
            <a:r>
              <a:rPr lang="en-US" altLang="ja-JP" dirty="0"/>
              <a:t> {</a:t>
            </a:r>
            <a:br>
              <a:rPr lang="en-US" altLang="ja-JP" dirty="0"/>
            </a:br>
            <a:r>
              <a:rPr lang="en-US" altLang="ja-JP" dirty="0"/>
              <a:t>    public static void main(String[] </a:t>
            </a:r>
            <a:r>
              <a:rPr lang="en-US" altLang="ja-JP" dirty="0" err="1"/>
              <a:t>args</a:t>
            </a:r>
            <a:r>
              <a:rPr lang="en-US" altLang="ja-JP" dirty="0"/>
              <a:t>) {</a:t>
            </a:r>
            <a:br>
              <a:rPr lang="en-US" altLang="ja-JP" dirty="0"/>
            </a:br>
            <a:r>
              <a:rPr lang="en-US" altLang="ja-JP" dirty="0"/>
              <a:t>        display(5);</a:t>
            </a:r>
            <a:br>
              <a:rPr lang="en-US" altLang="ja-JP" dirty="0"/>
            </a:br>
            <a:r>
              <a:rPr lang="en-US" altLang="ja-JP" dirty="0"/>
              <a:t>        display(3.0);</a:t>
            </a:r>
            <a:br>
              <a:rPr lang="en-US" altLang="ja-JP" dirty="0"/>
            </a:br>
            <a:r>
              <a:rPr lang="en-US" altLang="ja-JP" dirty="0"/>
              <a:t>        display("</a:t>
            </a:r>
            <a:r>
              <a:rPr lang="ja-JP" altLang="en-US" dirty="0"/>
              <a:t>こんにちは</a:t>
            </a:r>
            <a:r>
              <a:rPr lang="en-US" altLang="ja-JP" dirty="0"/>
              <a:t>");</a:t>
            </a:r>
            <a:br>
              <a:rPr lang="en-US" altLang="ja-JP" dirty="0"/>
            </a:br>
            <a:r>
              <a:rPr lang="en-US" altLang="ja-JP" dirty="0"/>
              <a:t>        display('X');</a:t>
            </a:r>
            <a:br>
              <a:rPr lang="en-US" altLang="ja-JP" dirty="0"/>
            </a:br>
            <a:r>
              <a:rPr lang="en-US" altLang="ja-JP" dirty="0"/>
              <a:t>    }</a:t>
            </a:r>
            <a:br>
              <a:rPr lang="en-US" altLang="ja-JP" dirty="0"/>
            </a:br>
            <a:r>
              <a:rPr lang="en-US" altLang="ja-JP" dirty="0"/>
              <a:t>}</a:t>
            </a:r>
          </a:p>
        </p:txBody>
      </p:sp>
    </p:spTree>
    <p:extLst>
      <p:ext uri="{BB962C8B-B14F-4D97-AF65-F5344CB8AC3E}">
        <p14:creationId xmlns:p14="http://schemas.microsoft.com/office/powerpoint/2010/main" val="4158048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CA3BA4F-48BF-406B-B6A5-B88794CC18E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D0C67C6E-B7FC-4447-A018-279430C35CA0}"/>
              </a:ext>
            </a:extLst>
          </p:cNvPr>
          <p:cNvSpPr>
            <a:spLocks noGrp="1"/>
          </p:cNvSpPr>
          <p:nvPr>
            <p:ph type="ctrTitle"/>
          </p:nvPr>
        </p:nvSpPr>
        <p:spPr/>
        <p:txBody>
          <a:bodyPr/>
          <a:lstStyle/>
          <a:p>
            <a:r>
              <a:rPr lang="en-US" altLang="ja-JP" dirty="0" err="1"/>
              <a:t>Outputクラス</a:t>
            </a:r>
            <a:endParaRPr kumimoji="1" lang="ja-JP" altLang="en-US" dirty="0"/>
          </a:p>
        </p:txBody>
      </p:sp>
      <p:sp>
        <p:nvSpPr>
          <p:cNvPr id="4" name="スライド番号プレースホルダー 3">
            <a:extLst>
              <a:ext uri="{FF2B5EF4-FFF2-40B4-BE49-F238E27FC236}">
                <a16:creationId xmlns:a16="http://schemas.microsoft.com/office/drawing/2014/main" id="{3A712D84-D64B-4567-87DA-E35F28206D28}"/>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E819FB6C-A0CC-480C-A6C4-F82BEA3A70C9}"/>
              </a:ext>
            </a:extLst>
          </p:cNvPr>
          <p:cNvSpPr>
            <a:spLocks noGrp="1"/>
          </p:cNvSpPr>
          <p:nvPr>
            <p:ph type="body" sz="quarter" idx="14"/>
          </p:nvPr>
        </p:nvSpPr>
        <p:spPr>
          <a:xfrm>
            <a:off x="462875" y="859491"/>
            <a:ext cx="8216900" cy="367329"/>
          </a:xfrm>
        </p:spPr>
        <p:txBody>
          <a:bodyPr/>
          <a:lstStyle/>
          <a:p>
            <a:pPr marL="96838" indent="0">
              <a:buNone/>
            </a:pPr>
            <a:r>
              <a:rPr kumimoji="1" lang="ja-JP" altLang="en-US" dirty="0"/>
              <a:t>同様に</a:t>
            </a:r>
            <a:r>
              <a:rPr kumimoji="1" lang="en-US" altLang="ja-JP" dirty="0"/>
              <a:t>Output.java</a:t>
            </a:r>
            <a:r>
              <a:rPr kumimoji="1" lang="ja-JP" altLang="en-US" dirty="0"/>
              <a:t>というファイル名で以下のファイルを作りましょう。</a:t>
            </a:r>
          </a:p>
          <a:p>
            <a:pPr marL="96838" indent="0">
              <a:buNone/>
            </a:pPr>
            <a:endParaRPr kumimoji="1" lang="ja-JP" altLang="en-US" dirty="0"/>
          </a:p>
        </p:txBody>
      </p:sp>
      <p:sp>
        <p:nvSpPr>
          <p:cNvPr id="6" name="テキスト プレースホルダー 7">
            <a:extLst>
              <a:ext uri="{FF2B5EF4-FFF2-40B4-BE49-F238E27FC236}">
                <a16:creationId xmlns:a16="http://schemas.microsoft.com/office/drawing/2014/main" id="{ECF81CEB-7D37-412A-BCF5-C05663053067}"/>
              </a:ext>
            </a:extLst>
          </p:cNvPr>
          <p:cNvSpPr txBox="1">
            <a:spLocks/>
          </p:cNvSpPr>
          <p:nvPr/>
        </p:nvSpPr>
        <p:spPr>
          <a:xfrm>
            <a:off x="1325879" y="1127759"/>
            <a:ext cx="6545581" cy="3703837"/>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Output {</a:t>
            </a:r>
          </a:p>
          <a:p>
            <a:pPr marL="96838" indent="0">
              <a:buFont typeface="Arial" panose="020B0604020202020204" pitchFamily="34" charset="0"/>
              <a:buNone/>
            </a:pPr>
            <a:r>
              <a:rPr lang="en-US" altLang="ja-JP" dirty="0"/>
              <a:t>    public static void display(int num) {</a:t>
            </a:r>
          </a:p>
          <a:p>
            <a:pPr marL="96838" indent="0">
              <a:buFont typeface="Arial" panose="020B0604020202020204" pitchFamily="34" charset="0"/>
              <a:buNone/>
            </a:pPr>
            <a:r>
              <a:rPr lang="en-US" altLang="ja-JP" dirty="0"/>
              <a:t>        </a:t>
            </a:r>
            <a:r>
              <a:rPr lang="en-US" altLang="ja-JP" dirty="0" err="1"/>
              <a:t>System.out.println</a:t>
            </a:r>
            <a:r>
              <a:rPr lang="en-US" altLang="ja-JP" dirty="0"/>
              <a:t>(num + "</a:t>
            </a:r>
            <a:r>
              <a:rPr lang="ja-JP" altLang="en-US" dirty="0"/>
              <a:t>は</a:t>
            </a:r>
            <a:r>
              <a:rPr lang="en-US" altLang="ja-JP" dirty="0"/>
              <a:t>int</a:t>
            </a:r>
            <a:r>
              <a:rPr lang="ja-JP" altLang="en-US" dirty="0"/>
              <a:t>型です</a:t>
            </a:r>
            <a:r>
              <a:rPr lang="en-US" altLang="ja-JP" dirty="0"/>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    public static void display(double num) {</a:t>
            </a:r>
          </a:p>
          <a:p>
            <a:pPr marL="96838" indent="0">
              <a:buFont typeface="Arial" panose="020B0604020202020204" pitchFamily="34" charset="0"/>
              <a:buNone/>
            </a:pPr>
            <a:r>
              <a:rPr lang="en-US" altLang="ja-JP" dirty="0"/>
              <a:t>        </a:t>
            </a:r>
            <a:r>
              <a:rPr lang="en-US" altLang="ja-JP" dirty="0" err="1"/>
              <a:t>System.out.println</a:t>
            </a:r>
            <a:r>
              <a:rPr lang="en-US" altLang="ja-JP" dirty="0"/>
              <a:t>(num + "</a:t>
            </a:r>
            <a:r>
              <a:rPr lang="ja-JP" altLang="en-US" dirty="0"/>
              <a:t>は</a:t>
            </a:r>
            <a:r>
              <a:rPr lang="en-US" altLang="ja-JP" dirty="0"/>
              <a:t>double</a:t>
            </a:r>
            <a:r>
              <a:rPr lang="ja-JP" altLang="en-US" dirty="0"/>
              <a:t>型です</a:t>
            </a:r>
            <a:r>
              <a:rPr lang="en-US" altLang="ja-JP" dirty="0"/>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    public static void display(String str) {</a:t>
            </a:r>
          </a:p>
          <a:p>
            <a:pPr marL="96838" indent="0">
              <a:buFont typeface="Arial" panose="020B0604020202020204" pitchFamily="34" charset="0"/>
              <a:buNone/>
            </a:pPr>
            <a:r>
              <a:rPr lang="en-US" altLang="ja-JP" dirty="0"/>
              <a:t>        </a:t>
            </a:r>
            <a:r>
              <a:rPr lang="en-US" altLang="ja-JP" dirty="0" err="1"/>
              <a:t>System.out.println</a:t>
            </a:r>
            <a:r>
              <a:rPr lang="en-US" altLang="ja-JP" dirty="0"/>
              <a:t>(str + "</a:t>
            </a:r>
            <a:r>
              <a:rPr lang="ja-JP" altLang="en-US" dirty="0"/>
              <a:t>は</a:t>
            </a:r>
            <a:r>
              <a:rPr lang="en-US" altLang="ja-JP" dirty="0"/>
              <a:t>String</a:t>
            </a:r>
            <a:r>
              <a:rPr lang="ja-JP" altLang="en-US" dirty="0"/>
              <a:t>型です</a:t>
            </a:r>
            <a:r>
              <a:rPr lang="en-US" altLang="ja-JP" dirty="0"/>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    public static void display(char </a:t>
            </a:r>
            <a:r>
              <a:rPr lang="en-US" altLang="ja-JP" dirty="0" err="1"/>
              <a:t>ch</a:t>
            </a:r>
            <a:r>
              <a:rPr lang="en-US" altLang="ja-JP" dirty="0"/>
              <a:t>)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en-US" altLang="ja-JP" dirty="0" err="1"/>
              <a:t>ch</a:t>
            </a:r>
            <a:r>
              <a:rPr lang="en-US" altLang="ja-JP" dirty="0"/>
              <a:t> + "</a:t>
            </a:r>
            <a:r>
              <a:rPr lang="ja-JP" altLang="en-US" dirty="0"/>
              <a:t>は</a:t>
            </a:r>
            <a:r>
              <a:rPr lang="en-US" altLang="ja-JP" dirty="0"/>
              <a:t>char</a:t>
            </a:r>
            <a:r>
              <a:rPr lang="ja-JP" altLang="en-US" dirty="0"/>
              <a:t>型です</a:t>
            </a:r>
            <a:r>
              <a:rPr lang="en-US" altLang="ja-JP" dirty="0"/>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p>
        </p:txBody>
      </p:sp>
    </p:spTree>
    <p:extLst>
      <p:ext uri="{BB962C8B-B14F-4D97-AF65-F5344CB8AC3E}">
        <p14:creationId xmlns:p14="http://schemas.microsoft.com/office/powerpoint/2010/main" val="3515965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5B00B0D-3DC1-46E0-B07B-B0971C8096BD}"/>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0AC599A5-1B97-4539-962A-C300E3B0AA1A}"/>
              </a:ext>
            </a:extLst>
          </p:cNvPr>
          <p:cNvSpPr>
            <a:spLocks noGrp="1"/>
          </p:cNvSpPr>
          <p:nvPr>
            <p:ph type="ctrTitle"/>
          </p:nvPr>
        </p:nvSpPr>
        <p:spPr/>
        <p:txBody>
          <a:bodyPr/>
          <a:lstStyle/>
          <a:p>
            <a:r>
              <a:rPr kumimoji="1" lang="ja-JP" altLang="en-US" dirty="0"/>
              <a:t>複数クラスのコンパイル</a:t>
            </a:r>
          </a:p>
        </p:txBody>
      </p:sp>
      <p:sp>
        <p:nvSpPr>
          <p:cNvPr id="4" name="スライド番号プレースホルダー 3">
            <a:extLst>
              <a:ext uri="{FF2B5EF4-FFF2-40B4-BE49-F238E27FC236}">
                <a16:creationId xmlns:a16="http://schemas.microsoft.com/office/drawing/2014/main" id="{0F070F03-BC4A-4BFD-8331-E78D5AB8511B}"/>
              </a:ext>
            </a:extLst>
          </p:cNvPr>
          <p:cNvSpPr>
            <a:spLocks noGrp="1"/>
          </p:cNvSpPr>
          <p:nvPr>
            <p:ph type="sldNum" sz="quarter" idx="4"/>
          </p:nvPr>
        </p:nvSpPr>
        <p:spPr/>
        <p:txBody>
          <a:bodyPr/>
          <a:lstStyle/>
          <a:p>
            <a:fld id="{00000000-1234-1234-1234-123412341234}" type="slidenum">
              <a:rPr lang="en" smtClean="0"/>
              <a:pPr/>
              <a:t>10</a:t>
            </a:fld>
            <a:endParaRPr lang="en" dirty="0">
              <a:latin typeface="+mn-ea"/>
            </a:endParaRPr>
          </a:p>
        </p:txBody>
      </p:sp>
      <p:sp>
        <p:nvSpPr>
          <p:cNvPr id="6" name="テキスト プレースホルダー 5">
            <a:extLst>
              <a:ext uri="{FF2B5EF4-FFF2-40B4-BE49-F238E27FC236}">
                <a16:creationId xmlns:a16="http://schemas.microsoft.com/office/drawing/2014/main" id="{00AE90EF-A785-4F89-90E4-56D6E7033C64}"/>
              </a:ext>
            </a:extLst>
          </p:cNvPr>
          <p:cNvSpPr>
            <a:spLocks noGrp="1"/>
          </p:cNvSpPr>
          <p:nvPr>
            <p:ph type="body" sz="quarter" idx="15"/>
          </p:nvPr>
        </p:nvSpPr>
        <p:spPr>
          <a:xfrm>
            <a:off x="463549" y="1023814"/>
            <a:ext cx="7177471" cy="882958"/>
          </a:xfrm>
        </p:spPr>
        <p:txBody>
          <a:bodyPr/>
          <a:lstStyle/>
          <a:p>
            <a:r>
              <a:rPr kumimoji="1" lang="ja-JP" altLang="en-US" dirty="0"/>
              <a:t>複数クラスを用いる際の注意点を覚えよう</a:t>
            </a:r>
            <a:endParaRPr kumimoji="1" lang="en-US" altLang="ja-JP" dirty="0"/>
          </a:p>
          <a:p>
            <a:r>
              <a:rPr lang="ja-JP" altLang="en-US" dirty="0"/>
              <a:t>コンパイル方法が今までと少し違う点に着目しよう</a:t>
            </a:r>
            <a:endParaRPr kumimoji="1" lang="ja-JP" altLang="en-US" dirty="0"/>
          </a:p>
        </p:txBody>
      </p:sp>
      <p:sp>
        <p:nvSpPr>
          <p:cNvPr id="7" name="テキスト プレースホルダー 6">
            <a:extLst>
              <a:ext uri="{FF2B5EF4-FFF2-40B4-BE49-F238E27FC236}">
                <a16:creationId xmlns:a16="http://schemas.microsoft.com/office/drawing/2014/main" id="{68F71ABF-F003-4710-BC07-6E5ADE692C47}"/>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4D2B6ACE-1D6B-419D-B462-10AF669AFD98}"/>
              </a:ext>
            </a:extLst>
          </p:cNvPr>
          <p:cNvSpPr>
            <a:spLocks noGrp="1"/>
          </p:cNvSpPr>
          <p:nvPr>
            <p:ph type="body" sz="quarter" idx="14"/>
          </p:nvPr>
        </p:nvSpPr>
        <p:spPr>
          <a:xfrm>
            <a:off x="463550" y="1906772"/>
            <a:ext cx="8216900" cy="2890258"/>
          </a:xfrm>
        </p:spPr>
        <p:txBody>
          <a:bodyPr/>
          <a:lstStyle/>
          <a:p>
            <a:pPr marL="96838" indent="0">
              <a:buNone/>
            </a:pPr>
            <a:r>
              <a:rPr kumimoji="1" lang="en-US" altLang="ja-JP" dirty="0"/>
              <a:t>2</a:t>
            </a:r>
            <a:r>
              <a:rPr kumimoji="1" lang="ja-JP" altLang="en-US" dirty="0"/>
              <a:t>つのファイルに分割できたのでコンパイルしてみましょう。</a:t>
            </a:r>
          </a:p>
          <a:p>
            <a:pPr marL="96838" indent="0">
              <a:buNone/>
            </a:pPr>
            <a:r>
              <a:rPr kumimoji="1" lang="ja-JP" altLang="en-US" dirty="0"/>
              <a:t>別々にコンパイルすることも可能ですが、以下のように複数のソースファイルを</a:t>
            </a:r>
            <a:br>
              <a:rPr kumimoji="1" lang="ja-JP" altLang="en-US" dirty="0"/>
            </a:br>
            <a:r>
              <a:rPr kumimoji="1" lang="en-US" altLang="ja-JP" dirty="0"/>
              <a:t>1</a:t>
            </a:r>
            <a:r>
              <a:rPr kumimoji="1" lang="ja-JP" altLang="en-US" dirty="0"/>
              <a:t>度にコンパイルすることもできます。</a:t>
            </a:r>
          </a:p>
          <a:p>
            <a:pPr marL="96838" indent="0">
              <a:buNone/>
            </a:pPr>
            <a:r>
              <a:rPr kumimoji="1" lang="ja-JP" altLang="en-US" dirty="0"/>
              <a:t>	</a:t>
            </a:r>
            <a:r>
              <a:rPr kumimoji="1" lang="en-US" altLang="ja-JP" b="1" dirty="0" err="1">
                <a:solidFill>
                  <a:schemeClr val="tx2"/>
                </a:solidFill>
              </a:rPr>
              <a:t>javac</a:t>
            </a:r>
            <a:r>
              <a:rPr kumimoji="1" lang="en-US" altLang="ja-JP" b="1" dirty="0">
                <a:solidFill>
                  <a:schemeClr val="tx2"/>
                </a:solidFill>
              </a:rPr>
              <a:t> OverloadCall.java Output.java</a:t>
            </a:r>
          </a:p>
          <a:p>
            <a:pPr marL="96838" indent="0">
              <a:buNone/>
            </a:pPr>
            <a:r>
              <a:rPr kumimoji="1" lang="ja-JP" altLang="en-US" dirty="0"/>
              <a:t>コンパイルしてみると</a:t>
            </a:r>
            <a:r>
              <a:rPr kumimoji="1" lang="en-US" altLang="ja-JP" dirty="0" err="1"/>
              <a:t>OverloadCall</a:t>
            </a:r>
            <a:r>
              <a:rPr kumimoji="1" lang="ja-JP" altLang="en-US" dirty="0"/>
              <a:t>クラスは</a:t>
            </a:r>
            <a:r>
              <a:rPr kumimoji="1" lang="en-US" altLang="ja-JP" dirty="0"/>
              <a:t>4</a:t>
            </a:r>
            <a:r>
              <a:rPr kumimoji="1" lang="ja-JP" altLang="en-US" dirty="0"/>
              <a:t>つの</a:t>
            </a:r>
            <a:r>
              <a:rPr kumimoji="1" lang="en-US" altLang="ja-JP" dirty="0"/>
              <a:t>display</a:t>
            </a:r>
            <a:r>
              <a:rPr kumimoji="1" lang="ja-JP" altLang="en-US" dirty="0"/>
              <a:t>メソッドの呼び出しが、</a:t>
            </a:r>
          </a:p>
          <a:p>
            <a:pPr marL="96838" indent="0">
              <a:buNone/>
            </a:pPr>
            <a:r>
              <a:rPr kumimoji="1" lang="ja-JP" altLang="en-US" dirty="0"/>
              <a:t>	</a:t>
            </a:r>
            <a:r>
              <a:rPr kumimoji="1" lang="ja-JP" altLang="en-US" b="1" dirty="0">
                <a:solidFill>
                  <a:schemeClr val="tx2"/>
                </a:solidFill>
              </a:rPr>
              <a:t>シンボルを見つけられません</a:t>
            </a:r>
          </a:p>
          <a:p>
            <a:pPr marL="96838" indent="0">
              <a:buNone/>
            </a:pPr>
            <a:r>
              <a:rPr kumimoji="1" lang="ja-JP" altLang="en-US" dirty="0"/>
              <a:t>となってコンパイルエラーになります。</a:t>
            </a:r>
          </a:p>
          <a:p>
            <a:pPr marL="96838" indent="0">
              <a:buNone/>
            </a:pPr>
            <a:r>
              <a:rPr kumimoji="1" lang="ja-JP" altLang="en-US" dirty="0"/>
              <a:t>実は、今までは同じクラスにあるメソッドを呼び出していたので</a:t>
            </a:r>
            <a:r>
              <a:rPr kumimoji="1" lang="en-US" altLang="ja-JP" dirty="0"/>
              <a:t>display(5);</a:t>
            </a:r>
            <a:r>
              <a:rPr kumimoji="1" lang="ja-JP" altLang="en-US" dirty="0"/>
              <a:t>と書けば呼び出せたのですが、同じクラスにないメソッドはこれでは呼び出せません。</a:t>
            </a:r>
          </a:p>
          <a:p>
            <a:pPr marL="96838" indent="0">
              <a:buNone/>
            </a:pPr>
            <a:r>
              <a:rPr kumimoji="1" lang="ja-JP" altLang="en-US" dirty="0"/>
              <a:t>	</a:t>
            </a:r>
            <a:r>
              <a:rPr kumimoji="1" lang="ja-JP" altLang="en-US" b="1" dirty="0">
                <a:solidFill>
                  <a:schemeClr val="accent1"/>
                </a:solidFill>
              </a:rPr>
              <a:t>別のクラスにあるメソッドの呼び出し方：</a:t>
            </a:r>
          </a:p>
          <a:p>
            <a:pPr marL="96838" indent="0">
              <a:buNone/>
            </a:pPr>
            <a:r>
              <a:rPr kumimoji="1" lang="ja-JP" altLang="en-US" b="1" dirty="0">
                <a:solidFill>
                  <a:schemeClr val="accent1"/>
                </a:solidFill>
              </a:rPr>
              <a:t>	クラス名</a:t>
            </a:r>
            <a:r>
              <a:rPr kumimoji="1" lang="en-US" altLang="ja-JP" b="1" dirty="0">
                <a:solidFill>
                  <a:schemeClr val="accent1"/>
                </a:solidFill>
              </a:rPr>
              <a:t>.</a:t>
            </a:r>
            <a:r>
              <a:rPr kumimoji="1" lang="ja-JP" altLang="en-US" b="1" dirty="0">
                <a:solidFill>
                  <a:schemeClr val="accent1"/>
                </a:solidFill>
              </a:rPr>
              <a:t>メソッド名</a:t>
            </a:r>
            <a:r>
              <a:rPr kumimoji="1" lang="en-US" altLang="ja-JP" b="1" dirty="0">
                <a:solidFill>
                  <a:schemeClr val="accent1"/>
                </a:solidFill>
              </a:rPr>
              <a:t>(</a:t>
            </a:r>
            <a:r>
              <a:rPr kumimoji="1" lang="ja-JP" altLang="en-US" b="1" dirty="0">
                <a:solidFill>
                  <a:schemeClr val="accent1"/>
                </a:solidFill>
              </a:rPr>
              <a:t>引数リスト</a:t>
            </a:r>
            <a:r>
              <a:rPr kumimoji="1" lang="en-US" altLang="ja-JP" b="1" dirty="0">
                <a:solidFill>
                  <a:schemeClr val="accent1"/>
                </a:solidFill>
              </a:rPr>
              <a:t>)</a:t>
            </a:r>
          </a:p>
          <a:p>
            <a:pPr marL="96838" indent="0">
              <a:buNone/>
            </a:pPr>
            <a:endParaRPr kumimoji="1" lang="ja-JP" altLang="en-US" dirty="0"/>
          </a:p>
        </p:txBody>
      </p:sp>
    </p:spTree>
    <p:extLst>
      <p:ext uri="{BB962C8B-B14F-4D97-AF65-F5344CB8AC3E}">
        <p14:creationId xmlns:p14="http://schemas.microsoft.com/office/powerpoint/2010/main" val="1695855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F5D3D58-33F0-4BB0-A0B6-5E69EAC6ED5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5C30C7D-5C65-4D0D-91DE-D83588C3A772}"/>
              </a:ext>
            </a:extLst>
          </p:cNvPr>
          <p:cNvSpPr>
            <a:spLocks noGrp="1"/>
          </p:cNvSpPr>
          <p:nvPr>
            <p:ph type="ctrTitle"/>
          </p:nvPr>
        </p:nvSpPr>
        <p:spPr/>
        <p:txBody>
          <a:bodyPr/>
          <a:lstStyle/>
          <a:p>
            <a:r>
              <a:rPr lang="en-US" altLang="ja-JP" dirty="0" err="1"/>
              <a:t>OverloadCallクラス修正</a:t>
            </a:r>
            <a:endParaRPr kumimoji="1" lang="ja-JP" altLang="en-US" dirty="0"/>
          </a:p>
        </p:txBody>
      </p:sp>
      <p:sp>
        <p:nvSpPr>
          <p:cNvPr id="4" name="スライド番号プレースホルダー 3">
            <a:extLst>
              <a:ext uri="{FF2B5EF4-FFF2-40B4-BE49-F238E27FC236}">
                <a16:creationId xmlns:a16="http://schemas.microsoft.com/office/drawing/2014/main" id="{79AA1863-55E6-41F5-8553-4EDA8CE3BC3D}"/>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6874A069-CF3F-4BB0-8083-DBEDD720908D}"/>
              </a:ext>
            </a:extLst>
          </p:cNvPr>
          <p:cNvSpPr>
            <a:spLocks noGrp="1"/>
          </p:cNvSpPr>
          <p:nvPr>
            <p:ph type="body" sz="quarter" idx="14"/>
          </p:nvPr>
        </p:nvSpPr>
        <p:spPr/>
        <p:txBody>
          <a:bodyPr/>
          <a:lstStyle/>
          <a:p>
            <a:pPr marL="96838" indent="0">
              <a:buNone/>
            </a:pPr>
            <a:r>
              <a:rPr kumimoji="1" lang="ja-JP" altLang="en-US" dirty="0"/>
              <a:t>別のクラスのメソッドの呼び出し方がわかったところで</a:t>
            </a:r>
            <a:r>
              <a:rPr kumimoji="1" lang="en-US" altLang="ja-JP" dirty="0" err="1"/>
              <a:t>OverloadCall</a:t>
            </a:r>
            <a:r>
              <a:rPr kumimoji="1" lang="ja-JP" altLang="en-US" dirty="0"/>
              <a:t>クラスを修正しましょう。</a:t>
            </a:r>
          </a:p>
          <a:p>
            <a:pPr marL="96838" indent="0">
              <a:buNone/>
            </a:pPr>
            <a:endParaRPr kumimoji="1" lang="ja-JP" altLang="en-US" dirty="0"/>
          </a:p>
        </p:txBody>
      </p:sp>
      <p:sp>
        <p:nvSpPr>
          <p:cNvPr id="6" name="テキスト プレースホルダー 7">
            <a:extLst>
              <a:ext uri="{FF2B5EF4-FFF2-40B4-BE49-F238E27FC236}">
                <a16:creationId xmlns:a16="http://schemas.microsoft.com/office/drawing/2014/main" id="{BF5C3C42-9F51-4A48-9599-4C771B3F8DC0}"/>
              </a:ext>
            </a:extLst>
          </p:cNvPr>
          <p:cNvSpPr txBox="1">
            <a:spLocks/>
          </p:cNvSpPr>
          <p:nvPr/>
        </p:nvSpPr>
        <p:spPr>
          <a:xfrm>
            <a:off x="1325879" y="1127759"/>
            <a:ext cx="6545581" cy="2232661"/>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OverloadCall</a:t>
            </a:r>
            <a:r>
              <a:rPr lang="en-US" altLang="ja-JP" dirty="0"/>
              <a:t> {</a:t>
            </a:r>
          </a:p>
          <a:p>
            <a:pPr marL="96838" indent="0">
              <a:buFont typeface="Arial" panose="020B0604020202020204" pitchFamily="34" charset="0"/>
              <a:buNone/>
            </a:pPr>
            <a:r>
              <a:rPr lang="en-US" altLang="ja-JP" dirty="0"/>
              <a:t>    public static void main(String[] </a:t>
            </a:r>
            <a:r>
              <a:rPr lang="en-US" altLang="ja-JP" dirty="0" err="1"/>
              <a:t>args</a:t>
            </a:r>
            <a:r>
              <a:rPr lang="en-US" altLang="ja-JP" dirty="0"/>
              <a:t>) {</a:t>
            </a:r>
          </a:p>
          <a:p>
            <a:pPr marL="96838" indent="0">
              <a:buFont typeface="Arial" panose="020B0604020202020204" pitchFamily="34" charset="0"/>
              <a:buNone/>
            </a:pPr>
            <a:r>
              <a:rPr lang="en-US" altLang="ja-JP" dirty="0"/>
              <a:t>        </a:t>
            </a:r>
            <a:r>
              <a:rPr lang="en-US" altLang="ja-JP" b="1" dirty="0" err="1">
                <a:solidFill>
                  <a:schemeClr val="accent1"/>
                </a:solidFill>
              </a:rPr>
              <a:t>Output</a:t>
            </a:r>
            <a:r>
              <a:rPr lang="en-US" altLang="ja-JP" dirty="0" err="1"/>
              <a:t>.display</a:t>
            </a:r>
            <a:r>
              <a:rPr lang="en-US" altLang="ja-JP" dirty="0"/>
              <a:t>(5);</a:t>
            </a:r>
          </a:p>
          <a:p>
            <a:pPr marL="96838" indent="0">
              <a:buFont typeface="Arial" panose="020B0604020202020204" pitchFamily="34" charset="0"/>
              <a:buNone/>
            </a:pPr>
            <a:r>
              <a:rPr lang="en-US" altLang="ja-JP" dirty="0"/>
              <a:t>        </a:t>
            </a:r>
            <a:r>
              <a:rPr lang="en-US" altLang="ja-JP" b="1" dirty="0" err="1">
                <a:solidFill>
                  <a:schemeClr val="accent1"/>
                </a:solidFill>
              </a:rPr>
              <a:t>Output</a:t>
            </a:r>
            <a:r>
              <a:rPr lang="en-US" altLang="ja-JP" dirty="0" err="1"/>
              <a:t>.display</a:t>
            </a:r>
            <a:r>
              <a:rPr lang="en-US" altLang="ja-JP" dirty="0"/>
              <a:t>(3.0);</a:t>
            </a:r>
          </a:p>
          <a:p>
            <a:pPr marL="96838" indent="0">
              <a:buFont typeface="Arial" panose="020B0604020202020204" pitchFamily="34" charset="0"/>
              <a:buNone/>
            </a:pPr>
            <a:r>
              <a:rPr lang="en-US" altLang="ja-JP" dirty="0"/>
              <a:t>        </a:t>
            </a:r>
            <a:r>
              <a:rPr lang="en-US" altLang="ja-JP" b="1" dirty="0" err="1">
                <a:solidFill>
                  <a:schemeClr val="accent1"/>
                </a:solidFill>
              </a:rPr>
              <a:t>Output</a:t>
            </a:r>
            <a:r>
              <a:rPr lang="en-US" altLang="ja-JP" dirty="0" err="1"/>
              <a:t>.display</a:t>
            </a:r>
            <a:r>
              <a:rPr lang="en-US" altLang="ja-JP" dirty="0"/>
              <a:t>("</a:t>
            </a:r>
            <a:r>
              <a:rPr lang="ja-JP" altLang="en-US" dirty="0"/>
              <a:t>こんにちは</a:t>
            </a:r>
            <a:r>
              <a:rPr lang="en-US" altLang="ja-JP" dirty="0"/>
              <a:t>");</a:t>
            </a:r>
          </a:p>
          <a:p>
            <a:pPr marL="96838" indent="0">
              <a:buFont typeface="Arial" panose="020B0604020202020204" pitchFamily="34" charset="0"/>
              <a:buNone/>
            </a:pPr>
            <a:r>
              <a:rPr lang="en-US" altLang="ja-JP" dirty="0"/>
              <a:t>        </a:t>
            </a:r>
            <a:r>
              <a:rPr lang="en-US" altLang="ja-JP" b="1" dirty="0" err="1">
                <a:solidFill>
                  <a:schemeClr val="accent1"/>
                </a:solidFill>
              </a:rPr>
              <a:t>Output</a:t>
            </a:r>
            <a:r>
              <a:rPr lang="en-US" altLang="ja-JP" dirty="0" err="1"/>
              <a:t>.display</a:t>
            </a:r>
            <a:r>
              <a:rPr lang="en-US" altLang="ja-JP" dirty="0"/>
              <a:t>('X’);</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p>
        </p:txBody>
      </p:sp>
    </p:spTree>
    <p:extLst>
      <p:ext uri="{BB962C8B-B14F-4D97-AF65-F5344CB8AC3E}">
        <p14:creationId xmlns:p14="http://schemas.microsoft.com/office/powerpoint/2010/main" val="844508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BEF7AAC-3375-494B-8985-CF0395D35CA2}"/>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ADFE35B-9BD6-47C4-ACE0-7E34A9C6E22E}"/>
              </a:ext>
            </a:extLst>
          </p:cNvPr>
          <p:cNvSpPr>
            <a:spLocks noGrp="1"/>
          </p:cNvSpPr>
          <p:nvPr>
            <p:ph type="ctrTitle"/>
          </p:nvPr>
        </p:nvSpPr>
        <p:spPr/>
        <p:txBody>
          <a:bodyPr/>
          <a:lstStyle/>
          <a:p>
            <a:r>
              <a:rPr lang="en-US" altLang="ja-JP" dirty="0" err="1"/>
              <a:t>複数クラスの実行</a:t>
            </a:r>
            <a:endParaRPr kumimoji="1" lang="ja-JP" altLang="en-US" dirty="0"/>
          </a:p>
        </p:txBody>
      </p:sp>
      <p:sp>
        <p:nvSpPr>
          <p:cNvPr id="4" name="スライド番号プレースホルダー 3">
            <a:extLst>
              <a:ext uri="{FF2B5EF4-FFF2-40B4-BE49-F238E27FC236}">
                <a16:creationId xmlns:a16="http://schemas.microsoft.com/office/drawing/2014/main" id="{42F59E3C-A2B1-4DFE-9B37-477D9352A494}"/>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ED2571E4-6D5A-449C-A8F0-9BE49CFB8A6F}"/>
              </a:ext>
            </a:extLst>
          </p:cNvPr>
          <p:cNvSpPr>
            <a:spLocks noGrp="1"/>
          </p:cNvSpPr>
          <p:nvPr>
            <p:ph type="body" sz="quarter" idx="14"/>
          </p:nvPr>
        </p:nvSpPr>
        <p:spPr/>
        <p:txBody>
          <a:bodyPr/>
          <a:lstStyle/>
          <a:p>
            <a:pPr marL="96838" indent="0">
              <a:buNone/>
            </a:pPr>
            <a:r>
              <a:rPr kumimoji="1" lang="en-US" altLang="ja-JP" dirty="0" err="1"/>
              <a:t>OverloadCall</a:t>
            </a:r>
            <a:r>
              <a:rPr kumimoji="1" lang="ja-JP" altLang="en-US" dirty="0"/>
              <a:t>クラスを修正したら再度コンパイルしましょう。今度はエラーにならないはずです。</a:t>
            </a:r>
          </a:p>
          <a:p>
            <a:pPr marL="96838" indent="0">
              <a:buNone/>
            </a:pPr>
            <a:r>
              <a:rPr kumimoji="1" lang="ja-JP" altLang="en-US" dirty="0"/>
              <a:t>コンパイルが完了すると、</a:t>
            </a:r>
            <a:r>
              <a:rPr kumimoji="1" lang="en-US" altLang="ja-JP" dirty="0" err="1"/>
              <a:t>OverloadCall.class</a:t>
            </a:r>
            <a:r>
              <a:rPr kumimoji="1" lang="ja-JP" altLang="en-US" dirty="0"/>
              <a:t>と</a:t>
            </a:r>
            <a:r>
              <a:rPr kumimoji="1" lang="en-US" altLang="ja-JP" dirty="0" err="1"/>
              <a:t>Output.class</a:t>
            </a:r>
            <a:r>
              <a:rPr kumimoji="1" lang="ja-JP" altLang="en-US" dirty="0"/>
              <a:t>という</a:t>
            </a:r>
            <a:r>
              <a:rPr kumimoji="1" lang="en-US" altLang="ja-JP" dirty="0"/>
              <a:t>2</a:t>
            </a:r>
            <a:r>
              <a:rPr kumimoji="1" lang="ja-JP" altLang="en-US" dirty="0"/>
              <a:t>つのクラスファイルができます。</a:t>
            </a:r>
            <a:br>
              <a:rPr kumimoji="1" lang="ja-JP" altLang="en-US" dirty="0"/>
            </a:br>
            <a:r>
              <a:rPr kumimoji="1" lang="ja-JP" altLang="en-US" dirty="0"/>
              <a:t>実際にはこの</a:t>
            </a:r>
            <a:r>
              <a:rPr kumimoji="1" lang="en-US" altLang="ja-JP" dirty="0"/>
              <a:t>2</a:t>
            </a:r>
            <a:r>
              <a:rPr kumimoji="1" lang="ja-JP" altLang="en-US" dirty="0"/>
              <a:t>つのファイルがないとプログラムは動きません。</a:t>
            </a:r>
            <a:br>
              <a:rPr kumimoji="1" lang="ja-JP" altLang="en-US" dirty="0"/>
            </a:br>
            <a:r>
              <a:rPr kumimoji="1" lang="en-US" altLang="ja-JP" dirty="0"/>
              <a:t>Java</a:t>
            </a:r>
            <a:r>
              <a:rPr kumimoji="1" lang="ja-JP" altLang="en-US" dirty="0"/>
              <a:t>は</a:t>
            </a:r>
            <a:r>
              <a:rPr kumimoji="1" lang="en-US" altLang="ja-JP" dirty="0"/>
              <a:t>1</a:t>
            </a:r>
            <a:r>
              <a:rPr kumimoji="1" lang="ja-JP" altLang="en-US" dirty="0"/>
              <a:t>つのプログラムでもこのように複数のファイルで動くのが普通です。</a:t>
            </a:r>
          </a:p>
          <a:p>
            <a:pPr marL="96838" indent="0">
              <a:buNone/>
            </a:pPr>
            <a:r>
              <a:rPr kumimoji="1" lang="ja-JP" altLang="en-US" dirty="0"/>
              <a:t>このように複数のクラスファイルがある場合、どのように実行したらいいでしょうか。</a:t>
            </a:r>
            <a:br>
              <a:rPr kumimoji="1" lang="ja-JP" altLang="en-US" dirty="0"/>
            </a:br>
            <a:r>
              <a:rPr kumimoji="1" lang="ja-JP" altLang="en-US" dirty="0"/>
              <a:t>どんなに複雑なプログラムでも入口（スタート地点）は</a:t>
            </a:r>
            <a:r>
              <a:rPr kumimoji="1" lang="en-US" altLang="ja-JP" dirty="0"/>
              <a:t>1</a:t>
            </a:r>
            <a:r>
              <a:rPr kumimoji="1" lang="ja-JP" altLang="en-US" dirty="0"/>
              <a:t>つです。</a:t>
            </a:r>
            <a:br>
              <a:rPr kumimoji="1" lang="ja-JP" altLang="en-US" dirty="0"/>
            </a:br>
            <a:r>
              <a:rPr kumimoji="1" lang="en-US" altLang="ja-JP" dirty="0"/>
              <a:t>Java</a:t>
            </a:r>
            <a:r>
              <a:rPr kumimoji="1" lang="ja-JP" altLang="en-US" dirty="0"/>
              <a:t>の場合は</a:t>
            </a:r>
            <a:r>
              <a:rPr kumimoji="1" lang="en-US" altLang="ja-JP" dirty="0"/>
              <a:t>main</a:t>
            </a:r>
            <a:r>
              <a:rPr kumimoji="1" lang="ja-JP" altLang="en-US" dirty="0"/>
              <a:t>メソッドがそれにあたります。</a:t>
            </a:r>
          </a:p>
          <a:p>
            <a:pPr marL="96838" indent="0">
              <a:buNone/>
            </a:pPr>
            <a:r>
              <a:rPr kumimoji="1" lang="ja-JP" altLang="en-US" dirty="0"/>
              <a:t>そのため今までどおり、</a:t>
            </a:r>
          </a:p>
          <a:p>
            <a:pPr marL="96838" indent="0">
              <a:buNone/>
            </a:pPr>
            <a:r>
              <a:rPr kumimoji="1" lang="ja-JP" altLang="en-US" dirty="0"/>
              <a:t>	</a:t>
            </a:r>
            <a:r>
              <a:rPr kumimoji="1" lang="en-US" altLang="ja-JP" b="1" dirty="0">
                <a:solidFill>
                  <a:schemeClr val="tx2"/>
                </a:solidFill>
              </a:rPr>
              <a:t>java </a:t>
            </a:r>
            <a:r>
              <a:rPr kumimoji="1" lang="ja-JP" altLang="en-US" b="1" dirty="0">
                <a:solidFill>
                  <a:schemeClr val="tx2"/>
                </a:solidFill>
              </a:rPr>
              <a:t>クラス名　　　←</a:t>
            </a:r>
            <a:r>
              <a:rPr kumimoji="1" lang="en-US" altLang="ja-JP" b="1" dirty="0">
                <a:solidFill>
                  <a:schemeClr val="tx2"/>
                </a:solidFill>
              </a:rPr>
              <a:t>main</a:t>
            </a:r>
            <a:r>
              <a:rPr kumimoji="1" lang="ja-JP" altLang="en-US" b="1" dirty="0">
                <a:solidFill>
                  <a:schemeClr val="tx2"/>
                </a:solidFill>
              </a:rPr>
              <a:t>メソッドがあるクラス名を指定</a:t>
            </a:r>
          </a:p>
          <a:p>
            <a:pPr marL="96838" indent="0">
              <a:buNone/>
            </a:pPr>
            <a:r>
              <a:rPr kumimoji="1" lang="ja-JP" altLang="en-US" dirty="0"/>
              <a:t>とすれば実行できます。</a:t>
            </a:r>
          </a:p>
          <a:p>
            <a:pPr marL="96838" indent="0">
              <a:buNone/>
            </a:pPr>
            <a:endParaRPr kumimoji="1" lang="ja-JP" altLang="en-US" dirty="0"/>
          </a:p>
        </p:txBody>
      </p:sp>
    </p:spTree>
    <p:extLst>
      <p:ext uri="{BB962C8B-B14F-4D97-AF65-F5344CB8AC3E}">
        <p14:creationId xmlns:p14="http://schemas.microsoft.com/office/powerpoint/2010/main" val="1602823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8A284B0-BDAC-4F57-8B6B-315B5B241011}"/>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00D72534-36BB-4B71-8541-D4F42876FF75}"/>
              </a:ext>
            </a:extLst>
          </p:cNvPr>
          <p:cNvSpPr>
            <a:spLocks noGrp="1"/>
          </p:cNvSpPr>
          <p:nvPr>
            <p:ph type="ctrTitle"/>
          </p:nvPr>
        </p:nvSpPr>
        <p:spPr/>
        <p:txBody>
          <a:bodyPr/>
          <a:lstStyle/>
          <a:p>
            <a:r>
              <a:rPr kumimoji="1" lang="ja-JP" altLang="en-US" dirty="0"/>
              <a:t>パッケージ</a:t>
            </a:r>
          </a:p>
        </p:txBody>
      </p:sp>
      <p:sp>
        <p:nvSpPr>
          <p:cNvPr id="4" name="スライド番号プレースホルダー 3">
            <a:extLst>
              <a:ext uri="{FF2B5EF4-FFF2-40B4-BE49-F238E27FC236}">
                <a16:creationId xmlns:a16="http://schemas.microsoft.com/office/drawing/2014/main" id="{D66125FE-F2E7-4FCA-A265-3456387E8845}"/>
              </a:ext>
            </a:extLst>
          </p:cNvPr>
          <p:cNvSpPr>
            <a:spLocks noGrp="1"/>
          </p:cNvSpPr>
          <p:nvPr>
            <p:ph type="sldNum" sz="quarter" idx="4"/>
          </p:nvPr>
        </p:nvSpPr>
        <p:spPr/>
        <p:txBody>
          <a:bodyPr/>
          <a:lstStyle/>
          <a:p>
            <a:fld id="{00000000-1234-1234-1234-123412341234}" type="slidenum">
              <a:rPr lang="en" smtClean="0"/>
              <a:pPr/>
              <a:t>13</a:t>
            </a:fld>
            <a:endParaRPr lang="en" dirty="0">
              <a:latin typeface="+mn-ea"/>
            </a:endParaRPr>
          </a:p>
        </p:txBody>
      </p:sp>
      <p:sp>
        <p:nvSpPr>
          <p:cNvPr id="5" name="テキスト プレースホルダー 4">
            <a:extLst>
              <a:ext uri="{FF2B5EF4-FFF2-40B4-BE49-F238E27FC236}">
                <a16:creationId xmlns:a16="http://schemas.microsoft.com/office/drawing/2014/main" id="{476E4D8A-92F1-48B9-BE1D-479087C8834A}"/>
              </a:ext>
            </a:extLst>
          </p:cNvPr>
          <p:cNvSpPr>
            <a:spLocks noGrp="1"/>
          </p:cNvSpPr>
          <p:nvPr>
            <p:ph type="body" sz="quarter" idx="14"/>
          </p:nvPr>
        </p:nvSpPr>
        <p:spPr>
          <a:xfrm>
            <a:off x="462875" y="2295035"/>
            <a:ext cx="8216900" cy="639551"/>
          </a:xfrm>
        </p:spPr>
        <p:txBody>
          <a:bodyPr/>
          <a:lstStyle/>
          <a:p>
            <a:pPr marL="96838" indent="0">
              <a:buNone/>
            </a:pPr>
            <a:r>
              <a:rPr kumimoji="1" lang="ja-JP" altLang="en-US" dirty="0"/>
              <a:t>今までは特に気にしていませんでしたが、プログラムもフォルダ分けのようなことが出来ます。</a:t>
            </a:r>
            <a:endParaRPr kumimoji="1" lang="en-US" altLang="ja-JP" dirty="0"/>
          </a:p>
          <a:p>
            <a:pPr marL="96838" indent="0">
              <a:buNone/>
            </a:pPr>
            <a:r>
              <a:rPr kumimoji="1" lang="ja-JP" altLang="en-US" dirty="0"/>
              <a:t>次からはプログラムのフォルダ分け、すなわち「パッケージ」について学習していきましょう。</a:t>
            </a:r>
          </a:p>
        </p:txBody>
      </p:sp>
      <p:sp>
        <p:nvSpPr>
          <p:cNvPr id="6" name="テキスト プレースホルダー 5">
            <a:extLst>
              <a:ext uri="{FF2B5EF4-FFF2-40B4-BE49-F238E27FC236}">
                <a16:creationId xmlns:a16="http://schemas.microsoft.com/office/drawing/2014/main" id="{1B06370D-C863-4795-B8A5-DB220E2F2BA3}"/>
              </a:ext>
            </a:extLst>
          </p:cNvPr>
          <p:cNvSpPr>
            <a:spLocks noGrp="1"/>
          </p:cNvSpPr>
          <p:nvPr>
            <p:ph type="body" sz="quarter" idx="15"/>
          </p:nvPr>
        </p:nvSpPr>
        <p:spPr>
          <a:xfrm>
            <a:off x="463549" y="1023814"/>
            <a:ext cx="7177471" cy="882958"/>
          </a:xfrm>
        </p:spPr>
        <p:txBody>
          <a:bodyPr/>
          <a:lstStyle/>
          <a:p>
            <a:r>
              <a:rPr kumimoji="1" lang="ja-JP" altLang="en-US" dirty="0"/>
              <a:t>パソコン内でファイルをフォルダ分けするように、プログラムも整理整頓しよう</a:t>
            </a:r>
            <a:endParaRPr kumimoji="1" lang="en-US" altLang="ja-JP" dirty="0"/>
          </a:p>
          <a:p>
            <a:r>
              <a:rPr lang="ja-JP" altLang="en-US" dirty="0"/>
              <a:t>プログラム内では、クラスファイルが置かれた場所のことをパッケージと呼ぶ</a:t>
            </a:r>
            <a:endParaRPr kumimoji="1" lang="ja-JP" altLang="en-US" dirty="0"/>
          </a:p>
        </p:txBody>
      </p:sp>
      <p:sp>
        <p:nvSpPr>
          <p:cNvPr id="7" name="テキスト プレースホルダー 6">
            <a:extLst>
              <a:ext uri="{FF2B5EF4-FFF2-40B4-BE49-F238E27FC236}">
                <a16:creationId xmlns:a16="http://schemas.microsoft.com/office/drawing/2014/main" id="{24787F96-879C-4485-A42E-028039F1142C}"/>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899050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ECCB7B4-5DCB-42BD-B22D-A08E6E63464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129D018E-82BC-43F1-8309-F9CB8BCA233E}"/>
              </a:ext>
            </a:extLst>
          </p:cNvPr>
          <p:cNvSpPr>
            <a:spLocks noGrp="1"/>
          </p:cNvSpPr>
          <p:nvPr>
            <p:ph type="ctrTitle"/>
          </p:nvPr>
        </p:nvSpPr>
        <p:spPr/>
        <p:txBody>
          <a:bodyPr/>
          <a:lstStyle/>
          <a:p>
            <a:r>
              <a:rPr lang="en-US" altLang="ja-JP" dirty="0" err="1"/>
              <a:t>パッケージ</a:t>
            </a:r>
            <a:endParaRPr kumimoji="1" lang="ja-JP" altLang="en-US" dirty="0"/>
          </a:p>
        </p:txBody>
      </p:sp>
      <p:sp>
        <p:nvSpPr>
          <p:cNvPr id="4" name="スライド番号プレースホルダー 3">
            <a:extLst>
              <a:ext uri="{FF2B5EF4-FFF2-40B4-BE49-F238E27FC236}">
                <a16:creationId xmlns:a16="http://schemas.microsoft.com/office/drawing/2014/main" id="{70D39EAF-B0CF-4958-A3F7-2AFBD7E7E6B6}"/>
              </a:ext>
            </a:extLst>
          </p:cNvPr>
          <p:cNvSpPr>
            <a:spLocks noGrp="1"/>
          </p:cNvSpPr>
          <p:nvPr>
            <p:ph type="sldNum" sz="quarter" idx="4"/>
          </p:nvPr>
        </p:nvSpPr>
        <p:spPr/>
        <p:txBody>
          <a:bodyPr/>
          <a:lstStyle/>
          <a:p>
            <a:fld id="{00000000-1234-1234-1234-123412341234}" type="slidenum">
              <a:rPr lang="en" smtClean="0"/>
              <a:pPr/>
              <a:t>14</a:t>
            </a:fld>
            <a:endParaRPr lang="en" dirty="0"/>
          </a:p>
        </p:txBody>
      </p:sp>
      <p:sp>
        <p:nvSpPr>
          <p:cNvPr id="5" name="テキスト プレースホルダー 4">
            <a:extLst>
              <a:ext uri="{FF2B5EF4-FFF2-40B4-BE49-F238E27FC236}">
                <a16:creationId xmlns:a16="http://schemas.microsoft.com/office/drawing/2014/main" id="{ACA605EC-8EC6-4D24-905C-08EF2B164AF5}"/>
              </a:ext>
            </a:extLst>
          </p:cNvPr>
          <p:cNvSpPr>
            <a:spLocks noGrp="1"/>
          </p:cNvSpPr>
          <p:nvPr>
            <p:ph type="body" sz="quarter" idx="14"/>
          </p:nvPr>
        </p:nvSpPr>
        <p:spPr>
          <a:xfrm>
            <a:off x="462875" y="859491"/>
            <a:ext cx="8329930" cy="541192"/>
          </a:xfrm>
        </p:spPr>
        <p:txBody>
          <a:bodyPr/>
          <a:lstStyle/>
          <a:p>
            <a:pPr marL="96838" indent="0">
              <a:buNone/>
            </a:pPr>
            <a:r>
              <a:rPr kumimoji="1" lang="ja-JP" altLang="en-US" dirty="0"/>
              <a:t>無事にクラスを分割して、分割したクラスのコンパイル・実行ができるようになりました。しかし、さらに複雑なプログラムになると今度はクラスがたくさんになってしまいます。</a:t>
            </a:r>
          </a:p>
          <a:p>
            <a:pPr marL="96838" indent="0">
              <a:buNone/>
            </a:pPr>
            <a:endParaRPr kumimoji="1" lang="ja-JP" altLang="en-US" dirty="0"/>
          </a:p>
        </p:txBody>
      </p:sp>
      <p:pic>
        <p:nvPicPr>
          <p:cNvPr id="6" name="Google Shape;162;p23">
            <a:extLst>
              <a:ext uri="{FF2B5EF4-FFF2-40B4-BE49-F238E27FC236}">
                <a16:creationId xmlns:a16="http://schemas.microsoft.com/office/drawing/2014/main" id="{FC10EB74-285E-42F5-B0D2-102973072E52}"/>
              </a:ext>
            </a:extLst>
          </p:cNvPr>
          <p:cNvPicPr preferRelativeResize="0"/>
          <p:nvPr/>
        </p:nvPicPr>
        <p:blipFill rotWithShape="1">
          <a:blip r:embed="rId2">
            <a:alphaModFix/>
          </a:blip>
          <a:srcRect/>
          <a:stretch/>
        </p:blipFill>
        <p:spPr>
          <a:xfrm>
            <a:off x="4160520" y="1379220"/>
            <a:ext cx="4519930" cy="3360043"/>
          </a:xfrm>
          <a:prstGeom prst="rect">
            <a:avLst/>
          </a:prstGeom>
          <a:noFill/>
          <a:ln>
            <a:noFill/>
          </a:ln>
        </p:spPr>
      </p:pic>
      <p:sp>
        <p:nvSpPr>
          <p:cNvPr id="7" name="テキスト プレースホルダー 4">
            <a:extLst>
              <a:ext uri="{FF2B5EF4-FFF2-40B4-BE49-F238E27FC236}">
                <a16:creationId xmlns:a16="http://schemas.microsoft.com/office/drawing/2014/main" id="{CE392888-984B-422D-8A67-D7B8ADAB96FC}"/>
              </a:ext>
            </a:extLst>
          </p:cNvPr>
          <p:cNvSpPr txBox="1">
            <a:spLocks/>
          </p:cNvSpPr>
          <p:nvPr/>
        </p:nvSpPr>
        <p:spPr>
          <a:xfrm>
            <a:off x="462875" y="1517030"/>
            <a:ext cx="3585290" cy="167574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今まで</a:t>
            </a:r>
            <a:r>
              <a:rPr lang="en-US" altLang="ja-JP" dirty="0"/>
              <a:t>C:\work</a:t>
            </a:r>
            <a:r>
              <a:rPr lang="ja-JP" altLang="en-US" dirty="0"/>
              <a:t>という</a:t>
            </a:r>
            <a:r>
              <a:rPr lang="en-US" altLang="ja-JP" dirty="0"/>
              <a:t>1</a:t>
            </a:r>
            <a:r>
              <a:rPr lang="ja-JP" altLang="en-US" dirty="0"/>
              <a:t>つのフォルダにソースファイルを作ってきましたが、普通ファイルがたくさんになったとき、どうしますか？</a:t>
            </a:r>
          </a:p>
          <a:p>
            <a:pPr marL="96838" indent="0">
              <a:buFont typeface="Arial" panose="020B0604020202020204" pitchFamily="34" charset="0"/>
              <a:buNone/>
            </a:pPr>
            <a:r>
              <a:rPr lang="ja-JP" altLang="en-US" dirty="0"/>
              <a:t>中にフォルダを作って整理しますよね。</a:t>
            </a:r>
          </a:p>
          <a:p>
            <a:pPr marL="96838" indent="0">
              <a:buFont typeface="Arial" panose="020B0604020202020204" pitchFamily="34" charset="0"/>
              <a:buNone/>
            </a:pPr>
            <a:r>
              <a:rPr lang="en-US" altLang="ja-JP" dirty="0"/>
              <a:t>Java</a:t>
            </a:r>
            <a:r>
              <a:rPr lang="ja-JP" altLang="en-US" dirty="0"/>
              <a:t>でも同じことです。</a:t>
            </a:r>
          </a:p>
        </p:txBody>
      </p:sp>
    </p:spTree>
    <p:extLst>
      <p:ext uri="{BB962C8B-B14F-4D97-AF65-F5344CB8AC3E}">
        <p14:creationId xmlns:p14="http://schemas.microsoft.com/office/powerpoint/2010/main" val="3197075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270665B-542A-492D-B07F-71DB476F671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1A1FC72A-06B7-4EA4-BF81-052617F388A8}"/>
              </a:ext>
            </a:extLst>
          </p:cNvPr>
          <p:cNvSpPr>
            <a:spLocks noGrp="1"/>
          </p:cNvSpPr>
          <p:nvPr>
            <p:ph type="ctrTitle"/>
          </p:nvPr>
        </p:nvSpPr>
        <p:spPr/>
        <p:txBody>
          <a:bodyPr/>
          <a:lstStyle/>
          <a:p>
            <a:r>
              <a:rPr lang="en-US" altLang="ja-JP" dirty="0" err="1"/>
              <a:t>パッケージ</a:t>
            </a:r>
            <a:endParaRPr kumimoji="1" lang="ja-JP" altLang="en-US" dirty="0"/>
          </a:p>
        </p:txBody>
      </p:sp>
      <p:sp>
        <p:nvSpPr>
          <p:cNvPr id="4" name="スライド番号プレースホルダー 3">
            <a:extLst>
              <a:ext uri="{FF2B5EF4-FFF2-40B4-BE49-F238E27FC236}">
                <a16:creationId xmlns:a16="http://schemas.microsoft.com/office/drawing/2014/main" id="{248584E7-B4CF-4F4A-B00E-2B00933DFF75}"/>
              </a:ext>
            </a:extLst>
          </p:cNvPr>
          <p:cNvSpPr>
            <a:spLocks noGrp="1"/>
          </p:cNvSpPr>
          <p:nvPr>
            <p:ph type="sldNum" sz="quarter" idx="4"/>
          </p:nvPr>
        </p:nvSpPr>
        <p:spPr/>
        <p:txBody>
          <a:bodyPr/>
          <a:lstStyle/>
          <a:p>
            <a:fld id="{00000000-1234-1234-1234-123412341234}" type="slidenum">
              <a:rPr lang="en" smtClean="0"/>
              <a:pPr/>
              <a:t>15</a:t>
            </a:fld>
            <a:endParaRPr lang="en" dirty="0"/>
          </a:p>
        </p:txBody>
      </p:sp>
      <p:sp>
        <p:nvSpPr>
          <p:cNvPr id="5" name="テキスト プレースホルダー 4">
            <a:extLst>
              <a:ext uri="{FF2B5EF4-FFF2-40B4-BE49-F238E27FC236}">
                <a16:creationId xmlns:a16="http://schemas.microsoft.com/office/drawing/2014/main" id="{C0062566-49BA-4A87-ADC0-3A487FB7D63B}"/>
              </a:ext>
            </a:extLst>
          </p:cNvPr>
          <p:cNvSpPr>
            <a:spLocks noGrp="1"/>
          </p:cNvSpPr>
          <p:nvPr>
            <p:ph type="body" sz="quarter" idx="14"/>
          </p:nvPr>
        </p:nvSpPr>
        <p:spPr>
          <a:xfrm>
            <a:off x="462875" y="859491"/>
            <a:ext cx="8216900" cy="626409"/>
          </a:xfrm>
        </p:spPr>
        <p:txBody>
          <a:bodyPr/>
          <a:lstStyle/>
          <a:p>
            <a:pPr marL="96838" indent="0">
              <a:buNone/>
            </a:pPr>
            <a:r>
              <a:rPr kumimoji="1" lang="ja-JP" altLang="en-US" dirty="0"/>
              <a:t>今、</a:t>
            </a:r>
            <a:r>
              <a:rPr kumimoji="1" lang="en-US" altLang="ja-JP" dirty="0" err="1"/>
              <a:t>OverloadCall</a:t>
            </a:r>
            <a:r>
              <a:rPr kumimoji="1" lang="ja-JP" altLang="en-US" dirty="0"/>
              <a:t>クラスと</a:t>
            </a:r>
            <a:r>
              <a:rPr kumimoji="1" lang="en-US" altLang="ja-JP" dirty="0"/>
              <a:t>Output</a:t>
            </a:r>
            <a:r>
              <a:rPr kumimoji="1" lang="ja-JP" altLang="en-US" dirty="0"/>
              <a:t>クラスの</a:t>
            </a:r>
            <a:r>
              <a:rPr kumimoji="1" lang="en-US" altLang="ja-JP" dirty="0"/>
              <a:t>2</a:t>
            </a:r>
            <a:r>
              <a:rPr kumimoji="1" lang="ja-JP" altLang="en-US" dirty="0"/>
              <a:t>つしかありませんが、これをフォルダに分類することを考えましょう。</a:t>
            </a:r>
          </a:p>
          <a:p>
            <a:pPr marL="96838" indent="0">
              <a:buNone/>
            </a:pPr>
            <a:endParaRPr kumimoji="1" lang="ja-JP" altLang="en-US" dirty="0"/>
          </a:p>
        </p:txBody>
      </p:sp>
      <p:pic>
        <p:nvPicPr>
          <p:cNvPr id="6" name="Google Shape;172;p24">
            <a:extLst>
              <a:ext uri="{FF2B5EF4-FFF2-40B4-BE49-F238E27FC236}">
                <a16:creationId xmlns:a16="http://schemas.microsoft.com/office/drawing/2014/main" id="{CA02799E-D5FB-4421-B10E-2322B35B140F}"/>
              </a:ext>
            </a:extLst>
          </p:cNvPr>
          <p:cNvPicPr preferRelativeResize="0"/>
          <p:nvPr/>
        </p:nvPicPr>
        <p:blipFill rotWithShape="1">
          <a:blip r:embed="rId2">
            <a:alphaModFix/>
          </a:blip>
          <a:srcRect/>
          <a:stretch/>
        </p:blipFill>
        <p:spPr>
          <a:xfrm>
            <a:off x="4869180" y="1172695"/>
            <a:ext cx="3749040" cy="2792029"/>
          </a:xfrm>
          <a:prstGeom prst="rect">
            <a:avLst/>
          </a:prstGeom>
          <a:noFill/>
          <a:ln>
            <a:noFill/>
          </a:ln>
        </p:spPr>
      </p:pic>
      <p:sp>
        <p:nvSpPr>
          <p:cNvPr id="7" name="テキスト プレースホルダー 4">
            <a:extLst>
              <a:ext uri="{FF2B5EF4-FFF2-40B4-BE49-F238E27FC236}">
                <a16:creationId xmlns:a16="http://schemas.microsoft.com/office/drawing/2014/main" id="{D9CA8DC2-5D15-4EA2-B544-86092D32176B}"/>
              </a:ext>
            </a:extLst>
          </p:cNvPr>
          <p:cNvSpPr txBox="1">
            <a:spLocks/>
          </p:cNvSpPr>
          <p:nvPr/>
        </p:nvSpPr>
        <p:spPr>
          <a:xfrm>
            <a:off x="462875" y="1485900"/>
            <a:ext cx="4406305" cy="255120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ja-JP" altLang="en-US" dirty="0"/>
              <a:t>今回は</a:t>
            </a:r>
            <a:r>
              <a:rPr lang="en-US" altLang="ja-JP" dirty="0"/>
              <a:t>C:\work</a:t>
            </a:r>
            <a:r>
              <a:rPr lang="ja-JP" altLang="en-US" dirty="0"/>
              <a:t>の中に</a:t>
            </a:r>
            <a:endParaRPr lang="en-US" altLang="ja-JP" dirty="0"/>
          </a:p>
          <a:p>
            <a:pPr marL="452438" lvl="1" indent="0">
              <a:buNone/>
            </a:pPr>
            <a:r>
              <a:rPr lang="en-US" altLang="ja-JP" dirty="0"/>
              <a:t>overload</a:t>
            </a:r>
          </a:p>
          <a:p>
            <a:pPr marL="96838" indent="0">
              <a:buNone/>
            </a:pPr>
            <a:r>
              <a:rPr lang="ja-JP" altLang="en-US" dirty="0"/>
              <a:t>というフォルダを作りました。</a:t>
            </a:r>
          </a:p>
          <a:p>
            <a:pPr marL="96838" indent="0">
              <a:buNone/>
            </a:pPr>
            <a:r>
              <a:rPr lang="ja-JP" altLang="en-US" dirty="0"/>
              <a:t>さらにその中に</a:t>
            </a:r>
            <a:endParaRPr lang="en-US" altLang="ja-JP" dirty="0"/>
          </a:p>
          <a:p>
            <a:pPr marL="452438" lvl="1" indent="0">
              <a:buNone/>
            </a:pPr>
            <a:r>
              <a:rPr lang="en-US" altLang="ja-JP" dirty="0"/>
              <a:t>call</a:t>
            </a:r>
          </a:p>
          <a:p>
            <a:pPr marL="452438" lvl="1" indent="0">
              <a:buNone/>
            </a:pPr>
            <a:r>
              <a:rPr lang="en-US" altLang="ja-JP" dirty="0"/>
              <a:t>out</a:t>
            </a:r>
          </a:p>
          <a:p>
            <a:pPr marL="96838" indent="0">
              <a:buNone/>
            </a:pPr>
            <a:r>
              <a:rPr lang="en-US" altLang="ja-JP" dirty="0"/>
              <a:t>2</a:t>
            </a:r>
            <a:r>
              <a:rPr lang="ja-JP" altLang="en-US" dirty="0"/>
              <a:t>つのフォルダを作り、</a:t>
            </a:r>
            <a:r>
              <a:rPr lang="en-US" altLang="ja-JP" dirty="0"/>
              <a:t>call</a:t>
            </a:r>
            <a:r>
              <a:rPr lang="ja-JP" altLang="en-US" dirty="0"/>
              <a:t>フォルダに</a:t>
            </a:r>
            <a:r>
              <a:rPr lang="en-US" altLang="ja-JP" dirty="0" err="1"/>
              <a:t>OverloadCall</a:t>
            </a:r>
            <a:r>
              <a:rPr lang="ja-JP" altLang="en-US" dirty="0"/>
              <a:t>、</a:t>
            </a:r>
            <a:r>
              <a:rPr lang="en-US" altLang="ja-JP" dirty="0"/>
              <a:t>out</a:t>
            </a:r>
            <a:r>
              <a:rPr lang="ja-JP" altLang="en-US" dirty="0"/>
              <a:t>フォルダに</a:t>
            </a:r>
            <a:r>
              <a:rPr lang="en-US" altLang="ja-JP" dirty="0"/>
              <a:t>Output</a:t>
            </a:r>
            <a:r>
              <a:rPr lang="ja-JP" altLang="en-US" dirty="0"/>
              <a:t>のソースファイルを入れることにします。</a:t>
            </a:r>
          </a:p>
        </p:txBody>
      </p:sp>
      <p:sp>
        <p:nvSpPr>
          <p:cNvPr id="8" name="テキスト プレースホルダー 4">
            <a:extLst>
              <a:ext uri="{FF2B5EF4-FFF2-40B4-BE49-F238E27FC236}">
                <a16:creationId xmlns:a16="http://schemas.microsoft.com/office/drawing/2014/main" id="{0DC6074C-FC2C-4D45-9AA5-FB4E51F9FE5C}"/>
              </a:ext>
            </a:extLst>
          </p:cNvPr>
          <p:cNvSpPr txBox="1">
            <a:spLocks/>
          </p:cNvSpPr>
          <p:nvPr/>
        </p:nvSpPr>
        <p:spPr>
          <a:xfrm>
            <a:off x="462875" y="4022606"/>
            <a:ext cx="8216900" cy="76709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このとき、</a:t>
            </a:r>
            <a:r>
              <a:rPr lang="en-US" altLang="ja-JP" dirty="0" err="1"/>
              <a:t>OverloadCall</a:t>
            </a:r>
            <a:r>
              <a:rPr lang="ja-JP" altLang="en-US" dirty="0"/>
              <a:t>クラスは</a:t>
            </a:r>
            <a:r>
              <a:rPr lang="en-US" altLang="ja-JP" dirty="0" err="1"/>
              <a:t>overload.call</a:t>
            </a:r>
            <a:r>
              <a:rPr lang="ja-JP" altLang="en-US" dirty="0"/>
              <a:t>パッケージに、</a:t>
            </a:r>
            <a:r>
              <a:rPr lang="en-US" altLang="ja-JP" dirty="0"/>
              <a:t>Output</a:t>
            </a:r>
            <a:r>
              <a:rPr lang="ja-JP" altLang="en-US" dirty="0"/>
              <a:t>クラスは</a:t>
            </a:r>
            <a:r>
              <a:rPr lang="en-US" altLang="ja-JP" dirty="0" err="1"/>
              <a:t>overload.out</a:t>
            </a:r>
            <a:r>
              <a:rPr lang="ja-JP" altLang="en-US" dirty="0"/>
              <a:t>パッケージに所属する、といいます。</a:t>
            </a:r>
            <a:endParaRPr lang="en-US" altLang="ja-JP" dirty="0"/>
          </a:p>
          <a:p>
            <a:pPr marL="96838" indent="0">
              <a:buFont typeface="Arial" panose="020B0604020202020204" pitchFamily="34" charset="0"/>
              <a:buNone/>
            </a:pPr>
            <a:r>
              <a:rPr lang="ja-JP" altLang="en-US" dirty="0"/>
              <a:t>パッケージ名は普通小文字を使うので、フォルダ名も小文字にしておきました。</a:t>
            </a:r>
          </a:p>
        </p:txBody>
      </p:sp>
    </p:spTree>
    <p:extLst>
      <p:ext uri="{BB962C8B-B14F-4D97-AF65-F5344CB8AC3E}">
        <p14:creationId xmlns:p14="http://schemas.microsoft.com/office/powerpoint/2010/main" val="4033997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753FD73-DE22-4F82-880D-6546812E3FB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3C65DA9-3C37-4137-B5C8-D0220E36C49E}"/>
              </a:ext>
            </a:extLst>
          </p:cNvPr>
          <p:cNvSpPr>
            <a:spLocks noGrp="1"/>
          </p:cNvSpPr>
          <p:nvPr>
            <p:ph type="ctrTitle"/>
          </p:nvPr>
        </p:nvSpPr>
        <p:spPr/>
        <p:txBody>
          <a:bodyPr/>
          <a:lstStyle/>
          <a:p>
            <a:r>
              <a:rPr lang="en-US" altLang="ja-JP" dirty="0" err="1"/>
              <a:t>package文</a:t>
            </a:r>
            <a:endParaRPr kumimoji="1" lang="ja-JP" altLang="en-US" dirty="0"/>
          </a:p>
        </p:txBody>
      </p:sp>
      <p:sp>
        <p:nvSpPr>
          <p:cNvPr id="4" name="スライド番号プレースホルダー 3">
            <a:extLst>
              <a:ext uri="{FF2B5EF4-FFF2-40B4-BE49-F238E27FC236}">
                <a16:creationId xmlns:a16="http://schemas.microsoft.com/office/drawing/2014/main" id="{DD1F93B7-9BFF-46CC-8F08-437F6C14E056}"/>
              </a:ext>
            </a:extLst>
          </p:cNvPr>
          <p:cNvSpPr>
            <a:spLocks noGrp="1"/>
          </p:cNvSpPr>
          <p:nvPr>
            <p:ph type="sldNum" sz="quarter" idx="4"/>
          </p:nvPr>
        </p:nvSpPr>
        <p:spPr/>
        <p:txBody>
          <a:bodyPr/>
          <a:lstStyle/>
          <a:p>
            <a:fld id="{00000000-1234-1234-1234-123412341234}" type="slidenum">
              <a:rPr lang="en" smtClean="0"/>
              <a:pPr/>
              <a:t>16</a:t>
            </a:fld>
            <a:endParaRPr lang="en" dirty="0"/>
          </a:p>
        </p:txBody>
      </p:sp>
      <p:sp>
        <p:nvSpPr>
          <p:cNvPr id="5" name="テキスト プレースホルダー 4">
            <a:extLst>
              <a:ext uri="{FF2B5EF4-FFF2-40B4-BE49-F238E27FC236}">
                <a16:creationId xmlns:a16="http://schemas.microsoft.com/office/drawing/2014/main" id="{D6ED49F9-46AA-4218-B499-313EBEF63AFC}"/>
              </a:ext>
            </a:extLst>
          </p:cNvPr>
          <p:cNvSpPr>
            <a:spLocks noGrp="1"/>
          </p:cNvSpPr>
          <p:nvPr>
            <p:ph type="body" sz="quarter" idx="14"/>
          </p:nvPr>
        </p:nvSpPr>
        <p:spPr>
          <a:xfrm>
            <a:off x="462875" y="859491"/>
            <a:ext cx="8216900" cy="1418888"/>
          </a:xfrm>
        </p:spPr>
        <p:txBody>
          <a:bodyPr/>
          <a:lstStyle/>
          <a:p>
            <a:pPr marL="96838" indent="0">
              <a:buNone/>
            </a:pPr>
            <a:r>
              <a:rPr kumimoji="1" lang="ja-JP" altLang="en-US" dirty="0"/>
              <a:t>パッケージに所属しているクラスはソースコードにどのパッケージなのかを明示しなければいけません。そのために使うのが</a:t>
            </a:r>
            <a:r>
              <a:rPr kumimoji="1" lang="en-US" altLang="ja-JP" dirty="0"/>
              <a:t>package</a:t>
            </a:r>
            <a:r>
              <a:rPr kumimoji="1" lang="ja-JP" altLang="en-US" dirty="0"/>
              <a:t>文です。これはソースコードの先頭に書かなければなりません。</a:t>
            </a:r>
          </a:p>
          <a:p>
            <a:pPr marL="452438" lvl="1" indent="0">
              <a:buNone/>
            </a:pPr>
            <a:r>
              <a:rPr kumimoji="1" lang="ja-JP" altLang="en-US" b="1" dirty="0"/>
              <a:t>書き方：</a:t>
            </a:r>
            <a:endParaRPr lang="en-US" altLang="ja-JP" b="1" dirty="0"/>
          </a:p>
          <a:p>
            <a:pPr marL="817563" lvl="2" indent="0">
              <a:buNone/>
            </a:pPr>
            <a:r>
              <a:rPr kumimoji="1" lang="en-US" altLang="ja-JP" b="1" dirty="0">
                <a:solidFill>
                  <a:schemeClr val="accent1"/>
                </a:solidFill>
              </a:rPr>
              <a:t>package </a:t>
            </a:r>
            <a:r>
              <a:rPr kumimoji="1" lang="ja-JP" altLang="en-US" b="1" dirty="0">
                <a:solidFill>
                  <a:schemeClr val="accent1"/>
                </a:solidFill>
              </a:rPr>
              <a:t>所属させるパッケージ名</a:t>
            </a:r>
            <a:r>
              <a:rPr kumimoji="1" lang="en-US" altLang="ja-JP" b="1" dirty="0">
                <a:solidFill>
                  <a:schemeClr val="accent1"/>
                </a:solidFill>
              </a:rPr>
              <a:t>;</a:t>
            </a:r>
          </a:p>
          <a:p>
            <a:pPr marL="96838" indent="0">
              <a:buNone/>
            </a:pPr>
            <a:r>
              <a:rPr kumimoji="1" lang="en-US" altLang="ja-JP" dirty="0"/>
              <a:t>call</a:t>
            </a:r>
            <a:r>
              <a:rPr kumimoji="1" lang="ja-JP" altLang="en-US" dirty="0"/>
              <a:t>フォルダと</a:t>
            </a:r>
            <a:r>
              <a:rPr kumimoji="1" lang="en-US" altLang="ja-JP" dirty="0"/>
              <a:t>out</a:t>
            </a:r>
            <a:r>
              <a:rPr kumimoji="1" lang="ja-JP" altLang="en-US" dirty="0"/>
              <a:t>フォルダのそれぞれのソースを以下のように修正しましょう。</a:t>
            </a:r>
          </a:p>
          <a:p>
            <a:pPr marL="96838" indent="0">
              <a:buNone/>
            </a:pPr>
            <a:endParaRPr kumimoji="1" lang="ja-JP" altLang="en-US" dirty="0"/>
          </a:p>
        </p:txBody>
      </p:sp>
      <p:sp>
        <p:nvSpPr>
          <p:cNvPr id="6" name="テキスト プレースホルダー 7">
            <a:extLst>
              <a:ext uri="{FF2B5EF4-FFF2-40B4-BE49-F238E27FC236}">
                <a16:creationId xmlns:a16="http://schemas.microsoft.com/office/drawing/2014/main" id="{26268A0F-D872-43BC-B6C6-6618ADEAC8B5}"/>
              </a:ext>
            </a:extLst>
          </p:cNvPr>
          <p:cNvSpPr txBox="1">
            <a:spLocks/>
          </p:cNvSpPr>
          <p:nvPr/>
        </p:nvSpPr>
        <p:spPr>
          <a:xfrm>
            <a:off x="1325879" y="2392679"/>
            <a:ext cx="6545581" cy="1066801"/>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B79100"/>
              </a:buClr>
              <a:buSzPts val="1800"/>
              <a:buFont typeface="Noto Sans Symbols"/>
              <a:buNone/>
            </a:pPr>
            <a:r>
              <a:rPr lang="en-US" altLang="ja-JP" sz="1400" b="1" i="0" u="none" strike="noStrike" cap="none" dirty="0">
                <a:solidFill>
                  <a:srgbClr val="B79100"/>
                </a:solidFill>
                <a:cs typeface="MS Gothic"/>
                <a:sym typeface="MS Gothic"/>
              </a:rPr>
              <a:t>package </a:t>
            </a:r>
            <a:r>
              <a:rPr lang="en-US" altLang="ja-JP" sz="1400" b="1" i="0" u="none" strike="noStrike" cap="none" dirty="0" err="1">
                <a:solidFill>
                  <a:srgbClr val="B79100"/>
                </a:solidFill>
                <a:cs typeface="MS Gothic"/>
                <a:sym typeface="MS Gothic"/>
              </a:rPr>
              <a:t>overload.call</a:t>
            </a:r>
            <a:r>
              <a:rPr lang="en-US" altLang="ja-JP" sz="1400" b="1" i="0" u="none" strike="noStrike" cap="none" dirty="0">
                <a:solidFill>
                  <a:srgbClr val="B79100"/>
                </a:solidFill>
                <a:cs typeface="MS Gothic"/>
                <a:sym typeface="MS Gothic"/>
              </a:rPr>
              <a:t>;</a:t>
            </a:r>
            <a:br>
              <a:rPr lang="en-US" altLang="ja-JP" sz="1400" b="1" i="0" u="none" strike="noStrike" cap="none" dirty="0">
                <a:solidFill>
                  <a:srgbClr val="B79100"/>
                </a:solidFill>
                <a:cs typeface="MS Gothic"/>
                <a:sym typeface="MS Gothic"/>
              </a:rPr>
            </a:br>
            <a:r>
              <a:rPr lang="en-US" altLang="ja-JP" sz="1400" i="0" u="none" strike="noStrike" cap="none" dirty="0">
                <a:cs typeface="MS Gothic"/>
                <a:sym typeface="MS Gothic"/>
              </a:rPr>
              <a:t>public class </a:t>
            </a:r>
            <a:r>
              <a:rPr lang="en-US" altLang="ja-JP" sz="1400" i="0" u="none" strike="noStrike" cap="none" dirty="0" err="1">
                <a:cs typeface="MS Gothic"/>
                <a:sym typeface="MS Gothic"/>
              </a:rPr>
              <a:t>OverloadCall</a:t>
            </a:r>
            <a:r>
              <a:rPr lang="en-US" altLang="ja-JP" sz="1400" i="0" u="none" strike="noStrike" cap="none" dirty="0">
                <a:cs typeface="MS Gothic"/>
                <a:sym typeface="MS Gothic"/>
              </a:rPr>
              <a:t> {</a:t>
            </a:r>
            <a:br>
              <a:rPr lang="en-US" altLang="ja-JP" sz="1400" i="0" u="none" strike="noStrike" cap="none" dirty="0">
                <a:cs typeface="MS Gothic"/>
                <a:sym typeface="MS Gothic"/>
              </a:rPr>
            </a:br>
            <a:r>
              <a:rPr lang="ja-JP" altLang="en-US" sz="1400" i="0" u="none" strike="noStrike" cap="none" dirty="0">
                <a:cs typeface="MS Gothic"/>
                <a:sym typeface="MS Gothic"/>
              </a:rPr>
              <a:t>　　　　　　　：</a:t>
            </a:r>
            <a:br>
              <a:rPr lang="ja-JP" altLang="en-US" sz="1400" i="0" u="none" strike="noStrike" cap="none" dirty="0">
                <a:cs typeface="MS Gothic"/>
                <a:sym typeface="MS Gothic"/>
              </a:rPr>
            </a:br>
            <a:r>
              <a:rPr lang="en-US" altLang="ja-JP" sz="1400" i="0" u="none" strike="noStrike" cap="none" dirty="0">
                <a:cs typeface="MS Gothic"/>
                <a:sym typeface="MS Gothic"/>
              </a:rPr>
              <a:t>}</a:t>
            </a:r>
          </a:p>
        </p:txBody>
      </p:sp>
      <p:sp>
        <p:nvSpPr>
          <p:cNvPr id="7" name="テキスト プレースホルダー 7">
            <a:extLst>
              <a:ext uri="{FF2B5EF4-FFF2-40B4-BE49-F238E27FC236}">
                <a16:creationId xmlns:a16="http://schemas.microsoft.com/office/drawing/2014/main" id="{B971B36E-2CED-4B20-B415-D1BC17AE73C0}"/>
              </a:ext>
            </a:extLst>
          </p:cNvPr>
          <p:cNvSpPr txBox="1">
            <a:spLocks/>
          </p:cNvSpPr>
          <p:nvPr/>
        </p:nvSpPr>
        <p:spPr>
          <a:xfrm>
            <a:off x="1325879" y="3541516"/>
            <a:ext cx="6545581" cy="1066801"/>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B79100"/>
              </a:buClr>
              <a:buSzPts val="1800"/>
              <a:buFont typeface="Noto Sans Symbols"/>
              <a:buNone/>
            </a:pPr>
            <a:r>
              <a:rPr lang="en-US" altLang="ja-JP" sz="1400" b="1" i="0" u="none" strike="noStrike" cap="none" dirty="0">
                <a:solidFill>
                  <a:srgbClr val="B79100"/>
                </a:solidFill>
                <a:cs typeface="MS Gothic"/>
                <a:sym typeface="MS Gothic"/>
              </a:rPr>
              <a:t>package </a:t>
            </a:r>
            <a:r>
              <a:rPr lang="en-US" altLang="ja-JP" sz="1400" b="1" i="0" u="none" strike="noStrike" cap="none" dirty="0" err="1">
                <a:solidFill>
                  <a:srgbClr val="B79100"/>
                </a:solidFill>
                <a:cs typeface="MS Gothic"/>
                <a:sym typeface="MS Gothic"/>
              </a:rPr>
              <a:t>overload.out</a:t>
            </a:r>
            <a:r>
              <a:rPr lang="en-US" altLang="ja-JP" sz="1400" b="1" i="0" u="none" strike="noStrike" cap="none" dirty="0">
                <a:solidFill>
                  <a:srgbClr val="B79100"/>
                </a:solidFill>
                <a:cs typeface="MS Gothic"/>
                <a:sym typeface="MS Gothic"/>
              </a:rPr>
              <a:t>;</a:t>
            </a:r>
            <a:br>
              <a:rPr lang="en-US" altLang="ja-JP" sz="1400" b="1" i="0" u="none" strike="noStrike" cap="none" dirty="0">
                <a:solidFill>
                  <a:srgbClr val="B79100"/>
                </a:solidFill>
                <a:cs typeface="MS Gothic"/>
                <a:sym typeface="MS Gothic"/>
              </a:rPr>
            </a:br>
            <a:r>
              <a:rPr lang="en-US" altLang="ja-JP" sz="1400" i="0" u="none" strike="noStrike" cap="none" dirty="0">
                <a:cs typeface="MS Gothic"/>
                <a:sym typeface="MS Gothic"/>
              </a:rPr>
              <a:t>public class Output {</a:t>
            </a:r>
            <a:br>
              <a:rPr lang="en-US" altLang="ja-JP" sz="1400" i="0" u="none" strike="noStrike" cap="none" dirty="0">
                <a:cs typeface="MS Gothic"/>
                <a:sym typeface="MS Gothic"/>
              </a:rPr>
            </a:br>
            <a:r>
              <a:rPr lang="ja-JP" altLang="en-US" sz="1400" i="0" u="none" strike="noStrike" cap="none" dirty="0">
                <a:cs typeface="MS Gothic"/>
                <a:sym typeface="MS Gothic"/>
              </a:rPr>
              <a:t>　　　　　　　：</a:t>
            </a:r>
            <a:br>
              <a:rPr lang="ja-JP" altLang="en-US" sz="1400" i="0" u="none" strike="noStrike" cap="none" dirty="0">
                <a:cs typeface="MS Gothic"/>
                <a:sym typeface="MS Gothic"/>
              </a:rPr>
            </a:br>
            <a:r>
              <a:rPr lang="en-US" altLang="ja-JP" sz="1400" i="0" u="none" strike="noStrike" cap="none" dirty="0">
                <a:cs typeface="MS Gothic"/>
                <a:sym typeface="MS Gothic"/>
              </a:rPr>
              <a:t>}</a:t>
            </a:r>
          </a:p>
        </p:txBody>
      </p:sp>
    </p:spTree>
    <p:extLst>
      <p:ext uri="{BB962C8B-B14F-4D97-AF65-F5344CB8AC3E}">
        <p14:creationId xmlns:p14="http://schemas.microsoft.com/office/powerpoint/2010/main" val="1736073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7C89E67-15DC-482A-9509-721046C9F17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FC7C281-AA5A-414A-B45C-0C859F71B44E}"/>
              </a:ext>
            </a:extLst>
          </p:cNvPr>
          <p:cNvSpPr>
            <a:spLocks noGrp="1"/>
          </p:cNvSpPr>
          <p:nvPr>
            <p:ph type="ctrTitle"/>
          </p:nvPr>
        </p:nvSpPr>
        <p:spPr/>
        <p:txBody>
          <a:bodyPr/>
          <a:lstStyle/>
          <a:p>
            <a:r>
              <a:rPr lang="en-US" altLang="ja-JP" dirty="0" err="1"/>
              <a:t>コンパイルする</a:t>
            </a:r>
            <a:endParaRPr kumimoji="1" lang="ja-JP" altLang="en-US" dirty="0"/>
          </a:p>
        </p:txBody>
      </p:sp>
      <p:sp>
        <p:nvSpPr>
          <p:cNvPr id="4" name="スライド番号プレースホルダー 3">
            <a:extLst>
              <a:ext uri="{FF2B5EF4-FFF2-40B4-BE49-F238E27FC236}">
                <a16:creationId xmlns:a16="http://schemas.microsoft.com/office/drawing/2014/main" id="{3DA760AE-CF48-4B24-A764-E9A9A980A817}"/>
              </a:ext>
            </a:extLst>
          </p:cNvPr>
          <p:cNvSpPr>
            <a:spLocks noGrp="1"/>
          </p:cNvSpPr>
          <p:nvPr>
            <p:ph type="sldNum" sz="quarter" idx="4"/>
          </p:nvPr>
        </p:nvSpPr>
        <p:spPr/>
        <p:txBody>
          <a:bodyPr/>
          <a:lstStyle/>
          <a:p>
            <a:fld id="{00000000-1234-1234-1234-123412341234}" type="slidenum">
              <a:rPr lang="en" smtClean="0"/>
              <a:pPr/>
              <a:t>17</a:t>
            </a:fld>
            <a:endParaRPr lang="en" dirty="0"/>
          </a:p>
        </p:txBody>
      </p:sp>
      <p:sp>
        <p:nvSpPr>
          <p:cNvPr id="5" name="テキスト プレースホルダー 4">
            <a:extLst>
              <a:ext uri="{FF2B5EF4-FFF2-40B4-BE49-F238E27FC236}">
                <a16:creationId xmlns:a16="http://schemas.microsoft.com/office/drawing/2014/main" id="{B9F8D40A-73FB-41D8-BC76-A90E92D41F96}"/>
              </a:ext>
            </a:extLst>
          </p:cNvPr>
          <p:cNvSpPr>
            <a:spLocks noGrp="1"/>
          </p:cNvSpPr>
          <p:nvPr>
            <p:ph type="body" sz="quarter" idx="14"/>
          </p:nvPr>
        </p:nvSpPr>
        <p:spPr>
          <a:xfrm>
            <a:off x="462875" y="859491"/>
            <a:ext cx="8216900" cy="1098849"/>
          </a:xfrm>
        </p:spPr>
        <p:txBody>
          <a:bodyPr/>
          <a:lstStyle/>
          <a:p>
            <a:pPr marL="96838" indent="0">
              <a:buNone/>
            </a:pPr>
            <a:r>
              <a:rPr kumimoji="1" lang="ja-JP" altLang="en-US" dirty="0"/>
              <a:t>ではコンパイルしてみましょう。</a:t>
            </a:r>
          </a:p>
          <a:p>
            <a:pPr marL="96838" indent="0">
              <a:buNone/>
            </a:pPr>
            <a:r>
              <a:rPr kumimoji="1" lang="en-US" altLang="ja-JP" dirty="0"/>
              <a:t>C:\work</a:t>
            </a:r>
            <a:r>
              <a:rPr kumimoji="1" lang="ja-JP" altLang="en-US" dirty="0"/>
              <a:t>フォルダから移動しないでコンパイルできます。</a:t>
            </a:r>
          </a:p>
          <a:p>
            <a:pPr marL="452438" lvl="1" indent="0">
              <a:buNone/>
            </a:pPr>
            <a:r>
              <a:rPr kumimoji="1" lang="ja-JP" altLang="en-US" b="1" dirty="0">
                <a:solidFill>
                  <a:schemeClr val="tx2"/>
                </a:solidFill>
              </a:rPr>
              <a:t>コマンド：</a:t>
            </a:r>
            <a:endParaRPr lang="en-US" altLang="ja-JP" b="1" dirty="0">
              <a:solidFill>
                <a:schemeClr val="tx2"/>
              </a:solidFill>
            </a:endParaRPr>
          </a:p>
          <a:p>
            <a:pPr marL="817563" lvl="2" indent="0">
              <a:buNone/>
            </a:pPr>
            <a:r>
              <a:rPr kumimoji="1" lang="en-US" altLang="ja-JP" b="1" dirty="0" err="1">
                <a:solidFill>
                  <a:schemeClr val="accent1"/>
                </a:solidFill>
              </a:rPr>
              <a:t>javac</a:t>
            </a:r>
            <a:r>
              <a:rPr kumimoji="1" lang="en-US" altLang="ja-JP" b="1" dirty="0">
                <a:solidFill>
                  <a:schemeClr val="accent1"/>
                </a:solidFill>
              </a:rPr>
              <a:t>  </a:t>
            </a:r>
            <a:r>
              <a:rPr kumimoji="1" lang="ja-JP" altLang="en-US" b="1" dirty="0">
                <a:solidFill>
                  <a:schemeClr val="accent1"/>
                </a:solidFill>
              </a:rPr>
              <a:t>フォルダ名</a:t>
            </a:r>
            <a:r>
              <a:rPr kumimoji="1" lang="en-US" altLang="ja-JP" b="1" dirty="0">
                <a:solidFill>
                  <a:schemeClr val="accent1"/>
                </a:solidFill>
              </a:rPr>
              <a:t>/</a:t>
            </a:r>
            <a:r>
              <a:rPr kumimoji="1" lang="ja-JP" altLang="en-US" b="1" dirty="0">
                <a:solidFill>
                  <a:schemeClr val="accent1"/>
                </a:solidFill>
              </a:rPr>
              <a:t>フォルダ名</a:t>
            </a:r>
            <a:r>
              <a:rPr kumimoji="1" lang="en-US" altLang="ja-JP" b="1" dirty="0">
                <a:solidFill>
                  <a:schemeClr val="accent1"/>
                </a:solidFill>
              </a:rPr>
              <a:t>/</a:t>
            </a:r>
            <a:r>
              <a:rPr kumimoji="1" lang="ja-JP" altLang="en-US" b="1" dirty="0">
                <a:solidFill>
                  <a:schemeClr val="accent1"/>
                </a:solidFill>
              </a:rPr>
              <a:t>・・・</a:t>
            </a:r>
            <a:r>
              <a:rPr kumimoji="1" lang="en-US" altLang="ja-JP" b="1" dirty="0">
                <a:solidFill>
                  <a:schemeClr val="accent1"/>
                </a:solidFill>
              </a:rPr>
              <a:t>/</a:t>
            </a:r>
            <a:r>
              <a:rPr kumimoji="1" lang="ja-JP" altLang="en-US" b="1" dirty="0">
                <a:solidFill>
                  <a:schemeClr val="accent1"/>
                </a:solidFill>
              </a:rPr>
              <a:t>ソースファイル名</a:t>
            </a:r>
            <a:r>
              <a:rPr kumimoji="1" lang="en-US" altLang="ja-JP" b="1" dirty="0">
                <a:solidFill>
                  <a:schemeClr val="accent1"/>
                </a:solidFill>
              </a:rPr>
              <a:t>(</a:t>
            </a:r>
            <a:r>
              <a:rPr kumimoji="1" lang="ja-JP" altLang="en-US" b="1" dirty="0">
                <a:solidFill>
                  <a:schemeClr val="accent1"/>
                </a:solidFill>
              </a:rPr>
              <a:t>拡張子付き</a:t>
            </a:r>
            <a:r>
              <a:rPr kumimoji="1" lang="en-US" altLang="ja-JP" b="1" dirty="0">
                <a:solidFill>
                  <a:schemeClr val="accent1"/>
                </a:solidFill>
              </a:rPr>
              <a:t>)</a:t>
            </a:r>
          </a:p>
          <a:p>
            <a:pPr marL="96838" indent="0">
              <a:buNone/>
            </a:pPr>
            <a:endParaRPr kumimoji="1" lang="ja-JP" altLang="en-US" dirty="0"/>
          </a:p>
        </p:txBody>
      </p:sp>
      <p:pic>
        <p:nvPicPr>
          <p:cNvPr id="6" name="Google Shape;190;p26">
            <a:extLst>
              <a:ext uri="{FF2B5EF4-FFF2-40B4-BE49-F238E27FC236}">
                <a16:creationId xmlns:a16="http://schemas.microsoft.com/office/drawing/2014/main" id="{A5495EFC-9E5B-48BC-A749-6FF91C1510DA}"/>
              </a:ext>
            </a:extLst>
          </p:cNvPr>
          <p:cNvPicPr preferRelativeResize="0"/>
          <p:nvPr/>
        </p:nvPicPr>
        <p:blipFill rotWithShape="1">
          <a:blip r:embed="rId2">
            <a:alphaModFix/>
          </a:blip>
          <a:srcRect/>
          <a:stretch/>
        </p:blipFill>
        <p:spPr>
          <a:xfrm>
            <a:off x="3627120" y="1958340"/>
            <a:ext cx="5052655" cy="2806118"/>
          </a:xfrm>
          <a:prstGeom prst="rect">
            <a:avLst/>
          </a:prstGeom>
          <a:noFill/>
          <a:ln>
            <a:noFill/>
          </a:ln>
        </p:spPr>
      </p:pic>
      <p:sp>
        <p:nvSpPr>
          <p:cNvPr id="7" name="テキスト プレースホルダー 4">
            <a:extLst>
              <a:ext uri="{FF2B5EF4-FFF2-40B4-BE49-F238E27FC236}">
                <a16:creationId xmlns:a16="http://schemas.microsoft.com/office/drawing/2014/main" id="{9FA65239-09BA-4DFB-908A-83C50ED1801C}"/>
              </a:ext>
            </a:extLst>
          </p:cNvPr>
          <p:cNvSpPr txBox="1">
            <a:spLocks/>
          </p:cNvSpPr>
          <p:nvPr/>
        </p:nvSpPr>
        <p:spPr>
          <a:xfrm>
            <a:off x="462875" y="2060007"/>
            <a:ext cx="2928025" cy="820353"/>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しかし、</a:t>
            </a:r>
            <a:r>
              <a:rPr lang="en-US" altLang="ja-JP" dirty="0" err="1"/>
              <a:t>OverloadCall</a:t>
            </a:r>
            <a:r>
              <a:rPr lang="ja-JP" altLang="en-US" dirty="0"/>
              <a:t>クラスはコンパイルエラーになってしまいました。</a:t>
            </a:r>
          </a:p>
        </p:txBody>
      </p:sp>
    </p:spTree>
    <p:extLst>
      <p:ext uri="{BB962C8B-B14F-4D97-AF65-F5344CB8AC3E}">
        <p14:creationId xmlns:p14="http://schemas.microsoft.com/office/powerpoint/2010/main" val="2826477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DA91FF3-A6CA-49D0-A525-A333A73CEB20}"/>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3F39F0D-CDEA-4B00-9C27-40CC51B7372D}"/>
              </a:ext>
            </a:extLst>
          </p:cNvPr>
          <p:cNvSpPr>
            <a:spLocks noGrp="1"/>
          </p:cNvSpPr>
          <p:nvPr>
            <p:ph type="ctrTitle"/>
          </p:nvPr>
        </p:nvSpPr>
        <p:spPr/>
        <p:txBody>
          <a:bodyPr/>
          <a:lstStyle/>
          <a:p>
            <a:r>
              <a:rPr kumimoji="1" lang="ja-JP" altLang="en-US" dirty="0"/>
              <a:t>完全限定名</a:t>
            </a:r>
          </a:p>
        </p:txBody>
      </p:sp>
      <p:sp>
        <p:nvSpPr>
          <p:cNvPr id="4" name="スライド番号プレースホルダー 3">
            <a:extLst>
              <a:ext uri="{FF2B5EF4-FFF2-40B4-BE49-F238E27FC236}">
                <a16:creationId xmlns:a16="http://schemas.microsoft.com/office/drawing/2014/main" id="{7639FA8A-2492-48FF-B3E2-1A6A947679D5}"/>
              </a:ext>
            </a:extLst>
          </p:cNvPr>
          <p:cNvSpPr>
            <a:spLocks noGrp="1"/>
          </p:cNvSpPr>
          <p:nvPr>
            <p:ph type="sldNum" sz="quarter" idx="4"/>
          </p:nvPr>
        </p:nvSpPr>
        <p:spPr/>
        <p:txBody>
          <a:bodyPr/>
          <a:lstStyle/>
          <a:p>
            <a:fld id="{00000000-1234-1234-1234-123412341234}" type="slidenum">
              <a:rPr lang="en" smtClean="0"/>
              <a:pPr/>
              <a:t>18</a:t>
            </a:fld>
            <a:endParaRPr lang="en" dirty="0">
              <a:latin typeface="+mn-ea"/>
            </a:endParaRPr>
          </a:p>
        </p:txBody>
      </p:sp>
      <p:sp>
        <p:nvSpPr>
          <p:cNvPr id="5" name="テキスト プレースホルダー 4">
            <a:extLst>
              <a:ext uri="{FF2B5EF4-FFF2-40B4-BE49-F238E27FC236}">
                <a16:creationId xmlns:a16="http://schemas.microsoft.com/office/drawing/2014/main" id="{F5556E52-92AE-49DE-9EBB-6D9E2E5FBAAA}"/>
              </a:ext>
            </a:extLst>
          </p:cNvPr>
          <p:cNvSpPr>
            <a:spLocks noGrp="1"/>
          </p:cNvSpPr>
          <p:nvPr>
            <p:ph type="body" sz="quarter" idx="14"/>
          </p:nvPr>
        </p:nvSpPr>
        <p:spPr>
          <a:xfrm>
            <a:off x="462875" y="2295035"/>
            <a:ext cx="8216900" cy="897135"/>
          </a:xfrm>
        </p:spPr>
        <p:txBody>
          <a:bodyPr/>
          <a:lstStyle/>
          <a:p>
            <a:pPr marL="96838" indent="0">
              <a:buNone/>
            </a:pPr>
            <a:r>
              <a:rPr lang="ja-JP" altLang="en-US" dirty="0"/>
              <a:t>パッケージされたクラスを呼び出す際に、まず基本となる呼び出し方を学習しましょう。</a:t>
            </a:r>
            <a:endParaRPr lang="en-US" altLang="ja-JP" dirty="0"/>
          </a:p>
          <a:p>
            <a:pPr marL="96838" indent="0">
              <a:buNone/>
            </a:pPr>
            <a:r>
              <a:rPr kumimoji="1" lang="ja-JP" altLang="en-US" dirty="0"/>
              <a:t>これを学習して「面倒くさい」と思った方、これから先の発展形を待っていてください。</a:t>
            </a:r>
          </a:p>
        </p:txBody>
      </p:sp>
      <p:sp>
        <p:nvSpPr>
          <p:cNvPr id="6" name="テキスト プレースホルダー 5">
            <a:extLst>
              <a:ext uri="{FF2B5EF4-FFF2-40B4-BE49-F238E27FC236}">
                <a16:creationId xmlns:a16="http://schemas.microsoft.com/office/drawing/2014/main" id="{4E510B7F-EC16-440B-AF7D-3303517CD1BB}"/>
              </a:ext>
            </a:extLst>
          </p:cNvPr>
          <p:cNvSpPr>
            <a:spLocks noGrp="1"/>
          </p:cNvSpPr>
          <p:nvPr>
            <p:ph type="body" sz="quarter" idx="15"/>
          </p:nvPr>
        </p:nvSpPr>
        <p:spPr>
          <a:xfrm>
            <a:off x="463549" y="1023814"/>
            <a:ext cx="7177471" cy="897135"/>
          </a:xfrm>
        </p:spPr>
        <p:txBody>
          <a:bodyPr/>
          <a:lstStyle/>
          <a:p>
            <a:r>
              <a:rPr kumimoji="1" lang="ja-JP" altLang="en-US" dirty="0"/>
              <a:t>完全限定名について覚えよう</a:t>
            </a:r>
            <a:endParaRPr kumimoji="1" lang="en-US" altLang="ja-JP" dirty="0"/>
          </a:p>
          <a:p>
            <a:r>
              <a:rPr lang="ja-JP" altLang="en-US" dirty="0"/>
              <a:t>パッケージ</a:t>
            </a:r>
            <a:r>
              <a:rPr lang="en-US" altLang="ja-JP" dirty="0"/>
              <a:t>.</a:t>
            </a:r>
            <a:r>
              <a:rPr lang="ja-JP" altLang="en-US" dirty="0"/>
              <a:t>クラス名が完全限定クラス名となる</a:t>
            </a:r>
            <a:endParaRPr kumimoji="1" lang="ja-JP" altLang="en-US" dirty="0"/>
          </a:p>
        </p:txBody>
      </p:sp>
      <p:sp>
        <p:nvSpPr>
          <p:cNvPr id="7" name="テキスト プレースホルダー 6">
            <a:extLst>
              <a:ext uri="{FF2B5EF4-FFF2-40B4-BE49-F238E27FC236}">
                <a16:creationId xmlns:a16="http://schemas.microsoft.com/office/drawing/2014/main" id="{DD7D79E3-ACFB-4067-B481-0B59CA3DC9C0}"/>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387266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7480000-6043-4AB5-BE3A-A2D7ACA00B6F}"/>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F130DC9-AECD-426C-8933-17F8A047329E}"/>
              </a:ext>
            </a:extLst>
          </p:cNvPr>
          <p:cNvSpPr>
            <a:spLocks noGrp="1"/>
          </p:cNvSpPr>
          <p:nvPr>
            <p:ph type="ctrTitle"/>
          </p:nvPr>
        </p:nvSpPr>
        <p:spPr/>
        <p:txBody>
          <a:bodyPr/>
          <a:lstStyle/>
          <a:p>
            <a:r>
              <a:rPr lang="en-US" altLang="ja-JP" dirty="0" err="1"/>
              <a:t>完全限定クラス名</a:t>
            </a:r>
            <a:endParaRPr kumimoji="1" lang="ja-JP" altLang="en-US" dirty="0"/>
          </a:p>
        </p:txBody>
      </p:sp>
      <p:sp>
        <p:nvSpPr>
          <p:cNvPr id="4" name="スライド番号プレースホルダー 3">
            <a:extLst>
              <a:ext uri="{FF2B5EF4-FFF2-40B4-BE49-F238E27FC236}">
                <a16:creationId xmlns:a16="http://schemas.microsoft.com/office/drawing/2014/main" id="{CBEE3789-89E4-4378-B487-FC796507F605}"/>
              </a:ext>
            </a:extLst>
          </p:cNvPr>
          <p:cNvSpPr>
            <a:spLocks noGrp="1"/>
          </p:cNvSpPr>
          <p:nvPr>
            <p:ph type="sldNum" sz="quarter" idx="4"/>
          </p:nvPr>
        </p:nvSpPr>
        <p:spPr/>
        <p:txBody>
          <a:bodyPr/>
          <a:lstStyle/>
          <a:p>
            <a:fld id="{00000000-1234-1234-1234-123412341234}" type="slidenum">
              <a:rPr lang="en" smtClean="0"/>
              <a:pPr/>
              <a:t>19</a:t>
            </a:fld>
            <a:endParaRPr lang="en" dirty="0"/>
          </a:p>
        </p:txBody>
      </p:sp>
      <p:sp>
        <p:nvSpPr>
          <p:cNvPr id="5" name="テキスト プレースホルダー 4">
            <a:extLst>
              <a:ext uri="{FF2B5EF4-FFF2-40B4-BE49-F238E27FC236}">
                <a16:creationId xmlns:a16="http://schemas.microsoft.com/office/drawing/2014/main" id="{0FF0F1E8-408E-460C-9A39-94948E548FD1}"/>
              </a:ext>
            </a:extLst>
          </p:cNvPr>
          <p:cNvSpPr>
            <a:spLocks noGrp="1"/>
          </p:cNvSpPr>
          <p:nvPr>
            <p:ph type="body" sz="quarter" idx="14"/>
          </p:nvPr>
        </p:nvSpPr>
        <p:spPr>
          <a:xfrm>
            <a:off x="462875" y="859491"/>
            <a:ext cx="8216900" cy="1769408"/>
          </a:xfrm>
        </p:spPr>
        <p:txBody>
          <a:bodyPr/>
          <a:lstStyle/>
          <a:p>
            <a:pPr marL="96838" indent="0">
              <a:buNone/>
            </a:pPr>
            <a:r>
              <a:rPr kumimoji="1" lang="ja-JP" altLang="en-US" dirty="0"/>
              <a:t>今までは同一パッケージの中だったのでクラス名だけ書けば大丈夫でしたが、同一パッケージにないクラスを指定する場合はどのパッケージに所属しているクラスなのかを指定しないとコンパイラがわからないのです。</a:t>
            </a:r>
          </a:p>
          <a:p>
            <a:pPr marL="96838" indent="0">
              <a:buNone/>
            </a:pPr>
            <a:r>
              <a:rPr kumimoji="1" lang="ja-JP" altLang="en-US" dirty="0"/>
              <a:t>指定の仕方は以下のとおりです。</a:t>
            </a:r>
          </a:p>
          <a:p>
            <a:pPr marL="452438" lvl="1" indent="0">
              <a:buNone/>
            </a:pPr>
            <a:r>
              <a:rPr kumimoji="1" lang="ja-JP" altLang="en-US" b="1" dirty="0"/>
              <a:t>書き方：</a:t>
            </a:r>
            <a:endParaRPr lang="en-US" altLang="ja-JP" b="1" dirty="0"/>
          </a:p>
          <a:p>
            <a:pPr marL="817563" lvl="2" indent="0">
              <a:buNone/>
            </a:pPr>
            <a:r>
              <a:rPr kumimoji="1" lang="ja-JP" altLang="en-US" b="1" dirty="0">
                <a:solidFill>
                  <a:schemeClr val="accent1"/>
                </a:solidFill>
              </a:rPr>
              <a:t>所属するパッケージ名</a:t>
            </a:r>
            <a:r>
              <a:rPr kumimoji="1" lang="en-US" altLang="ja-JP" b="1" dirty="0">
                <a:solidFill>
                  <a:schemeClr val="accent1"/>
                </a:solidFill>
              </a:rPr>
              <a:t>.</a:t>
            </a:r>
            <a:r>
              <a:rPr kumimoji="1" lang="ja-JP" altLang="en-US" b="1" dirty="0">
                <a:solidFill>
                  <a:schemeClr val="accent1"/>
                </a:solidFill>
              </a:rPr>
              <a:t>クラス名</a:t>
            </a:r>
          </a:p>
          <a:p>
            <a:pPr marL="96838" indent="0">
              <a:buNone/>
            </a:pPr>
            <a:r>
              <a:rPr kumimoji="1" lang="ja-JP" altLang="en-US" dirty="0"/>
              <a:t>では</a:t>
            </a:r>
            <a:r>
              <a:rPr kumimoji="1" lang="en-US" altLang="ja-JP" dirty="0" err="1"/>
              <a:t>OverloadCall</a:t>
            </a:r>
            <a:r>
              <a:rPr kumimoji="1" lang="ja-JP" altLang="en-US" dirty="0"/>
              <a:t>クラスをこの書き方に変えてみましょう。</a:t>
            </a:r>
          </a:p>
          <a:p>
            <a:pPr marL="96838" indent="0">
              <a:buNone/>
            </a:pPr>
            <a:endParaRPr kumimoji="1" lang="ja-JP" altLang="en-US" dirty="0"/>
          </a:p>
        </p:txBody>
      </p:sp>
      <p:sp>
        <p:nvSpPr>
          <p:cNvPr id="6" name="テキスト プレースホルダー 7">
            <a:extLst>
              <a:ext uri="{FF2B5EF4-FFF2-40B4-BE49-F238E27FC236}">
                <a16:creationId xmlns:a16="http://schemas.microsoft.com/office/drawing/2014/main" id="{B2B68CC3-A90D-4EC4-85EC-92EC2D3E618B}"/>
              </a:ext>
            </a:extLst>
          </p:cNvPr>
          <p:cNvSpPr txBox="1">
            <a:spLocks/>
          </p:cNvSpPr>
          <p:nvPr/>
        </p:nvSpPr>
        <p:spPr>
          <a:xfrm>
            <a:off x="1325879" y="2628899"/>
            <a:ext cx="6545581" cy="1394461"/>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B79100"/>
              </a:buClr>
              <a:buSzPts val="1800"/>
              <a:buFont typeface="Noto Sans Symbols"/>
              <a:buNone/>
            </a:pPr>
            <a:r>
              <a:rPr lang="en-US" altLang="ja-JP" sz="1400" i="0" u="none" strike="noStrike" cap="none" dirty="0">
                <a:cs typeface="MS Gothic"/>
                <a:sym typeface="MS Gothic"/>
              </a:rPr>
              <a:t>public static void main(String[] </a:t>
            </a:r>
            <a:r>
              <a:rPr lang="en-US" altLang="ja-JP" sz="1400" i="0" u="none" strike="noStrike" cap="none" dirty="0" err="1">
                <a:cs typeface="MS Gothic"/>
                <a:sym typeface="MS Gothic"/>
              </a:rPr>
              <a:t>args</a:t>
            </a:r>
            <a:r>
              <a:rPr lang="en-US" altLang="ja-JP" sz="1400" i="0" u="none" strike="noStrike" cap="none" dirty="0">
                <a:cs typeface="MS Gothic"/>
                <a:sym typeface="MS Gothic"/>
              </a:rPr>
              <a:t>) {</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i="0" u="none" strike="noStrike" cap="none" dirty="0" err="1">
                <a:cs typeface="MS Gothic"/>
                <a:sym typeface="MS Gothic"/>
              </a:rPr>
              <a:t>overload.out.Output.display</a:t>
            </a:r>
            <a:r>
              <a:rPr lang="en-US" altLang="ja-JP" sz="1400" i="0" u="none" strike="noStrike" cap="none" dirty="0">
                <a:cs typeface="MS Gothic"/>
                <a:sym typeface="MS Gothic"/>
              </a:rPr>
              <a:t>(5);</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i="0" u="none" strike="noStrike" cap="none" dirty="0" err="1">
                <a:cs typeface="MS Gothic"/>
                <a:sym typeface="MS Gothic"/>
              </a:rPr>
              <a:t>overload.out.Output.display</a:t>
            </a:r>
            <a:r>
              <a:rPr lang="en-US" altLang="ja-JP" sz="1400" i="0" u="none" strike="noStrike" cap="none" dirty="0">
                <a:cs typeface="MS Gothic"/>
                <a:sym typeface="MS Gothic"/>
              </a:rPr>
              <a:t>(3.0);</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i="0" u="none" strike="noStrike" cap="none" dirty="0" err="1">
                <a:cs typeface="MS Gothic"/>
                <a:sym typeface="MS Gothic"/>
              </a:rPr>
              <a:t>overload.out.Output.display</a:t>
            </a:r>
            <a:r>
              <a:rPr lang="en-US" altLang="ja-JP" sz="1400" i="0" u="none" strike="noStrike" cap="none" dirty="0">
                <a:cs typeface="MS Gothic"/>
                <a:sym typeface="MS Gothic"/>
              </a:rPr>
              <a:t>("</a:t>
            </a:r>
            <a:r>
              <a:rPr lang="ja-JP" altLang="en-US" sz="1400" i="0" u="none" strike="noStrike" cap="none" dirty="0">
                <a:cs typeface="MS Gothic"/>
                <a:sym typeface="MS Gothic"/>
              </a:rPr>
              <a:t>こんにちは</a:t>
            </a:r>
            <a:r>
              <a:rPr lang="en-US" altLang="ja-JP" sz="1400" i="0" u="none" strike="noStrike" cap="none" dirty="0">
                <a:cs typeface="MS Gothic"/>
                <a:sym typeface="MS Gothic"/>
              </a:rPr>
              <a:t>");</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i="0" u="none" strike="noStrike" cap="none" dirty="0" err="1">
                <a:cs typeface="MS Gothic"/>
                <a:sym typeface="MS Gothic"/>
              </a:rPr>
              <a:t>overload.out.Output.display</a:t>
            </a:r>
            <a:r>
              <a:rPr lang="en-US" altLang="ja-JP" sz="1400" i="0" u="none" strike="noStrike" cap="none" dirty="0">
                <a:cs typeface="MS Gothic"/>
                <a:sym typeface="MS Gothic"/>
              </a:rPr>
              <a:t>('X');</a:t>
            </a:r>
            <a:br>
              <a:rPr lang="en-US" altLang="ja-JP" sz="1400" i="0" u="none" strike="noStrike" cap="none" dirty="0">
                <a:cs typeface="MS Gothic"/>
                <a:sym typeface="MS Gothic"/>
              </a:rPr>
            </a:br>
            <a:r>
              <a:rPr lang="en-US" altLang="ja-JP" sz="1400" i="0" u="none" strike="noStrike" cap="none" dirty="0">
                <a:cs typeface="MS Gothic"/>
                <a:sym typeface="MS Gothic"/>
              </a:rPr>
              <a:t>}</a:t>
            </a:r>
          </a:p>
        </p:txBody>
      </p:sp>
      <p:sp>
        <p:nvSpPr>
          <p:cNvPr id="7" name="テキスト プレースホルダー 4">
            <a:extLst>
              <a:ext uri="{FF2B5EF4-FFF2-40B4-BE49-F238E27FC236}">
                <a16:creationId xmlns:a16="http://schemas.microsoft.com/office/drawing/2014/main" id="{B1558647-D7CC-4A7A-989C-4EC6651C8F3E}"/>
              </a:ext>
            </a:extLst>
          </p:cNvPr>
          <p:cNvSpPr txBox="1">
            <a:spLocks/>
          </p:cNvSpPr>
          <p:nvPr/>
        </p:nvSpPr>
        <p:spPr>
          <a:xfrm>
            <a:off x="462874" y="4078232"/>
            <a:ext cx="8298353" cy="64015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このようにパッケージ名を付けたクラス名のことを</a:t>
            </a:r>
            <a:r>
              <a:rPr lang="ja-JP" altLang="en-US" b="1" dirty="0">
                <a:solidFill>
                  <a:schemeClr val="tx2"/>
                </a:solidFill>
              </a:rPr>
              <a:t>完全限定クラス名</a:t>
            </a:r>
            <a:r>
              <a:rPr lang="en-US" altLang="ja-JP" dirty="0"/>
              <a:t>(Fully Qualified Class Name)</a:t>
            </a:r>
            <a:r>
              <a:rPr lang="ja-JP" altLang="en-US" dirty="0"/>
              <a:t>、または省略して</a:t>
            </a:r>
            <a:r>
              <a:rPr lang="en-US" altLang="ja-JP" b="1" dirty="0">
                <a:solidFill>
                  <a:schemeClr val="tx2"/>
                </a:solidFill>
              </a:rPr>
              <a:t>FQCN</a:t>
            </a:r>
            <a:r>
              <a:rPr lang="ja-JP" altLang="en-US" dirty="0"/>
              <a:t>といいます。</a:t>
            </a:r>
          </a:p>
          <a:p>
            <a:pPr marL="96838" indent="0">
              <a:buFont typeface="Arial" panose="020B0604020202020204" pitchFamily="34" charset="0"/>
              <a:buNone/>
            </a:pPr>
            <a:endParaRPr lang="ja-JP" altLang="en-US" dirty="0"/>
          </a:p>
        </p:txBody>
      </p:sp>
    </p:spTree>
    <p:extLst>
      <p:ext uri="{BB962C8B-B14F-4D97-AF65-F5344CB8AC3E}">
        <p14:creationId xmlns:p14="http://schemas.microsoft.com/office/powerpoint/2010/main" val="3601123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EDE9FAF-8E5A-48DD-8C9D-CC223AF0431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FCB4D8B-C44A-4CC6-938F-6CE88F6B58F9}"/>
              </a:ext>
            </a:extLst>
          </p:cNvPr>
          <p:cNvSpPr>
            <a:spLocks noGrp="1"/>
          </p:cNvSpPr>
          <p:nvPr>
            <p:ph type="ctrTitle"/>
          </p:nvPr>
        </p:nvSpPr>
        <p:spPr/>
        <p:txBody>
          <a:bodyPr/>
          <a:lstStyle/>
          <a:p>
            <a:r>
              <a:rPr lang="en-US" altLang="ja-JP" dirty="0" err="1"/>
              <a:t>実行する</a:t>
            </a:r>
            <a:endParaRPr kumimoji="1" lang="ja-JP" altLang="en-US" dirty="0"/>
          </a:p>
        </p:txBody>
      </p:sp>
      <p:sp>
        <p:nvSpPr>
          <p:cNvPr id="4" name="スライド番号プレースホルダー 3">
            <a:extLst>
              <a:ext uri="{FF2B5EF4-FFF2-40B4-BE49-F238E27FC236}">
                <a16:creationId xmlns:a16="http://schemas.microsoft.com/office/drawing/2014/main" id="{904CDB27-77C4-42E4-BBDD-EE5E5209ADEA}"/>
              </a:ext>
            </a:extLst>
          </p:cNvPr>
          <p:cNvSpPr>
            <a:spLocks noGrp="1"/>
          </p:cNvSpPr>
          <p:nvPr>
            <p:ph type="sldNum" sz="quarter" idx="4"/>
          </p:nvPr>
        </p:nvSpPr>
        <p:spPr/>
        <p:txBody>
          <a:bodyPr/>
          <a:lstStyle/>
          <a:p>
            <a:fld id="{00000000-1234-1234-1234-123412341234}" type="slidenum">
              <a:rPr lang="en" smtClean="0"/>
              <a:pPr/>
              <a:t>20</a:t>
            </a:fld>
            <a:endParaRPr lang="en" dirty="0"/>
          </a:p>
        </p:txBody>
      </p:sp>
      <p:sp>
        <p:nvSpPr>
          <p:cNvPr id="5" name="テキスト プレースホルダー 4">
            <a:extLst>
              <a:ext uri="{FF2B5EF4-FFF2-40B4-BE49-F238E27FC236}">
                <a16:creationId xmlns:a16="http://schemas.microsoft.com/office/drawing/2014/main" id="{6EE14F00-5353-4255-95AC-03B379DB74F4}"/>
              </a:ext>
            </a:extLst>
          </p:cNvPr>
          <p:cNvSpPr>
            <a:spLocks noGrp="1"/>
          </p:cNvSpPr>
          <p:nvPr>
            <p:ph type="body" sz="quarter" idx="14"/>
          </p:nvPr>
        </p:nvSpPr>
        <p:spPr>
          <a:xfrm>
            <a:off x="462875" y="859491"/>
            <a:ext cx="8216900" cy="839769"/>
          </a:xfrm>
        </p:spPr>
        <p:txBody>
          <a:bodyPr/>
          <a:lstStyle/>
          <a:p>
            <a:pPr marL="96838" indent="0">
              <a:buNone/>
            </a:pPr>
            <a:r>
              <a:rPr kumimoji="1" lang="ja-JP" altLang="en-US" dirty="0"/>
              <a:t>ではコンパイルしてみましょう。今度はエラーにならないはずです。</a:t>
            </a:r>
          </a:p>
          <a:p>
            <a:pPr marL="96838" indent="0">
              <a:buNone/>
            </a:pPr>
            <a:r>
              <a:rPr kumimoji="1" lang="ja-JP" altLang="en-US" dirty="0"/>
              <a:t>さらに、</a:t>
            </a:r>
            <a:r>
              <a:rPr kumimoji="1" lang="en-US" altLang="ja-JP" dirty="0" err="1"/>
              <a:t>OverloadCall</a:t>
            </a:r>
            <a:r>
              <a:rPr kumimoji="1" lang="ja-JP" altLang="en-US" dirty="0"/>
              <a:t>から呼ばれている</a:t>
            </a:r>
            <a:r>
              <a:rPr kumimoji="1" lang="en-US" altLang="ja-JP" dirty="0"/>
              <a:t>Output</a:t>
            </a:r>
            <a:r>
              <a:rPr kumimoji="1" lang="ja-JP" altLang="en-US" dirty="0"/>
              <a:t>クラスも自動的にコンパイルされています。</a:t>
            </a:r>
            <a:endParaRPr kumimoji="1" lang="en-US" altLang="ja-JP" dirty="0"/>
          </a:p>
          <a:p>
            <a:pPr marL="96838" indent="0">
              <a:buNone/>
            </a:pPr>
            <a:r>
              <a:rPr kumimoji="1" lang="ja-JP" altLang="en-US" dirty="0"/>
              <a:t>どちらもソースファイルと同じフォルダにクラスファイルができていることを確認してください。</a:t>
            </a:r>
          </a:p>
          <a:p>
            <a:pPr marL="96838" indent="0">
              <a:buNone/>
            </a:pPr>
            <a:endParaRPr kumimoji="1" lang="ja-JP" altLang="en-US" dirty="0"/>
          </a:p>
        </p:txBody>
      </p:sp>
      <p:pic>
        <p:nvPicPr>
          <p:cNvPr id="6" name="Google Shape;208;p28">
            <a:extLst>
              <a:ext uri="{FF2B5EF4-FFF2-40B4-BE49-F238E27FC236}">
                <a16:creationId xmlns:a16="http://schemas.microsoft.com/office/drawing/2014/main" id="{AC3BA7F3-CB55-4C40-B975-EECA496ECBC6}"/>
              </a:ext>
            </a:extLst>
          </p:cNvPr>
          <p:cNvPicPr preferRelativeResize="0"/>
          <p:nvPr/>
        </p:nvPicPr>
        <p:blipFill rotWithShape="1">
          <a:blip r:embed="rId2">
            <a:alphaModFix/>
          </a:blip>
          <a:srcRect/>
          <a:stretch/>
        </p:blipFill>
        <p:spPr>
          <a:xfrm>
            <a:off x="647057" y="1699260"/>
            <a:ext cx="3856363" cy="2979420"/>
          </a:xfrm>
          <a:prstGeom prst="rect">
            <a:avLst/>
          </a:prstGeom>
          <a:noFill/>
          <a:ln>
            <a:noFill/>
          </a:ln>
        </p:spPr>
      </p:pic>
      <p:pic>
        <p:nvPicPr>
          <p:cNvPr id="7" name="Google Shape;209;p28">
            <a:extLst>
              <a:ext uri="{FF2B5EF4-FFF2-40B4-BE49-F238E27FC236}">
                <a16:creationId xmlns:a16="http://schemas.microsoft.com/office/drawing/2014/main" id="{EAFEEF6A-D3E4-4555-9A5E-216D7ACB1C92}"/>
              </a:ext>
            </a:extLst>
          </p:cNvPr>
          <p:cNvPicPr preferRelativeResize="0"/>
          <p:nvPr/>
        </p:nvPicPr>
        <p:blipFill rotWithShape="1">
          <a:blip r:embed="rId3">
            <a:alphaModFix/>
          </a:blip>
          <a:srcRect/>
          <a:stretch/>
        </p:blipFill>
        <p:spPr>
          <a:xfrm>
            <a:off x="4746616" y="1699260"/>
            <a:ext cx="3856364" cy="2979420"/>
          </a:xfrm>
          <a:prstGeom prst="rect">
            <a:avLst/>
          </a:prstGeom>
          <a:noFill/>
          <a:ln>
            <a:noFill/>
          </a:ln>
        </p:spPr>
      </p:pic>
    </p:spTree>
    <p:extLst>
      <p:ext uri="{BB962C8B-B14F-4D97-AF65-F5344CB8AC3E}">
        <p14:creationId xmlns:p14="http://schemas.microsoft.com/office/powerpoint/2010/main" val="741365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DFD6EA1-669B-485D-8F93-5CCFA2DA94A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839557D-6DC9-48BC-87E4-F6B47755EB6C}"/>
              </a:ext>
            </a:extLst>
          </p:cNvPr>
          <p:cNvSpPr>
            <a:spLocks noGrp="1"/>
          </p:cNvSpPr>
          <p:nvPr>
            <p:ph type="ctrTitle"/>
          </p:nvPr>
        </p:nvSpPr>
        <p:spPr/>
        <p:txBody>
          <a:bodyPr/>
          <a:lstStyle/>
          <a:p>
            <a:r>
              <a:rPr lang="en-US" altLang="ja-JP" dirty="0" err="1"/>
              <a:t>実行する</a:t>
            </a:r>
            <a:endParaRPr kumimoji="1" lang="ja-JP" altLang="en-US" dirty="0"/>
          </a:p>
        </p:txBody>
      </p:sp>
      <p:sp>
        <p:nvSpPr>
          <p:cNvPr id="4" name="スライド番号プレースホルダー 3">
            <a:extLst>
              <a:ext uri="{FF2B5EF4-FFF2-40B4-BE49-F238E27FC236}">
                <a16:creationId xmlns:a16="http://schemas.microsoft.com/office/drawing/2014/main" id="{1094776A-B43B-419D-B1CD-714175B5112F}"/>
              </a:ext>
            </a:extLst>
          </p:cNvPr>
          <p:cNvSpPr>
            <a:spLocks noGrp="1"/>
          </p:cNvSpPr>
          <p:nvPr>
            <p:ph type="sldNum" sz="quarter" idx="4"/>
          </p:nvPr>
        </p:nvSpPr>
        <p:spPr/>
        <p:txBody>
          <a:bodyPr/>
          <a:lstStyle/>
          <a:p>
            <a:fld id="{00000000-1234-1234-1234-123412341234}" type="slidenum">
              <a:rPr lang="en" smtClean="0"/>
              <a:pPr/>
              <a:t>21</a:t>
            </a:fld>
            <a:endParaRPr lang="en" dirty="0"/>
          </a:p>
        </p:txBody>
      </p:sp>
      <p:sp>
        <p:nvSpPr>
          <p:cNvPr id="5" name="テキスト プレースホルダー 4">
            <a:extLst>
              <a:ext uri="{FF2B5EF4-FFF2-40B4-BE49-F238E27FC236}">
                <a16:creationId xmlns:a16="http://schemas.microsoft.com/office/drawing/2014/main" id="{290CFA99-DA95-4CC5-AE84-7A3A13E8A3BB}"/>
              </a:ext>
            </a:extLst>
          </p:cNvPr>
          <p:cNvSpPr>
            <a:spLocks noGrp="1"/>
          </p:cNvSpPr>
          <p:nvPr>
            <p:ph type="body" sz="quarter" idx="14"/>
          </p:nvPr>
        </p:nvSpPr>
        <p:spPr>
          <a:xfrm>
            <a:off x="462875" y="859491"/>
            <a:ext cx="8216900" cy="1106469"/>
          </a:xfrm>
        </p:spPr>
        <p:txBody>
          <a:bodyPr/>
          <a:lstStyle/>
          <a:p>
            <a:pPr marL="96838" indent="0">
              <a:buNone/>
            </a:pPr>
            <a:r>
              <a:rPr kumimoji="1" lang="ja-JP" altLang="en-US" dirty="0"/>
              <a:t>コンパイルできたので実行します。パッケージに所属するクラスを実行する場合は実行の仕方も変わってきます。</a:t>
            </a:r>
          </a:p>
          <a:p>
            <a:pPr marL="452438" lvl="1" indent="0">
              <a:buNone/>
            </a:pPr>
            <a:r>
              <a:rPr kumimoji="1" lang="ja-JP" altLang="en-US" b="1" dirty="0"/>
              <a:t>コマンド：</a:t>
            </a:r>
            <a:endParaRPr lang="en-US" altLang="ja-JP" b="1" dirty="0"/>
          </a:p>
          <a:p>
            <a:pPr marL="817563" lvl="2" indent="0">
              <a:buNone/>
            </a:pPr>
            <a:r>
              <a:rPr kumimoji="1" lang="en-US" altLang="ja-JP" b="1" dirty="0">
                <a:solidFill>
                  <a:schemeClr val="tx2"/>
                </a:solidFill>
              </a:rPr>
              <a:t>java </a:t>
            </a:r>
            <a:r>
              <a:rPr kumimoji="1" lang="ja-JP" altLang="en-US" b="1" dirty="0">
                <a:solidFill>
                  <a:schemeClr val="tx2"/>
                </a:solidFill>
              </a:rPr>
              <a:t>実行したいクラスの完全限定クラス名</a:t>
            </a:r>
            <a:r>
              <a:rPr kumimoji="1" lang="en-US" altLang="ja-JP" b="1" dirty="0">
                <a:solidFill>
                  <a:schemeClr val="tx2"/>
                </a:solidFill>
              </a:rPr>
              <a:t>(FQCN)</a:t>
            </a:r>
          </a:p>
          <a:p>
            <a:pPr marL="96838" indent="0">
              <a:buNone/>
            </a:pPr>
            <a:endParaRPr kumimoji="1" lang="ja-JP" altLang="en-US" dirty="0"/>
          </a:p>
        </p:txBody>
      </p:sp>
      <p:pic>
        <p:nvPicPr>
          <p:cNvPr id="6" name="Google Shape;217;p29">
            <a:extLst>
              <a:ext uri="{FF2B5EF4-FFF2-40B4-BE49-F238E27FC236}">
                <a16:creationId xmlns:a16="http://schemas.microsoft.com/office/drawing/2014/main" id="{7C865913-4C64-4E34-AE95-D4F93F25AA1E}"/>
              </a:ext>
            </a:extLst>
          </p:cNvPr>
          <p:cNvPicPr preferRelativeResize="0"/>
          <p:nvPr/>
        </p:nvPicPr>
        <p:blipFill rotWithShape="1">
          <a:blip r:embed="rId2">
            <a:alphaModFix/>
          </a:blip>
          <a:srcRect/>
          <a:stretch/>
        </p:blipFill>
        <p:spPr>
          <a:xfrm>
            <a:off x="3596640" y="1874520"/>
            <a:ext cx="5083135" cy="2819783"/>
          </a:xfrm>
          <a:prstGeom prst="rect">
            <a:avLst/>
          </a:prstGeom>
          <a:noFill/>
          <a:ln>
            <a:noFill/>
          </a:ln>
        </p:spPr>
      </p:pic>
      <p:sp>
        <p:nvSpPr>
          <p:cNvPr id="7" name="テキスト プレースホルダー 4">
            <a:extLst>
              <a:ext uri="{FF2B5EF4-FFF2-40B4-BE49-F238E27FC236}">
                <a16:creationId xmlns:a16="http://schemas.microsoft.com/office/drawing/2014/main" id="{8AA0DAD2-9481-4F37-891C-60AEF483F732}"/>
              </a:ext>
            </a:extLst>
          </p:cNvPr>
          <p:cNvSpPr txBox="1">
            <a:spLocks/>
          </p:cNvSpPr>
          <p:nvPr/>
        </p:nvSpPr>
        <p:spPr>
          <a:xfrm>
            <a:off x="462875" y="1965960"/>
            <a:ext cx="2867065" cy="110646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コンパイルはフォルダ名を指定したのでスラッシュ「</a:t>
            </a:r>
            <a:r>
              <a:rPr lang="en-US" altLang="ja-JP" dirty="0"/>
              <a:t>/</a:t>
            </a:r>
            <a:r>
              <a:rPr lang="ja-JP" altLang="en-US" dirty="0"/>
              <a:t>」区切りでしたが、実行はパッケージ名を指定するのでドット「</a:t>
            </a:r>
            <a:r>
              <a:rPr lang="en-US" altLang="ja-JP" dirty="0"/>
              <a:t>.</a:t>
            </a:r>
            <a:r>
              <a:rPr lang="ja-JP" altLang="en-US" dirty="0"/>
              <a:t>」区切りですので注意しましょう。</a:t>
            </a:r>
          </a:p>
        </p:txBody>
      </p:sp>
    </p:spTree>
    <p:extLst>
      <p:ext uri="{BB962C8B-B14F-4D97-AF65-F5344CB8AC3E}">
        <p14:creationId xmlns:p14="http://schemas.microsoft.com/office/powerpoint/2010/main" val="3345019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B955EFC-7D31-499E-BD93-39212D49A2F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895B895-6347-422D-8042-52E92C51039B}"/>
              </a:ext>
            </a:extLst>
          </p:cNvPr>
          <p:cNvSpPr>
            <a:spLocks noGrp="1"/>
          </p:cNvSpPr>
          <p:nvPr>
            <p:ph type="ctrTitle"/>
          </p:nvPr>
        </p:nvSpPr>
        <p:spPr/>
        <p:txBody>
          <a:bodyPr/>
          <a:lstStyle/>
          <a:p>
            <a:r>
              <a:rPr lang="en-US" altLang="ja-JP" dirty="0" err="1"/>
              <a:t>パッケージにするメリット</a:t>
            </a:r>
            <a:endParaRPr kumimoji="1" lang="ja-JP" altLang="en-US" dirty="0"/>
          </a:p>
        </p:txBody>
      </p:sp>
      <p:sp>
        <p:nvSpPr>
          <p:cNvPr id="4" name="スライド番号プレースホルダー 3">
            <a:extLst>
              <a:ext uri="{FF2B5EF4-FFF2-40B4-BE49-F238E27FC236}">
                <a16:creationId xmlns:a16="http://schemas.microsoft.com/office/drawing/2014/main" id="{7F1AD5C2-E630-4867-817D-D04C725714A2}"/>
              </a:ext>
            </a:extLst>
          </p:cNvPr>
          <p:cNvSpPr>
            <a:spLocks noGrp="1"/>
          </p:cNvSpPr>
          <p:nvPr>
            <p:ph type="sldNum" sz="quarter" idx="4"/>
          </p:nvPr>
        </p:nvSpPr>
        <p:spPr/>
        <p:txBody>
          <a:bodyPr/>
          <a:lstStyle/>
          <a:p>
            <a:fld id="{00000000-1234-1234-1234-123412341234}" type="slidenum">
              <a:rPr lang="en" smtClean="0"/>
              <a:pPr/>
              <a:t>22</a:t>
            </a:fld>
            <a:endParaRPr lang="en" dirty="0"/>
          </a:p>
        </p:txBody>
      </p:sp>
      <p:sp>
        <p:nvSpPr>
          <p:cNvPr id="5" name="テキスト プレースホルダー 4">
            <a:extLst>
              <a:ext uri="{FF2B5EF4-FFF2-40B4-BE49-F238E27FC236}">
                <a16:creationId xmlns:a16="http://schemas.microsoft.com/office/drawing/2014/main" id="{C2D8AA0F-2B71-4037-887A-DACE8818DF8F}"/>
              </a:ext>
            </a:extLst>
          </p:cNvPr>
          <p:cNvSpPr>
            <a:spLocks noGrp="1"/>
          </p:cNvSpPr>
          <p:nvPr>
            <p:ph type="body" sz="quarter" idx="14"/>
          </p:nvPr>
        </p:nvSpPr>
        <p:spPr/>
        <p:txBody>
          <a:bodyPr/>
          <a:lstStyle/>
          <a:p>
            <a:pPr marL="96838" indent="0">
              <a:buNone/>
            </a:pPr>
            <a:r>
              <a:rPr kumimoji="1" lang="ja-JP" altLang="en-US" dirty="0"/>
              <a:t>ようやく実行することができました。</a:t>
            </a:r>
          </a:p>
          <a:p>
            <a:pPr marL="96838" indent="0">
              <a:buNone/>
            </a:pPr>
            <a:r>
              <a:rPr kumimoji="1" lang="ja-JP" altLang="en-US" dirty="0"/>
              <a:t>今まで作ってきたクラスはどのパッケージにも所属していませんでした。</a:t>
            </a:r>
            <a:br>
              <a:rPr kumimoji="1" lang="ja-JP" altLang="en-US" dirty="0"/>
            </a:br>
            <a:r>
              <a:rPr kumimoji="1" lang="ja-JP" altLang="en-US" dirty="0"/>
              <a:t>このようにパッケージに所属していないクラスは「無名パッケージに属する」「デフォルトパッケージに属する」といいます。</a:t>
            </a:r>
          </a:p>
          <a:p>
            <a:pPr marL="96838" indent="0">
              <a:buNone/>
            </a:pPr>
            <a:r>
              <a:rPr kumimoji="1" lang="ja-JP" altLang="en-US" dirty="0"/>
              <a:t>パッケージに所属させるといろいろと面倒なことがある一方、パッケージに所属させなくても大きな支障はありませんでした。</a:t>
            </a:r>
            <a:br>
              <a:rPr kumimoji="1" lang="ja-JP" altLang="en-US" dirty="0"/>
            </a:br>
            <a:r>
              <a:rPr kumimoji="1" lang="ja-JP" altLang="en-US" dirty="0"/>
              <a:t>何故パッケージという考え方が必要なのでしょうか。</a:t>
            </a:r>
          </a:p>
          <a:p>
            <a:pPr marL="96838" indent="0">
              <a:buNone/>
            </a:pPr>
            <a:r>
              <a:rPr kumimoji="1" lang="ja-JP" altLang="en-US" dirty="0"/>
              <a:t>パッケージを使うメリットは大きく分けて</a:t>
            </a:r>
            <a:r>
              <a:rPr kumimoji="1" lang="en-US" altLang="ja-JP" dirty="0"/>
              <a:t>2</a:t>
            </a:r>
            <a:r>
              <a:rPr kumimoji="1" lang="ja-JP" altLang="en-US" dirty="0"/>
              <a:t>つあります。</a:t>
            </a:r>
          </a:p>
          <a:p>
            <a:pPr marL="795338" lvl="1" indent="-342900">
              <a:buFont typeface="+mj-lt"/>
              <a:buAutoNum type="arabicPeriod"/>
            </a:pPr>
            <a:endParaRPr kumimoji="1" lang="en-US" altLang="ja-JP" b="1" dirty="0">
              <a:solidFill>
                <a:schemeClr val="accent1"/>
              </a:solidFill>
            </a:endParaRPr>
          </a:p>
          <a:p>
            <a:pPr marL="795338" lvl="1" indent="-342900">
              <a:buFont typeface="+mj-lt"/>
              <a:buAutoNum type="arabicPeriod"/>
            </a:pPr>
            <a:r>
              <a:rPr kumimoji="1" lang="ja-JP" altLang="en-US" b="1" dirty="0">
                <a:solidFill>
                  <a:schemeClr val="accent1"/>
                </a:solidFill>
              </a:rPr>
              <a:t>クラスの数が多くなると一元管理が難しくなること</a:t>
            </a:r>
          </a:p>
          <a:p>
            <a:pPr marL="795338" lvl="1" indent="-342900">
              <a:buFont typeface="+mj-lt"/>
              <a:buAutoNum type="arabicPeriod"/>
            </a:pPr>
            <a:r>
              <a:rPr kumimoji="1" lang="ja-JP" altLang="en-US" b="1" dirty="0">
                <a:solidFill>
                  <a:schemeClr val="accent1"/>
                </a:solidFill>
              </a:rPr>
              <a:t>異なるパッケージに所属していれば同じ名前のクラスが作れること</a:t>
            </a:r>
          </a:p>
          <a:p>
            <a:pPr marL="96838" indent="0">
              <a:buNone/>
            </a:pPr>
            <a:endParaRPr kumimoji="1" lang="en-US" altLang="ja-JP" dirty="0"/>
          </a:p>
          <a:p>
            <a:pPr marL="96838" indent="0">
              <a:buNone/>
            </a:pPr>
            <a:r>
              <a:rPr kumimoji="1" lang="ja-JP" altLang="en-US" dirty="0"/>
              <a:t>特に、</a:t>
            </a:r>
            <a:r>
              <a:rPr kumimoji="1" lang="en-US" altLang="ja-JP" dirty="0"/>
              <a:t>2</a:t>
            </a:r>
            <a:r>
              <a:rPr kumimoji="1" lang="ja-JP" altLang="en-US" dirty="0"/>
              <a:t>つ目のメリットはとても大きなものがあります。</a:t>
            </a:r>
          </a:p>
          <a:p>
            <a:pPr marL="96838" indent="0">
              <a:buNone/>
            </a:pPr>
            <a:r>
              <a:rPr kumimoji="1" lang="ja-JP" altLang="en-US" dirty="0"/>
              <a:t>パッケージという考え方がなければ極端な言い方をすれば世の中の誰かが同じクラス名をつけていないか、いつも注意しなければいけなくなります。</a:t>
            </a:r>
          </a:p>
        </p:txBody>
      </p:sp>
    </p:spTree>
    <p:extLst>
      <p:ext uri="{BB962C8B-B14F-4D97-AF65-F5344CB8AC3E}">
        <p14:creationId xmlns:p14="http://schemas.microsoft.com/office/powerpoint/2010/main" val="507182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03119C0-0262-41A0-A940-3570CB1ABFA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BEB2898-E2A0-4B4B-BC75-DA2C15EF8411}"/>
              </a:ext>
            </a:extLst>
          </p:cNvPr>
          <p:cNvSpPr>
            <a:spLocks noGrp="1"/>
          </p:cNvSpPr>
          <p:nvPr>
            <p:ph type="ctrTitle"/>
          </p:nvPr>
        </p:nvSpPr>
        <p:spPr/>
        <p:txBody>
          <a:bodyPr/>
          <a:lstStyle/>
          <a:p>
            <a:r>
              <a:rPr lang="en-US" altLang="ja-JP" dirty="0" err="1"/>
              <a:t>パッケージ名自体の重複</a:t>
            </a:r>
            <a:endParaRPr kumimoji="1" lang="ja-JP" altLang="en-US" dirty="0"/>
          </a:p>
        </p:txBody>
      </p:sp>
      <p:sp>
        <p:nvSpPr>
          <p:cNvPr id="4" name="スライド番号プレースホルダー 3">
            <a:extLst>
              <a:ext uri="{FF2B5EF4-FFF2-40B4-BE49-F238E27FC236}">
                <a16:creationId xmlns:a16="http://schemas.microsoft.com/office/drawing/2014/main" id="{B68D3601-5993-4DE4-BF65-C974EC136CA5}"/>
              </a:ext>
            </a:extLst>
          </p:cNvPr>
          <p:cNvSpPr>
            <a:spLocks noGrp="1"/>
          </p:cNvSpPr>
          <p:nvPr>
            <p:ph type="sldNum" sz="quarter" idx="4"/>
          </p:nvPr>
        </p:nvSpPr>
        <p:spPr/>
        <p:txBody>
          <a:bodyPr/>
          <a:lstStyle/>
          <a:p>
            <a:fld id="{00000000-1234-1234-1234-123412341234}" type="slidenum">
              <a:rPr lang="en" smtClean="0"/>
              <a:pPr/>
              <a:t>23</a:t>
            </a:fld>
            <a:endParaRPr lang="en" dirty="0"/>
          </a:p>
        </p:txBody>
      </p:sp>
      <p:sp>
        <p:nvSpPr>
          <p:cNvPr id="5" name="テキスト プレースホルダー 4">
            <a:extLst>
              <a:ext uri="{FF2B5EF4-FFF2-40B4-BE49-F238E27FC236}">
                <a16:creationId xmlns:a16="http://schemas.microsoft.com/office/drawing/2014/main" id="{7F70F924-CC4B-47B0-B422-4B81A6D11179}"/>
              </a:ext>
            </a:extLst>
          </p:cNvPr>
          <p:cNvSpPr>
            <a:spLocks noGrp="1"/>
          </p:cNvSpPr>
          <p:nvPr>
            <p:ph type="body" sz="quarter" idx="14"/>
          </p:nvPr>
        </p:nvSpPr>
        <p:spPr>
          <a:xfrm>
            <a:off x="462875" y="859491"/>
            <a:ext cx="8216900" cy="1411269"/>
          </a:xfrm>
        </p:spPr>
        <p:txBody>
          <a:bodyPr/>
          <a:lstStyle/>
          <a:p>
            <a:pPr marL="96838" indent="0">
              <a:buNone/>
            </a:pPr>
            <a:r>
              <a:rPr kumimoji="1" lang="ja-JP" altLang="en-US" dirty="0"/>
              <a:t>同じ名前のクラスが複数あっても困らないのはパッケージ名が異なれば完全限定クラス名で区別できるからです。</a:t>
            </a:r>
          </a:p>
          <a:p>
            <a:pPr marL="96838" indent="0">
              <a:buNone/>
            </a:pPr>
            <a:r>
              <a:rPr kumimoji="1" lang="ja-JP" altLang="en-US" dirty="0"/>
              <a:t>ということは、パッケージ名自体が同じになる（衝突といいます）と区別ができなくなり、困ります。</a:t>
            </a:r>
          </a:p>
          <a:p>
            <a:pPr marL="96838" indent="0">
              <a:buNone/>
            </a:pPr>
            <a:r>
              <a:rPr kumimoji="1" lang="ja-JP" altLang="en-US" dirty="0"/>
              <a:t>そのため、パッケージ名はインターネットドメイン名を逆にしたものを使うことが推奨されています。例えば、</a:t>
            </a:r>
            <a:r>
              <a:rPr kumimoji="1" lang="en-US" altLang="ja-JP" b="1" dirty="0">
                <a:solidFill>
                  <a:schemeClr val="accent1"/>
                </a:solidFill>
              </a:rPr>
              <a:t>itedu.jp</a:t>
            </a:r>
            <a:r>
              <a:rPr kumimoji="1" lang="ja-JP" altLang="en-US" dirty="0"/>
              <a:t>というドメイン名であれば、</a:t>
            </a:r>
          </a:p>
          <a:p>
            <a:pPr marL="96838" indent="0">
              <a:buNone/>
            </a:pPr>
            <a:endParaRPr kumimoji="1" lang="ja-JP" altLang="en-US" dirty="0"/>
          </a:p>
        </p:txBody>
      </p:sp>
      <p:grpSp>
        <p:nvGrpSpPr>
          <p:cNvPr id="9" name="グループ化 8">
            <a:extLst>
              <a:ext uri="{FF2B5EF4-FFF2-40B4-BE49-F238E27FC236}">
                <a16:creationId xmlns:a16="http://schemas.microsoft.com/office/drawing/2014/main" id="{4117455F-9E20-4E21-ACEA-7881AFD375F0}"/>
              </a:ext>
            </a:extLst>
          </p:cNvPr>
          <p:cNvGrpSpPr/>
          <p:nvPr/>
        </p:nvGrpSpPr>
        <p:grpSpPr>
          <a:xfrm>
            <a:off x="1211580" y="2194818"/>
            <a:ext cx="914400" cy="1043682"/>
            <a:chOff x="1211580" y="2194818"/>
            <a:chExt cx="914400" cy="1043682"/>
          </a:xfrm>
        </p:grpSpPr>
        <p:pic>
          <p:nvPicPr>
            <p:cNvPr id="7" name="グラフィックス 6" descr="開いたフォルダー 単色塗りつぶし">
              <a:extLst>
                <a:ext uri="{FF2B5EF4-FFF2-40B4-BE49-F238E27FC236}">
                  <a16:creationId xmlns:a16="http://schemas.microsoft.com/office/drawing/2014/main" id="{48A6CE9E-77F3-483A-8D15-B347FD9952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1580" y="2194818"/>
              <a:ext cx="914400" cy="914400"/>
            </a:xfrm>
            <a:prstGeom prst="rect">
              <a:avLst/>
            </a:prstGeom>
          </p:spPr>
        </p:pic>
        <p:sp>
          <p:nvSpPr>
            <p:cNvPr id="8" name="テキスト ボックス 7">
              <a:extLst>
                <a:ext uri="{FF2B5EF4-FFF2-40B4-BE49-F238E27FC236}">
                  <a16:creationId xmlns:a16="http://schemas.microsoft.com/office/drawing/2014/main" id="{129B0671-CDC2-406C-A0D8-17EBC7268752}"/>
                </a:ext>
              </a:extLst>
            </p:cNvPr>
            <p:cNvSpPr txBox="1"/>
            <p:nvPr/>
          </p:nvSpPr>
          <p:spPr>
            <a:xfrm>
              <a:off x="1211580" y="2971800"/>
              <a:ext cx="914400" cy="266700"/>
            </a:xfrm>
            <a:prstGeom prst="rect">
              <a:avLst/>
            </a:prstGeom>
            <a:solidFill>
              <a:schemeClr val="bg1"/>
            </a:solidFill>
          </p:spPr>
          <p:txBody>
            <a:bodyPr wrap="square" rtlCol="0">
              <a:noAutofit/>
            </a:bodyPr>
            <a:lstStyle/>
            <a:p>
              <a:pPr algn="ctr"/>
              <a:r>
                <a:rPr kumimoji="1" lang="en-US" altLang="ja-JP" sz="1400" baseline="0" dirty="0">
                  <a:solidFill>
                    <a:schemeClr val="tx1"/>
                  </a:solidFill>
                </a:rPr>
                <a:t>work</a:t>
              </a:r>
              <a:endParaRPr kumimoji="1" lang="ja-JP" altLang="en-US" sz="1400" baseline="0" dirty="0">
                <a:solidFill>
                  <a:schemeClr val="tx1"/>
                </a:solidFill>
              </a:endParaRPr>
            </a:p>
          </p:txBody>
        </p:sp>
      </p:grpSp>
      <p:grpSp>
        <p:nvGrpSpPr>
          <p:cNvPr id="10" name="グループ化 9">
            <a:extLst>
              <a:ext uri="{FF2B5EF4-FFF2-40B4-BE49-F238E27FC236}">
                <a16:creationId xmlns:a16="http://schemas.microsoft.com/office/drawing/2014/main" id="{446BE628-93E8-4185-96B6-CB59C5EBE371}"/>
              </a:ext>
            </a:extLst>
          </p:cNvPr>
          <p:cNvGrpSpPr/>
          <p:nvPr/>
        </p:nvGrpSpPr>
        <p:grpSpPr>
          <a:xfrm>
            <a:off x="3082290" y="2527386"/>
            <a:ext cx="914400" cy="1043682"/>
            <a:chOff x="1211580" y="2194818"/>
            <a:chExt cx="914400" cy="1043682"/>
          </a:xfrm>
        </p:grpSpPr>
        <p:pic>
          <p:nvPicPr>
            <p:cNvPr id="11" name="グラフィックス 10" descr="開いたフォルダー 単色塗りつぶし">
              <a:extLst>
                <a:ext uri="{FF2B5EF4-FFF2-40B4-BE49-F238E27FC236}">
                  <a16:creationId xmlns:a16="http://schemas.microsoft.com/office/drawing/2014/main" id="{BEEC966A-7436-4E09-9C96-598616781D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1580" y="2194818"/>
              <a:ext cx="914400" cy="914400"/>
            </a:xfrm>
            <a:prstGeom prst="rect">
              <a:avLst/>
            </a:prstGeom>
          </p:spPr>
        </p:pic>
        <p:sp>
          <p:nvSpPr>
            <p:cNvPr id="12" name="テキスト ボックス 11">
              <a:extLst>
                <a:ext uri="{FF2B5EF4-FFF2-40B4-BE49-F238E27FC236}">
                  <a16:creationId xmlns:a16="http://schemas.microsoft.com/office/drawing/2014/main" id="{8EC15ABD-E7C9-4ED1-9436-BE76E3694C3B}"/>
                </a:ext>
              </a:extLst>
            </p:cNvPr>
            <p:cNvSpPr txBox="1"/>
            <p:nvPr/>
          </p:nvSpPr>
          <p:spPr>
            <a:xfrm>
              <a:off x="1211580" y="2971800"/>
              <a:ext cx="914400" cy="266700"/>
            </a:xfrm>
            <a:prstGeom prst="rect">
              <a:avLst/>
            </a:prstGeom>
            <a:solidFill>
              <a:schemeClr val="bg1"/>
            </a:solidFill>
          </p:spPr>
          <p:txBody>
            <a:bodyPr wrap="square" rtlCol="0">
              <a:noAutofit/>
            </a:bodyPr>
            <a:lstStyle/>
            <a:p>
              <a:pPr algn="ctr"/>
              <a:r>
                <a:rPr kumimoji="1" lang="en-US" altLang="ja-JP" sz="1400" baseline="0" dirty="0" err="1">
                  <a:solidFill>
                    <a:schemeClr val="tx1"/>
                  </a:solidFill>
                </a:rPr>
                <a:t>jp</a:t>
              </a:r>
              <a:endParaRPr kumimoji="1" lang="ja-JP" altLang="en-US" sz="1400" baseline="0" dirty="0">
                <a:solidFill>
                  <a:schemeClr val="tx1"/>
                </a:solidFill>
              </a:endParaRPr>
            </a:p>
          </p:txBody>
        </p:sp>
      </p:grpSp>
      <p:grpSp>
        <p:nvGrpSpPr>
          <p:cNvPr id="13" name="グループ化 12">
            <a:extLst>
              <a:ext uri="{FF2B5EF4-FFF2-40B4-BE49-F238E27FC236}">
                <a16:creationId xmlns:a16="http://schemas.microsoft.com/office/drawing/2014/main" id="{1EFF9DFF-066C-487C-8D6E-46AC7D2BC004}"/>
              </a:ext>
            </a:extLst>
          </p:cNvPr>
          <p:cNvGrpSpPr/>
          <p:nvPr/>
        </p:nvGrpSpPr>
        <p:grpSpPr>
          <a:xfrm>
            <a:off x="4953000" y="2859954"/>
            <a:ext cx="914400" cy="1043682"/>
            <a:chOff x="1211580" y="2194818"/>
            <a:chExt cx="914400" cy="1043682"/>
          </a:xfrm>
        </p:grpSpPr>
        <p:pic>
          <p:nvPicPr>
            <p:cNvPr id="14" name="グラフィックス 13" descr="開いたフォルダー 単色塗りつぶし">
              <a:extLst>
                <a:ext uri="{FF2B5EF4-FFF2-40B4-BE49-F238E27FC236}">
                  <a16:creationId xmlns:a16="http://schemas.microsoft.com/office/drawing/2014/main" id="{71152678-883B-435B-8FBC-16CB242F59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11580" y="2194818"/>
              <a:ext cx="914400" cy="914400"/>
            </a:xfrm>
            <a:prstGeom prst="rect">
              <a:avLst/>
            </a:prstGeom>
          </p:spPr>
        </p:pic>
        <p:sp>
          <p:nvSpPr>
            <p:cNvPr id="15" name="テキスト ボックス 14">
              <a:extLst>
                <a:ext uri="{FF2B5EF4-FFF2-40B4-BE49-F238E27FC236}">
                  <a16:creationId xmlns:a16="http://schemas.microsoft.com/office/drawing/2014/main" id="{906F7F63-2438-4764-A158-A33AC802E69A}"/>
                </a:ext>
              </a:extLst>
            </p:cNvPr>
            <p:cNvSpPr txBox="1"/>
            <p:nvPr/>
          </p:nvSpPr>
          <p:spPr>
            <a:xfrm>
              <a:off x="1211580" y="2971800"/>
              <a:ext cx="914400" cy="266700"/>
            </a:xfrm>
            <a:prstGeom prst="rect">
              <a:avLst/>
            </a:prstGeom>
            <a:solidFill>
              <a:schemeClr val="bg1"/>
            </a:solidFill>
          </p:spPr>
          <p:txBody>
            <a:bodyPr wrap="square" rtlCol="0">
              <a:noAutofit/>
            </a:bodyPr>
            <a:lstStyle/>
            <a:p>
              <a:pPr algn="ctr"/>
              <a:r>
                <a:rPr kumimoji="1" lang="en-US" altLang="ja-JP" sz="1400" dirty="0" err="1"/>
                <a:t>itedu</a:t>
              </a:r>
              <a:endParaRPr kumimoji="1" lang="ja-JP" altLang="en-US" sz="1400" baseline="0" dirty="0">
                <a:solidFill>
                  <a:schemeClr val="tx1"/>
                </a:solidFill>
              </a:endParaRPr>
            </a:p>
          </p:txBody>
        </p:sp>
      </p:grpSp>
      <p:grpSp>
        <p:nvGrpSpPr>
          <p:cNvPr id="20" name="グループ化 19">
            <a:extLst>
              <a:ext uri="{FF2B5EF4-FFF2-40B4-BE49-F238E27FC236}">
                <a16:creationId xmlns:a16="http://schemas.microsoft.com/office/drawing/2014/main" id="{0AFB40A2-4529-4CF5-B999-2D7B461E764E}"/>
              </a:ext>
            </a:extLst>
          </p:cNvPr>
          <p:cNvGrpSpPr/>
          <p:nvPr/>
        </p:nvGrpSpPr>
        <p:grpSpPr>
          <a:xfrm>
            <a:off x="6823710" y="3192523"/>
            <a:ext cx="1424940" cy="1121902"/>
            <a:chOff x="5505450" y="3192523"/>
            <a:chExt cx="1424940" cy="1121902"/>
          </a:xfrm>
        </p:grpSpPr>
        <p:pic>
          <p:nvPicPr>
            <p:cNvPr id="17" name="グラフィックス 16" descr="紙 単色塗りつぶし">
              <a:extLst>
                <a:ext uri="{FF2B5EF4-FFF2-40B4-BE49-F238E27FC236}">
                  <a16:creationId xmlns:a16="http://schemas.microsoft.com/office/drawing/2014/main" id="{5DCE1A75-53CF-4391-98D0-5BF8CBBF66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60720" y="3192523"/>
              <a:ext cx="914400" cy="914400"/>
            </a:xfrm>
            <a:prstGeom prst="rect">
              <a:avLst/>
            </a:prstGeom>
          </p:spPr>
        </p:pic>
        <p:sp>
          <p:nvSpPr>
            <p:cNvPr id="18" name="テキスト ボックス 17">
              <a:extLst>
                <a:ext uri="{FF2B5EF4-FFF2-40B4-BE49-F238E27FC236}">
                  <a16:creationId xmlns:a16="http://schemas.microsoft.com/office/drawing/2014/main" id="{866E953C-075E-4E3A-9A67-3D8385B0D52A}"/>
                </a:ext>
              </a:extLst>
            </p:cNvPr>
            <p:cNvSpPr txBox="1"/>
            <p:nvPr/>
          </p:nvSpPr>
          <p:spPr>
            <a:xfrm>
              <a:off x="5505450" y="4059933"/>
              <a:ext cx="1424940" cy="254492"/>
            </a:xfrm>
            <a:prstGeom prst="rect">
              <a:avLst/>
            </a:prstGeom>
            <a:solidFill>
              <a:schemeClr val="bg1"/>
            </a:solidFill>
          </p:spPr>
          <p:txBody>
            <a:bodyPr wrap="square" rtlCol="0">
              <a:noAutofit/>
            </a:bodyPr>
            <a:lstStyle/>
            <a:p>
              <a:pPr algn="ctr"/>
              <a:r>
                <a:rPr kumimoji="1" lang="en-US" altLang="ja-JP" sz="1400" baseline="0" dirty="0" err="1">
                  <a:solidFill>
                    <a:schemeClr val="tx1"/>
                  </a:solidFill>
                </a:rPr>
                <a:t>Output.class</a:t>
              </a:r>
              <a:endParaRPr kumimoji="1" lang="en-US" altLang="ja-JP" sz="1400" baseline="0" dirty="0">
                <a:solidFill>
                  <a:schemeClr val="tx1"/>
                </a:solidFill>
              </a:endParaRPr>
            </a:p>
            <a:p>
              <a:pPr algn="ctr"/>
              <a:endParaRPr kumimoji="1" lang="ja-JP" altLang="en-US" sz="1400" baseline="0" dirty="0">
                <a:solidFill>
                  <a:schemeClr val="tx1"/>
                </a:solidFill>
              </a:endParaRPr>
            </a:p>
          </p:txBody>
        </p:sp>
      </p:grpSp>
      <p:sp>
        <p:nvSpPr>
          <p:cNvPr id="19" name="テキスト プレースホルダー 4">
            <a:extLst>
              <a:ext uri="{FF2B5EF4-FFF2-40B4-BE49-F238E27FC236}">
                <a16:creationId xmlns:a16="http://schemas.microsoft.com/office/drawing/2014/main" id="{1A005F33-48FF-4C5F-AA32-20F7C8EA13C6}"/>
              </a:ext>
            </a:extLst>
          </p:cNvPr>
          <p:cNvSpPr txBox="1">
            <a:spLocks/>
          </p:cNvSpPr>
          <p:nvPr/>
        </p:nvSpPr>
        <p:spPr>
          <a:xfrm>
            <a:off x="462875" y="4408925"/>
            <a:ext cx="8216900" cy="38369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b="1" dirty="0" err="1">
                <a:solidFill>
                  <a:schemeClr val="accent1"/>
                </a:solidFill>
              </a:rPr>
              <a:t>jp.itedu</a:t>
            </a:r>
            <a:r>
              <a:rPr lang="ja-JP" altLang="en-US" dirty="0"/>
              <a:t>というパッケージにします。</a:t>
            </a:r>
          </a:p>
        </p:txBody>
      </p:sp>
      <p:cxnSp>
        <p:nvCxnSpPr>
          <p:cNvPr id="22" name="コネクタ: カギ線 21">
            <a:extLst>
              <a:ext uri="{FF2B5EF4-FFF2-40B4-BE49-F238E27FC236}">
                <a16:creationId xmlns:a16="http://schemas.microsoft.com/office/drawing/2014/main" id="{0D0B857D-A425-4CE1-98C9-4D3FB79888AC}"/>
              </a:ext>
            </a:extLst>
          </p:cNvPr>
          <p:cNvCxnSpPr>
            <a:cxnSpLocks/>
            <a:stCxn id="8" idx="2"/>
            <a:endCxn id="12" idx="1"/>
          </p:cNvCxnSpPr>
          <p:nvPr/>
        </p:nvCxnSpPr>
        <p:spPr>
          <a:xfrm rot="16200000" flipH="1">
            <a:off x="2275926" y="2631354"/>
            <a:ext cx="199218" cy="1413510"/>
          </a:xfrm>
          <a:prstGeom prst="bentConnector2">
            <a:avLst/>
          </a:prstGeom>
          <a:ln w="28575"/>
        </p:spPr>
        <p:style>
          <a:lnRef idx="1">
            <a:schemeClr val="accent1"/>
          </a:lnRef>
          <a:fillRef idx="0">
            <a:schemeClr val="accent1"/>
          </a:fillRef>
          <a:effectRef idx="0">
            <a:schemeClr val="accent1"/>
          </a:effectRef>
          <a:fontRef idx="minor">
            <a:schemeClr val="tx1"/>
          </a:fontRef>
        </p:style>
      </p:cxnSp>
      <p:cxnSp>
        <p:nvCxnSpPr>
          <p:cNvPr id="25" name="コネクタ: カギ線 24">
            <a:extLst>
              <a:ext uri="{FF2B5EF4-FFF2-40B4-BE49-F238E27FC236}">
                <a16:creationId xmlns:a16="http://schemas.microsoft.com/office/drawing/2014/main" id="{36404BCC-F5B9-49FC-BBAD-1692A713EB69}"/>
              </a:ext>
            </a:extLst>
          </p:cNvPr>
          <p:cNvCxnSpPr>
            <a:cxnSpLocks/>
            <a:stCxn id="12" idx="2"/>
            <a:endCxn id="15" idx="1"/>
          </p:cNvCxnSpPr>
          <p:nvPr/>
        </p:nvCxnSpPr>
        <p:spPr>
          <a:xfrm rot="16200000" flipH="1">
            <a:off x="4146636" y="2963922"/>
            <a:ext cx="199218" cy="1413510"/>
          </a:xfrm>
          <a:prstGeom prst="bentConnector2">
            <a:avLst/>
          </a:prstGeom>
          <a:ln w="28575"/>
        </p:spPr>
        <p:style>
          <a:lnRef idx="1">
            <a:schemeClr val="accent1"/>
          </a:lnRef>
          <a:fillRef idx="0">
            <a:schemeClr val="accent1"/>
          </a:fillRef>
          <a:effectRef idx="0">
            <a:schemeClr val="accent1"/>
          </a:effectRef>
          <a:fontRef idx="minor">
            <a:schemeClr val="tx1"/>
          </a:fontRef>
        </p:style>
      </p:cxnSp>
      <p:cxnSp>
        <p:nvCxnSpPr>
          <p:cNvPr id="28" name="コネクタ: カギ線 27">
            <a:extLst>
              <a:ext uri="{FF2B5EF4-FFF2-40B4-BE49-F238E27FC236}">
                <a16:creationId xmlns:a16="http://schemas.microsoft.com/office/drawing/2014/main" id="{252D2882-DFA4-4273-90A0-E679E065031A}"/>
              </a:ext>
            </a:extLst>
          </p:cNvPr>
          <p:cNvCxnSpPr>
            <a:cxnSpLocks/>
            <a:stCxn id="15" idx="2"/>
            <a:endCxn id="18" idx="1"/>
          </p:cNvCxnSpPr>
          <p:nvPr/>
        </p:nvCxnSpPr>
        <p:spPr>
          <a:xfrm rot="16200000" flipH="1">
            <a:off x="5975184" y="3338652"/>
            <a:ext cx="283543" cy="1413510"/>
          </a:xfrm>
          <a:prstGeom prst="bentConnector2">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9361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AF62358-6985-4160-ACDA-4324D94B7D32}"/>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255E7DB-3F63-4F33-862E-45D342F7BBF2}"/>
              </a:ext>
            </a:extLst>
          </p:cNvPr>
          <p:cNvSpPr>
            <a:spLocks noGrp="1"/>
          </p:cNvSpPr>
          <p:nvPr>
            <p:ph type="ctrTitle"/>
          </p:nvPr>
        </p:nvSpPr>
        <p:spPr/>
        <p:txBody>
          <a:bodyPr/>
          <a:lstStyle/>
          <a:p>
            <a:r>
              <a:rPr lang="en-US" altLang="ja-JP" dirty="0"/>
              <a:t>i</a:t>
            </a:r>
            <a:r>
              <a:rPr kumimoji="1" lang="en-US" altLang="ja-JP" dirty="0"/>
              <a:t>mport</a:t>
            </a:r>
            <a:r>
              <a:rPr kumimoji="1" lang="ja-JP" altLang="en-US" dirty="0"/>
              <a:t>文</a:t>
            </a:r>
          </a:p>
        </p:txBody>
      </p:sp>
      <p:sp>
        <p:nvSpPr>
          <p:cNvPr id="4" name="スライド番号プレースホルダー 3">
            <a:extLst>
              <a:ext uri="{FF2B5EF4-FFF2-40B4-BE49-F238E27FC236}">
                <a16:creationId xmlns:a16="http://schemas.microsoft.com/office/drawing/2014/main" id="{9043ACA5-3905-4221-8CFA-846C8405A6E3}"/>
              </a:ext>
            </a:extLst>
          </p:cNvPr>
          <p:cNvSpPr>
            <a:spLocks noGrp="1"/>
          </p:cNvSpPr>
          <p:nvPr>
            <p:ph type="sldNum" sz="quarter" idx="4"/>
          </p:nvPr>
        </p:nvSpPr>
        <p:spPr/>
        <p:txBody>
          <a:bodyPr/>
          <a:lstStyle/>
          <a:p>
            <a:fld id="{00000000-1234-1234-1234-123412341234}" type="slidenum">
              <a:rPr lang="en" smtClean="0"/>
              <a:pPr/>
              <a:t>24</a:t>
            </a:fld>
            <a:endParaRPr lang="en" dirty="0">
              <a:latin typeface="+mn-ea"/>
            </a:endParaRPr>
          </a:p>
        </p:txBody>
      </p:sp>
      <p:sp>
        <p:nvSpPr>
          <p:cNvPr id="5" name="テキスト プレースホルダー 4">
            <a:extLst>
              <a:ext uri="{FF2B5EF4-FFF2-40B4-BE49-F238E27FC236}">
                <a16:creationId xmlns:a16="http://schemas.microsoft.com/office/drawing/2014/main" id="{74EF7221-FFE2-4846-A1DA-A2409E8FC243}"/>
              </a:ext>
            </a:extLst>
          </p:cNvPr>
          <p:cNvSpPr>
            <a:spLocks noGrp="1"/>
          </p:cNvSpPr>
          <p:nvPr>
            <p:ph type="body" sz="quarter" idx="14"/>
          </p:nvPr>
        </p:nvSpPr>
        <p:spPr>
          <a:xfrm>
            <a:off x="462875" y="2040541"/>
            <a:ext cx="8216900" cy="2489053"/>
          </a:xfrm>
        </p:spPr>
        <p:txBody>
          <a:bodyPr/>
          <a:lstStyle/>
          <a:p>
            <a:pPr marL="96838" indent="0">
              <a:buNone/>
            </a:pPr>
            <a:r>
              <a:rPr lang="ja-JP" altLang="en-US" dirty="0"/>
              <a:t>１つのクラスで開発が進むことがないように、</a:t>
            </a:r>
            <a:r>
              <a:rPr lang="en-US" altLang="ja-JP" dirty="0"/>
              <a:t>import</a:t>
            </a:r>
            <a:r>
              <a:rPr lang="ja-JP" altLang="en-US" dirty="0"/>
              <a:t>文を使わない開発もほとんどありません。</a:t>
            </a:r>
            <a:endParaRPr lang="en-US" altLang="ja-JP" dirty="0"/>
          </a:p>
          <a:p>
            <a:pPr marL="96838" indent="0">
              <a:buNone/>
            </a:pPr>
            <a:r>
              <a:rPr kumimoji="1" lang="ja-JP" altLang="en-US" dirty="0"/>
              <a:t>慣れてしまえば、非常に有効かつ必須な部分となるためしっかりと学習しましょう。</a:t>
            </a:r>
          </a:p>
        </p:txBody>
      </p:sp>
      <p:sp>
        <p:nvSpPr>
          <p:cNvPr id="6" name="テキスト プレースホルダー 5">
            <a:extLst>
              <a:ext uri="{FF2B5EF4-FFF2-40B4-BE49-F238E27FC236}">
                <a16:creationId xmlns:a16="http://schemas.microsoft.com/office/drawing/2014/main" id="{F3F81C08-630F-40CF-959C-4CC0C79D02EC}"/>
              </a:ext>
            </a:extLst>
          </p:cNvPr>
          <p:cNvSpPr>
            <a:spLocks noGrp="1"/>
          </p:cNvSpPr>
          <p:nvPr>
            <p:ph type="body" sz="quarter" idx="15"/>
          </p:nvPr>
        </p:nvSpPr>
        <p:spPr>
          <a:xfrm>
            <a:off x="463549" y="1023814"/>
            <a:ext cx="7454163" cy="868781"/>
          </a:xfrm>
        </p:spPr>
        <p:txBody>
          <a:bodyPr/>
          <a:lstStyle/>
          <a:p>
            <a:r>
              <a:rPr lang="ja-JP" altLang="en-US" dirty="0"/>
              <a:t>完全限定名を書かずに、必要なパッケージをあらかじめ指定しておく方法が</a:t>
            </a:r>
            <a:r>
              <a:rPr lang="en-US" altLang="ja-JP" dirty="0"/>
              <a:t>import</a:t>
            </a:r>
          </a:p>
          <a:p>
            <a:r>
              <a:rPr kumimoji="1" lang="en-US" altLang="ja-JP"/>
              <a:t>import</a:t>
            </a:r>
            <a:r>
              <a:rPr lang="ja-JP" altLang="en-US" dirty="0"/>
              <a:t>文は「</a:t>
            </a:r>
            <a:r>
              <a:rPr lang="en-US" altLang="ja-JP" dirty="0"/>
              <a:t>import </a:t>
            </a:r>
            <a:r>
              <a:rPr lang="ja-JP" altLang="en-US" dirty="0"/>
              <a:t>パッケージ名」で記載する</a:t>
            </a:r>
            <a:endParaRPr lang="en-US" altLang="ja-JP" dirty="0"/>
          </a:p>
        </p:txBody>
      </p:sp>
      <p:sp>
        <p:nvSpPr>
          <p:cNvPr id="7" name="テキスト プレースホルダー 6">
            <a:extLst>
              <a:ext uri="{FF2B5EF4-FFF2-40B4-BE49-F238E27FC236}">
                <a16:creationId xmlns:a16="http://schemas.microsoft.com/office/drawing/2014/main" id="{477078A6-6D54-4CC4-BC5F-DD91ADCFD276}"/>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2245375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55C9DEB-4AE5-418C-A372-E89EF348F628}"/>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39A1CC8-75FB-46A8-855D-B79FEAFDB8AC}"/>
              </a:ext>
            </a:extLst>
          </p:cNvPr>
          <p:cNvSpPr>
            <a:spLocks noGrp="1"/>
          </p:cNvSpPr>
          <p:nvPr>
            <p:ph type="ctrTitle"/>
          </p:nvPr>
        </p:nvSpPr>
        <p:spPr/>
        <p:txBody>
          <a:bodyPr/>
          <a:lstStyle/>
          <a:p>
            <a:r>
              <a:rPr lang="en-US" altLang="ja-JP" dirty="0" err="1"/>
              <a:t>import文</a:t>
            </a:r>
            <a:endParaRPr kumimoji="1" lang="ja-JP" altLang="en-US" dirty="0"/>
          </a:p>
        </p:txBody>
      </p:sp>
      <p:sp>
        <p:nvSpPr>
          <p:cNvPr id="4" name="スライド番号プレースホルダー 3">
            <a:extLst>
              <a:ext uri="{FF2B5EF4-FFF2-40B4-BE49-F238E27FC236}">
                <a16:creationId xmlns:a16="http://schemas.microsoft.com/office/drawing/2014/main" id="{2E795587-E125-4924-A3C4-1750FCB49EC2}"/>
              </a:ext>
            </a:extLst>
          </p:cNvPr>
          <p:cNvSpPr>
            <a:spLocks noGrp="1"/>
          </p:cNvSpPr>
          <p:nvPr>
            <p:ph type="sldNum" sz="quarter" idx="4"/>
          </p:nvPr>
        </p:nvSpPr>
        <p:spPr/>
        <p:txBody>
          <a:bodyPr/>
          <a:lstStyle/>
          <a:p>
            <a:fld id="{00000000-1234-1234-1234-123412341234}" type="slidenum">
              <a:rPr lang="en" smtClean="0"/>
              <a:pPr/>
              <a:t>25</a:t>
            </a:fld>
            <a:endParaRPr lang="en" dirty="0"/>
          </a:p>
        </p:txBody>
      </p:sp>
      <p:sp>
        <p:nvSpPr>
          <p:cNvPr id="5" name="テキスト プレースホルダー 4">
            <a:extLst>
              <a:ext uri="{FF2B5EF4-FFF2-40B4-BE49-F238E27FC236}">
                <a16:creationId xmlns:a16="http://schemas.microsoft.com/office/drawing/2014/main" id="{6F9B77A9-2373-40F0-96E0-8262CD2B6C18}"/>
              </a:ext>
            </a:extLst>
          </p:cNvPr>
          <p:cNvSpPr>
            <a:spLocks noGrp="1"/>
          </p:cNvSpPr>
          <p:nvPr>
            <p:ph type="body" sz="quarter" idx="14"/>
          </p:nvPr>
        </p:nvSpPr>
        <p:spPr>
          <a:xfrm>
            <a:off x="462875" y="859491"/>
            <a:ext cx="8216900" cy="344469"/>
          </a:xfrm>
        </p:spPr>
        <p:txBody>
          <a:bodyPr/>
          <a:lstStyle/>
          <a:p>
            <a:pPr marL="96838" indent="0">
              <a:buNone/>
            </a:pPr>
            <a:r>
              <a:rPr lang="ja-JP" altLang="en-US" sz="1400" dirty="0"/>
              <a:t>もう一度、</a:t>
            </a:r>
            <a:r>
              <a:rPr lang="en-US" altLang="ja-JP" sz="1400" dirty="0" err="1"/>
              <a:t>OverloadCall</a:t>
            </a:r>
            <a:r>
              <a:rPr lang="ja-JP" altLang="en-US" sz="1400" dirty="0"/>
              <a:t>クラスの中を見てみましょう。</a:t>
            </a:r>
            <a:endParaRPr lang="ja-JP" altLang="en-US" sz="1400" b="1" dirty="0">
              <a:solidFill>
                <a:schemeClr val="dk1"/>
              </a:solidFill>
              <a:latin typeface="MS Gothic"/>
              <a:ea typeface="MS Gothic"/>
              <a:cs typeface="MS Gothic"/>
              <a:sym typeface="MS Gothic"/>
            </a:endParaRPr>
          </a:p>
          <a:p>
            <a:pPr marL="96838" indent="0">
              <a:buNone/>
            </a:pPr>
            <a:endParaRPr kumimoji="1" lang="ja-JP" altLang="en-US" dirty="0"/>
          </a:p>
        </p:txBody>
      </p:sp>
      <p:sp>
        <p:nvSpPr>
          <p:cNvPr id="6" name="テキスト プレースホルダー 7">
            <a:extLst>
              <a:ext uri="{FF2B5EF4-FFF2-40B4-BE49-F238E27FC236}">
                <a16:creationId xmlns:a16="http://schemas.microsoft.com/office/drawing/2014/main" id="{C9BAEA1A-8D49-4CFC-BA6E-C8118AFA699C}"/>
              </a:ext>
            </a:extLst>
          </p:cNvPr>
          <p:cNvSpPr txBox="1">
            <a:spLocks/>
          </p:cNvSpPr>
          <p:nvPr/>
        </p:nvSpPr>
        <p:spPr>
          <a:xfrm>
            <a:off x="1325879" y="1177289"/>
            <a:ext cx="6545581" cy="1394461"/>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B79100"/>
              </a:buClr>
              <a:buSzPts val="1800"/>
              <a:buFont typeface="Noto Sans Symbols"/>
              <a:buNone/>
            </a:pPr>
            <a:r>
              <a:rPr lang="en-US" altLang="ja-JP" sz="1400" i="0" u="none" strike="noStrike" cap="none" dirty="0">
                <a:cs typeface="MS Gothic"/>
                <a:sym typeface="MS Gothic"/>
              </a:rPr>
              <a:t>public static void main(String[] </a:t>
            </a:r>
            <a:r>
              <a:rPr lang="en-US" altLang="ja-JP" sz="1400" i="0" u="none" strike="noStrike" cap="none" dirty="0" err="1">
                <a:cs typeface="MS Gothic"/>
                <a:sym typeface="MS Gothic"/>
              </a:rPr>
              <a:t>args</a:t>
            </a:r>
            <a:r>
              <a:rPr lang="en-US" altLang="ja-JP" sz="1400" i="0" u="none" strike="noStrike" cap="none" dirty="0">
                <a:cs typeface="MS Gothic"/>
                <a:sym typeface="MS Gothic"/>
              </a:rPr>
              <a:t>) {</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i="0" u="none" strike="noStrike" cap="none" dirty="0" err="1">
                <a:cs typeface="MS Gothic"/>
                <a:sym typeface="MS Gothic"/>
              </a:rPr>
              <a:t>overload.out.Output.display</a:t>
            </a:r>
            <a:r>
              <a:rPr lang="en-US" altLang="ja-JP" sz="1400" i="0" u="none" strike="noStrike" cap="none" dirty="0">
                <a:cs typeface="MS Gothic"/>
                <a:sym typeface="MS Gothic"/>
              </a:rPr>
              <a:t>(5);</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i="0" u="none" strike="noStrike" cap="none" dirty="0" err="1">
                <a:cs typeface="MS Gothic"/>
                <a:sym typeface="MS Gothic"/>
              </a:rPr>
              <a:t>overload.out.Output.display</a:t>
            </a:r>
            <a:r>
              <a:rPr lang="en-US" altLang="ja-JP" sz="1400" i="0" u="none" strike="noStrike" cap="none" dirty="0">
                <a:cs typeface="MS Gothic"/>
                <a:sym typeface="MS Gothic"/>
              </a:rPr>
              <a:t>(3.0);</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i="0" u="none" strike="noStrike" cap="none" dirty="0" err="1">
                <a:cs typeface="MS Gothic"/>
                <a:sym typeface="MS Gothic"/>
              </a:rPr>
              <a:t>overload.out.Output.display</a:t>
            </a:r>
            <a:r>
              <a:rPr lang="en-US" altLang="ja-JP" sz="1400" i="0" u="none" strike="noStrike" cap="none" dirty="0">
                <a:cs typeface="MS Gothic"/>
                <a:sym typeface="MS Gothic"/>
              </a:rPr>
              <a:t>("</a:t>
            </a:r>
            <a:r>
              <a:rPr lang="ja-JP" altLang="en-US" sz="1400" i="0" u="none" strike="noStrike" cap="none" dirty="0">
                <a:cs typeface="MS Gothic"/>
                <a:sym typeface="MS Gothic"/>
              </a:rPr>
              <a:t>こんにちは</a:t>
            </a:r>
            <a:r>
              <a:rPr lang="en-US" altLang="ja-JP" sz="1400" i="0" u="none" strike="noStrike" cap="none" dirty="0">
                <a:cs typeface="MS Gothic"/>
                <a:sym typeface="MS Gothic"/>
              </a:rPr>
              <a:t>");</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i="0" u="none" strike="noStrike" cap="none" dirty="0" err="1">
                <a:cs typeface="MS Gothic"/>
                <a:sym typeface="MS Gothic"/>
              </a:rPr>
              <a:t>overload.out.Output.display</a:t>
            </a:r>
            <a:r>
              <a:rPr lang="en-US" altLang="ja-JP" sz="1400" i="0" u="none" strike="noStrike" cap="none" dirty="0">
                <a:cs typeface="MS Gothic"/>
                <a:sym typeface="MS Gothic"/>
              </a:rPr>
              <a:t>('X');</a:t>
            </a:r>
            <a:br>
              <a:rPr lang="en-US" altLang="ja-JP" sz="1400" i="0" u="none" strike="noStrike" cap="none" dirty="0">
                <a:cs typeface="MS Gothic"/>
                <a:sym typeface="MS Gothic"/>
              </a:rPr>
            </a:br>
            <a:r>
              <a:rPr lang="en-US" altLang="ja-JP" sz="1400" i="0" u="none" strike="noStrike" cap="none" dirty="0">
                <a:cs typeface="MS Gothic"/>
                <a:sym typeface="MS Gothic"/>
              </a:rPr>
              <a:t>}</a:t>
            </a:r>
          </a:p>
        </p:txBody>
      </p:sp>
      <p:sp>
        <p:nvSpPr>
          <p:cNvPr id="7" name="テキスト プレースホルダー 4">
            <a:extLst>
              <a:ext uri="{FF2B5EF4-FFF2-40B4-BE49-F238E27FC236}">
                <a16:creationId xmlns:a16="http://schemas.microsoft.com/office/drawing/2014/main" id="{0653F6E0-5ADE-4B52-8233-F6F9127D4F7A}"/>
              </a:ext>
            </a:extLst>
          </p:cNvPr>
          <p:cNvSpPr txBox="1">
            <a:spLocks/>
          </p:cNvSpPr>
          <p:nvPr/>
        </p:nvSpPr>
        <p:spPr>
          <a:xfrm>
            <a:off x="462875" y="2610832"/>
            <a:ext cx="8216900" cy="1808768"/>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ja-JP" altLang="en-US" dirty="0"/>
              <a:t>完全限定クラス名を書けばいいことはわかりましたが、毎回書くのは面倒です。</a:t>
            </a:r>
            <a:br>
              <a:rPr lang="ja-JP" altLang="en-US" dirty="0"/>
            </a:br>
            <a:r>
              <a:rPr lang="ja-JP" altLang="en-US" dirty="0"/>
              <a:t>そこで</a:t>
            </a:r>
            <a:r>
              <a:rPr lang="en-US" altLang="ja-JP" b="1" dirty="0">
                <a:solidFill>
                  <a:schemeClr val="tx2"/>
                </a:solidFill>
              </a:rPr>
              <a:t>import</a:t>
            </a:r>
            <a:r>
              <a:rPr lang="ja-JP" altLang="en-US" b="1" dirty="0">
                <a:solidFill>
                  <a:schemeClr val="tx2"/>
                </a:solidFill>
              </a:rPr>
              <a:t>文</a:t>
            </a:r>
            <a:r>
              <a:rPr lang="ja-JP" altLang="en-US" dirty="0"/>
              <a:t>を使うと楽になります。</a:t>
            </a:r>
          </a:p>
          <a:p>
            <a:pPr marL="452438" lvl="1" indent="0">
              <a:buNone/>
            </a:pPr>
            <a:r>
              <a:rPr lang="ja-JP" altLang="en-US" b="1" dirty="0"/>
              <a:t>書き方（</a:t>
            </a:r>
            <a:r>
              <a:rPr lang="en-US" altLang="ja-JP" b="1" dirty="0"/>
              <a:t>2</a:t>
            </a:r>
            <a:r>
              <a:rPr lang="ja-JP" altLang="en-US" b="1" dirty="0"/>
              <a:t>通りあります）：</a:t>
            </a:r>
          </a:p>
          <a:p>
            <a:pPr marL="817563" lvl="2" indent="0">
              <a:buNone/>
            </a:pPr>
            <a:r>
              <a:rPr lang="en-US" altLang="ja-JP" b="1" dirty="0">
                <a:solidFill>
                  <a:schemeClr val="accent1"/>
                </a:solidFill>
              </a:rPr>
              <a:t>import  </a:t>
            </a:r>
            <a:r>
              <a:rPr lang="ja-JP" altLang="en-US" b="1" dirty="0">
                <a:solidFill>
                  <a:schemeClr val="accent1"/>
                </a:solidFill>
              </a:rPr>
              <a:t>パッケージ名</a:t>
            </a:r>
            <a:r>
              <a:rPr lang="en-US" altLang="ja-JP" b="1" dirty="0">
                <a:solidFill>
                  <a:schemeClr val="accent1"/>
                </a:solidFill>
              </a:rPr>
              <a:t>.</a:t>
            </a:r>
            <a:r>
              <a:rPr lang="ja-JP" altLang="en-US" b="1" dirty="0">
                <a:solidFill>
                  <a:schemeClr val="accent1"/>
                </a:solidFill>
              </a:rPr>
              <a:t>クラス名</a:t>
            </a:r>
            <a:r>
              <a:rPr lang="en-US" altLang="ja-JP" b="1" dirty="0">
                <a:solidFill>
                  <a:schemeClr val="accent1"/>
                </a:solidFill>
              </a:rPr>
              <a:t>;</a:t>
            </a:r>
          </a:p>
          <a:p>
            <a:pPr marL="817563" lvl="2" indent="0">
              <a:buNone/>
            </a:pPr>
            <a:r>
              <a:rPr lang="en-US" altLang="ja-JP" b="1" dirty="0">
                <a:solidFill>
                  <a:schemeClr val="accent1"/>
                </a:solidFill>
              </a:rPr>
              <a:t>import  </a:t>
            </a:r>
            <a:r>
              <a:rPr lang="ja-JP" altLang="en-US" b="1" dirty="0">
                <a:solidFill>
                  <a:schemeClr val="accent1"/>
                </a:solidFill>
              </a:rPr>
              <a:t>パッケージ名</a:t>
            </a:r>
            <a:r>
              <a:rPr lang="en-US" altLang="ja-JP" b="1" dirty="0">
                <a:solidFill>
                  <a:schemeClr val="accent1"/>
                </a:solidFill>
              </a:rPr>
              <a:t>.*;</a:t>
            </a:r>
          </a:p>
          <a:p>
            <a:pPr marL="96838" indent="0">
              <a:buNone/>
            </a:pPr>
            <a:r>
              <a:rPr lang="ja-JP" altLang="en-US" dirty="0"/>
              <a:t>アスタリスク「*」をつけた場合はそのパッケージに属する全てのクラスをインポートしたことになります。</a:t>
            </a:r>
          </a:p>
        </p:txBody>
      </p:sp>
    </p:spTree>
    <p:extLst>
      <p:ext uri="{BB962C8B-B14F-4D97-AF65-F5344CB8AC3E}">
        <p14:creationId xmlns:p14="http://schemas.microsoft.com/office/powerpoint/2010/main" val="2495679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D8B77ED-34A7-4CCD-A7E1-6F3B1651A61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A92CEE8-2777-4F10-9A6E-FA2D52ACB521}"/>
              </a:ext>
            </a:extLst>
          </p:cNvPr>
          <p:cNvSpPr>
            <a:spLocks noGrp="1"/>
          </p:cNvSpPr>
          <p:nvPr>
            <p:ph type="ctrTitle"/>
          </p:nvPr>
        </p:nvSpPr>
        <p:spPr/>
        <p:txBody>
          <a:bodyPr/>
          <a:lstStyle/>
          <a:p>
            <a:r>
              <a:rPr lang="en-US" altLang="ja-JP" dirty="0" err="1"/>
              <a:t>import文サンプル</a:t>
            </a:r>
            <a:endParaRPr kumimoji="1" lang="ja-JP" altLang="en-US" dirty="0"/>
          </a:p>
        </p:txBody>
      </p:sp>
      <p:sp>
        <p:nvSpPr>
          <p:cNvPr id="4" name="スライド番号プレースホルダー 3">
            <a:extLst>
              <a:ext uri="{FF2B5EF4-FFF2-40B4-BE49-F238E27FC236}">
                <a16:creationId xmlns:a16="http://schemas.microsoft.com/office/drawing/2014/main" id="{A74DF152-D61D-491B-A63B-6CBD2E1698B4}"/>
              </a:ext>
            </a:extLst>
          </p:cNvPr>
          <p:cNvSpPr>
            <a:spLocks noGrp="1"/>
          </p:cNvSpPr>
          <p:nvPr>
            <p:ph type="sldNum" sz="quarter" idx="4"/>
          </p:nvPr>
        </p:nvSpPr>
        <p:spPr/>
        <p:txBody>
          <a:bodyPr/>
          <a:lstStyle/>
          <a:p>
            <a:fld id="{00000000-1234-1234-1234-123412341234}" type="slidenum">
              <a:rPr lang="en" smtClean="0"/>
              <a:pPr/>
              <a:t>26</a:t>
            </a:fld>
            <a:endParaRPr lang="en" dirty="0"/>
          </a:p>
        </p:txBody>
      </p:sp>
      <p:sp>
        <p:nvSpPr>
          <p:cNvPr id="5" name="テキスト プレースホルダー 4">
            <a:extLst>
              <a:ext uri="{FF2B5EF4-FFF2-40B4-BE49-F238E27FC236}">
                <a16:creationId xmlns:a16="http://schemas.microsoft.com/office/drawing/2014/main" id="{E9D0295B-D76D-4676-B53E-B8D105A70874}"/>
              </a:ext>
            </a:extLst>
          </p:cNvPr>
          <p:cNvSpPr>
            <a:spLocks noGrp="1"/>
          </p:cNvSpPr>
          <p:nvPr>
            <p:ph type="body" sz="quarter" idx="14"/>
          </p:nvPr>
        </p:nvSpPr>
        <p:spPr>
          <a:xfrm>
            <a:off x="462875" y="859491"/>
            <a:ext cx="8216900" cy="321609"/>
          </a:xfrm>
        </p:spPr>
        <p:txBody>
          <a:bodyPr/>
          <a:lstStyle/>
          <a:p>
            <a:pPr marL="96838" indent="0">
              <a:buNone/>
            </a:pPr>
            <a:r>
              <a:rPr kumimoji="1" lang="ja-JP" altLang="en-US" dirty="0"/>
              <a:t>では、さっそく</a:t>
            </a:r>
            <a:r>
              <a:rPr kumimoji="1" lang="en-US" altLang="ja-JP" dirty="0"/>
              <a:t>import</a:t>
            </a:r>
            <a:r>
              <a:rPr kumimoji="1" lang="ja-JP" altLang="en-US" dirty="0"/>
              <a:t>文を使って</a:t>
            </a:r>
            <a:r>
              <a:rPr kumimoji="1" lang="en-US" altLang="ja-JP" dirty="0" err="1"/>
              <a:t>OverloadCall</a:t>
            </a:r>
            <a:r>
              <a:rPr kumimoji="1" lang="ja-JP" altLang="en-US" dirty="0"/>
              <a:t>クラスを書き直してみましょう。</a:t>
            </a:r>
          </a:p>
          <a:p>
            <a:pPr marL="96838" indent="0">
              <a:buNone/>
            </a:pPr>
            <a:endParaRPr kumimoji="1" lang="ja-JP" altLang="en-US" dirty="0"/>
          </a:p>
        </p:txBody>
      </p:sp>
      <p:sp>
        <p:nvSpPr>
          <p:cNvPr id="6" name="テキスト プレースホルダー 7">
            <a:extLst>
              <a:ext uri="{FF2B5EF4-FFF2-40B4-BE49-F238E27FC236}">
                <a16:creationId xmlns:a16="http://schemas.microsoft.com/office/drawing/2014/main" id="{FDB95380-26B8-4000-8C87-8B624935C9D6}"/>
              </a:ext>
            </a:extLst>
          </p:cNvPr>
          <p:cNvSpPr txBox="1">
            <a:spLocks/>
          </p:cNvSpPr>
          <p:nvPr/>
        </p:nvSpPr>
        <p:spPr>
          <a:xfrm>
            <a:off x="1325879" y="1177289"/>
            <a:ext cx="6545581" cy="2251711"/>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B79100"/>
              </a:buClr>
              <a:buSzPts val="1800"/>
              <a:buFont typeface="Noto Sans Symbols"/>
              <a:buNone/>
            </a:pPr>
            <a:r>
              <a:rPr lang="en-US" altLang="ja-JP" sz="1400" i="0" u="none" strike="noStrike" cap="none" dirty="0">
                <a:cs typeface="MS Gothic"/>
                <a:sym typeface="MS Gothic"/>
              </a:rPr>
              <a:t>package </a:t>
            </a:r>
            <a:r>
              <a:rPr lang="en-US" altLang="ja-JP" sz="1400" i="0" u="none" strike="noStrike" cap="none" dirty="0" err="1">
                <a:cs typeface="MS Gothic"/>
                <a:sym typeface="MS Gothic"/>
              </a:rPr>
              <a:t>overload.call</a:t>
            </a:r>
            <a:r>
              <a:rPr lang="en-US" altLang="ja-JP" sz="1400" i="0" u="none" strike="noStrike" cap="none" dirty="0">
                <a:cs typeface="MS Gothic"/>
                <a:sym typeface="MS Gothic"/>
              </a:rPr>
              <a:t>;</a:t>
            </a:r>
            <a:br>
              <a:rPr lang="en-US" altLang="ja-JP" sz="1400" i="0" u="none" strike="noStrike" cap="none" dirty="0">
                <a:cs typeface="MS Gothic"/>
                <a:sym typeface="MS Gothic"/>
              </a:rPr>
            </a:br>
            <a:r>
              <a:rPr lang="en-US" altLang="ja-JP" sz="1400" b="1" i="0" u="none" strike="noStrike" cap="none" dirty="0">
                <a:solidFill>
                  <a:schemeClr val="accent1"/>
                </a:solidFill>
                <a:cs typeface="MS Gothic"/>
                <a:sym typeface="MS Gothic"/>
              </a:rPr>
              <a:t>import </a:t>
            </a:r>
            <a:r>
              <a:rPr lang="en-US" altLang="ja-JP" sz="1400" b="1" i="0" u="none" strike="noStrike" cap="none" dirty="0" err="1">
                <a:solidFill>
                  <a:schemeClr val="accent1"/>
                </a:solidFill>
                <a:cs typeface="MS Gothic"/>
                <a:sym typeface="MS Gothic"/>
              </a:rPr>
              <a:t>overload.out.Output</a:t>
            </a:r>
            <a:r>
              <a:rPr lang="en-US" altLang="ja-JP" sz="1400" b="1" i="0" u="none" strike="noStrike" cap="none" dirty="0">
                <a:solidFill>
                  <a:schemeClr val="accent1"/>
                </a:solidFill>
                <a:cs typeface="MS Gothic"/>
                <a:sym typeface="MS Gothic"/>
              </a:rPr>
              <a:t>;</a:t>
            </a:r>
            <a:br>
              <a:rPr lang="en-US" altLang="ja-JP" sz="1400" b="1" i="0" u="none" strike="noStrike" cap="none" dirty="0">
                <a:solidFill>
                  <a:schemeClr val="accent1"/>
                </a:solidFill>
                <a:cs typeface="MS Gothic"/>
                <a:sym typeface="MS Gothic"/>
              </a:rPr>
            </a:br>
            <a:r>
              <a:rPr lang="en-US" altLang="ja-JP" sz="1400" i="0" u="none" strike="noStrike" cap="none" dirty="0">
                <a:cs typeface="MS Gothic"/>
                <a:sym typeface="MS Gothic"/>
              </a:rPr>
              <a:t>public class </a:t>
            </a:r>
            <a:r>
              <a:rPr lang="en-US" altLang="ja-JP" sz="1400" i="0" u="none" strike="noStrike" cap="none" dirty="0" err="1">
                <a:cs typeface="MS Gothic"/>
                <a:sym typeface="MS Gothic"/>
              </a:rPr>
              <a:t>OverloadCall</a:t>
            </a:r>
            <a:r>
              <a:rPr lang="en-US" altLang="ja-JP" sz="1400" i="0" u="none" strike="noStrike" cap="none" dirty="0">
                <a:cs typeface="MS Gothic"/>
                <a:sym typeface="MS Gothic"/>
              </a:rPr>
              <a:t> {</a:t>
            </a:r>
            <a:br>
              <a:rPr lang="en-US" altLang="ja-JP" sz="1400" i="0" u="none" strike="noStrike" cap="none" dirty="0">
                <a:cs typeface="MS Gothic"/>
                <a:sym typeface="MS Gothic"/>
              </a:rPr>
            </a:br>
            <a:r>
              <a:rPr lang="en-US" altLang="ja-JP" sz="1400" i="0" u="none" strike="noStrike" cap="none" dirty="0">
                <a:cs typeface="MS Gothic"/>
                <a:sym typeface="MS Gothic"/>
              </a:rPr>
              <a:t>    public static void main(String[] </a:t>
            </a:r>
            <a:r>
              <a:rPr lang="en-US" altLang="ja-JP" sz="1400" i="0" u="none" strike="noStrike" cap="none" dirty="0" err="1">
                <a:cs typeface="MS Gothic"/>
                <a:sym typeface="MS Gothic"/>
              </a:rPr>
              <a:t>args</a:t>
            </a:r>
            <a:r>
              <a:rPr lang="en-US" altLang="ja-JP" sz="1400" i="0" u="none" strike="noStrike" cap="none" dirty="0">
                <a:cs typeface="MS Gothic"/>
                <a:sym typeface="MS Gothic"/>
              </a:rPr>
              <a:t>) {</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b="1" i="0" u="none" strike="noStrike" cap="none" dirty="0" err="1">
                <a:solidFill>
                  <a:schemeClr val="accent1"/>
                </a:solidFill>
                <a:cs typeface="MS Gothic"/>
                <a:sym typeface="MS Gothic"/>
              </a:rPr>
              <a:t>Output</a:t>
            </a:r>
            <a:r>
              <a:rPr lang="en-US" altLang="ja-JP" sz="1400" i="0" u="none" strike="noStrike" cap="none" dirty="0" err="1">
                <a:cs typeface="MS Gothic"/>
                <a:sym typeface="MS Gothic"/>
              </a:rPr>
              <a:t>.display</a:t>
            </a:r>
            <a:r>
              <a:rPr lang="en-US" altLang="ja-JP" sz="1400" i="0" u="none" strike="noStrike" cap="none" dirty="0">
                <a:cs typeface="MS Gothic"/>
                <a:sym typeface="MS Gothic"/>
              </a:rPr>
              <a:t>(5);</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b="1" i="0" u="none" strike="noStrike" cap="none" dirty="0" err="1">
                <a:solidFill>
                  <a:schemeClr val="accent1"/>
                </a:solidFill>
                <a:cs typeface="MS Gothic"/>
                <a:sym typeface="MS Gothic"/>
              </a:rPr>
              <a:t>Output</a:t>
            </a:r>
            <a:r>
              <a:rPr lang="en-US" altLang="ja-JP" sz="1400" i="0" u="none" strike="noStrike" cap="none" dirty="0" err="1">
                <a:cs typeface="MS Gothic"/>
                <a:sym typeface="MS Gothic"/>
              </a:rPr>
              <a:t>.display</a:t>
            </a:r>
            <a:r>
              <a:rPr lang="en-US" altLang="ja-JP" sz="1400" i="0" u="none" strike="noStrike" cap="none" dirty="0">
                <a:cs typeface="MS Gothic"/>
                <a:sym typeface="MS Gothic"/>
              </a:rPr>
              <a:t>(3.0);</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b="1" i="0" u="none" strike="noStrike" cap="none" dirty="0" err="1">
                <a:solidFill>
                  <a:schemeClr val="accent1"/>
                </a:solidFill>
                <a:cs typeface="MS Gothic"/>
                <a:sym typeface="MS Gothic"/>
              </a:rPr>
              <a:t>Output</a:t>
            </a:r>
            <a:r>
              <a:rPr lang="en-US" altLang="ja-JP" sz="1400" i="0" u="none" strike="noStrike" cap="none" dirty="0" err="1">
                <a:cs typeface="MS Gothic"/>
                <a:sym typeface="MS Gothic"/>
              </a:rPr>
              <a:t>.display</a:t>
            </a:r>
            <a:r>
              <a:rPr lang="en-US" altLang="ja-JP" sz="1400" i="0" u="none" strike="noStrike" cap="none" dirty="0">
                <a:cs typeface="MS Gothic"/>
                <a:sym typeface="MS Gothic"/>
              </a:rPr>
              <a:t>("</a:t>
            </a:r>
            <a:r>
              <a:rPr lang="ja-JP" altLang="en-US" sz="1400" i="0" u="none" strike="noStrike" cap="none" dirty="0">
                <a:cs typeface="MS Gothic"/>
                <a:sym typeface="MS Gothic"/>
              </a:rPr>
              <a:t>こんにちは</a:t>
            </a:r>
            <a:r>
              <a:rPr lang="en-US" altLang="ja-JP" sz="1400" i="0" u="none" strike="noStrike" cap="none" dirty="0">
                <a:cs typeface="MS Gothic"/>
                <a:sym typeface="MS Gothic"/>
              </a:rPr>
              <a:t>");</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b="1" i="0" u="none" strike="noStrike" cap="none" dirty="0" err="1">
                <a:solidFill>
                  <a:schemeClr val="accent1"/>
                </a:solidFill>
                <a:cs typeface="MS Gothic"/>
                <a:sym typeface="MS Gothic"/>
              </a:rPr>
              <a:t>Output</a:t>
            </a:r>
            <a:r>
              <a:rPr lang="en-US" altLang="ja-JP" sz="1400" i="0" u="none" strike="noStrike" cap="none" dirty="0" err="1">
                <a:cs typeface="MS Gothic"/>
                <a:sym typeface="MS Gothic"/>
              </a:rPr>
              <a:t>.display</a:t>
            </a:r>
            <a:r>
              <a:rPr lang="en-US" altLang="ja-JP" sz="1400" i="0" u="none" strike="noStrike" cap="none" dirty="0">
                <a:cs typeface="MS Gothic"/>
                <a:sym typeface="MS Gothic"/>
              </a:rPr>
              <a:t>('X');</a:t>
            </a:r>
            <a:br>
              <a:rPr lang="en-US" altLang="ja-JP" sz="1400" i="0" u="none" strike="noStrike" cap="none" dirty="0">
                <a:cs typeface="MS Gothic"/>
                <a:sym typeface="MS Gothic"/>
              </a:rPr>
            </a:br>
            <a:r>
              <a:rPr lang="en-US" altLang="ja-JP" sz="1400" i="0" u="none" strike="noStrike" cap="none" dirty="0">
                <a:cs typeface="MS Gothic"/>
                <a:sym typeface="MS Gothic"/>
              </a:rPr>
              <a:t>    }</a:t>
            </a:r>
            <a:br>
              <a:rPr lang="en-US" altLang="ja-JP" sz="1400" i="0" u="none" strike="noStrike" cap="none" dirty="0">
                <a:cs typeface="MS Gothic"/>
                <a:sym typeface="MS Gothic"/>
              </a:rPr>
            </a:br>
            <a:r>
              <a:rPr lang="en-US" altLang="ja-JP" sz="1400" i="0" u="none" strike="noStrike" cap="none" dirty="0">
                <a:cs typeface="MS Gothic"/>
                <a:sym typeface="MS Gothic"/>
              </a:rPr>
              <a:t>}</a:t>
            </a:r>
          </a:p>
        </p:txBody>
      </p:sp>
      <p:sp>
        <p:nvSpPr>
          <p:cNvPr id="7" name="テキスト プレースホルダー 4">
            <a:extLst>
              <a:ext uri="{FF2B5EF4-FFF2-40B4-BE49-F238E27FC236}">
                <a16:creationId xmlns:a16="http://schemas.microsoft.com/office/drawing/2014/main" id="{A0688A41-B9A2-4C7E-A0ED-9FC59C896707}"/>
              </a:ext>
            </a:extLst>
          </p:cNvPr>
          <p:cNvSpPr txBox="1">
            <a:spLocks/>
          </p:cNvSpPr>
          <p:nvPr/>
        </p:nvSpPr>
        <p:spPr>
          <a:xfrm>
            <a:off x="462875" y="3488391"/>
            <a:ext cx="8216900" cy="125886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ソースコードがすっきりして見やすくなりました。今回の</a:t>
            </a:r>
            <a:r>
              <a:rPr lang="en-US" altLang="ja-JP" dirty="0"/>
              <a:t>import</a:t>
            </a:r>
            <a:r>
              <a:rPr lang="ja-JP" altLang="en-US" dirty="0"/>
              <a:t>文は</a:t>
            </a:r>
          </a:p>
          <a:p>
            <a:pPr marL="96838" indent="0">
              <a:buFont typeface="Arial" panose="020B0604020202020204" pitchFamily="34" charset="0"/>
              <a:buNone/>
            </a:pPr>
            <a:r>
              <a:rPr lang="ja-JP" altLang="en-US" dirty="0"/>
              <a:t>	</a:t>
            </a:r>
            <a:r>
              <a:rPr lang="en-US" altLang="ja-JP" b="1" dirty="0">
                <a:solidFill>
                  <a:schemeClr val="accent1"/>
                </a:solidFill>
              </a:rPr>
              <a:t>import </a:t>
            </a:r>
            <a:r>
              <a:rPr lang="en-US" altLang="ja-JP" b="1" dirty="0" err="1">
                <a:solidFill>
                  <a:schemeClr val="accent1"/>
                </a:solidFill>
              </a:rPr>
              <a:t>overload.out</a:t>
            </a:r>
            <a:r>
              <a:rPr lang="en-US" altLang="ja-JP" b="1" dirty="0">
                <a:solidFill>
                  <a:schemeClr val="accent1"/>
                </a:solidFill>
              </a:rPr>
              <a:t>.*;</a:t>
            </a:r>
          </a:p>
          <a:p>
            <a:pPr marL="96838" indent="0">
              <a:buFont typeface="Arial" panose="020B0604020202020204" pitchFamily="34" charset="0"/>
              <a:buNone/>
            </a:pPr>
            <a:r>
              <a:rPr lang="ja-JP" altLang="en-US" dirty="0"/>
              <a:t>と書いても同じです。</a:t>
            </a:r>
            <a:br>
              <a:rPr lang="ja-JP" altLang="en-US" dirty="0"/>
            </a:br>
            <a:r>
              <a:rPr lang="ja-JP" altLang="en-US" dirty="0"/>
              <a:t>この書き方だと同一パッケージに所属するクラスがたくさんある場合は</a:t>
            </a:r>
            <a:r>
              <a:rPr lang="en-US" altLang="ja-JP" dirty="0"/>
              <a:t>1</a:t>
            </a:r>
            <a:r>
              <a:rPr lang="ja-JP" altLang="en-US" dirty="0"/>
              <a:t>行で済むので便利です。</a:t>
            </a:r>
            <a:endParaRPr lang="en-US" altLang="ja-JP" dirty="0"/>
          </a:p>
          <a:p>
            <a:pPr marL="96838" indent="0">
              <a:buFont typeface="Arial" panose="020B0604020202020204" pitchFamily="34" charset="0"/>
              <a:buNone/>
            </a:pPr>
            <a:r>
              <a:rPr lang="ja-JP" altLang="en-US" dirty="0"/>
              <a:t>ただ、</a:t>
            </a:r>
            <a:r>
              <a:rPr lang="en-US" altLang="ja-JP" dirty="0"/>
              <a:t>import</a:t>
            </a:r>
            <a:r>
              <a:rPr lang="ja-JP" altLang="en-US" dirty="0"/>
              <a:t>文にクラス名まで明記する書き方の方が好まれるようです。</a:t>
            </a:r>
          </a:p>
        </p:txBody>
      </p:sp>
    </p:spTree>
    <p:extLst>
      <p:ext uri="{BB962C8B-B14F-4D97-AF65-F5344CB8AC3E}">
        <p14:creationId xmlns:p14="http://schemas.microsoft.com/office/powerpoint/2010/main" val="2014761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1CD16F5-8F0C-4871-B05C-BE071DA4598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C5FF2BC-0B50-4236-8594-1714C82F07D7}"/>
              </a:ext>
            </a:extLst>
          </p:cNvPr>
          <p:cNvSpPr>
            <a:spLocks noGrp="1"/>
          </p:cNvSpPr>
          <p:nvPr>
            <p:ph type="ctrTitle"/>
          </p:nvPr>
        </p:nvSpPr>
        <p:spPr/>
        <p:txBody>
          <a:bodyPr/>
          <a:lstStyle/>
          <a:p>
            <a:r>
              <a:rPr lang="en-US" altLang="ja-JP" dirty="0" err="1"/>
              <a:t>import文</a:t>
            </a:r>
            <a:endParaRPr kumimoji="1" lang="ja-JP" altLang="en-US" dirty="0"/>
          </a:p>
        </p:txBody>
      </p:sp>
      <p:sp>
        <p:nvSpPr>
          <p:cNvPr id="4" name="スライド番号プレースホルダー 3">
            <a:extLst>
              <a:ext uri="{FF2B5EF4-FFF2-40B4-BE49-F238E27FC236}">
                <a16:creationId xmlns:a16="http://schemas.microsoft.com/office/drawing/2014/main" id="{95E841C4-4D35-4D1F-AF38-F3C49198194F}"/>
              </a:ext>
            </a:extLst>
          </p:cNvPr>
          <p:cNvSpPr>
            <a:spLocks noGrp="1"/>
          </p:cNvSpPr>
          <p:nvPr>
            <p:ph type="sldNum" sz="quarter" idx="4"/>
          </p:nvPr>
        </p:nvSpPr>
        <p:spPr/>
        <p:txBody>
          <a:bodyPr/>
          <a:lstStyle/>
          <a:p>
            <a:fld id="{00000000-1234-1234-1234-123412341234}" type="slidenum">
              <a:rPr lang="en" smtClean="0"/>
              <a:pPr/>
              <a:t>27</a:t>
            </a:fld>
            <a:endParaRPr lang="en" dirty="0"/>
          </a:p>
        </p:txBody>
      </p:sp>
      <p:sp>
        <p:nvSpPr>
          <p:cNvPr id="5" name="テキスト プレースホルダー 4">
            <a:extLst>
              <a:ext uri="{FF2B5EF4-FFF2-40B4-BE49-F238E27FC236}">
                <a16:creationId xmlns:a16="http://schemas.microsoft.com/office/drawing/2014/main" id="{58B39E1C-2F3F-41B9-B9A2-08AA8CB132E1}"/>
              </a:ext>
            </a:extLst>
          </p:cNvPr>
          <p:cNvSpPr>
            <a:spLocks noGrp="1"/>
          </p:cNvSpPr>
          <p:nvPr>
            <p:ph type="body" sz="quarter" idx="14"/>
          </p:nvPr>
        </p:nvSpPr>
        <p:spPr/>
        <p:txBody>
          <a:bodyPr/>
          <a:lstStyle/>
          <a:p>
            <a:pPr marL="96838" indent="0">
              <a:buNone/>
            </a:pPr>
            <a:r>
              <a:rPr kumimoji="1" lang="en-US" altLang="ja-JP" dirty="0"/>
              <a:t>import</a:t>
            </a:r>
            <a:r>
              <a:rPr kumimoji="1" lang="ja-JP" altLang="en-US" dirty="0"/>
              <a:t>文を使う場合にいくつか注意があります。</a:t>
            </a:r>
            <a:endParaRPr kumimoji="1" lang="en-US" altLang="ja-JP" dirty="0"/>
          </a:p>
          <a:p>
            <a:pPr marL="439738" indent="-342900">
              <a:buFont typeface="+mj-lt"/>
              <a:buAutoNum type="arabicPeriod"/>
            </a:pPr>
            <a:r>
              <a:rPr kumimoji="1" lang="ja-JP" altLang="en-US" b="1" dirty="0">
                <a:solidFill>
                  <a:schemeClr val="tx2"/>
                </a:solidFill>
              </a:rPr>
              <a:t>書く順番</a:t>
            </a:r>
          </a:p>
          <a:p>
            <a:pPr marL="452438" lvl="1" indent="0">
              <a:buNone/>
            </a:pPr>
            <a:r>
              <a:rPr kumimoji="1" lang="en-US" altLang="ja-JP" dirty="0"/>
              <a:t>package</a:t>
            </a:r>
            <a:r>
              <a:rPr kumimoji="1" lang="ja-JP" altLang="en-US" dirty="0"/>
              <a:t>文も</a:t>
            </a:r>
            <a:r>
              <a:rPr kumimoji="1" lang="en-US" altLang="ja-JP" dirty="0"/>
              <a:t>import</a:t>
            </a:r>
            <a:r>
              <a:rPr kumimoji="1" lang="ja-JP" altLang="en-US" dirty="0"/>
              <a:t>文もあるクラスの場合、</a:t>
            </a:r>
          </a:p>
          <a:p>
            <a:pPr marL="1160463" lvl="2" indent="-342900">
              <a:buFont typeface="+mj-lt"/>
              <a:buAutoNum type="arabicPeriod"/>
            </a:pPr>
            <a:r>
              <a:rPr kumimoji="1" lang="en-US" altLang="ja-JP" b="1" dirty="0">
                <a:solidFill>
                  <a:schemeClr val="accent1"/>
                </a:solidFill>
              </a:rPr>
              <a:t>package</a:t>
            </a:r>
            <a:r>
              <a:rPr kumimoji="1" lang="ja-JP" altLang="en-US" b="1" dirty="0">
                <a:solidFill>
                  <a:schemeClr val="accent1"/>
                </a:solidFill>
              </a:rPr>
              <a:t>文</a:t>
            </a:r>
          </a:p>
          <a:p>
            <a:pPr marL="1160463" lvl="2" indent="-342900">
              <a:buFont typeface="+mj-lt"/>
              <a:buAutoNum type="arabicPeriod"/>
            </a:pPr>
            <a:r>
              <a:rPr kumimoji="1" lang="en-US" altLang="ja-JP" b="1" dirty="0">
                <a:solidFill>
                  <a:schemeClr val="accent1"/>
                </a:solidFill>
              </a:rPr>
              <a:t>import</a:t>
            </a:r>
            <a:r>
              <a:rPr kumimoji="1" lang="ja-JP" altLang="en-US" b="1" dirty="0">
                <a:solidFill>
                  <a:schemeClr val="accent1"/>
                </a:solidFill>
              </a:rPr>
              <a:t>文</a:t>
            </a:r>
          </a:p>
          <a:p>
            <a:pPr marL="1160463" lvl="2" indent="-342900">
              <a:buFont typeface="+mj-lt"/>
              <a:buAutoNum type="arabicPeriod"/>
            </a:pPr>
            <a:r>
              <a:rPr kumimoji="1" lang="ja-JP" altLang="en-US" b="1" dirty="0">
                <a:solidFill>
                  <a:schemeClr val="accent1"/>
                </a:solidFill>
              </a:rPr>
              <a:t>クラスの定義</a:t>
            </a:r>
            <a:r>
              <a:rPr kumimoji="1" lang="en-US" altLang="ja-JP" b="1" dirty="0">
                <a:solidFill>
                  <a:schemeClr val="accent1"/>
                </a:solidFill>
              </a:rPr>
              <a:t>(public class </a:t>
            </a:r>
            <a:r>
              <a:rPr kumimoji="1" lang="ja-JP" altLang="en-US" b="1" dirty="0">
                <a:solidFill>
                  <a:schemeClr val="accent1"/>
                </a:solidFill>
              </a:rPr>
              <a:t>クラス名</a:t>
            </a:r>
            <a:r>
              <a:rPr kumimoji="1" lang="en-US" altLang="ja-JP" b="1" dirty="0">
                <a:solidFill>
                  <a:schemeClr val="accent1"/>
                </a:solidFill>
              </a:rPr>
              <a:t>{</a:t>
            </a:r>
            <a:r>
              <a:rPr kumimoji="1" lang="ja-JP" altLang="en-US" b="1" dirty="0">
                <a:solidFill>
                  <a:schemeClr val="accent1"/>
                </a:solidFill>
              </a:rPr>
              <a:t>　</a:t>
            </a:r>
            <a:r>
              <a:rPr kumimoji="1" lang="en-US" altLang="ja-JP" b="1" dirty="0">
                <a:solidFill>
                  <a:schemeClr val="accent1"/>
                </a:solidFill>
              </a:rPr>
              <a:t>)</a:t>
            </a:r>
          </a:p>
          <a:p>
            <a:pPr marL="452438" lvl="1" indent="0">
              <a:buNone/>
            </a:pPr>
            <a:r>
              <a:rPr kumimoji="1" lang="ja-JP" altLang="en-US" dirty="0"/>
              <a:t>の順番を守らないとコンパイルエラーになります。</a:t>
            </a:r>
          </a:p>
          <a:p>
            <a:pPr marL="439738" indent="-342900">
              <a:buFont typeface="+mj-lt"/>
              <a:buAutoNum type="arabicPeriod"/>
            </a:pPr>
            <a:endParaRPr kumimoji="1" lang="en-US" altLang="ja-JP" b="1" dirty="0">
              <a:solidFill>
                <a:schemeClr val="tx2"/>
              </a:solidFill>
            </a:endParaRPr>
          </a:p>
          <a:p>
            <a:pPr marL="439738" indent="-342900">
              <a:buFont typeface="+mj-lt"/>
              <a:buAutoNum type="arabicPeriod"/>
            </a:pPr>
            <a:r>
              <a:rPr kumimoji="1" lang="ja-JP" altLang="en-US" b="1" dirty="0">
                <a:solidFill>
                  <a:schemeClr val="tx2"/>
                </a:solidFill>
              </a:rPr>
              <a:t>アスタリスク「*」を使った書き方</a:t>
            </a:r>
          </a:p>
          <a:p>
            <a:pPr marL="452438" lvl="1" indent="0">
              <a:buNone/>
            </a:pPr>
            <a:r>
              <a:rPr kumimoji="1" lang="ja-JP" altLang="en-US" dirty="0"/>
              <a:t>アスタリスクはワイルドカードではありません。</a:t>
            </a:r>
            <a:br>
              <a:rPr kumimoji="1" lang="ja-JP" altLang="en-US" dirty="0"/>
            </a:br>
            <a:r>
              <a:rPr kumimoji="1" lang="ja-JP" altLang="en-US" dirty="0"/>
              <a:t>	</a:t>
            </a:r>
            <a:r>
              <a:rPr kumimoji="1" lang="en-US" altLang="ja-JP" b="1" dirty="0">
                <a:solidFill>
                  <a:schemeClr val="accent1"/>
                </a:solidFill>
              </a:rPr>
              <a:t>import </a:t>
            </a:r>
            <a:r>
              <a:rPr kumimoji="1" lang="en-US" altLang="ja-JP" b="1" dirty="0" err="1">
                <a:solidFill>
                  <a:schemeClr val="accent1"/>
                </a:solidFill>
              </a:rPr>
              <a:t>overload.call</a:t>
            </a:r>
            <a:r>
              <a:rPr kumimoji="1" lang="en-US" altLang="ja-JP" b="1" dirty="0">
                <a:solidFill>
                  <a:schemeClr val="accent1"/>
                </a:solidFill>
              </a:rPr>
              <a:t>.*;</a:t>
            </a:r>
            <a:br>
              <a:rPr kumimoji="1" lang="en-US" altLang="ja-JP" b="1" dirty="0">
                <a:solidFill>
                  <a:schemeClr val="accent1"/>
                </a:solidFill>
              </a:rPr>
            </a:br>
            <a:r>
              <a:rPr kumimoji="1" lang="en-US" altLang="ja-JP" b="1" dirty="0">
                <a:solidFill>
                  <a:schemeClr val="accent1"/>
                </a:solidFill>
              </a:rPr>
              <a:t>	import </a:t>
            </a:r>
            <a:r>
              <a:rPr kumimoji="1" lang="en-US" altLang="ja-JP" b="1" dirty="0" err="1">
                <a:solidFill>
                  <a:schemeClr val="accent1"/>
                </a:solidFill>
              </a:rPr>
              <a:t>overload.out</a:t>
            </a:r>
            <a:r>
              <a:rPr kumimoji="1" lang="en-US" altLang="ja-JP" b="1" dirty="0">
                <a:solidFill>
                  <a:schemeClr val="accent1"/>
                </a:solidFill>
              </a:rPr>
              <a:t>.*;</a:t>
            </a:r>
          </a:p>
          <a:p>
            <a:pPr marL="452438" lvl="1" indent="0">
              <a:buNone/>
            </a:pPr>
            <a:r>
              <a:rPr kumimoji="1" lang="ja-JP" altLang="en-US" dirty="0"/>
              <a:t>の</a:t>
            </a:r>
            <a:r>
              <a:rPr kumimoji="1" lang="en-US" altLang="ja-JP" dirty="0"/>
              <a:t>2</a:t>
            </a:r>
            <a:r>
              <a:rPr kumimoji="1" lang="ja-JP" altLang="en-US" dirty="0"/>
              <a:t>行があるときに、これを</a:t>
            </a:r>
            <a:br>
              <a:rPr kumimoji="1" lang="ja-JP" altLang="en-US" dirty="0"/>
            </a:br>
            <a:r>
              <a:rPr kumimoji="1" lang="ja-JP" altLang="en-US" dirty="0"/>
              <a:t>	</a:t>
            </a:r>
            <a:r>
              <a:rPr kumimoji="1" lang="en-US" altLang="ja-JP" b="1" dirty="0">
                <a:solidFill>
                  <a:schemeClr val="accent1"/>
                </a:solidFill>
              </a:rPr>
              <a:t>import overload.*;</a:t>
            </a:r>
            <a:br>
              <a:rPr kumimoji="1" lang="en-US" altLang="ja-JP" dirty="0"/>
            </a:br>
            <a:r>
              <a:rPr kumimoji="1" lang="ja-JP" altLang="en-US" dirty="0"/>
              <a:t>の</a:t>
            </a:r>
            <a:r>
              <a:rPr kumimoji="1" lang="en-US" altLang="ja-JP" dirty="0"/>
              <a:t>1</a:t>
            </a:r>
            <a:r>
              <a:rPr kumimoji="1" lang="ja-JP" altLang="en-US" dirty="0"/>
              <a:t>行で代用することはできません。</a:t>
            </a:r>
            <a:br>
              <a:rPr kumimoji="1" lang="ja-JP" altLang="en-US" dirty="0"/>
            </a:br>
            <a:endParaRPr kumimoji="1" lang="ja-JP" altLang="en-US" dirty="0"/>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8287860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B5BD44B-D6AE-41EE-A73D-D1A1C6A40D11}"/>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9862214D-6674-416E-B6FD-692656E1806D}"/>
              </a:ext>
            </a:extLst>
          </p:cNvPr>
          <p:cNvSpPr>
            <a:spLocks noGrp="1"/>
          </p:cNvSpPr>
          <p:nvPr>
            <p:ph type="ctrTitle"/>
          </p:nvPr>
        </p:nvSpPr>
        <p:spPr/>
        <p:txBody>
          <a:bodyPr/>
          <a:lstStyle/>
          <a:p>
            <a:r>
              <a:rPr kumimoji="1" lang="en-US" altLang="ja-JP" dirty="0"/>
              <a:t>Java API</a:t>
            </a:r>
            <a:endParaRPr kumimoji="1" lang="ja-JP" altLang="en-US" dirty="0"/>
          </a:p>
        </p:txBody>
      </p:sp>
      <p:sp>
        <p:nvSpPr>
          <p:cNvPr id="4" name="スライド番号プレースホルダー 3">
            <a:extLst>
              <a:ext uri="{FF2B5EF4-FFF2-40B4-BE49-F238E27FC236}">
                <a16:creationId xmlns:a16="http://schemas.microsoft.com/office/drawing/2014/main" id="{4EA2A17B-3B11-4FB1-ADD7-C27B0EB90608}"/>
              </a:ext>
            </a:extLst>
          </p:cNvPr>
          <p:cNvSpPr>
            <a:spLocks noGrp="1"/>
          </p:cNvSpPr>
          <p:nvPr>
            <p:ph type="sldNum" sz="quarter" idx="4"/>
          </p:nvPr>
        </p:nvSpPr>
        <p:spPr/>
        <p:txBody>
          <a:bodyPr/>
          <a:lstStyle/>
          <a:p>
            <a:fld id="{00000000-1234-1234-1234-123412341234}" type="slidenum">
              <a:rPr lang="en" smtClean="0"/>
              <a:pPr/>
              <a:t>28</a:t>
            </a:fld>
            <a:endParaRPr lang="en" dirty="0">
              <a:latin typeface="+mn-ea"/>
            </a:endParaRPr>
          </a:p>
        </p:txBody>
      </p:sp>
      <p:sp>
        <p:nvSpPr>
          <p:cNvPr id="5" name="テキスト プレースホルダー 4">
            <a:extLst>
              <a:ext uri="{FF2B5EF4-FFF2-40B4-BE49-F238E27FC236}">
                <a16:creationId xmlns:a16="http://schemas.microsoft.com/office/drawing/2014/main" id="{282B1A8E-7EED-4A43-B304-19AC509F524B}"/>
              </a:ext>
            </a:extLst>
          </p:cNvPr>
          <p:cNvSpPr>
            <a:spLocks noGrp="1"/>
          </p:cNvSpPr>
          <p:nvPr>
            <p:ph type="body" sz="quarter" idx="14"/>
          </p:nvPr>
        </p:nvSpPr>
        <p:spPr>
          <a:xfrm>
            <a:off x="462875" y="2295035"/>
            <a:ext cx="8216900" cy="1061743"/>
          </a:xfrm>
        </p:spPr>
        <p:txBody>
          <a:bodyPr/>
          <a:lstStyle/>
          <a:p>
            <a:pPr marL="96838" indent="0">
              <a:buNone/>
            </a:pPr>
            <a:r>
              <a:rPr kumimoji="1" lang="en-US" altLang="ja-JP" dirty="0"/>
              <a:t>Java</a:t>
            </a:r>
            <a:r>
              <a:rPr kumimoji="1" lang="ja-JP" altLang="en-US" dirty="0"/>
              <a:t>はよく使われるであろう機能を</a:t>
            </a:r>
            <a:r>
              <a:rPr kumimoji="1" lang="en-US" altLang="ja-JP" dirty="0"/>
              <a:t>API</a:t>
            </a:r>
            <a:r>
              <a:rPr kumimoji="1" lang="ja-JP" altLang="en-US" dirty="0"/>
              <a:t>という名前で用意してくれています。</a:t>
            </a:r>
            <a:endParaRPr kumimoji="1" lang="en-US" altLang="ja-JP" dirty="0"/>
          </a:p>
          <a:p>
            <a:pPr marL="96838" indent="0">
              <a:buNone/>
            </a:pPr>
            <a:r>
              <a:rPr lang="ja-JP" altLang="en-US" dirty="0"/>
              <a:t>その数は膨大で、全てを覚えることは難しいです。なので、</a:t>
            </a:r>
            <a:r>
              <a:rPr lang="en-US" altLang="ja-JP" dirty="0"/>
              <a:t>API</a:t>
            </a:r>
            <a:r>
              <a:rPr lang="ja-JP" altLang="en-US" dirty="0"/>
              <a:t>が網羅された</a:t>
            </a:r>
            <a:r>
              <a:rPr lang="en-US" altLang="ja-JP" dirty="0"/>
              <a:t>API</a:t>
            </a:r>
            <a:r>
              <a:rPr lang="ja-JP" altLang="en-US" dirty="0"/>
              <a:t>リファレンスを活用できるように普段から慣れておきましょう。</a:t>
            </a:r>
            <a:endParaRPr kumimoji="1" lang="ja-JP" altLang="en-US" dirty="0"/>
          </a:p>
        </p:txBody>
      </p:sp>
      <p:sp>
        <p:nvSpPr>
          <p:cNvPr id="6" name="テキスト プレースホルダー 5">
            <a:extLst>
              <a:ext uri="{FF2B5EF4-FFF2-40B4-BE49-F238E27FC236}">
                <a16:creationId xmlns:a16="http://schemas.microsoft.com/office/drawing/2014/main" id="{580EFB8E-163D-4AF3-B5CB-1D94C599D32C}"/>
              </a:ext>
            </a:extLst>
          </p:cNvPr>
          <p:cNvSpPr>
            <a:spLocks noGrp="1"/>
          </p:cNvSpPr>
          <p:nvPr>
            <p:ph type="body" sz="quarter" idx="15"/>
          </p:nvPr>
        </p:nvSpPr>
        <p:spPr/>
        <p:txBody>
          <a:bodyPr/>
          <a:lstStyle/>
          <a:p>
            <a:r>
              <a:rPr kumimoji="1" lang="en-US" altLang="ja-JP" dirty="0"/>
              <a:t>Java</a:t>
            </a:r>
            <a:r>
              <a:rPr kumimoji="1" lang="ja-JP" altLang="en-US" dirty="0"/>
              <a:t>はすでに便利な機能をまとめたクラスを提供している。それが</a:t>
            </a:r>
            <a:r>
              <a:rPr kumimoji="1" lang="en-US" altLang="ja-JP" dirty="0"/>
              <a:t>Java API</a:t>
            </a:r>
            <a:endParaRPr lang="en-US" altLang="ja-JP" dirty="0"/>
          </a:p>
          <a:p>
            <a:r>
              <a:rPr kumimoji="1" lang="ja-JP" altLang="en-US" dirty="0"/>
              <a:t>全てを覚える必要はないので、</a:t>
            </a:r>
            <a:r>
              <a:rPr kumimoji="1" lang="en-US" altLang="ja-JP" dirty="0"/>
              <a:t>API</a:t>
            </a:r>
            <a:r>
              <a:rPr kumimoji="1" lang="ja-JP" altLang="en-US" dirty="0"/>
              <a:t>リファレンスを読めるようにしよう</a:t>
            </a:r>
          </a:p>
        </p:txBody>
      </p:sp>
      <p:sp>
        <p:nvSpPr>
          <p:cNvPr id="7" name="テキスト プレースホルダー 6">
            <a:extLst>
              <a:ext uri="{FF2B5EF4-FFF2-40B4-BE49-F238E27FC236}">
                <a16:creationId xmlns:a16="http://schemas.microsoft.com/office/drawing/2014/main" id="{2A20F4FC-983E-495E-954D-97A580F386B7}"/>
              </a:ext>
            </a:extLst>
          </p:cNvPr>
          <p:cNvSpPr>
            <a:spLocks noGrp="1"/>
          </p:cNvSpPr>
          <p:nvPr>
            <p:ph type="body" sz="quarter" idx="16"/>
          </p:nvPr>
        </p:nvSpPr>
        <p:spPr/>
        <p:txBody>
          <a:bodyPr/>
          <a:lstStyle/>
          <a:p>
            <a:endParaRPr kumimoji="1" lang="ja-JP" altLang="en-US"/>
          </a:p>
        </p:txBody>
      </p:sp>
    </p:spTree>
    <p:extLst>
      <p:ext uri="{BB962C8B-B14F-4D97-AF65-F5344CB8AC3E}">
        <p14:creationId xmlns:p14="http://schemas.microsoft.com/office/powerpoint/2010/main" val="803084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4CFA4E5-9C9F-4566-9454-3134497BC20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EAA7AD3-25ED-4795-8701-858B8414F58A}"/>
              </a:ext>
            </a:extLst>
          </p:cNvPr>
          <p:cNvSpPr>
            <a:spLocks noGrp="1"/>
          </p:cNvSpPr>
          <p:nvPr>
            <p:ph type="ctrTitle"/>
          </p:nvPr>
        </p:nvSpPr>
        <p:spPr/>
        <p:txBody>
          <a:bodyPr/>
          <a:lstStyle/>
          <a:p>
            <a:r>
              <a:rPr lang="en-US" altLang="ja-JP" dirty="0"/>
              <a:t>Java API</a:t>
            </a:r>
            <a:endParaRPr kumimoji="1" lang="ja-JP" altLang="en-US" dirty="0"/>
          </a:p>
        </p:txBody>
      </p:sp>
      <p:sp>
        <p:nvSpPr>
          <p:cNvPr id="4" name="スライド番号プレースホルダー 3">
            <a:extLst>
              <a:ext uri="{FF2B5EF4-FFF2-40B4-BE49-F238E27FC236}">
                <a16:creationId xmlns:a16="http://schemas.microsoft.com/office/drawing/2014/main" id="{36031430-2B76-49E5-ACA1-DA6E89EF0B28}"/>
              </a:ext>
            </a:extLst>
          </p:cNvPr>
          <p:cNvSpPr>
            <a:spLocks noGrp="1"/>
          </p:cNvSpPr>
          <p:nvPr>
            <p:ph type="sldNum" sz="quarter" idx="4"/>
          </p:nvPr>
        </p:nvSpPr>
        <p:spPr/>
        <p:txBody>
          <a:bodyPr/>
          <a:lstStyle/>
          <a:p>
            <a:fld id="{00000000-1234-1234-1234-123412341234}" type="slidenum">
              <a:rPr lang="en" smtClean="0"/>
              <a:pPr/>
              <a:t>29</a:t>
            </a:fld>
            <a:endParaRPr lang="en" dirty="0"/>
          </a:p>
        </p:txBody>
      </p:sp>
      <p:sp>
        <p:nvSpPr>
          <p:cNvPr id="5" name="テキスト プレースホルダー 4">
            <a:extLst>
              <a:ext uri="{FF2B5EF4-FFF2-40B4-BE49-F238E27FC236}">
                <a16:creationId xmlns:a16="http://schemas.microsoft.com/office/drawing/2014/main" id="{A22DD326-8AD1-4690-AE6B-14C87C2C673F}"/>
              </a:ext>
            </a:extLst>
          </p:cNvPr>
          <p:cNvSpPr>
            <a:spLocks noGrp="1"/>
          </p:cNvSpPr>
          <p:nvPr>
            <p:ph type="body" sz="quarter" idx="14"/>
          </p:nvPr>
        </p:nvSpPr>
        <p:spPr/>
        <p:txBody>
          <a:bodyPr/>
          <a:lstStyle/>
          <a:p>
            <a:pPr marL="96838" indent="0">
              <a:buNone/>
            </a:pPr>
            <a:r>
              <a:rPr kumimoji="1" lang="ja-JP" altLang="en-US" dirty="0"/>
              <a:t>キーボードから</a:t>
            </a:r>
            <a:r>
              <a:rPr kumimoji="1" lang="en-US" altLang="ja-JP" dirty="0"/>
              <a:t>1</a:t>
            </a:r>
            <a:r>
              <a:rPr kumimoji="1" lang="ja-JP" altLang="en-US" dirty="0"/>
              <a:t>行の入力を受け取る命令は、</a:t>
            </a:r>
          </a:p>
          <a:p>
            <a:pPr marL="452438" lvl="1" indent="0">
              <a:buNone/>
            </a:pPr>
            <a:r>
              <a:rPr kumimoji="1" lang="en-US" altLang="ja-JP" b="1" dirty="0">
                <a:solidFill>
                  <a:schemeClr val="accent1"/>
                </a:solidFill>
              </a:rPr>
              <a:t>String line = new java.util.Scanner(System.in).nextLine();</a:t>
            </a:r>
          </a:p>
          <a:p>
            <a:pPr marL="452438" lvl="1" indent="0">
              <a:buNone/>
            </a:pPr>
            <a:r>
              <a:rPr kumimoji="1" lang="ja-JP" altLang="en-US" dirty="0"/>
              <a:t>でした。</a:t>
            </a:r>
            <a:br>
              <a:rPr kumimoji="1" lang="ja-JP" altLang="en-US" dirty="0"/>
            </a:br>
            <a:r>
              <a:rPr kumimoji="1" lang="ja-JP" altLang="en-US" dirty="0"/>
              <a:t>もうおわかりのように</a:t>
            </a:r>
            <a:r>
              <a:rPr kumimoji="1" lang="en-US" altLang="ja-JP" dirty="0" err="1"/>
              <a:t>java.util.Scanner</a:t>
            </a:r>
            <a:r>
              <a:rPr kumimoji="1" lang="ja-JP" altLang="en-US" dirty="0"/>
              <a:t>というのは完全限定クラス名です。</a:t>
            </a:r>
            <a:br>
              <a:rPr kumimoji="1" lang="ja-JP" altLang="en-US" dirty="0"/>
            </a:br>
            <a:r>
              <a:rPr kumimoji="1" lang="ja-JP" altLang="en-US" dirty="0"/>
              <a:t>従って、</a:t>
            </a:r>
            <a:r>
              <a:rPr kumimoji="1" lang="en-US" altLang="ja-JP" dirty="0" err="1"/>
              <a:t>java.util</a:t>
            </a:r>
            <a:r>
              <a:rPr kumimoji="1" lang="ja-JP" altLang="en-US" dirty="0"/>
              <a:t>というのがパッケージ名、</a:t>
            </a:r>
            <a:r>
              <a:rPr kumimoji="1" lang="en-US" altLang="ja-JP" dirty="0"/>
              <a:t>Scanner</a:t>
            </a:r>
            <a:r>
              <a:rPr kumimoji="1" lang="ja-JP" altLang="en-US" dirty="0"/>
              <a:t>というのがクラス名です。</a:t>
            </a:r>
          </a:p>
          <a:p>
            <a:pPr marL="96838" indent="0">
              <a:buNone/>
            </a:pPr>
            <a:r>
              <a:rPr kumimoji="1" lang="ja-JP" altLang="en-US" dirty="0"/>
              <a:t>既に</a:t>
            </a:r>
            <a:r>
              <a:rPr kumimoji="1" lang="en-US" altLang="ja-JP" dirty="0"/>
              <a:t>import</a:t>
            </a:r>
            <a:r>
              <a:rPr kumimoji="1" lang="ja-JP" altLang="en-US" dirty="0"/>
              <a:t>文を学習しましたので、こんな書き方ができるということもわかりますね。</a:t>
            </a:r>
          </a:p>
          <a:p>
            <a:endParaRPr kumimoji="1" lang="ja-JP" altLang="en-US" dirty="0"/>
          </a:p>
        </p:txBody>
      </p:sp>
      <p:sp>
        <p:nvSpPr>
          <p:cNvPr id="6" name="テキスト プレースホルダー 7">
            <a:extLst>
              <a:ext uri="{FF2B5EF4-FFF2-40B4-BE49-F238E27FC236}">
                <a16:creationId xmlns:a16="http://schemas.microsoft.com/office/drawing/2014/main" id="{32C4DA72-CE5D-4879-8225-7A31F7C108E3}"/>
              </a:ext>
            </a:extLst>
          </p:cNvPr>
          <p:cNvSpPr txBox="1">
            <a:spLocks/>
          </p:cNvSpPr>
          <p:nvPr/>
        </p:nvSpPr>
        <p:spPr>
          <a:xfrm>
            <a:off x="1325879" y="2636521"/>
            <a:ext cx="6545581" cy="1859280"/>
          </a:xfrm>
          <a:prstGeom prst="rect">
            <a:avLst/>
          </a:prstGeom>
          <a:solidFill>
            <a:schemeClr val="bg1"/>
          </a:solidFill>
        </p:spPr>
        <p:txBody>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B79100"/>
              </a:buClr>
              <a:buSzPts val="1800"/>
              <a:buFont typeface="Noto Sans Symbols"/>
              <a:buNone/>
            </a:pPr>
            <a:r>
              <a:rPr lang="en-US" altLang="ja-JP" sz="1400" b="1" i="0" u="none" strike="noStrike" cap="none" dirty="0">
                <a:solidFill>
                  <a:schemeClr val="accent1"/>
                </a:solidFill>
                <a:cs typeface="MS Gothic"/>
                <a:sym typeface="MS Gothic"/>
              </a:rPr>
              <a:t>import </a:t>
            </a:r>
            <a:r>
              <a:rPr lang="en-US" altLang="ja-JP" sz="1400" b="1" i="0" u="none" strike="noStrike" cap="none" dirty="0" err="1">
                <a:solidFill>
                  <a:schemeClr val="accent1"/>
                </a:solidFill>
                <a:cs typeface="MS Gothic"/>
                <a:sym typeface="MS Gothic"/>
              </a:rPr>
              <a:t>java.util.Scanner</a:t>
            </a:r>
            <a:r>
              <a:rPr lang="en-US" altLang="ja-JP" sz="1400" b="1" i="0" u="none" strike="noStrike" cap="none" dirty="0">
                <a:solidFill>
                  <a:schemeClr val="accent1"/>
                </a:solidFill>
                <a:cs typeface="MS Gothic"/>
                <a:sym typeface="MS Gothic"/>
              </a:rPr>
              <a:t>;</a:t>
            </a:r>
            <a:br>
              <a:rPr lang="en-US" altLang="ja-JP" sz="1400" i="0" u="none" strike="noStrike" cap="none" dirty="0">
                <a:cs typeface="MS Gothic"/>
                <a:sym typeface="MS Gothic"/>
              </a:rPr>
            </a:br>
            <a:r>
              <a:rPr lang="en-US" altLang="ja-JP" sz="1400" i="0" u="none" strike="noStrike" cap="none" dirty="0">
                <a:cs typeface="MS Gothic"/>
                <a:sym typeface="MS Gothic"/>
              </a:rPr>
              <a:t>public class </a:t>
            </a:r>
            <a:r>
              <a:rPr lang="en-US" altLang="ja-JP" sz="1400" i="0" u="none" strike="noStrike" cap="none" dirty="0" err="1">
                <a:cs typeface="MS Gothic"/>
                <a:sym typeface="MS Gothic"/>
              </a:rPr>
              <a:t>APISample</a:t>
            </a:r>
            <a:r>
              <a:rPr lang="en-US" altLang="ja-JP" sz="1400" i="0" u="none" strike="noStrike" cap="none" dirty="0">
                <a:cs typeface="MS Gothic"/>
                <a:sym typeface="MS Gothic"/>
              </a:rPr>
              <a:t> {</a:t>
            </a:r>
            <a:br>
              <a:rPr lang="en-US" altLang="ja-JP" sz="1400" i="0" u="none" strike="noStrike" cap="none" dirty="0">
                <a:cs typeface="MS Gothic"/>
                <a:sym typeface="MS Gothic"/>
              </a:rPr>
            </a:br>
            <a:r>
              <a:rPr lang="en-US" altLang="ja-JP" sz="1400" i="0" u="none" strike="noStrike" cap="none" dirty="0">
                <a:cs typeface="MS Gothic"/>
                <a:sym typeface="MS Gothic"/>
              </a:rPr>
              <a:t>    public static void main(String[] </a:t>
            </a:r>
            <a:r>
              <a:rPr lang="en-US" altLang="ja-JP" sz="1400" i="0" u="none" strike="noStrike" cap="none" dirty="0" err="1">
                <a:cs typeface="MS Gothic"/>
                <a:sym typeface="MS Gothic"/>
              </a:rPr>
              <a:t>args</a:t>
            </a:r>
            <a:r>
              <a:rPr lang="en-US" altLang="ja-JP" sz="1400" i="0" u="none" strike="noStrike" cap="none" dirty="0">
                <a:cs typeface="MS Gothic"/>
                <a:sym typeface="MS Gothic"/>
              </a:rPr>
              <a:t>) {</a:t>
            </a:r>
            <a:br>
              <a:rPr lang="en-US" altLang="ja-JP" sz="1400" i="0" u="none" strike="noStrike" cap="none" dirty="0">
                <a:cs typeface="MS Gothic"/>
                <a:sym typeface="MS Gothic"/>
              </a:rPr>
            </a:br>
            <a:r>
              <a:rPr lang="en-US" altLang="ja-JP" sz="1400" i="0" u="none" strike="noStrike" cap="none" dirty="0">
                <a:cs typeface="MS Gothic"/>
                <a:sym typeface="MS Gothic"/>
              </a:rPr>
              <a:t>        String </a:t>
            </a:r>
            <a:r>
              <a:rPr lang="en-US" altLang="ja-JP" sz="1400" i="0" u="none" strike="noStrike" cap="none" dirty="0" err="1">
                <a:cs typeface="MS Gothic"/>
                <a:sym typeface="MS Gothic"/>
              </a:rPr>
              <a:t>kamoku</a:t>
            </a:r>
            <a:r>
              <a:rPr lang="en-US" altLang="ja-JP" sz="1400" i="0" u="none" strike="noStrike" cap="none" dirty="0">
                <a:cs typeface="MS Gothic"/>
                <a:sym typeface="MS Gothic"/>
              </a:rPr>
              <a:t> = new </a:t>
            </a:r>
            <a:r>
              <a:rPr lang="en-US" altLang="ja-JP" sz="1400" b="1" i="0" u="none" strike="noStrike" cap="none" dirty="0">
                <a:solidFill>
                  <a:schemeClr val="accent1"/>
                </a:solidFill>
                <a:cs typeface="MS Gothic"/>
                <a:sym typeface="MS Gothic"/>
              </a:rPr>
              <a:t>Scanner</a:t>
            </a:r>
            <a:r>
              <a:rPr lang="en-US" altLang="ja-JP" sz="1400" i="0" u="none" strike="noStrike" cap="none" dirty="0">
                <a:cs typeface="MS Gothic"/>
                <a:sym typeface="MS Gothic"/>
              </a:rPr>
              <a:t>(System.in).</a:t>
            </a:r>
            <a:r>
              <a:rPr lang="en-US" altLang="ja-JP" sz="1400" i="0" u="none" strike="noStrike" cap="none" dirty="0" err="1">
                <a:cs typeface="MS Gothic"/>
                <a:sym typeface="MS Gothic"/>
              </a:rPr>
              <a:t>nextLine</a:t>
            </a:r>
            <a:r>
              <a:rPr lang="en-US" altLang="ja-JP" sz="1400" i="0" u="none" strike="noStrike" cap="none" dirty="0">
                <a:cs typeface="MS Gothic"/>
                <a:sym typeface="MS Gothic"/>
              </a:rPr>
              <a:t>();</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dirty="0">
                <a:cs typeface="MS Gothic"/>
                <a:sym typeface="MS Gothic"/>
              </a:rPr>
              <a:t>String</a:t>
            </a:r>
            <a:r>
              <a:rPr lang="en-US" altLang="ja-JP" sz="1400" i="0" u="none" strike="noStrike" cap="none" dirty="0">
                <a:cs typeface="MS Gothic"/>
                <a:sym typeface="MS Gothic"/>
              </a:rPr>
              <a:t> </a:t>
            </a:r>
            <a:r>
              <a:rPr lang="en-US" altLang="ja-JP" sz="1400" i="0" u="none" strike="noStrike" cap="none" dirty="0" err="1">
                <a:cs typeface="MS Gothic"/>
                <a:sym typeface="MS Gothic"/>
              </a:rPr>
              <a:t>inputTokuten</a:t>
            </a:r>
            <a:r>
              <a:rPr lang="en-US" altLang="ja-JP" sz="1400" i="0" u="none" strike="noStrike" cap="none" dirty="0">
                <a:cs typeface="MS Gothic"/>
                <a:sym typeface="MS Gothic"/>
              </a:rPr>
              <a:t> = new </a:t>
            </a:r>
            <a:r>
              <a:rPr lang="en-US" altLang="ja-JP" sz="1400" b="1" i="0" u="none" strike="noStrike" cap="none" dirty="0">
                <a:solidFill>
                  <a:schemeClr val="accent1"/>
                </a:solidFill>
                <a:cs typeface="MS Gothic"/>
                <a:sym typeface="MS Gothic"/>
              </a:rPr>
              <a:t>Scanner</a:t>
            </a:r>
            <a:r>
              <a:rPr lang="en-US" altLang="ja-JP" sz="1400" i="0" u="none" strike="noStrike" cap="none" dirty="0">
                <a:cs typeface="MS Gothic"/>
                <a:sym typeface="MS Gothic"/>
              </a:rPr>
              <a:t>(System.in). </a:t>
            </a:r>
            <a:r>
              <a:rPr lang="en-US" altLang="ja-JP" sz="1400" i="0" u="none" strike="noStrike" cap="none" dirty="0" err="1">
                <a:cs typeface="MS Gothic"/>
                <a:sym typeface="MS Gothic"/>
              </a:rPr>
              <a:t>nextLine</a:t>
            </a:r>
            <a:r>
              <a:rPr lang="en-US" altLang="ja-JP" sz="1400" i="0" u="none" strike="noStrike" cap="none" dirty="0">
                <a:cs typeface="MS Gothic"/>
                <a:sym typeface="MS Gothic"/>
              </a:rPr>
              <a:t>();</a:t>
            </a:r>
          </a:p>
          <a:p>
            <a:pPr marL="0" marR="0" lvl="0" indent="0" algn="l" rtl="0">
              <a:lnSpc>
                <a:spcPct val="100000"/>
              </a:lnSpc>
              <a:spcBef>
                <a:spcPts val="0"/>
              </a:spcBef>
              <a:spcAft>
                <a:spcPts val="0"/>
              </a:spcAft>
              <a:buClr>
                <a:srgbClr val="B79100"/>
              </a:buClr>
              <a:buSzPts val="1800"/>
              <a:buFont typeface="Noto Sans Symbols"/>
              <a:buNone/>
            </a:pPr>
            <a:r>
              <a:rPr lang="en-US" altLang="ja-JP" dirty="0">
                <a:cs typeface="MS Gothic"/>
                <a:sym typeface="MS Gothic"/>
              </a:rPr>
              <a:t>        int </a:t>
            </a:r>
            <a:r>
              <a:rPr lang="en-US" altLang="ja-JP" dirty="0" err="1">
                <a:cs typeface="MS Gothic"/>
                <a:sym typeface="MS Gothic"/>
              </a:rPr>
              <a:t>tokuten</a:t>
            </a:r>
            <a:r>
              <a:rPr lang="en-US" altLang="ja-JP" dirty="0">
                <a:cs typeface="MS Gothic"/>
                <a:sym typeface="MS Gothic"/>
              </a:rPr>
              <a:t> = </a:t>
            </a:r>
            <a:r>
              <a:rPr lang="en-US" altLang="ja-JP" dirty="0" err="1">
                <a:cs typeface="MS Gothic"/>
                <a:sym typeface="MS Gothic"/>
              </a:rPr>
              <a:t>Integer.parseInt</a:t>
            </a:r>
            <a:r>
              <a:rPr lang="en-US" altLang="ja-JP" dirty="0">
                <a:cs typeface="MS Gothic"/>
                <a:sym typeface="MS Gothic"/>
              </a:rPr>
              <a:t>(</a:t>
            </a:r>
            <a:r>
              <a:rPr lang="en-US" altLang="ja-JP" dirty="0" err="1">
                <a:cs typeface="MS Gothic"/>
                <a:sym typeface="MS Gothic"/>
              </a:rPr>
              <a:t>inputTokuten</a:t>
            </a:r>
            <a:r>
              <a:rPr lang="en-US" altLang="ja-JP" dirty="0">
                <a:cs typeface="MS Gothic"/>
                <a:sym typeface="MS Gothic"/>
              </a:rPr>
              <a:t>);</a:t>
            </a:r>
            <a:br>
              <a:rPr lang="en-US" altLang="ja-JP" sz="1400" i="0" u="none" strike="noStrike" cap="none" dirty="0">
                <a:cs typeface="MS Gothic"/>
                <a:sym typeface="MS Gothic"/>
              </a:rPr>
            </a:br>
            <a:r>
              <a:rPr lang="en-US" altLang="ja-JP" sz="1400" i="0" u="none" strike="noStrike" cap="none" dirty="0">
                <a:cs typeface="MS Gothic"/>
                <a:sym typeface="MS Gothic"/>
              </a:rPr>
              <a:t>        </a:t>
            </a:r>
            <a:r>
              <a:rPr lang="en-US" altLang="ja-JP" sz="1400" i="0" u="none" strike="noStrike" cap="none" dirty="0" err="1">
                <a:cs typeface="MS Gothic"/>
                <a:sym typeface="MS Gothic"/>
              </a:rPr>
              <a:t>System.out.println</a:t>
            </a:r>
            <a:r>
              <a:rPr lang="en-US" altLang="ja-JP" sz="1400" i="0" u="none" strike="noStrike" cap="none" dirty="0">
                <a:cs typeface="MS Gothic"/>
                <a:sym typeface="MS Gothic"/>
              </a:rPr>
              <a:t>(</a:t>
            </a:r>
            <a:r>
              <a:rPr lang="en-US" altLang="ja-JP" sz="1400" i="0" u="none" strike="noStrike" cap="none" dirty="0" err="1">
                <a:cs typeface="MS Gothic"/>
                <a:sym typeface="MS Gothic"/>
              </a:rPr>
              <a:t>kamoku</a:t>
            </a:r>
            <a:r>
              <a:rPr lang="en-US" altLang="ja-JP" sz="1400" i="0" u="none" strike="noStrike" cap="none" dirty="0">
                <a:cs typeface="MS Gothic"/>
                <a:sym typeface="MS Gothic"/>
              </a:rPr>
              <a:t> + "</a:t>
            </a:r>
            <a:r>
              <a:rPr lang="ja-JP" altLang="en-US" sz="1400" i="0" u="none" strike="noStrike" cap="none" dirty="0">
                <a:cs typeface="MS Gothic"/>
                <a:sym typeface="MS Gothic"/>
              </a:rPr>
              <a:t>のテストは</a:t>
            </a:r>
            <a:r>
              <a:rPr lang="en-US" altLang="ja-JP" sz="1400" i="0" u="none" strike="noStrike" cap="none" dirty="0">
                <a:cs typeface="MS Gothic"/>
                <a:sym typeface="MS Gothic"/>
              </a:rPr>
              <a:t>" + </a:t>
            </a:r>
            <a:r>
              <a:rPr lang="en-US" altLang="ja-JP" sz="1400" i="0" u="none" strike="noStrike" cap="none" dirty="0" err="1">
                <a:cs typeface="MS Gothic"/>
                <a:sym typeface="MS Gothic"/>
              </a:rPr>
              <a:t>tokuten</a:t>
            </a:r>
            <a:r>
              <a:rPr lang="en-US" altLang="ja-JP" sz="1400" i="0" u="none" strike="noStrike" cap="none" dirty="0">
                <a:cs typeface="MS Gothic"/>
                <a:sym typeface="MS Gothic"/>
              </a:rPr>
              <a:t> + "</a:t>
            </a:r>
            <a:r>
              <a:rPr lang="ja-JP" altLang="en-US" sz="1400" i="0" u="none" strike="noStrike" cap="none" dirty="0">
                <a:cs typeface="MS Gothic"/>
                <a:sym typeface="MS Gothic"/>
              </a:rPr>
              <a:t>でした</a:t>
            </a:r>
            <a:r>
              <a:rPr lang="en-US" altLang="ja-JP" sz="1400" i="0" u="none" strike="noStrike" cap="none" dirty="0">
                <a:cs typeface="MS Gothic"/>
                <a:sym typeface="MS Gothic"/>
              </a:rPr>
              <a:t>");</a:t>
            </a:r>
            <a:br>
              <a:rPr lang="en-US" altLang="ja-JP" sz="1400" i="0" u="none" strike="noStrike" cap="none" dirty="0">
                <a:cs typeface="MS Gothic"/>
                <a:sym typeface="MS Gothic"/>
              </a:rPr>
            </a:br>
            <a:r>
              <a:rPr lang="en-US" altLang="ja-JP" sz="1400" i="0" u="none" strike="noStrike" cap="none" dirty="0">
                <a:cs typeface="MS Gothic"/>
                <a:sym typeface="MS Gothic"/>
              </a:rPr>
              <a:t>    }</a:t>
            </a:r>
            <a:br>
              <a:rPr lang="en-US" altLang="ja-JP" sz="1400" i="0" u="none" strike="noStrike" cap="none" dirty="0">
                <a:cs typeface="MS Gothic"/>
                <a:sym typeface="MS Gothic"/>
              </a:rPr>
            </a:br>
            <a:r>
              <a:rPr lang="en-US" altLang="ja-JP" sz="1400" i="0" u="none" strike="noStrike" cap="none" dirty="0">
                <a:cs typeface="MS Gothic"/>
                <a:sym typeface="MS Gothic"/>
              </a:rPr>
              <a:t>}</a:t>
            </a:r>
          </a:p>
        </p:txBody>
      </p:sp>
    </p:spTree>
    <p:extLst>
      <p:ext uri="{BB962C8B-B14F-4D97-AF65-F5344CB8AC3E}">
        <p14:creationId xmlns:p14="http://schemas.microsoft.com/office/powerpoint/2010/main" val="2112429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58C287E-8FEC-42A8-AE55-B4485C52F79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D5C737E-756E-4151-99B3-626DDED6019E}"/>
              </a:ext>
            </a:extLst>
          </p:cNvPr>
          <p:cNvSpPr>
            <a:spLocks noGrp="1"/>
          </p:cNvSpPr>
          <p:nvPr>
            <p:ph type="ctrTitle"/>
          </p:nvPr>
        </p:nvSpPr>
        <p:spPr/>
        <p:txBody>
          <a:bodyPr/>
          <a:lstStyle/>
          <a:p>
            <a:r>
              <a:rPr lang="en-US" altLang="ja-JP" dirty="0"/>
              <a:t>Java API</a:t>
            </a:r>
            <a:endParaRPr kumimoji="1" lang="ja-JP" altLang="en-US" dirty="0"/>
          </a:p>
        </p:txBody>
      </p:sp>
      <p:sp>
        <p:nvSpPr>
          <p:cNvPr id="4" name="スライド番号プレースホルダー 3">
            <a:extLst>
              <a:ext uri="{FF2B5EF4-FFF2-40B4-BE49-F238E27FC236}">
                <a16:creationId xmlns:a16="http://schemas.microsoft.com/office/drawing/2014/main" id="{6D212007-8431-40B5-B0F1-BD66B94BE1C7}"/>
              </a:ext>
            </a:extLst>
          </p:cNvPr>
          <p:cNvSpPr>
            <a:spLocks noGrp="1"/>
          </p:cNvSpPr>
          <p:nvPr>
            <p:ph type="sldNum" sz="quarter" idx="4"/>
          </p:nvPr>
        </p:nvSpPr>
        <p:spPr/>
        <p:txBody>
          <a:bodyPr/>
          <a:lstStyle/>
          <a:p>
            <a:fld id="{00000000-1234-1234-1234-123412341234}" type="slidenum">
              <a:rPr lang="en" smtClean="0"/>
              <a:pPr/>
              <a:t>30</a:t>
            </a:fld>
            <a:endParaRPr lang="en" dirty="0"/>
          </a:p>
        </p:txBody>
      </p:sp>
      <p:sp>
        <p:nvSpPr>
          <p:cNvPr id="5" name="テキスト プレースホルダー 4">
            <a:extLst>
              <a:ext uri="{FF2B5EF4-FFF2-40B4-BE49-F238E27FC236}">
                <a16:creationId xmlns:a16="http://schemas.microsoft.com/office/drawing/2014/main" id="{2D26C282-9AC8-40E6-9CAE-51CE99BD7886}"/>
              </a:ext>
            </a:extLst>
          </p:cNvPr>
          <p:cNvSpPr>
            <a:spLocks noGrp="1"/>
          </p:cNvSpPr>
          <p:nvPr>
            <p:ph type="body" sz="quarter" idx="14"/>
          </p:nvPr>
        </p:nvSpPr>
        <p:spPr>
          <a:xfrm>
            <a:off x="462875" y="859491"/>
            <a:ext cx="8216900" cy="1898949"/>
          </a:xfrm>
        </p:spPr>
        <p:txBody>
          <a:bodyPr/>
          <a:lstStyle/>
          <a:p>
            <a:pPr marL="96838" indent="0">
              <a:buNone/>
            </a:pPr>
            <a:r>
              <a:rPr kumimoji="1" lang="en-US" altLang="ja-JP" dirty="0" err="1"/>
              <a:t>java.util</a:t>
            </a:r>
            <a:r>
              <a:rPr kumimoji="1" lang="ja-JP" altLang="en-US" dirty="0"/>
              <a:t>がパッケージ名、</a:t>
            </a:r>
            <a:r>
              <a:rPr kumimoji="1" lang="en-US" altLang="ja-JP" dirty="0"/>
              <a:t>Scanner</a:t>
            </a:r>
            <a:r>
              <a:rPr kumimoji="1" lang="ja-JP" altLang="en-US" dirty="0"/>
              <a:t>がクラス名ということがわかりました。</a:t>
            </a:r>
            <a:br>
              <a:rPr kumimoji="1" lang="ja-JP" altLang="en-US" dirty="0"/>
            </a:br>
            <a:r>
              <a:rPr kumimoji="1" lang="ja-JP" altLang="en-US" dirty="0"/>
              <a:t>ではこのパッケージはいつ誰が作ったのでしょうか。</a:t>
            </a:r>
          </a:p>
          <a:p>
            <a:pPr marL="96838" indent="0">
              <a:buNone/>
            </a:pPr>
            <a:r>
              <a:rPr kumimoji="1" lang="ja-JP" altLang="en-US" dirty="0"/>
              <a:t>実はこのパッケージは</a:t>
            </a:r>
            <a:r>
              <a:rPr kumimoji="1" lang="en-US" altLang="ja-JP" dirty="0"/>
              <a:t>Java</a:t>
            </a:r>
            <a:r>
              <a:rPr kumimoji="1" lang="ja-JP" altLang="en-US" dirty="0"/>
              <a:t>を開発した人たちが作ったもので、</a:t>
            </a:r>
            <a:r>
              <a:rPr kumimoji="1" lang="en-US" altLang="ja-JP" dirty="0"/>
              <a:t>JDK</a:t>
            </a:r>
            <a:r>
              <a:rPr kumimoji="1" lang="ja-JP" altLang="en-US" dirty="0"/>
              <a:t>をインストールすると標準的に使えるクラスが入っています。</a:t>
            </a:r>
          </a:p>
          <a:p>
            <a:pPr marL="96838" indent="0">
              <a:buNone/>
            </a:pPr>
            <a:r>
              <a:rPr kumimoji="1" lang="ja-JP" altLang="en-US" dirty="0"/>
              <a:t>このようなクラスは</a:t>
            </a:r>
            <a:r>
              <a:rPr kumimoji="1" lang="en-US" altLang="ja-JP" dirty="0"/>
              <a:t>Java API</a:t>
            </a:r>
            <a:r>
              <a:rPr kumimoji="1" lang="ja-JP" altLang="en-US" dirty="0"/>
              <a:t>と呼ばれます。</a:t>
            </a:r>
          </a:p>
          <a:p>
            <a:pPr marL="96838" indent="0">
              <a:buNone/>
            </a:pPr>
            <a:r>
              <a:rPr kumimoji="1" lang="en-US" altLang="ja-JP" dirty="0"/>
              <a:t>Java API</a:t>
            </a:r>
            <a:r>
              <a:rPr kumimoji="1" lang="ja-JP" altLang="en-US" dirty="0"/>
              <a:t>には非常に多くのパッケージがあります。</a:t>
            </a:r>
          </a:p>
          <a:p>
            <a:pPr marL="96838" indent="0">
              <a:buNone/>
            </a:pPr>
            <a:r>
              <a:rPr kumimoji="1" lang="ja-JP" altLang="en-US" dirty="0"/>
              <a:t>その一部を紹介します。</a:t>
            </a:r>
          </a:p>
        </p:txBody>
      </p:sp>
      <p:graphicFrame>
        <p:nvGraphicFramePr>
          <p:cNvPr id="6" name="Google Shape;287;p36">
            <a:extLst>
              <a:ext uri="{FF2B5EF4-FFF2-40B4-BE49-F238E27FC236}">
                <a16:creationId xmlns:a16="http://schemas.microsoft.com/office/drawing/2014/main" id="{2656D757-E32D-418A-BFCA-417D57951FF2}"/>
              </a:ext>
            </a:extLst>
          </p:cNvPr>
          <p:cNvGraphicFramePr/>
          <p:nvPr>
            <p:extLst>
              <p:ext uri="{D42A27DB-BD31-4B8C-83A1-F6EECF244321}">
                <p14:modId xmlns:p14="http://schemas.microsoft.com/office/powerpoint/2010/main" val="3294929286"/>
              </p:ext>
            </p:extLst>
          </p:nvPr>
        </p:nvGraphicFramePr>
        <p:xfrm>
          <a:off x="1086150" y="2747010"/>
          <a:ext cx="6970350" cy="1828860"/>
        </p:xfrm>
        <a:graphic>
          <a:graphicData uri="http://schemas.openxmlformats.org/drawingml/2006/table">
            <a:tbl>
              <a:tblPr firstRow="1" bandRow="1">
                <a:tableStyleId>{BDBED569-4797-4DF1-A0F4-6AAB3CD982D8}</a:tableStyleId>
              </a:tblPr>
              <a:tblGrid>
                <a:gridCol w="1641750">
                  <a:extLst>
                    <a:ext uri="{9D8B030D-6E8A-4147-A177-3AD203B41FA5}">
                      <a16:colId xmlns:a16="http://schemas.microsoft.com/office/drawing/2014/main" val="20000"/>
                    </a:ext>
                  </a:extLst>
                </a:gridCol>
                <a:gridCol w="5328600">
                  <a:extLst>
                    <a:ext uri="{9D8B030D-6E8A-4147-A177-3AD203B41FA5}">
                      <a16:colId xmlns:a16="http://schemas.microsoft.com/office/drawing/2014/main" val="20001"/>
                    </a:ext>
                  </a:extLst>
                </a:gridCol>
              </a:tblGrid>
              <a:tr h="285377">
                <a:tc>
                  <a:txBody>
                    <a:bodyPr/>
                    <a:lstStyle/>
                    <a:p>
                      <a:pPr marL="0" marR="0" lvl="0" indent="0" algn="ctr" rtl="0">
                        <a:spcBef>
                          <a:spcPts val="0"/>
                        </a:spcBef>
                        <a:spcAft>
                          <a:spcPts val="0"/>
                        </a:spcAft>
                        <a:buNone/>
                      </a:pPr>
                      <a:r>
                        <a:rPr lang="en-US" sz="1400" u="none" strike="noStrike" cap="none">
                          <a:sym typeface="Arial"/>
                        </a:rPr>
                        <a:t>パッケージ名</a:t>
                      </a:r>
                      <a:endParaRPr sz="1400">
                        <a:latin typeface="+mn-lt"/>
                        <a:ea typeface="+mn-ea"/>
                        <a:cs typeface="Arial"/>
                        <a:sym typeface="Arial"/>
                      </a:endParaRPr>
                    </a:p>
                  </a:txBody>
                  <a:tcPr marL="91450" marR="91450" marT="45725" marB="45725"/>
                </a:tc>
                <a:tc>
                  <a:txBody>
                    <a:bodyPr/>
                    <a:lstStyle/>
                    <a:p>
                      <a:pPr marL="0" marR="0" lvl="0" indent="0" algn="ctr" rtl="0">
                        <a:spcBef>
                          <a:spcPts val="0"/>
                        </a:spcBef>
                        <a:spcAft>
                          <a:spcPts val="0"/>
                        </a:spcAft>
                        <a:buNone/>
                      </a:pPr>
                      <a:r>
                        <a:rPr lang="en-US" sz="1400" u="none" strike="noStrike" cap="none">
                          <a:sym typeface="Arial"/>
                        </a:rPr>
                        <a:t>概要</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0"/>
                  </a:ext>
                </a:extLst>
              </a:tr>
              <a:tr h="285377">
                <a:tc>
                  <a:txBody>
                    <a:bodyPr/>
                    <a:lstStyle/>
                    <a:p>
                      <a:pPr marL="0" marR="0" lvl="0" indent="0" algn="l" rtl="0">
                        <a:spcBef>
                          <a:spcPts val="0"/>
                        </a:spcBef>
                        <a:spcAft>
                          <a:spcPts val="0"/>
                        </a:spcAft>
                        <a:buNone/>
                      </a:pPr>
                      <a:r>
                        <a:rPr lang="en-US" sz="1400" u="none" strike="noStrike" cap="none">
                          <a:sym typeface="Arial"/>
                        </a:rPr>
                        <a:t>java.lang</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Javaのプログラミングで使う基本的なクラス群</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1"/>
                  </a:ext>
                </a:extLst>
              </a:tr>
              <a:tr h="285377">
                <a:tc>
                  <a:txBody>
                    <a:bodyPr/>
                    <a:lstStyle/>
                    <a:p>
                      <a:pPr marL="0" marR="0" lvl="0" indent="0" algn="l" rtl="0">
                        <a:spcBef>
                          <a:spcPts val="0"/>
                        </a:spcBef>
                        <a:spcAft>
                          <a:spcPts val="0"/>
                        </a:spcAft>
                        <a:buNone/>
                      </a:pPr>
                      <a:r>
                        <a:rPr lang="en-US" sz="1400">
                          <a:sym typeface="Arial"/>
                        </a:rPr>
                        <a:t>java.util</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プログラミングで使う便利なクラス群</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2"/>
                  </a:ext>
                </a:extLst>
              </a:tr>
              <a:tr h="285377">
                <a:tc>
                  <a:txBody>
                    <a:bodyPr/>
                    <a:lstStyle/>
                    <a:p>
                      <a:pPr marL="0" marR="0" lvl="0" indent="0" algn="l" rtl="0">
                        <a:spcBef>
                          <a:spcPts val="0"/>
                        </a:spcBef>
                        <a:spcAft>
                          <a:spcPts val="0"/>
                        </a:spcAft>
                        <a:buNone/>
                      </a:pPr>
                      <a:r>
                        <a:rPr lang="en-US" sz="1400">
                          <a:sym typeface="Arial"/>
                        </a:rPr>
                        <a:t>java.io</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ファイルなどの入出力に関するクラス群</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3"/>
                  </a:ext>
                </a:extLst>
              </a:tr>
              <a:tr h="285377">
                <a:tc>
                  <a:txBody>
                    <a:bodyPr/>
                    <a:lstStyle/>
                    <a:p>
                      <a:pPr marL="0" marR="0" lvl="0" indent="0" algn="l" rtl="0">
                        <a:spcBef>
                          <a:spcPts val="0"/>
                        </a:spcBef>
                        <a:spcAft>
                          <a:spcPts val="0"/>
                        </a:spcAft>
                        <a:buNone/>
                      </a:pPr>
                      <a:r>
                        <a:rPr lang="en-US" sz="1400">
                          <a:sym typeface="Arial"/>
                        </a:rPr>
                        <a:t>java.sql</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データベースを扱うクラス群</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4"/>
                  </a:ext>
                </a:extLst>
              </a:tr>
              <a:tr h="285377">
                <a:tc>
                  <a:txBody>
                    <a:bodyPr/>
                    <a:lstStyle/>
                    <a:p>
                      <a:pPr marL="0" marR="0" lvl="0" indent="0" algn="l" rtl="0">
                        <a:spcBef>
                          <a:spcPts val="0"/>
                        </a:spcBef>
                        <a:spcAft>
                          <a:spcPts val="0"/>
                        </a:spcAft>
                        <a:buNone/>
                      </a:pPr>
                      <a:r>
                        <a:rPr lang="en-US" sz="1400">
                          <a:sym typeface="Arial"/>
                        </a:rPr>
                        <a:t>java.awt</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dirty="0" err="1">
                          <a:sym typeface="Arial"/>
                        </a:rPr>
                        <a:t>GUIプログラムを作るときに使うクラス群</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99429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B76D611-55B8-47C1-965D-2A2A85289D9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45B57BD-ABC5-42E0-891E-C436138B250E}"/>
              </a:ext>
            </a:extLst>
          </p:cNvPr>
          <p:cNvSpPr>
            <a:spLocks noGrp="1"/>
          </p:cNvSpPr>
          <p:nvPr>
            <p:ph type="ctrTitle"/>
          </p:nvPr>
        </p:nvSpPr>
        <p:spPr/>
        <p:txBody>
          <a:bodyPr/>
          <a:lstStyle/>
          <a:p>
            <a:r>
              <a:rPr lang="en-US" altLang="ja-JP" dirty="0" err="1"/>
              <a:t>java.langパッケージ</a:t>
            </a:r>
            <a:endParaRPr kumimoji="1" lang="ja-JP" altLang="en-US" dirty="0"/>
          </a:p>
        </p:txBody>
      </p:sp>
      <p:sp>
        <p:nvSpPr>
          <p:cNvPr id="4" name="スライド番号プレースホルダー 3">
            <a:extLst>
              <a:ext uri="{FF2B5EF4-FFF2-40B4-BE49-F238E27FC236}">
                <a16:creationId xmlns:a16="http://schemas.microsoft.com/office/drawing/2014/main" id="{2B166AA4-5939-4012-9BD9-951C1469B566}"/>
              </a:ext>
            </a:extLst>
          </p:cNvPr>
          <p:cNvSpPr>
            <a:spLocks noGrp="1"/>
          </p:cNvSpPr>
          <p:nvPr>
            <p:ph type="sldNum" sz="quarter" idx="4"/>
          </p:nvPr>
        </p:nvSpPr>
        <p:spPr/>
        <p:txBody>
          <a:bodyPr/>
          <a:lstStyle/>
          <a:p>
            <a:fld id="{00000000-1234-1234-1234-123412341234}" type="slidenum">
              <a:rPr lang="en" smtClean="0"/>
              <a:pPr/>
              <a:t>31</a:t>
            </a:fld>
            <a:endParaRPr lang="en" dirty="0"/>
          </a:p>
        </p:txBody>
      </p:sp>
      <p:sp>
        <p:nvSpPr>
          <p:cNvPr id="5" name="テキスト プレースホルダー 4">
            <a:extLst>
              <a:ext uri="{FF2B5EF4-FFF2-40B4-BE49-F238E27FC236}">
                <a16:creationId xmlns:a16="http://schemas.microsoft.com/office/drawing/2014/main" id="{FD80E4D7-68EA-467F-BC95-2EB3F6E08E56}"/>
              </a:ext>
            </a:extLst>
          </p:cNvPr>
          <p:cNvSpPr>
            <a:spLocks noGrp="1"/>
          </p:cNvSpPr>
          <p:nvPr>
            <p:ph type="body" sz="quarter" idx="14"/>
          </p:nvPr>
        </p:nvSpPr>
        <p:spPr/>
        <p:txBody>
          <a:bodyPr/>
          <a:lstStyle/>
          <a:p>
            <a:pPr marL="96838" indent="0">
              <a:buNone/>
            </a:pPr>
            <a:r>
              <a:rPr kumimoji="1" lang="ja-JP" altLang="en-US" dirty="0"/>
              <a:t>前のページで紹介した</a:t>
            </a:r>
            <a:r>
              <a:rPr kumimoji="1" lang="en-US" altLang="ja-JP" dirty="0"/>
              <a:t>Java API</a:t>
            </a:r>
            <a:r>
              <a:rPr kumimoji="1" lang="ja-JP" altLang="en-US" dirty="0"/>
              <a:t>のパッケージのうち、</a:t>
            </a:r>
            <a:r>
              <a:rPr kumimoji="1" lang="en-US" altLang="ja-JP" dirty="0" err="1"/>
              <a:t>java.lang</a:t>
            </a:r>
            <a:r>
              <a:rPr kumimoji="1" lang="ja-JP" altLang="en-US" dirty="0"/>
              <a:t>パッケージは特に重要です。</a:t>
            </a:r>
          </a:p>
          <a:p>
            <a:pPr marL="96838" indent="0">
              <a:buNone/>
            </a:pPr>
            <a:r>
              <a:rPr kumimoji="1" lang="ja-JP" altLang="en-US" dirty="0"/>
              <a:t>ここには</a:t>
            </a:r>
            <a:endParaRPr kumimoji="1" lang="en-US" altLang="ja-JP" dirty="0"/>
          </a:p>
          <a:p>
            <a:pPr marL="795338" lvl="1" indent="-342900">
              <a:buFont typeface="+mj-lt"/>
              <a:buAutoNum type="arabicPeriod"/>
            </a:pPr>
            <a:r>
              <a:rPr kumimoji="1" lang="en-US" altLang="ja-JP" b="1" dirty="0" err="1">
                <a:solidFill>
                  <a:schemeClr val="accent1"/>
                </a:solidFill>
              </a:rPr>
              <a:t>System.out.println</a:t>
            </a:r>
            <a:r>
              <a:rPr kumimoji="1" lang="en-US" altLang="ja-JP" b="1" dirty="0">
                <a:solidFill>
                  <a:schemeClr val="accent1"/>
                </a:solidFill>
              </a:rPr>
              <a:t>(①)</a:t>
            </a:r>
            <a:r>
              <a:rPr kumimoji="1" lang="ja-JP" altLang="en-US" b="1" dirty="0">
                <a:solidFill>
                  <a:schemeClr val="accent1"/>
                </a:solidFill>
              </a:rPr>
              <a:t>に出てきた</a:t>
            </a:r>
            <a:r>
              <a:rPr kumimoji="1" lang="en-US" altLang="ja-JP" b="1" dirty="0">
                <a:solidFill>
                  <a:schemeClr val="accent1"/>
                </a:solidFill>
              </a:rPr>
              <a:t>System</a:t>
            </a:r>
            <a:r>
              <a:rPr kumimoji="1" lang="ja-JP" altLang="en-US" b="1" dirty="0">
                <a:solidFill>
                  <a:schemeClr val="accent1"/>
                </a:solidFill>
              </a:rPr>
              <a:t>クラス</a:t>
            </a:r>
          </a:p>
          <a:p>
            <a:pPr marL="795338" lvl="1" indent="-342900">
              <a:buFont typeface="+mj-lt"/>
              <a:buAutoNum type="arabicPeriod"/>
            </a:pPr>
            <a:r>
              <a:rPr kumimoji="1" lang="en-US" altLang="ja-JP" b="1" dirty="0" err="1">
                <a:solidFill>
                  <a:schemeClr val="accent1"/>
                </a:solidFill>
              </a:rPr>
              <a:t>Math.max</a:t>
            </a:r>
            <a:r>
              <a:rPr kumimoji="1" lang="en-US" altLang="ja-JP" b="1" dirty="0">
                <a:solidFill>
                  <a:schemeClr val="accent1"/>
                </a:solidFill>
              </a:rPr>
              <a:t>(①, ②)</a:t>
            </a:r>
            <a:r>
              <a:rPr kumimoji="1" lang="ja-JP" altLang="en-US" b="1" dirty="0">
                <a:solidFill>
                  <a:schemeClr val="accent1"/>
                </a:solidFill>
              </a:rPr>
              <a:t>に出てきた</a:t>
            </a:r>
            <a:r>
              <a:rPr kumimoji="1" lang="en-US" altLang="ja-JP" b="1" dirty="0">
                <a:solidFill>
                  <a:schemeClr val="accent1"/>
                </a:solidFill>
              </a:rPr>
              <a:t>Math</a:t>
            </a:r>
            <a:r>
              <a:rPr kumimoji="1" lang="ja-JP" altLang="en-US" b="1" dirty="0">
                <a:solidFill>
                  <a:schemeClr val="accent1"/>
                </a:solidFill>
              </a:rPr>
              <a:t>クラス</a:t>
            </a:r>
          </a:p>
          <a:p>
            <a:pPr marL="795338" lvl="1" indent="-342900">
              <a:buFont typeface="+mj-lt"/>
              <a:buAutoNum type="arabicPeriod"/>
            </a:pPr>
            <a:r>
              <a:rPr kumimoji="1" lang="en-US" altLang="ja-JP" b="1" dirty="0" err="1">
                <a:solidFill>
                  <a:schemeClr val="accent1"/>
                </a:solidFill>
              </a:rPr>
              <a:t>Integer.parseInt</a:t>
            </a:r>
            <a:r>
              <a:rPr kumimoji="1" lang="en-US" altLang="ja-JP" b="1" dirty="0">
                <a:solidFill>
                  <a:schemeClr val="accent1"/>
                </a:solidFill>
              </a:rPr>
              <a:t>(①)</a:t>
            </a:r>
            <a:r>
              <a:rPr kumimoji="1" lang="ja-JP" altLang="en-US" b="1" dirty="0">
                <a:solidFill>
                  <a:schemeClr val="accent1"/>
                </a:solidFill>
              </a:rPr>
              <a:t>に出てきた</a:t>
            </a:r>
            <a:r>
              <a:rPr kumimoji="1" lang="en-US" altLang="ja-JP" b="1" dirty="0">
                <a:solidFill>
                  <a:schemeClr val="accent1"/>
                </a:solidFill>
              </a:rPr>
              <a:t>Integer</a:t>
            </a:r>
            <a:r>
              <a:rPr kumimoji="1" lang="ja-JP" altLang="en-US" b="1" dirty="0">
                <a:solidFill>
                  <a:schemeClr val="accent1"/>
                </a:solidFill>
              </a:rPr>
              <a:t>クラス</a:t>
            </a:r>
            <a:endParaRPr kumimoji="1" lang="en-US" altLang="ja-JP" b="1" dirty="0">
              <a:solidFill>
                <a:schemeClr val="accent1"/>
              </a:solidFill>
            </a:endParaRPr>
          </a:p>
          <a:p>
            <a:pPr marL="96838" indent="0">
              <a:buNone/>
            </a:pPr>
            <a:r>
              <a:rPr kumimoji="1" lang="ja-JP" altLang="en-US" dirty="0"/>
              <a:t>さらに、</a:t>
            </a:r>
            <a:endParaRPr kumimoji="1" lang="en-US" altLang="ja-JP" dirty="0"/>
          </a:p>
          <a:p>
            <a:pPr marL="795338" lvl="1" indent="-342900">
              <a:buFont typeface="+mj-lt"/>
              <a:buAutoNum type="arabicPeriod" startAt="4"/>
            </a:pPr>
            <a:r>
              <a:rPr kumimoji="1" lang="ja-JP" altLang="en-US" b="1" dirty="0">
                <a:solidFill>
                  <a:schemeClr val="accent1"/>
                </a:solidFill>
              </a:rPr>
              <a:t>文字列のデータ型として学習した</a:t>
            </a:r>
            <a:r>
              <a:rPr kumimoji="1" lang="en-US" altLang="ja-JP" b="1" dirty="0">
                <a:solidFill>
                  <a:schemeClr val="accent1"/>
                </a:solidFill>
              </a:rPr>
              <a:t>String</a:t>
            </a:r>
            <a:r>
              <a:rPr kumimoji="1" lang="ja-JP" altLang="en-US" b="1" dirty="0">
                <a:solidFill>
                  <a:schemeClr val="accent1"/>
                </a:solidFill>
              </a:rPr>
              <a:t>クラス</a:t>
            </a:r>
          </a:p>
          <a:p>
            <a:pPr marL="96838" indent="0">
              <a:buNone/>
            </a:pPr>
            <a:r>
              <a:rPr kumimoji="1" lang="ja-JP" altLang="en-US" dirty="0"/>
              <a:t>などが所属しています。</a:t>
            </a:r>
            <a:endParaRPr kumimoji="1" lang="en-US" altLang="ja-JP" dirty="0"/>
          </a:p>
          <a:p>
            <a:pPr marL="96838" indent="0">
              <a:buNone/>
            </a:pPr>
            <a:r>
              <a:rPr kumimoji="1" lang="en-US" altLang="ja-JP" dirty="0"/>
              <a:t>String</a:t>
            </a:r>
            <a:r>
              <a:rPr kumimoji="1" lang="ja-JP" altLang="en-US" dirty="0"/>
              <a:t>は今まで型名として覚えてきましたが、実はクラス名です。</a:t>
            </a:r>
            <a:endParaRPr kumimoji="1" lang="en-US" altLang="ja-JP" dirty="0"/>
          </a:p>
          <a:p>
            <a:pPr marL="96838" indent="0">
              <a:buNone/>
            </a:pPr>
            <a:r>
              <a:rPr kumimoji="1" lang="ja-JP" altLang="en-US" dirty="0"/>
              <a:t>ところで、これらのクラスは</a:t>
            </a:r>
            <a:r>
              <a:rPr kumimoji="1" lang="en-US" altLang="ja-JP" dirty="0" err="1"/>
              <a:t>java.lang</a:t>
            </a:r>
            <a:r>
              <a:rPr kumimoji="1" lang="ja-JP" altLang="en-US" dirty="0"/>
              <a:t>パッケージに所属しているのに完全限定クラス名ではなく、単にクラス名だけで使ってきました。</a:t>
            </a:r>
            <a:r>
              <a:rPr kumimoji="1" lang="en-US" altLang="ja-JP" dirty="0"/>
              <a:t>import</a:t>
            </a:r>
            <a:r>
              <a:rPr kumimoji="1" lang="ja-JP" altLang="en-US" dirty="0"/>
              <a:t>文も書いていません。</a:t>
            </a:r>
            <a:endParaRPr kumimoji="1" lang="en-US" altLang="ja-JP" dirty="0"/>
          </a:p>
          <a:p>
            <a:pPr marL="96838" indent="0">
              <a:buNone/>
            </a:pPr>
            <a:r>
              <a:rPr kumimoji="1" lang="ja-JP" altLang="en-US" dirty="0"/>
              <a:t>実は</a:t>
            </a:r>
            <a:r>
              <a:rPr kumimoji="1" lang="en-US" altLang="ja-JP" dirty="0" err="1"/>
              <a:t>java.lang</a:t>
            </a:r>
            <a:r>
              <a:rPr kumimoji="1" lang="ja-JP" altLang="en-US" dirty="0"/>
              <a:t>パッケージは非常に基本的なクラスが入っているので、</a:t>
            </a:r>
            <a:r>
              <a:rPr kumimoji="1" lang="en-US" altLang="ja-JP" dirty="0"/>
              <a:t>import</a:t>
            </a:r>
            <a:r>
              <a:rPr kumimoji="1" lang="ja-JP" altLang="en-US" dirty="0"/>
              <a:t>文を書かなくても</a:t>
            </a:r>
            <a:r>
              <a:rPr kumimoji="1" lang="ja-JP" altLang="en-US" b="1" dirty="0">
                <a:solidFill>
                  <a:schemeClr val="tx2"/>
                </a:solidFill>
              </a:rPr>
              <a:t>自動的に</a:t>
            </a:r>
            <a:r>
              <a:rPr kumimoji="1" lang="en-US" altLang="ja-JP" b="1" dirty="0">
                <a:solidFill>
                  <a:schemeClr val="tx2"/>
                </a:solidFill>
              </a:rPr>
              <a:t>import</a:t>
            </a:r>
            <a:r>
              <a:rPr kumimoji="1" lang="ja-JP" altLang="en-US" b="1" dirty="0">
                <a:solidFill>
                  <a:schemeClr val="tx2"/>
                </a:solidFill>
              </a:rPr>
              <a:t>される</a:t>
            </a:r>
            <a:r>
              <a:rPr kumimoji="1" lang="ja-JP" altLang="en-US" dirty="0"/>
              <a:t>というルールになっているのです。</a:t>
            </a: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169233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E9E9F89-2739-4473-BF29-BFD11EAF01D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B5641FC-C5C5-4156-976F-95AA62AAFAE6}"/>
              </a:ext>
            </a:extLst>
          </p:cNvPr>
          <p:cNvSpPr>
            <a:spLocks noGrp="1"/>
          </p:cNvSpPr>
          <p:nvPr>
            <p:ph type="ctrTitle"/>
          </p:nvPr>
        </p:nvSpPr>
        <p:spPr/>
        <p:txBody>
          <a:bodyPr/>
          <a:lstStyle/>
          <a:p>
            <a:r>
              <a:rPr lang="en-US" altLang="ja-JP" dirty="0"/>
              <a:t>API </a:t>
            </a:r>
            <a:r>
              <a:rPr lang="en-US" altLang="ja-JP" dirty="0" err="1"/>
              <a:t>リファレンス</a:t>
            </a:r>
            <a:endParaRPr kumimoji="1" lang="ja-JP" altLang="en-US" dirty="0"/>
          </a:p>
        </p:txBody>
      </p:sp>
      <p:sp>
        <p:nvSpPr>
          <p:cNvPr id="4" name="スライド番号プレースホルダー 3">
            <a:extLst>
              <a:ext uri="{FF2B5EF4-FFF2-40B4-BE49-F238E27FC236}">
                <a16:creationId xmlns:a16="http://schemas.microsoft.com/office/drawing/2014/main" id="{2A1886F5-D816-4986-9AAB-8B04EE46ABB8}"/>
              </a:ext>
            </a:extLst>
          </p:cNvPr>
          <p:cNvSpPr>
            <a:spLocks noGrp="1"/>
          </p:cNvSpPr>
          <p:nvPr>
            <p:ph type="sldNum" sz="quarter" idx="4"/>
          </p:nvPr>
        </p:nvSpPr>
        <p:spPr/>
        <p:txBody>
          <a:bodyPr/>
          <a:lstStyle/>
          <a:p>
            <a:fld id="{00000000-1234-1234-1234-123412341234}" type="slidenum">
              <a:rPr lang="en" smtClean="0"/>
              <a:pPr/>
              <a:t>32</a:t>
            </a:fld>
            <a:endParaRPr lang="en" dirty="0"/>
          </a:p>
        </p:txBody>
      </p:sp>
      <p:sp>
        <p:nvSpPr>
          <p:cNvPr id="5" name="テキスト プレースホルダー 4">
            <a:extLst>
              <a:ext uri="{FF2B5EF4-FFF2-40B4-BE49-F238E27FC236}">
                <a16:creationId xmlns:a16="http://schemas.microsoft.com/office/drawing/2014/main" id="{7A3685FA-8043-489B-96F6-316251B8EEC7}"/>
              </a:ext>
            </a:extLst>
          </p:cNvPr>
          <p:cNvSpPr>
            <a:spLocks noGrp="1"/>
          </p:cNvSpPr>
          <p:nvPr>
            <p:ph type="body" sz="quarter" idx="14"/>
          </p:nvPr>
        </p:nvSpPr>
        <p:spPr>
          <a:xfrm>
            <a:off x="462875" y="859491"/>
            <a:ext cx="8216900" cy="1068369"/>
          </a:xfrm>
        </p:spPr>
        <p:txBody>
          <a:bodyPr/>
          <a:lstStyle/>
          <a:p>
            <a:pPr marL="96838" indent="0">
              <a:buNone/>
            </a:pPr>
            <a:r>
              <a:rPr kumimoji="1" lang="ja-JP" altLang="en-US" dirty="0"/>
              <a:t>先ほども書いたとおり、</a:t>
            </a:r>
            <a:r>
              <a:rPr kumimoji="1" lang="en-US" altLang="ja-JP" dirty="0"/>
              <a:t>Java API</a:t>
            </a:r>
            <a:r>
              <a:rPr kumimoji="1" lang="ja-JP" altLang="en-US" dirty="0"/>
              <a:t>は非常にたくさんのクラスがあります。</a:t>
            </a:r>
            <a:endParaRPr kumimoji="1" lang="en-US" altLang="ja-JP" dirty="0"/>
          </a:p>
          <a:p>
            <a:pPr marL="96838" indent="0">
              <a:buNone/>
            </a:pPr>
            <a:r>
              <a:rPr kumimoji="1" lang="ja-JP" altLang="en-US" dirty="0"/>
              <a:t>そのほとんどのクラスはたくさんのメソッドを持っています。</a:t>
            </a:r>
            <a:endParaRPr kumimoji="1" lang="en-US" altLang="ja-JP" dirty="0"/>
          </a:p>
          <a:p>
            <a:pPr marL="96838" indent="0">
              <a:buNone/>
            </a:pPr>
            <a:r>
              <a:rPr kumimoji="1" lang="ja-JP" altLang="en-US" dirty="0"/>
              <a:t>非常に重要なメソッドは覚えなければいけませんが、非常にたくさんあるため、全部覚えることは不可能です。それを調べるには</a:t>
            </a:r>
            <a:r>
              <a:rPr kumimoji="1" lang="en-US" altLang="ja-JP" dirty="0"/>
              <a:t>API </a:t>
            </a:r>
            <a:r>
              <a:rPr kumimoji="1" lang="ja-JP" altLang="en-US" dirty="0"/>
              <a:t>リファレンスを使います。</a:t>
            </a:r>
          </a:p>
          <a:p>
            <a:pPr marL="96838" indent="0">
              <a:buNone/>
            </a:pPr>
            <a:endParaRPr kumimoji="1" lang="ja-JP" altLang="en-US" dirty="0"/>
          </a:p>
        </p:txBody>
      </p:sp>
      <p:pic>
        <p:nvPicPr>
          <p:cNvPr id="6" name="Google Shape;302;p38">
            <a:extLst>
              <a:ext uri="{FF2B5EF4-FFF2-40B4-BE49-F238E27FC236}">
                <a16:creationId xmlns:a16="http://schemas.microsoft.com/office/drawing/2014/main" id="{8BDAA49F-62CC-4EC9-B85C-BC75B944DB09}"/>
              </a:ext>
            </a:extLst>
          </p:cNvPr>
          <p:cNvPicPr preferRelativeResize="0"/>
          <p:nvPr/>
        </p:nvPicPr>
        <p:blipFill rotWithShape="1">
          <a:blip r:embed="rId2">
            <a:alphaModFix/>
          </a:blip>
          <a:srcRect/>
          <a:stretch/>
        </p:blipFill>
        <p:spPr>
          <a:xfrm>
            <a:off x="3718560" y="1866900"/>
            <a:ext cx="5024977" cy="2934216"/>
          </a:xfrm>
          <a:prstGeom prst="rect">
            <a:avLst/>
          </a:prstGeom>
          <a:noFill/>
          <a:ln>
            <a:noFill/>
          </a:ln>
        </p:spPr>
      </p:pic>
      <p:sp>
        <p:nvSpPr>
          <p:cNvPr id="7" name="テキスト プレースホルダー 4">
            <a:extLst>
              <a:ext uri="{FF2B5EF4-FFF2-40B4-BE49-F238E27FC236}">
                <a16:creationId xmlns:a16="http://schemas.microsoft.com/office/drawing/2014/main" id="{253959E1-63A8-407A-B644-94CF506FA988}"/>
              </a:ext>
            </a:extLst>
          </p:cNvPr>
          <p:cNvSpPr txBox="1">
            <a:spLocks/>
          </p:cNvSpPr>
          <p:nvPr/>
        </p:nvSpPr>
        <p:spPr>
          <a:xfrm>
            <a:off x="462875" y="1992869"/>
            <a:ext cx="3187105" cy="2685811"/>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ブラウザから</a:t>
            </a:r>
          </a:p>
          <a:p>
            <a:pPr marL="96838" indent="0">
              <a:buFont typeface="Arial" panose="020B0604020202020204" pitchFamily="34" charset="0"/>
              <a:buNone/>
            </a:pPr>
            <a:r>
              <a:rPr lang="en-US" altLang="ja-JP" b="1" dirty="0">
                <a:solidFill>
                  <a:schemeClr val="accent1"/>
                </a:solidFill>
              </a:rPr>
              <a:t>Java11 </a:t>
            </a:r>
            <a:r>
              <a:rPr lang="en-US" altLang="ja-JP" b="1" dirty="0" err="1">
                <a:solidFill>
                  <a:schemeClr val="accent1"/>
                </a:solidFill>
              </a:rPr>
              <a:t>api</a:t>
            </a:r>
            <a:endParaRPr lang="en-US" altLang="ja-JP" b="1" dirty="0">
              <a:solidFill>
                <a:schemeClr val="accent1"/>
              </a:solidFill>
            </a:endParaRPr>
          </a:p>
          <a:p>
            <a:pPr marL="96838" indent="0">
              <a:buFont typeface="Arial" panose="020B0604020202020204" pitchFamily="34" charset="0"/>
              <a:buNone/>
            </a:pPr>
            <a:r>
              <a:rPr lang="ja-JP" altLang="en-US" dirty="0"/>
              <a:t>と検索してみましょう。</a:t>
            </a:r>
          </a:p>
          <a:p>
            <a:pPr marL="96838" indent="0">
              <a:buFont typeface="Arial" panose="020B0604020202020204" pitchFamily="34" charset="0"/>
              <a:buNone/>
            </a:pPr>
            <a:r>
              <a:rPr lang="ja-JP" altLang="en-US" dirty="0"/>
              <a:t>これから何度も使うことになるので、必ずブックマークして、いつでもすぐに表示できるようにしておいてください。</a:t>
            </a:r>
          </a:p>
        </p:txBody>
      </p:sp>
    </p:spTree>
    <p:extLst>
      <p:ext uri="{BB962C8B-B14F-4D97-AF65-F5344CB8AC3E}">
        <p14:creationId xmlns:p14="http://schemas.microsoft.com/office/powerpoint/2010/main" val="2427549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163DDC3-5CBF-44C4-B9E9-9D8753F029B0}"/>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71A66F8-F823-47B8-B365-B2D353924868}"/>
              </a:ext>
            </a:extLst>
          </p:cNvPr>
          <p:cNvSpPr>
            <a:spLocks noGrp="1"/>
          </p:cNvSpPr>
          <p:nvPr>
            <p:ph type="ctrTitle"/>
          </p:nvPr>
        </p:nvSpPr>
        <p:spPr/>
        <p:txBody>
          <a:bodyPr/>
          <a:lstStyle/>
          <a:p>
            <a:r>
              <a:rPr lang="en-US" altLang="ja-JP" dirty="0" err="1"/>
              <a:t>複数クラスのまとめ</a:t>
            </a:r>
            <a:endParaRPr kumimoji="1" lang="ja-JP" altLang="en-US" dirty="0"/>
          </a:p>
        </p:txBody>
      </p:sp>
      <p:sp>
        <p:nvSpPr>
          <p:cNvPr id="4" name="スライド番号プレースホルダー 3">
            <a:extLst>
              <a:ext uri="{FF2B5EF4-FFF2-40B4-BE49-F238E27FC236}">
                <a16:creationId xmlns:a16="http://schemas.microsoft.com/office/drawing/2014/main" id="{C73DA09F-CF37-400B-BF38-754356A119E6}"/>
              </a:ext>
            </a:extLst>
          </p:cNvPr>
          <p:cNvSpPr>
            <a:spLocks noGrp="1"/>
          </p:cNvSpPr>
          <p:nvPr>
            <p:ph type="sldNum" sz="quarter" idx="4"/>
          </p:nvPr>
        </p:nvSpPr>
        <p:spPr/>
        <p:txBody>
          <a:bodyPr/>
          <a:lstStyle/>
          <a:p>
            <a:fld id="{00000000-1234-1234-1234-123412341234}" type="slidenum">
              <a:rPr lang="en" smtClean="0"/>
              <a:pPr/>
              <a:t>33</a:t>
            </a:fld>
            <a:endParaRPr lang="en" dirty="0"/>
          </a:p>
        </p:txBody>
      </p:sp>
      <p:sp>
        <p:nvSpPr>
          <p:cNvPr id="5" name="テキスト プレースホルダー 4">
            <a:extLst>
              <a:ext uri="{FF2B5EF4-FFF2-40B4-BE49-F238E27FC236}">
                <a16:creationId xmlns:a16="http://schemas.microsoft.com/office/drawing/2014/main" id="{1B9E6831-05DE-4BD5-81B3-DD12C51F5339}"/>
              </a:ext>
            </a:extLst>
          </p:cNvPr>
          <p:cNvSpPr>
            <a:spLocks noGrp="1"/>
          </p:cNvSpPr>
          <p:nvPr>
            <p:ph type="body" sz="quarter" idx="14"/>
          </p:nvPr>
        </p:nvSpPr>
        <p:spPr/>
        <p:txBody>
          <a:bodyPr/>
          <a:lstStyle/>
          <a:p>
            <a:pPr marL="96838" indent="0">
              <a:buNone/>
            </a:pPr>
            <a:r>
              <a:rPr kumimoji="1" lang="ja-JP" altLang="en-US" b="1" dirty="0">
                <a:solidFill>
                  <a:schemeClr val="tx2"/>
                </a:solidFill>
              </a:rPr>
              <a:t>クラスの分割</a:t>
            </a:r>
          </a:p>
          <a:p>
            <a:pPr marL="452438" lvl="1" indent="0">
              <a:buNone/>
            </a:pPr>
            <a:r>
              <a:rPr kumimoji="1" lang="ja-JP" altLang="en-US" dirty="0"/>
              <a:t>複数のクラスで</a:t>
            </a:r>
            <a:r>
              <a:rPr kumimoji="1" lang="en-US" altLang="ja-JP" dirty="0"/>
              <a:t>1</a:t>
            </a:r>
            <a:r>
              <a:rPr kumimoji="1" lang="ja-JP" altLang="en-US" dirty="0"/>
              <a:t>つのプログラムとすることができます。</a:t>
            </a:r>
          </a:p>
          <a:p>
            <a:pPr marL="452438" lvl="1" indent="0">
              <a:buNone/>
            </a:pPr>
            <a:r>
              <a:rPr kumimoji="1" lang="ja-JP" altLang="en-US" dirty="0"/>
              <a:t>別のクラスのメソッドを呼び出す場合は「クラス名．メソッド名」です。</a:t>
            </a:r>
          </a:p>
          <a:p>
            <a:pPr marL="96838" indent="0">
              <a:buNone/>
            </a:pPr>
            <a:endParaRPr kumimoji="1" lang="en-US" altLang="ja-JP" dirty="0"/>
          </a:p>
          <a:p>
            <a:pPr marL="96838" indent="0">
              <a:buNone/>
            </a:pPr>
            <a:r>
              <a:rPr kumimoji="1" lang="ja-JP" altLang="en-US" b="1" dirty="0">
                <a:solidFill>
                  <a:schemeClr val="tx2"/>
                </a:solidFill>
              </a:rPr>
              <a:t>パッケージ</a:t>
            </a:r>
          </a:p>
          <a:p>
            <a:pPr marL="452438" lvl="1" indent="0">
              <a:buNone/>
            </a:pPr>
            <a:r>
              <a:rPr kumimoji="1" lang="ja-JP" altLang="en-US" dirty="0"/>
              <a:t>パッケージを使うとクラスをフォルダごとに分類することができます。</a:t>
            </a:r>
          </a:p>
          <a:p>
            <a:pPr marL="452438" lvl="1" indent="0">
              <a:buNone/>
            </a:pPr>
            <a:r>
              <a:rPr kumimoji="1" lang="ja-JP" altLang="en-US" dirty="0"/>
              <a:t>パッケージを使う場合、先頭に</a:t>
            </a:r>
            <a:r>
              <a:rPr kumimoji="1" lang="en-US" altLang="ja-JP" dirty="0"/>
              <a:t>package</a:t>
            </a:r>
            <a:r>
              <a:rPr kumimoji="1" lang="ja-JP" altLang="en-US" dirty="0"/>
              <a:t>文を書きます。</a:t>
            </a:r>
          </a:p>
          <a:p>
            <a:pPr marL="452438" lvl="1" indent="0">
              <a:buNone/>
            </a:pPr>
            <a:r>
              <a:rPr kumimoji="1" lang="ja-JP" altLang="en-US" dirty="0"/>
              <a:t>他のパッケージのクラス名を使うときは完全限定クラス名で書かなければいけません。</a:t>
            </a:r>
          </a:p>
          <a:p>
            <a:pPr marL="452438" lvl="1" indent="0">
              <a:buNone/>
            </a:pPr>
            <a:r>
              <a:rPr kumimoji="1" lang="en-US" altLang="ja-JP" dirty="0"/>
              <a:t>import</a:t>
            </a:r>
            <a:r>
              <a:rPr kumimoji="1" lang="ja-JP" altLang="en-US" dirty="0"/>
              <a:t>文</a:t>
            </a:r>
            <a:r>
              <a:rPr kumimoji="1" lang="ja-JP" altLang="en-US"/>
              <a:t>を使うと</a:t>
            </a:r>
            <a:r>
              <a:rPr kumimoji="1" lang="ja-JP" altLang="en-US" dirty="0"/>
              <a:t>他のパッケージのクラスもクラス名だけで書けます。</a:t>
            </a:r>
          </a:p>
          <a:p>
            <a:pPr marL="96838" indent="0">
              <a:buNone/>
            </a:pPr>
            <a:endParaRPr kumimoji="1" lang="en-US" altLang="ja-JP" dirty="0"/>
          </a:p>
          <a:p>
            <a:pPr marL="96838" indent="0">
              <a:buNone/>
            </a:pPr>
            <a:r>
              <a:rPr kumimoji="1" lang="en-US" altLang="ja-JP" b="1" dirty="0">
                <a:solidFill>
                  <a:schemeClr val="tx2"/>
                </a:solidFill>
              </a:rPr>
              <a:t>Java API</a:t>
            </a:r>
          </a:p>
          <a:p>
            <a:pPr marL="452438" lvl="1" indent="0">
              <a:buNone/>
            </a:pPr>
            <a:r>
              <a:rPr kumimoji="1" lang="en-US" altLang="ja-JP" dirty="0"/>
              <a:t>Java</a:t>
            </a:r>
            <a:r>
              <a:rPr kumimoji="1" lang="ja-JP" altLang="en-US" dirty="0"/>
              <a:t>にあらかじめ入っているクラスを</a:t>
            </a:r>
            <a:r>
              <a:rPr kumimoji="1" lang="en-US" altLang="ja-JP" dirty="0"/>
              <a:t>Java API</a:t>
            </a:r>
            <a:r>
              <a:rPr kumimoji="1" lang="ja-JP" altLang="en-US" dirty="0"/>
              <a:t>といいます。</a:t>
            </a:r>
          </a:p>
          <a:p>
            <a:pPr marL="452438" lvl="1" indent="0">
              <a:buNone/>
            </a:pPr>
            <a:r>
              <a:rPr kumimoji="1" lang="en-US" altLang="ja-JP" dirty="0"/>
              <a:t>Java API</a:t>
            </a:r>
            <a:r>
              <a:rPr kumimoji="1" lang="ja-JP" altLang="en-US" dirty="0"/>
              <a:t>には非常にたくさんのクラスがあります。使い方を調べる場合、</a:t>
            </a:r>
            <a:r>
              <a:rPr kumimoji="1" lang="en-US" altLang="ja-JP" dirty="0"/>
              <a:t>API</a:t>
            </a:r>
            <a:r>
              <a:rPr kumimoji="1" lang="ja-JP" altLang="en-US" dirty="0"/>
              <a:t>リファレンスを使います。</a:t>
            </a:r>
          </a:p>
          <a:p>
            <a:pPr marL="96838" indent="0">
              <a:buNone/>
            </a:pPr>
            <a:endParaRPr kumimoji="1" lang="ja-JP" altLang="en-US" dirty="0"/>
          </a:p>
        </p:txBody>
      </p:sp>
    </p:spTree>
    <p:extLst>
      <p:ext uri="{BB962C8B-B14F-4D97-AF65-F5344CB8AC3E}">
        <p14:creationId xmlns:p14="http://schemas.microsoft.com/office/powerpoint/2010/main" val="1167425035"/>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3061</TotalTime>
  <Words>3717</Words>
  <Application>Microsoft Office PowerPoint</Application>
  <PresentationFormat>画面に合わせる (16:9)</PresentationFormat>
  <Paragraphs>356</Paragraphs>
  <Slides>34</Slides>
  <Notes>1</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34</vt:i4>
      </vt:variant>
    </vt:vector>
  </HeadingPairs>
  <TitlesOfParts>
    <vt:vector size="44" baseType="lpstr">
      <vt:lpstr>BIZ UDゴシック</vt:lpstr>
      <vt:lpstr>MyricaM M</vt:lpstr>
      <vt:lpstr>Gill Sans Ultra Bold</vt:lpstr>
      <vt:lpstr>MS Gothic</vt:lpstr>
      <vt:lpstr>Arial</vt:lpstr>
      <vt:lpstr>Meiryo</vt:lpstr>
      <vt:lpstr>Montserrat</vt:lpstr>
      <vt:lpstr>Noto Sans Symbols</vt:lpstr>
      <vt:lpstr>游ゴシック</vt:lpstr>
      <vt:lpstr>template</vt:lpstr>
      <vt:lpstr>改訂履歴</vt:lpstr>
      <vt:lpstr>複数クラスを 用いた開発</vt:lpstr>
      <vt:lpstr>テキストの ゴール</vt:lpstr>
      <vt:lpstr>テキストの 流れ</vt:lpstr>
      <vt:lpstr>長いプログラム</vt:lpstr>
      <vt:lpstr>長いプログラム</vt:lpstr>
      <vt:lpstr>クラスの分割</vt:lpstr>
      <vt:lpstr>クラスを分割する</vt:lpstr>
      <vt:lpstr>OverloadCallクラス</vt:lpstr>
      <vt:lpstr>Outputクラス</vt:lpstr>
      <vt:lpstr>複数クラスのコンパイル</vt:lpstr>
      <vt:lpstr>OverloadCallクラス修正</vt:lpstr>
      <vt:lpstr>複数クラスの実行</vt:lpstr>
      <vt:lpstr>パッケージ</vt:lpstr>
      <vt:lpstr>パッケージ</vt:lpstr>
      <vt:lpstr>パッケージ</vt:lpstr>
      <vt:lpstr>package文</vt:lpstr>
      <vt:lpstr>コンパイルする</vt:lpstr>
      <vt:lpstr>完全限定名</vt:lpstr>
      <vt:lpstr>完全限定クラス名</vt:lpstr>
      <vt:lpstr>実行する</vt:lpstr>
      <vt:lpstr>実行する</vt:lpstr>
      <vt:lpstr>パッケージにするメリット</vt:lpstr>
      <vt:lpstr>パッケージ名自体の重複</vt:lpstr>
      <vt:lpstr>import文</vt:lpstr>
      <vt:lpstr>import文</vt:lpstr>
      <vt:lpstr>import文サンプル</vt:lpstr>
      <vt:lpstr>import文</vt:lpstr>
      <vt:lpstr>Java API</vt:lpstr>
      <vt:lpstr>Java API</vt:lpstr>
      <vt:lpstr>Java API</vt:lpstr>
      <vt:lpstr>java.langパッケージ</vt:lpstr>
      <vt:lpstr>API リファレンス</vt:lpstr>
      <vt:lpstr>複数クラスのまとめ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27</cp:revision>
  <dcterms:created xsi:type="dcterms:W3CDTF">2020-11-26T07:05:51Z</dcterms:created>
  <dcterms:modified xsi:type="dcterms:W3CDTF">2025-03-19T07:51:24Z</dcterms:modified>
</cp:coreProperties>
</file>