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embedTrueTypeFonts="1" saveSubsetFonts="1" autoCompressPictures="0">
  <p:sldMasterIdLst>
    <p:sldMasterId id="2147483665" r:id="rId1"/>
  </p:sldMasterIdLst>
  <p:notesMasterIdLst>
    <p:notesMasterId r:id="rId16"/>
  </p:notesMasterIdLst>
  <p:handoutMasterIdLst>
    <p:handoutMasterId r:id="rId17"/>
  </p:handoutMasterIdLst>
  <p:sldIdLst>
    <p:sldId id="382" r:id="rId2"/>
    <p:sldId id="256" r:id="rId3"/>
    <p:sldId id="360" r:id="rId4"/>
    <p:sldId id="361" r:id="rId5"/>
    <p:sldId id="388" r:id="rId6"/>
    <p:sldId id="364" r:id="rId7"/>
    <p:sldId id="366" r:id="rId8"/>
    <p:sldId id="367" r:id="rId9"/>
    <p:sldId id="368" r:id="rId10"/>
    <p:sldId id="371" r:id="rId11"/>
    <p:sldId id="372" r:id="rId12"/>
    <p:sldId id="373" r:id="rId13"/>
    <p:sldId id="374" r:id="rId14"/>
    <p:sldId id="375" r:id="rId15"/>
  </p:sldIdLst>
  <p:sldSz cx="9144000" cy="5143500" type="screen16x9"/>
  <p:notesSz cx="6858000" cy="9144000"/>
  <p:embeddedFontLst>
    <p:embeddedFont>
      <p:font typeface="MyricaM M" panose="020B0600070205080204" charset="-128"/>
      <p:regular r:id="rId18"/>
    </p:embeddedFont>
    <p:embeddedFont>
      <p:font typeface="BIZ UDゴシック" panose="020B0400000000000000" pitchFamily="49" charset="-128"/>
      <p:regular r:id="rId19"/>
      <p:bold r:id="rId20"/>
    </p:embeddedFont>
    <p:embeddedFont>
      <p:font typeface="Gill Sans Ultra Bold" panose="020B0A02020104020203" pitchFamily="34" charset="0"/>
      <p:regular r:id="rId21"/>
    </p:embeddedFont>
    <p:embeddedFont>
      <p:font typeface="Montserrat" panose="00000500000000000000" pitchFamily="2" charset="0"/>
      <p:regular r:id="rId22"/>
      <p:bold r:id="rId23"/>
      <p:italic r:id="rId24"/>
      <p:boldItalic r:id="rId25"/>
    </p:embeddedFont>
    <p:embeddedFont>
      <p:font typeface="游ゴシック" panose="020B0400000000000000" pitchFamily="50" charset="-128"/>
      <p:regular r:id="rId26"/>
      <p:bold r:id="rId2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0000"/>
    <a:srgbClr val="000000"/>
    <a:srgbClr val="FF0000"/>
    <a:srgbClr val="FF9900"/>
    <a:srgbClr val="7D7D7D"/>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DAC1B92-06B8-4DD9-B31C-A81573C5778B}">
  <a:tblStyle styleId="{CDAC1B92-06B8-4DD9-B31C-A81573C5778B}"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淡色スタイル 3 - アクセント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75DCB02-9BB8-47FD-8907-85C794F793BA}" styleName="テーマ スタイル 1 - アクセント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49" autoAdjust="0"/>
    <p:restoredTop sz="95728" autoAdjust="0"/>
  </p:normalViewPr>
  <p:slideViewPr>
    <p:cSldViewPr snapToGrid="0">
      <p:cViewPr varScale="1">
        <p:scale>
          <a:sx n="104" d="100"/>
          <a:sy n="104" d="100"/>
        </p:scale>
        <p:origin x="552" y="102"/>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notesViewPr>
    <p:cSldViewPr snapToGrid="0">
      <p:cViewPr varScale="1">
        <p:scale>
          <a:sx n="52" d="100"/>
          <a:sy n="52" d="100"/>
        </p:scale>
        <p:origin x="2862"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鈴木 秀規" userId="f68c5fd9-22d5-4c0a-9833-7fb0f5135313" providerId="ADAL" clId="{AE171C9D-A8B3-4AB5-91C0-52B3AD443501}"/>
    <pc:docChg chg="undo custSel addSld delSld modSld">
      <pc:chgData name="鈴木 秀規" userId="f68c5fd9-22d5-4c0a-9833-7fb0f5135313" providerId="ADAL" clId="{AE171C9D-A8B3-4AB5-91C0-52B3AD443501}" dt="2021-01-28T09:16:44.910" v="513"/>
      <pc:docMkLst>
        <pc:docMk/>
      </pc:docMkLst>
      <pc:sldChg chg="modSp mod">
        <pc:chgData name="鈴木 秀規" userId="f68c5fd9-22d5-4c0a-9833-7fb0f5135313" providerId="ADAL" clId="{AE171C9D-A8B3-4AB5-91C0-52B3AD443501}" dt="2021-01-28T08:23:28.407" v="25" actId="20577"/>
        <pc:sldMkLst>
          <pc:docMk/>
          <pc:sldMk cId="0" sldId="256"/>
        </pc:sldMkLst>
        <pc:spChg chg="mod">
          <ac:chgData name="鈴木 秀規" userId="f68c5fd9-22d5-4c0a-9833-7fb0f5135313" providerId="ADAL" clId="{AE171C9D-A8B3-4AB5-91C0-52B3AD443501}" dt="2021-01-28T08:23:28.407" v="25" actId="20577"/>
          <ac:spMkLst>
            <pc:docMk/>
            <pc:sldMk cId="0" sldId="256"/>
            <ac:spMk id="56" creationId="{00000000-0000-0000-0000-000000000000}"/>
          </ac:spMkLst>
        </pc:spChg>
      </pc:sldChg>
      <pc:sldChg chg="modSp mod">
        <pc:chgData name="鈴木 秀規" userId="f68c5fd9-22d5-4c0a-9833-7fb0f5135313" providerId="ADAL" clId="{AE171C9D-A8B3-4AB5-91C0-52B3AD443501}" dt="2021-01-28T08:24:17.040" v="33" actId="20577"/>
        <pc:sldMkLst>
          <pc:docMk/>
          <pc:sldMk cId="2397736379" sldId="363"/>
        </pc:sldMkLst>
        <pc:spChg chg="mod">
          <ac:chgData name="鈴木 秀規" userId="f68c5fd9-22d5-4c0a-9833-7fb0f5135313" providerId="ADAL" clId="{AE171C9D-A8B3-4AB5-91C0-52B3AD443501}" dt="2021-01-28T08:23:54.400" v="27"/>
          <ac:spMkLst>
            <pc:docMk/>
            <pc:sldMk cId="2397736379" sldId="363"/>
            <ac:spMk id="7" creationId="{9630AD22-E64D-4A96-B059-2AF9F6580C25}"/>
          </ac:spMkLst>
        </pc:spChg>
        <pc:spChg chg="mod">
          <ac:chgData name="鈴木 秀規" userId="f68c5fd9-22d5-4c0a-9833-7fb0f5135313" providerId="ADAL" clId="{AE171C9D-A8B3-4AB5-91C0-52B3AD443501}" dt="2021-01-28T08:24:17.040" v="33" actId="20577"/>
          <ac:spMkLst>
            <pc:docMk/>
            <pc:sldMk cId="2397736379" sldId="363"/>
            <ac:spMk id="8" creationId="{787CF02A-01AB-4517-BA3E-25572FA82648}"/>
          </ac:spMkLst>
        </pc:spChg>
      </pc:sldChg>
      <pc:sldChg chg="del">
        <pc:chgData name="鈴木 秀規" userId="f68c5fd9-22d5-4c0a-9833-7fb0f5135313" providerId="ADAL" clId="{AE171C9D-A8B3-4AB5-91C0-52B3AD443501}" dt="2021-01-28T08:23:42.589" v="26" actId="2696"/>
        <pc:sldMkLst>
          <pc:docMk/>
          <pc:sldMk cId="2018664081" sldId="364"/>
        </pc:sldMkLst>
      </pc:sldChg>
      <pc:sldChg chg="addSp modSp new mod">
        <pc:chgData name="鈴木 秀規" userId="f68c5fd9-22d5-4c0a-9833-7fb0f5135313" providerId="ADAL" clId="{AE171C9D-A8B3-4AB5-91C0-52B3AD443501}" dt="2021-01-28T08:27:29.780" v="75" actId="14100"/>
        <pc:sldMkLst>
          <pc:docMk/>
          <pc:sldMk cId="4093317005" sldId="364"/>
        </pc:sldMkLst>
        <pc:spChg chg="mod">
          <ac:chgData name="鈴木 秀規" userId="f68c5fd9-22d5-4c0a-9833-7fb0f5135313" providerId="ADAL" clId="{AE171C9D-A8B3-4AB5-91C0-52B3AD443501}" dt="2021-01-28T08:24:28.680" v="35"/>
          <ac:spMkLst>
            <pc:docMk/>
            <pc:sldMk cId="4093317005" sldId="364"/>
            <ac:spMk id="3" creationId="{08BB3CCB-9DC9-46CD-97FE-8693508D3845}"/>
          </ac:spMkLst>
        </pc:spChg>
        <pc:spChg chg="mod">
          <ac:chgData name="鈴木 秀規" userId="f68c5fd9-22d5-4c0a-9833-7fb0f5135313" providerId="ADAL" clId="{AE171C9D-A8B3-4AB5-91C0-52B3AD443501}" dt="2021-01-28T08:27:00.139" v="73" actId="14100"/>
          <ac:spMkLst>
            <pc:docMk/>
            <pc:sldMk cId="4093317005" sldId="364"/>
            <ac:spMk id="5" creationId="{EA794FCE-9C81-4322-8340-1034381E58A6}"/>
          </ac:spMkLst>
        </pc:spChg>
        <pc:spChg chg="add mod">
          <ac:chgData name="鈴木 秀規" userId="f68c5fd9-22d5-4c0a-9833-7fb0f5135313" providerId="ADAL" clId="{AE171C9D-A8B3-4AB5-91C0-52B3AD443501}" dt="2021-01-28T08:27:22.975" v="74" actId="207"/>
          <ac:spMkLst>
            <pc:docMk/>
            <pc:sldMk cId="4093317005" sldId="364"/>
            <ac:spMk id="7" creationId="{DF295B52-B56B-40AA-9B23-22243EE5B8EC}"/>
          </ac:spMkLst>
        </pc:spChg>
        <pc:spChg chg="add mod">
          <ac:chgData name="鈴木 秀規" userId="f68c5fd9-22d5-4c0a-9833-7fb0f5135313" providerId="ADAL" clId="{AE171C9D-A8B3-4AB5-91C0-52B3AD443501}" dt="2021-01-28T08:25:23.354" v="49" actId="2711"/>
          <ac:spMkLst>
            <pc:docMk/>
            <pc:sldMk cId="4093317005" sldId="364"/>
            <ac:spMk id="9" creationId="{EB779C2B-17EA-4846-B814-BD78AC31AAD2}"/>
          </ac:spMkLst>
        </pc:spChg>
        <pc:spChg chg="add mod">
          <ac:chgData name="鈴木 秀規" userId="f68c5fd9-22d5-4c0a-9833-7fb0f5135313" providerId="ADAL" clId="{AE171C9D-A8B3-4AB5-91C0-52B3AD443501}" dt="2021-01-28T08:27:29.780" v="75" actId="14100"/>
          <ac:spMkLst>
            <pc:docMk/>
            <pc:sldMk cId="4093317005" sldId="364"/>
            <ac:spMk id="10" creationId="{7B49838F-1C68-4127-94F2-D1289173D96C}"/>
          </ac:spMkLst>
        </pc:spChg>
        <pc:spChg chg="add mod">
          <ac:chgData name="鈴木 秀規" userId="f68c5fd9-22d5-4c0a-9833-7fb0f5135313" providerId="ADAL" clId="{AE171C9D-A8B3-4AB5-91C0-52B3AD443501}" dt="2021-01-28T08:25:33.024" v="51" actId="1076"/>
          <ac:spMkLst>
            <pc:docMk/>
            <pc:sldMk cId="4093317005" sldId="364"/>
            <ac:spMk id="11" creationId="{DB887FAB-7878-46C7-9D5D-CA2B3FD50494}"/>
          </ac:spMkLst>
        </pc:spChg>
        <pc:spChg chg="add mod">
          <ac:chgData name="鈴木 秀規" userId="f68c5fd9-22d5-4c0a-9833-7fb0f5135313" providerId="ADAL" clId="{AE171C9D-A8B3-4AB5-91C0-52B3AD443501}" dt="2021-01-28T08:25:57.738" v="58" actId="1076"/>
          <ac:spMkLst>
            <pc:docMk/>
            <pc:sldMk cId="4093317005" sldId="364"/>
            <ac:spMk id="14" creationId="{744644A8-1BF0-4578-A327-434DB8785A92}"/>
          </ac:spMkLst>
        </pc:spChg>
        <pc:spChg chg="add mod">
          <ac:chgData name="鈴木 秀規" userId="f68c5fd9-22d5-4c0a-9833-7fb0f5135313" providerId="ADAL" clId="{AE171C9D-A8B3-4AB5-91C0-52B3AD443501}" dt="2021-01-28T08:25:42.334" v="53" actId="1076"/>
          <ac:spMkLst>
            <pc:docMk/>
            <pc:sldMk cId="4093317005" sldId="364"/>
            <ac:spMk id="15" creationId="{C006D28C-D802-4BBA-B0A4-874A4EF5FDCA}"/>
          </ac:spMkLst>
        </pc:spChg>
        <pc:picChg chg="add mod">
          <ac:chgData name="鈴木 秀規" userId="f68c5fd9-22d5-4c0a-9833-7fb0f5135313" providerId="ADAL" clId="{AE171C9D-A8B3-4AB5-91C0-52B3AD443501}" dt="2021-01-28T08:25:37.601" v="52" actId="1076"/>
          <ac:picMkLst>
            <pc:docMk/>
            <pc:sldMk cId="4093317005" sldId="364"/>
            <ac:picMk id="6" creationId="{92186FF4-8991-43D4-A39C-36A6B263CD59}"/>
          </ac:picMkLst>
        </pc:picChg>
        <pc:picChg chg="add mod">
          <ac:chgData name="鈴木 秀規" userId="f68c5fd9-22d5-4c0a-9833-7fb0f5135313" providerId="ADAL" clId="{AE171C9D-A8B3-4AB5-91C0-52B3AD443501}" dt="2021-01-28T08:25:16.200" v="47" actId="14100"/>
          <ac:picMkLst>
            <pc:docMk/>
            <pc:sldMk cId="4093317005" sldId="364"/>
            <ac:picMk id="8" creationId="{6E5F9F94-9ED3-4391-85BC-8478C06E0056}"/>
          </ac:picMkLst>
        </pc:picChg>
        <pc:cxnChg chg="add mod">
          <ac:chgData name="鈴木 秀規" userId="f68c5fd9-22d5-4c0a-9833-7fb0f5135313" providerId="ADAL" clId="{AE171C9D-A8B3-4AB5-91C0-52B3AD443501}" dt="2021-01-28T08:27:29.780" v="75" actId="14100"/>
          <ac:cxnSpMkLst>
            <pc:docMk/>
            <pc:sldMk cId="4093317005" sldId="364"/>
            <ac:cxnSpMk id="12" creationId="{75F81B37-4E9D-44E0-82C7-0C6E7D938AC7}"/>
          </ac:cxnSpMkLst>
        </pc:cxnChg>
        <pc:cxnChg chg="add mod">
          <ac:chgData name="鈴木 秀規" userId="f68c5fd9-22d5-4c0a-9833-7fb0f5135313" providerId="ADAL" clId="{AE171C9D-A8B3-4AB5-91C0-52B3AD443501}" dt="2021-01-28T08:27:29.780" v="75" actId="14100"/>
          <ac:cxnSpMkLst>
            <pc:docMk/>
            <pc:sldMk cId="4093317005" sldId="364"/>
            <ac:cxnSpMk id="13" creationId="{0155E00A-BB51-4B1B-9724-83BC5A24DE25}"/>
          </ac:cxnSpMkLst>
        </pc:cxnChg>
      </pc:sldChg>
      <pc:sldChg chg="del">
        <pc:chgData name="鈴木 秀規" userId="f68c5fd9-22d5-4c0a-9833-7fb0f5135313" providerId="ADAL" clId="{AE171C9D-A8B3-4AB5-91C0-52B3AD443501}" dt="2021-01-28T08:23:42.589" v="26" actId="2696"/>
        <pc:sldMkLst>
          <pc:docMk/>
          <pc:sldMk cId="2019205359" sldId="365"/>
        </pc:sldMkLst>
      </pc:sldChg>
      <pc:sldChg chg="addSp modSp new mod">
        <pc:chgData name="鈴木 秀規" userId="f68c5fd9-22d5-4c0a-9833-7fb0f5135313" providerId="ADAL" clId="{AE171C9D-A8B3-4AB5-91C0-52B3AD443501}" dt="2021-01-28T08:32:50.695" v="168" actId="20577"/>
        <pc:sldMkLst>
          <pc:docMk/>
          <pc:sldMk cId="4051364436" sldId="365"/>
        </pc:sldMkLst>
        <pc:spChg chg="mod">
          <ac:chgData name="鈴木 秀規" userId="f68c5fd9-22d5-4c0a-9833-7fb0f5135313" providerId="ADAL" clId="{AE171C9D-A8B3-4AB5-91C0-52B3AD443501}" dt="2021-01-28T08:27:52.077" v="77"/>
          <ac:spMkLst>
            <pc:docMk/>
            <pc:sldMk cId="4051364436" sldId="365"/>
            <ac:spMk id="3" creationId="{DD1D9F20-25A0-486F-A436-575C206BDE31}"/>
          </ac:spMkLst>
        </pc:spChg>
        <pc:spChg chg="mod">
          <ac:chgData name="鈴木 秀規" userId="f68c5fd9-22d5-4c0a-9833-7fb0f5135313" providerId="ADAL" clId="{AE171C9D-A8B3-4AB5-91C0-52B3AD443501}" dt="2021-01-28T08:28:58.067" v="81" actId="14100"/>
          <ac:spMkLst>
            <pc:docMk/>
            <pc:sldMk cId="4051364436" sldId="365"/>
            <ac:spMk id="5" creationId="{20F1DB10-15F2-4E10-8642-58A7054567CD}"/>
          </ac:spMkLst>
        </pc:spChg>
        <pc:spChg chg="add mod">
          <ac:chgData name="鈴木 秀規" userId="f68c5fd9-22d5-4c0a-9833-7fb0f5135313" providerId="ADAL" clId="{AE171C9D-A8B3-4AB5-91C0-52B3AD443501}" dt="2021-01-28T08:31:27.282" v="117" actId="1036"/>
          <ac:spMkLst>
            <pc:docMk/>
            <pc:sldMk cId="4051364436" sldId="365"/>
            <ac:spMk id="6" creationId="{BD581E50-0CEB-437C-A8A6-7962098F3A91}"/>
          </ac:spMkLst>
        </pc:spChg>
        <pc:spChg chg="add mod">
          <ac:chgData name="鈴木 秀規" userId="f68c5fd9-22d5-4c0a-9833-7fb0f5135313" providerId="ADAL" clId="{AE171C9D-A8B3-4AB5-91C0-52B3AD443501}" dt="2021-01-28T08:31:17.203" v="105" actId="1076"/>
          <ac:spMkLst>
            <pc:docMk/>
            <pc:sldMk cId="4051364436" sldId="365"/>
            <ac:spMk id="7" creationId="{1101D08C-D10E-4BF3-8927-62F604D6885E}"/>
          </ac:spMkLst>
        </pc:spChg>
        <pc:spChg chg="add mod">
          <ac:chgData name="鈴木 秀規" userId="f68c5fd9-22d5-4c0a-9833-7fb0f5135313" providerId="ADAL" clId="{AE171C9D-A8B3-4AB5-91C0-52B3AD443501}" dt="2021-01-28T08:31:10.433" v="104" actId="1076"/>
          <ac:spMkLst>
            <pc:docMk/>
            <pc:sldMk cId="4051364436" sldId="365"/>
            <ac:spMk id="35" creationId="{FD7FEC79-1C75-471F-BAF7-FBC820361873}"/>
          </ac:spMkLst>
        </pc:spChg>
        <pc:spChg chg="add mod">
          <ac:chgData name="鈴木 秀規" userId="f68c5fd9-22d5-4c0a-9833-7fb0f5135313" providerId="ADAL" clId="{AE171C9D-A8B3-4AB5-91C0-52B3AD443501}" dt="2021-01-28T08:32:18.162" v="132" actId="1076"/>
          <ac:spMkLst>
            <pc:docMk/>
            <pc:sldMk cId="4051364436" sldId="365"/>
            <ac:spMk id="36" creationId="{61EFC22A-6F63-4605-9AC6-F19A6586E90A}"/>
          </ac:spMkLst>
        </pc:spChg>
        <pc:spChg chg="add mod">
          <ac:chgData name="鈴木 秀規" userId="f68c5fd9-22d5-4c0a-9833-7fb0f5135313" providerId="ADAL" clId="{AE171C9D-A8B3-4AB5-91C0-52B3AD443501}" dt="2021-01-28T08:32:37.121" v="158" actId="20577"/>
          <ac:spMkLst>
            <pc:docMk/>
            <pc:sldMk cId="4051364436" sldId="365"/>
            <ac:spMk id="37" creationId="{45C65D7E-5EB6-498D-BE4D-2B8A984FF9F1}"/>
          </ac:spMkLst>
        </pc:spChg>
        <pc:spChg chg="add mod">
          <ac:chgData name="鈴木 秀規" userId="f68c5fd9-22d5-4c0a-9833-7fb0f5135313" providerId="ADAL" clId="{AE171C9D-A8B3-4AB5-91C0-52B3AD443501}" dt="2021-01-28T08:32:50.695" v="168" actId="20577"/>
          <ac:spMkLst>
            <pc:docMk/>
            <pc:sldMk cId="4051364436" sldId="365"/>
            <ac:spMk id="38" creationId="{F2F8161B-5FB5-467A-B046-A20AC91BCAE8}"/>
          </ac:spMkLst>
        </pc:spChg>
        <pc:picChg chg="add mod">
          <ac:chgData name="鈴木 秀規" userId="f68c5fd9-22d5-4c0a-9833-7fb0f5135313" providerId="ADAL" clId="{AE171C9D-A8B3-4AB5-91C0-52B3AD443501}" dt="2021-01-28T08:31:17.203" v="105" actId="1076"/>
          <ac:picMkLst>
            <pc:docMk/>
            <pc:sldMk cId="4051364436" sldId="365"/>
            <ac:picMk id="8" creationId="{6757AE74-C9D7-4B3F-85E6-368DFA1CE95C}"/>
          </ac:picMkLst>
        </pc:picChg>
        <pc:picChg chg="add mod">
          <ac:chgData name="鈴木 秀規" userId="f68c5fd9-22d5-4c0a-9833-7fb0f5135313" providerId="ADAL" clId="{AE171C9D-A8B3-4AB5-91C0-52B3AD443501}" dt="2021-01-28T08:31:17.203" v="105" actId="1076"/>
          <ac:picMkLst>
            <pc:docMk/>
            <pc:sldMk cId="4051364436" sldId="365"/>
            <ac:picMk id="9" creationId="{3745FD0D-65AA-460F-9C42-28AB3BDCAC03}"/>
          </ac:picMkLst>
        </pc:picChg>
        <pc:picChg chg="add mod">
          <ac:chgData name="鈴木 秀規" userId="f68c5fd9-22d5-4c0a-9833-7fb0f5135313" providerId="ADAL" clId="{AE171C9D-A8B3-4AB5-91C0-52B3AD443501}" dt="2021-01-28T08:31:17.203" v="105" actId="1076"/>
          <ac:picMkLst>
            <pc:docMk/>
            <pc:sldMk cId="4051364436" sldId="365"/>
            <ac:picMk id="10" creationId="{A1F0C1C9-0791-46B3-9D91-332B02FFE5B1}"/>
          </ac:picMkLst>
        </pc:picChg>
        <pc:picChg chg="add mod">
          <ac:chgData name="鈴木 秀規" userId="f68c5fd9-22d5-4c0a-9833-7fb0f5135313" providerId="ADAL" clId="{AE171C9D-A8B3-4AB5-91C0-52B3AD443501}" dt="2021-01-28T08:31:17.203" v="105" actId="1076"/>
          <ac:picMkLst>
            <pc:docMk/>
            <pc:sldMk cId="4051364436" sldId="365"/>
            <ac:picMk id="11" creationId="{0327CD05-24F9-475A-9144-D36F9157CF73}"/>
          </ac:picMkLst>
        </pc:picChg>
        <pc:picChg chg="add mod">
          <ac:chgData name="鈴木 秀規" userId="f68c5fd9-22d5-4c0a-9833-7fb0f5135313" providerId="ADAL" clId="{AE171C9D-A8B3-4AB5-91C0-52B3AD443501}" dt="2021-01-28T08:31:17.203" v="105" actId="1076"/>
          <ac:picMkLst>
            <pc:docMk/>
            <pc:sldMk cId="4051364436" sldId="365"/>
            <ac:picMk id="12" creationId="{28FA140F-8A89-4721-9DC1-BE4F62536C01}"/>
          </ac:picMkLst>
        </pc:picChg>
        <pc:picChg chg="add mod">
          <ac:chgData name="鈴木 秀規" userId="f68c5fd9-22d5-4c0a-9833-7fb0f5135313" providerId="ADAL" clId="{AE171C9D-A8B3-4AB5-91C0-52B3AD443501}" dt="2021-01-28T08:31:17.203" v="105" actId="1076"/>
          <ac:picMkLst>
            <pc:docMk/>
            <pc:sldMk cId="4051364436" sldId="365"/>
            <ac:picMk id="13" creationId="{3E1FAE9A-DB2B-4996-B5E5-C917043E1CA8}"/>
          </ac:picMkLst>
        </pc:picChg>
        <pc:picChg chg="add mod">
          <ac:chgData name="鈴木 秀規" userId="f68c5fd9-22d5-4c0a-9833-7fb0f5135313" providerId="ADAL" clId="{AE171C9D-A8B3-4AB5-91C0-52B3AD443501}" dt="2021-01-28T08:31:17.203" v="105" actId="1076"/>
          <ac:picMkLst>
            <pc:docMk/>
            <pc:sldMk cId="4051364436" sldId="365"/>
            <ac:picMk id="14" creationId="{E3017BFF-2C37-43B5-B417-1BB9AEDA9F61}"/>
          </ac:picMkLst>
        </pc:picChg>
        <pc:picChg chg="add mod">
          <ac:chgData name="鈴木 秀規" userId="f68c5fd9-22d5-4c0a-9833-7fb0f5135313" providerId="ADAL" clId="{AE171C9D-A8B3-4AB5-91C0-52B3AD443501}" dt="2021-01-28T08:31:17.203" v="105" actId="1076"/>
          <ac:picMkLst>
            <pc:docMk/>
            <pc:sldMk cId="4051364436" sldId="365"/>
            <ac:picMk id="15" creationId="{0F095995-DCD2-4DEF-90DF-7D8FF89A5B01}"/>
          </ac:picMkLst>
        </pc:picChg>
        <pc:picChg chg="add mod">
          <ac:chgData name="鈴木 秀規" userId="f68c5fd9-22d5-4c0a-9833-7fb0f5135313" providerId="ADAL" clId="{AE171C9D-A8B3-4AB5-91C0-52B3AD443501}" dt="2021-01-28T08:31:17.203" v="105" actId="1076"/>
          <ac:picMkLst>
            <pc:docMk/>
            <pc:sldMk cId="4051364436" sldId="365"/>
            <ac:picMk id="23" creationId="{09120199-5C7D-4DBE-A86F-8D198A552E1B}"/>
          </ac:picMkLst>
        </pc:picChg>
        <pc:picChg chg="add mod">
          <ac:chgData name="鈴木 秀規" userId="f68c5fd9-22d5-4c0a-9833-7fb0f5135313" providerId="ADAL" clId="{AE171C9D-A8B3-4AB5-91C0-52B3AD443501}" dt="2021-01-28T08:31:17.203" v="105" actId="1076"/>
          <ac:picMkLst>
            <pc:docMk/>
            <pc:sldMk cId="4051364436" sldId="365"/>
            <ac:picMk id="24" creationId="{5ECCD504-5DE8-4222-864B-09576B70E18A}"/>
          </ac:picMkLst>
        </pc:picChg>
        <pc:cxnChg chg="add mod">
          <ac:chgData name="鈴木 秀規" userId="f68c5fd9-22d5-4c0a-9833-7fb0f5135313" providerId="ADAL" clId="{AE171C9D-A8B3-4AB5-91C0-52B3AD443501}" dt="2021-01-28T08:31:17.203" v="105" actId="1076"/>
          <ac:cxnSpMkLst>
            <pc:docMk/>
            <pc:sldMk cId="4051364436" sldId="365"/>
            <ac:cxnSpMk id="16" creationId="{2F50AB69-F748-4E43-A45E-B718F9D29062}"/>
          </ac:cxnSpMkLst>
        </pc:cxnChg>
        <pc:cxnChg chg="add mod">
          <ac:chgData name="鈴木 秀規" userId="f68c5fd9-22d5-4c0a-9833-7fb0f5135313" providerId="ADAL" clId="{AE171C9D-A8B3-4AB5-91C0-52B3AD443501}" dt="2021-01-28T08:31:17.203" v="105" actId="1076"/>
          <ac:cxnSpMkLst>
            <pc:docMk/>
            <pc:sldMk cId="4051364436" sldId="365"/>
            <ac:cxnSpMk id="17" creationId="{D657242E-F336-4D35-BDCB-333089551ADB}"/>
          </ac:cxnSpMkLst>
        </pc:cxnChg>
        <pc:cxnChg chg="add mod">
          <ac:chgData name="鈴木 秀規" userId="f68c5fd9-22d5-4c0a-9833-7fb0f5135313" providerId="ADAL" clId="{AE171C9D-A8B3-4AB5-91C0-52B3AD443501}" dt="2021-01-28T08:31:17.203" v="105" actId="1076"/>
          <ac:cxnSpMkLst>
            <pc:docMk/>
            <pc:sldMk cId="4051364436" sldId="365"/>
            <ac:cxnSpMk id="18" creationId="{F4B069B6-C343-4ABE-87A3-F79AA8BC7CAB}"/>
          </ac:cxnSpMkLst>
        </pc:cxnChg>
        <pc:cxnChg chg="add mod">
          <ac:chgData name="鈴木 秀規" userId="f68c5fd9-22d5-4c0a-9833-7fb0f5135313" providerId="ADAL" clId="{AE171C9D-A8B3-4AB5-91C0-52B3AD443501}" dt="2021-01-28T08:31:17.203" v="105" actId="1076"/>
          <ac:cxnSpMkLst>
            <pc:docMk/>
            <pc:sldMk cId="4051364436" sldId="365"/>
            <ac:cxnSpMk id="19" creationId="{6AD8403C-1012-43CA-A795-8AE2B416ADF3}"/>
          </ac:cxnSpMkLst>
        </pc:cxnChg>
        <pc:cxnChg chg="add mod">
          <ac:chgData name="鈴木 秀規" userId="f68c5fd9-22d5-4c0a-9833-7fb0f5135313" providerId="ADAL" clId="{AE171C9D-A8B3-4AB5-91C0-52B3AD443501}" dt="2021-01-28T08:31:17.203" v="105" actId="1076"/>
          <ac:cxnSpMkLst>
            <pc:docMk/>
            <pc:sldMk cId="4051364436" sldId="365"/>
            <ac:cxnSpMk id="20" creationId="{1753FEB8-BE3F-407B-8638-13B110795583}"/>
          </ac:cxnSpMkLst>
        </pc:cxnChg>
        <pc:cxnChg chg="add mod">
          <ac:chgData name="鈴木 秀規" userId="f68c5fd9-22d5-4c0a-9833-7fb0f5135313" providerId="ADAL" clId="{AE171C9D-A8B3-4AB5-91C0-52B3AD443501}" dt="2021-01-28T08:31:17.203" v="105" actId="1076"/>
          <ac:cxnSpMkLst>
            <pc:docMk/>
            <pc:sldMk cId="4051364436" sldId="365"/>
            <ac:cxnSpMk id="21" creationId="{C42B87AE-8EFC-4EE8-B657-3253402C7EDB}"/>
          </ac:cxnSpMkLst>
        </pc:cxnChg>
        <pc:cxnChg chg="add mod">
          <ac:chgData name="鈴木 秀規" userId="f68c5fd9-22d5-4c0a-9833-7fb0f5135313" providerId="ADAL" clId="{AE171C9D-A8B3-4AB5-91C0-52B3AD443501}" dt="2021-01-28T08:31:17.203" v="105" actId="1076"/>
          <ac:cxnSpMkLst>
            <pc:docMk/>
            <pc:sldMk cId="4051364436" sldId="365"/>
            <ac:cxnSpMk id="22" creationId="{6E85E05B-3728-4DFD-AF70-EA2FADB88713}"/>
          </ac:cxnSpMkLst>
        </pc:cxnChg>
      </pc:sldChg>
      <pc:sldChg chg="addSp modSp new mod">
        <pc:chgData name="鈴木 秀規" userId="f68c5fd9-22d5-4c0a-9833-7fb0f5135313" providerId="ADAL" clId="{AE171C9D-A8B3-4AB5-91C0-52B3AD443501}" dt="2021-01-28T08:34:57.216" v="193" actId="166"/>
        <pc:sldMkLst>
          <pc:docMk/>
          <pc:sldMk cId="402670913" sldId="366"/>
        </pc:sldMkLst>
        <pc:spChg chg="mod">
          <ac:chgData name="鈴木 秀規" userId="f68c5fd9-22d5-4c0a-9833-7fb0f5135313" providerId="ADAL" clId="{AE171C9D-A8B3-4AB5-91C0-52B3AD443501}" dt="2021-01-28T08:33:10.839" v="170"/>
          <ac:spMkLst>
            <pc:docMk/>
            <pc:sldMk cId="402670913" sldId="366"/>
            <ac:spMk id="3" creationId="{DEB75B83-B7B8-4FBB-A218-09F9A032C67D}"/>
          </ac:spMkLst>
        </pc:spChg>
        <pc:spChg chg="mod">
          <ac:chgData name="鈴木 秀規" userId="f68c5fd9-22d5-4c0a-9833-7fb0f5135313" providerId="ADAL" clId="{AE171C9D-A8B3-4AB5-91C0-52B3AD443501}" dt="2021-01-28T08:33:36.055" v="173" actId="14100"/>
          <ac:spMkLst>
            <pc:docMk/>
            <pc:sldMk cId="402670913" sldId="366"/>
            <ac:spMk id="5" creationId="{563CBA67-6F60-45E0-8BAE-1F37AB6818B7}"/>
          </ac:spMkLst>
        </pc:spChg>
        <pc:spChg chg="add mod">
          <ac:chgData name="鈴木 秀規" userId="f68c5fd9-22d5-4c0a-9833-7fb0f5135313" providerId="ADAL" clId="{AE171C9D-A8B3-4AB5-91C0-52B3AD443501}" dt="2021-01-28T08:34:06.862" v="182" actId="14100"/>
          <ac:spMkLst>
            <pc:docMk/>
            <pc:sldMk cId="402670913" sldId="366"/>
            <ac:spMk id="11" creationId="{CAAC33A6-05AA-4E00-ACE6-D76FD47D81FA}"/>
          </ac:spMkLst>
        </pc:spChg>
        <pc:spChg chg="add mod">
          <ac:chgData name="鈴木 秀規" userId="f68c5fd9-22d5-4c0a-9833-7fb0f5135313" providerId="ADAL" clId="{AE171C9D-A8B3-4AB5-91C0-52B3AD443501}" dt="2021-01-28T08:34:42.224" v="189" actId="14100"/>
          <ac:spMkLst>
            <pc:docMk/>
            <pc:sldMk cId="402670913" sldId="366"/>
            <ac:spMk id="12" creationId="{71C9FC6C-BF02-4FED-8561-3CF01E7E71CE}"/>
          </ac:spMkLst>
        </pc:spChg>
        <pc:spChg chg="add mod">
          <ac:chgData name="鈴木 秀規" userId="f68c5fd9-22d5-4c0a-9833-7fb0f5135313" providerId="ADAL" clId="{AE171C9D-A8B3-4AB5-91C0-52B3AD443501}" dt="2021-01-28T08:34:36.424" v="188" actId="1076"/>
          <ac:spMkLst>
            <pc:docMk/>
            <pc:sldMk cId="402670913" sldId="366"/>
            <ac:spMk id="13" creationId="{CB683AC9-9B5D-429C-AA0D-F25F4E7E948B}"/>
          </ac:spMkLst>
        </pc:spChg>
        <pc:spChg chg="add mod">
          <ac:chgData name="鈴木 秀規" userId="f68c5fd9-22d5-4c0a-9833-7fb0f5135313" providerId="ADAL" clId="{AE171C9D-A8B3-4AB5-91C0-52B3AD443501}" dt="2021-01-28T08:34:36.424" v="188" actId="1076"/>
          <ac:spMkLst>
            <pc:docMk/>
            <pc:sldMk cId="402670913" sldId="366"/>
            <ac:spMk id="15" creationId="{85CE7E34-D585-477B-AFD7-60492883D43A}"/>
          </ac:spMkLst>
        </pc:spChg>
        <pc:picChg chg="add mod ord">
          <ac:chgData name="鈴木 秀規" userId="f68c5fd9-22d5-4c0a-9833-7fb0f5135313" providerId="ADAL" clId="{AE171C9D-A8B3-4AB5-91C0-52B3AD443501}" dt="2021-01-28T08:34:57.216" v="193" actId="166"/>
          <ac:picMkLst>
            <pc:docMk/>
            <pc:sldMk cId="402670913" sldId="366"/>
            <ac:picMk id="6" creationId="{73BFAB86-C714-4EC4-B0EC-DE3BA952A103}"/>
          </ac:picMkLst>
        </pc:picChg>
        <pc:picChg chg="add mod ord">
          <ac:chgData name="鈴木 秀規" userId="f68c5fd9-22d5-4c0a-9833-7fb0f5135313" providerId="ADAL" clId="{AE171C9D-A8B3-4AB5-91C0-52B3AD443501}" dt="2021-01-28T08:34:57.216" v="193" actId="166"/>
          <ac:picMkLst>
            <pc:docMk/>
            <pc:sldMk cId="402670913" sldId="366"/>
            <ac:picMk id="7" creationId="{E394ECFE-B68E-4DF3-89F6-42FC8DC0520A}"/>
          </ac:picMkLst>
        </pc:picChg>
        <pc:picChg chg="add mod ord">
          <ac:chgData name="鈴木 秀規" userId="f68c5fd9-22d5-4c0a-9833-7fb0f5135313" providerId="ADAL" clId="{AE171C9D-A8B3-4AB5-91C0-52B3AD443501}" dt="2021-01-28T08:34:57.216" v="193" actId="166"/>
          <ac:picMkLst>
            <pc:docMk/>
            <pc:sldMk cId="402670913" sldId="366"/>
            <ac:picMk id="8" creationId="{D08BE0A6-7B0B-421D-9137-4AC4751F6B81}"/>
          </ac:picMkLst>
        </pc:picChg>
        <pc:picChg chg="add mod">
          <ac:chgData name="鈴木 秀規" userId="f68c5fd9-22d5-4c0a-9833-7fb0f5135313" providerId="ADAL" clId="{AE171C9D-A8B3-4AB5-91C0-52B3AD443501}" dt="2021-01-28T08:34:45.527" v="190" actId="1076"/>
          <ac:picMkLst>
            <pc:docMk/>
            <pc:sldMk cId="402670913" sldId="366"/>
            <ac:picMk id="14" creationId="{8E8263F5-A3DF-4B7D-988C-3E0546F266AC}"/>
          </ac:picMkLst>
        </pc:picChg>
        <pc:cxnChg chg="add mod ord">
          <ac:chgData name="鈴木 秀規" userId="f68c5fd9-22d5-4c0a-9833-7fb0f5135313" providerId="ADAL" clId="{AE171C9D-A8B3-4AB5-91C0-52B3AD443501}" dt="2021-01-28T08:34:57.216" v="193" actId="166"/>
          <ac:cxnSpMkLst>
            <pc:docMk/>
            <pc:sldMk cId="402670913" sldId="366"/>
            <ac:cxnSpMk id="9" creationId="{4F5EF88B-A41C-4C51-BB64-0646E2128409}"/>
          </ac:cxnSpMkLst>
        </pc:cxnChg>
        <pc:cxnChg chg="add mod ord">
          <ac:chgData name="鈴木 秀規" userId="f68c5fd9-22d5-4c0a-9833-7fb0f5135313" providerId="ADAL" clId="{AE171C9D-A8B3-4AB5-91C0-52B3AD443501}" dt="2021-01-28T08:34:57.216" v="193" actId="166"/>
          <ac:cxnSpMkLst>
            <pc:docMk/>
            <pc:sldMk cId="402670913" sldId="366"/>
            <ac:cxnSpMk id="10" creationId="{BD307F70-5B1F-4999-B0E3-53E5903D01C2}"/>
          </ac:cxnSpMkLst>
        </pc:cxnChg>
      </pc:sldChg>
      <pc:sldChg chg="del">
        <pc:chgData name="鈴木 秀規" userId="f68c5fd9-22d5-4c0a-9833-7fb0f5135313" providerId="ADAL" clId="{AE171C9D-A8B3-4AB5-91C0-52B3AD443501}" dt="2021-01-28T08:23:42.589" v="26" actId="2696"/>
        <pc:sldMkLst>
          <pc:docMk/>
          <pc:sldMk cId="1083425996" sldId="366"/>
        </pc:sldMkLst>
      </pc:sldChg>
      <pc:sldChg chg="del">
        <pc:chgData name="鈴木 秀規" userId="f68c5fd9-22d5-4c0a-9833-7fb0f5135313" providerId="ADAL" clId="{AE171C9D-A8B3-4AB5-91C0-52B3AD443501}" dt="2021-01-28T08:23:42.589" v="26" actId="2696"/>
        <pc:sldMkLst>
          <pc:docMk/>
          <pc:sldMk cId="2277428888" sldId="367"/>
        </pc:sldMkLst>
      </pc:sldChg>
      <pc:sldChg chg="addSp modSp new mod">
        <pc:chgData name="鈴木 秀規" userId="f68c5fd9-22d5-4c0a-9833-7fb0f5135313" providerId="ADAL" clId="{AE171C9D-A8B3-4AB5-91C0-52B3AD443501}" dt="2021-01-28T08:47:07.035" v="260" actId="207"/>
        <pc:sldMkLst>
          <pc:docMk/>
          <pc:sldMk cId="2692777715" sldId="367"/>
        </pc:sldMkLst>
        <pc:spChg chg="mod">
          <ac:chgData name="鈴木 秀規" userId="f68c5fd9-22d5-4c0a-9833-7fb0f5135313" providerId="ADAL" clId="{AE171C9D-A8B3-4AB5-91C0-52B3AD443501}" dt="2021-01-28T08:35:14.872" v="195"/>
          <ac:spMkLst>
            <pc:docMk/>
            <pc:sldMk cId="2692777715" sldId="367"/>
            <ac:spMk id="3" creationId="{77AF2515-0CCD-491D-BBD0-7CEB66F76CDE}"/>
          </ac:spMkLst>
        </pc:spChg>
        <pc:spChg chg="mod">
          <ac:chgData name="鈴木 秀規" userId="f68c5fd9-22d5-4c0a-9833-7fb0f5135313" providerId="ADAL" clId="{AE171C9D-A8B3-4AB5-91C0-52B3AD443501}" dt="2021-01-28T08:35:33.041" v="198" actId="14100"/>
          <ac:spMkLst>
            <pc:docMk/>
            <pc:sldMk cId="2692777715" sldId="367"/>
            <ac:spMk id="5" creationId="{1200EAAA-17B5-4866-BD6E-8841C66E380F}"/>
          </ac:spMkLst>
        </pc:spChg>
        <pc:spChg chg="add mod">
          <ac:chgData name="鈴木 秀規" userId="f68c5fd9-22d5-4c0a-9833-7fb0f5135313" providerId="ADAL" clId="{AE171C9D-A8B3-4AB5-91C0-52B3AD443501}" dt="2021-01-28T08:47:07.035" v="260" actId="207"/>
          <ac:spMkLst>
            <pc:docMk/>
            <pc:sldMk cId="2692777715" sldId="367"/>
            <ac:spMk id="7" creationId="{992AE1FA-00BB-48AC-8259-561C9174834A}"/>
          </ac:spMkLst>
        </pc:spChg>
        <pc:spChg chg="add mod">
          <ac:chgData name="鈴木 秀規" userId="f68c5fd9-22d5-4c0a-9833-7fb0f5135313" providerId="ADAL" clId="{AE171C9D-A8B3-4AB5-91C0-52B3AD443501}" dt="2021-01-28T08:37:04.916" v="210" actId="14100"/>
          <ac:spMkLst>
            <pc:docMk/>
            <pc:sldMk cId="2692777715" sldId="367"/>
            <ac:spMk id="8" creationId="{E191ED05-471D-4BF6-A4F6-AE5E253D0FA8}"/>
          </ac:spMkLst>
        </pc:spChg>
        <pc:picChg chg="add mod">
          <ac:chgData name="鈴木 秀規" userId="f68c5fd9-22d5-4c0a-9833-7fb0f5135313" providerId="ADAL" clId="{AE171C9D-A8B3-4AB5-91C0-52B3AD443501}" dt="2021-01-28T08:37:12.006" v="212" actId="14100"/>
          <ac:picMkLst>
            <pc:docMk/>
            <pc:sldMk cId="2692777715" sldId="367"/>
            <ac:picMk id="6" creationId="{2567EFA5-09BD-4029-876E-7B0E54694513}"/>
          </ac:picMkLst>
        </pc:picChg>
      </pc:sldChg>
      <pc:sldChg chg="del">
        <pc:chgData name="鈴木 秀規" userId="f68c5fd9-22d5-4c0a-9833-7fb0f5135313" providerId="ADAL" clId="{AE171C9D-A8B3-4AB5-91C0-52B3AD443501}" dt="2021-01-28T08:23:42.589" v="26" actId="2696"/>
        <pc:sldMkLst>
          <pc:docMk/>
          <pc:sldMk cId="368796728" sldId="368"/>
        </pc:sldMkLst>
      </pc:sldChg>
      <pc:sldChg chg="addSp modSp new mod">
        <pc:chgData name="鈴木 秀規" userId="f68c5fd9-22d5-4c0a-9833-7fb0f5135313" providerId="ADAL" clId="{AE171C9D-A8B3-4AB5-91C0-52B3AD443501}" dt="2021-01-28T08:47:03.399" v="259" actId="207"/>
        <pc:sldMkLst>
          <pc:docMk/>
          <pc:sldMk cId="1806057471" sldId="368"/>
        </pc:sldMkLst>
        <pc:spChg chg="mod">
          <ac:chgData name="鈴木 秀規" userId="f68c5fd9-22d5-4c0a-9833-7fb0f5135313" providerId="ADAL" clId="{AE171C9D-A8B3-4AB5-91C0-52B3AD443501}" dt="2021-01-28T08:41:00.423" v="231"/>
          <ac:spMkLst>
            <pc:docMk/>
            <pc:sldMk cId="1806057471" sldId="368"/>
            <ac:spMk id="3" creationId="{E0F44F00-DAFA-4C2C-8BDD-64FABF9806D8}"/>
          </ac:spMkLst>
        </pc:spChg>
        <pc:spChg chg="mod">
          <ac:chgData name="鈴木 秀規" userId="f68c5fd9-22d5-4c0a-9833-7fb0f5135313" providerId="ADAL" clId="{AE171C9D-A8B3-4AB5-91C0-52B3AD443501}" dt="2021-01-28T08:38:18.779" v="217" actId="14100"/>
          <ac:spMkLst>
            <pc:docMk/>
            <pc:sldMk cId="1806057471" sldId="368"/>
            <ac:spMk id="5" creationId="{99210BDB-90C9-4A9E-A4DF-7E3EE303809B}"/>
          </ac:spMkLst>
        </pc:spChg>
        <pc:spChg chg="add mod">
          <ac:chgData name="鈴木 秀規" userId="f68c5fd9-22d5-4c0a-9833-7fb0f5135313" providerId="ADAL" clId="{AE171C9D-A8B3-4AB5-91C0-52B3AD443501}" dt="2021-01-28T08:47:03.399" v="259" actId="207"/>
          <ac:spMkLst>
            <pc:docMk/>
            <pc:sldMk cId="1806057471" sldId="368"/>
            <ac:spMk id="6" creationId="{AB716B78-847B-48E8-B695-2A096A360E87}"/>
          </ac:spMkLst>
        </pc:spChg>
        <pc:spChg chg="add mod">
          <ac:chgData name="鈴木 秀規" userId="f68c5fd9-22d5-4c0a-9833-7fb0f5135313" providerId="ADAL" clId="{AE171C9D-A8B3-4AB5-91C0-52B3AD443501}" dt="2021-01-28T08:40:44.614" v="229" actId="14100"/>
          <ac:spMkLst>
            <pc:docMk/>
            <pc:sldMk cId="1806057471" sldId="368"/>
            <ac:spMk id="7" creationId="{318E1983-FBCA-4054-B9D4-B6E8A0700ABD}"/>
          </ac:spMkLst>
        </pc:spChg>
        <pc:picChg chg="add mod">
          <ac:chgData name="鈴木 秀規" userId="f68c5fd9-22d5-4c0a-9833-7fb0f5135313" providerId="ADAL" clId="{AE171C9D-A8B3-4AB5-91C0-52B3AD443501}" dt="2021-01-28T08:38:26.456" v="218"/>
          <ac:picMkLst>
            <pc:docMk/>
            <pc:sldMk cId="1806057471" sldId="368"/>
            <ac:picMk id="8" creationId="{2B5FA88E-1503-465D-B418-EEBFDFC3A4E3}"/>
          </ac:picMkLst>
        </pc:picChg>
      </pc:sldChg>
      <pc:sldChg chg="addSp modSp new mod">
        <pc:chgData name="鈴木 秀規" userId="f68c5fd9-22d5-4c0a-9833-7fb0f5135313" providerId="ADAL" clId="{AE171C9D-A8B3-4AB5-91C0-52B3AD443501}" dt="2021-01-28T08:46:57.266" v="258" actId="207"/>
        <pc:sldMkLst>
          <pc:docMk/>
          <pc:sldMk cId="167090370" sldId="369"/>
        </pc:sldMkLst>
        <pc:spChg chg="mod">
          <ac:chgData name="鈴木 秀規" userId="f68c5fd9-22d5-4c0a-9833-7fb0f5135313" providerId="ADAL" clId="{AE171C9D-A8B3-4AB5-91C0-52B3AD443501}" dt="2021-01-28T08:42:33.826" v="237"/>
          <ac:spMkLst>
            <pc:docMk/>
            <pc:sldMk cId="167090370" sldId="369"/>
            <ac:spMk id="3" creationId="{C0CF25BB-97D8-49D8-8FEC-F3B1E05625EF}"/>
          </ac:spMkLst>
        </pc:spChg>
        <pc:spChg chg="mod">
          <ac:chgData name="鈴木 秀規" userId="f68c5fd9-22d5-4c0a-9833-7fb0f5135313" providerId="ADAL" clId="{AE171C9D-A8B3-4AB5-91C0-52B3AD443501}" dt="2021-01-28T08:42:27.377" v="236"/>
          <ac:spMkLst>
            <pc:docMk/>
            <pc:sldMk cId="167090370" sldId="369"/>
            <ac:spMk id="5" creationId="{C9BCC8F6-7E15-49CA-8743-3E5498B6B5EB}"/>
          </ac:spMkLst>
        </pc:spChg>
        <pc:spChg chg="add mod">
          <ac:chgData name="鈴木 秀規" userId="f68c5fd9-22d5-4c0a-9833-7fb0f5135313" providerId="ADAL" clId="{AE171C9D-A8B3-4AB5-91C0-52B3AD443501}" dt="2021-01-28T08:46:57.266" v="258" actId="207"/>
          <ac:spMkLst>
            <pc:docMk/>
            <pc:sldMk cId="167090370" sldId="369"/>
            <ac:spMk id="6" creationId="{F9FEF840-8576-4ACC-9BA4-A8F33D6B15FA}"/>
          </ac:spMkLst>
        </pc:spChg>
        <pc:spChg chg="add mod">
          <ac:chgData name="鈴木 秀規" userId="f68c5fd9-22d5-4c0a-9833-7fb0f5135313" providerId="ADAL" clId="{AE171C9D-A8B3-4AB5-91C0-52B3AD443501}" dt="2021-01-28T08:45:24.818" v="250" actId="115"/>
          <ac:spMkLst>
            <pc:docMk/>
            <pc:sldMk cId="167090370" sldId="369"/>
            <ac:spMk id="7" creationId="{F00D1BD6-0D51-4A53-A1C6-EC617C53FB9F}"/>
          </ac:spMkLst>
        </pc:spChg>
        <pc:picChg chg="add mod">
          <ac:chgData name="鈴木 秀規" userId="f68c5fd9-22d5-4c0a-9833-7fb0f5135313" providerId="ADAL" clId="{AE171C9D-A8B3-4AB5-91C0-52B3AD443501}" dt="2021-01-28T08:42:05.819" v="233"/>
          <ac:picMkLst>
            <pc:docMk/>
            <pc:sldMk cId="167090370" sldId="369"/>
            <ac:picMk id="8" creationId="{81C30A9C-95CB-4555-8BCA-EC35828AB32C}"/>
          </ac:picMkLst>
        </pc:picChg>
      </pc:sldChg>
      <pc:sldChg chg="del">
        <pc:chgData name="鈴木 秀規" userId="f68c5fd9-22d5-4c0a-9833-7fb0f5135313" providerId="ADAL" clId="{AE171C9D-A8B3-4AB5-91C0-52B3AD443501}" dt="2021-01-28T08:23:42.589" v="26" actId="2696"/>
        <pc:sldMkLst>
          <pc:docMk/>
          <pc:sldMk cId="1615278593" sldId="369"/>
        </pc:sldMkLst>
      </pc:sldChg>
      <pc:sldChg chg="addSp delSp modSp new mod">
        <pc:chgData name="鈴木 秀規" userId="f68c5fd9-22d5-4c0a-9833-7fb0f5135313" providerId="ADAL" clId="{AE171C9D-A8B3-4AB5-91C0-52B3AD443501}" dt="2021-01-28T08:49:01.738" v="279" actId="403"/>
        <pc:sldMkLst>
          <pc:docMk/>
          <pc:sldMk cId="95388061" sldId="370"/>
        </pc:sldMkLst>
        <pc:spChg chg="mod">
          <ac:chgData name="鈴木 秀規" userId="f68c5fd9-22d5-4c0a-9833-7fb0f5135313" providerId="ADAL" clId="{AE171C9D-A8B3-4AB5-91C0-52B3AD443501}" dt="2021-01-28T08:46:19.459" v="252"/>
          <ac:spMkLst>
            <pc:docMk/>
            <pc:sldMk cId="95388061" sldId="370"/>
            <ac:spMk id="3" creationId="{41A3CA38-7A81-4B93-AD9D-5EAFFBEF4BC8}"/>
          </ac:spMkLst>
        </pc:spChg>
        <pc:spChg chg="mod">
          <ac:chgData name="鈴木 秀規" userId="f68c5fd9-22d5-4c0a-9833-7fb0f5135313" providerId="ADAL" clId="{AE171C9D-A8B3-4AB5-91C0-52B3AD443501}" dt="2021-01-28T08:46:30.942" v="255" actId="14100"/>
          <ac:spMkLst>
            <pc:docMk/>
            <pc:sldMk cId="95388061" sldId="370"/>
            <ac:spMk id="5" creationId="{A797BDB9-D421-4C44-82DC-45A93556DA54}"/>
          </ac:spMkLst>
        </pc:spChg>
        <pc:spChg chg="add del">
          <ac:chgData name="鈴木 秀規" userId="f68c5fd9-22d5-4c0a-9833-7fb0f5135313" providerId="ADAL" clId="{AE171C9D-A8B3-4AB5-91C0-52B3AD443501}" dt="2021-01-28T08:46:48.419" v="257" actId="22"/>
          <ac:spMkLst>
            <pc:docMk/>
            <pc:sldMk cId="95388061" sldId="370"/>
            <ac:spMk id="7" creationId="{73FBEDA8-9D71-42B1-AC52-A14BEDEFBA3B}"/>
          </ac:spMkLst>
        </pc:spChg>
        <pc:spChg chg="add mod">
          <ac:chgData name="鈴木 秀規" userId="f68c5fd9-22d5-4c0a-9833-7fb0f5135313" providerId="ADAL" clId="{AE171C9D-A8B3-4AB5-91C0-52B3AD443501}" dt="2021-01-28T08:48:38.286" v="274" actId="207"/>
          <ac:spMkLst>
            <pc:docMk/>
            <pc:sldMk cId="95388061" sldId="370"/>
            <ac:spMk id="8" creationId="{21E0FF6F-8012-4390-915C-A06A275C8A67}"/>
          </ac:spMkLst>
        </pc:spChg>
        <pc:spChg chg="add mod">
          <ac:chgData name="鈴木 秀規" userId="f68c5fd9-22d5-4c0a-9833-7fb0f5135313" providerId="ADAL" clId="{AE171C9D-A8B3-4AB5-91C0-52B3AD443501}" dt="2021-01-28T08:49:01.738" v="279" actId="403"/>
          <ac:spMkLst>
            <pc:docMk/>
            <pc:sldMk cId="95388061" sldId="370"/>
            <ac:spMk id="9" creationId="{67B04C7C-CC9F-4726-8232-6616CEA4B022}"/>
          </ac:spMkLst>
        </pc:spChg>
      </pc:sldChg>
      <pc:sldChg chg="del">
        <pc:chgData name="鈴木 秀規" userId="f68c5fd9-22d5-4c0a-9833-7fb0f5135313" providerId="ADAL" clId="{AE171C9D-A8B3-4AB5-91C0-52B3AD443501}" dt="2021-01-28T08:23:42.589" v="26" actId="2696"/>
        <pc:sldMkLst>
          <pc:docMk/>
          <pc:sldMk cId="639239015" sldId="370"/>
        </pc:sldMkLst>
      </pc:sldChg>
      <pc:sldChg chg="modSp new mod">
        <pc:chgData name="鈴木 秀規" userId="f68c5fd9-22d5-4c0a-9833-7fb0f5135313" providerId="ADAL" clId="{AE171C9D-A8B3-4AB5-91C0-52B3AD443501}" dt="2021-01-28T08:54:54.355" v="291" actId="20577"/>
        <pc:sldMkLst>
          <pc:docMk/>
          <pc:sldMk cId="853967147" sldId="371"/>
        </pc:sldMkLst>
        <pc:spChg chg="mod">
          <ac:chgData name="鈴木 秀規" userId="f68c5fd9-22d5-4c0a-9833-7fb0f5135313" providerId="ADAL" clId="{AE171C9D-A8B3-4AB5-91C0-52B3AD443501}" dt="2021-01-28T08:54:03.130" v="281"/>
          <ac:spMkLst>
            <pc:docMk/>
            <pc:sldMk cId="853967147" sldId="371"/>
            <ac:spMk id="3" creationId="{AF42E5F5-F9D0-4554-B67F-148FD8EC3105}"/>
          </ac:spMkLst>
        </pc:spChg>
        <pc:spChg chg="mod">
          <ac:chgData name="鈴木 秀規" userId="f68c5fd9-22d5-4c0a-9833-7fb0f5135313" providerId="ADAL" clId="{AE171C9D-A8B3-4AB5-91C0-52B3AD443501}" dt="2021-01-28T08:54:54.355" v="291" actId="20577"/>
          <ac:spMkLst>
            <pc:docMk/>
            <pc:sldMk cId="853967147" sldId="371"/>
            <ac:spMk id="5" creationId="{2DFC0F04-3729-49EE-A700-AC4FE7495084}"/>
          </ac:spMkLst>
        </pc:spChg>
      </pc:sldChg>
      <pc:sldChg chg="del">
        <pc:chgData name="鈴木 秀規" userId="f68c5fd9-22d5-4c0a-9833-7fb0f5135313" providerId="ADAL" clId="{AE171C9D-A8B3-4AB5-91C0-52B3AD443501}" dt="2021-01-28T08:23:42.589" v="26" actId="2696"/>
        <pc:sldMkLst>
          <pc:docMk/>
          <pc:sldMk cId="4233707676" sldId="371"/>
        </pc:sldMkLst>
      </pc:sldChg>
      <pc:sldChg chg="addSp modSp new mod">
        <pc:chgData name="鈴木 秀規" userId="f68c5fd9-22d5-4c0a-9833-7fb0f5135313" providerId="ADAL" clId="{AE171C9D-A8B3-4AB5-91C0-52B3AD443501}" dt="2021-01-28T08:56:38.127" v="307" actId="1076"/>
        <pc:sldMkLst>
          <pc:docMk/>
          <pc:sldMk cId="193662145" sldId="372"/>
        </pc:sldMkLst>
        <pc:spChg chg="mod">
          <ac:chgData name="鈴木 秀規" userId="f68c5fd9-22d5-4c0a-9833-7fb0f5135313" providerId="ADAL" clId="{AE171C9D-A8B3-4AB5-91C0-52B3AD443501}" dt="2021-01-28T08:55:37.203" v="293"/>
          <ac:spMkLst>
            <pc:docMk/>
            <pc:sldMk cId="193662145" sldId="372"/>
            <ac:spMk id="3" creationId="{E76CAEB3-49D5-46F4-A9FE-CF97174D3CA3}"/>
          </ac:spMkLst>
        </pc:spChg>
        <pc:spChg chg="mod">
          <ac:chgData name="鈴木 秀規" userId="f68c5fd9-22d5-4c0a-9833-7fb0f5135313" providerId="ADAL" clId="{AE171C9D-A8B3-4AB5-91C0-52B3AD443501}" dt="2021-01-28T08:55:55.078" v="297" actId="14100"/>
          <ac:spMkLst>
            <pc:docMk/>
            <pc:sldMk cId="193662145" sldId="372"/>
            <ac:spMk id="5" creationId="{6D7F57BB-892D-4732-A951-E66AC83B7744}"/>
          </ac:spMkLst>
        </pc:spChg>
        <pc:graphicFrameChg chg="add mod modGraphic">
          <ac:chgData name="鈴木 秀規" userId="f68c5fd9-22d5-4c0a-9833-7fb0f5135313" providerId="ADAL" clId="{AE171C9D-A8B3-4AB5-91C0-52B3AD443501}" dt="2021-01-28T08:56:38.127" v="307" actId="1076"/>
          <ac:graphicFrameMkLst>
            <pc:docMk/>
            <pc:sldMk cId="193662145" sldId="372"/>
            <ac:graphicFrameMk id="6" creationId="{E68C0511-571B-443B-A12B-7AEF1DC35017}"/>
          </ac:graphicFrameMkLst>
        </pc:graphicFrameChg>
      </pc:sldChg>
      <pc:sldChg chg="del">
        <pc:chgData name="鈴木 秀規" userId="f68c5fd9-22d5-4c0a-9833-7fb0f5135313" providerId="ADAL" clId="{AE171C9D-A8B3-4AB5-91C0-52B3AD443501}" dt="2021-01-28T08:23:42.589" v="26" actId="2696"/>
        <pc:sldMkLst>
          <pc:docMk/>
          <pc:sldMk cId="2732402478" sldId="372"/>
        </pc:sldMkLst>
      </pc:sldChg>
      <pc:sldChg chg="del">
        <pc:chgData name="鈴木 秀規" userId="f68c5fd9-22d5-4c0a-9833-7fb0f5135313" providerId="ADAL" clId="{AE171C9D-A8B3-4AB5-91C0-52B3AD443501}" dt="2021-01-28T08:23:42.589" v="26" actId="2696"/>
        <pc:sldMkLst>
          <pc:docMk/>
          <pc:sldMk cId="1848207789" sldId="373"/>
        </pc:sldMkLst>
      </pc:sldChg>
      <pc:sldChg chg="modSp new mod">
        <pc:chgData name="鈴木 秀規" userId="f68c5fd9-22d5-4c0a-9833-7fb0f5135313" providerId="ADAL" clId="{AE171C9D-A8B3-4AB5-91C0-52B3AD443501}" dt="2021-01-28T08:57:19.003" v="316" actId="20577"/>
        <pc:sldMkLst>
          <pc:docMk/>
          <pc:sldMk cId="3119782308" sldId="373"/>
        </pc:sldMkLst>
        <pc:spChg chg="mod">
          <ac:chgData name="鈴木 秀規" userId="f68c5fd9-22d5-4c0a-9833-7fb0f5135313" providerId="ADAL" clId="{AE171C9D-A8B3-4AB5-91C0-52B3AD443501}" dt="2021-01-28T08:56:49.043" v="309"/>
          <ac:spMkLst>
            <pc:docMk/>
            <pc:sldMk cId="3119782308" sldId="373"/>
            <ac:spMk id="3" creationId="{8FBD40A1-B451-47DB-8D4F-7857B7B5653E}"/>
          </ac:spMkLst>
        </pc:spChg>
        <pc:spChg chg="mod">
          <ac:chgData name="鈴木 秀規" userId="f68c5fd9-22d5-4c0a-9833-7fb0f5135313" providerId="ADAL" clId="{AE171C9D-A8B3-4AB5-91C0-52B3AD443501}" dt="2021-01-28T08:57:19.003" v="316" actId="20577"/>
          <ac:spMkLst>
            <pc:docMk/>
            <pc:sldMk cId="3119782308" sldId="373"/>
            <ac:spMk id="5" creationId="{018A7818-795C-4FD1-B23D-EAC49475BFF4}"/>
          </ac:spMkLst>
        </pc:spChg>
      </pc:sldChg>
      <pc:sldChg chg="del">
        <pc:chgData name="鈴木 秀規" userId="f68c5fd9-22d5-4c0a-9833-7fb0f5135313" providerId="ADAL" clId="{AE171C9D-A8B3-4AB5-91C0-52B3AD443501}" dt="2021-01-28T08:23:42.589" v="26" actId="2696"/>
        <pc:sldMkLst>
          <pc:docMk/>
          <pc:sldMk cId="949514721" sldId="374"/>
        </pc:sldMkLst>
      </pc:sldChg>
      <pc:sldChg chg="addSp modSp new mod">
        <pc:chgData name="鈴木 秀規" userId="f68c5fd9-22d5-4c0a-9833-7fb0f5135313" providerId="ADAL" clId="{AE171C9D-A8B3-4AB5-91C0-52B3AD443501}" dt="2021-01-28T08:58:29.788" v="328" actId="1076"/>
        <pc:sldMkLst>
          <pc:docMk/>
          <pc:sldMk cId="4094264785" sldId="374"/>
        </pc:sldMkLst>
        <pc:spChg chg="mod">
          <ac:chgData name="鈴木 秀規" userId="f68c5fd9-22d5-4c0a-9833-7fb0f5135313" providerId="ADAL" clId="{AE171C9D-A8B3-4AB5-91C0-52B3AD443501}" dt="2021-01-28T08:57:56.186" v="318"/>
          <ac:spMkLst>
            <pc:docMk/>
            <pc:sldMk cId="4094264785" sldId="374"/>
            <ac:spMk id="3" creationId="{979359D2-AA93-488C-BF59-583AB51307FB}"/>
          </ac:spMkLst>
        </pc:spChg>
        <pc:spChg chg="mod">
          <ac:chgData name="鈴木 秀規" userId="f68c5fd9-22d5-4c0a-9833-7fb0f5135313" providerId="ADAL" clId="{AE171C9D-A8B3-4AB5-91C0-52B3AD443501}" dt="2021-01-28T08:58:07.913" v="321" actId="14100"/>
          <ac:spMkLst>
            <pc:docMk/>
            <pc:sldMk cId="4094264785" sldId="374"/>
            <ac:spMk id="5" creationId="{0C2CAB17-F534-44C9-96A3-14FEC3C582C3}"/>
          </ac:spMkLst>
        </pc:spChg>
        <pc:spChg chg="add mod">
          <ac:chgData name="鈴木 秀規" userId="f68c5fd9-22d5-4c0a-9833-7fb0f5135313" providerId="ADAL" clId="{AE171C9D-A8B3-4AB5-91C0-52B3AD443501}" dt="2021-01-28T08:58:29.788" v="328" actId="1076"/>
          <ac:spMkLst>
            <pc:docMk/>
            <pc:sldMk cId="4094264785" sldId="374"/>
            <ac:spMk id="6" creationId="{4DDCF655-29CA-4C92-872A-D5013C9AA280}"/>
          </ac:spMkLst>
        </pc:spChg>
        <pc:spChg chg="add mod">
          <ac:chgData name="鈴木 秀規" userId="f68c5fd9-22d5-4c0a-9833-7fb0f5135313" providerId="ADAL" clId="{AE171C9D-A8B3-4AB5-91C0-52B3AD443501}" dt="2021-01-28T08:58:29.788" v="328" actId="1076"/>
          <ac:spMkLst>
            <pc:docMk/>
            <pc:sldMk cId="4094264785" sldId="374"/>
            <ac:spMk id="7" creationId="{5C2BB362-C6B9-44D2-90C8-09FD7AB4AC8A}"/>
          </ac:spMkLst>
        </pc:spChg>
        <pc:spChg chg="add mod">
          <ac:chgData name="鈴木 秀規" userId="f68c5fd9-22d5-4c0a-9833-7fb0f5135313" providerId="ADAL" clId="{AE171C9D-A8B3-4AB5-91C0-52B3AD443501}" dt="2021-01-28T08:58:29.788" v="328" actId="1076"/>
          <ac:spMkLst>
            <pc:docMk/>
            <pc:sldMk cId="4094264785" sldId="374"/>
            <ac:spMk id="8" creationId="{CE86CC2E-1E41-49CA-B34B-CF2E7BEE9CB9}"/>
          </ac:spMkLst>
        </pc:spChg>
      </pc:sldChg>
      <pc:sldChg chg="del">
        <pc:chgData name="鈴木 秀規" userId="f68c5fd9-22d5-4c0a-9833-7fb0f5135313" providerId="ADAL" clId="{AE171C9D-A8B3-4AB5-91C0-52B3AD443501}" dt="2021-01-28T08:23:42.589" v="26" actId="2696"/>
        <pc:sldMkLst>
          <pc:docMk/>
          <pc:sldMk cId="420561561" sldId="375"/>
        </pc:sldMkLst>
      </pc:sldChg>
      <pc:sldChg chg="addSp modSp new mod">
        <pc:chgData name="鈴木 秀規" userId="f68c5fd9-22d5-4c0a-9833-7fb0f5135313" providerId="ADAL" clId="{AE171C9D-A8B3-4AB5-91C0-52B3AD443501}" dt="2021-01-28T09:02:31.895" v="352" actId="14100"/>
        <pc:sldMkLst>
          <pc:docMk/>
          <pc:sldMk cId="1155857800" sldId="375"/>
        </pc:sldMkLst>
        <pc:spChg chg="mod">
          <ac:chgData name="鈴木 秀規" userId="f68c5fd9-22d5-4c0a-9833-7fb0f5135313" providerId="ADAL" clId="{AE171C9D-A8B3-4AB5-91C0-52B3AD443501}" dt="2021-01-28T09:00:55.370" v="330"/>
          <ac:spMkLst>
            <pc:docMk/>
            <pc:sldMk cId="1155857800" sldId="375"/>
            <ac:spMk id="3" creationId="{4BF1C48F-1D23-4F10-BF6E-83490E6C205E}"/>
          </ac:spMkLst>
        </pc:spChg>
        <pc:spChg chg="mod">
          <ac:chgData name="鈴木 秀規" userId="f68c5fd9-22d5-4c0a-9833-7fb0f5135313" providerId="ADAL" clId="{AE171C9D-A8B3-4AB5-91C0-52B3AD443501}" dt="2021-01-28T09:01:08.339" v="335" actId="14100"/>
          <ac:spMkLst>
            <pc:docMk/>
            <pc:sldMk cId="1155857800" sldId="375"/>
            <ac:spMk id="5" creationId="{A245D60A-AEFB-4A28-95C4-6A74FCB912E5}"/>
          </ac:spMkLst>
        </pc:spChg>
        <pc:spChg chg="add mod">
          <ac:chgData name="鈴木 秀規" userId="f68c5fd9-22d5-4c0a-9833-7fb0f5135313" providerId="ADAL" clId="{AE171C9D-A8B3-4AB5-91C0-52B3AD443501}" dt="2021-01-28T09:01:51.924" v="347" actId="14100"/>
          <ac:spMkLst>
            <pc:docMk/>
            <pc:sldMk cId="1155857800" sldId="375"/>
            <ac:spMk id="6" creationId="{95819D2C-6F3A-4C2F-A0F2-4F79EB8F42A8}"/>
          </ac:spMkLst>
        </pc:spChg>
        <pc:spChg chg="add mod">
          <ac:chgData name="鈴木 秀規" userId="f68c5fd9-22d5-4c0a-9833-7fb0f5135313" providerId="ADAL" clId="{AE171C9D-A8B3-4AB5-91C0-52B3AD443501}" dt="2021-01-28T09:02:31.895" v="352" actId="14100"/>
          <ac:spMkLst>
            <pc:docMk/>
            <pc:sldMk cId="1155857800" sldId="375"/>
            <ac:spMk id="7" creationId="{BBCDBBF3-AB3C-4B48-9945-FF16E18B256F}"/>
          </ac:spMkLst>
        </pc:spChg>
      </pc:sldChg>
      <pc:sldChg chg="del">
        <pc:chgData name="鈴木 秀規" userId="f68c5fd9-22d5-4c0a-9833-7fb0f5135313" providerId="ADAL" clId="{AE171C9D-A8B3-4AB5-91C0-52B3AD443501}" dt="2021-01-28T08:23:42.589" v="26" actId="2696"/>
        <pc:sldMkLst>
          <pc:docMk/>
          <pc:sldMk cId="1996051249" sldId="376"/>
        </pc:sldMkLst>
      </pc:sldChg>
      <pc:sldChg chg="addSp modSp new mod">
        <pc:chgData name="鈴木 秀規" userId="f68c5fd9-22d5-4c0a-9833-7fb0f5135313" providerId="ADAL" clId="{AE171C9D-A8B3-4AB5-91C0-52B3AD443501}" dt="2021-01-28T09:03:57.978" v="367" actId="14100"/>
        <pc:sldMkLst>
          <pc:docMk/>
          <pc:sldMk cId="2003241689" sldId="376"/>
        </pc:sldMkLst>
        <pc:spChg chg="mod">
          <ac:chgData name="鈴木 秀規" userId="f68c5fd9-22d5-4c0a-9833-7fb0f5135313" providerId="ADAL" clId="{AE171C9D-A8B3-4AB5-91C0-52B3AD443501}" dt="2021-01-28T09:02:45.116" v="354"/>
          <ac:spMkLst>
            <pc:docMk/>
            <pc:sldMk cId="2003241689" sldId="376"/>
            <ac:spMk id="3" creationId="{E4682568-1295-478A-92AE-7F84AF8BE51C}"/>
          </ac:spMkLst>
        </pc:spChg>
        <pc:spChg chg="mod">
          <ac:chgData name="鈴木 秀規" userId="f68c5fd9-22d5-4c0a-9833-7fb0f5135313" providerId="ADAL" clId="{AE171C9D-A8B3-4AB5-91C0-52B3AD443501}" dt="2021-01-28T09:02:54.761" v="357" actId="14100"/>
          <ac:spMkLst>
            <pc:docMk/>
            <pc:sldMk cId="2003241689" sldId="376"/>
            <ac:spMk id="5" creationId="{7874FB13-0033-4D65-9C4D-DABA47369DA4}"/>
          </ac:spMkLst>
        </pc:spChg>
        <pc:spChg chg="add mod">
          <ac:chgData name="鈴木 秀規" userId="f68c5fd9-22d5-4c0a-9833-7fb0f5135313" providerId="ADAL" clId="{AE171C9D-A8B3-4AB5-91C0-52B3AD443501}" dt="2021-01-28T09:03:36.246" v="364" actId="2711"/>
          <ac:spMkLst>
            <pc:docMk/>
            <pc:sldMk cId="2003241689" sldId="376"/>
            <ac:spMk id="6" creationId="{E0CEA451-5366-4ABF-AF2C-DD94507D7541}"/>
          </ac:spMkLst>
        </pc:spChg>
        <pc:spChg chg="add mod">
          <ac:chgData name="鈴木 秀規" userId="f68c5fd9-22d5-4c0a-9833-7fb0f5135313" providerId="ADAL" clId="{AE171C9D-A8B3-4AB5-91C0-52B3AD443501}" dt="2021-01-28T09:03:36.246" v="364" actId="2711"/>
          <ac:spMkLst>
            <pc:docMk/>
            <pc:sldMk cId="2003241689" sldId="376"/>
            <ac:spMk id="7" creationId="{069BADC0-893D-498B-8216-F9ED79BC3FC3}"/>
          </ac:spMkLst>
        </pc:spChg>
        <pc:spChg chg="add mod">
          <ac:chgData name="鈴木 秀規" userId="f68c5fd9-22d5-4c0a-9833-7fb0f5135313" providerId="ADAL" clId="{AE171C9D-A8B3-4AB5-91C0-52B3AD443501}" dt="2021-01-28T09:03:36.246" v="364" actId="2711"/>
          <ac:spMkLst>
            <pc:docMk/>
            <pc:sldMk cId="2003241689" sldId="376"/>
            <ac:spMk id="8" creationId="{9E501490-B036-4BD2-B832-C7CEBEA251A1}"/>
          </ac:spMkLst>
        </pc:spChg>
        <pc:spChg chg="add mod">
          <ac:chgData name="鈴木 秀規" userId="f68c5fd9-22d5-4c0a-9833-7fb0f5135313" providerId="ADAL" clId="{AE171C9D-A8B3-4AB5-91C0-52B3AD443501}" dt="2021-01-28T09:03:52.800" v="366" actId="14100"/>
          <ac:spMkLst>
            <pc:docMk/>
            <pc:sldMk cId="2003241689" sldId="376"/>
            <ac:spMk id="9" creationId="{ED7ADC8C-D7C8-497B-95F1-B64E7F57A2A6}"/>
          </ac:spMkLst>
        </pc:spChg>
        <pc:spChg chg="add mod">
          <ac:chgData name="鈴木 秀規" userId="f68c5fd9-22d5-4c0a-9833-7fb0f5135313" providerId="ADAL" clId="{AE171C9D-A8B3-4AB5-91C0-52B3AD443501}" dt="2021-01-28T09:03:57.978" v="367" actId="14100"/>
          <ac:spMkLst>
            <pc:docMk/>
            <pc:sldMk cId="2003241689" sldId="376"/>
            <ac:spMk id="10" creationId="{54DE6F70-0E7D-42E1-8A6A-C826956AF346}"/>
          </ac:spMkLst>
        </pc:spChg>
        <pc:spChg chg="add mod">
          <ac:chgData name="鈴木 秀規" userId="f68c5fd9-22d5-4c0a-9833-7fb0f5135313" providerId="ADAL" clId="{AE171C9D-A8B3-4AB5-91C0-52B3AD443501}" dt="2021-01-28T09:03:36.246" v="364" actId="2711"/>
          <ac:spMkLst>
            <pc:docMk/>
            <pc:sldMk cId="2003241689" sldId="376"/>
            <ac:spMk id="11" creationId="{DC8A545F-291D-4CEF-B1FE-B53DDD12205E}"/>
          </ac:spMkLst>
        </pc:spChg>
        <pc:spChg chg="add mod">
          <ac:chgData name="鈴木 秀規" userId="f68c5fd9-22d5-4c0a-9833-7fb0f5135313" providerId="ADAL" clId="{AE171C9D-A8B3-4AB5-91C0-52B3AD443501}" dt="2021-01-28T09:03:36.246" v="364" actId="2711"/>
          <ac:spMkLst>
            <pc:docMk/>
            <pc:sldMk cId="2003241689" sldId="376"/>
            <ac:spMk id="12" creationId="{D0EB1E79-CEB5-472C-A83F-14E2367031FE}"/>
          </ac:spMkLst>
        </pc:spChg>
        <pc:spChg chg="add mod">
          <ac:chgData name="鈴木 秀規" userId="f68c5fd9-22d5-4c0a-9833-7fb0f5135313" providerId="ADAL" clId="{AE171C9D-A8B3-4AB5-91C0-52B3AD443501}" dt="2021-01-28T09:03:36.246" v="364" actId="2711"/>
          <ac:spMkLst>
            <pc:docMk/>
            <pc:sldMk cId="2003241689" sldId="376"/>
            <ac:spMk id="13" creationId="{C5621F42-019C-4CA8-9B08-6D212CEDE0AF}"/>
          </ac:spMkLst>
        </pc:spChg>
        <pc:spChg chg="add mod">
          <ac:chgData name="鈴木 秀規" userId="f68c5fd9-22d5-4c0a-9833-7fb0f5135313" providerId="ADAL" clId="{AE171C9D-A8B3-4AB5-91C0-52B3AD443501}" dt="2021-01-28T09:03:36.246" v="364" actId="2711"/>
          <ac:spMkLst>
            <pc:docMk/>
            <pc:sldMk cId="2003241689" sldId="376"/>
            <ac:spMk id="14" creationId="{45233C8B-FAF5-48E3-A8A0-DB5ECA0DB093}"/>
          </ac:spMkLst>
        </pc:spChg>
        <pc:spChg chg="add mod">
          <ac:chgData name="鈴木 秀規" userId="f68c5fd9-22d5-4c0a-9833-7fb0f5135313" providerId="ADAL" clId="{AE171C9D-A8B3-4AB5-91C0-52B3AD443501}" dt="2021-01-28T09:03:46.484" v="365" actId="207"/>
          <ac:spMkLst>
            <pc:docMk/>
            <pc:sldMk cId="2003241689" sldId="376"/>
            <ac:spMk id="15" creationId="{06FBD471-513F-460C-855B-4E4FBEFEFEF2}"/>
          </ac:spMkLst>
        </pc:spChg>
        <pc:spChg chg="add mod">
          <ac:chgData name="鈴木 秀規" userId="f68c5fd9-22d5-4c0a-9833-7fb0f5135313" providerId="ADAL" clId="{AE171C9D-A8B3-4AB5-91C0-52B3AD443501}" dt="2021-01-28T09:03:46.484" v="365" actId="207"/>
          <ac:spMkLst>
            <pc:docMk/>
            <pc:sldMk cId="2003241689" sldId="376"/>
            <ac:spMk id="16" creationId="{5CCDC4DB-AAB7-4910-82F0-CE9C82E02D90}"/>
          </ac:spMkLst>
        </pc:spChg>
        <pc:spChg chg="add mod">
          <ac:chgData name="鈴木 秀規" userId="f68c5fd9-22d5-4c0a-9833-7fb0f5135313" providerId="ADAL" clId="{AE171C9D-A8B3-4AB5-91C0-52B3AD443501}" dt="2021-01-28T09:03:46.484" v="365" actId="207"/>
          <ac:spMkLst>
            <pc:docMk/>
            <pc:sldMk cId="2003241689" sldId="376"/>
            <ac:spMk id="17" creationId="{078697B7-F848-46FF-A6EA-57A825DDB638}"/>
          </ac:spMkLst>
        </pc:spChg>
        <pc:spChg chg="add mod">
          <ac:chgData name="鈴木 秀規" userId="f68c5fd9-22d5-4c0a-9833-7fb0f5135313" providerId="ADAL" clId="{AE171C9D-A8B3-4AB5-91C0-52B3AD443501}" dt="2021-01-28T09:03:36.246" v="364" actId="2711"/>
          <ac:spMkLst>
            <pc:docMk/>
            <pc:sldMk cId="2003241689" sldId="376"/>
            <ac:spMk id="18" creationId="{B6CF7752-F728-49E4-925A-9FA36F68C2CE}"/>
          </ac:spMkLst>
        </pc:spChg>
      </pc:sldChg>
      <pc:sldChg chg="addSp modSp new mod">
        <pc:chgData name="鈴木 秀規" userId="f68c5fd9-22d5-4c0a-9833-7fb0f5135313" providerId="ADAL" clId="{AE171C9D-A8B3-4AB5-91C0-52B3AD443501}" dt="2021-01-28T09:04:58.722" v="377" actId="2711"/>
        <pc:sldMkLst>
          <pc:docMk/>
          <pc:sldMk cId="156709775" sldId="377"/>
        </pc:sldMkLst>
        <pc:spChg chg="mod">
          <ac:chgData name="鈴木 秀規" userId="f68c5fd9-22d5-4c0a-9833-7fb0f5135313" providerId="ADAL" clId="{AE171C9D-A8B3-4AB5-91C0-52B3AD443501}" dt="2021-01-28T09:04:13.302" v="369"/>
          <ac:spMkLst>
            <pc:docMk/>
            <pc:sldMk cId="156709775" sldId="377"/>
            <ac:spMk id="3" creationId="{5401838A-E061-4A4D-BB55-65687E6E46C8}"/>
          </ac:spMkLst>
        </pc:spChg>
        <pc:spChg chg="mod">
          <ac:chgData name="鈴木 秀規" userId="f68c5fd9-22d5-4c0a-9833-7fb0f5135313" providerId="ADAL" clId="{AE171C9D-A8B3-4AB5-91C0-52B3AD443501}" dt="2021-01-28T09:04:27.592" v="372" actId="14100"/>
          <ac:spMkLst>
            <pc:docMk/>
            <pc:sldMk cId="156709775" sldId="377"/>
            <ac:spMk id="5" creationId="{66725D84-5746-4911-ADD1-DAB0568797E6}"/>
          </ac:spMkLst>
        </pc:spChg>
        <pc:spChg chg="add mod">
          <ac:chgData name="鈴木 秀規" userId="f68c5fd9-22d5-4c0a-9833-7fb0f5135313" providerId="ADAL" clId="{AE171C9D-A8B3-4AB5-91C0-52B3AD443501}" dt="2021-01-28T09:04:58.722" v="377" actId="2711"/>
          <ac:spMkLst>
            <pc:docMk/>
            <pc:sldMk cId="156709775" sldId="377"/>
            <ac:spMk id="10" creationId="{54054970-B28B-48D8-AF30-D9FEC354E0E9}"/>
          </ac:spMkLst>
        </pc:spChg>
        <pc:spChg chg="add mod">
          <ac:chgData name="鈴木 秀規" userId="f68c5fd9-22d5-4c0a-9833-7fb0f5135313" providerId="ADAL" clId="{AE171C9D-A8B3-4AB5-91C0-52B3AD443501}" dt="2021-01-28T09:04:58.722" v="377" actId="2711"/>
          <ac:spMkLst>
            <pc:docMk/>
            <pc:sldMk cId="156709775" sldId="377"/>
            <ac:spMk id="11" creationId="{6A6EEA7D-E2B1-4097-BDFC-3D35E0AF506C}"/>
          </ac:spMkLst>
        </pc:spChg>
        <pc:spChg chg="add mod">
          <ac:chgData name="鈴木 秀規" userId="f68c5fd9-22d5-4c0a-9833-7fb0f5135313" providerId="ADAL" clId="{AE171C9D-A8B3-4AB5-91C0-52B3AD443501}" dt="2021-01-28T09:04:58.722" v="377" actId="2711"/>
          <ac:spMkLst>
            <pc:docMk/>
            <pc:sldMk cId="156709775" sldId="377"/>
            <ac:spMk id="12" creationId="{76A2137A-DF78-47C6-9DFF-B0679D1E8418}"/>
          </ac:spMkLst>
        </pc:spChg>
        <pc:picChg chg="add mod">
          <ac:chgData name="鈴木 秀規" userId="f68c5fd9-22d5-4c0a-9833-7fb0f5135313" providerId="ADAL" clId="{AE171C9D-A8B3-4AB5-91C0-52B3AD443501}" dt="2021-01-28T09:04:38.940" v="374" actId="1076"/>
          <ac:picMkLst>
            <pc:docMk/>
            <pc:sldMk cId="156709775" sldId="377"/>
            <ac:picMk id="6" creationId="{F6FCFE43-A9F9-4BBA-9C74-D18910D615E9}"/>
          </ac:picMkLst>
        </pc:picChg>
        <pc:picChg chg="add mod">
          <ac:chgData name="鈴木 秀規" userId="f68c5fd9-22d5-4c0a-9833-7fb0f5135313" providerId="ADAL" clId="{AE171C9D-A8B3-4AB5-91C0-52B3AD443501}" dt="2021-01-28T09:04:38.940" v="374" actId="1076"/>
          <ac:picMkLst>
            <pc:docMk/>
            <pc:sldMk cId="156709775" sldId="377"/>
            <ac:picMk id="7" creationId="{02629BC7-352E-418B-990D-D34CA7AA0043}"/>
          </ac:picMkLst>
        </pc:picChg>
        <pc:picChg chg="add mod">
          <ac:chgData name="鈴木 秀規" userId="f68c5fd9-22d5-4c0a-9833-7fb0f5135313" providerId="ADAL" clId="{AE171C9D-A8B3-4AB5-91C0-52B3AD443501}" dt="2021-01-28T09:04:38.940" v="374" actId="1076"/>
          <ac:picMkLst>
            <pc:docMk/>
            <pc:sldMk cId="156709775" sldId="377"/>
            <ac:picMk id="8" creationId="{3BB846BF-99D7-4CD4-9777-265CFB6E5D30}"/>
          </ac:picMkLst>
        </pc:picChg>
        <pc:picChg chg="add mod">
          <ac:chgData name="鈴木 秀規" userId="f68c5fd9-22d5-4c0a-9833-7fb0f5135313" providerId="ADAL" clId="{AE171C9D-A8B3-4AB5-91C0-52B3AD443501}" dt="2021-01-28T09:04:44.274" v="375" actId="1076"/>
          <ac:picMkLst>
            <pc:docMk/>
            <pc:sldMk cId="156709775" sldId="377"/>
            <ac:picMk id="9" creationId="{2D5B8E67-14EA-4594-8CD3-8DBE5AE09A8E}"/>
          </ac:picMkLst>
        </pc:picChg>
        <pc:picChg chg="add mod">
          <ac:chgData name="鈴木 秀規" userId="f68c5fd9-22d5-4c0a-9833-7fb0f5135313" providerId="ADAL" clId="{AE171C9D-A8B3-4AB5-91C0-52B3AD443501}" dt="2021-01-28T09:04:44.274" v="375" actId="1076"/>
          <ac:picMkLst>
            <pc:docMk/>
            <pc:sldMk cId="156709775" sldId="377"/>
            <ac:picMk id="16" creationId="{A357833A-765C-45DE-9C17-AEB30756D492}"/>
          </ac:picMkLst>
        </pc:picChg>
        <pc:picChg chg="add mod">
          <ac:chgData name="鈴木 秀規" userId="f68c5fd9-22d5-4c0a-9833-7fb0f5135313" providerId="ADAL" clId="{AE171C9D-A8B3-4AB5-91C0-52B3AD443501}" dt="2021-01-28T09:04:44.274" v="375" actId="1076"/>
          <ac:picMkLst>
            <pc:docMk/>
            <pc:sldMk cId="156709775" sldId="377"/>
            <ac:picMk id="17" creationId="{72F9336A-E609-404F-97AC-64224C3EA06A}"/>
          </ac:picMkLst>
        </pc:picChg>
        <pc:cxnChg chg="add mod">
          <ac:chgData name="鈴木 秀規" userId="f68c5fd9-22d5-4c0a-9833-7fb0f5135313" providerId="ADAL" clId="{AE171C9D-A8B3-4AB5-91C0-52B3AD443501}" dt="2021-01-28T09:04:44.274" v="375" actId="1076"/>
          <ac:cxnSpMkLst>
            <pc:docMk/>
            <pc:sldMk cId="156709775" sldId="377"/>
            <ac:cxnSpMk id="13" creationId="{F587428A-4F1F-49AE-A885-2A5F2079DD79}"/>
          </ac:cxnSpMkLst>
        </pc:cxnChg>
        <pc:cxnChg chg="add mod">
          <ac:chgData name="鈴木 秀規" userId="f68c5fd9-22d5-4c0a-9833-7fb0f5135313" providerId="ADAL" clId="{AE171C9D-A8B3-4AB5-91C0-52B3AD443501}" dt="2021-01-28T09:04:44.274" v="375" actId="1076"/>
          <ac:cxnSpMkLst>
            <pc:docMk/>
            <pc:sldMk cId="156709775" sldId="377"/>
            <ac:cxnSpMk id="14" creationId="{120221B7-5B2C-4B4C-99B3-EC62053BAC57}"/>
          </ac:cxnSpMkLst>
        </pc:cxnChg>
        <pc:cxnChg chg="add mod">
          <ac:chgData name="鈴木 秀規" userId="f68c5fd9-22d5-4c0a-9833-7fb0f5135313" providerId="ADAL" clId="{AE171C9D-A8B3-4AB5-91C0-52B3AD443501}" dt="2021-01-28T09:04:44.274" v="375" actId="1076"/>
          <ac:cxnSpMkLst>
            <pc:docMk/>
            <pc:sldMk cId="156709775" sldId="377"/>
            <ac:cxnSpMk id="15" creationId="{0A02DFF5-109F-499C-BD8C-C3064660340F}"/>
          </ac:cxnSpMkLst>
        </pc:cxnChg>
      </pc:sldChg>
      <pc:sldChg chg="del">
        <pc:chgData name="鈴木 秀規" userId="f68c5fd9-22d5-4c0a-9833-7fb0f5135313" providerId="ADAL" clId="{AE171C9D-A8B3-4AB5-91C0-52B3AD443501}" dt="2021-01-28T08:23:42.589" v="26" actId="2696"/>
        <pc:sldMkLst>
          <pc:docMk/>
          <pc:sldMk cId="3493943848" sldId="377"/>
        </pc:sldMkLst>
      </pc:sldChg>
      <pc:sldChg chg="del">
        <pc:chgData name="鈴木 秀規" userId="f68c5fd9-22d5-4c0a-9833-7fb0f5135313" providerId="ADAL" clId="{AE171C9D-A8B3-4AB5-91C0-52B3AD443501}" dt="2021-01-28T08:23:42.589" v="26" actId="2696"/>
        <pc:sldMkLst>
          <pc:docMk/>
          <pc:sldMk cId="3488235805" sldId="378"/>
        </pc:sldMkLst>
      </pc:sldChg>
      <pc:sldChg chg="addSp delSp modSp new mod">
        <pc:chgData name="鈴木 秀規" userId="f68c5fd9-22d5-4c0a-9833-7fb0f5135313" providerId="ADAL" clId="{AE171C9D-A8B3-4AB5-91C0-52B3AD443501}" dt="2021-01-28T09:08:08.892" v="418" actId="207"/>
        <pc:sldMkLst>
          <pc:docMk/>
          <pc:sldMk cId="4226280389" sldId="378"/>
        </pc:sldMkLst>
        <pc:spChg chg="mod">
          <ac:chgData name="鈴木 秀規" userId="f68c5fd9-22d5-4c0a-9833-7fb0f5135313" providerId="ADAL" clId="{AE171C9D-A8B3-4AB5-91C0-52B3AD443501}" dt="2021-01-28T09:05:23.693" v="379"/>
          <ac:spMkLst>
            <pc:docMk/>
            <pc:sldMk cId="4226280389" sldId="378"/>
            <ac:spMk id="3" creationId="{3DB11A7F-4861-415A-8EF5-B13845B979BB}"/>
          </ac:spMkLst>
        </pc:spChg>
        <pc:spChg chg="mod">
          <ac:chgData name="鈴木 秀規" userId="f68c5fd9-22d5-4c0a-9833-7fb0f5135313" providerId="ADAL" clId="{AE171C9D-A8B3-4AB5-91C0-52B3AD443501}" dt="2021-01-28T09:05:43.589" v="384" actId="113"/>
          <ac:spMkLst>
            <pc:docMk/>
            <pc:sldMk cId="4226280389" sldId="378"/>
            <ac:spMk id="5" creationId="{F109021C-31B2-4C35-8FA5-D85760F72C35}"/>
          </ac:spMkLst>
        </pc:spChg>
        <pc:spChg chg="add mod">
          <ac:chgData name="鈴木 秀規" userId="f68c5fd9-22d5-4c0a-9833-7fb0f5135313" providerId="ADAL" clId="{AE171C9D-A8B3-4AB5-91C0-52B3AD443501}" dt="2021-01-28T09:06:21.557" v="391" actId="14100"/>
          <ac:spMkLst>
            <pc:docMk/>
            <pc:sldMk cId="4226280389" sldId="378"/>
            <ac:spMk id="6" creationId="{47748407-37AF-4E05-8377-82E023146AE6}"/>
          </ac:spMkLst>
        </pc:spChg>
        <pc:spChg chg="add del mod">
          <ac:chgData name="鈴木 秀規" userId="f68c5fd9-22d5-4c0a-9833-7fb0f5135313" providerId="ADAL" clId="{AE171C9D-A8B3-4AB5-91C0-52B3AD443501}" dt="2021-01-28T09:06:28.261" v="393" actId="478"/>
          <ac:spMkLst>
            <pc:docMk/>
            <pc:sldMk cId="4226280389" sldId="378"/>
            <ac:spMk id="7" creationId="{5D7C18B2-107D-41E4-8965-FAFD63F39698}"/>
          </ac:spMkLst>
        </pc:spChg>
        <pc:spChg chg="add mod">
          <ac:chgData name="鈴木 秀規" userId="f68c5fd9-22d5-4c0a-9833-7fb0f5135313" providerId="ADAL" clId="{AE171C9D-A8B3-4AB5-91C0-52B3AD443501}" dt="2021-01-28T09:06:56.283" v="399" actId="207"/>
          <ac:spMkLst>
            <pc:docMk/>
            <pc:sldMk cId="4226280389" sldId="378"/>
            <ac:spMk id="8" creationId="{41D4D3DB-7F7B-42B8-B16B-83BCBD35D8C2}"/>
          </ac:spMkLst>
        </pc:spChg>
        <pc:spChg chg="add mod">
          <ac:chgData name="鈴木 秀規" userId="f68c5fd9-22d5-4c0a-9833-7fb0f5135313" providerId="ADAL" clId="{AE171C9D-A8B3-4AB5-91C0-52B3AD443501}" dt="2021-01-28T09:07:21.737" v="407" actId="1076"/>
          <ac:spMkLst>
            <pc:docMk/>
            <pc:sldMk cId="4226280389" sldId="378"/>
            <ac:spMk id="9" creationId="{17C2C203-0B47-44BC-86E2-094C1DC9AD85}"/>
          </ac:spMkLst>
        </pc:spChg>
        <pc:spChg chg="add mod">
          <ac:chgData name="鈴木 秀規" userId="f68c5fd9-22d5-4c0a-9833-7fb0f5135313" providerId="ADAL" clId="{AE171C9D-A8B3-4AB5-91C0-52B3AD443501}" dt="2021-01-28T09:07:36.262" v="410" actId="14100"/>
          <ac:spMkLst>
            <pc:docMk/>
            <pc:sldMk cId="4226280389" sldId="378"/>
            <ac:spMk id="10" creationId="{202C18EF-6A13-457D-AF97-7C2533B5B32B}"/>
          </ac:spMkLst>
        </pc:spChg>
        <pc:spChg chg="add mod">
          <ac:chgData name="鈴木 秀規" userId="f68c5fd9-22d5-4c0a-9833-7fb0f5135313" providerId="ADAL" clId="{AE171C9D-A8B3-4AB5-91C0-52B3AD443501}" dt="2021-01-28T09:08:08.892" v="418" actId="207"/>
          <ac:spMkLst>
            <pc:docMk/>
            <pc:sldMk cId="4226280389" sldId="378"/>
            <ac:spMk id="14" creationId="{9648B3C7-6E71-4957-B3BE-854366D6D56C}"/>
          </ac:spMkLst>
        </pc:spChg>
        <pc:cxnChg chg="add mod">
          <ac:chgData name="鈴木 秀規" userId="f68c5fd9-22d5-4c0a-9833-7fb0f5135313" providerId="ADAL" clId="{AE171C9D-A8B3-4AB5-91C0-52B3AD443501}" dt="2021-01-28T09:08:05.175" v="417" actId="14100"/>
          <ac:cxnSpMkLst>
            <pc:docMk/>
            <pc:sldMk cId="4226280389" sldId="378"/>
            <ac:cxnSpMk id="11" creationId="{5E87E17D-A5F0-432E-8E96-89F2966E0183}"/>
          </ac:cxnSpMkLst>
        </pc:cxnChg>
      </pc:sldChg>
      <pc:sldChg chg="addSp modSp new mod">
        <pc:chgData name="鈴木 秀規" userId="f68c5fd9-22d5-4c0a-9833-7fb0f5135313" providerId="ADAL" clId="{AE171C9D-A8B3-4AB5-91C0-52B3AD443501}" dt="2021-01-28T09:09:47.470" v="432" actId="207"/>
        <pc:sldMkLst>
          <pc:docMk/>
          <pc:sldMk cId="687387428" sldId="379"/>
        </pc:sldMkLst>
        <pc:spChg chg="mod">
          <ac:chgData name="鈴木 秀規" userId="f68c5fd9-22d5-4c0a-9833-7fb0f5135313" providerId="ADAL" clId="{AE171C9D-A8B3-4AB5-91C0-52B3AD443501}" dt="2021-01-28T09:08:23.547" v="420"/>
          <ac:spMkLst>
            <pc:docMk/>
            <pc:sldMk cId="687387428" sldId="379"/>
            <ac:spMk id="3" creationId="{DDD6E265-8645-41BB-B3C3-86F83FC86AA0}"/>
          </ac:spMkLst>
        </pc:spChg>
        <pc:spChg chg="mod">
          <ac:chgData name="鈴木 秀規" userId="f68c5fd9-22d5-4c0a-9833-7fb0f5135313" providerId="ADAL" clId="{AE171C9D-A8B3-4AB5-91C0-52B3AD443501}" dt="2021-01-28T09:08:36.679" v="423" actId="14100"/>
          <ac:spMkLst>
            <pc:docMk/>
            <pc:sldMk cId="687387428" sldId="379"/>
            <ac:spMk id="5" creationId="{CFFB7B23-2078-4831-B2C9-3619DE2E350D}"/>
          </ac:spMkLst>
        </pc:spChg>
        <pc:spChg chg="add mod">
          <ac:chgData name="鈴木 秀規" userId="f68c5fd9-22d5-4c0a-9833-7fb0f5135313" providerId="ADAL" clId="{AE171C9D-A8B3-4AB5-91C0-52B3AD443501}" dt="2021-01-28T09:09:03.905" v="428" actId="14100"/>
          <ac:spMkLst>
            <pc:docMk/>
            <pc:sldMk cId="687387428" sldId="379"/>
            <ac:spMk id="6" creationId="{A5BB5D39-EC36-4B8B-A27D-52DBBD213A04}"/>
          </ac:spMkLst>
        </pc:spChg>
        <pc:spChg chg="add mod">
          <ac:chgData name="鈴木 秀規" userId="f68c5fd9-22d5-4c0a-9833-7fb0f5135313" providerId="ADAL" clId="{AE171C9D-A8B3-4AB5-91C0-52B3AD443501}" dt="2021-01-28T09:09:47.470" v="432" actId="207"/>
          <ac:spMkLst>
            <pc:docMk/>
            <pc:sldMk cId="687387428" sldId="379"/>
            <ac:spMk id="7" creationId="{991EBFC0-0FCA-4958-9FEA-A87AAA733828}"/>
          </ac:spMkLst>
        </pc:spChg>
      </pc:sldChg>
      <pc:sldChg chg="del">
        <pc:chgData name="鈴木 秀規" userId="f68c5fd9-22d5-4c0a-9833-7fb0f5135313" providerId="ADAL" clId="{AE171C9D-A8B3-4AB5-91C0-52B3AD443501}" dt="2021-01-28T08:23:42.589" v="26" actId="2696"/>
        <pc:sldMkLst>
          <pc:docMk/>
          <pc:sldMk cId="2796318075" sldId="379"/>
        </pc:sldMkLst>
      </pc:sldChg>
      <pc:sldChg chg="addSp modSp new mod">
        <pc:chgData name="鈴木 秀規" userId="f68c5fd9-22d5-4c0a-9833-7fb0f5135313" providerId="ADAL" clId="{AE171C9D-A8B3-4AB5-91C0-52B3AD443501}" dt="2021-01-28T09:12:08.581" v="470" actId="1076"/>
        <pc:sldMkLst>
          <pc:docMk/>
          <pc:sldMk cId="1295816778" sldId="380"/>
        </pc:sldMkLst>
        <pc:spChg chg="mod">
          <ac:chgData name="鈴木 秀規" userId="f68c5fd9-22d5-4c0a-9833-7fb0f5135313" providerId="ADAL" clId="{AE171C9D-A8B3-4AB5-91C0-52B3AD443501}" dt="2021-01-28T09:10:00.502" v="434"/>
          <ac:spMkLst>
            <pc:docMk/>
            <pc:sldMk cId="1295816778" sldId="380"/>
            <ac:spMk id="3" creationId="{9D9060F4-D23A-4002-9C27-7D636EF9922B}"/>
          </ac:spMkLst>
        </pc:spChg>
        <pc:spChg chg="mod">
          <ac:chgData name="鈴木 秀規" userId="f68c5fd9-22d5-4c0a-9833-7fb0f5135313" providerId="ADAL" clId="{AE171C9D-A8B3-4AB5-91C0-52B3AD443501}" dt="2021-01-28T09:10:24.070" v="445" actId="14100"/>
          <ac:spMkLst>
            <pc:docMk/>
            <pc:sldMk cId="1295816778" sldId="380"/>
            <ac:spMk id="5" creationId="{D12DA5E9-F3F5-4F7C-AB62-3360BA0BE6B8}"/>
          </ac:spMkLst>
        </pc:spChg>
        <pc:spChg chg="add mod">
          <ac:chgData name="鈴木 秀規" userId="f68c5fd9-22d5-4c0a-9833-7fb0f5135313" providerId="ADAL" clId="{AE171C9D-A8B3-4AB5-91C0-52B3AD443501}" dt="2021-01-28T09:10:55.099" v="451" actId="1076"/>
          <ac:spMkLst>
            <pc:docMk/>
            <pc:sldMk cId="1295816778" sldId="380"/>
            <ac:spMk id="6" creationId="{2FE73017-FDCB-40C6-854F-8FB441553F0B}"/>
          </ac:spMkLst>
        </pc:spChg>
        <pc:picChg chg="add mod">
          <ac:chgData name="鈴木 秀規" userId="f68c5fd9-22d5-4c0a-9833-7fb0f5135313" providerId="ADAL" clId="{AE171C9D-A8B3-4AB5-91C0-52B3AD443501}" dt="2021-01-28T09:12:08.581" v="470" actId="1076"/>
          <ac:picMkLst>
            <pc:docMk/>
            <pc:sldMk cId="1295816778" sldId="380"/>
            <ac:picMk id="7" creationId="{FB62679B-3CB4-4F1B-BD49-886651EEA2A4}"/>
          </ac:picMkLst>
        </pc:picChg>
      </pc:sldChg>
      <pc:sldChg chg="del">
        <pc:chgData name="鈴木 秀規" userId="f68c5fd9-22d5-4c0a-9833-7fb0f5135313" providerId="ADAL" clId="{AE171C9D-A8B3-4AB5-91C0-52B3AD443501}" dt="2021-01-28T08:23:42.589" v="26" actId="2696"/>
        <pc:sldMkLst>
          <pc:docMk/>
          <pc:sldMk cId="3487842613" sldId="380"/>
        </pc:sldMkLst>
      </pc:sldChg>
      <pc:sldChg chg="addSp modSp new mod">
        <pc:chgData name="鈴木 秀規" userId="f68c5fd9-22d5-4c0a-9833-7fb0f5135313" providerId="ADAL" clId="{AE171C9D-A8B3-4AB5-91C0-52B3AD443501}" dt="2021-01-28T09:12:45.129" v="477" actId="208"/>
        <pc:sldMkLst>
          <pc:docMk/>
          <pc:sldMk cId="1094552731" sldId="381"/>
        </pc:sldMkLst>
        <pc:spChg chg="mod">
          <ac:chgData name="鈴木 秀規" userId="f68c5fd9-22d5-4c0a-9833-7fb0f5135313" providerId="ADAL" clId="{AE171C9D-A8B3-4AB5-91C0-52B3AD443501}" dt="2021-01-28T09:11:17.507" v="457"/>
          <ac:spMkLst>
            <pc:docMk/>
            <pc:sldMk cId="1094552731" sldId="381"/>
            <ac:spMk id="3" creationId="{C6019B33-9938-44D3-8169-546A1659375A}"/>
          </ac:spMkLst>
        </pc:spChg>
        <pc:spChg chg="mod">
          <ac:chgData name="鈴木 秀規" userId="f68c5fd9-22d5-4c0a-9833-7fb0f5135313" providerId="ADAL" clId="{AE171C9D-A8B3-4AB5-91C0-52B3AD443501}" dt="2021-01-28T09:11:47.098" v="468" actId="14100"/>
          <ac:spMkLst>
            <pc:docMk/>
            <pc:sldMk cId="1094552731" sldId="381"/>
            <ac:spMk id="5" creationId="{2CC54A8B-99C7-4AB1-B5AD-00E148ACA1ED}"/>
          </ac:spMkLst>
        </pc:spChg>
        <pc:spChg chg="add mod">
          <ac:chgData name="鈴木 秀規" userId="f68c5fd9-22d5-4c0a-9833-7fb0f5135313" providerId="ADAL" clId="{AE171C9D-A8B3-4AB5-91C0-52B3AD443501}" dt="2021-01-28T09:12:03.621" v="469"/>
          <ac:spMkLst>
            <pc:docMk/>
            <pc:sldMk cId="1094552731" sldId="381"/>
            <ac:spMk id="6" creationId="{A30415AB-1285-4ABC-911C-B77ECA899127}"/>
          </ac:spMkLst>
        </pc:spChg>
        <pc:spChg chg="add mod">
          <ac:chgData name="鈴木 秀規" userId="f68c5fd9-22d5-4c0a-9833-7fb0f5135313" providerId="ADAL" clId="{AE171C9D-A8B3-4AB5-91C0-52B3AD443501}" dt="2021-01-28T09:12:23.351" v="473" actId="1076"/>
          <ac:spMkLst>
            <pc:docMk/>
            <pc:sldMk cId="1094552731" sldId="381"/>
            <ac:spMk id="8" creationId="{4EF15A16-1479-46B7-A531-AC7F379A8D09}"/>
          </ac:spMkLst>
        </pc:spChg>
        <pc:picChg chg="add mod">
          <ac:chgData name="鈴木 秀規" userId="f68c5fd9-22d5-4c0a-9833-7fb0f5135313" providerId="ADAL" clId="{AE171C9D-A8B3-4AB5-91C0-52B3AD443501}" dt="2021-01-28T09:12:11.036" v="471"/>
          <ac:picMkLst>
            <pc:docMk/>
            <pc:sldMk cId="1094552731" sldId="381"/>
            <ac:picMk id="7" creationId="{C36A14EA-A8AF-456E-94D3-533EFB48325F}"/>
          </ac:picMkLst>
        </pc:picChg>
        <pc:cxnChg chg="add mod">
          <ac:chgData name="鈴木 秀規" userId="f68c5fd9-22d5-4c0a-9833-7fb0f5135313" providerId="ADAL" clId="{AE171C9D-A8B3-4AB5-91C0-52B3AD443501}" dt="2021-01-28T09:12:45.129" v="477" actId="208"/>
          <ac:cxnSpMkLst>
            <pc:docMk/>
            <pc:sldMk cId="1094552731" sldId="381"/>
            <ac:cxnSpMk id="9" creationId="{5D963DF2-EDA9-42D9-9A2B-0D20586112D7}"/>
          </ac:cxnSpMkLst>
        </pc:cxnChg>
      </pc:sldChg>
      <pc:sldChg chg="del">
        <pc:chgData name="鈴木 秀規" userId="f68c5fd9-22d5-4c0a-9833-7fb0f5135313" providerId="ADAL" clId="{AE171C9D-A8B3-4AB5-91C0-52B3AD443501}" dt="2021-01-28T08:23:42.589" v="26" actId="2696"/>
        <pc:sldMkLst>
          <pc:docMk/>
          <pc:sldMk cId="1329678765" sldId="381"/>
        </pc:sldMkLst>
      </pc:sldChg>
      <pc:sldChg chg="del">
        <pc:chgData name="鈴木 秀規" userId="f68c5fd9-22d5-4c0a-9833-7fb0f5135313" providerId="ADAL" clId="{AE171C9D-A8B3-4AB5-91C0-52B3AD443501}" dt="2021-01-28T08:23:42.589" v="26" actId="2696"/>
        <pc:sldMkLst>
          <pc:docMk/>
          <pc:sldMk cId="1241536557" sldId="382"/>
        </pc:sldMkLst>
      </pc:sldChg>
      <pc:sldChg chg="addSp delSp modSp new mod">
        <pc:chgData name="鈴木 秀規" userId="f68c5fd9-22d5-4c0a-9833-7fb0f5135313" providerId="ADAL" clId="{AE171C9D-A8B3-4AB5-91C0-52B3AD443501}" dt="2021-01-28T09:14:11.366" v="501" actId="207"/>
        <pc:sldMkLst>
          <pc:docMk/>
          <pc:sldMk cId="3093851719" sldId="382"/>
        </pc:sldMkLst>
        <pc:spChg chg="mod">
          <ac:chgData name="鈴木 秀規" userId="f68c5fd9-22d5-4c0a-9833-7fb0f5135313" providerId="ADAL" clId="{AE171C9D-A8B3-4AB5-91C0-52B3AD443501}" dt="2021-01-28T09:13:01.717" v="479"/>
          <ac:spMkLst>
            <pc:docMk/>
            <pc:sldMk cId="3093851719" sldId="382"/>
            <ac:spMk id="3" creationId="{26542F04-7E49-4413-944A-94701047AC1D}"/>
          </ac:spMkLst>
        </pc:spChg>
        <pc:spChg chg="mod">
          <ac:chgData name="鈴木 秀規" userId="f68c5fd9-22d5-4c0a-9833-7fb0f5135313" providerId="ADAL" clId="{AE171C9D-A8B3-4AB5-91C0-52B3AD443501}" dt="2021-01-28T09:13:36.974" v="494" actId="207"/>
          <ac:spMkLst>
            <pc:docMk/>
            <pc:sldMk cId="3093851719" sldId="382"/>
            <ac:spMk id="5" creationId="{0908EEDD-676A-4B95-8E3D-23A91832AABE}"/>
          </ac:spMkLst>
        </pc:spChg>
        <pc:spChg chg="add del mod">
          <ac:chgData name="鈴木 秀規" userId="f68c5fd9-22d5-4c0a-9833-7fb0f5135313" providerId="ADAL" clId="{AE171C9D-A8B3-4AB5-91C0-52B3AD443501}" dt="2021-01-28T09:13:43.369" v="496"/>
          <ac:spMkLst>
            <pc:docMk/>
            <pc:sldMk cId="3093851719" sldId="382"/>
            <ac:spMk id="6" creationId="{06D85A39-A703-4BB4-9491-63D91E66F632}"/>
          </ac:spMkLst>
        </pc:spChg>
        <pc:spChg chg="add mod">
          <ac:chgData name="鈴木 秀規" userId="f68c5fd9-22d5-4c0a-9833-7fb0f5135313" providerId="ADAL" clId="{AE171C9D-A8B3-4AB5-91C0-52B3AD443501}" dt="2021-01-28T09:13:52.951" v="497"/>
          <ac:spMkLst>
            <pc:docMk/>
            <pc:sldMk cId="3093851719" sldId="382"/>
            <ac:spMk id="7" creationId="{CFF372B6-D1BD-4393-9D86-97422850ADD9}"/>
          </ac:spMkLst>
        </pc:spChg>
        <pc:spChg chg="add mod">
          <ac:chgData name="鈴木 秀規" userId="f68c5fd9-22d5-4c0a-9833-7fb0f5135313" providerId="ADAL" clId="{AE171C9D-A8B3-4AB5-91C0-52B3AD443501}" dt="2021-01-28T09:13:52.951" v="497"/>
          <ac:spMkLst>
            <pc:docMk/>
            <pc:sldMk cId="3093851719" sldId="382"/>
            <ac:spMk id="9" creationId="{E2074F30-F94F-4322-8528-49C0C53758CD}"/>
          </ac:spMkLst>
        </pc:spChg>
        <pc:spChg chg="add mod">
          <ac:chgData name="鈴木 秀規" userId="f68c5fd9-22d5-4c0a-9833-7fb0f5135313" providerId="ADAL" clId="{AE171C9D-A8B3-4AB5-91C0-52B3AD443501}" dt="2021-01-28T09:14:11.366" v="501" actId="207"/>
          <ac:spMkLst>
            <pc:docMk/>
            <pc:sldMk cId="3093851719" sldId="382"/>
            <ac:spMk id="11" creationId="{B194C144-DE0A-4F55-B5A6-92622E4A50E0}"/>
          </ac:spMkLst>
        </pc:spChg>
        <pc:picChg chg="add mod">
          <ac:chgData name="鈴木 秀規" userId="f68c5fd9-22d5-4c0a-9833-7fb0f5135313" providerId="ADAL" clId="{AE171C9D-A8B3-4AB5-91C0-52B3AD443501}" dt="2021-01-28T09:13:52.951" v="497"/>
          <ac:picMkLst>
            <pc:docMk/>
            <pc:sldMk cId="3093851719" sldId="382"/>
            <ac:picMk id="8" creationId="{67962541-D3A1-4BDB-BC88-F9AD3A19BEFC}"/>
          </ac:picMkLst>
        </pc:picChg>
        <pc:cxnChg chg="add mod">
          <ac:chgData name="鈴木 秀規" userId="f68c5fd9-22d5-4c0a-9833-7fb0f5135313" providerId="ADAL" clId="{AE171C9D-A8B3-4AB5-91C0-52B3AD443501}" dt="2021-01-28T09:13:52.951" v="497"/>
          <ac:cxnSpMkLst>
            <pc:docMk/>
            <pc:sldMk cId="3093851719" sldId="382"/>
            <ac:cxnSpMk id="10" creationId="{71292176-528F-4478-8BEF-F51568A0B80A}"/>
          </ac:cxnSpMkLst>
        </pc:cxnChg>
      </pc:sldChg>
      <pc:sldChg chg="modSp new mod">
        <pc:chgData name="鈴木 秀規" userId="f68c5fd9-22d5-4c0a-9833-7fb0f5135313" providerId="ADAL" clId="{AE171C9D-A8B3-4AB5-91C0-52B3AD443501}" dt="2021-01-28T09:15:17.959" v="509" actId="207"/>
        <pc:sldMkLst>
          <pc:docMk/>
          <pc:sldMk cId="248645521" sldId="383"/>
        </pc:sldMkLst>
        <pc:spChg chg="mod">
          <ac:chgData name="鈴木 秀規" userId="f68c5fd9-22d5-4c0a-9833-7fb0f5135313" providerId="ADAL" clId="{AE171C9D-A8B3-4AB5-91C0-52B3AD443501}" dt="2021-01-28T09:14:54.085" v="503"/>
          <ac:spMkLst>
            <pc:docMk/>
            <pc:sldMk cId="248645521" sldId="383"/>
            <ac:spMk id="3" creationId="{670B7E8D-23B9-4268-A58B-887164FF0E1D}"/>
          </ac:spMkLst>
        </pc:spChg>
        <pc:spChg chg="mod">
          <ac:chgData name="鈴木 秀規" userId="f68c5fd9-22d5-4c0a-9833-7fb0f5135313" providerId="ADAL" clId="{AE171C9D-A8B3-4AB5-91C0-52B3AD443501}" dt="2021-01-28T09:15:17.959" v="509" actId="207"/>
          <ac:spMkLst>
            <pc:docMk/>
            <pc:sldMk cId="248645521" sldId="383"/>
            <ac:spMk id="5" creationId="{18D844A5-7317-4367-ACA5-E591D0F8613A}"/>
          </ac:spMkLst>
        </pc:spChg>
      </pc:sldChg>
      <pc:sldChg chg="del">
        <pc:chgData name="鈴木 秀規" userId="f68c5fd9-22d5-4c0a-9833-7fb0f5135313" providerId="ADAL" clId="{AE171C9D-A8B3-4AB5-91C0-52B3AD443501}" dt="2021-01-28T08:23:42.589" v="26" actId="2696"/>
        <pc:sldMkLst>
          <pc:docMk/>
          <pc:sldMk cId="370086342" sldId="383"/>
        </pc:sldMkLst>
      </pc:sldChg>
      <pc:sldChg chg="modSp new mod">
        <pc:chgData name="鈴木 秀規" userId="f68c5fd9-22d5-4c0a-9833-7fb0f5135313" providerId="ADAL" clId="{AE171C9D-A8B3-4AB5-91C0-52B3AD443501}" dt="2021-01-28T09:16:44.910" v="513"/>
        <pc:sldMkLst>
          <pc:docMk/>
          <pc:sldMk cId="7551430" sldId="384"/>
        </pc:sldMkLst>
        <pc:spChg chg="mod">
          <ac:chgData name="鈴木 秀規" userId="f68c5fd9-22d5-4c0a-9833-7fb0f5135313" providerId="ADAL" clId="{AE171C9D-A8B3-4AB5-91C0-52B3AD443501}" dt="2021-01-28T09:16:32.144" v="511"/>
          <ac:spMkLst>
            <pc:docMk/>
            <pc:sldMk cId="7551430" sldId="384"/>
            <ac:spMk id="3" creationId="{F03498AB-4692-4037-8A47-948C7AADF903}"/>
          </ac:spMkLst>
        </pc:spChg>
        <pc:spChg chg="mod">
          <ac:chgData name="鈴木 秀規" userId="f68c5fd9-22d5-4c0a-9833-7fb0f5135313" providerId="ADAL" clId="{AE171C9D-A8B3-4AB5-91C0-52B3AD443501}" dt="2021-01-28T09:16:44.910" v="513"/>
          <ac:spMkLst>
            <pc:docMk/>
            <pc:sldMk cId="7551430" sldId="384"/>
            <ac:spMk id="5" creationId="{6A3899EF-4253-40DE-94E2-2C6A2507B6E7}"/>
          </ac:spMkLst>
        </pc:spChg>
      </pc:sldChg>
      <pc:sldChg chg="del">
        <pc:chgData name="鈴木 秀規" userId="f68c5fd9-22d5-4c0a-9833-7fb0f5135313" providerId="ADAL" clId="{AE171C9D-A8B3-4AB5-91C0-52B3AD443501}" dt="2021-01-28T08:23:42.589" v="26" actId="2696"/>
        <pc:sldMkLst>
          <pc:docMk/>
          <pc:sldMk cId="2606702251" sldId="384"/>
        </pc:sldMkLst>
      </pc:sldChg>
      <pc:sldChg chg="del">
        <pc:chgData name="鈴木 秀規" userId="f68c5fd9-22d5-4c0a-9833-7fb0f5135313" providerId="ADAL" clId="{AE171C9D-A8B3-4AB5-91C0-52B3AD443501}" dt="2021-01-28T08:23:42.589" v="26" actId="2696"/>
        <pc:sldMkLst>
          <pc:docMk/>
          <pc:sldMk cId="687702862" sldId="385"/>
        </pc:sldMkLst>
      </pc:sldChg>
      <pc:sldChg chg="del">
        <pc:chgData name="鈴木 秀規" userId="f68c5fd9-22d5-4c0a-9833-7fb0f5135313" providerId="ADAL" clId="{AE171C9D-A8B3-4AB5-91C0-52B3AD443501}" dt="2021-01-28T08:23:42.589" v="26" actId="2696"/>
        <pc:sldMkLst>
          <pc:docMk/>
          <pc:sldMk cId="1556991625" sldId="386"/>
        </pc:sldMkLst>
      </pc:sldChg>
      <pc:sldChg chg="del">
        <pc:chgData name="鈴木 秀規" userId="f68c5fd9-22d5-4c0a-9833-7fb0f5135313" providerId="ADAL" clId="{AE171C9D-A8B3-4AB5-91C0-52B3AD443501}" dt="2021-01-28T08:23:42.589" v="26" actId="2696"/>
        <pc:sldMkLst>
          <pc:docMk/>
          <pc:sldMk cId="3227213484" sldId="387"/>
        </pc:sldMkLst>
      </pc:sldChg>
      <pc:sldChg chg="del">
        <pc:chgData name="鈴木 秀規" userId="f68c5fd9-22d5-4c0a-9833-7fb0f5135313" providerId="ADAL" clId="{AE171C9D-A8B3-4AB5-91C0-52B3AD443501}" dt="2021-01-28T08:23:42.589" v="26" actId="2696"/>
        <pc:sldMkLst>
          <pc:docMk/>
          <pc:sldMk cId="2658651072" sldId="388"/>
        </pc:sldMkLst>
      </pc:sldChg>
      <pc:sldChg chg="del">
        <pc:chgData name="鈴木 秀規" userId="f68c5fd9-22d5-4c0a-9833-7fb0f5135313" providerId="ADAL" clId="{AE171C9D-A8B3-4AB5-91C0-52B3AD443501}" dt="2021-01-28T08:23:42.589" v="26" actId="2696"/>
        <pc:sldMkLst>
          <pc:docMk/>
          <pc:sldMk cId="91634463" sldId="389"/>
        </pc:sldMkLst>
      </pc:sldChg>
      <pc:sldChg chg="del">
        <pc:chgData name="鈴木 秀規" userId="f68c5fd9-22d5-4c0a-9833-7fb0f5135313" providerId="ADAL" clId="{AE171C9D-A8B3-4AB5-91C0-52B3AD443501}" dt="2021-01-28T08:23:42.589" v="26" actId="2696"/>
        <pc:sldMkLst>
          <pc:docMk/>
          <pc:sldMk cId="2320300325" sldId="390"/>
        </pc:sldMkLst>
      </pc:sldChg>
      <pc:sldChg chg="del">
        <pc:chgData name="鈴木 秀規" userId="f68c5fd9-22d5-4c0a-9833-7fb0f5135313" providerId="ADAL" clId="{AE171C9D-A8B3-4AB5-91C0-52B3AD443501}" dt="2021-01-28T08:23:42.589" v="26" actId="2696"/>
        <pc:sldMkLst>
          <pc:docMk/>
          <pc:sldMk cId="1037775335" sldId="391"/>
        </pc:sldMkLst>
      </pc:sldChg>
      <pc:sldChg chg="del">
        <pc:chgData name="鈴木 秀規" userId="f68c5fd9-22d5-4c0a-9833-7fb0f5135313" providerId="ADAL" clId="{AE171C9D-A8B3-4AB5-91C0-52B3AD443501}" dt="2021-01-28T08:23:42.589" v="26" actId="2696"/>
        <pc:sldMkLst>
          <pc:docMk/>
          <pc:sldMk cId="1989164865" sldId="392"/>
        </pc:sldMkLst>
      </pc:sldChg>
      <pc:sldChg chg="del">
        <pc:chgData name="鈴木 秀規" userId="f68c5fd9-22d5-4c0a-9833-7fb0f5135313" providerId="ADAL" clId="{AE171C9D-A8B3-4AB5-91C0-52B3AD443501}" dt="2021-01-28T08:23:42.589" v="26" actId="2696"/>
        <pc:sldMkLst>
          <pc:docMk/>
          <pc:sldMk cId="3817722397" sldId="393"/>
        </pc:sldMkLst>
      </pc:sldChg>
      <pc:sldChg chg="del">
        <pc:chgData name="鈴木 秀規" userId="f68c5fd9-22d5-4c0a-9833-7fb0f5135313" providerId="ADAL" clId="{AE171C9D-A8B3-4AB5-91C0-52B3AD443501}" dt="2021-01-28T08:23:42.589" v="26" actId="2696"/>
        <pc:sldMkLst>
          <pc:docMk/>
          <pc:sldMk cId="2635548106" sldId="394"/>
        </pc:sldMkLst>
      </pc:sldChg>
      <pc:sldChg chg="del">
        <pc:chgData name="鈴木 秀規" userId="f68c5fd9-22d5-4c0a-9833-7fb0f5135313" providerId="ADAL" clId="{AE171C9D-A8B3-4AB5-91C0-52B3AD443501}" dt="2021-01-28T08:23:42.589" v="26" actId="2696"/>
        <pc:sldMkLst>
          <pc:docMk/>
          <pc:sldMk cId="436757555" sldId="395"/>
        </pc:sldMkLst>
      </pc:sldChg>
      <pc:sldChg chg="del">
        <pc:chgData name="鈴木 秀規" userId="f68c5fd9-22d5-4c0a-9833-7fb0f5135313" providerId="ADAL" clId="{AE171C9D-A8B3-4AB5-91C0-52B3AD443501}" dt="2021-01-28T08:23:42.589" v="26" actId="2696"/>
        <pc:sldMkLst>
          <pc:docMk/>
          <pc:sldMk cId="3553494220" sldId="396"/>
        </pc:sldMkLst>
      </pc:sldChg>
    </pc:docChg>
  </pc:docChgLst>
  <pc:docChgLst>
    <pc:chgData name="鈴木 秀規" userId="f68c5fd9-22d5-4c0a-9833-7fb0f5135313" providerId="ADAL" clId="{BE39BC92-915D-4BE9-AEA4-43CFA5564052}"/>
    <pc:docChg chg="undo custSel addSld delSld modSld">
      <pc:chgData name="鈴木 秀規" userId="f68c5fd9-22d5-4c0a-9833-7fb0f5135313" providerId="ADAL" clId="{BE39BC92-915D-4BE9-AEA4-43CFA5564052}" dt="2021-01-28T04:49:57.117" v="1481" actId="2696"/>
      <pc:docMkLst>
        <pc:docMk/>
      </pc:docMkLst>
      <pc:sldChg chg="modSp mod">
        <pc:chgData name="鈴木 秀規" userId="f68c5fd9-22d5-4c0a-9833-7fb0f5135313" providerId="ADAL" clId="{BE39BC92-915D-4BE9-AEA4-43CFA5564052}" dt="2021-01-28T02:07:33.365" v="8" actId="20577"/>
        <pc:sldMkLst>
          <pc:docMk/>
          <pc:sldMk cId="0" sldId="256"/>
        </pc:sldMkLst>
        <pc:spChg chg="mod">
          <ac:chgData name="鈴木 秀規" userId="f68c5fd9-22d5-4c0a-9833-7fb0f5135313" providerId="ADAL" clId="{BE39BC92-915D-4BE9-AEA4-43CFA5564052}" dt="2021-01-28T02:07:33.365" v="8" actId="20577"/>
          <ac:spMkLst>
            <pc:docMk/>
            <pc:sldMk cId="0" sldId="256"/>
            <ac:spMk id="56" creationId="{00000000-0000-0000-0000-000000000000}"/>
          </ac:spMkLst>
        </pc:spChg>
      </pc:sldChg>
      <pc:sldChg chg="del">
        <pc:chgData name="鈴木 秀規" userId="f68c5fd9-22d5-4c0a-9833-7fb0f5135313" providerId="ADAL" clId="{BE39BC92-915D-4BE9-AEA4-43CFA5564052}" dt="2021-01-28T02:09:51.679" v="33" actId="2696"/>
        <pc:sldMkLst>
          <pc:docMk/>
          <pc:sldMk cId="1859091905" sldId="362"/>
        </pc:sldMkLst>
      </pc:sldChg>
      <pc:sldChg chg="del">
        <pc:chgData name="鈴木 秀規" userId="f68c5fd9-22d5-4c0a-9833-7fb0f5135313" providerId="ADAL" clId="{BE39BC92-915D-4BE9-AEA4-43CFA5564052}" dt="2021-01-28T02:07:53.316" v="9" actId="2696"/>
        <pc:sldMkLst>
          <pc:docMk/>
          <pc:sldMk cId="2294830573" sldId="363"/>
        </pc:sldMkLst>
      </pc:sldChg>
      <pc:sldChg chg="addSp delSp modSp new mod modClrScheme chgLayout">
        <pc:chgData name="鈴木 秀規" userId="f68c5fd9-22d5-4c0a-9833-7fb0f5135313" providerId="ADAL" clId="{BE39BC92-915D-4BE9-AEA4-43CFA5564052}" dt="2021-01-28T02:09:40.539" v="32" actId="207"/>
        <pc:sldMkLst>
          <pc:docMk/>
          <pc:sldMk cId="2397736379" sldId="363"/>
        </pc:sldMkLst>
        <pc:spChg chg="del mod ord">
          <ac:chgData name="鈴木 秀規" userId="f68c5fd9-22d5-4c0a-9833-7fb0f5135313" providerId="ADAL" clId="{BE39BC92-915D-4BE9-AEA4-43CFA5564052}" dt="2021-01-28T02:08:17.136" v="11" actId="700"/>
          <ac:spMkLst>
            <pc:docMk/>
            <pc:sldMk cId="2397736379" sldId="363"/>
            <ac:spMk id="2" creationId="{ECF94125-F70F-4DFD-9A24-1605B41C084D}"/>
          </ac:spMkLst>
        </pc:spChg>
        <pc:spChg chg="del mod ord">
          <ac:chgData name="鈴木 秀規" userId="f68c5fd9-22d5-4c0a-9833-7fb0f5135313" providerId="ADAL" clId="{BE39BC92-915D-4BE9-AEA4-43CFA5564052}" dt="2021-01-28T02:08:17.136" v="11" actId="700"/>
          <ac:spMkLst>
            <pc:docMk/>
            <pc:sldMk cId="2397736379" sldId="363"/>
            <ac:spMk id="3" creationId="{D95523EC-6C8F-490C-93CB-26DFD358471E}"/>
          </ac:spMkLst>
        </pc:spChg>
        <pc:spChg chg="mod ord">
          <ac:chgData name="鈴木 秀規" userId="f68c5fd9-22d5-4c0a-9833-7fb0f5135313" providerId="ADAL" clId="{BE39BC92-915D-4BE9-AEA4-43CFA5564052}" dt="2021-01-28T02:08:17.136" v="11" actId="700"/>
          <ac:spMkLst>
            <pc:docMk/>
            <pc:sldMk cId="2397736379" sldId="363"/>
            <ac:spMk id="4" creationId="{DE764CD8-0B12-484E-890C-8A5A26296D13}"/>
          </ac:spMkLst>
        </pc:spChg>
        <pc:spChg chg="mod ord">
          <ac:chgData name="鈴木 秀規" userId="f68c5fd9-22d5-4c0a-9833-7fb0f5135313" providerId="ADAL" clId="{BE39BC92-915D-4BE9-AEA4-43CFA5564052}" dt="2021-01-28T02:08:17.136" v="11" actId="700"/>
          <ac:spMkLst>
            <pc:docMk/>
            <pc:sldMk cId="2397736379" sldId="363"/>
            <ac:spMk id="5" creationId="{433B62C4-B6B9-4622-B802-69C25D6F2A49}"/>
          </ac:spMkLst>
        </pc:spChg>
        <pc:spChg chg="del">
          <ac:chgData name="鈴木 秀規" userId="f68c5fd9-22d5-4c0a-9833-7fb0f5135313" providerId="ADAL" clId="{BE39BC92-915D-4BE9-AEA4-43CFA5564052}" dt="2021-01-28T02:08:17.136" v="11" actId="700"/>
          <ac:spMkLst>
            <pc:docMk/>
            <pc:sldMk cId="2397736379" sldId="363"/>
            <ac:spMk id="6" creationId="{AB0A71B5-7DD3-4736-905A-46EED9A1D167}"/>
          </ac:spMkLst>
        </pc:spChg>
        <pc:spChg chg="add mod ord">
          <ac:chgData name="鈴木 秀規" userId="f68c5fd9-22d5-4c0a-9833-7fb0f5135313" providerId="ADAL" clId="{BE39BC92-915D-4BE9-AEA4-43CFA5564052}" dt="2021-01-28T02:08:25.553" v="12"/>
          <ac:spMkLst>
            <pc:docMk/>
            <pc:sldMk cId="2397736379" sldId="363"/>
            <ac:spMk id="7" creationId="{9630AD22-E64D-4A96-B059-2AF9F6580C25}"/>
          </ac:spMkLst>
        </pc:spChg>
        <pc:spChg chg="add mod ord">
          <ac:chgData name="鈴木 秀規" userId="f68c5fd9-22d5-4c0a-9833-7fb0f5135313" providerId="ADAL" clId="{BE39BC92-915D-4BE9-AEA4-43CFA5564052}" dt="2021-01-28T02:09:40.539" v="32" actId="207"/>
          <ac:spMkLst>
            <pc:docMk/>
            <pc:sldMk cId="2397736379" sldId="363"/>
            <ac:spMk id="8" creationId="{787CF02A-01AB-4517-BA3E-25572FA82648}"/>
          </ac:spMkLst>
        </pc:spChg>
      </pc:sldChg>
      <pc:sldChg chg="addSp modSp new mod">
        <pc:chgData name="鈴木 秀規" userId="f68c5fd9-22d5-4c0a-9833-7fb0f5135313" providerId="ADAL" clId="{BE39BC92-915D-4BE9-AEA4-43CFA5564052}" dt="2021-01-28T02:12:44.068" v="68" actId="207"/>
        <pc:sldMkLst>
          <pc:docMk/>
          <pc:sldMk cId="655144691" sldId="364"/>
        </pc:sldMkLst>
        <pc:spChg chg="mod">
          <ac:chgData name="鈴木 秀規" userId="f68c5fd9-22d5-4c0a-9833-7fb0f5135313" providerId="ADAL" clId="{BE39BC92-915D-4BE9-AEA4-43CFA5564052}" dt="2021-01-28T02:10:01.652" v="35"/>
          <ac:spMkLst>
            <pc:docMk/>
            <pc:sldMk cId="655144691" sldId="364"/>
            <ac:spMk id="3" creationId="{54E60DEB-3CF0-4D89-AB0B-045AFE2F15B2}"/>
          </ac:spMkLst>
        </pc:spChg>
        <pc:spChg chg="mod">
          <ac:chgData name="鈴木 秀規" userId="f68c5fd9-22d5-4c0a-9833-7fb0f5135313" providerId="ADAL" clId="{BE39BC92-915D-4BE9-AEA4-43CFA5564052}" dt="2021-01-28T02:11:56.237" v="60" actId="14100"/>
          <ac:spMkLst>
            <pc:docMk/>
            <pc:sldMk cId="655144691" sldId="364"/>
            <ac:spMk id="5" creationId="{D4511741-E9E3-4257-8CFE-534B1CA03E7B}"/>
          </ac:spMkLst>
        </pc:spChg>
        <pc:spChg chg="mod">
          <ac:chgData name="鈴木 秀規" userId="f68c5fd9-22d5-4c0a-9833-7fb0f5135313" providerId="ADAL" clId="{BE39BC92-915D-4BE9-AEA4-43CFA5564052}" dt="2021-01-28T02:10:35.039" v="42" actId="2711"/>
          <ac:spMkLst>
            <pc:docMk/>
            <pc:sldMk cId="655144691" sldId="364"/>
            <ac:spMk id="7" creationId="{6DCB21D9-A62A-455C-BDC9-4D9B5095E8ED}"/>
          </ac:spMkLst>
        </pc:spChg>
        <pc:spChg chg="mod">
          <ac:chgData name="鈴木 秀規" userId="f68c5fd9-22d5-4c0a-9833-7fb0f5135313" providerId="ADAL" clId="{BE39BC92-915D-4BE9-AEA4-43CFA5564052}" dt="2021-01-28T02:10:35.039" v="42" actId="2711"/>
          <ac:spMkLst>
            <pc:docMk/>
            <pc:sldMk cId="655144691" sldId="364"/>
            <ac:spMk id="8" creationId="{23C05CFD-5519-42FD-9E09-8924C155AA3B}"/>
          </ac:spMkLst>
        </pc:spChg>
        <pc:spChg chg="mod">
          <ac:chgData name="鈴木 秀規" userId="f68c5fd9-22d5-4c0a-9833-7fb0f5135313" providerId="ADAL" clId="{BE39BC92-915D-4BE9-AEA4-43CFA5564052}" dt="2021-01-28T02:10:35.039" v="42" actId="2711"/>
          <ac:spMkLst>
            <pc:docMk/>
            <pc:sldMk cId="655144691" sldId="364"/>
            <ac:spMk id="9" creationId="{AF9DA8F2-FC02-49C9-9EED-291488A6FDAC}"/>
          </ac:spMkLst>
        </pc:spChg>
        <pc:spChg chg="mod">
          <ac:chgData name="鈴木 秀規" userId="f68c5fd9-22d5-4c0a-9833-7fb0f5135313" providerId="ADAL" clId="{BE39BC92-915D-4BE9-AEA4-43CFA5564052}" dt="2021-01-28T02:10:35.039" v="42" actId="2711"/>
          <ac:spMkLst>
            <pc:docMk/>
            <pc:sldMk cId="655144691" sldId="364"/>
            <ac:spMk id="10" creationId="{F162C742-F2D1-4E3F-B9B5-1B59E1BAF548}"/>
          </ac:spMkLst>
        </pc:spChg>
        <pc:spChg chg="mod">
          <ac:chgData name="鈴木 秀規" userId="f68c5fd9-22d5-4c0a-9833-7fb0f5135313" providerId="ADAL" clId="{BE39BC92-915D-4BE9-AEA4-43CFA5564052}" dt="2021-01-28T02:10:35.039" v="42" actId="2711"/>
          <ac:spMkLst>
            <pc:docMk/>
            <pc:sldMk cId="655144691" sldId="364"/>
            <ac:spMk id="11" creationId="{7F343D24-C241-43FF-85F4-AFF6B6B72916}"/>
          </ac:spMkLst>
        </pc:spChg>
        <pc:spChg chg="mod">
          <ac:chgData name="鈴木 秀規" userId="f68c5fd9-22d5-4c0a-9833-7fb0f5135313" providerId="ADAL" clId="{BE39BC92-915D-4BE9-AEA4-43CFA5564052}" dt="2021-01-28T02:10:35.039" v="42" actId="2711"/>
          <ac:spMkLst>
            <pc:docMk/>
            <pc:sldMk cId="655144691" sldId="364"/>
            <ac:spMk id="12" creationId="{56B27176-02CE-41EA-8E3D-CB068F79DFE4}"/>
          </ac:spMkLst>
        </pc:spChg>
        <pc:spChg chg="mod">
          <ac:chgData name="鈴木 秀規" userId="f68c5fd9-22d5-4c0a-9833-7fb0f5135313" providerId="ADAL" clId="{BE39BC92-915D-4BE9-AEA4-43CFA5564052}" dt="2021-01-28T02:10:35.039" v="42" actId="2711"/>
          <ac:spMkLst>
            <pc:docMk/>
            <pc:sldMk cId="655144691" sldId="364"/>
            <ac:spMk id="13" creationId="{BE7959ED-1898-4CA0-98A9-01976F9401FE}"/>
          </ac:spMkLst>
        </pc:spChg>
        <pc:spChg chg="add mod">
          <ac:chgData name="鈴木 秀規" userId="f68c5fd9-22d5-4c0a-9833-7fb0f5135313" providerId="ADAL" clId="{BE39BC92-915D-4BE9-AEA4-43CFA5564052}" dt="2021-01-28T02:11:49.243" v="58" actId="164"/>
          <ac:spMkLst>
            <pc:docMk/>
            <pc:sldMk cId="655144691" sldId="364"/>
            <ac:spMk id="14" creationId="{115BB9DC-9006-42FC-89B8-95AD8402514F}"/>
          </ac:spMkLst>
        </pc:spChg>
        <pc:spChg chg="add mod">
          <ac:chgData name="鈴木 秀規" userId="f68c5fd9-22d5-4c0a-9833-7fb0f5135313" providerId="ADAL" clId="{BE39BC92-915D-4BE9-AEA4-43CFA5564052}" dt="2021-01-28T02:11:49.243" v="58" actId="164"/>
          <ac:spMkLst>
            <pc:docMk/>
            <pc:sldMk cId="655144691" sldId="364"/>
            <ac:spMk id="15" creationId="{F5252EAB-166B-4928-B8DF-79EE13DE20C2}"/>
          </ac:spMkLst>
        </pc:spChg>
        <pc:spChg chg="add mod">
          <ac:chgData name="鈴木 秀規" userId="f68c5fd9-22d5-4c0a-9833-7fb0f5135313" providerId="ADAL" clId="{BE39BC92-915D-4BE9-AEA4-43CFA5564052}" dt="2021-01-28T02:11:49.243" v="58" actId="164"/>
          <ac:spMkLst>
            <pc:docMk/>
            <pc:sldMk cId="655144691" sldId="364"/>
            <ac:spMk id="16" creationId="{1EBB0533-3B6B-4153-99FF-60DA3A5C87FE}"/>
          </ac:spMkLst>
        </pc:spChg>
        <pc:spChg chg="add mod">
          <ac:chgData name="鈴木 秀規" userId="f68c5fd9-22d5-4c0a-9833-7fb0f5135313" providerId="ADAL" clId="{BE39BC92-915D-4BE9-AEA4-43CFA5564052}" dt="2021-01-28T02:11:49.243" v="58" actId="164"/>
          <ac:spMkLst>
            <pc:docMk/>
            <pc:sldMk cId="655144691" sldId="364"/>
            <ac:spMk id="17" creationId="{E2E073F8-32E6-4D79-8C97-BAB3A6BFE6F8}"/>
          </ac:spMkLst>
        </pc:spChg>
        <pc:spChg chg="add mod">
          <ac:chgData name="鈴木 秀規" userId="f68c5fd9-22d5-4c0a-9833-7fb0f5135313" providerId="ADAL" clId="{BE39BC92-915D-4BE9-AEA4-43CFA5564052}" dt="2021-01-28T02:11:49.243" v="58" actId="164"/>
          <ac:spMkLst>
            <pc:docMk/>
            <pc:sldMk cId="655144691" sldId="364"/>
            <ac:spMk id="18" creationId="{3015448E-7458-44DA-8693-648E12BF0C31}"/>
          </ac:spMkLst>
        </pc:spChg>
        <pc:spChg chg="add mod">
          <ac:chgData name="鈴木 秀規" userId="f68c5fd9-22d5-4c0a-9833-7fb0f5135313" providerId="ADAL" clId="{BE39BC92-915D-4BE9-AEA4-43CFA5564052}" dt="2021-01-28T02:11:49.243" v="58" actId="164"/>
          <ac:spMkLst>
            <pc:docMk/>
            <pc:sldMk cId="655144691" sldId="364"/>
            <ac:spMk id="19" creationId="{3005D83C-B7EC-4DA8-8ECE-3DE2BE5A30E3}"/>
          </ac:spMkLst>
        </pc:spChg>
        <pc:spChg chg="add mod ord">
          <ac:chgData name="鈴木 秀規" userId="f68c5fd9-22d5-4c0a-9833-7fb0f5135313" providerId="ADAL" clId="{BE39BC92-915D-4BE9-AEA4-43CFA5564052}" dt="2021-01-28T02:11:49.243" v="58" actId="164"/>
          <ac:spMkLst>
            <pc:docMk/>
            <pc:sldMk cId="655144691" sldId="364"/>
            <ac:spMk id="20" creationId="{794B0652-4AF5-4519-B01F-F5AE0D5AB1CA}"/>
          </ac:spMkLst>
        </pc:spChg>
        <pc:spChg chg="add mod">
          <ac:chgData name="鈴木 秀規" userId="f68c5fd9-22d5-4c0a-9833-7fb0f5135313" providerId="ADAL" clId="{BE39BC92-915D-4BE9-AEA4-43CFA5564052}" dt="2021-01-28T02:12:44.068" v="68" actId="207"/>
          <ac:spMkLst>
            <pc:docMk/>
            <pc:sldMk cId="655144691" sldId="364"/>
            <ac:spMk id="22" creationId="{6269760F-A874-4513-8213-97598B0F505A}"/>
          </ac:spMkLst>
        </pc:spChg>
        <pc:grpChg chg="add mod">
          <ac:chgData name="鈴木 秀規" userId="f68c5fd9-22d5-4c0a-9833-7fb0f5135313" providerId="ADAL" clId="{BE39BC92-915D-4BE9-AEA4-43CFA5564052}" dt="2021-01-28T02:11:49.243" v="58" actId="164"/>
          <ac:grpSpMkLst>
            <pc:docMk/>
            <pc:sldMk cId="655144691" sldId="364"/>
            <ac:grpSpMk id="6" creationId="{1024C8AB-1378-4703-8FB6-E8F322F41B16}"/>
          </ac:grpSpMkLst>
        </pc:grpChg>
        <pc:grpChg chg="add mod">
          <ac:chgData name="鈴木 秀規" userId="f68c5fd9-22d5-4c0a-9833-7fb0f5135313" providerId="ADAL" clId="{BE39BC92-915D-4BE9-AEA4-43CFA5564052}" dt="2021-01-28T02:11:52.630" v="59" actId="1076"/>
          <ac:grpSpMkLst>
            <pc:docMk/>
            <pc:sldMk cId="655144691" sldId="364"/>
            <ac:grpSpMk id="21" creationId="{7A7ACBB5-4C1B-46A7-927D-81EB144B3E37}"/>
          </ac:grpSpMkLst>
        </pc:grpChg>
      </pc:sldChg>
      <pc:sldChg chg="del">
        <pc:chgData name="鈴木 秀規" userId="f68c5fd9-22d5-4c0a-9833-7fb0f5135313" providerId="ADAL" clId="{BE39BC92-915D-4BE9-AEA4-43CFA5564052}" dt="2021-01-28T02:07:53.316" v="9" actId="2696"/>
        <pc:sldMkLst>
          <pc:docMk/>
          <pc:sldMk cId="1110472243" sldId="364"/>
        </pc:sldMkLst>
      </pc:sldChg>
      <pc:sldChg chg="del">
        <pc:chgData name="鈴木 秀規" userId="f68c5fd9-22d5-4c0a-9833-7fb0f5135313" providerId="ADAL" clId="{BE39BC92-915D-4BE9-AEA4-43CFA5564052}" dt="2021-01-28T02:07:53.316" v="9" actId="2696"/>
        <pc:sldMkLst>
          <pc:docMk/>
          <pc:sldMk cId="2023125260" sldId="365"/>
        </pc:sldMkLst>
      </pc:sldChg>
      <pc:sldChg chg="addSp modSp new mod">
        <pc:chgData name="鈴木 秀規" userId="f68c5fd9-22d5-4c0a-9833-7fb0f5135313" providerId="ADAL" clId="{BE39BC92-915D-4BE9-AEA4-43CFA5564052}" dt="2021-01-28T02:18:54.305" v="324" actId="12385"/>
        <pc:sldMkLst>
          <pc:docMk/>
          <pc:sldMk cId="3025764782" sldId="365"/>
        </pc:sldMkLst>
        <pc:spChg chg="mod">
          <ac:chgData name="鈴木 秀規" userId="f68c5fd9-22d5-4c0a-9833-7fb0f5135313" providerId="ADAL" clId="{BE39BC92-915D-4BE9-AEA4-43CFA5564052}" dt="2021-01-28T02:13:06.887" v="70"/>
          <ac:spMkLst>
            <pc:docMk/>
            <pc:sldMk cId="3025764782" sldId="365"/>
            <ac:spMk id="3" creationId="{6B20F84A-74E9-4AE6-9643-9ED31F4B5BFB}"/>
          </ac:spMkLst>
        </pc:spChg>
        <pc:spChg chg="mod">
          <ac:chgData name="鈴木 秀規" userId="f68c5fd9-22d5-4c0a-9833-7fb0f5135313" providerId="ADAL" clId="{BE39BC92-915D-4BE9-AEA4-43CFA5564052}" dt="2021-01-28T02:14:02.162" v="83" actId="14100"/>
          <ac:spMkLst>
            <pc:docMk/>
            <pc:sldMk cId="3025764782" sldId="365"/>
            <ac:spMk id="5" creationId="{62359AF8-7954-46A8-94DD-32F6059CB2B7}"/>
          </ac:spMkLst>
        </pc:spChg>
        <pc:spChg chg="add mod">
          <ac:chgData name="鈴木 秀規" userId="f68c5fd9-22d5-4c0a-9833-7fb0f5135313" providerId="ADAL" clId="{BE39BC92-915D-4BE9-AEA4-43CFA5564052}" dt="2021-01-28T02:18:20.274" v="323" actId="207"/>
          <ac:spMkLst>
            <pc:docMk/>
            <pc:sldMk cId="3025764782" sldId="365"/>
            <ac:spMk id="7" creationId="{4BB5458C-2295-4333-908D-3684DE458D08}"/>
          </ac:spMkLst>
        </pc:spChg>
        <pc:spChg chg="add mod">
          <ac:chgData name="鈴木 秀規" userId="f68c5fd9-22d5-4c0a-9833-7fb0f5135313" providerId="ADAL" clId="{BE39BC92-915D-4BE9-AEA4-43CFA5564052}" dt="2021-01-28T02:18:20.274" v="323" actId="207"/>
          <ac:spMkLst>
            <pc:docMk/>
            <pc:sldMk cId="3025764782" sldId="365"/>
            <ac:spMk id="8" creationId="{6B2668E2-1D6A-42ED-904A-CC96DFD8A4FA}"/>
          </ac:spMkLst>
        </pc:spChg>
        <pc:spChg chg="add mod">
          <ac:chgData name="鈴木 秀規" userId="f68c5fd9-22d5-4c0a-9833-7fb0f5135313" providerId="ADAL" clId="{BE39BC92-915D-4BE9-AEA4-43CFA5564052}" dt="2021-01-28T02:18:20.274" v="323" actId="207"/>
          <ac:spMkLst>
            <pc:docMk/>
            <pc:sldMk cId="3025764782" sldId="365"/>
            <ac:spMk id="9" creationId="{5A2F7215-6636-4AE3-AE50-5A3767DA50CC}"/>
          </ac:spMkLst>
        </pc:spChg>
        <pc:spChg chg="add mod">
          <ac:chgData name="鈴木 秀規" userId="f68c5fd9-22d5-4c0a-9833-7fb0f5135313" providerId="ADAL" clId="{BE39BC92-915D-4BE9-AEA4-43CFA5564052}" dt="2021-01-28T02:18:20.274" v="323" actId="207"/>
          <ac:spMkLst>
            <pc:docMk/>
            <pc:sldMk cId="3025764782" sldId="365"/>
            <ac:spMk id="10" creationId="{B9A49085-154E-4FAB-9546-485C6C12A9DC}"/>
          </ac:spMkLst>
        </pc:spChg>
        <pc:graphicFrameChg chg="add mod modGraphic">
          <ac:chgData name="鈴木 秀規" userId="f68c5fd9-22d5-4c0a-9833-7fb0f5135313" providerId="ADAL" clId="{BE39BC92-915D-4BE9-AEA4-43CFA5564052}" dt="2021-01-28T02:18:54.305" v="324" actId="12385"/>
          <ac:graphicFrameMkLst>
            <pc:docMk/>
            <pc:sldMk cId="3025764782" sldId="365"/>
            <ac:graphicFrameMk id="6" creationId="{44380A86-AA42-4DB7-A671-620E8EF972B8}"/>
          </ac:graphicFrameMkLst>
        </pc:graphicFrameChg>
      </pc:sldChg>
      <pc:sldChg chg="del">
        <pc:chgData name="鈴木 秀規" userId="f68c5fd9-22d5-4c0a-9833-7fb0f5135313" providerId="ADAL" clId="{BE39BC92-915D-4BE9-AEA4-43CFA5564052}" dt="2021-01-28T02:07:53.316" v="9" actId="2696"/>
        <pc:sldMkLst>
          <pc:docMk/>
          <pc:sldMk cId="597858556" sldId="366"/>
        </pc:sldMkLst>
      </pc:sldChg>
      <pc:sldChg chg="addSp modSp new mod">
        <pc:chgData name="鈴木 秀規" userId="f68c5fd9-22d5-4c0a-9833-7fb0f5135313" providerId="ADAL" clId="{BE39BC92-915D-4BE9-AEA4-43CFA5564052}" dt="2021-01-28T02:21:18.459" v="349" actId="2711"/>
        <pc:sldMkLst>
          <pc:docMk/>
          <pc:sldMk cId="4018965676" sldId="366"/>
        </pc:sldMkLst>
        <pc:spChg chg="mod">
          <ac:chgData name="鈴木 秀規" userId="f68c5fd9-22d5-4c0a-9833-7fb0f5135313" providerId="ADAL" clId="{BE39BC92-915D-4BE9-AEA4-43CFA5564052}" dt="2021-01-28T02:20:00.769" v="326"/>
          <ac:spMkLst>
            <pc:docMk/>
            <pc:sldMk cId="4018965676" sldId="366"/>
            <ac:spMk id="3" creationId="{6065C671-29C1-42DC-9C1E-A88CECEB07A6}"/>
          </ac:spMkLst>
        </pc:spChg>
        <pc:spChg chg="mod">
          <ac:chgData name="鈴木 秀規" userId="f68c5fd9-22d5-4c0a-9833-7fb0f5135313" providerId="ADAL" clId="{BE39BC92-915D-4BE9-AEA4-43CFA5564052}" dt="2021-01-28T02:21:12.195" v="346" actId="14100"/>
          <ac:spMkLst>
            <pc:docMk/>
            <pc:sldMk cId="4018965676" sldId="366"/>
            <ac:spMk id="5" creationId="{35CC0BAD-936C-4EB6-92E1-56B969F9F1E7}"/>
          </ac:spMkLst>
        </pc:spChg>
        <pc:spChg chg="add mod">
          <ac:chgData name="鈴木 秀規" userId="f68c5fd9-22d5-4c0a-9833-7fb0f5135313" providerId="ADAL" clId="{BE39BC92-915D-4BE9-AEA4-43CFA5564052}" dt="2021-01-28T02:21:18.459" v="349" actId="2711"/>
          <ac:spMkLst>
            <pc:docMk/>
            <pc:sldMk cId="4018965676" sldId="366"/>
            <ac:spMk id="6" creationId="{2221DFF8-72C3-4060-B108-4E7A7779EDF8}"/>
          </ac:spMkLst>
        </pc:spChg>
      </pc:sldChg>
      <pc:sldChg chg="addSp delSp modSp new mod">
        <pc:chgData name="鈴木 秀規" userId="f68c5fd9-22d5-4c0a-9833-7fb0f5135313" providerId="ADAL" clId="{BE39BC92-915D-4BE9-AEA4-43CFA5564052}" dt="2021-01-28T03:28:53.898" v="519" actId="207"/>
        <pc:sldMkLst>
          <pc:docMk/>
          <pc:sldMk cId="2327445248" sldId="367"/>
        </pc:sldMkLst>
        <pc:spChg chg="mod">
          <ac:chgData name="鈴木 秀規" userId="f68c5fd9-22d5-4c0a-9833-7fb0f5135313" providerId="ADAL" clId="{BE39BC92-915D-4BE9-AEA4-43CFA5564052}" dt="2021-01-28T02:21:33.854" v="351"/>
          <ac:spMkLst>
            <pc:docMk/>
            <pc:sldMk cId="2327445248" sldId="367"/>
            <ac:spMk id="3" creationId="{DC9775AD-DF08-487A-8150-66A5547804BA}"/>
          </ac:spMkLst>
        </pc:spChg>
        <pc:spChg chg="add del mod">
          <ac:chgData name="鈴木 秀規" userId="f68c5fd9-22d5-4c0a-9833-7fb0f5135313" providerId="ADAL" clId="{BE39BC92-915D-4BE9-AEA4-43CFA5564052}" dt="2021-01-28T02:27:12.713" v="463" actId="1076"/>
          <ac:spMkLst>
            <pc:docMk/>
            <pc:sldMk cId="2327445248" sldId="367"/>
            <ac:spMk id="5" creationId="{F6F2B032-1854-426E-853D-2DDB691ABD42}"/>
          </ac:spMkLst>
        </pc:spChg>
        <pc:spChg chg="add del mod">
          <ac:chgData name="鈴木 秀規" userId="f68c5fd9-22d5-4c0a-9833-7fb0f5135313" providerId="ADAL" clId="{BE39BC92-915D-4BE9-AEA4-43CFA5564052}" dt="2021-01-28T02:23:28.422" v="393" actId="21"/>
          <ac:spMkLst>
            <pc:docMk/>
            <pc:sldMk cId="2327445248" sldId="367"/>
            <ac:spMk id="7" creationId="{2C8121B7-7B73-4CF8-9B38-1985AD6689A3}"/>
          </ac:spMkLst>
        </pc:spChg>
        <pc:spChg chg="add del mod">
          <ac:chgData name="鈴木 秀規" userId="f68c5fd9-22d5-4c0a-9833-7fb0f5135313" providerId="ADAL" clId="{BE39BC92-915D-4BE9-AEA4-43CFA5564052}" dt="2021-01-28T02:23:34.979" v="396"/>
          <ac:spMkLst>
            <pc:docMk/>
            <pc:sldMk cId="2327445248" sldId="367"/>
            <ac:spMk id="8" creationId="{BA8392B6-C7A7-411F-8F37-EA78C90F9C2A}"/>
          </ac:spMkLst>
        </pc:spChg>
        <pc:spChg chg="add mod">
          <ac:chgData name="鈴木 秀規" userId="f68c5fd9-22d5-4c0a-9833-7fb0f5135313" providerId="ADAL" clId="{BE39BC92-915D-4BE9-AEA4-43CFA5564052}" dt="2021-01-28T02:25:33.653" v="447" actId="404"/>
          <ac:spMkLst>
            <pc:docMk/>
            <pc:sldMk cId="2327445248" sldId="367"/>
            <ac:spMk id="9" creationId="{4CD9BE09-5129-4C3B-A4FE-048849E95693}"/>
          </ac:spMkLst>
        </pc:spChg>
        <pc:spChg chg="add mod">
          <ac:chgData name="鈴木 秀規" userId="f68c5fd9-22d5-4c0a-9833-7fb0f5135313" providerId="ADAL" clId="{BE39BC92-915D-4BE9-AEA4-43CFA5564052}" dt="2021-01-28T02:25:33.653" v="447" actId="404"/>
          <ac:spMkLst>
            <pc:docMk/>
            <pc:sldMk cId="2327445248" sldId="367"/>
            <ac:spMk id="10" creationId="{62E7CF24-56CC-47C3-98B0-A46BE86CF153}"/>
          </ac:spMkLst>
        </pc:spChg>
        <pc:spChg chg="add mod">
          <ac:chgData name="鈴木 秀規" userId="f68c5fd9-22d5-4c0a-9833-7fb0f5135313" providerId="ADAL" clId="{BE39BC92-915D-4BE9-AEA4-43CFA5564052}" dt="2021-01-28T02:25:33.653" v="447" actId="404"/>
          <ac:spMkLst>
            <pc:docMk/>
            <pc:sldMk cId="2327445248" sldId="367"/>
            <ac:spMk id="11" creationId="{3FF84382-C8EB-42C6-A379-F156E0D315E0}"/>
          </ac:spMkLst>
        </pc:spChg>
        <pc:spChg chg="add del mod">
          <ac:chgData name="鈴木 秀規" userId="f68c5fd9-22d5-4c0a-9833-7fb0f5135313" providerId="ADAL" clId="{BE39BC92-915D-4BE9-AEA4-43CFA5564052}" dt="2021-01-28T02:24:03.238" v="399" actId="478"/>
          <ac:spMkLst>
            <pc:docMk/>
            <pc:sldMk cId="2327445248" sldId="367"/>
            <ac:spMk id="12" creationId="{9D56C091-0C55-4440-9277-678FBEDFEE53}"/>
          </ac:spMkLst>
        </pc:spChg>
        <pc:spChg chg="add del mod">
          <ac:chgData name="鈴木 秀規" userId="f68c5fd9-22d5-4c0a-9833-7fb0f5135313" providerId="ADAL" clId="{BE39BC92-915D-4BE9-AEA4-43CFA5564052}" dt="2021-01-28T02:24:03.238" v="399" actId="478"/>
          <ac:spMkLst>
            <pc:docMk/>
            <pc:sldMk cId="2327445248" sldId="367"/>
            <ac:spMk id="13" creationId="{41C9036D-466D-473F-9CBD-EF7336C0B96B}"/>
          </ac:spMkLst>
        </pc:spChg>
        <pc:spChg chg="add del mod">
          <ac:chgData name="鈴木 秀規" userId="f68c5fd9-22d5-4c0a-9833-7fb0f5135313" providerId="ADAL" clId="{BE39BC92-915D-4BE9-AEA4-43CFA5564052}" dt="2021-01-28T02:24:03.238" v="399" actId="478"/>
          <ac:spMkLst>
            <pc:docMk/>
            <pc:sldMk cId="2327445248" sldId="367"/>
            <ac:spMk id="14" creationId="{C85FBBCE-6672-47F7-ABB4-F250306F30B3}"/>
          </ac:spMkLst>
        </pc:spChg>
        <pc:spChg chg="add mod">
          <ac:chgData name="鈴木 秀規" userId="f68c5fd9-22d5-4c0a-9833-7fb0f5135313" providerId="ADAL" clId="{BE39BC92-915D-4BE9-AEA4-43CFA5564052}" dt="2021-01-28T02:25:36.319" v="448" actId="20577"/>
          <ac:spMkLst>
            <pc:docMk/>
            <pc:sldMk cId="2327445248" sldId="367"/>
            <ac:spMk id="15" creationId="{06BC60B0-1315-4548-80FD-D156800B6A3C}"/>
          </ac:spMkLst>
        </pc:spChg>
        <pc:spChg chg="add mod">
          <ac:chgData name="鈴木 秀規" userId="f68c5fd9-22d5-4c0a-9833-7fb0f5135313" providerId="ADAL" clId="{BE39BC92-915D-4BE9-AEA4-43CFA5564052}" dt="2021-01-28T03:28:03.464" v="503" actId="1076"/>
          <ac:spMkLst>
            <pc:docMk/>
            <pc:sldMk cId="2327445248" sldId="367"/>
            <ac:spMk id="16" creationId="{324C1AE3-2904-4520-828A-7F5E0D2E112C}"/>
          </ac:spMkLst>
        </pc:spChg>
        <pc:spChg chg="add del mod">
          <ac:chgData name="鈴木 秀規" userId="f68c5fd9-22d5-4c0a-9833-7fb0f5135313" providerId="ADAL" clId="{BE39BC92-915D-4BE9-AEA4-43CFA5564052}" dt="2021-01-28T03:27:55.954" v="502" actId="478"/>
          <ac:spMkLst>
            <pc:docMk/>
            <pc:sldMk cId="2327445248" sldId="367"/>
            <ac:spMk id="17" creationId="{D290F318-A1F7-4790-B832-EEA027B26901}"/>
          </ac:spMkLst>
        </pc:spChg>
        <pc:spChg chg="add mod">
          <ac:chgData name="鈴木 秀規" userId="f68c5fd9-22d5-4c0a-9833-7fb0f5135313" providerId="ADAL" clId="{BE39BC92-915D-4BE9-AEA4-43CFA5564052}" dt="2021-01-28T03:28:53.898" v="519" actId="207"/>
          <ac:spMkLst>
            <pc:docMk/>
            <pc:sldMk cId="2327445248" sldId="367"/>
            <ac:spMk id="18" creationId="{01407575-3DFD-4109-94C2-A5F86AC9B86C}"/>
          </ac:spMkLst>
        </pc:spChg>
      </pc:sldChg>
      <pc:sldChg chg="del">
        <pc:chgData name="鈴木 秀規" userId="f68c5fd9-22d5-4c0a-9833-7fb0f5135313" providerId="ADAL" clId="{BE39BC92-915D-4BE9-AEA4-43CFA5564052}" dt="2021-01-28T02:07:53.316" v="9" actId="2696"/>
        <pc:sldMkLst>
          <pc:docMk/>
          <pc:sldMk cId="3532048317" sldId="367"/>
        </pc:sldMkLst>
      </pc:sldChg>
      <pc:sldChg chg="addSp modSp new mod">
        <pc:chgData name="鈴木 秀規" userId="f68c5fd9-22d5-4c0a-9833-7fb0f5135313" providerId="ADAL" clId="{BE39BC92-915D-4BE9-AEA4-43CFA5564052}" dt="2021-01-28T03:30:10.927" v="537" actId="1076"/>
        <pc:sldMkLst>
          <pc:docMk/>
          <pc:sldMk cId="19046241" sldId="368"/>
        </pc:sldMkLst>
        <pc:spChg chg="mod">
          <ac:chgData name="鈴木 秀規" userId="f68c5fd9-22d5-4c0a-9833-7fb0f5135313" providerId="ADAL" clId="{BE39BC92-915D-4BE9-AEA4-43CFA5564052}" dt="2021-01-28T02:27:52.380" v="467"/>
          <ac:spMkLst>
            <pc:docMk/>
            <pc:sldMk cId="19046241" sldId="368"/>
            <ac:spMk id="3" creationId="{FC9C1281-C10D-4E7F-9AF6-89FF603B4C74}"/>
          </ac:spMkLst>
        </pc:spChg>
        <pc:spChg chg="mod">
          <ac:chgData name="鈴木 秀規" userId="f68c5fd9-22d5-4c0a-9833-7fb0f5135313" providerId="ADAL" clId="{BE39BC92-915D-4BE9-AEA4-43CFA5564052}" dt="2021-01-28T02:29:30.132" v="499" actId="14100"/>
          <ac:spMkLst>
            <pc:docMk/>
            <pc:sldMk cId="19046241" sldId="368"/>
            <ac:spMk id="5" creationId="{AB608DCD-A62C-492B-9BD6-076E4C270D07}"/>
          </ac:spMkLst>
        </pc:spChg>
        <pc:spChg chg="add mod">
          <ac:chgData name="鈴木 秀規" userId="f68c5fd9-22d5-4c0a-9833-7fb0f5135313" providerId="ADAL" clId="{BE39BC92-915D-4BE9-AEA4-43CFA5564052}" dt="2021-01-28T03:29:06.399" v="520"/>
          <ac:spMkLst>
            <pc:docMk/>
            <pc:sldMk cId="19046241" sldId="368"/>
            <ac:spMk id="6" creationId="{4A907D25-C3F3-4AC4-87A1-486B8B2AD49A}"/>
          </ac:spMkLst>
        </pc:spChg>
        <pc:spChg chg="add mod">
          <ac:chgData name="鈴木 秀規" userId="f68c5fd9-22d5-4c0a-9833-7fb0f5135313" providerId="ADAL" clId="{BE39BC92-915D-4BE9-AEA4-43CFA5564052}" dt="2021-01-28T03:29:06.399" v="520"/>
          <ac:spMkLst>
            <pc:docMk/>
            <pc:sldMk cId="19046241" sldId="368"/>
            <ac:spMk id="7" creationId="{811BFB9F-6064-4F41-AF6E-1F3F16C39BAB}"/>
          </ac:spMkLst>
        </pc:spChg>
        <pc:spChg chg="add mod">
          <ac:chgData name="鈴木 秀規" userId="f68c5fd9-22d5-4c0a-9833-7fb0f5135313" providerId="ADAL" clId="{BE39BC92-915D-4BE9-AEA4-43CFA5564052}" dt="2021-01-28T03:29:06.399" v="520"/>
          <ac:spMkLst>
            <pc:docMk/>
            <pc:sldMk cId="19046241" sldId="368"/>
            <ac:spMk id="8" creationId="{A2238F6F-B629-40F1-AFFC-F83AFCF0A03E}"/>
          </ac:spMkLst>
        </pc:spChg>
        <pc:spChg chg="add mod">
          <ac:chgData name="鈴木 秀規" userId="f68c5fd9-22d5-4c0a-9833-7fb0f5135313" providerId="ADAL" clId="{BE39BC92-915D-4BE9-AEA4-43CFA5564052}" dt="2021-01-28T03:29:06.399" v="520"/>
          <ac:spMkLst>
            <pc:docMk/>
            <pc:sldMk cId="19046241" sldId="368"/>
            <ac:spMk id="9" creationId="{C72FE042-B436-4C24-96D7-09A90D6817E1}"/>
          </ac:spMkLst>
        </pc:spChg>
        <pc:spChg chg="add mod">
          <ac:chgData name="鈴木 秀規" userId="f68c5fd9-22d5-4c0a-9833-7fb0f5135313" providerId="ADAL" clId="{BE39BC92-915D-4BE9-AEA4-43CFA5564052}" dt="2021-01-28T03:29:06.399" v="520"/>
          <ac:spMkLst>
            <pc:docMk/>
            <pc:sldMk cId="19046241" sldId="368"/>
            <ac:spMk id="10" creationId="{3C3D1B91-4159-44EA-8500-9DEE12086EEF}"/>
          </ac:spMkLst>
        </pc:spChg>
        <pc:spChg chg="add mod">
          <ac:chgData name="鈴木 秀規" userId="f68c5fd9-22d5-4c0a-9833-7fb0f5135313" providerId="ADAL" clId="{BE39BC92-915D-4BE9-AEA4-43CFA5564052}" dt="2021-01-28T03:29:06.399" v="520"/>
          <ac:spMkLst>
            <pc:docMk/>
            <pc:sldMk cId="19046241" sldId="368"/>
            <ac:spMk id="11" creationId="{3BF806A8-C064-4CFC-BC1C-692B306EB673}"/>
          </ac:spMkLst>
        </pc:spChg>
        <pc:spChg chg="add mod">
          <ac:chgData name="鈴木 秀規" userId="f68c5fd9-22d5-4c0a-9833-7fb0f5135313" providerId="ADAL" clId="{BE39BC92-915D-4BE9-AEA4-43CFA5564052}" dt="2021-01-28T03:29:51.219" v="531" actId="1076"/>
          <ac:spMkLst>
            <pc:docMk/>
            <pc:sldMk cId="19046241" sldId="368"/>
            <ac:spMk id="12" creationId="{EE3B6725-EF61-4BAF-B319-7E7756E54D92}"/>
          </ac:spMkLst>
        </pc:spChg>
        <pc:spChg chg="add mod">
          <ac:chgData name="鈴木 秀規" userId="f68c5fd9-22d5-4c0a-9833-7fb0f5135313" providerId="ADAL" clId="{BE39BC92-915D-4BE9-AEA4-43CFA5564052}" dt="2021-01-28T03:30:10.927" v="537" actId="1076"/>
          <ac:spMkLst>
            <pc:docMk/>
            <pc:sldMk cId="19046241" sldId="368"/>
            <ac:spMk id="13" creationId="{DB8999FD-C198-4B59-8093-E336EA6D9961}"/>
          </ac:spMkLst>
        </pc:spChg>
      </pc:sldChg>
      <pc:sldChg chg="del">
        <pc:chgData name="鈴木 秀規" userId="f68c5fd9-22d5-4c0a-9833-7fb0f5135313" providerId="ADAL" clId="{BE39BC92-915D-4BE9-AEA4-43CFA5564052}" dt="2021-01-28T02:07:53.316" v="9" actId="2696"/>
        <pc:sldMkLst>
          <pc:docMk/>
          <pc:sldMk cId="1946457624" sldId="368"/>
        </pc:sldMkLst>
      </pc:sldChg>
      <pc:sldChg chg="addSp modSp new mod">
        <pc:chgData name="鈴木 秀規" userId="f68c5fd9-22d5-4c0a-9833-7fb0f5135313" providerId="ADAL" clId="{BE39BC92-915D-4BE9-AEA4-43CFA5564052}" dt="2021-01-28T03:33:18.002" v="572" actId="2085"/>
        <pc:sldMkLst>
          <pc:docMk/>
          <pc:sldMk cId="1634234875" sldId="369"/>
        </pc:sldMkLst>
        <pc:spChg chg="mod">
          <ac:chgData name="鈴木 秀規" userId="f68c5fd9-22d5-4c0a-9833-7fb0f5135313" providerId="ADAL" clId="{BE39BC92-915D-4BE9-AEA4-43CFA5564052}" dt="2021-01-28T03:30:30.967" v="539"/>
          <ac:spMkLst>
            <pc:docMk/>
            <pc:sldMk cId="1634234875" sldId="369"/>
            <ac:spMk id="3" creationId="{369F2C59-9C4F-4D1E-A16E-5DA411534166}"/>
          </ac:spMkLst>
        </pc:spChg>
        <pc:spChg chg="mod">
          <ac:chgData name="鈴木 秀規" userId="f68c5fd9-22d5-4c0a-9833-7fb0f5135313" providerId="ADAL" clId="{BE39BC92-915D-4BE9-AEA4-43CFA5564052}" dt="2021-01-28T03:31:04.668" v="547" actId="207"/>
          <ac:spMkLst>
            <pc:docMk/>
            <pc:sldMk cId="1634234875" sldId="369"/>
            <ac:spMk id="5" creationId="{098CDAD6-FA90-48E9-B182-AA7C0CD3A137}"/>
          </ac:spMkLst>
        </pc:spChg>
        <pc:spChg chg="add mod">
          <ac:chgData name="鈴木 秀規" userId="f68c5fd9-22d5-4c0a-9833-7fb0f5135313" providerId="ADAL" clId="{BE39BC92-915D-4BE9-AEA4-43CFA5564052}" dt="2021-01-28T03:31:21.876" v="549" actId="1076"/>
          <ac:spMkLst>
            <pc:docMk/>
            <pc:sldMk cId="1634234875" sldId="369"/>
            <ac:spMk id="6" creationId="{3E01E329-2738-42A5-8FF4-5B7EBA58EC55}"/>
          </ac:spMkLst>
        </pc:spChg>
        <pc:spChg chg="add mod">
          <ac:chgData name="鈴木 秀規" userId="f68c5fd9-22d5-4c0a-9833-7fb0f5135313" providerId="ADAL" clId="{BE39BC92-915D-4BE9-AEA4-43CFA5564052}" dt="2021-01-28T03:31:21.876" v="549" actId="1076"/>
          <ac:spMkLst>
            <pc:docMk/>
            <pc:sldMk cId="1634234875" sldId="369"/>
            <ac:spMk id="7" creationId="{5B9AD53B-6CEC-4F36-9321-E13020D82304}"/>
          </ac:spMkLst>
        </pc:spChg>
        <pc:spChg chg="add mod">
          <ac:chgData name="鈴木 秀規" userId="f68c5fd9-22d5-4c0a-9833-7fb0f5135313" providerId="ADAL" clId="{BE39BC92-915D-4BE9-AEA4-43CFA5564052}" dt="2021-01-28T03:31:21.876" v="549" actId="1076"/>
          <ac:spMkLst>
            <pc:docMk/>
            <pc:sldMk cId="1634234875" sldId="369"/>
            <ac:spMk id="8" creationId="{964239B4-F145-43F4-B627-067A33FB9E97}"/>
          </ac:spMkLst>
        </pc:spChg>
        <pc:spChg chg="add mod">
          <ac:chgData name="鈴木 秀規" userId="f68c5fd9-22d5-4c0a-9833-7fb0f5135313" providerId="ADAL" clId="{BE39BC92-915D-4BE9-AEA4-43CFA5564052}" dt="2021-01-28T03:31:21.876" v="549" actId="1076"/>
          <ac:spMkLst>
            <pc:docMk/>
            <pc:sldMk cId="1634234875" sldId="369"/>
            <ac:spMk id="9" creationId="{FE42A2C2-EB89-46D7-B9EE-6692EED9C6CC}"/>
          </ac:spMkLst>
        </pc:spChg>
        <pc:spChg chg="add mod">
          <ac:chgData name="鈴木 秀規" userId="f68c5fd9-22d5-4c0a-9833-7fb0f5135313" providerId="ADAL" clId="{BE39BC92-915D-4BE9-AEA4-43CFA5564052}" dt="2021-01-28T03:31:21.876" v="549" actId="1076"/>
          <ac:spMkLst>
            <pc:docMk/>
            <pc:sldMk cId="1634234875" sldId="369"/>
            <ac:spMk id="10" creationId="{37D45E4F-836C-479A-8ABF-FFB655B3CE29}"/>
          </ac:spMkLst>
        </pc:spChg>
        <pc:spChg chg="add mod">
          <ac:chgData name="鈴木 秀規" userId="f68c5fd9-22d5-4c0a-9833-7fb0f5135313" providerId="ADAL" clId="{BE39BC92-915D-4BE9-AEA4-43CFA5564052}" dt="2021-01-28T03:31:21.876" v="549" actId="1076"/>
          <ac:spMkLst>
            <pc:docMk/>
            <pc:sldMk cId="1634234875" sldId="369"/>
            <ac:spMk id="11" creationId="{497CE668-D349-4D89-AE31-FFABE8A54804}"/>
          </ac:spMkLst>
        </pc:spChg>
        <pc:spChg chg="add mod">
          <ac:chgData name="鈴木 秀規" userId="f68c5fd9-22d5-4c0a-9833-7fb0f5135313" providerId="ADAL" clId="{BE39BC92-915D-4BE9-AEA4-43CFA5564052}" dt="2021-01-28T03:31:21.876" v="549" actId="1076"/>
          <ac:spMkLst>
            <pc:docMk/>
            <pc:sldMk cId="1634234875" sldId="369"/>
            <ac:spMk id="12" creationId="{0A5F0D82-F981-4288-9DE4-78893C76B455}"/>
          </ac:spMkLst>
        </pc:spChg>
        <pc:spChg chg="add mod">
          <ac:chgData name="鈴木 秀規" userId="f68c5fd9-22d5-4c0a-9833-7fb0f5135313" providerId="ADAL" clId="{BE39BC92-915D-4BE9-AEA4-43CFA5564052}" dt="2021-01-28T03:31:21.876" v="549" actId="1076"/>
          <ac:spMkLst>
            <pc:docMk/>
            <pc:sldMk cId="1634234875" sldId="369"/>
            <ac:spMk id="13" creationId="{005E43D2-C1DF-41B3-A878-A79AEEDFA23B}"/>
          </ac:spMkLst>
        </pc:spChg>
        <pc:spChg chg="add mod">
          <ac:chgData name="鈴木 秀規" userId="f68c5fd9-22d5-4c0a-9833-7fb0f5135313" providerId="ADAL" clId="{BE39BC92-915D-4BE9-AEA4-43CFA5564052}" dt="2021-01-28T03:33:18.002" v="572" actId="2085"/>
          <ac:spMkLst>
            <pc:docMk/>
            <pc:sldMk cId="1634234875" sldId="369"/>
            <ac:spMk id="16" creationId="{5E12762F-BFC4-4700-934C-7B5033C83A64}"/>
          </ac:spMkLst>
        </pc:spChg>
        <pc:picChg chg="add mod">
          <ac:chgData name="鈴木 秀規" userId="f68c5fd9-22d5-4c0a-9833-7fb0f5135313" providerId="ADAL" clId="{BE39BC92-915D-4BE9-AEA4-43CFA5564052}" dt="2021-01-28T03:33:07.338" v="570" actId="207"/>
          <ac:picMkLst>
            <pc:docMk/>
            <pc:sldMk cId="1634234875" sldId="369"/>
            <ac:picMk id="15" creationId="{495CBC68-4B2C-4DD5-8B0D-0BC0470142E0}"/>
          </ac:picMkLst>
        </pc:picChg>
      </pc:sldChg>
      <pc:sldChg chg="del">
        <pc:chgData name="鈴木 秀規" userId="f68c5fd9-22d5-4c0a-9833-7fb0f5135313" providerId="ADAL" clId="{BE39BC92-915D-4BE9-AEA4-43CFA5564052}" dt="2021-01-28T02:07:53.316" v="9" actId="2696"/>
        <pc:sldMkLst>
          <pc:docMk/>
          <pc:sldMk cId="2558863877" sldId="369"/>
        </pc:sldMkLst>
      </pc:sldChg>
      <pc:sldChg chg="del">
        <pc:chgData name="鈴木 秀規" userId="f68c5fd9-22d5-4c0a-9833-7fb0f5135313" providerId="ADAL" clId="{BE39BC92-915D-4BE9-AEA4-43CFA5564052}" dt="2021-01-28T02:07:53.316" v="9" actId="2696"/>
        <pc:sldMkLst>
          <pc:docMk/>
          <pc:sldMk cId="1008659216" sldId="370"/>
        </pc:sldMkLst>
      </pc:sldChg>
      <pc:sldChg chg="addSp modSp new mod">
        <pc:chgData name="鈴木 秀規" userId="f68c5fd9-22d5-4c0a-9833-7fb0f5135313" providerId="ADAL" clId="{BE39BC92-915D-4BE9-AEA4-43CFA5564052}" dt="2021-01-28T03:36:42.206" v="626" actId="1076"/>
        <pc:sldMkLst>
          <pc:docMk/>
          <pc:sldMk cId="1288993640" sldId="370"/>
        </pc:sldMkLst>
        <pc:spChg chg="mod">
          <ac:chgData name="鈴木 秀規" userId="f68c5fd9-22d5-4c0a-9833-7fb0f5135313" providerId="ADAL" clId="{BE39BC92-915D-4BE9-AEA4-43CFA5564052}" dt="2021-01-28T03:33:37.456" v="574"/>
          <ac:spMkLst>
            <pc:docMk/>
            <pc:sldMk cId="1288993640" sldId="370"/>
            <ac:spMk id="3" creationId="{35721FFA-D1D7-45CF-AF1C-6ADEC50BF982}"/>
          </ac:spMkLst>
        </pc:spChg>
        <pc:spChg chg="mod">
          <ac:chgData name="鈴木 秀規" userId="f68c5fd9-22d5-4c0a-9833-7fb0f5135313" providerId="ADAL" clId="{BE39BC92-915D-4BE9-AEA4-43CFA5564052}" dt="2021-01-28T03:34:54.173" v="597" actId="14100"/>
          <ac:spMkLst>
            <pc:docMk/>
            <pc:sldMk cId="1288993640" sldId="370"/>
            <ac:spMk id="5" creationId="{1ECE987E-1BA6-4C52-A3AE-C83F2C85D3C8}"/>
          </ac:spMkLst>
        </pc:spChg>
        <pc:spChg chg="add mod">
          <ac:chgData name="鈴木 秀規" userId="f68c5fd9-22d5-4c0a-9833-7fb0f5135313" providerId="ADAL" clId="{BE39BC92-915D-4BE9-AEA4-43CFA5564052}" dt="2021-01-28T03:36:35.975" v="625" actId="207"/>
          <ac:spMkLst>
            <pc:docMk/>
            <pc:sldMk cId="1288993640" sldId="370"/>
            <ac:spMk id="7" creationId="{F872DE77-6502-48CB-A358-D937CA5BE6BE}"/>
          </ac:spMkLst>
        </pc:spChg>
        <pc:graphicFrameChg chg="add mod modGraphic">
          <ac:chgData name="鈴木 秀規" userId="f68c5fd9-22d5-4c0a-9833-7fb0f5135313" providerId="ADAL" clId="{BE39BC92-915D-4BE9-AEA4-43CFA5564052}" dt="2021-01-28T03:36:42.206" v="626" actId="1076"/>
          <ac:graphicFrameMkLst>
            <pc:docMk/>
            <pc:sldMk cId="1288993640" sldId="370"/>
            <ac:graphicFrameMk id="6" creationId="{A46328A8-4387-401E-8457-B9D2F8695792}"/>
          </ac:graphicFrameMkLst>
        </pc:graphicFrameChg>
      </pc:sldChg>
      <pc:sldChg chg="addSp delSp modSp new mod">
        <pc:chgData name="鈴木 秀規" userId="f68c5fd9-22d5-4c0a-9833-7fb0f5135313" providerId="ADAL" clId="{BE39BC92-915D-4BE9-AEA4-43CFA5564052}" dt="2021-01-28T03:41:56.755" v="690" actId="1036"/>
        <pc:sldMkLst>
          <pc:docMk/>
          <pc:sldMk cId="269703063" sldId="371"/>
        </pc:sldMkLst>
        <pc:spChg chg="mod">
          <ac:chgData name="鈴木 秀規" userId="f68c5fd9-22d5-4c0a-9833-7fb0f5135313" providerId="ADAL" clId="{BE39BC92-915D-4BE9-AEA4-43CFA5564052}" dt="2021-01-28T03:36:56.465" v="628"/>
          <ac:spMkLst>
            <pc:docMk/>
            <pc:sldMk cId="269703063" sldId="371"/>
            <ac:spMk id="3" creationId="{F28C555D-7085-4A91-ACBC-9F093652BD57}"/>
          </ac:spMkLst>
        </pc:spChg>
        <pc:spChg chg="mod">
          <ac:chgData name="鈴木 秀規" userId="f68c5fd9-22d5-4c0a-9833-7fb0f5135313" providerId="ADAL" clId="{BE39BC92-915D-4BE9-AEA4-43CFA5564052}" dt="2021-01-28T03:37:42.784" v="637" actId="12"/>
          <ac:spMkLst>
            <pc:docMk/>
            <pc:sldMk cId="269703063" sldId="371"/>
            <ac:spMk id="5" creationId="{78D1BDF9-E38D-422F-BA46-821E29D129FB}"/>
          </ac:spMkLst>
        </pc:spChg>
        <pc:spChg chg="add mod">
          <ac:chgData name="鈴木 秀規" userId="f68c5fd9-22d5-4c0a-9833-7fb0f5135313" providerId="ADAL" clId="{BE39BC92-915D-4BE9-AEA4-43CFA5564052}" dt="2021-01-28T03:39:10.765" v="653" actId="1076"/>
          <ac:spMkLst>
            <pc:docMk/>
            <pc:sldMk cId="269703063" sldId="371"/>
            <ac:spMk id="7" creationId="{88A6D309-1FBE-4767-97A5-7F4841AF68E4}"/>
          </ac:spMkLst>
        </pc:spChg>
        <pc:graphicFrameChg chg="add mod modGraphic">
          <ac:chgData name="鈴木 秀規" userId="f68c5fd9-22d5-4c0a-9833-7fb0f5135313" providerId="ADAL" clId="{BE39BC92-915D-4BE9-AEA4-43CFA5564052}" dt="2021-01-28T03:39:05.224" v="652" actId="14100"/>
          <ac:graphicFrameMkLst>
            <pc:docMk/>
            <pc:sldMk cId="269703063" sldId="371"/>
            <ac:graphicFrameMk id="6" creationId="{7DFD3F1E-EB5D-45EC-A16F-D2C68B5B57D5}"/>
          </ac:graphicFrameMkLst>
        </pc:graphicFrameChg>
        <pc:graphicFrameChg chg="add del mod">
          <ac:chgData name="鈴木 秀規" userId="f68c5fd9-22d5-4c0a-9833-7fb0f5135313" providerId="ADAL" clId="{BE39BC92-915D-4BE9-AEA4-43CFA5564052}" dt="2021-01-28T03:38:34.587" v="644" actId="478"/>
          <ac:graphicFrameMkLst>
            <pc:docMk/>
            <pc:sldMk cId="269703063" sldId="371"/>
            <ac:graphicFrameMk id="8" creationId="{E74ECA25-8C4B-403B-BE43-67D2CDCA7083}"/>
          </ac:graphicFrameMkLst>
        </pc:graphicFrameChg>
        <pc:graphicFrameChg chg="add mod modGraphic">
          <ac:chgData name="鈴木 秀規" userId="f68c5fd9-22d5-4c0a-9833-7fb0f5135313" providerId="ADAL" clId="{BE39BC92-915D-4BE9-AEA4-43CFA5564052}" dt="2021-01-28T03:40:41.912" v="677" actId="207"/>
          <ac:graphicFrameMkLst>
            <pc:docMk/>
            <pc:sldMk cId="269703063" sldId="371"/>
            <ac:graphicFrameMk id="9" creationId="{BAC907AF-2C33-4AB2-91B8-BCEAA25ADC4E}"/>
          </ac:graphicFrameMkLst>
        </pc:graphicFrameChg>
        <pc:graphicFrameChg chg="add mod modGraphic">
          <ac:chgData name="鈴木 秀規" userId="f68c5fd9-22d5-4c0a-9833-7fb0f5135313" providerId="ADAL" clId="{BE39BC92-915D-4BE9-AEA4-43CFA5564052}" dt="2021-01-28T03:41:56.755" v="690" actId="1036"/>
          <ac:graphicFrameMkLst>
            <pc:docMk/>
            <pc:sldMk cId="269703063" sldId="371"/>
            <ac:graphicFrameMk id="10" creationId="{2D38E5AD-F13D-4928-BE97-51DCF54ED4D1}"/>
          </ac:graphicFrameMkLst>
        </pc:graphicFrameChg>
      </pc:sldChg>
      <pc:sldChg chg="del">
        <pc:chgData name="鈴木 秀規" userId="f68c5fd9-22d5-4c0a-9833-7fb0f5135313" providerId="ADAL" clId="{BE39BC92-915D-4BE9-AEA4-43CFA5564052}" dt="2021-01-28T02:07:53.316" v="9" actId="2696"/>
        <pc:sldMkLst>
          <pc:docMk/>
          <pc:sldMk cId="3350652435" sldId="371"/>
        </pc:sldMkLst>
      </pc:sldChg>
      <pc:sldChg chg="addSp delSp modSp new mod modClrScheme chgLayout">
        <pc:chgData name="鈴木 秀規" userId="f68c5fd9-22d5-4c0a-9833-7fb0f5135313" providerId="ADAL" clId="{BE39BC92-915D-4BE9-AEA4-43CFA5564052}" dt="2021-01-28T03:47:33.636" v="981" actId="113"/>
        <pc:sldMkLst>
          <pc:docMk/>
          <pc:sldMk cId="2141290884" sldId="372"/>
        </pc:sldMkLst>
        <pc:spChg chg="mod ord">
          <ac:chgData name="鈴木 秀規" userId="f68c5fd9-22d5-4c0a-9833-7fb0f5135313" providerId="ADAL" clId="{BE39BC92-915D-4BE9-AEA4-43CFA5564052}" dt="2021-01-28T03:42:15.366" v="727" actId="700"/>
          <ac:spMkLst>
            <pc:docMk/>
            <pc:sldMk cId="2141290884" sldId="372"/>
            <ac:spMk id="2" creationId="{6A046B87-A81E-4C22-8387-16143B6E20B9}"/>
          </ac:spMkLst>
        </pc:spChg>
        <pc:spChg chg="mod ord">
          <ac:chgData name="鈴木 秀規" userId="f68c5fd9-22d5-4c0a-9833-7fb0f5135313" providerId="ADAL" clId="{BE39BC92-915D-4BE9-AEA4-43CFA5564052}" dt="2021-01-28T03:42:15.366" v="727" actId="700"/>
          <ac:spMkLst>
            <pc:docMk/>
            <pc:sldMk cId="2141290884" sldId="372"/>
            <ac:spMk id="3" creationId="{E9F5DE10-FC9D-4093-A7C7-7D8DAF229C20}"/>
          </ac:spMkLst>
        </pc:spChg>
        <pc:spChg chg="mod ord">
          <ac:chgData name="鈴木 秀規" userId="f68c5fd9-22d5-4c0a-9833-7fb0f5135313" providerId="ADAL" clId="{BE39BC92-915D-4BE9-AEA4-43CFA5564052}" dt="2021-01-28T03:42:15.366" v="727" actId="700"/>
          <ac:spMkLst>
            <pc:docMk/>
            <pc:sldMk cId="2141290884" sldId="372"/>
            <ac:spMk id="4" creationId="{E55A8B9C-9FFF-451E-9382-C1B3EA752028}"/>
          </ac:spMkLst>
        </pc:spChg>
        <pc:spChg chg="del mod ord">
          <ac:chgData name="鈴木 秀規" userId="f68c5fd9-22d5-4c0a-9833-7fb0f5135313" providerId="ADAL" clId="{BE39BC92-915D-4BE9-AEA4-43CFA5564052}" dt="2021-01-28T03:42:15.366" v="727" actId="700"/>
          <ac:spMkLst>
            <pc:docMk/>
            <pc:sldMk cId="2141290884" sldId="372"/>
            <ac:spMk id="5" creationId="{7B9BDC31-9DCA-4560-8DC7-651E5FB7EF63}"/>
          </ac:spMkLst>
        </pc:spChg>
        <pc:spChg chg="add mod ord">
          <ac:chgData name="鈴木 秀規" userId="f68c5fd9-22d5-4c0a-9833-7fb0f5135313" providerId="ADAL" clId="{BE39BC92-915D-4BE9-AEA4-43CFA5564052}" dt="2021-01-28T03:42:55.706" v="819" actId="20577"/>
          <ac:spMkLst>
            <pc:docMk/>
            <pc:sldMk cId="2141290884" sldId="372"/>
            <ac:spMk id="6" creationId="{7EB8D24C-BA49-4E35-9008-7EA7A9DA9F7D}"/>
          </ac:spMkLst>
        </pc:spChg>
        <pc:spChg chg="add mod ord">
          <ac:chgData name="鈴木 秀規" userId="f68c5fd9-22d5-4c0a-9833-7fb0f5135313" providerId="ADAL" clId="{BE39BC92-915D-4BE9-AEA4-43CFA5564052}" dt="2021-01-28T03:47:33.636" v="981" actId="113"/>
          <ac:spMkLst>
            <pc:docMk/>
            <pc:sldMk cId="2141290884" sldId="372"/>
            <ac:spMk id="7" creationId="{BE7D8EEA-841B-4634-959A-C8CF290A3A97}"/>
          </ac:spMkLst>
        </pc:spChg>
      </pc:sldChg>
      <pc:sldChg chg="del">
        <pc:chgData name="鈴木 秀規" userId="f68c5fd9-22d5-4c0a-9833-7fb0f5135313" providerId="ADAL" clId="{BE39BC92-915D-4BE9-AEA4-43CFA5564052}" dt="2021-01-28T02:07:53.316" v="9" actId="2696"/>
        <pc:sldMkLst>
          <pc:docMk/>
          <pc:sldMk cId="3443851444" sldId="372"/>
        </pc:sldMkLst>
      </pc:sldChg>
      <pc:sldChg chg="addSp delSp modSp new mod modClrScheme chgLayout">
        <pc:chgData name="鈴木 秀規" userId="f68c5fd9-22d5-4c0a-9833-7fb0f5135313" providerId="ADAL" clId="{BE39BC92-915D-4BE9-AEA4-43CFA5564052}" dt="2021-01-28T03:53:29.399" v="1069" actId="14100"/>
        <pc:sldMkLst>
          <pc:docMk/>
          <pc:sldMk cId="1104417737" sldId="373"/>
        </pc:sldMkLst>
        <pc:spChg chg="del mod ord">
          <ac:chgData name="鈴木 秀規" userId="f68c5fd9-22d5-4c0a-9833-7fb0f5135313" providerId="ADAL" clId="{BE39BC92-915D-4BE9-AEA4-43CFA5564052}" dt="2021-01-28T03:47:41.928" v="983" actId="700"/>
          <ac:spMkLst>
            <pc:docMk/>
            <pc:sldMk cId="1104417737" sldId="373"/>
            <ac:spMk id="2" creationId="{F626FF5B-9363-415F-ACB2-CFCBB7500313}"/>
          </ac:spMkLst>
        </pc:spChg>
        <pc:spChg chg="mod ord">
          <ac:chgData name="鈴木 秀規" userId="f68c5fd9-22d5-4c0a-9833-7fb0f5135313" providerId="ADAL" clId="{BE39BC92-915D-4BE9-AEA4-43CFA5564052}" dt="2021-01-28T03:47:41.928" v="983" actId="700"/>
          <ac:spMkLst>
            <pc:docMk/>
            <pc:sldMk cId="1104417737" sldId="373"/>
            <ac:spMk id="3" creationId="{305B29A1-0D3C-4926-A08E-218D94F73216}"/>
          </ac:spMkLst>
        </pc:spChg>
        <pc:spChg chg="mod ord">
          <ac:chgData name="鈴木 秀規" userId="f68c5fd9-22d5-4c0a-9833-7fb0f5135313" providerId="ADAL" clId="{BE39BC92-915D-4BE9-AEA4-43CFA5564052}" dt="2021-01-28T03:47:41.928" v="983" actId="700"/>
          <ac:spMkLst>
            <pc:docMk/>
            <pc:sldMk cId="1104417737" sldId="373"/>
            <ac:spMk id="4" creationId="{C94A89B8-7177-4C8A-8497-091DB549B056}"/>
          </ac:spMkLst>
        </pc:spChg>
        <pc:spChg chg="del mod ord">
          <ac:chgData name="鈴木 秀規" userId="f68c5fd9-22d5-4c0a-9833-7fb0f5135313" providerId="ADAL" clId="{BE39BC92-915D-4BE9-AEA4-43CFA5564052}" dt="2021-01-28T03:47:41.928" v="983" actId="700"/>
          <ac:spMkLst>
            <pc:docMk/>
            <pc:sldMk cId="1104417737" sldId="373"/>
            <ac:spMk id="5" creationId="{F8F83B5F-F112-4970-9755-FDA964D52B65}"/>
          </ac:spMkLst>
        </pc:spChg>
        <pc:spChg chg="del">
          <ac:chgData name="鈴木 秀規" userId="f68c5fd9-22d5-4c0a-9833-7fb0f5135313" providerId="ADAL" clId="{BE39BC92-915D-4BE9-AEA4-43CFA5564052}" dt="2021-01-28T03:47:41.928" v="983" actId="700"/>
          <ac:spMkLst>
            <pc:docMk/>
            <pc:sldMk cId="1104417737" sldId="373"/>
            <ac:spMk id="6" creationId="{0CD9AB3B-7C50-4E91-80FB-21D985E640FD}"/>
          </ac:spMkLst>
        </pc:spChg>
        <pc:spChg chg="add mod ord">
          <ac:chgData name="鈴木 秀規" userId="f68c5fd9-22d5-4c0a-9833-7fb0f5135313" providerId="ADAL" clId="{BE39BC92-915D-4BE9-AEA4-43CFA5564052}" dt="2021-01-28T03:47:52.381" v="984"/>
          <ac:spMkLst>
            <pc:docMk/>
            <pc:sldMk cId="1104417737" sldId="373"/>
            <ac:spMk id="7" creationId="{A76FA9C6-E58A-46C8-B4B5-8FB30264AB7D}"/>
          </ac:spMkLst>
        </pc:spChg>
        <pc:spChg chg="add mod ord">
          <ac:chgData name="鈴木 秀規" userId="f68c5fd9-22d5-4c0a-9833-7fb0f5135313" providerId="ADAL" clId="{BE39BC92-915D-4BE9-AEA4-43CFA5564052}" dt="2021-01-28T03:48:15.156" v="991" actId="20577"/>
          <ac:spMkLst>
            <pc:docMk/>
            <pc:sldMk cId="1104417737" sldId="373"/>
            <ac:spMk id="8" creationId="{2109464F-0FD1-4D4D-8CC3-59AC3574FB22}"/>
          </ac:spMkLst>
        </pc:spChg>
        <pc:spChg chg="add mod">
          <ac:chgData name="鈴木 秀規" userId="f68c5fd9-22d5-4c0a-9833-7fb0f5135313" providerId="ADAL" clId="{BE39BC92-915D-4BE9-AEA4-43CFA5564052}" dt="2021-01-28T03:53:29.399" v="1069" actId="14100"/>
          <ac:spMkLst>
            <pc:docMk/>
            <pc:sldMk cId="1104417737" sldId="373"/>
            <ac:spMk id="11" creationId="{F6C5540E-A21C-4E81-823D-AB2C6B0D5F29}"/>
          </ac:spMkLst>
        </pc:spChg>
        <pc:graphicFrameChg chg="add del mod modGraphic">
          <ac:chgData name="鈴木 秀規" userId="f68c5fd9-22d5-4c0a-9833-7fb0f5135313" providerId="ADAL" clId="{BE39BC92-915D-4BE9-AEA4-43CFA5564052}" dt="2021-01-28T03:49:25.804" v="999" actId="478"/>
          <ac:graphicFrameMkLst>
            <pc:docMk/>
            <pc:sldMk cId="1104417737" sldId="373"/>
            <ac:graphicFrameMk id="9" creationId="{B3B1568C-5F61-4D9D-9CDC-F44407006EDB}"/>
          </ac:graphicFrameMkLst>
        </pc:graphicFrameChg>
        <pc:graphicFrameChg chg="add mod modGraphic">
          <ac:chgData name="鈴木 秀規" userId="f68c5fd9-22d5-4c0a-9833-7fb0f5135313" providerId="ADAL" clId="{BE39BC92-915D-4BE9-AEA4-43CFA5564052}" dt="2021-01-28T03:52:04.846" v="1047" actId="313"/>
          <ac:graphicFrameMkLst>
            <pc:docMk/>
            <pc:sldMk cId="1104417737" sldId="373"/>
            <ac:graphicFrameMk id="10" creationId="{43D73CE5-CFDC-4FC7-9060-87C9D18AFD0E}"/>
          </ac:graphicFrameMkLst>
        </pc:graphicFrameChg>
      </pc:sldChg>
      <pc:sldChg chg="del">
        <pc:chgData name="鈴木 秀規" userId="f68c5fd9-22d5-4c0a-9833-7fb0f5135313" providerId="ADAL" clId="{BE39BC92-915D-4BE9-AEA4-43CFA5564052}" dt="2021-01-28T02:07:53.316" v="9" actId="2696"/>
        <pc:sldMkLst>
          <pc:docMk/>
          <pc:sldMk cId="2536938731" sldId="373"/>
        </pc:sldMkLst>
      </pc:sldChg>
      <pc:sldChg chg="del">
        <pc:chgData name="鈴木 秀規" userId="f68c5fd9-22d5-4c0a-9833-7fb0f5135313" providerId="ADAL" clId="{BE39BC92-915D-4BE9-AEA4-43CFA5564052}" dt="2021-01-28T02:07:53.316" v="9" actId="2696"/>
        <pc:sldMkLst>
          <pc:docMk/>
          <pc:sldMk cId="3337611443" sldId="374"/>
        </pc:sldMkLst>
      </pc:sldChg>
      <pc:sldChg chg="addSp modSp new mod">
        <pc:chgData name="鈴木 秀規" userId="f68c5fd9-22d5-4c0a-9833-7fb0f5135313" providerId="ADAL" clId="{BE39BC92-915D-4BE9-AEA4-43CFA5564052}" dt="2021-01-28T03:58:46.283" v="1127" actId="20577"/>
        <pc:sldMkLst>
          <pc:docMk/>
          <pc:sldMk cId="3417266570" sldId="374"/>
        </pc:sldMkLst>
        <pc:spChg chg="mod">
          <ac:chgData name="鈴木 秀規" userId="f68c5fd9-22d5-4c0a-9833-7fb0f5135313" providerId="ADAL" clId="{BE39BC92-915D-4BE9-AEA4-43CFA5564052}" dt="2021-01-28T03:54:41.607" v="1071"/>
          <ac:spMkLst>
            <pc:docMk/>
            <pc:sldMk cId="3417266570" sldId="374"/>
            <ac:spMk id="3" creationId="{C9DA2D84-A78B-4723-B005-A44B1AF31487}"/>
          </ac:spMkLst>
        </pc:spChg>
        <pc:spChg chg="mod">
          <ac:chgData name="鈴木 秀規" userId="f68c5fd9-22d5-4c0a-9833-7fb0f5135313" providerId="ADAL" clId="{BE39BC92-915D-4BE9-AEA4-43CFA5564052}" dt="2021-01-28T03:55:11.327" v="1078" actId="14100"/>
          <ac:spMkLst>
            <pc:docMk/>
            <pc:sldMk cId="3417266570" sldId="374"/>
            <ac:spMk id="5" creationId="{D345FCF4-B188-436C-9FB4-5149C3180134}"/>
          </ac:spMkLst>
        </pc:spChg>
        <pc:spChg chg="add mod">
          <ac:chgData name="鈴木 秀規" userId="f68c5fd9-22d5-4c0a-9833-7fb0f5135313" providerId="ADAL" clId="{BE39BC92-915D-4BE9-AEA4-43CFA5564052}" dt="2021-01-28T03:58:46.283" v="1127" actId="20577"/>
          <ac:spMkLst>
            <pc:docMk/>
            <pc:sldMk cId="3417266570" sldId="374"/>
            <ac:spMk id="7" creationId="{8129B86A-332A-48A1-A39B-A2FF311F1205}"/>
          </ac:spMkLst>
        </pc:spChg>
        <pc:graphicFrameChg chg="add mod modGraphic">
          <ac:chgData name="鈴木 秀規" userId="f68c5fd9-22d5-4c0a-9833-7fb0f5135313" providerId="ADAL" clId="{BE39BC92-915D-4BE9-AEA4-43CFA5564052}" dt="2021-01-28T03:58:02.067" v="1121" actId="14734"/>
          <ac:graphicFrameMkLst>
            <pc:docMk/>
            <pc:sldMk cId="3417266570" sldId="374"/>
            <ac:graphicFrameMk id="6" creationId="{88E6580C-D2B8-4568-A1AF-041FFE84BA33}"/>
          </ac:graphicFrameMkLst>
        </pc:graphicFrameChg>
      </pc:sldChg>
      <pc:sldChg chg="del">
        <pc:chgData name="鈴木 秀規" userId="f68c5fd9-22d5-4c0a-9833-7fb0f5135313" providerId="ADAL" clId="{BE39BC92-915D-4BE9-AEA4-43CFA5564052}" dt="2021-01-28T02:07:53.316" v="9" actId="2696"/>
        <pc:sldMkLst>
          <pc:docMk/>
          <pc:sldMk cId="571433644" sldId="375"/>
        </pc:sldMkLst>
      </pc:sldChg>
      <pc:sldChg chg="modSp new mod">
        <pc:chgData name="鈴木 秀規" userId="f68c5fd9-22d5-4c0a-9833-7fb0f5135313" providerId="ADAL" clId="{BE39BC92-915D-4BE9-AEA4-43CFA5564052}" dt="2021-01-28T04:21:58.281" v="1158" actId="207"/>
        <pc:sldMkLst>
          <pc:docMk/>
          <pc:sldMk cId="3525173344" sldId="375"/>
        </pc:sldMkLst>
        <pc:spChg chg="mod">
          <ac:chgData name="鈴木 秀規" userId="f68c5fd9-22d5-4c0a-9833-7fb0f5135313" providerId="ADAL" clId="{BE39BC92-915D-4BE9-AEA4-43CFA5564052}" dt="2021-01-28T03:59:20.523" v="1129"/>
          <ac:spMkLst>
            <pc:docMk/>
            <pc:sldMk cId="3525173344" sldId="375"/>
            <ac:spMk id="3" creationId="{CFF83AF9-23FD-409D-BA32-6E187A1AD0E5}"/>
          </ac:spMkLst>
        </pc:spChg>
        <pc:spChg chg="mod">
          <ac:chgData name="鈴木 秀規" userId="f68c5fd9-22d5-4c0a-9833-7fb0f5135313" providerId="ADAL" clId="{BE39BC92-915D-4BE9-AEA4-43CFA5564052}" dt="2021-01-28T04:21:58.281" v="1158" actId="207"/>
          <ac:spMkLst>
            <pc:docMk/>
            <pc:sldMk cId="3525173344" sldId="375"/>
            <ac:spMk id="5" creationId="{2D51B0E8-E569-42F7-AADB-343F9AB29447}"/>
          </ac:spMkLst>
        </pc:spChg>
      </pc:sldChg>
      <pc:sldChg chg="del">
        <pc:chgData name="鈴木 秀規" userId="f68c5fd9-22d5-4c0a-9833-7fb0f5135313" providerId="ADAL" clId="{BE39BC92-915D-4BE9-AEA4-43CFA5564052}" dt="2021-01-28T02:07:53.316" v="9" actId="2696"/>
        <pc:sldMkLst>
          <pc:docMk/>
          <pc:sldMk cId="941335972" sldId="376"/>
        </pc:sldMkLst>
      </pc:sldChg>
      <pc:sldChg chg="addSp modSp new mod">
        <pc:chgData name="鈴木 秀規" userId="f68c5fd9-22d5-4c0a-9833-7fb0f5135313" providerId="ADAL" clId="{BE39BC92-915D-4BE9-AEA4-43CFA5564052}" dt="2021-01-28T04:35:20.492" v="1252" actId="1076"/>
        <pc:sldMkLst>
          <pc:docMk/>
          <pc:sldMk cId="3171014613" sldId="376"/>
        </pc:sldMkLst>
        <pc:spChg chg="mod">
          <ac:chgData name="鈴木 秀規" userId="f68c5fd9-22d5-4c0a-9833-7fb0f5135313" providerId="ADAL" clId="{BE39BC92-915D-4BE9-AEA4-43CFA5564052}" dt="2021-01-28T04:23:20.752" v="1160"/>
          <ac:spMkLst>
            <pc:docMk/>
            <pc:sldMk cId="3171014613" sldId="376"/>
            <ac:spMk id="3" creationId="{311F91AF-7155-4B82-88B3-F4166C8BEA1E}"/>
          </ac:spMkLst>
        </pc:spChg>
        <pc:spChg chg="mod">
          <ac:chgData name="鈴木 秀規" userId="f68c5fd9-22d5-4c0a-9833-7fb0f5135313" providerId="ADAL" clId="{BE39BC92-915D-4BE9-AEA4-43CFA5564052}" dt="2021-01-28T04:24:34.991" v="1171" actId="14100"/>
          <ac:spMkLst>
            <pc:docMk/>
            <pc:sldMk cId="3171014613" sldId="376"/>
            <ac:spMk id="5" creationId="{9C3F9CCC-831D-4CC8-95B8-42081476B942}"/>
          </ac:spMkLst>
        </pc:spChg>
        <pc:spChg chg="add mod">
          <ac:chgData name="鈴木 秀規" userId="f68c5fd9-22d5-4c0a-9833-7fb0f5135313" providerId="ADAL" clId="{BE39BC92-915D-4BE9-AEA4-43CFA5564052}" dt="2021-01-28T04:24:23.069" v="1170" actId="1076"/>
          <ac:spMkLst>
            <pc:docMk/>
            <pc:sldMk cId="3171014613" sldId="376"/>
            <ac:spMk id="6" creationId="{1AD082C2-24CD-44FE-AFEE-ACDEF88A2638}"/>
          </ac:spMkLst>
        </pc:spChg>
        <pc:spChg chg="add mod">
          <ac:chgData name="鈴木 秀規" userId="f68c5fd9-22d5-4c0a-9833-7fb0f5135313" providerId="ADAL" clId="{BE39BC92-915D-4BE9-AEA4-43CFA5564052}" dt="2021-01-28T04:24:23.069" v="1170" actId="1076"/>
          <ac:spMkLst>
            <pc:docMk/>
            <pc:sldMk cId="3171014613" sldId="376"/>
            <ac:spMk id="7" creationId="{0EE56090-810D-489D-9DE6-238965FD723D}"/>
          </ac:spMkLst>
        </pc:spChg>
        <pc:spChg chg="add mod">
          <ac:chgData name="鈴木 秀規" userId="f68c5fd9-22d5-4c0a-9833-7fb0f5135313" providerId="ADAL" clId="{BE39BC92-915D-4BE9-AEA4-43CFA5564052}" dt="2021-01-28T04:24:23.069" v="1170" actId="1076"/>
          <ac:spMkLst>
            <pc:docMk/>
            <pc:sldMk cId="3171014613" sldId="376"/>
            <ac:spMk id="8" creationId="{37E56712-A8C9-4619-BAA5-91CCF58E7A92}"/>
          </ac:spMkLst>
        </pc:spChg>
        <pc:spChg chg="add mod">
          <ac:chgData name="鈴木 秀規" userId="f68c5fd9-22d5-4c0a-9833-7fb0f5135313" providerId="ADAL" clId="{BE39BC92-915D-4BE9-AEA4-43CFA5564052}" dt="2021-01-28T04:24:23.069" v="1170" actId="1076"/>
          <ac:spMkLst>
            <pc:docMk/>
            <pc:sldMk cId="3171014613" sldId="376"/>
            <ac:spMk id="9" creationId="{037B035B-AB2C-4218-B9F0-DF203CEA7AB8}"/>
          </ac:spMkLst>
        </pc:spChg>
        <pc:spChg chg="add mod">
          <ac:chgData name="鈴木 秀規" userId="f68c5fd9-22d5-4c0a-9833-7fb0f5135313" providerId="ADAL" clId="{BE39BC92-915D-4BE9-AEA4-43CFA5564052}" dt="2021-01-28T04:24:23.069" v="1170" actId="1076"/>
          <ac:spMkLst>
            <pc:docMk/>
            <pc:sldMk cId="3171014613" sldId="376"/>
            <ac:spMk id="10" creationId="{61678391-7104-4373-AB29-825F1F76A3AF}"/>
          </ac:spMkLst>
        </pc:spChg>
        <pc:spChg chg="add mod">
          <ac:chgData name="鈴木 秀規" userId="f68c5fd9-22d5-4c0a-9833-7fb0f5135313" providerId="ADAL" clId="{BE39BC92-915D-4BE9-AEA4-43CFA5564052}" dt="2021-01-28T04:24:23.069" v="1170" actId="1076"/>
          <ac:spMkLst>
            <pc:docMk/>
            <pc:sldMk cId="3171014613" sldId="376"/>
            <ac:spMk id="11" creationId="{20ACFF16-E5BB-4679-A508-A320003142A7}"/>
          </ac:spMkLst>
        </pc:spChg>
        <pc:spChg chg="add mod">
          <ac:chgData name="鈴木 秀規" userId="f68c5fd9-22d5-4c0a-9833-7fb0f5135313" providerId="ADAL" clId="{BE39BC92-915D-4BE9-AEA4-43CFA5564052}" dt="2021-01-28T04:25:33.536" v="1182" actId="207"/>
          <ac:spMkLst>
            <pc:docMk/>
            <pc:sldMk cId="3171014613" sldId="376"/>
            <ac:spMk id="12" creationId="{4F80E6C8-F746-4D16-B77C-625BBF73EE36}"/>
          </ac:spMkLst>
        </pc:spChg>
        <pc:spChg chg="add mod">
          <ac:chgData name="鈴木 秀規" userId="f68c5fd9-22d5-4c0a-9833-7fb0f5135313" providerId="ADAL" clId="{BE39BC92-915D-4BE9-AEA4-43CFA5564052}" dt="2021-01-28T04:26:17.325" v="1189" actId="1076"/>
          <ac:spMkLst>
            <pc:docMk/>
            <pc:sldMk cId="3171014613" sldId="376"/>
            <ac:spMk id="13" creationId="{3D868C90-9825-42D3-8248-08A224DD70E5}"/>
          </ac:spMkLst>
        </pc:spChg>
        <pc:spChg chg="add mod">
          <ac:chgData name="鈴木 秀規" userId="f68c5fd9-22d5-4c0a-9833-7fb0f5135313" providerId="ADAL" clId="{BE39BC92-915D-4BE9-AEA4-43CFA5564052}" dt="2021-01-28T04:33:26.591" v="1225" actId="1076"/>
          <ac:spMkLst>
            <pc:docMk/>
            <pc:sldMk cId="3171014613" sldId="376"/>
            <ac:spMk id="14" creationId="{331F7C47-3702-4546-960B-C87C50225A10}"/>
          </ac:spMkLst>
        </pc:spChg>
        <pc:spChg chg="add mod">
          <ac:chgData name="鈴木 秀規" userId="f68c5fd9-22d5-4c0a-9833-7fb0f5135313" providerId="ADAL" clId="{BE39BC92-915D-4BE9-AEA4-43CFA5564052}" dt="2021-01-28T04:33:22.423" v="1224" actId="571"/>
          <ac:spMkLst>
            <pc:docMk/>
            <pc:sldMk cId="3171014613" sldId="376"/>
            <ac:spMk id="15" creationId="{9ECC0DDA-255E-495F-9AC7-A5960E56213B}"/>
          </ac:spMkLst>
        </pc:spChg>
        <pc:spChg chg="add mod">
          <ac:chgData name="鈴木 秀規" userId="f68c5fd9-22d5-4c0a-9833-7fb0f5135313" providerId="ADAL" clId="{BE39BC92-915D-4BE9-AEA4-43CFA5564052}" dt="2021-01-28T04:33:22.423" v="1224" actId="571"/>
          <ac:spMkLst>
            <pc:docMk/>
            <pc:sldMk cId="3171014613" sldId="376"/>
            <ac:spMk id="16" creationId="{10A648DB-B60E-411C-8BE7-DC3558918CDE}"/>
          </ac:spMkLst>
        </pc:spChg>
        <pc:spChg chg="add mod">
          <ac:chgData name="鈴木 秀規" userId="f68c5fd9-22d5-4c0a-9833-7fb0f5135313" providerId="ADAL" clId="{BE39BC92-915D-4BE9-AEA4-43CFA5564052}" dt="2021-01-28T04:33:22.423" v="1224" actId="571"/>
          <ac:spMkLst>
            <pc:docMk/>
            <pc:sldMk cId="3171014613" sldId="376"/>
            <ac:spMk id="17" creationId="{F1541D18-CF5A-4ADD-91A6-6A9C7418E8BD}"/>
          </ac:spMkLst>
        </pc:spChg>
        <pc:spChg chg="add mod">
          <ac:chgData name="鈴木 秀規" userId="f68c5fd9-22d5-4c0a-9833-7fb0f5135313" providerId="ADAL" clId="{BE39BC92-915D-4BE9-AEA4-43CFA5564052}" dt="2021-01-28T04:33:22.423" v="1224" actId="571"/>
          <ac:spMkLst>
            <pc:docMk/>
            <pc:sldMk cId="3171014613" sldId="376"/>
            <ac:spMk id="18" creationId="{1EFCEC40-F035-48F5-B711-D6B5968BDDFB}"/>
          </ac:spMkLst>
        </pc:spChg>
        <pc:spChg chg="add mod">
          <ac:chgData name="鈴木 秀規" userId="f68c5fd9-22d5-4c0a-9833-7fb0f5135313" providerId="ADAL" clId="{BE39BC92-915D-4BE9-AEA4-43CFA5564052}" dt="2021-01-28T04:34:06.673" v="1238" actId="20577"/>
          <ac:spMkLst>
            <pc:docMk/>
            <pc:sldMk cId="3171014613" sldId="376"/>
            <ac:spMk id="19" creationId="{624A6EBF-3B70-4889-A5A2-71F0D6A2C19C}"/>
          </ac:spMkLst>
        </pc:spChg>
        <pc:spChg chg="add mod">
          <ac:chgData name="鈴木 秀規" userId="f68c5fd9-22d5-4c0a-9833-7fb0f5135313" providerId="ADAL" clId="{BE39BC92-915D-4BE9-AEA4-43CFA5564052}" dt="2021-01-28T04:33:47.718" v="1227" actId="14100"/>
          <ac:spMkLst>
            <pc:docMk/>
            <pc:sldMk cId="3171014613" sldId="376"/>
            <ac:spMk id="20" creationId="{784ABAB6-C536-4062-A6EB-3F4F2C6612FB}"/>
          </ac:spMkLst>
        </pc:spChg>
        <pc:spChg chg="add mod">
          <ac:chgData name="鈴木 秀規" userId="f68c5fd9-22d5-4c0a-9833-7fb0f5135313" providerId="ADAL" clId="{BE39BC92-915D-4BE9-AEA4-43CFA5564052}" dt="2021-01-28T04:34:02.552" v="1229" actId="571"/>
          <ac:spMkLst>
            <pc:docMk/>
            <pc:sldMk cId="3171014613" sldId="376"/>
            <ac:spMk id="21" creationId="{9516A39C-5C5D-4DAB-B566-8C09DC3790CE}"/>
          </ac:spMkLst>
        </pc:spChg>
        <pc:spChg chg="add mod">
          <ac:chgData name="鈴木 秀規" userId="f68c5fd9-22d5-4c0a-9833-7fb0f5135313" providerId="ADAL" clId="{BE39BC92-915D-4BE9-AEA4-43CFA5564052}" dt="2021-01-28T04:35:20.492" v="1252" actId="1076"/>
          <ac:spMkLst>
            <pc:docMk/>
            <pc:sldMk cId="3171014613" sldId="376"/>
            <ac:spMk id="22" creationId="{245B9BBB-B2D6-4FE4-B3E6-8DD29E586E35}"/>
          </ac:spMkLst>
        </pc:spChg>
      </pc:sldChg>
      <pc:sldChg chg="del">
        <pc:chgData name="鈴木 秀規" userId="f68c5fd9-22d5-4c0a-9833-7fb0f5135313" providerId="ADAL" clId="{BE39BC92-915D-4BE9-AEA4-43CFA5564052}" dt="2021-01-28T02:07:53.316" v="9" actId="2696"/>
        <pc:sldMkLst>
          <pc:docMk/>
          <pc:sldMk cId="2664152079" sldId="377"/>
        </pc:sldMkLst>
      </pc:sldChg>
      <pc:sldChg chg="modSp new mod">
        <pc:chgData name="鈴木 秀規" userId="f68c5fd9-22d5-4c0a-9833-7fb0f5135313" providerId="ADAL" clId="{BE39BC92-915D-4BE9-AEA4-43CFA5564052}" dt="2021-01-28T04:37:09.418" v="1295" actId="207"/>
        <pc:sldMkLst>
          <pc:docMk/>
          <pc:sldMk cId="2808150330" sldId="377"/>
        </pc:sldMkLst>
        <pc:spChg chg="mod">
          <ac:chgData name="鈴木 秀規" userId="f68c5fd9-22d5-4c0a-9833-7fb0f5135313" providerId="ADAL" clId="{BE39BC92-915D-4BE9-AEA4-43CFA5564052}" dt="2021-01-28T04:35:35.804" v="1254"/>
          <ac:spMkLst>
            <pc:docMk/>
            <pc:sldMk cId="2808150330" sldId="377"/>
            <ac:spMk id="3" creationId="{FA6E5A94-9424-40DF-95D5-1E582A92AD4E}"/>
          </ac:spMkLst>
        </pc:spChg>
        <pc:spChg chg="mod">
          <ac:chgData name="鈴木 秀規" userId="f68c5fd9-22d5-4c0a-9833-7fb0f5135313" providerId="ADAL" clId="{BE39BC92-915D-4BE9-AEA4-43CFA5564052}" dt="2021-01-28T04:37:09.418" v="1295" actId="207"/>
          <ac:spMkLst>
            <pc:docMk/>
            <pc:sldMk cId="2808150330" sldId="377"/>
            <ac:spMk id="5" creationId="{A6E94E8B-D0B0-497E-A46A-3DCC8B1724F0}"/>
          </ac:spMkLst>
        </pc:spChg>
      </pc:sldChg>
      <pc:sldChg chg="addSp delSp modSp new mod modClrScheme chgLayout">
        <pc:chgData name="鈴木 秀規" userId="f68c5fd9-22d5-4c0a-9833-7fb0f5135313" providerId="ADAL" clId="{BE39BC92-915D-4BE9-AEA4-43CFA5564052}" dt="2021-01-28T04:42:36.164" v="1404" actId="1076"/>
        <pc:sldMkLst>
          <pc:docMk/>
          <pc:sldMk cId="406741734" sldId="378"/>
        </pc:sldMkLst>
        <pc:spChg chg="mod ord">
          <ac:chgData name="鈴木 秀規" userId="f68c5fd9-22d5-4c0a-9833-7fb0f5135313" providerId="ADAL" clId="{BE39BC92-915D-4BE9-AEA4-43CFA5564052}" dt="2021-01-28T04:38:21.059" v="1299" actId="700"/>
          <ac:spMkLst>
            <pc:docMk/>
            <pc:sldMk cId="406741734" sldId="378"/>
            <ac:spMk id="2" creationId="{B983ECB7-4070-4EB9-A9BA-BFD5F1988C69}"/>
          </ac:spMkLst>
        </pc:spChg>
        <pc:spChg chg="mod ord">
          <ac:chgData name="鈴木 秀規" userId="f68c5fd9-22d5-4c0a-9833-7fb0f5135313" providerId="ADAL" clId="{BE39BC92-915D-4BE9-AEA4-43CFA5564052}" dt="2021-01-28T04:40:20.312" v="1317" actId="1076"/>
          <ac:spMkLst>
            <pc:docMk/>
            <pc:sldMk cId="406741734" sldId="378"/>
            <ac:spMk id="3" creationId="{9E5F0CA8-9D1E-4BA6-AA47-DFA3DA17C06B}"/>
          </ac:spMkLst>
        </pc:spChg>
        <pc:spChg chg="mod ord">
          <ac:chgData name="鈴木 秀規" userId="f68c5fd9-22d5-4c0a-9833-7fb0f5135313" providerId="ADAL" clId="{BE39BC92-915D-4BE9-AEA4-43CFA5564052}" dt="2021-01-28T04:38:21.059" v="1299" actId="700"/>
          <ac:spMkLst>
            <pc:docMk/>
            <pc:sldMk cId="406741734" sldId="378"/>
            <ac:spMk id="4" creationId="{2F4457EF-D67C-4FA9-B013-3F9413BB0472}"/>
          </ac:spMkLst>
        </pc:spChg>
        <pc:spChg chg="del">
          <ac:chgData name="鈴木 秀規" userId="f68c5fd9-22d5-4c0a-9833-7fb0f5135313" providerId="ADAL" clId="{BE39BC92-915D-4BE9-AEA4-43CFA5564052}" dt="2021-01-28T04:38:17.817" v="1298" actId="700"/>
          <ac:spMkLst>
            <pc:docMk/>
            <pc:sldMk cId="406741734" sldId="378"/>
            <ac:spMk id="5" creationId="{39835A23-ACE9-407B-BD13-6F0664EF72B1}"/>
          </ac:spMkLst>
        </pc:spChg>
        <pc:spChg chg="add mod">
          <ac:chgData name="鈴木 秀規" userId="f68c5fd9-22d5-4c0a-9833-7fb0f5135313" providerId="ADAL" clId="{BE39BC92-915D-4BE9-AEA4-43CFA5564052}" dt="2021-01-28T04:42:36.164" v="1404" actId="1076"/>
          <ac:spMkLst>
            <pc:docMk/>
            <pc:sldMk cId="406741734" sldId="378"/>
            <ac:spMk id="7" creationId="{94428383-BDF5-4327-8C83-2EE0C9C9692C}"/>
          </ac:spMkLst>
        </pc:spChg>
        <pc:spChg chg="add mod">
          <ac:chgData name="鈴木 秀規" userId="f68c5fd9-22d5-4c0a-9833-7fb0f5135313" providerId="ADAL" clId="{BE39BC92-915D-4BE9-AEA4-43CFA5564052}" dt="2021-01-28T04:42:32.443" v="1403" actId="1076"/>
          <ac:spMkLst>
            <pc:docMk/>
            <pc:sldMk cId="406741734" sldId="378"/>
            <ac:spMk id="8" creationId="{50AEFE30-CA90-4A91-8BBA-A90D9AA4059A}"/>
          </ac:spMkLst>
        </pc:spChg>
        <pc:spChg chg="add mod">
          <ac:chgData name="鈴木 秀規" userId="f68c5fd9-22d5-4c0a-9833-7fb0f5135313" providerId="ADAL" clId="{BE39BC92-915D-4BE9-AEA4-43CFA5564052}" dt="2021-01-28T04:42:21.954" v="1402" actId="1076"/>
          <ac:spMkLst>
            <pc:docMk/>
            <pc:sldMk cId="406741734" sldId="378"/>
            <ac:spMk id="9" creationId="{EA5DEEDD-3C91-4255-B05B-D564E1CD681A}"/>
          </ac:spMkLst>
        </pc:spChg>
        <pc:spChg chg="add mod">
          <ac:chgData name="鈴木 秀規" userId="f68c5fd9-22d5-4c0a-9833-7fb0f5135313" providerId="ADAL" clId="{BE39BC92-915D-4BE9-AEA4-43CFA5564052}" dt="2021-01-28T04:42:21.954" v="1402" actId="1076"/>
          <ac:spMkLst>
            <pc:docMk/>
            <pc:sldMk cId="406741734" sldId="378"/>
            <ac:spMk id="10" creationId="{1E98B982-C49F-4BBF-9AD0-E6648175CFC9}"/>
          </ac:spMkLst>
        </pc:spChg>
        <pc:graphicFrameChg chg="add mod modGraphic">
          <ac:chgData name="鈴木 秀規" userId="f68c5fd9-22d5-4c0a-9833-7fb0f5135313" providerId="ADAL" clId="{BE39BC92-915D-4BE9-AEA4-43CFA5564052}" dt="2021-01-28T04:42:14.357" v="1401" actId="14100"/>
          <ac:graphicFrameMkLst>
            <pc:docMk/>
            <pc:sldMk cId="406741734" sldId="378"/>
            <ac:graphicFrameMk id="6" creationId="{80DEDF5B-A980-4B9F-9ADB-8AA360C0AEF0}"/>
          </ac:graphicFrameMkLst>
        </pc:graphicFrameChg>
      </pc:sldChg>
      <pc:sldChg chg="del">
        <pc:chgData name="鈴木 秀規" userId="f68c5fd9-22d5-4c0a-9833-7fb0f5135313" providerId="ADAL" clId="{BE39BC92-915D-4BE9-AEA4-43CFA5564052}" dt="2021-01-28T02:07:53.316" v="9" actId="2696"/>
        <pc:sldMkLst>
          <pc:docMk/>
          <pc:sldMk cId="3649152916" sldId="378"/>
        </pc:sldMkLst>
      </pc:sldChg>
      <pc:sldChg chg="addSp modSp new mod">
        <pc:chgData name="鈴木 秀規" userId="f68c5fd9-22d5-4c0a-9833-7fb0f5135313" providerId="ADAL" clId="{BE39BC92-915D-4BE9-AEA4-43CFA5564052}" dt="2021-01-28T04:46:54.998" v="1436"/>
        <pc:sldMkLst>
          <pc:docMk/>
          <pc:sldMk cId="449625136" sldId="379"/>
        </pc:sldMkLst>
        <pc:spChg chg="mod">
          <ac:chgData name="鈴木 秀規" userId="f68c5fd9-22d5-4c0a-9833-7fb0f5135313" providerId="ADAL" clId="{BE39BC92-915D-4BE9-AEA4-43CFA5564052}" dt="2021-01-28T04:42:58.492" v="1408"/>
          <ac:spMkLst>
            <pc:docMk/>
            <pc:sldMk cId="449625136" sldId="379"/>
            <ac:spMk id="3" creationId="{F055CD44-65FB-4F1A-A80A-8052AB76E1C3}"/>
          </ac:spMkLst>
        </pc:spChg>
        <pc:spChg chg="add mod">
          <ac:chgData name="鈴木 秀規" userId="f68c5fd9-22d5-4c0a-9833-7fb0f5135313" providerId="ADAL" clId="{BE39BC92-915D-4BE9-AEA4-43CFA5564052}" dt="2021-01-28T04:43:12.026" v="1409"/>
          <ac:spMkLst>
            <pc:docMk/>
            <pc:sldMk cId="449625136" sldId="379"/>
            <ac:spMk id="5" creationId="{1BC739A0-353C-4E4D-A084-FEFFEBC71AAE}"/>
          </ac:spMkLst>
        </pc:spChg>
        <pc:spChg chg="add mod">
          <ac:chgData name="鈴木 秀規" userId="f68c5fd9-22d5-4c0a-9833-7fb0f5135313" providerId="ADAL" clId="{BE39BC92-915D-4BE9-AEA4-43CFA5564052}" dt="2021-01-28T04:46:31.885" v="1430" actId="1076"/>
          <ac:spMkLst>
            <pc:docMk/>
            <pc:sldMk cId="449625136" sldId="379"/>
            <ac:spMk id="7" creationId="{52DA9BAD-191D-4E9C-8997-20F7DC6FE161}"/>
          </ac:spMkLst>
        </pc:spChg>
        <pc:spChg chg="add mod">
          <ac:chgData name="鈴木 秀規" userId="f68c5fd9-22d5-4c0a-9833-7fb0f5135313" providerId="ADAL" clId="{BE39BC92-915D-4BE9-AEA4-43CFA5564052}" dt="2021-01-28T04:46:54.998" v="1436"/>
          <ac:spMkLst>
            <pc:docMk/>
            <pc:sldMk cId="449625136" sldId="379"/>
            <ac:spMk id="9" creationId="{79B170A4-53A6-4074-BFDF-AEEF03E95FEF}"/>
          </ac:spMkLst>
        </pc:spChg>
        <pc:graphicFrameChg chg="add mod modGraphic">
          <ac:chgData name="鈴木 秀規" userId="f68c5fd9-22d5-4c0a-9833-7fb0f5135313" providerId="ADAL" clId="{BE39BC92-915D-4BE9-AEA4-43CFA5564052}" dt="2021-01-28T04:43:58.487" v="1418"/>
          <ac:graphicFrameMkLst>
            <pc:docMk/>
            <pc:sldMk cId="449625136" sldId="379"/>
            <ac:graphicFrameMk id="6" creationId="{7BB308BA-B6BB-4022-85FB-9F8CBC0A9380}"/>
          </ac:graphicFrameMkLst>
        </pc:graphicFrameChg>
        <pc:graphicFrameChg chg="add mod modGraphic">
          <ac:chgData name="鈴木 秀規" userId="f68c5fd9-22d5-4c0a-9833-7fb0f5135313" providerId="ADAL" clId="{BE39BC92-915D-4BE9-AEA4-43CFA5564052}" dt="2021-01-28T04:46:27.080" v="1429" actId="1076"/>
          <ac:graphicFrameMkLst>
            <pc:docMk/>
            <pc:sldMk cId="449625136" sldId="379"/>
            <ac:graphicFrameMk id="8" creationId="{356FF9CD-B1B8-4CAE-85F0-424105CA5266}"/>
          </ac:graphicFrameMkLst>
        </pc:graphicFrameChg>
      </pc:sldChg>
      <pc:sldChg chg="del">
        <pc:chgData name="鈴木 秀規" userId="f68c5fd9-22d5-4c0a-9833-7fb0f5135313" providerId="ADAL" clId="{BE39BC92-915D-4BE9-AEA4-43CFA5564052}" dt="2021-01-28T02:07:53.316" v="9" actId="2696"/>
        <pc:sldMkLst>
          <pc:docMk/>
          <pc:sldMk cId="4159378562" sldId="379"/>
        </pc:sldMkLst>
      </pc:sldChg>
      <pc:sldChg chg="addSp modSp new mod modClrScheme chgLayout">
        <pc:chgData name="鈴木 秀規" userId="f68c5fd9-22d5-4c0a-9833-7fb0f5135313" providerId="ADAL" clId="{BE39BC92-915D-4BE9-AEA4-43CFA5564052}" dt="2021-01-28T04:48:00.821" v="1456" actId="207"/>
        <pc:sldMkLst>
          <pc:docMk/>
          <pc:sldMk cId="1911761034" sldId="380"/>
        </pc:sldMkLst>
        <pc:spChg chg="mod ord">
          <ac:chgData name="鈴木 秀規" userId="f68c5fd9-22d5-4c0a-9833-7fb0f5135313" providerId="ADAL" clId="{BE39BC92-915D-4BE9-AEA4-43CFA5564052}" dt="2021-01-28T04:47:20.854" v="1439" actId="700"/>
          <ac:spMkLst>
            <pc:docMk/>
            <pc:sldMk cId="1911761034" sldId="380"/>
            <ac:spMk id="2" creationId="{78E8D6A0-DB0C-4C22-837A-F24B180D3594}"/>
          </ac:spMkLst>
        </pc:spChg>
        <pc:spChg chg="mod ord">
          <ac:chgData name="鈴木 秀規" userId="f68c5fd9-22d5-4c0a-9833-7fb0f5135313" providerId="ADAL" clId="{BE39BC92-915D-4BE9-AEA4-43CFA5564052}" dt="2021-01-28T04:47:20.854" v="1439" actId="700"/>
          <ac:spMkLst>
            <pc:docMk/>
            <pc:sldMk cId="1911761034" sldId="380"/>
            <ac:spMk id="3" creationId="{1677D9CC-C96D-4EC5-9CAF-1D23C4A74CAC}"/>
          </ac:spMkLst>
        </pc:spChg>
        <pc:spChg chg="mod ord">
          <ac:chgData name="鈴木 秀規" userId="f68c5fd9-22d5-4c0a-9833-7fb0f5135313" providerId="ADAL" clId="{BE39BC92-915D-4BE9-AEA4-43CFA5564052}" dt="2021-01-28T04:47:20.854" v="1439" actId="700"/>
          <ac:spMkLst>
            <pc:docMk/>
            <pc:sldMk cId="1911761034" sldId="380"/>
            <ac:spMk id="4" creationId="{77559BE6-10B7-41C4-B3DE-D23B901449A0}"/>
          </ac:spMkLst>
        </pc:spChg>
        <pc:spChg chg="add mod ord">
          <ac:chgData name="鈴木 秀規" userId="f68c5fd9-22d5-4c0a-9833-7fb0f5135313" providerId="ADAL" clId="{BE39BC92-915D-4BE9-AEA4-43CFA5564052}" dt="2021-01-28T04:48:00.821" v="1456" actId="207"/>
          <ac:spMkLst>
            <pc:docMk/>
            <pc:sldMk cId="1911761034" sldId="380"/>
            <ac:spMk id="5" creationId="{B9147090-D778-4370-9F20-03AC80ADDE74}"/>
          </ac:spMkLst>
        </pc:spChg>
      </pc:sldChg>
      <pc:sldChg chg="del">
        <pc:chgData name="鈴木 秀規" userId="f68c5fd9-22d5-4c0a-9833-7fb0f5135313" providerId="ADAL" clId="{BE39BC92-915D-4BE9-AEA4-43CFA5564052}" dt="2021-01-28T02:07:53.316" v="9" actId="2696"/>
        <pc:sldMkLst>
          <pc:docMk/>
          <pc:sldMk cId="2745502941" sldId="380"/>
        </pc:sldMkLst>
      </pc:sldChg>
      <pc:sldChg chg="del">
        <pc:chgData name="鈴木 秀規" userId="f68c5fd9-22d5-4c0a-9833-7fb0f5135313" providerId="ADAL" clId="{BE39BC92-915D-4BE9-AEA4-43CFA5564052}" dt="2021-01-28T02:07:53.316" v="9" actId="2696"/>
        <pc:sldMkLst>
          <pc:docMk/>
          <pc:sldMk cId="301528646" sldId="381"/>
        </pc:sldMkLst>
      </pc:sldChg>
      <pc:sldChg chg="modSp new mod">
        <pc:chgData name="鈴木 秀規" userId="f68c5fd9-22d5-4c0a-9833-7fb0f5135313" providerId="ADAL" clId="{BE39BC92-915D-4BE9-AEA4-43CFA5564052}" dt="2021-01-28T04:49:32.770" v="1479" actId="207"/>
        <pc:sldMkLst>
          <pc:docMk/>
          <pc:sldMk cId="2111497926" sldId="381"/>
        </pc:sldMkLst>
        <pc:spChg chg="mod">
          <ac:chgData name="鈴木 秀規" userId="f68c5fd9-22d5-4c0a-9833-7fb0f5135313" providerId="ADAL" clId="{BE39BC92-915D-4BE9-AEA4-43CFA5564052}" dt="2021-01-28T04:48:32.954" v="1458"/>
          <ac:spMkLst>
            <pc:docMk/>
            <pc:sldMk cId="2111497926" sldId="381"/>
            <ac:spMk id="3" creationId="{A606E178-846D-4A22-AF83-37B3AE1BDFFF}"/>
          </ac:spMkLst>
        </pc:spChg>
        <pc:spChg chg="mod">
          <ac:chgData name="鈴木 秀規" userId="f68c5fd9-22d5-4c0a-9833-7fb0f5135313" providerId="ADAL" clId="{BE39BC92-915D-4BE9-AEA4-43CFA5564052}" dt="2021-01-28T04:49:32.770" v="1479" actId="207"/>
          <ac:spMkLst>
            <pc:docMk/>
            <pc:sldMk cId="2111497926" sldId="381"/>
            <ac:spMk id="5" creationId="{97FF8E1B-6515-4505-A6A5-65F15F62F25E}"/>
          </ac:spMkLst>
        </pc:spChg>
      </pc:sldChg>
      <pc:sldChg chg="new del">
        <pc:chgData name="鈴木 秀規" userId="f68c5fd9-22d5-4c0a-9833-7fb0f5135313" providerId="ADAL" clId="{BE39BC92-915D-4BE9-AEA4-43CFA5564052}" dt="2021-01-28T04:49:57.117" v="1481" actId="2696"/>
        <pc:sldMkLst>
          <pc:docMk/>
          <pc:sldMk cId="3242223749" sldId="382"/>
        </pc:sldMkLst>
      </pc:sldChg>
      <pc:sldChg chg="del">
        <pc:chgData name="鈴木 秀規" userId="f68c5fd9-22d5-4c0a-9833-7fb0f5135313" providerId="ADAL" clId="{BE39BC92-915D-4BE9-AEA4-43CFA5564052}" dt="2021-01-28T02:07:53.316" v="9" actId="2696"/>
        <pc:sldMkLst>
          <pc:docMk/>
          <pc:sldMk cId="3737758823" sldId="382"/>
        </pc:sldMkLst>
      </pc:sldChg>
      <pc:sldChg chg="del">
        <pc:chgData name="鈴木 秀規" userId="f68c5fd9-22d5-4c0a-9833-7fb0f5135313" providerId="ADAL" clId="{BE39BC92-915D-4BE9-AEA4-43CFA5564052}" dt="2021-01-28T02:07:53.316" v="9" actId="2696"/>
        <pc:sldMkLst>
          <pc:docMk/>
          <pc:sldMk cId="1383500861" sldId="383"/>
        </pc:sldMkLst>
      </pc:sldChg>
      <pc:sldChg chg="del">
        <pc:chgData name="鈴木 秀規" userId="f68c5fd9-22d5-4c0a-9833-7fb0f5135313" providerId="ADAL" clId="{BE39BC92-915D-4BE9-AEA4-43CFA5564052}" dt="2021-01-28T02:07:53.316" v="9" actId="2696"/>
        <pc:sldMkLst>
          <pc:docMk/>
          <pc:sldMk cId="1710849802" sldId="384"/>
        </pc:sldMkLst>
      </pc:sldChg>
      <pc:sldChg chg="del">
        <pc:chgData name="鈴木 秀規" userId="f68c5fd9-22d5-4c0a-9833-7fb0f5135313" providerId="ADAL" clId="{BE39BC92-915D-4BE9-AEA4-43CFA5564052}" dt="2021-01-28T02:07:53.316" v="9" actId="2696"/>
        <pc:sldMkLst>
          <pc:docMk/>
          <pc:sldMk cId="3198427957" sldId="385"/>
        </pc:sldMkLst>
      </pc:sldChg>
      <pc:sldChg chg="del">
        <pc:chgData name="鈴木 秀規" userId="f68c5fd9-22d5-4c0a-9833-7fb0f5135313" providerId="ADAL" clId="{BE39BC92-915D-4BE9-AEA4-43CFA5564052}" dt="2021-01-28T02:07:53.316" v="9" actId="2696"/>
        <pc:sldMkLst>
          <pc:docMk/>
          <pc:sldMk cId="2401145918" sldId="386"/>
        </pc:sldMkLst>
      </pc:sldChg>
      <pc:sldChg chg="del">
        <pc:chgData name="鈴木 秀規" userId="f68c5fd9-22d5-4c0a-9833-7fb0f5135313" providerId="ADAL" clId="{BE39BC92-915D-4BE9-AEA4-43CFA5564052}" dt="2021-01-28T02:07:53.316" v="9" actId="2696"/>
        <pc:sldMkLst>
          <pc:docMk/>
          <pc:sldMk cId="3730994383" sldId="387"/>
        </pc:sldMkLst>
      </pc:sldChg>
      <pc:sldChg chg="del">
        <pc:chgData name="鈴木 秀規" userId="f68c5fd9-22d5-4c0a-9833-7fb0f5135313" providerId="ADAL" clId="{BE39BC92-915D-4BE9-AEA4-43CFA5564052}" dt="2021-01-28T02:07:53.316" v="9" actId="2696"/>
        <pc:sldMkLst>
          <pc:docMk/>
          <pc:sldMk cId="218868488" sldId="388"/>
        </pc:sldMkLst>
      </pc:sldChg>
      <pc:sldChg chg="del">
        <pc:chgData name="鈴木 秀規" userId="f68c5fd9-22d5-4c0a-9833-7fb0f5135313" providerId="ADAL" clId="{BE39BC92-915D-4BE9-AEA4-43CFA5564052}" dt="2021-01-28T02:07:53.316" v="9" actId="2696"/>
        <pc:sldMkLst>
          <pc:docMk/>
          <pc:sldMk cId="2271233834" sldId="389"/>
        </pc:sldMkLst>
      </pc:sldChg>
      <pc:sldChg chg="del">
        <pc:chgData name="鈴木 秀規" userId="f68c5fd9-22d5-4c0a-9833-7fb0f5135313" providerId="ADAL" clId="{BE39BC92-915D-4BE9-AEA4-43CFA5564052}" dt="2021-01-28T02:07:53.316" v="9" actId="2696"/>
        <pc:sldMkLst>
          <pc:docMk/>
          <pc:sldMk cId="613103497" sldId="390"/>
        </pc:sldMkLst>
      </pc:sldChg>
      <pc:sldChg chg="del">
        <pc:chgData name="鈴木 秀規" userId="f68c5fd9-22d5-4c0a-9833-7fb0f5135313" providerId="ADAL" clId="{BE39BC92-915D-4BE9-AEA4-43CFA5564052}" dt="2021-01-28T02:07:53.316" v="9" actId="2696"/>
        <pc:sldMkLst>
          <pc:docMk/>
          <pc:sldMk cId="2862026351" sldId="391"/>
        </pc:sldMkLst>
      </pc:sldChg>
      <pc:sldChg chg="del">
        <pc:chgData name="鈴木 秀規" userId="f68c5fd9-22d5-4c0a-9833-7fb0f5135313" providerId="ADAL" clId="{BE39BC92-915D-4BE9-AEA4-43CFA5564052}" dt="2021-01-28T02:07:53.316" v="9" actId="2696"/>
        <pc:sldMkLst>
          <pc:docMk/>
          <pc:sldMk cId="539211239" sldId="392"/>
        </pc:sldMkLst>
      </pc:sldChg>
      <pc:sldChg chg="del">
        <pc:chgData name="鈴木 秀規" userId="f68c5fd9-22d5-4c0a-9833-7fb0f5135313" providerId="ADAL" clId="{BE39BC92-915D-4BE9-AEA4-43CFA5564052}" dt="2021-01-28T02:07:53.316" v="9" actId="2696"/>
        <pc:sldMkLst>
          <pc:docMk/>
          <pc:sldMk cId="382950322" sldId="393"/>
        </pc:sldMkLst>
      </pc:sldChg>
      <pc:sldChg chg="del">
        <pc:chgData name="鈴木 秀規" userId="f68c5fd9-22d5-4c0a-9833-7fb0f5135313" providerId="ADAL" clId="{BE39BC92-915D-4BE9-AEA4-43CFA5564052}" dt="2021-01-28T02:07:53.316" v="9" actId="2696"/>
        <pc:sldMkLst>
          <pc:docMk/>
          <pc:sldMk cId="2892649949" sldId="394"/>
        </pc:sldMkLst>
      </pc:sldChg>
      <pc:sldChg chg="del">
        <pc:chgData name="鈴木 秀規" userId="f68c5fd9-22d5-4c0a-9833-7fb0f5135313" providerId="ADAL" clId="{BE39BC92-915D-4BE9-AEA4-43CFA5564052}" dt="2021-01-28T02:07:53.316" v="9" actId="2696"/>
        <pc:sldMkLst>
          <pc:docMk/>
          <pc:sldMk cId="3667572454" sldId="395"/>
        </pc:sldMkLst>
      </pc:sldChg>
      <pc:sldChg chg="del">
        <pc:chgData name="鈴木 秀規" userId="f68c5fd9-22d5-4c0a-9833-7fb0f5135313" providerId="ADAL" clId="{BE39BC92-915D-4BE9-AEA4-43CFA5564052}" dt="2021-01-28T02:07:53.316" v="9" actId="2696"/>
        <pc:sldMkLst>
          <pc:docMk/>
          <pc:sldMk cId="3508846154" sldId="396"/>
        </pc:sldMkLst>
      </pc:sldChg>
      <pc:sldChg chg="del">
        <pc:chgData name="鈴木 秀規" userId="f68c5fd9-22d5-4c0a-9833-7fb0f5135313" providerId="ADAL" clId="{BE39BC92-915D-4BE9-AEA4-43CFA5564052}" dt="2021-01-28T02:07:53.316" v="9" actId="2696"/>
        <pc:sldMkLst>
          <pc:docMk/>
          <pc:sldMk cId="2748557657" sldId="397"/>
        </pc:sldMkLst>
      </pc:sldChg>
      <pc:sldChg chg="del">
        <pc:chgData name="鈴木 秀規" userId="f68c5fd9-22d5-4c0a-9833-7fb0f5135313" providerId="ADAL" clId="{BE39BC92-915D-4BE9-AEA4-43CFA5564052}" dt="2021-01-28T02:07:53.316" v="9" actId="2696"/>
        <pc:sldMkLst>
          <pc:docMk/>
          <pc:sldMk cId="2605664090" sldId="398"/>
        </pc:sldMkLst>
      </pc:sldChg>
      <pc:sldChg chg="del">
        <pc:chgData name="鈴木 秀規" userId="f68c5fd9-22d5-4c0a-9833-7fb0f5135313" providerId="ADAL" clId="{BE39BC92-915D-4BE9-AEA4-43CFA5564052}" dt="2021-01-28T02:07:53.316" v="9" actId="2696"/>
        <pc:sldMkLst>
          <pc:docMk/>
          <pc:sldMk cId="4011058669" sldId="399"/>
        </pc:sldMkLst>
      </pc:sldChg>
    </pc:docChg>
  </pc:docChgLst>
  <pc:docChgLst>
    <pc:chgData name="鈴木 秀規" userId="f68c5fd9-22d5-4c0a-9833-7fb0f5135313" providerId="ADAL" clId="{C48D08EA-87AE-42E8-BBEE-EAFFD27F622E}"/>
    <pc:docChg chg="undo custSel addSld delSld modSld">
      <pc:chgData name="鈴木 秀規" userId="f68c5fd9-22d5-4c0a-9833-7fb0f5135313" providerId="ADAL" clId="{C48D08EA-87AE-42E8-BBEE-EAFFD27F622E}" dt="2021-01-29T02:13:33.664" v="359" actId="403"/>
      <pc:docMkLst>
        <pc:docMk/>
      </pc:docMkLst>
      <pc:sldChg chg="modSp mod">
        <pc:chgData name="鈴木 秀規" userId="f68c5fd9-22d5-4c0a-9833-7fb0f5135313" providerId="ADAL" clId="{C48D08EA-87AE-42E8-BBEE-EAFFD27F622E}" dt="2021-01-29T01:42:00.706" v="19" actId="20577"/>
        <pc:sldMkLst>
          <pc:docMk/>
          <pc:sldMk cId="0" sldId="256"/>
        </pc:sldMkLst>
        <pc:spChg chg="mod">
          <ac:chgData name="鈴木 秀規" userId="f68c5fd9-22d5-4c0a-9833-7fb0f5135313" providerId="ADAL" clId="{C48D08EA-87AE-42E8-BBEE-EAFFD27F622E}" dt="2021-01-29T01:42:00.706" v="19" actId="20577"/>
          <ac:spMkLst>
            <pc:docMk/>
            <pc:sldMk cId="0" sldId="256"/>
            <ac:spMk id="56" creationId="{00000000-0000-0000-0000-000000000000}"/>
          </ac:spMkLst>
        </pc:spChg>
      </pc:sldChg>
      <pc:sldChg chg="addSp delSp modSp mod">
        <pc:chgData name="鈴木 秀規" userId="f68c5fd9-22d5-4c0a-9833-7fb0f5135313" providerId="ADAL" clId="{C48D08EA-87AE-42E8-BBEE-EAFFD27F622E}" dt="2021-01-29T01:44:30.942" v="40" actId="12"/>
        <pc:sldMkLst>
          <pc:docMk/>
          <pc:sldMk cId="2397736379" sldId="363"/>
        </pc:sldMkLst>
        <pc:spChg chg="mod">
          <ac:chgData name="鈴木 秀規" userId="f68c5fd9-22d5-4c0a-9833-7fb0f5135313" providerId="ADAL" clId="{C48D08EA-87AE-42E8-BBEE-EAFFD27F622E}" dt="2021-01-29T01:42:36.385" v="21"/>
          <ac:spMkLst>
            <pc:docMk/>
            <pc:sldMk cId="2397736379" sldId="363"/>
            <ac:spMk id="7" creationId="{9630AD22-E64D-4A96-B059-2AF9F6580C25}"/>
          </ac:spMkLst>
        </pc:spChg>
        <pc:spChg chg="mod">
          <ac:chgData name="鈴木 秀規" userId="f68c5fd9-22d5-4c0a-9833-7fb0f5135313" providerId="ADAL" clId="{C48D08EA-87AE-42E8-BBEE-EAFFD27F622E}" dt="2021-01-29T01:43:13.936" v="32" actId="12"/>
          <ac:spMkLst>
            <pc:docMk/>
            <pc:sldMk cId="2397736379" sldId="363"/>
            <ac:spMk id="8" creationId="{787CF02A-01AB-4517-BA3E-25572FA82648}"/>
          </ac:spMkLst>
        </pc:spChg>
        <pc:spChg chg="del">
          <ac:chgData name="鈴木 秀規" userId="f68c5fd9-22d5-4c0a-9833-7fb0f5135313" providerId="ADAL" clId="{C48D08EA-87AE-42E8-BBEE-EAFFD27F622E}" dt="2021-01-29T01:42:40.720" v="22" actId="478"/>
          <ac:spMkLst>
            <pc:docMk/>
            <pc:sldMk cId="2397736379" sldId="363"/>
            <ac:spMk id="10" creationId="{911442F2-F4B8-4099-A8A6-599A6EDD893E}"/>
          </ac:spMkLst>
        </pc:spChg>
        <pc:spChg chg="del">
          <ac:chgData name="鈴木 秀規" userId="f68c5fd9-22d5-4c0a-9833-7fb0f5135313" providerId="ADAL" clId="{C48D08EA-87AE-42E8-BBEE-EAFFD27F622E}" dt="2021-01-29T01:42:40.720" v="22" actId="478"/>
          <ac:spMkLst>
            <pc:docMk/>
            <pc:sldMk cId="2397736379" sldId="363"/>
            <ac:spMk id="13" creationId="{23E592F8-E3F8-4B51-85D4-196586C25C17}"/>
          </ac:spMkLst>
        </pc:spChg>
        <pc:spChg chg="del">
          <ac:chgData name="鈴木 秀規" userId="f68c5fd9-22d5-4c0a-9833-7fb0f5135313" providerId="ADAL" clId="{C48D08EA-87AE-42E8-BBEE-EAFFD27F622E}" dt="2021-01-29T01:42:40.720" v="22" actId="478"/>
          <ac:spMkLst>
            <pc:docMk/>
            <pc:sldMk cId="2397736379" sldId="363"/>
            <ac:spMk id="15" creationId="{E93D3E84-AF14-45FD-A18C-1157A824A4F2}"/>
          </ac:spMkLst>
        </pc:spChg>
        <pc:spChg chg="del">
          <ac:chgData name="鈴木 秀規" userId="f68c5fd9-22d5-4c0a-9833-7fb0f5135313" providerId="ADAL" clId="{C48D08EA-87AE-42E8-BBEE-EAFFD27F622E}" dt="2021-01-29T01:42:40.720" v="22" actId="478"/>
          <ac:spMkLst>
            <pc:docMk/>
            <pc:sldMk cId="2397736379" sldId="363"/>
            <ac:spMk id="16" creationId="{72D53803-E65D-438C-ADC1-E600E85FFC40}"/>
          </ac:spMkLst>
        </pc:spChg>
        <pc:spChg chg="del">
          <ac:chgData name="鈴木 秀規" userId="f68c5fd9-22d5-4c0a-9833-7fb0f5135313" providerId="ADAL" clId="{C48D08EA-87AE-42E8-BBEE-EAFFD27F622E}" dt="2021-01-29T01:42:40.720" v="22" actId="478"/>
          <ac:spMkLst>
            <pc:docMk/>
            <pc:sldMk cId="2397736379" sldId="363"/>
            <ac:spMk id="17" creationId="{E68CE154-3E64-4D25-BE5B-BDCDB382FBBC}"/>
          </ac:spMkLst>
        </pc:spChg>
        <pc:spChg chg="del">
          <ac:chgData name="鈴木 秀規" userId="f68c5fd9-22d5-4c0a-9833-7fb0f5135313" providerId="ADAL" clId="{C48D08EA-87AE-42E8-BBEE-EAFFD27F622E}" dt="2021-01-29T01:42:40.720" v="22" actId="478"/>
          <ac:spMkLst>
            <pc:docMk/>
            <pc:sldMk cId="2397736379" sldId="363"/>
            <ac:spMk id="18" creationId="{8A195237-21F3-4DFB-95FE-39AC02A46D75}"/>
          </ac:spMkLst>
        </pc:spChg>
        <pc:spChg chg="del">
          <ac:chgData name="鈴木 秀規" userId="f68c5fd9-22d5-4c0a-9833-7fb0f5135313" providerId="ADAL" clId="{C48D08EA-87AE-42E8-BBEE-EAFFD27F622E}" dt="2021-01-29T01:42:40.720" v="22" actId="478"/>
          <ac:spMkLst>
            <pc:docMk/>
            <pc:sldMk cId="2397736379" sldId="363"/>
            <ac:spMk id="20" creationId="{D20D5368-51BF-4D9C-9BF0-657E18487D90}"/>
          </ac:spMkLst>
        </pc:spChg>
        <pc:spChg chg="del">
          <ac:chgData name="鈴木 秀規" userId="f68c5fd9-22d5-4c0a-9833-7fb0f5135313" providerId="ADAL" clId="{C48D08EA-87AE-42E8-BBEE-EAFFD27F622E}" dt="2021-01-29T01:42:40.720" v="22" actId="478"/>
          <ac:spMkLst>
            <pc:docMk/>
            <pc:sldMk cId="2397736379" sldId="363"/>
            <ac:spMk id="21" creationId="{D2C1CCFA-0795-496F-B2DD-3DADD560165B}"/>
          </ac:spMkLst>
        </pc:spChg>
        <pc:spChg chg="add mod">
          <ac:chgData name="鈴木 秀規" userId="f68c5fd9-22d5-4c0a-9833-7fb0f5135313" providerId="ADAL" clId="{C48D08EA-87AE-42E8-BBEE-EAFFD27F622E}" dt="2021-01-29T01:44:18.993" v="38" actId="1076"/>
          <ac:spMkLst>
            <pc:docMk/>
            <pc:sldMk cId="2397736379" sldId="363"/>
            <ac:spMk id="25" creationId="{6F73D290-1A37-4666-AE4E-056CFDBF2963}"/>
          </ac:spMkLst>
        </pc:spChg>
        <pc:spChg chg="add mod">
          <ac:chgData name="鈴木 秀規" userId="f68c5fd9-22d5-4c0a-9833-7fb0f5135313" providerId="ADAL" clId="{C48D08EA-87AE-42E8-BBEE-EAFFD27F622E}" dt="2021-01-29T01:44:30.942" v="40" actId="12"/>
          <ac:spMkLst>
            <pc:docMk/>
            <pc:sldMk cId="2397736379" sldId="363"/>
            <ac:spMk id="26" creationId="{D8B69E42-1911-4122-BBB0-EB93A222E3E7}"/>
          </ac:spMkLst>
        </pc:spChg>
        <pc:picChg chg="del">
          <ac:chgData name="鈴木 秀規" userId="f68c5fd9-22d5-4c0a-9833-7fb0f5135313" providerId="ADAL" clId="{C48D08EA-87AE-42E8-BBEE-EAFFD27F622E}" dt="2021-01-29T01:42:40.720" v="22" actId="478"/>
          <ac:picMkLst>
            <pc:docMk/>
            <pc:sldMk cId="2397736379" sldId="363"/>
            <ac:picMk id="11" creationId="{D2DDAA77-A5AC-429F-86FF-4F0146721908}"/>
          </ac:picMkLst>
        </pc:picChg>
        <pc:picChg chg="del">
          <ac:chgData name="鈴木 秀規" userId="f68c5fd9-22d5-4c0a-9833-7fb0f5135313" providerId="ADAL" clId="{C48D08EA-87AE-42E8-BBEE-EAFFD27F622E}" dt="2021-01-29T01:42:40.720" v="22" actId="478"/>
          <ac:picMkLst>
            <pc:docMk/>
            <pc:sldMk cId="2397736379" sldId="363"/>
            <ac:picMk id="12" creationId="{2199B8D1-CAE6-4898-BB1D-07D67193F2D1}"/>
          </ac:picMkLst>
        </pc:picChg>
        <pc:picChg chg="del">
          <ac:chgData name="鈴木 秀規" userId="f68c5fd9-22d5-4c0a-9833-7fb0f5135313" providerId="ADAL" clId="{C48D08EA-87AE-42E8-BBEE-EAFFD27F622E}" dt="2021-01-29T01:42:40.720" v="22" actId="478"/>
          <ac:picMkLst>
            <pc:docMk/>
            <pc:sldMk cId="2397736379" sldId="363"/>
            <ac:picMk id="14" creationId="{7BDAE766-1B33-4F9F-A358-B6E02E845A73}"/>
          </ac:picMkLst>
        </pc:picChg>
        <pc:picChg chg="add mod">
          <ac:chgData name="鈴木 秀規" userId="f68c5fd9-22d5-4c0a-9833-7fb0f5135313" providerId="ADAL" clId="{C48D08EA-87AE-42E8-BBEE-EAFFD27F622E}" dt="2021-01-29T01:44:18.993" v="38" actId="1076"/>
          <ac:picMkLst>
            <pc:docMk/>
            <pc:sldMk cId="2397736379" sldId="363"/>
            <ac:picMk id="22" creationId="{EBCFE6B6-3674-4542-897A-054F57AF9940}"/>
          </ac:picMkLst>
        </pc:picChg>
        <pc:picChg chg="add mod">
          <ac:chgData name="鈴木 秀規" userId="f68c5fd9-22d5-4c0a-9833-7fb0f5135313" providerId="ADAL" clId="{C48D08EA-87AE-42E8-BBEE-EAFFD27F622E}" dt="2021-01-29T01:44:18.993" v="38" actId="1076"/>
          <ac:picMkLst>
            <pc:docMk/>
            <pc:sldMk cId="2397736379" sldId="363"/>
            <ac:picMk id="23" creationId="{50430609-0E30-4E04-A0AB-4BEFD5706BAC}"/>
          </ac:picMkLst>
        </pc:picChg>
        <pc:cxnChg chg="del mod">
          <ac:chgData name="鈴木 秀規" userId="f68c5fd9-22d5-4c0a-9833-7fb0f5135313" providerId="ADAL" clId="{C48D08EA-87AE-42E8-BBEE-EAFFD27F622E}" dt="2021-01-29T01:42:40.720" v="22" actId="478"/>
          <ac:cxnSpMkLst>
            <pc:docMk/>
            <pc:sldMk cId="2397736379" sldId="363"/>
            <ac:cxnSpMk id="19" creationId="{16079599-50A7-49A6-83C1-B3323B66C70B}"/>
          </ac:cxnSpMkLst>
        </pc:cxnChg>
        <pc:cxnChg chg="add mod">
          <ac:chgData name="鈴木 秀規" userId="f68c5fd9-22d5-4c0a-9833-7fb0f5135313" providerId="ADAL" clId="{C48D08EA-87AE-42E8-BBEE-EAFFD27F622E}" dt="2021-01-29T01:44:18.993" v="38" actId="1076"/>
          <ac:cxnSpMkLst>
            <pc:docMk/>
            <pc:sldMk cId="2397736379" sldId="363"/>
            <ac:cxnSpMk id="24" creationId="{2971CE02-4FF4-45F7-8B9C-E59D75CEAF1D}"/>
          </ac:cxnSpMkLst>
        </pc:cxnChg>
      </pc:sldChg>
      <pc:sldChg chg="addSp modSp new mod">
        <pc:chgData name="鈴木 秀規" userId="f68c5fd9-22d5-4c0a-9833-7fb0f5135313" providerId="ADAL" clId="{C48D08EA-87AE-42E8-BBEE-EAFFD27F622E}" dt="2021-01-29T01:48:10.263" v="72" actId="207"/>
        <pc:sldMkLst>
          <pc:docMk/>
          <pc:sldMk cId="1491796703" sldId="364"/>
        </pc:sldMkLst>
        <pc:spChg chg="mod">
          <ac:chgData name="鈴木 秀規" userId="f68c5fd9-22d5-4c0a-9833-7fb0f5135313" providerId="ADAL" clId="{C48D08EA-87AE-42E8-BBEE-EAFFD27F622E}" dt="2021-01-29T01:44:44.348" v="42"/>
          <ac:spMkLst>
            <pc:docMk/>
            <pc:sldMk cId="1491796703" sldId="364"/>
            <ac:spMk id="3" creationId="{7792D0C0-CA82-473E-95FC-0F27B3EAC620}"/>
          </ac:spMkLst>
        </pc:spChg>
        <pc:spChg chg="mod">
          <ac:chgData name="鈴木 秀規" userId="f68c5fd9-22d5-4c0a-9833-7fb0f5135313" providerId="ADAL" clId="{C48D08EA-87AE-42E8-BBEE-EAFFD27F622E}" dt="2021-01-29T01:45:07.217" v="46" actId="14100"/>
          <ac:spMkLst>
            <pc:docMk/>
            <pc:sldMk cId="1491796703" sldId="364"/>
            <ac:spMk id="5" creationId="{0E555CD9-10A0-4852-932D-CCBC906DD192}"/>
          </ac:spMkLst>
        </pc:spChg>
        <pc:spChg chg="add mod">
          <ac:chgData name="鈴木 秀規" userId="f68c5fd9-22d5-4c0a-9833-7fb0f5135313" providerId="ADAL" clId="{C48D08EA-87AE-42E8-BBEE-EAFFD27F622E}" dt="2021-01-29T01:46:03.669" v="59" actId="14100"/>
          <ac:spMkLst>
            <pc:docMk/>
            <pc:sldMk cId="1491796703" sldId="364"/>
            <ac:spMk id="7" creationId="{131FE02A-70CC-40DF-9182-018F6982F20F}"/>
          </ac:spMkLst>
        </pc:spChg>
        <pc:spChg chg="add mod">
          <ac:chgData name="鈴木 秀規" userId="f68c5fd9-22d5-4c0a-9833-7fb0f5135313" providerId="ADAL" clId="{C48D08EA-87AE-42E8-BBEE-EAFFD27F622E}" dt="2021-01-29T01:48:10.263" v="72" actId="207"/>
          <ac:spMkLst>
            <pc:docMk/>
            <pc:sldMk cId="1491796703" sldId="364"/>
            <ac:spMk id="8" creationId="{48831A36-9810-407D-ADD4-926B54DA7678}"/>
          </ac:spMkLst>
        </pc:spChg>
        <pc:graphicFrameChg chg="add mod modGraphic">
          <ac:chgData name="鈴木 秀規" userId="f68c5fd9-22d5-4c0a-9833-7fb0f5135313" providerId="ADAL" clId="{C48D08EA-87AE-42E8-BBEE-EAFFD27F622E}" dt="2021-01-29T01:45:55.199" v="56" actId="12385"/>
          <ac:graphicFrameMkLst>
            <pc:docMk/>
            <pc:sldMk cId="1491796703" sldId="364"/>
            <ac:graphicFrameMk id="6" creationId="{DDCE8367-7279-4C22-95C0-573968E8B81E}"/>
          </ac:graphicFrameMkLst>
        </pc:graphicFrameChg>
      </pc:sldChg>
      <pc:sldChg chg="del">
        <pc:chgData name="鈴木 秀規" userId="f68c5fd9-22d5-4c0a-9833-7fb0f5135313" providerId="ADAL" clId="{C48D08EA-87AE-42E8-BBEE-EAFFD27F622E}" dt="2021-01-29T01:42:20.133" v="20" actId="2696"/>
        <pc:sldMkLst>
          <pc:docMk/>
          <pc:sldMk cId="3552865651" sldId="364"/>
        </pc:sldMkLst>
      </pc:sldChg>
      <pc:sldChg chg="del">
        <pc:chgData name="鈴木 秀規" userId="f68c5fd9-22d5-4c0a-9833-7fb0f5135313" providerId="ADAL" clId="{C48D08EA-87AE-42E8-BBEE-EAFFD27F622E}" dt="2021-01-29T01:42:20.133" v="20" actId="2696"/>
        <pc:sldMkLst>
          <pc:docMk/>
          <pc:sldMk cId="478947157" sldId="365"/>
        </pc:sldMkLst>
      </pc:sldChg>
      <pc:sldChg chg="addSp modSp new mod">
        <pc:chgData name="鈴木 秀規" userId="f68c5fd9-22d5-4c0a-9833-7fb0f5135313" providerId="ADAL" clId="{C48D08EA-87AE-42E8-BBEE-EAFFD27F622E}" dt="2021-01-29T01:51:01.956" v="111" actId="207"/>
        <pc:sldMkLst>
          <pc:docMk/>
          <pc:sldMk cId="2862888682" sldId="365"/>
        </pc:sldMkLst>
        <pc:spChg chg="mod">
          <ac:chgData name="鈴木 秀規" userId="f68c5fd9-22d5-4c0a-9833-7fb0f5135313" providerId="ADAL" clId="{C48D08EA-87AE-42E8-BBEE-EAFFD27F622E}" dt="2021-01-29T01:48:22.105" v="74"/>
          <ac:spMkLst>
            <pc:docMk/>
            <pc:sldMk cId="2862888682" sldId="365"/>
            <ac:spMk id="3" creationId="{1360C785-92EB-490D-A206-5FE9C8C4ACBF}"/>
          </ac:spMkLst>
        </pc:spChg>
        <pc:spChg chg="mod">
          <ac:chgData name="鈴木 秀規" userId="f68c5fd9-22d5-4c0a-9833-7fb0f5135313" providerId="ADAL" clId="{C48D08EA-87AE-42E8-BBEE-EAFFD27F622E}" dt="2021-01-29T01:48:43.788" v="78" actId="14100"/>
          <ac:spMkLst>
            <pc:docMk/>
            <pc:sldMk cId="2862888682" sldId="365"/>
            <ac:spMk id="5" creationId="{E2A04A57-AF9A-4B40-94FD-2A99CAF0FF6A}"/>
          </ac:spMkLst>
        </pc:spChg>
        <pc:spChg chg="add mod">
          <ac:chgData name="鈴木 秀規" userId="f68c5fd9-22d5-4c0a-9833-7fb0f5135313" providerId="ADAL" clId="{C48D08EA-87AE-42E8-BBEE-EAFFD27F622E}" dt="2021-01-29T01:51:01.956" v="111" actId="207"/>
          <ac:spMkLst>
            <pc:docMk/>
            <pc:sldMk cId="2862888682" sldId="365"/>
            <ac:spMk id="6" creationId="{52355757-E974-491E-8854-A7999A0DC253}"/>
          </ac:spMkLst>
        </pc:spChg>
      </pc:sldChg>
      <pc:sldChg chg="modSp add mod">
        <pc:chgData name="鈴木 秀規" userId="f68c5fd9-22d5-4c0a-9833-7fb0f5135313" providerId="ADAL" clId="{C48D08EA-87AE-42E8-BBEE-EAFFD27F622E}" dt="2021-01-29T01:51:55.876" v="116" actId="14100"/>
        <pc:sldMkLst>
          <pc:docMk/>
          <pc:sldMk cId="805013935" sldId="366"/>
        </pc:sldMkLst>
        <pc:spChg chg="mod">
          <ac:chgData name="鈴木 秀規" userId="f68c5fd9-22d5-4c0a-9833-7fb0f5135313" providerId="ADAL" clId="{C48D08EA-87AE-42E8-BBEE-EAFFD27F622E}" dt="2021-01-29T01:51:55.876" v="116" actId="14100"/>
          <ac:spMkLst>
            <pc:docMk/>
            <pc:sldMk cId="805013935" sldId="366"/>
            <ac:spMk id="6" creationId="{52355757-E974-491E-8854-A7999A0DC253}"/>
          </ac:spMkLst>
        </pc:spChg>
      </pc:sldChg>
      <pc:sldChg chg="del">
        <pc:chgData name="鈴木 秀規" userId="f68c5fd9-22d5-4c0a-9833-7fb0f5135313" providerId="ADAL" clId="{C48D08EA-87AE-42E8-BBEE-EAFFD27F622E}" dt="2021-01-29T01:42:20.133" v="20" actId="2696"/>
        <pc:sldMkLst>
          <pc:docMk/>
          <pc:sldMk cId="1806702686" sldId="366"/>
        </pc:sldMkLst>
      </pc:sldChg>
      <pc:sldChg chg="addSp modSp new mod">
        <pc:chgData name="鈴木 秀規" userId="f68c5fd9-22d5-4c0a-9833-7fb0f5135313" providerId="ADAL" clId="{C48D08EA-87AE-42E8-BBEE-EAFFD27F622E}" dt="2021-01-29T01:55:14.503" v="147" actId="1035"/>
        <pc:sldMkLst>
          <pc:docMk/>
          <pc:sldMk cId="1837428979" sldId="367"/>
        </pc:sldMkLst>
        <pc:spChg chg="mod">
          <ac:chgData name="鈴木 秀規" userId="f68c5fd9-22d5-4c0a-9833-7fb0f5135313" providerId="ADAL" clId="{C48D08EA-87AE-42E8-BBEE-EAFFD27F622E}" dt="2021-01-29T01:52:13.256" v="118"/>
          <ac:spMkLst>
            <pc:docMk/>
            <pc:sldMk cId="1837428979" sldId="367"/>
            <ac:spMk id="3" creationId="{978495FD-E0C5-42E9-A314-83ACF573D4BE}"/>
          </ac:spMkLst>
        </pc:spChg>
        <pc:spChg chg="mod">
          <ac:chgData name="鈴木 秀規" userId="f68c5fd9-22d5-4c0a-9833-7fb0f5135313" providerId="ADAL" clId="{C48D08EA-87AE-42E8-BBEE-EAFFD27F622E}" dt="2021-01-29T01:53:56.217" v="128" actId="14100"/>
          <ac:spMkLst>
            <pc:docMk/>
            <pc:sldMk cId="1837428979" sldId="367"/>
            <ac:spMk id="5" creationId="{8CEA63F3-D054-42AC-90C1-5FA6170C17B2}"/>
          </ac:spMkLst>
        </pc:spChg>
        <pc:spChg chg="add mod">
          <ac:chgData name="鈴木 秀規" userId="f68c5fd9-22d5-4c0a-9833-7fb0f5135313" providerId="ADAL" clId="{C48D08EA-87AE-42E8-BBEE-EAFFD27F622E}" dt="2021-01-29T01:55:08.905" v="144" actId="1035"/>
          <ac:spMkLst>
            <pc:docMk/>
            <pc:sldMk cId="1837428979" sldId="367"/>
            <ac:spMk id="6" creationId="{FAA5C2C9-5976-4AE6-ACBA-782CDA112D8D}"/>
          </ac:spMkLst>
        </pc:spChg>
        <pc:spChg chg="add mod">
          <ac:chgData name="鈴木 秀規" userId="f68c5fd9-22d5-4c0a-9833-7fb0f5135313" providerId="ADAL" clId="{C48D08EA-87AE-42E8-BBEE-EAFFD27F622E}" dt="2021-01-29T01:54:41.630" v="135" actId="2711"/>
          <ac:spMkLst>
            <pc:docMk/>
            <pc:sldMk cId="1837428979" sldId="367"/>
            <ac:spMk id="7" creationId="{0EB9DE99-767C-4362-8484-92D83744470B}"/>
          </ac:spMkLst>
        </pc:spChg>
        <pc:spChg chg="add mod">
          <ac:chgData name="鈴木 秀規" userId="f68c5fd9-22d5-4c0a-9833-7fb0f5135313" providerId="ADAL" clId="{C48D08EA-87AE-42E8-BBEE-EAFFD27F622E}" dt="2021-01-29T01:55:14.503" v="147" actId="1035"/>
          <ac:spMkLst>
            <pc:docMk/>
            <pc:sldMk cId="1837428979" sldId="367"/>
            <ac:spMk id="8" creationId="{D2126064-D7FB-447A-B0FF-145ED0B54FFD}"/>
          </ac:spMkLst>
        </pc:spChg>
      </pc:sldChg>
      <pc:sldChg chg="del">
        <pc:chgData name="鈴木 秀規" userId="f68c5fd9-22d5-4c0a-9833-7fb0f5135313" providerId="ADAL" clId="{C48D08EA-87AE-42E8-BBEE-EAFFD27F622E}" dt="2021-01-29T01:42:20.133" v="20" actId="2696"/>
        <pc:sldMkLst>
          <pc:docMk/>
          <pc:sldMk cId="2356507688" sldId="367"/>
        </pc:sldMkLst>
      </pc:sldChg>
      <pc:sldChg chg="addSp modSp new mod">
        <pc:chgData name="鈴木 秀規" userId="f68c5fd9-22d5-4c0a-9833-7fb0f5135313" providerId="ADAL" clId="{C48D08EA-87AE-42E8-BBEE-EAFFD27F622E}" dt="2021-01-29T01:58:19" v="220" actId="693"/>
        <pc:sldMkLst>
          <pc:docMk/>
          <pc:sldMk cId="1713287924" sldId="368"/>
        </pc:sldMkLst>
        <pc:spChg chg="mod">
          <ac:chgData name="鈴木 秀規" userId="f68c5fd9-22d5-4c0a-9833-7fb0f5135313" providerId="ADAL" clId="{C48D08EA-87AE-42E8-BBEE-EAFFD27F622E}" dt="2021-01-29T01:55:26.247" v="149"/>
          <ac:spMkLst>
            <pc:docMk/>
            <pc:sldMk cId="1713287924" sldId="368"/>
            <ac:spMk id="3" creationId="{9661A668-DD37-439B-ACDF-417309CE2BED}"/>
          </ac:spMkLst>
        </pc:spChg>
        <pc:spChg chg="mod">
          <ac:chgData name="鈴木 秀規" userId="f68c5fd9-22d5-4c0a-9833-7fb0f5135313" providerId="ADAL" clId="{C48D08EA-87AE-42E8-BBEE-EAFFD27F622E}" dt="2021-01-29T01:55:33.864" v="151"/>
          <ac:spMkLst>
            <pc:docMk/>
            <pc:sldMk cId="1713287924" sldId="368"/>
            <ac:spMk id="5" creationId="{5A15B9D0-4F4E-42B4-B01F-A2116727B752}"/>
          </ac:spMkLst>
        </pc:spChg>
        <pc:spChg chg="add mod">
          <ac:chgData name="鈴木 秀規" userId="f68c5fd9-22d5-4c0a-9833-7fb0f5135313" providerId="ADAL" clId="{C48D08EA-87AE-42E8-BBEE-EAFFD27F622E}" dt="2021-01-29T01:57:33.062" v="212" actId="14100"/>
          <ac:spMkLst>
            <pc:docMk/>
            <pc:sldMk cId="1713287924" sldId="368"/>
            <ac:spMk id="6" creationId="{27D288CC-DC7B-43CB-BE82-65B8A8FC66A8}"/>
          </ac:spMkLst>
        </pc:spChg>
        <pc:spChg chg="add mod">
          <ac:chgData name="鈴木 秀規" userId="f68c5fd9-22d5-4c0a-9833-7fb0f5135313" providerId="ADAL" clId="{C48D08EA-87AE-42E8-BBEE-EAFFD27F622E}" dt="2021-01-29T01:57:27.684" v="210" actId="571"/>
          <ac:spMkLst>
            <pc:docMk/>
            <pc:sldMk cId="1713287924" sldId="368"/>
            <ac:spMk id="7" creationId="{5A3F6696-A796-46DB-B92C-6A1E50DDCD7B}"/>
          </ac:spMkLst>
        </pc:spChg>
        <pc:spChg chg="add mod">
          <ac:chgData name="鈴木 秀規" userId="f68c5fd9-22d5-4c0a-9833-7fb0f5135313" providerId="ADAL" clId="{C48D08EA-87AE-42E8-BBEE-EAFFD27F622E}" dt="2021-01-29T01:57:41.822" v="214"/>
          <ac:spMkLst>
            <pc:docMk/>
            <pc:sldMk cId="1713287924" sldId="368"/>
            <ac:spMk id="8" creationId="{2BAC002D-400A-4640-82BC-83F23DA52987}"/>
          </ac:spMkLst>
        </pc:spChg>
        <pc:cxnChg chg="add mod">
          <ac:chgData name="鈴木 秀規" userId="f68c5fd9-22d5-4c0a-9833-7fb0f5135313" providerId="ADAL" clId="{C48D08EA-87AE-42E8-BBEE-EAFFD27F622E}" dt="2021-01-29T01:58:19" v="220" actId="693"/>
          <ac:cxnSpMkLst>
            <pc:docMk/>
            <pc:sldMk cId="1713287924" sldId="368"/>
            <ac:cxnSpMk id="10" creationId="{EEE9455F-E370-4E54-8FE3-1C29FE245664}"/>
          </ac:cxnSpMkLst>
        </pc:cxnChg>
      </pc:sldChg>
      <pc:sldChg chg="del">
        <pc:chgData name="鈴木 秀規" userId="f68c5fd9-22d5-4c0a-9833-7fb0f5135313" providerId="ADAL" clId="{C48D08EA-87AE-42E8-BBEE-EAFFD27F622E}" dt="2021-01-29T01:42:20.133" v="20" actId="2696"/>
        <pc:sldMkLst>
          <pc:docMk/>
          <pc:sldMk cId="3408830695" sldId="368"/>
        </pc:sldMkLst>
      </pc:sldChg>
      <pc:sldChg chg="addSp delSp modSp new mod">
        <pc:chgData name="鈴木 秀規" userId="f68c5fd9-22d5-4c0a-9833-7fb0f5135313" providerId="ADAL" clId="{C48D08EA-87AE-42E8-BBEE-EAFFD27F622E}" dt="2021-01-29T02:01:13.217" v="245" actId="1076"/>
        <pc:sldMkLst>
          <pc:docMk/>
          <pc:sldMk cId="2427838374" sldId="369"/>
        </pc:sldMkLst>
        <pc:spChg chg="mod">
          <ac:chgData name="鈴木 秀規" userId="f68c5fd9-22d5-4c0a-9833-7fb0f5135313" providerId="ADAL" clId="{C48D08EA-87AE-42E8-BBEE-EAFFD27F622E}" dt="2021-01-29T01:59:08.178" v="222"/>
          <ac:spMkLst>
            <pc:docMk/>
            <pc:sldMk cId="2427838374" sldId="369"/>
            <ac:spMk id="3" creationId="{5F3CF279-F6DF-412A-A369-C8AF3B4BD74C}"/>
          </ac:spMkLst>
        </pc:spChg>
        <pc:spChg chg="mod">
          <ac:chgData name="鈴木 秀規" userId="f68c5fd9-22d5-4c0a-9833-7fb0f5135313" providerId="ADAL" clId="{C48D08EA-87AE-42E8-BBEE-EAFFD27F622E}" dt="2021-01-29T01:59:25.087" v="225" actId="14100"/>
          <ac:spMkLst>
            <pc:docMk/>
            <pc:sldMk cId="2427838374" sldId="369"/>
            <ac:spMk id="5" creationId="{823413F9-1D7B-4446-A19F-D31D713846D2}"/>
          </ac:spMkLst>
        </pc:spChg>
        <pc:spChg chg="add mod">
          <ac:chgData name="鈴木 秀規" userId="f68c5fd9-22d5-4c0a-9833-7fb0f5135313" providerId="ADAL" clId="{C48D08EA-87AE-42E8-BBEE-EAFFD27F622E}" dt="2021-01-29T02:01:13.217" v="245" actId="1076"/>
          <ac:spMkLst>
            <pc:docMk/>
            <pc:sldMk cId="2427838374" sldId="369"/>
            <ac:spMk id="6" creationId="{F9089E6D-8895-4170-B5FD-8ABE44ECFA95}"/>
          </ac:spMkLst>
        </pc:spChg>
        <pc:spChg chg="add del mod">
          <ac:chgData name="鈴木 秀規" userId="f68c5fd9-22d5-4c0a-9833-7fb0f5135313" providerId="ADAL" clId="{C48D08EA-87AE-42E8-BBEE-EAFFD27F622E}" dt="2021-01-29T02:00:59.330" v="241" actId="478"/>
          <ac:spMkLst>
            <pc:docMk/>
            <pc:sldMk cId="2427838374" sldId="369"/>
            <ac:spMk id="7" creationId="{9AB81213-5131-41F9-B159-D81949CE8D9C}"/>
          </ac:spMkLst>
        </pc:spChg>
        <pc:spChg chg="add del mod">
          <ac:chgData name="鈴木 秀規" userId="f68c5fd9-22d5-4c0a-9833-7fb0f5135313" providerId="ADAL" clId="{C48D08EA-87AE-42E8-BBEE-EAFFD27F622E}" dt="2021-01-29T02:00:56.148" v="240"/>
          <ac:spMkLst>
            <pc:docMk/>
            <pc:sldMk cId="2427838374" sldId="369"/>
            <ac:spMk id="8" creationId="{820E8CA3-4EF3-4DA6-96DC-6AE5B7E82D17}"/>
          </ac:spMkLst>
        </pc:spChg>
        <pc:spChg chg="add del mod">
          <ac:chgData name="鈴木 秀規" userId="f68c5fd9-22d5-4c0a-9833-7fb0f5135313" providerId="ADAL" clId="{C48D08EA-87AE-42E8-BBEE-EAFFD27F622E}" dt="2021-01-29T02:00:56.148" v="240"/>
          <ac:spMkLst>
            <pc:docMk/>
            <pc:sldMk cId="2427838374" sldId="369"/>
            <ac:spMk id="9" creationId="{D8971F1A-05AB-43A4-A200-3B0EFC173A3A}"/>
          </ac:spMkLst>
        </pc:spChg>
      </pc:sldChg>
      <pc:sldChg chg="del">
        <pc:chgData name="鈴木 秀規" userId="f68c5fd9-22d5-4c0a-9833-7fb0f5135313" providerId="ADAL" clId="{C48D08EA-87AE-42E8-BBEE-EAFFD27F622E}" dt="2021-01-29T01:42:20.133" v="20" actId="2696"/>
        <pc:sldMkLst>
          <pc:docMk/>
          <pc:sldMk cId="2975628319" sldId="369"/>
        </pc:sldMkLst>
      </pc:sldChg>
      <pc:sldChg chg="addSp modSp new mod">
        <pc:chgData name="鈴木 秀規" userId="f68c5fd9-22d5-4c0a-9833-7fb0f5135313" providerId="ADAL" clId="{C48D08EA-87AE-42E8-BBEE-EAFFD27F622E}" dt="2021-01-29T02:03:38.403" v="272" actId="207"/>
        <pc:sldMkLst>
          <pc:docMk/>
          <pc:sldMk cId="1375847763" sldId="370"/>
        </pc:sldMkLst>
        <pc:spChg chg="mod">
          <ac:chgData name="鈴木 秀規" userId="f68c5fd9-22d5-4c0a-9833-7fb0f5135313" providerId="ADAL" clId="{C48D08EA-87AE-42E8-BBEE-EAFFD27F622E}" dt="2021-01-29T02:01:36.101" v="247"/>
          <ac:spMkLst>
            <pc:docMk/>
            <pc:sldMk cId="1375847763" sldId="370"/>
            <ac:spMk id="3" creationId="{257599A0-BD8E-43B6-893F-D3BD14BA35D3}"/>
          </ac:spMkLst>
        </pc:spChg>
        <pc:spChg chg="mod">
          <ac:chgData name="鈴木 秀規" userId="f68c5fd9-22d5-4c0a-9833-7fb0f5135313" providerId="ADAL" clId="{C48D08EA-87AE-42E8-BBEE-EAFFD27F622E}" dt="2021-01-29T02:01:55.592" v="251" actId="14100"/>
          <ac:spMkLst>
            <pc:docMk/>
            <pc:sldMk cId="1375847763" sldId="370"/>
            <ac:spMk id="5" creationId="{54EA06F8-723C-4C46-95CE-E7F36487A76B}"/>
          </ac:spMkLst>
        </pc:spChg>
        <pc:spChg chg="add mod">
          <ac:chgData name="鈴木 秀規" userId="f68c5fd9-22d5-4c0a-9833-7fb0f5135313" providerId="ADAL" clId="{C48D08EA-87AE-42E8-BBEE-EAFFD27F622E}" dt="2021-01-29T02:03:26.436" v="268" actId="207"/>
          <ac:spMkLst>
            <pc:docMk/>
            <pc:sldMk cId="1375847763" sldId="370"/>
            <ac:spMk id="6" creationId="{EDC03A83-EF88-45D1-9AA5-7EFBD979ACE9}"/>
          </ac:spMkLst>
        </pc:spChg>
        <pc:spChg chg="add mod">
          <ac:chgData name="鈴木 秀規" userId="f68c5fd9-22d5-4c0a-9833-7fb0f5135313" providerId="ADAL" clId="{C48D08EA-87AE-42E8-BBEE-EAFFD27F622E}" dt="2021-01-29T02:03:38.403" v="272" actId="207"/>
          <ac:spMkLst>
            <pc:docMk/>
            <pc:sldMk cId="1375847763" sldId="370"/>
            <ac:spMk id="7" creationId="{8D2A60D8-5FC3-4EE1-8F58-4DDBB91C99FE}"/>
          </ac:spMkLst>
        </pc:spChg>
      </pc:sldChg>
      <pc:sldChg chg="del">
        <pc:chgData name="鈴木 秀規" userId="f68c5fd9-22d5-4c0a-9833-7fb0f5135313" providerId="ADAL" clId="{C48D08EA-87AE-42E8-BBEE-EAFFD27F622E}" dt="2021-01-29T01:42:20.133" v="20" actId="2696"/>
        <pc:sldMkLst>
          <pc:docMk/>
          <pc:sldMk cId="3073446168" sldId="370"/>
        </pc:sldMkLst>
      </pc:sldChg>
      <pc:sldChg chg="modSp new mod">
        <pc:chgData name="鈴木 秀規" userId="f68c5fd9-22d5-4c0a-9833-7fb0f5135313" providerId="ADAL" clId="{C48D08EA-87AE-42E8-BBEE-EAFFD27F622E}" dt="2021-01-29T02:05:13.104" v="295" actId="207"/>
        <pc:sldMkLst>
          <pc:docMk/>
          <pc:sldMk cId="88774120" sldId="371"/>
        </pc:sldMkLst>
        <pc:spChg chg="mod">
          <ac:chgData name="鈴木 秀規" userId="f68c5fd9-22d5-4c0a-9833-7fb0f5135313" providerId="ADAL" clId="{C48D08EA-87AE-42E8-BBEE-EAFFD27F622E}" dt="2021-01-29T02:03:53.582" v="274"/>
          <ac:spMkLst>
            <pc:docMk/>
            <pc:sldMk cId="88774120" sldId="371"/>
            <ac:spMk id="3" creationId="{BACB9769-04E3-428B-8379-D0ACEE653078}"/>
          </ac:spMkLst>
        </pc:spChg>
        <pc:spChg chg="mod">
          <ac:chgData name="鈴木 秀規" userId="f68c5fd9-22d5-4c0a-9833-7fb0f5135313" providerId="ADAL" clId="{C48D08EA-87AE-42E8-BBEE-EAFFD27F622E}" dt="2021-01-29T02:05:13.104" v="295" actId="207"/>
          <ac:spMkLst>
            <pc:docMk/>
            <pc:sldMk cId="88774120" sldId="371"/>
            <ac:spMk id="5" creationId="{DA849902-FDBE-46E8-B518-154E3E8604A2}"/>
          </ac:spMkLst>
        </pc:spChg>
      </pc:sldChg>
      <pc:sldChg chg="del">
        <pc:chgData name="鈴木 秀規" userId="f68c5fd9-22d5-4c0a-9833-7fb0f5135313" providerId="ADAL" clId="{C48D08EA-87AE-42E8-BBEE-EAFFD27F622E}" dt="2021-01-29T01:42:20.133" v="20" actId="2696"/>
        <pc:sldMkLst>
          <pc:docMk/>
          <pc:sldMk cId="1539385395" sldId="371"/>
        </pc:sldMkLst>
      </pc:sldChg>
      <pc:sldChg chg="del">
        <pc:chgData name="鈴木 秀規" userId="f68c5fd9-22d5-4c0a-9833-7fb0f5135313" providerId="ADAL" clId="{C48D08EA-87AE-42E8-BBEE-EAFFD27F622E}" dt="2021-01-29T01:42:20.133" v="20" actId="2696"/>
        <pc:sldMkLst>
          <pc:docMk/>
          <pc:sldMk cId="246066953" sldId="372"/>
        </pc:sldMkLst>
      </pc:sldChg>
      <pc:sldChg chg="addSp delSp modSp new mod">
        <pc:chgData name="鈴木 秀規" userId="f68c5fd9-22d5-4c0a-9833-7fb0f5135313" providerId="ADAL" clId="{C48D08EA-87AE-42E8-BBEE-EAFFD27F622E}" dt="2021-01-29T02:08:14.840" v="321" actId="207"/>
        <pc:sldMkLst>
          <pc:docMk/>
          <pc:sldMk cId="1789203375" sldId="372"/>
        </pc:sldMkLst>
        <pc:spChg chg="mod">
          <ac:chgData name="鈴木 秀規" userId="f68c5fd9-22d5-4c0a-9833-7fb0f5135313" providerId="ADAL" clId="{C48D08EA-87AE-42E8-BBEE-EAFFD27F622E}" dt="2021-01-29T02:05:41.688" v="297"/>
          <ac:spMkLst>
            <pc:docMk/>
            <pc:sldMk cId="1789203375" sldId="372"/>
            <ac:spMk id="3" creationId="{B99B4DE4-67BC-4A7A-ADCF-37CD1D992E62}"/>
          </ac:spMkLst>
        </pc:spChg>
        <pc:spChg chg="mod">
          <ac:chgData name="鈴木 秀規" userId="f68c5fd9-22d5-4c0a-9833-7fb0f5135313" providerId="ADAL" clId="{C48D08EA-87AE-42E8-BBEE-EAFFD27F622E}" dt="2021-01-29T02:05:55.383" v="301" actId="14100"/>
          <ac:spMkLst>
            <pc:docMk/>
            <pc:sldMk cId="1789203375" sldId="372"/>
            <ac:spMk id="5" creationId="{6787D70C-FE95-4CAB-8B0F-363F2A30CB34}"/>
          </ac:spMkLst>
        </pc:spChg>
        <pc:spChg chg="add del mod">
          <ac:chgData name="鈴木 秀規" userId="f68c5fd9-22d5-4c0a-9833-7fb0f5135313" providerId="ADAL" clId="{C48D08EA-87AE-42E8-BBEE-EAFFD27F622E}" dt="2021-01-29T02:06:32.498" v="305" actId="478"/>
          <ac:spMkLst>
            <pc:docMk/>
            <pc:sldMk cId="1789203375" sldId="372"/>
            <ac:spMk id="6" creationId="{8416AC4B-B52B-43D7-B6BD-92A2BEA738E5}"/>
          </ac:spMkLst>
        </pc:spChg>
        <pc:spChg chg="add mod">
          <ac:chgData name="鈴木 秀規" userId="f68c5fd9-22d5-4c0a-9833-7fb0f5135313" providerId="ADAL" clId="{C48D08EA-87AE-42E8-BBEE-EAFFD27F622E}" dt="2021-01-29T02:07:46.481" v="318" actId="404"/>
          <ac:spMkLst>
            <pc:docMk/>
            <pc:sldMk cId="1789203375" sldId="372"/>
            <ac:spMk id="7" creationId="{0FC30C39-EBE8-47E3-AA9D-4A7EEC4F3583}"/>
          </ac:spMkLst>
        </pc:spChg>
        <pc:spChg chg="add mod">
          <ac:chgData name="鈴木 秀規" userId="f68c5fd9-22d5-4c0a-9833-7fb0f5135313" providerId="ADAL" clId="{C48D08EA-87AE-42E8-BBEE-EAFFD27F622E}" dt="2021-01-29T02:08:14.840" v="321" actId="207"/>
          <ac:spMkLst>
            <pc:docMk/>
            <pc:sldMk cId="1789203375" sldId="372"/>
            <ac:spMk id="8" creationId="{85232EF7-B812-4733-96CD-E0C14B596787}"/>
          </ac:spMkLst>
        </pc:spChg>
      </pc:sldChg>
      <pc:sldChg chg="modSp new mod">
        <pc:chgData name="鈴木 秀規" userId="f68c5fd9-22d5-4c0a-9833-7fb0f5135313" providerId="ADAL" clId="{C48D08EA-87AE-42E8-BBEE-EAFFD27F622E}" dt="2021-01-29T02:11:38.441" v="342" actId="207"/>
        <pc:sldMkLst>
          <pc:docMk/>
          <pc:sldMk cId="2979480215" sldId="373"/>
        </pc:sldMkLst>
        <pc:spChg chg="mod">
          <ac:chgData name="鈴木 秀規" userId="f68c5fd9-22d5-4c0a-9833-7fb0f5135313" providerId="ADAL" clId="{C48D08EA-87AE-42E8-BBEE-EAFFD27F622E}" dt="2021-01-29T02:08:43.068" v="325"/>
          <ac:spMkLst>
            <pc:docMk/>
            <pc:sldMk cId="2979480215" sldId="373"/>
            <ac:spMk id="3" creationId="{890D4FF1-CE17-468D-A94B-0EA4BDC9102B}"/>
          </ac:spMkLst>
        </pc:spChg>
        <pc:spChg chg="mod">
          <ac:chgData name="鈴木 秀規" userId="f68c5fd9-22d5-4c0a-9833-7fb0f5135313" providerId="ADAL" clId="{C48D08EA-87AE-42E8-BBEE-EAFFD27F622E}" dt="2021-01-29T02:11:38.441" v="342" actId="207"/>
          <ac:spMkLst>
            <pc:docMk/>
            <pc:sldMk cId="2979480215" sldId="373"/>
            <ac:spMk id="5" creationId="{133F1DED-CA16-4302-9912-4B561EF34336}"/>
          </ac:spMkLst>
        </pc:spChg>
      </pc:sldChg>
      <pc:sldChg chg="del">
        <pc:chgData name="鈴木 秀規" userId="f68c5fd9-22d5-4c0a-9833-7fb0f5135313" providerId="ADAL" clId="{C48D08EA-87AE-42E8-BBEE-EAFFD27F622E}" dt="2021-01-29T01:42:20.133" v="20" actId="2696"/>
        <pc:sldMkLst>
          <pc:docMk/>
          <pc:sldMk cId="4083622006" sldId="373"/>
        </pc:sldMkLst>
      </pc:sldChg>
      <pc:sldChg chg="del">
        <pc:chgData name="鈴木 秀規" userId="f68c5fd9-22d5-4c0a-9833-7fb0f5135313" providerId="ADAL" clId="{C48D08EA-87AE-42E8-BBEE-EAFFD27F622E}" dt="2021-01-29T01:42:20.133" v="20" actId="2696"/>
        <pc:sldMkLst>
          <pc:docMk/>
          <pc:sldMk cId="2781282954" sldId="374"/>
        </pc:sldMkLst>
      </pc:sldChg>
      <pc:sldChg chg="modSp new mod">
        <pc:chgData name="鈴木 秀規" userId="f68c5fd9-22d5-4c0a-9833-7fb0f5135313" providerId="ADAL" clId="{C48D08EA-87AE-42E8-BBEE-EAFFD27F622E}" dt="2021-01-29T02:13:33.664" v="359" actId="403"/>
        <pc:sldMkLst>
          <pc:docMk/>
          <pc:sldMk cId="3198692090" sldId="374"/>
        </pc:sldMkLst>
        <pc:spChg chg="mod">
          <ac:chgData name="鈴木 秀規" userId="f68c5fd9-22d5-4c0a-9833-7fb0f5135313" providerId="ADAL" clId="{C48D08EA-87AE-42E8-BBEE-EAFFD27F622E}" dt="2021-01-29T02:12:33.205" v="344"/>
          <ac:spMkLst>
            <pc:docMk/>
            <pc:sldMk cId="3198692090" sldId="374"/>
            <ac:spMk id="3" creationId="{0CBA9451-9B8C-49D7-B8FB-5032ADFEDA5C}"/>
          </ac:spMkLst>
        </pc:spChg>
        <pc:spChg chg="mod">
          <ac:chgData name="鈴木 秀規" userId="f68c5fd9-22d5-4c0a-9833-7fb0f5135313" providerId="ADAL" clId="{C48D08EA-87AE-42E8-BBEE-EAFFD27F622E}" dt="2021-01-29T02:13:33.664" v="359" actId="403"/>
          <ac:spMkLst>
            <pc:docMk/>
            <pc:sldMk cId="3198692090" sldId="374"/>
            <ac:spMk id="5" creationId="{7F65644E-FBC6-4A1E-B850-1C7A92F05619}"/>
          </ac:spMkLst>
        </pc:spChg>
      </pc:sldChg>
      <pc:sldChg chg="del">
        <pc:chgData name="鈴木 秀規" userId="f68c5fd9-22d5-4c0a-9833-7fb0f5135313" providerId="ADAL" clId="{C48D08EA-87AE-42E8-BBEE-EAFFD27F622E}" dt="2021-01-29T01:42:20.133" v="20" actId="2696"/>
        <pc:sldMkLst>
          <pc:docMk/>
          <pc:sldMk cId="4224040465" sldId="375"/>
        </pc:sldMkLst>
      </pc:sldChg>
      <pc:sldChg chg="del">
        <pc:chgData name="鈴木 秀規" userId="f68c5fd9-22d5-4c0a-9833-7fb0f5135313" providerId="ADAL" clId="{C48D08EA-87AE-42E8-BBEE-EAFFD27F622E}" dt="2021-01-29T01:42:20.133" v="20" actId="2696"/>
        <pc:sldMkLst>
          <pc:docMk/>
          <pc:sldMk cId="3538855573" sldId="376"/>
        </pc:sldMkLst>
      </pc:sldChg>
      <pc:sldChg chg="del">
        <pc:chgData name="鈴木 秀規" userId="f68c5fd9-22d5-4c0a-9833-7fb0f5135313" providerId="ADAL" clId="{C48D08EA-87AE-42E8-BBEE-EAFFD27F622E}" dt="2021-01-29T01:42:20.133" v="20" actId="2696"/>
        <pc:sldMkLst>
          <pc:docMk/>
          <pc:sldMk cId="3864834617" sldId="377"/>
        </pc:sldMkLst>
      </pc:sldChg>
      <pc:sldChg chg="del">
        <pc:chgData name="鈴木 秀規" userId="f68c5fd9-22d5-4c0a-9833-7fb0f5135313" providerId="ADAL" clId="{C48D08EA-87AE-42E8-BBEE-EAFFD27F622E}" dt="2021-01-29T01:42:20.133" v="20" actId="2696"/>
        <pc:sldMkLst>
          <pc:docMk/>
          <pc:sldMk cId="2148979236" sldId="378"/>
        </pc:sldMkLst>
      </pc:sldChg>
      <pc:sldChg chg="del">
        <pc:chgData name="鈴木 秀規" userId="f68c5fd9-22d5-4c0a-9833-7fb0f5135313" providerId="ADAL" clId="{C48D08EA-87AE-42E8-BBEE-EAFFD27F622E}" dt="2021-01-29T01:42:20.133" v="20" actId="2696"/>
        <pc:sldMkLst>
          <pc:docMk/>
          <pc:sldMk cId="1522789995" sldId="379"/>
        </pc:sldMkLst>
      </pc:sldChg>
      <pc:sldChg chg="del">
        <pc:chgData name="鈴木 秀規" userId="f68c5fd9-22d5-4c0a-9833-7fb0f5135313" providerId="ADAL" clId="{C48D08EA-87AE-42E8-BBEE-EAFFD27F622E}" dt="2021-01-29T01:42:20.133" v="20" actId="2696"/>
        <pc:sldMkLst>
          <pc:docMk/>
          <pc:sldMk cId="3157073252" sldId="380"/>
        </pc:sldMkLst>
      </pc:sldChg>
      <pc:sldChg chg="del">
        <pc:chgData name="鈴木 秀規" userId="f68c5fd9-22d5-4c0a-9833-7fb0f5135313" providerId="ADAL" clId="{C48D08EA-87AE-42E8-BBEE-EAFFD27F622E}" dt="2021-01-29T01:42:20.133" v="20" actId="2696"/>
        <pc:sldMkLst>
          <pc:docMk/>
          <pc:sldMk cId="3693878349" sldId="381"/>
        </pc:sldMkLst>
      </pc:sldChg>
    </pc:docChg>
  </pc:docChgLst>
  <pc:docChgLst>
    <pc:chgData name="吉田 雅之" userId="30033929-dfd8-4220-a5b4-c6b0a4bb5d3e" providerId="ADAL" clId="{1C409CFA-30FE-426B-B014-BDAA23C1C133}"/>
    <pc:docChg chg="modSld">
      <pc:chgData name="吉田 雅之" userId="30033929-dfd8-4220-a5b4-c6b0a4bb5d3e" providerId="ADAL" clId="{1C409CFA-30FE-426B-B014-BDAA23C1C133}" dt="2020-12-09T06:48:49.298" v="0" actId="20577"/>
      <pc:docMkLst>
        <pc:docMk/>
      </pc:docMkLst>
      <pc:sldChg chg="modSp mod">
        <pc:chgData name="吉田 雅之" userId="30033929-dfd8-4220-a5b4-c6b0a4bb5d3e" providerId="ADAL" clId="{1C409CFA-30FE-426B-B014-BDAA23C1C133}" dt="2020-12-09T06:48:49.298" v="0" actId="20577"/>
        <pc:sldMkLst>
          <pc:docMk/>
          <pc:sldMk cId="1431651866" sldId="368"/>
        </pc:sldMkLst>
        <pc:graphicFrameChg chg="modGraphic">
          <ac:chgData name="吉田 雅之" userId="30033929-dfd8-4220-a5b4-c6b0a4bb5d3e" providerId="ADAL" clId="{1C409CFA-30FE-426B-B014-BDAA23C1C133}" dt="2020-12-09T06:48:49.298" v="0" actId="20577"/>
          <ac:graphicFrameMkLst>
            <pc:docMk/>
            <pc:sldMk cId="1431651866" sldId="368"/>
            <ac:graphicFrameMk id="6" creationId="{A5C776C1-5736-6E41-AFE0-D7FC9EBFA87B}"/>
          </ac:graphicFrameMkLst>
        </pc:graphicFrameChg>
      </pc:sldChg>
    </pc:docChg>
  </pc:docChgLst>
  <pc:docChgLst>
    <pc:chgData name="鈴木 秀規" userId="f68c5fd9-22d5-4c0a-9833-7fb0f5135313" providerId="ADAL" clId="{1E1EFADE-4A0B-47B8-8EF8-2E15F0F63983}"/>
    <pc:docChg chg="undo custSel addSld delSld modSld">
      <pc:chgData name="鈴木 秀規" userId="f68c5fd9-22d5-4c0a-9833-7fb0f5135313" providerId="ADAL" clId="{1E1EFADE-4A0B-47B8-8EF8-2E15F0F63983}" dt="2021-01-29T01:40:32.688" v="690" actId="207"/>
      <pc:docMkLst>
        <pc:docMk/>
      </pc:docMkLst>
      <pc:sldChg chg="modSp mod">
        <pc:chgData name="鈴木 秀規" userId="f68c5fd9-22d5-4c0a-9833-7fb0f5135313" providerId="ADAL" clId="{1E1EFADE-4A0B-47B8-8EF8-2E15F0F63983}" dt="2021-01-29T00:11:07.964" v="26" actId="20577"/>
        <pc:sldMkLst>
          <pc:docMk/>
          <pc:sldMk cId="0" sldId="256"/>
        </pc:sldMkLst>
        <pc:spChg chg="mod">
          <ac:chgData name="鈴木 秀規" userId="f68c5fd9-22d5-4c0a-9833-7fb0f5135313" providerId="ADAL" clId="{1E1EFADE-4A0B-47B8-8EF8-2E15F0F63983}" dt="2021-01-29T00:11:07.964" v="26" actId="20577"/>
          <ac:spMkLst>
            <pc:docMk/>
            <pc:sldMk cId="0" sldId="256"/>
            <ac:spMk id="56" creationId="{00000000-0000-0000-0000-000000000000}"/>
          </ac:spMkLst>
        </pc:spChg>
      </pc:sldChg>
      <pc:sldChg chg="addSp delSp modSp mod chgLayout">
        <pc:chgData name="鈴木 秀規" userId="f68c5fd9-22d5-4c0a-9833-7fb0f5135313" providerId="ADAL" clId="{1E1EFADE-4A0B-47B8-8EF8-2E15F0F63983}" dt="2021-01-29T00:15:27.767" v="67" actId="2711"/>
        <pc:sldMkLst>
          <pc:docMk/>
          <pc:sldMk cId="2397736379" sldId="363"/>
        </pc:sldMkLst>
        <pc:spChg chg="add del mod">
          <ac:chgData name="鈴木 秀規" userId="f68c5fd9-22d5-4c0a-9833-7fb0f5135313" providerId="ADAL" clId="{1E1EFADE-4A0B-47B8-8EF8-2E15F0F63983}" dt="2021-01-29T00:12:33.077" v="30" actId="6264"/>
          <ac:spMkLst>
            <pc:docMk/>
            <pc:sldMk cId="2397736379" sldId="363"/>
            <ac:spMk id="2" creationId="{086544AC-6F2D-452C-86AF-7D6A0FE64739}"/>
          </ac:spMkLst>
        </pc:spChg>
        <pc:spChg chg="add del mod">
          <ac:chgData name="鈴木 秀規" userId="f68c5fd9-22d5-4c0a-9833-7fb0f5135313" providerId="ADAL" clId="{1E1EFADE-4A0B-47B8-8EF8-2E15F0F63983}" dt="2021-01-29T00:12:33.077" v="30" actId="6264"/>
          <ac:spMkLst>
            <pc:docMk/>
            <pc:sldMk cId="2397736379" sldId="363"/>
            <ac:spMk id="3" creationId="{0AAE972C-8306-4668-8679-58F910537D90}"/>
          </ac:spMkLst>
        </pc:spChg>
        <pc:spChg chg="mod ord">
          <ac:chgData name="鈴木 秀規" userId="f68c5fd9-22d5-4c0a-9833-7fb0f5135313" providerId="ADAL" clId="{1E1EFADE-4A0B-47B8-8EF8-2E15F0F63983}" dt="2021-01-29T00:13:14.803" v="39" actId="1076"/>
          <ac:spMkLst>
            <pc:docMk/>
            <pc:sldMk cId="2397736379" sldId="363"/>
            <ac:spMk id="4" creationId="{DE764CD8-0B12-484E-890C-8A5A26296D13}"/>
          </ac:spMkLst>
        </pc:spChg>
        <pc:spChg chg="mod ord">
          <ac:chgData name="鈴木 秀規" userId="f68c5fd9-22d5-4c0a-9833-7fb0f5135313" providerId="ADAL" clId="{1E1EFADE-4A0B-47B8-8EF8-2E15F0F63983}" dt="2021-01-29T00:13:07.251" v="37" actId="1076"/>
          <ac:spMkLst>
            <pc:docMk/>
            <pc:sldMk cId="2397736379" sldId="363"/>
            <ac:spMk id="5" creationId="{433B62C4-B6B9-4622-B802-69C25D6F2A49}"/>
          </ac:spMkLst>
        </pc:spChg>
        <pc:spChg chg="add del mod">
          <ac:chgData name="鈴木 秀規" userId="f68c5fd9-22d5-4c0a-9833-7fb0f5135313" providerId="ADAL" clId="{1E1EFADE-4A0B-47B8-8EF8-2E15F0F63983}" dt="2021-01-29T00:12:33.077" v="30" actId="6264"/>
          <ac:spMkLst>
            <pc:docMk/>
            <pc:sldMk cId="2397736379" sldId="363"/>
            <ac:spMk id="6" creationId="{064D4E1C-BCD9-47F4-BA6D-7856B8880AAF}"/>
          </ac:spMkLst>
        </pc:spChg>
        <pc:spChg chg="mod ord">
          <ac:chgData name="鈴木 秀規" userId="f68c5fd9-22d5-4c0a-9833-7fb0f5135313" providerId="ADAL" clId="{1E1EFADE-4A0B-47B8-8EF8-2E15F0F63983}" dt="2021-01-29T00:12:33.077" v="30" actId="6264"/>
          <ac:spMkLst>
            <pc:docMk/>
            <pc:sldMk cId="2397736379" sldId="363"/>
            <ac:spMk id="7" creationId="{9630AD22-E64D-4A96-B059-2AF9F6580C25}"/>
          </ac:spMkLst>
        </pc:spChg>
        <pc:spChg chg="mod ord">
          <ac:chgData name="鈴木 秀規" userId="f68c5fd9-22d5-4c0a-9833-7fb0f5135313" providerId="ADAL" clId="{1E1EFADE-4A0B-47B8-8EF8-2E15F0F63983}" dt="2021-01-29T00:12:42.244" v="34" actId="14100"/>
          <ac:spMkLst>
            <pc:docMk/>
            <pc:sldMk cId="2397736379" sldId="363"/>
            <ac:spMk id="8" creationId="{787CF02A-01AB-4517-BA3E-25572FA82648}"/>
          </ac:spMkLst>
        </pc:spChg>
        <pc:spChg chg="add del mod">
          <ac:chgData name="鈴木 秀規" userId="f68c5fd9-22d5-4c0a-9833-7fb0f5135313" providerId="ADAL" clId="{1E1EFADE-4A0B-47B8-8EF8-2E15F0F63983}" dt="2021-01-29T00:12:33.077" v="30" actId="6264"/>
          <ac:spMkLst>
            <pc:docMk/>
            <pc:sldMk cId="2397736379" sldId="363"/>
            <ac:spMk id="9" creationId="{AE78809C-402B-4897-A97B-02ED57AE97BA}"/>
          </ac:spMkLst>
        </pc:spChg>
        <pc:spChg chg="add mod">
          <ac:chgData name="鈴木 秀規" userId="f68c5fd9-22d5-4c0a-9833-7fb0f5135313" providerId="ADAL" clId="{1E1EFADE-4A0B-47B8-8EF8-2E15F0F63983}" dt="2021-01-29T00:13:40.265" v="43" actId="2711"/>
          <ac:spMkLst>
            <pc:docMk/>
            <pc:sldMk cId="2397736379" sldId="363"/>
            <ac:spMk id="10" creationId="{911442F2-F4B8-4099-A8A6-599A6EDD893E}"/>
          </ac:spMkLst>
        </pc:spChg>
        <pc:spChg chg="add mod">
          <ac:chgData name="鈴木 秀規" userId="f68c5fd9-22d5-4c0a-9833-7fb0f5135313" providerId="ADAL" clId="{1E1EFADE-4A0B-47B8-8EF8-2E15F0F63983}" dt="2021-01-29T00:14:19.435" v="51" actId="1076"/>
          <ac:spMkLst>
            <pc:docMk/>
            <pc:sldMk cId="2397736379" sldId="363"/>
            <ac:spMk id="13" creationId="{23E592F8-E3F8-4B51-85D4-196586C25C17}"/>
          </ac:spMkLst>
        </pc:spChg>
        <pc:spChg chg="add mod">
          <ac:chgData name="鈴木 秀規" userId="f68c5fd9-22d5-4c0a-9833-7fb0f5135313" providerId="ADAL" clId="{1E1EFADE-4A0B-47B8-8EF8-2E15F0F63983}" dt="2021-01-29T00:13:40.265" v="43" actId="2711"/>
          <ac:spMkLst>
            <pc:docMk/>
            <pc:sldMk cId="2397736379" sldId="363"/>
            <ac:spMk id="15" creationId="{E93D3E84-AF14-45FD-A18C-1157A824A4F2}"/>
          </ac:spMkLst>
        </pc:spChg>
        <pc:spChg chg="add mod">
          <ac:chgData name="鈴木 秀規" userId="f68c5fd9-22d5-4c0a-9833-7fb0f5135313" providerId="ADAL" clId="{1E1EFADE-4A0B-47B8-8EF8-2E15F0F63983}" dt="2021-01-29T00:14:41.458" v="58" actId="1038"/>
          <ac:spMkLst>
            <pc:docMk/>
            <pc:sldMk cId="2397736379" sldId="363"/>
            <ac:spMk id="16" creationId="{72D53803-E65D-438C-ADC1-E600E85FFC40}"/>
          </ac:spMkLst>
        </pc:spChg>
        <pc:spChg chg="add mod">
          <ac:chgData name="鈴木 秀規" userId="f68c5fd9-22d5-4c0a-9833-7fb0f5135313" providerId="ADAL" clId="{1E1EFADE-4A0B-47B8-8EF8-2E15F0F63983}" dt="2021-01-29T00:15:15.402" v="65" actId="2711"/>
          <ac:spMkLst>
            <pc:docMk/>
            <pc:sldMk cId="2397736379" sldId="363"/>
            <ac:spMk id="17" creationId="{E68CE154-3E64-4D25-BE5B-BDCDB382FBBC}"/>
          </ac:spMkLst>
        </pc:spChg>
        <pc:spChg chg="add mod">
          <ac:chgData name="鈴木 秀規" userId="f68c5fd9-22d5-4c0a-9833-7fb0f5135313" providerId="ADAL" clId="{1E1EFADE-4A0B-47B8-8EF8-2E15F0F63983}" dt="2021-01-29T00:15:27.767" v="67" actId="2711"/>
          <ac:spMkLst>
            <pc:docMk/>
            <pc:sldMk cId="2397736379" sldId="363"/>
            <ac:spMk id="18" creationId="{8A195237-21F3-4DFB-95FE-39AC02A46D75}"/>
          </ac:spMkLst>
        </pc:spChg>
        <pc:spChg chg="add mod">
          <ac:chgData name="鈴木 秀規" userId="f68c5fd9-22d5-4c0a-9833-7fb0f5135313" providerId="ADAL" clId="{1E1EFADE-4A0B-47B8-8EF8-2E15F0F63983}" dt="2021-01-29T00:14:09.110" v="47" actId="1076"/>
          <ac:spMkLst>
            <pc:docMk/>
            <pc:sldMk cId="2397736379" sldId="363"/>
            <ac:spMk id="20" creationId="{D20D5368-51BF-4D9C-9BF0-657E18487D90}"/>
          </ac:spMkLst>
        </pc:spChg>
        <pc:spChg chg="add mod">
          <ac:chgData name="鈴木 秀規" userId="f68c5fd9-22d5-4c0a-9833-7fb0f5135313" providerId="ADAL" clId="{1E1EFADE-4A0B-47B8-8EF8-2E15F0F63983}" dt="2021-01-29T00:14:03.197" v="46" actId="207"/>
          <ac:spMkLst>
            <pc:docMk/>
            <pc:sldMk cId="2397736379" sldId="363"/>
            <ac:spMk id="21" creationId="{D2C1CCFA-0795-496F-B2DD-3DADD560165B}"/>
          </ac:spMkLst>
        </pc:spChg>
        <pc:picChg chg="add mod">
          <ac:chgData name="鈴木 秀規" userId="f68c5fd9-22d5-4c0a-9833-7fb0f5135313" providerId="ADAL" clId="{1E1EFADE-4A0B-47B8-8EF8-2E15F0F63983}" dt="2021-01-29T00:13:28.248" v="41" actId="1076"/>
          <ac:picMkLst>
            <pc:docMk/>
            <pc:sldMk cId="2397736379" sldId="363"/>
            <ac:picMk id="11" creationId="{D2DDAA77-A5AC-429F-86FF-4F0146721908}"/>
          </ac:picMkLst>
        </pc:picChg>
        <pc:picChg chg="add mod">
          <ac:chgData name="鈴木 秀規" userId="f68c5fd9-22d5-4c0a-9833-7fb0f5135313" providerId="ADAL" clId="{1E1EFADE-4A0B-47B8-8EF8-2E15F0F63983}" dt="2021-01-29T00:13:28.248" v="41" actId="1076"/>
          <ac:picMkLst>
            <pc:docMk/>
            <pc:sldMk cId="2397736379" sldId="363"/>
            <ac:picMk id="12" creationId="{2199B8D1-CAE6-4898-BB1D-07D67193F2D1}"/>
          </ac:picMkLst>
        </pc:picChg>
        <pc:picChg chg="add mod">
          <ac:chgData name="鈴木 秀規" userId="f68c5fd9-22d5-4c0a-9833-7fb0f5135313" providerId="ADAL" clId="{1E1EFADE-4A0B-47B8-8EF8-2E15F0F63983}" dt="2021-01-29T00:15:01.627" v="62" actId="1076"/>
          <ac:picMkLst>
            <pc:docMk/>
            <pc:sldMk cId="2397736379" sldId="363"/>
            <ac:picMk id="14" creationId="{7BDAE766-1B33-4F9F-A358-B6E02E845A73}"/>
          </ac:picMkLst>
        </pc:picChg>
        <pc:cxnChg chg="add mod">
          <ac:chgData name="鈴木 秀規" userId="f68c5fd9-22d5-4c0a-9833-7fb0f5135313" providerId="ADAL" clId="{1E1EFADE-4A0B-47B8-8EF8-2E15F0F63983}" dt="2021-01-29T00:14:49.865" v="60" actId="14100"/>
          <ac:cxnSpMkLst>
            <pc:docMk/>
            <pc:sldMk cId="2397736379" sldId="363"/>
            <ac:cxnSpMk id="19" creationId="{16079599-50A7-49A6-83C1-B3323B66C70B}"/>
          </ac:cxnSpMkLst>
        </pc:cxnChg>
      </pc:sldChg>
      <pc:sldChg chg="addSp modSp new mod">
        <pc:chgData name="鈴木 秀規" userId="f68c5fd9-22d5-4c0a-9833-7fb0f5135313" providerId="ADAL" clId="{1E1EFADE-4A0B-47B8-8EF8-2E15F0F63983}" dt="2021-01-29T00:17:54.169" v="88" actId="207"/>
        <pc:sldMkLst>
          <pc:docMk/>
          <pc:sldMk cId="3552865651" sldId="364"/>
        </pc:sldMkLst>
        <pc:spChg chg="mod">
          <ac:chgData name="鈴木 秀規" userId="f68c5fd9-22d5-4c0a-9833-7fb0f5135313" providerId="ADAL" clId="{1E1EFADE-4A0B-47B8-8EF8-2E15F0F63983}" dt="2021-01-29T00:15:46.890" v="69"/>
          <ac:spMkLst>
            <pc:docMk/>
            <pc:sldMk cId="3552865651" sldId="364"/>
            <ac:spMk id="3" creationId="{FC52C045-AF5D-4177-9686-6E3B1C56B3F2}"/>
          </ac:spMkLst>
        </pc:spChg>
        <pc:spChg chg="mod">
          <ac:chgData name="鈴木 秀規" userId="f68c5fd9-22d5-4c0a-9833-7fb0f5135313" providerId="ADAL" clId="{1E1EFADE-4A0B-47B8-8EF8-2E15F0F63983}" dt="2021-01-29T00:16:16.284" v="72" actId="14100"/>
          <ac:spMkLst>
            <pc:docMk/>
            <pc:sldMk cId="3552865651" sldId="364"/>
            <ac:spMk id="5" creationId="{38478430-D2D2-43E8-A544-59DBCE7B0C19}"/>
          </ac:spMkLst>
        </pc:spChg>
        <pc:spChg chg="add mod">
          <ac:chgData name="鈴木 秀規" userId="f68c5fd9-22d5-4c0a-9833-7fb0f5135313" providerId="ADAL" clId="{1E1EFADE-4A0B-47B8-8EF8-2E15F0F63983}" dt="2021-01-29T00:16:49.748" v="80" actId="1076"/>
          <ac:spMkLst>
            <pc:docMk/>
            <pc:sldMk cId="3552865651" sldId="364"/>
            <ac:spMk id="7" creationId="{C159160E-4B2B-478E-90BA-A131502546F4}"/>
          </ac:spMkLst>
        </pc:spChg>
        <pc:spChg chg="add mod">
          <ac:chgData name="鈴木 秀規" userId="f68c5fd9-22d5-4c0a-9833-7fb0f5135313" providerId="ADAL" clId="{1E1EFADE-4A0B-47B8-8EF8-2E15F0F63983}" dt="2021-01-29T00:17:11.352" v="81" actId="1076"/>
          <ac:spMkLst>
            <pc:docMk/>
            <pc:sldMk cId="3552865651" sldId="364"/>
            <ac:spMk id="8" creationId="{A32681F3-C3D9-4D89-B637-8B2D707EFF92}"/>
          </ac:spMkLst>
        </pc:spChg>
        <pc:spChg chg="add mod">
          <ac:chgData name="鈴木 秀規" userId="f68c5fd9-22d5-4c0a-9833-7fb0f5135313" providerId="ADAL" clId="{1E1EFADE-4A0B-47B8-8EF8-2E15F0F63983}" dt="2021-01-29T00:16:37.970" v="76" actId="2711"/>
          <ac:spMkLst>
            <pc:docMk/>
            <pc:sldMk cId="3552865651" sldId="364"/>
            <ac:spMk id="9" creationId="{DF4D1573-B46C-4F53-8B4F-50B71C8695D0}"/>
          </ac:spMkLst>
        </pc:spChg>
        <pc:spChg chg="add mod">
          <ac:chgData name="鈴木 秀規" userId="f68c5fd9-22d5-4c0a-9833-7fb0f5135313" providerId="ADAL" clId="{1E1EFADE-4A0B-47B8-8EF8-2E15F0F63983}" dt="2021-01-29T00:16:43.799" v="78" actId="1076"/>
          <ac:spMkLst>
            <pc:docMk/>
            <pc:sldMk cId="3552865651" sldId="364"/>
            <ac:spMk id="10" creationId="{A2715024-2A30-4871-83CE-5E1B628AB951}"/>
          </ac:spMkLst>
        </pc:spChg>
        <pc:spChg chg="add mod">
          <ac:chgData name="鈴木 秀規" userId="f68c5fd9-22d5-4c0a-9833-7fb0f5135313" providerId="ADAL" clId="{1E1EFADE-4A0B-47B8-8EF8-2E15F0F63983}" dt="2021-01-29T00:16:37.970" v="76" actId="2711"/>
          <ac:spMkLst>
            <pc:docMk/>
            <pc:sldMk cId="3552865651" sldId="364"/>
            <ac:spMk id="11" creationId="{957EF89D-824F-4299-9510-836CB7D8B8AB}"/>
          </ac:spMkLst>
        </pc:spChg>
        <pc:spChg chg="add mod">
          <ac:chgData name="鈴木 秀規" userId="f68c5fd9-22d5-4c0a-9833-7fb0f5135313" providerId="ADAL" clId="{1E1EFADE-4A0B-47B8-8EF8-2E15F0F63983}" dt="2021-01-29T00:17:15.476" v="82" actId="1076"/>
          <ac:spMkLst>
            <pc:docMk/>
            <pc:sldMk cId="3552865651" sldId="364"/>
            <ac:spMk id="12" creationId="{0C196E43-D0B6-4405-BA52-3FF0A595B5BB}"/>
          </ac:spMkLst>
        </pc:spChg>
        <pc:spChg chg="add mod">
          <ac:chgData name="鈴木 秀規" userId="f68c5fd9-22d5-4c0a-9833-7fb0f5135313" providerId="ADAL" clId="{1E1EFADE-4A0B-47B8-8EF8-2E15F0F63983}" dt="2021-01-29T00:17:54.169" v="88" actId="207"/>
          <ac:spMkLst>
            <pc:docMk/>
            <pc:sldMk cId="3552865651" sldId="364"/>
            <ac:spMk id="13" creationId="{D010DC61-83FD-4AC6-A2F6-5A72C825C88E}"/>
          </ac:spMkLst>
        </pc:spChg>
        <pc:picChg chg="add mod">
          <ac:chgData name="鈴木 秀規" userId="f68c5fd9-22d5-4c0a-9833-7fb0f5135313" providerId="ADAL" clId="{1E1EFADE-4A0B-47B8-8EF8-2E15F0F63983}" dt="2021-01-29T00:16:41.263" v="77" actId="1076"/>
          <ac:picMkLst>
            <pc:docMk/>
            <pc:sldMk cId="3552865651" sldId="364"/>
            <ac:picMk id="6" creationId="{B9D08F32-181C-403D-BEFE-EE927CE95728}"/>
          </ac:picMkLst>
        </pc:picChg>
      </pc:sldChg>
      <pc:sldChg chg="del">
        <pc:chgData name="鈴木 秀規" userId="f68c5fd9-22d5-4c0a-9833-7fb0f5135313" providerId="ADAL" clId="{1E1EFADE-4A0B-47B8-8EF8-2E15F0F63983}" dt="2021-01-29T00:11:30.439" v="27" actId="2696"/>
        <pc:sldMkLst>
          <pc:docMk/>
          <pc:sldMk cId="4093317005" sldId="364"/>
        </pc:sldMkLst>
      </pc:sldChg>
      <pc:sldChg chg="addSp delSp modSp new mod">
        <pc:chgData name="鈴木 秀規" userId="f68c5fd9-22d5-4c0a-9833-7fb0f5135313" providerId="ADAL" clId="{1E1EFADE-4A0B-47B8-8EF8-2E15F0F63983}" dt="2021-01-29T00:21:18.916" v="118" actId="1076"/>
        <pc:sldMkLst>
          <pc:docMk/>
          <pc:sldMk cId="478947157" sldId="365"/>
        </pc:sldMkLst>
        <pc:spChg chg="mod">
          <ac:chgData name="鈴木 秀規" userId="f68c5fd9-22d5-4c0a-9833-7fb0f5135313" providerId="ADAL" clId="{1E1EFADE-4A0B-47B8-8EF8-2E15F0F63983}" dt="2021-01-29T00:18:08.592" v="90"/>
          <ac:spMkLst>
            <pc:docMk/>
            <pc:sldMk cId="478947157" sldId="365"/>
            <ac:spMk id="3" creationId="{55A91000-E304-4E3B-B21E-A9B2535AC37F}"/>
          </ac:spMkLst>
        </pc:spChg>
        <pc:spChg chg="mod">
          <ac:chgData name="鈴木 秀規" userId="f68c5fd9-22d5-4c0a-9833-7fb0f5135313" providerId="ADAL" clId="{1E1EFADE-4A0B-47B8-8EF8-2E15F0F63983}" dt="2021-01-29T00:18:35.633" v="95" actId="14100"/>
          <ac:spMkLst>
            <pc:docMk/>
            <pc:sldMk cId="478947157" sldId="365"/>
            <ac:spMk id="5" creationId="{492852D1-6D33-4A32-AC28-D16FBBFBFB33}"/>
          </ac:spMkLst>
        </pc:spChg>
        <pc:spChg chg="add mod">
          <ac:chgData name="鈴木 秀規" userId="f68c5fd9-22d5-4c0a-9833-7fb0f5135313" providerId="ADAL" clId="{1E1EFADE-4A0B-47B8-8EF8-2E15F0F63983}" dt="2021-01-29T00:20:36.025" v="111" actId="1076"/>
          <ac:spMkLst>
            <pc:docMk/>
            <pc:sldMk cId="478947157" sldId="365"/>
            <ac:spMk id="6" creationId="{2857B8C7-D270-4718-905A-870624CA1351}"/>
          </ac:spMkLst>
        </pc:spChg>
        <pc:spChg chg="add del mod">
          <ac:chgData name="鈴木 秀規" userId="f68c5fd9-22d5-4c0a-9833-7fb0f5135313" providerId="ADAL" clId="{1E1EFADE-4A0B-47B8-8EF8-2E15F0F63983}" dt="2021-01-29T00:20:11.616" v="108" actId="478"/>
          <ac:spMkLst>
            <pc:docMk/>
            <pc:sldMk cId="478947157" sldId="365"/>
            <ac:spMk id="8" creationId="{94F2CBA2-D710-4703-B40E-4BB158BAD515}"/>
          </ac:spMkLst>
        </pc:spChg>
        <pc:spChg chg="add del mod">
          <ac:chgData name="鈴木 秀規" userId="f68c5fd9-22d5-4c0a-9833-7fb0f5135313" providerId="ADAL" clId="{1E1EFADE-4A0B-47B8-8EF8-2E15F0F63983}" dt="2021-01-29T00:20:11.616" v="108" actId="478"/>
          <ac:spMkLst>
            <pc:docMk/>
            <pc:sldMk cId="478947157" sldId="365"/>
            <ac:spMk id="9" creationId="{B217B3F4-D28A-4EDC-9BD0-D842EABEF1C8}"/>
          </ac:spMkLst>
        </pc:spChg>
        <pc:spChg chg="add mod">
          <ac:chgData name="鈴木 秀規" userId="f68c5fd9-22d5-4c0a-9833-7fb0f5135313" providerId="ADAL" clId="{1E1EFADE-4A0B-47B8-8EF8-2E15F0F63983}" dt="2021-01-29T00:20:36.025" v="111" actId="1076"/>
          <ac:spMkLst>
            <pc:docMk/>
            <pc:sldMk cId="478947157" sldId="365"/>
            <ac:spMk id="10" creationId="{E7DC8134-5B93-4206-9644-7BB0C6A04CC7}"/>
          </ac:spMkLst>
        </pc:spChg>
        <pc:spChg chg="add mod">
          <ac:chgData name="鈴木 秀規" userId="f68c5fd9-22d5-4c0a-9833-7fb0f5135313" providerId="ADAL" clId="{1E1EFADE-4A0B-47B8-8EF8-2E15F0F63983}" dt="2021-01-29T00:20:36.025" v="111" actId="1076"/>
          <ac:spMkLst>
            <pc:docMk/>
            <pc:sldMk cId="478947157" sldId="365"/>
            <ac:spMk id="11" creationId="{FDB29A7C-90B5-4225-8E07-4CBB61C64EEB}"/>
          </ac:spMkLst>
        </pc:spChg>
        <pc:spChg chg="add mod">
          <ac:chgData name="鈴木 秀規" userId="f68c5fd9-22d5-4c0a-9833-7fb0f5135313" providerId="ADAL" clId="{1E1EFADE-4A0B-47B8-8EF8-2E15F0F63983}" dt="2021-01-29T00:20:36.025" v="111" actId="1076"/>
          <ac:spMkLst>
            <pc:docMk/>
            <pc:sldMk cId="478947157" sldId="365"/>
            <ac:spMk id="12" creationId="{29D7918E-DF3D-4424-BD97-339EE186D0D2}"/>
          </ac:spMkLst>
        </pc:spChg>
        <pc:spChg chg="add mod">
          <ac:chgData name="鈴木 秀規" userId="f68c5fd9-22d5-4c0a-9833-7fb0f5135313" providerId="ADAL" clId="{1E1EFADE-4A0B-47B8-8EF8-2E15F0F63983}" dt="2021-01-29T00:20:36.025" v="111" actId="1076"/>
          <ac:spMkLst>
            <pc:docMk/>
            <pc:sldMk cId="478947157" sldId="365"/>
            <ac:spMk id="13" creationId="{8C91B8B2-EE5B-4682-848C-1AF71B2202B8}"/>
          </ac:spMkLst>
        </pc:spChg>
        <pc:spChg chg="add del mod">
          <ac:chgData name="鈴木 秀規" userId="f68c5fd9-22d5-4c0a-9833-7fb0f5135313" providerId="ADAL" clId="{1E1EFADE-4A0B-47B8-8EF8-2E15F0F63983}" dt="2021-01-29T00:20:11.616" v="108" actId="478"/>
          <ac:spMkLst>
            <pc:docMk/>
            <pc:sldMk cId="478947157" sldId="365"/>
            <ac:spMk id="14" creationId="{9E924238-8A8A-41A6-BD83-E6A64B48686F}"/>
          </ac:spMkLst>
        </pc:spChg>
        <pc:spChg chg="add del mod">
          <ac:chgData name="鈴木 秀規" userId="f68c5fd9-22d5-4c0a-9833-7fb0f5135313" providerId="ADAL" clId="{1E1EFADE-4A0B-47B8-8EF8-2E15F0F63983}" dt="2021-01-29T00:20:11.616" v="108" actId="478"/>
          <ac:spMkLst>
            <pc:docMk/>
            <pc:sldMk cId="478947157" sldId="365"/>
            <ac:spMk id="15" creationId="{7A9B927C-A2B4-4E58-B018-5A920F9C2D77}"/>
          </ac:spMkLst>
        </pc:spChg>
        <pc:spChg chg="add mod">
          <ac:chgData name="鈴木 秀規" userId="f68c5fd9-22d5-4c0a-9833-7fb0f5135313" providerId="ADAL" clId="{1E1EFADE-4A0B-47B8-8EF8-2E15F0F63983}" dt="2021-01-29T00:20:44.452" v="112" actId="1076"/>
          <ac:spMkLst>
            <pc:docMk/>
            <pc:sldMk cId="478947157" sldId="365"/>
            <ac:spMk id="17" creationId="{BDAFCB0D-0C14-4215-8A3C-3040003AA548}"/>
          </ac:spMkLst>
        </pc:spChg>
        <pc:spChg chg="add mod">
          <ac:chgData name="鈴木 秀規" userId="f68c5fd9-22d5-4c0a-9833-7fb0f5135313" providerId="ADAL" clId="{1E1EFADE-4A0B-47B8-8EF8-2E15F0F63983}" dt="2021-01-29T00:20:36.025" v="111" actId="1076"/>
          <ac:spMkLst>
            <pc:docMk/>
            <pc:sldMk cId="478947157" sldId="365"/>
            <ac:spMk id="18" creationId="{088D3CDF-989C-498A-B80E-3CB4B496F3C5}"/>
          </ac:spMkLst>
        </pc:spChg>
        <pc:spChg chg="add mod">
          <ac:chgData name="鈴木 秀規" userId="f68c5fd9-22d5-4c0a-9833-7fb0f5135313" providerId="ADAL" clId="{1E1EFADE-4A0B-47B8-8EF8-2E15F0F63983}" dt="2021-01-29T00:20:24.172" v="110" actId="1076"/>
          <ac:spMkLst>
            <pc:docMk/>
            <pc:sldMk cId="478947157" sldId="365"/>
            <ac:spMk id="19" creationId="{D25713F8-6146-49E0-A735-09721CFA4A98}"/>
          </ac:spMkLst>
        </pc:spChg>
        <pc:spChg chg="add mod">
          <ac:chgData name="鈴木 秀規" userId="f68c5fd9-22d5-4c0a-9833-7fb0f5135313" providerId="ADAL" clId="{1E1EFADE-4A0B-47B8-8EF8-2E15F0F63983}" dt="2021-01-29T00:20:24.172" v="110" actId="1076"/>
          <ac:spMkLst>
            <pc:docMk/>
            <pc:sldMk cId="478947157" sldId="365"/>
            <ac:spMk id="20" creationId="{4C0EC915-C419-46B7-96B5-711718CC2C84}"/>
          </ac:spMkLst>
        </pc:spChg>
        <pc:spChg chg="add mod">
          <ac:chgData name="鈴木 秀規" userId="f68c5fd9-22d5-4c0a-9833-7fb0f5135313" providerId="ADAL" clId="{1E1EFADE-4A0B-47B8-8EF8-2E15F0F63983}" dt="2021-01-29T00:20:24.172" v="110" actId="1076"/>
          <ac:spMkLst>
            <pc:docMk/>
            <pc:sldMk cId="478947157" sldId="365"/>
            <ac:spMk id="21" creationId="{F6044186-11D9-49E3-9DD6-DC282A53ADBF}"/>
          </ac:spMkLst>
        </pc:spChg>
        <pc:spChg chg="add mod">
          <ac:chgData name="鈴木 秀規" userId="f68c5fd9-22d5-4c0a-9833-7fb0f5135313" providerId="ADAL" clId="{1E1EFADE-4A0B-47B8-8EF8-2E15F0F63983}" dt="2021-01-29T00:20:24.172" v="110" actId="1076"/>
          <ac:spMkLst>
            <pc:docMk/>
            <pc:sldMk cId="478947157" sldId="365"/>
            <ac:spMk id="22" creationId="{11EEBDF1-14AF-48ED-835F-0F7CA0C73440}"/>
          </ac:spMkLst>
        </pc:spChg>
        <pc:spChg chg="add mod">
          <ac:chgData name="鈴木 秀規" userId="f68c5fd9-22d5-4c0a-9833-7fb0f5135313" providerId="ADAL" clId="{1E1EFADE-4A0B-47B8-8EF8-2E15F0F63983}" dt="2021-01-29T00:21:14.039" v="117" actId="1076"/>
          <ac:spMkLst>
            <pc:docMk/>
            <pc:sldMk cId="478947157" sldId="365"/>
            <ac:spMk id="23" creationId="{8CB1395C-7EBE-4320-87AD-7BBB3C16ECF5}"/>
          </ac:spMkLst>
        </pc:spChg>
        <pc:spChg chg="add mod">
          <ac:chgData name="鈴木 秀規" userId="f68c5fd9-22d5-4c0a-9833-7fb0f5135313" providerId="ADAL" clId="{1E1EFADE-4A0B-47B8-8EF8-2E15F0F63983}" dt="2021-01-29T00:21:10.475" v="115" actId="1076"/>
          <ac:spMkLst>
            <pc:docMk/>
            <pc:sldMk cId="478947157" sldId="365"/>
            <ac:spMk id="24" creationId="{E0265E26-824B-486F-B55D-71F36465C974}"/>
          </ac:spMkLst>
        </pc:spChg>
        <pc:picChg chg="add mod">
          <ac:chgData name="鈴木 秀規" userId="f68c5fd9-22d5-4c0a-9833-7fb0f5135313" providerId="ADAL" clId="{1E1EFADE-4A0B-47B8-8EF8-2E15F0F63983}" dt="2021-01-29T00:20:36.025" v="111" actId="1076"/>
          <ac:picMkLst>
            <pc:docMk/>
            <pc:sldMk cId="478947157" sldId="365"/>
            <ac:picMk id="7" creationId="{A4793A49-F322-4ECE-8EED-B8A304F4B1ED}"/>
          </ac:picMkLst>
        </pc:picChg>
        <pc:picChg chg="add mod">
          <ac:chgData name="鈴木 秀規" userId="f68c5fd9-22d5-4c0a-9833-7fb0f5135313" providerId="ADAL" clId="{1E1EFADE-4A0B-47B8-8EF8-2E15F0F63983}" dt="2021-01-29T00:21:18.916" v="118" actId="1076"/>
          <ac:picMkLst>
            <pc:docMk/>
            <pc:sldMk cId="478947157" sldId="365"/>
            <ac:picMk id="25" creationId="{4A40F5CB-6A01-4FC4-9AA4-7EFD7846DA36}"/>
          </ac:picMkLst>
        </pc:picChg>
        <pc:cxnChg chg="add del mod">
          <ac:chgData name="鈴木 秀規" userId="f68c5fd9-22d5-4c0a-9833-7fb0f5135313" providerId="ADAL" clId="{1E1EFADE-4A0B-47B8-8EF8-2E15F0F63983}" dt="2021-01-29T00:20:11.616" v="108" actId="478"/>
          <ac:cxnSpMkLst>
            <pc:docMk/>
            <pc:sldMk cId="478947157" sldId="365"/>
            <ac:cxnSpMk id="16" creationId="{233AC4A5-1530-4DE3-BF91-A16E54620E23}"/>
          </ac:cxnSpMkLst>
        </pc:cxnChg>
        <pc:cxnChg chg="add mod">
          <ac:chgData name="鈴木 秀規" userId="f68c5fd9-22d5-4c0a-9833-7fb0f5135313" providerId="ADAL" clId="{1E1EFADE-4A0B-47B8-8EF8-2E15F0F63983}" dt="2021-01-29T00:21:18.916" v="118" actId="1076"/>
          <ac:cxnSpMkLst>
            <pc:docMk/>
            <pc:sldMk cId="478947157" sldId="365"/>
            <ac:cxnSpMk id="26" creationId="{B74B2C69-099F-40FB-A841-1A1F497335F0}"/>
          </ac:cxnSpMkLst>
        </pc:cxnChg>
      </pc:sldChg>
      <pc:sldChg chg="del">
        <pc:chgData name="鈴木 秀規" userId="f68c5fd9-22d5-4c0a-9833-7fb0f5135313" providerId="ADAL" clId="{1E1EFADE-4A0B-47B8-8EF8-2E15F0F63983}" dt="2021-01-29T00:11:30.439" v="27" actId="2696"/>
        <pc:sldMkLst>
          <pc:docMk/>
          <pc:sldMk cId="4051364436" sldId="365"/>
        </pc:sldMkLst>
      </pc:sldChg>
      <pc:sldChg chg="del">
        <pc:chgData name="鈴木 秀規" userId="f68c5fd9-22d5-4c0a-9833-7fb0f5135313" providerId="ADAL" clId="{1E1EFADE-4A0B-47B8-8EF8-2E15F0F63983}" dt="2021-01-29T00:11:30.439" v="27" actId="2696"/>
        <pc:sldMkLst>
          <pc:docMk/>
          <pc:sldMk cId="402670913" sldId="366"/>
        </pc:sldMkLst>
      </pc:sldChg>
      <pc:sldChg chg="addSp modSp new mod">
        <pc:chgData name="鈴木 秀規" userId="f68c5fd9-22d5-4c0a-9833-7fb0f5135313" providerId="ADAL" clId="{1E1EFADE-4A0B-47B8-8EF8-2E15F0F63983}" dt="2021-01-29T00:24:02.675" v="142" actId="1076"/>
        <pc:sldMkLst>
          <pc:docMk/>
          <pc:sldMk cId="1806702686" sldId="366"/>
        </pc:sldMkLst>
        <pc:spChg chg="mod">
          <ac:chgData name="鈴木 秀規" userId="f68c5fd9-22d5-4c0a-9833-7fb0f5135313" providerId="ADAL" clId="{1E1EFADE-4A0B-47B8-8EF8-2E15F0F63983}" dt="2021-01-29T00:21:49.332" v="120"/>
          <ac:spMkLst>
            <pc:docMk/>
            <pc:sldMk cId="1806702686" sldId="366"/>
            <ac:spMk id="3" creationId="{478D5FEB-5EE5-415B-924C-7E522D578338}"/>
          </ac:spMkLst>
        </pc:spChg>
        <pc:spChg chg="mod">
          <ac:chgData name="鈴木 秀規" userId="f68c5fd9-22d5-4c0a-9833-7fb0f5135313" providerId="ADAL" clId="{1E1EFADE-4A0B-47B8-8EF8-2E15F0F63983}" dt="2021-01-29T00:21:59.962" v="123" actId="14100"/>
          <ac:spMkLst>
            <pc:docMk/>
            <pc:sldMk cId="1806702686" sldId="366"/>
            <ac:spMk id="5" creationId="{91E750B5-0B27-4A32-9B71-66D6F1EEDD23}"/>
          </ac:spMkLst>
        </pc:spChg>
        <pc:spChg chg="add mod">
          <ac:chgData name="鈴木 秀規" userId="f68c5fd9-22d5-4c0a-9833-7fb0f5135313" providerId="ADAL" clId="{1E1EFADE-4A0B-47B8-8EF8-2E15F0F63983}" dt="2021-01-29T00:22:43.055" v="128" actId="14100"/>
          <ac:spMkLst>
            <pc:docMk/>
            <pc:sldMk cId="1806702686" sldId="366"/>
            <ac:spMk id="6" creationId="{946AA50B-FE07-4E8F-8FDA-3A5F47202D23}"/>
          </ac:spMkLst>
        </pc:spChg>
        <pc:spChg chg="add mod">
          <ac:chgData name="鈴木 秀規" userId="f68c5fd9-22d5-4c0a-9833-7fb0f5135313" providerId="ADAL" clId="{1E1EFADE-4A0B-47B8-8EF8-2E15F0F63983}" dt="2021-01-29T00:23:47.497" v="138" actId="207"/>
          <ac:spMkLst>
            <pc:docMk/>
            <pc:sldMk cId="1806702686" sldId="366"/>
            <ac:spMk id="7" creationId="{9A2EEBBE-CBB4-459D-B99F-4E7092FE48A6}"/>
          </ac:spMkLst>
        </pc:spChg>
        <pc:spChg chg="add mod">
          <ac:chgData name="鈴木 秀規" userId="f68c5fd9-22d5-4c0a-9833-7fb0f5135313" providerId="ADAL" clId="{1E1EFADE-4A0B-47B8-8EF8-2E15F0F63983}" dt="2021-01-29T00:23:56.399" v="140" actId="208"/>
          <ac:spMkLst>
            <pc:docMk/>
            <pc:sldMk cId="1806702686" sldId="366"/>
            <ac:spMk id="8" creationId="{202270CD-5579-4447-9B39-D6DE540299FE}"/>
          </ac:spMkLst>
        </pc:spChg>
        <pc:spChg chg="add mod">
          <ac:chgData name="鈴木 秀規" userId="f68c5fd9-22d5-4c0a-9833-7fb0f5135313" providerId="ADAL" clId="{1E1EFADE-4A0B-47B8-8EF8-2E15F0F63983}" dt="2021-01-29T00:23:47.497" v="138" actId="207"/>
          <ac:spMkLst>
            <pc:docMk/>
            <pc:sldMk cId="1806702686" sldId="366"/>
            <ac:spMk id="9" creationId="{F7C3B88A-B02A-4601-B9DB-74D8E9938E79}"/>
          </ac:spMkLst>
        </pc:spChg>
        <pc:spChg chg="add mod">
          <ac:chgData name="鈴木 秀規" userId="f68c5fd9-22d5-4c0a-9833-7fb0f5135313" providerId="ADAL" clId="{1E1EFADE-4A0B-47B8-8EF8-2E15F0F63983}" dt="2021-01-29T00:23:56.399" v="140" actId="208"/>
          <ac:spMkLst>
            <pc:docMk/>
            <pc:sldMk cId="1806702686" sldId="366"/>
            <ac:spMk id="10" creationId="{99193524-9B19-46D9-8F43-E02C1ACCD91D}"/>
          </ac:spMkLst>
        </pc:spChg>
        <pc:spChg chg="add mod">
          <ac:chgData name="鈴木 秀規" userId="f68c5fd9-22d5-4c0a-9833-7fb0f5135313" providerId="ADAL" clId="{1E1EFADE-4A0B-47B8-8EF8-2E15F0F63983}" dt="2021-01-29T00:24:00.781" v="141" actId="14100"/>
          <ac:spMkLst>
            <pc:docMk/>
            <pc:sldMk cId="1806702686" sldId="366"/>
            <ac:spMk id="11" creationId="{19500425-6D4D-4CBE-AE0D-89C85F1F9887}"/>
          </ac:spMkLst>
        </pc:spChg>
        <pc:picChg chg="add mod">
          <ac:chgData name="鈴木 秀規" userId="f68c5fd9-22d5-4c0a-9833-7fb0f5135313" providerId="ADAL" clId="{1E1EFADE-4A0B-47B8-8EF8-2E15F0F63983}" dt="2021-01-29T00:24:02.675" v="142" actId="1076"/>
          <ac:picMkLst>
            <pc:docMk/>
            <pc:sldMk cId="1806702686" sldId="366"/>
            <ac:picMk id="12" creationId="{F67D739C-D20B-4873-B1B4-A9B89C0D28E0}"/>
          </ac:picMkLst>
        </pc:picChg>
        <pc:cxnChg chg="add mod">
          <ac:chgData name="鈴木 秀規" userId="f68c5fd9-22d5-4c0a-9833-7fb0f5135313" providerId="ADAL" clId="{1E1EFADE-4A0B-47B8-8EF8-2E15F0F63983}" dt="2021-01-29T00:24:00.781" v="141" actId="14100"/>
          <ac:cxnSpMkLst>
            <pc:docMk/>
            <pc:sldMk cId="1806702686" sldId="366"/>
            <ac:cxnSpMk id="13" creationId="{DD752717-DB6F-4730-A497-ADC757BB4030}"/>
          </ac:cxnSpMkLst>
        </pc:cxnChg>
        <pc:cxnChg chg="add mod">
          <ac:chgData name="鈴木 秀規" userId="f68c5fd9-22d5-4c0a-9833-7fb0f5135313" providerId="ADAL" clId="{1E1EFADE-4A0B-47B8-8EF8-2E15F0F63983}" dt="2021-01-29T00:24:00.781" v="141" actId="14100"/>
          <ac:cxnSpMkLst>
            <pc:docMk/>
            <pc:sldMk cId="1806702686" sldId="366"/>
            <ac:cxnSpMk id="14" creationId="{4ED2DF65-5E86-4838-82AF-A9A1ACFAD0AF}"/>
          </ac:cxnSpMkLst>
        </pc:cxnChg>
      </pc:sldChg>
      <pc:sldChg chg="addSp delSp modSp new mod">
        <pc:chgData name="鈴木 秀規" userId="f68c5fd9-22d5-4c0a-9833-7fb0f5135313" providerId="ADAL" clId="{1E1EFADE-4A0B-47B8-8EF8-2E15F0F63983}" dt="2021-01-29T00:26:53.462" v="166" actId="1076"/>
        <pc:sldMkLst>
          <pc:docMk/>
          <pc:sldMk cId="2356507688" sldId="367"/>
        </pc:sldMkLst>
        <pc:spChg chg="mod">
          <ac:chgData name="鈴木 秀規" userId="f68c5fd9-22d5-4c0a-9833-7fb0f5135313" providerId="ADAL" clId="{1E1EFADE-4A0B-47B8-8EF8-2E15F0F63983}" dt="2021-01-29T00:24:28.545" v="144"/>
          <ac:spMkLst>
            <pc:docMk/>
            <pc:sldMk cId="2356507688" sldId="367"/>
            <ac:spMk id="3" creationId="{0DE09D4B-8ECC-485D-854D-A36CE5482C07}"/>
          </ac:spMkLst>
        </pc:spChg>
        <pc:spChg chg="mod">
          <ac:chgData name="鈴木 秀規" userId="f68c5fd9-22d5-4c0a-9833-7fb0f5135313" providerId="ADAL" clId="{1E1EFADE-4A0B-47B8-8EF8-2E15F0F63983}" dt="2021-01-29T00:24:39.921" v="147" actId="14100"/>
          <ac:spMkLst>
            <pc:docMk/>
            <pc:sldMk cId="2356507688" sldId="367"/>
            <ac:spMk id="5" creationId="{51231486-4CBE-4132-965E-C9524B3FA99D}"/>
          </ac:spMkLst>
        </pc:spChg>
        <pc:spChg chg="add mod">
          <ac:chgData name="鈴木 秀規" userId="f68c5fd9-22d5-4c0a-9833-7fb0f5135313" providerId="ADAL" clId="{1E1EFADE-4A0B-47B8-8EF8-2E15F0F63983}" dt="2021-01-29T00:24:50.811" v="148"/>
          <ac:spMkLst>
            <pc:docMk/>
            <pc:sldMk cId="2356507688" sldId="367"/>
            <ac:spMk id="6" creationId="{46BCE499-E819-4F5B-AF05-DA6F9D7AD143}"/>
          </ac:spMkLst>
        </pc:spChg>
        <pc:spChg chg="add mod">
          <ac:chgData name="鈴木 秀規" userId="f68c5fd9-22d5-4c0a-9833-7fb0f5135313" providerId="ADAL" clId="{1E1EFADE-4A0B-47B8-8EF8-2E15F0F63983}" dt="2021-01-29T00:25:00.828" v="149"/>
          <ac:spMkLst>
            <pc:docMk/>
            <pc:sldMk cId="2356507688" sldId="367"/>
            <ac:spMk id="7" creationId="{3DB0F0C6-20BD-43A2-AA00-5B25B82B4EB5}"/>
          </ac:spMkLst>
        </pc:spChg>
        <pc:spChg chg="add del mod">
          <ac:chgData name="鈴木 秀規" userId="f68c5fd9-22d5-4c0a-9833-7fb0f5135313" providerId="ADAL" clId="{1E1EFADE-4A0B-47B8-8EF8-2E15F0F63983}" dt="2021-01-29T00:25:14.082" v="152" actId="478"/>
          <ac:spMkLst>
            <pc:docMk/>
            <pc:sldMk cId="2356507688" sldId="367"/>
            <ac:spMk id="8" creationId="{F665F38A-60DE-4380-906F-F34E040AEAF4}"/>
          </ac:spMkLst>
        </pc:spChg>
        <pc:spChg chg="add mod">
          <ac:chgData name="鈴木 秀規" userId="f68c5fd9-22d5-4c0a-9833-7fb0f5135313" providerId="ADAL" clId="{1E1EFADE-4A0B-47B8-8EF8-2E15F0F63983}" dt="2021-01-29T00:25:00.828" v="149"/>
          <ac:spMkLst>
            <pc:docMk/>
            <pc:sldMk cId="2356507688" sldId="367"/>
            <ac:spMk id="9" creationId="{032B6714-2A1A-4B36-B8AE-B51C0E205C20}"/>
          </ac:spMkLst>
        </pc:spChg>
        <pc:spChg chg="add del mod">
          <ac:chgData name="鈴木 秀規" userId="f68c5fd9-22d5-4c0a-9833-7fb0f5135313" providerId="ADAL" clId="{1E1EFADE-4A0B-47B8-8EF8-2E15F0F63983}" dt="2021-01-29T00:25:14.082" v="152" actId="478"/>
          <ac:spMkLst>
            <pc:docMk/>
            <pc:sldMk cId="2356507688" sldId="367"/>
            <ac:spMk id="10" creationId="{602B420D-5A58-4266-94BB-6603D0434598}"/>
          </ac:spMkLst>
        </pc:spChg>
        <pc:spChg chg="add mod">
          <ac:chgData name="鈴木 秀規" userId="f68c5fd9-22d5-4c0a-9833-7fb0f5135313" providerId="ADAL" clId="{1E1EFADE-4A0B-47B8-8EF8-2E15F0F63983}" dt="2021-01-29T00:26:50.141" v="165" actId="14100"/>
          <ac:spMkLst>
            <pc:docMk/>
            <pc:sldMk cId="2356507688" sldId="367"/>
            <ac:spMk id="17" creationId="{470B463F-E13A-4FDF-B207-7C5A728B470F}"/>
          </ac:spMkLst>
        </pc:spChg>
        <pc:spChg chg="add mod">
          <ac:chgData name="鈴木 秀規" userId="f68c5fd9-22d5-4c0a-9833-7fb0f5135313" providerId="ADAL" clId="{1E1EFADE-4A0B-47B8-8EF8-2E15F0F63983}" dt="2021-01-29T00:26:53.462" v="166" actId="1076"/>
          <ac:spMkLst>
            <pc:docMk/>
            <pc:sldMk cId="2356507688" sldId="367"/>
            <ac:spMk id="18" creationId="{320C75C0-F5F8-446F-BF74-5B4E73387296}"/>
          </ac:spMkLst>
        </pc:spChg>
        <pc:picChg chg="add mod">
          <ac:chgData name="鈴木 秀規" userId="f68c5fd9-22d5-4c0a-9833-7fb0f5135313" providerId="ADAL" clId="{1E1EFADE-4A0B-47B8-8EF8-2E15F0F63983}" dt="2021-01-29T00:25:23.056" v="155" actId="1076"/>
          <ac:picMkLst>
            <pc:docMk/>
            <pc:sldMk cId="2356507688" sldId="367"/>
            <ac:picMk id="12" creationId="{C70641FD-7903-4900-8E39-CA553D7F3823}"/>
          </ac:picMkLst>
        </pc:picChg>
        <pc:picChg chg="add mod">
          <ac:chgData name="鈴木 秀規" userId="f68c5fd9-22d5-4c0a-9833-7fb0f5135313" providerId="ADAL" clId="{1E1EFADE-4A0B-47B8-8EF8-2E15F0F63983}" dt="2021-01-29T00:25:27.741" v="157" actId="1076"/>
          <ac:picMkLst>
            <pc:docMk/>
            <pc:sldMk cId="2356507688" sldId="367"/>
            <ac:picMk id="13" creationId="{60B6B710-DB15-4C3C-BCB7-3FAC5F21BC0F}"/>
          </ac:picMkLst>
        </pc:picChg>
        <pc:cxnChg chg="add del mod">
          <ac:chgData name="鈴木 秀規" userId="f68c5fd9-22d5-4c0a-9833-7fb0f5135313" providerId="ADAL" clId="{1E1EFADE-4A0B-47B8-8EF8-2E15F0F63983}" dt="2021-01-29T00:25:11.148" v="151" actId="478"/>
          <ac:cxnSpMkLst>
            <pc:docMk/>
            <pc:sldMk cId="2356507688" sldId="367"/>
            <ac:cxnSpMk id="11" creationId="{5A1B983F-586B-467D-9534-5D27D97D3B7C}"/>
          </ac:cxnSpMkLst>
        </pc:cxnChg>
        <pc:cxnChg chg="add mod">
          <ac:chgData name="鈴木 秀規" userId="f68c5fd9-22d5-4c0a-9833-7fb0f5135313" providerId="ADAL" clId="{1E1EFADE-4A0B-47B8-8EF8-2E15F0F63983}" dt="2021-01-29T00:26:21.303" v="160" actId="14100"/>
          <ac:cxnSpMkLst>
            <pc:docMk/>
            <pc:sldMk cId="2356507688" sldId="367"/>
            <ac:cxnSpMk id="14" creationId="{B9F2AB8E-1FFD-4B85-8EB7-1D06FFA6A247}"/>
          </ac:cxnSpMkLst>
        </pc:cxnChg>
      </pc:sldChg>
      <pc:sldChg chg="del">
        <pc:chgData name="鈴木 秀規" userId="f68c5fd9-22d5-4c0a-9833-7fb0f5135313" providerId="ADAL" clId="{1E1EFADE-4A0B-47B8-8EF8-2E15F0F63983}" dt="2021-01-29T00:11:30.439" v="27" actId="2696"/>
        <pc:sldMkLst>
          <pc:docMk/>
          <pc:sldMk cId="2692777715" sldId="367"/>
        </pc:sldMkLst>
      </pc:sldChg>
      <pc:sldChg chg="del">
        <pc:chgData name="鈴木 秀規" userId="f68c5fd9-22d5-4c0a-9833-7fb0f5135313" providerId="ADAL" clId="{1E1EFADE-4A0B-47B8-8EF8-2E15F0F63983}" dt="2021-01-29T00:11:30.439" v="27" actId="2696"/>
        <pc:sldMkLst>
          <pc:docMk/>
          <pc:sldMk cId="1806057471" sldId="368"/>
        </pc:sldMkLst>
      </pc:sldChg>
      <pc:sldChg chg="addSp modSp new mod">
        <pc:chgData name="鈴木 秀規" userId="f68c5fd9-22d5-4c0a-9833-7fb0f5135313" providerId="ADAL" clId="{1E1EFADE-4A0B-47B8-8EF8-2E15F0F63983}" dt="2021-01-29T00:29:06.235" v="178" actId="2711"/>
        <pc:sldMkLst>
          <pc:docMk/>
          <pc:sldMk cId="3408830695" sldId="368"/>
        </pc:sldMkLst>
        <pc:spChg chg="mod">
          <ac:chgData name="鈴木 秀規" userId="f68c5fd9-22d5-4c0a-9833-7fb0f5135313" providerId="ADAL" clId="{1E1EFADE-4A0B-47B8-8EF8-2E15F0F63983}" dt="2021-01-29T00:27:09.349" v="168"/>
          <ac:spMkLst>
            <pc:docMk/>
            <pc:sldMk cId="3408830695" sldId="368"/>
            <ac:spMk id="3" creationId="{5002EC92-ECB0-4095-B87E-7353CFD451D2}"/>
          </ac:spMkLst>
        </pc:spChg>
        <pc:spChg chg="mod">
          <ac:chgData name="鈴木 秀規" userId="f68c5fd9-22d5-4c0a-9833-7fb0f5135313" providerId="ADAL" clId="{1E1EFADE-4A0B-47B8-8EF8-2E15F0F63983}" dt="2021-01-29T00:27:22.242" v="170"/>
          <ac:spMkLst>
            <pc:docMk/>
            <pc:sldMk cId="3408830695" sldId="368"/>
            <ac:spMk id="5" creationId="{9CDC0925-A0B8-49EF-9C8F-7D47661320B2}"/>
          </ac:spMkLst>
        </pc:spChg>
        <pc:spChg chg="add mod">
          <ac:chgData name="鈴木 秀規" userId="f68c5fd9-22d5-4c0a-9833-7fb0f5135313" providerId="ADAL" clId="{1E1EFADE-4A0B-47B8-8EF8-2E15F0F63983}" dt="2021-01-29T00:28:04.022" v="172"/>
          <ac:spMkLst>
            <pc:docMk/>
            <pc:sldMk cId="3408830695" sldId="368"/>
            <ac:spMk id="6" creationId="{C199E4C4-F474-45E4-A38F-D73B24A85B3D}"/>
          </ac:spMkLst>
        </pc:spChg>
        <pc:spChg chg="add mod">
          <ac:chgData name="鈴木 秀規" userId="f68c5fd9-22d5-4c0a-9833-7fb0f5135313" providerId="ADAL" clId="{1E1EFADE-4A0B-47B8-8EF8-2E15F0F63983}" dt="2021-01-29T00:28:37.537" v="174" actId="1076"/>
          <ac:spMkLst>
            <pc:docMk/>
            <pc:sldMk cId="3408830695" sldId="368"/>
            <ac:spMk id="7" creationId="{684AACA2-9E41-4BA9-8A44-B8AE4109B60B}"/>
          </ac:spMkLst>
        </pc:spChg>
        <pc:spChg chg="add mod">
          <ac:chgData name="鈴木 秀規" userId="f68c5fd9-22d5-4c0a-9833-7fb0f5135313" providerId="ADAL" clId="{1E1EFADE-4A0B-47B8-8EF8-2E15F0F63983}" dt="2021-01-29T00:28:37.537" v="174" actId="1076"/>
          <ac:spMkLst>
            <pc:docMk/>
            <pc:sldMk cId="3408830695" sldId="368"/>
            <ac:spMk id="8" creationId="{B9084E7E-BA6E-4FB6-AA7C-B29BBC5F994B}"/>
          </ac:spMkLst>
        </pc:spChg>
        <pc:spChg chg="add mod">
          <ac:chgData name="鈴木 秀規" userId="f68c5fd9-22d5-4c0a-9833-7fb0f5135313" providerId="ADAL" clId="{1E1EFADE-4A0B-47B8-8EF8-2E15F0F63983}" dt="2021-01-29T00:28:37.537" v="174" actId="1076"/>
          <ac:spMkLst>
            <pc:docMk/>
            <pc:sldMk cId="3408830695" sldId="368"/>
            <ac:spMk id="9" creationId="{612AE2C2-DF1A-4293-8451-3E407649007F}"/>
          </ac:spMkLst>
        </pc:spChg>
        <pc:spChg chg="add mod">
          <ac:chgData name="鈴木 秀規" userId="f68c5fd9-22d5-4c0a-9833-7fb0f5135313" providerId="ADAL" clId="{1E1EFADE-4A0B-47B8-8EF8-2E15F0F63983}" dt="2021-01-29T00:28:37.537" v="174" actId="1076"/>
          <ac:spMkLst>
            <pc:docMk/>
            <pc:sldMk cId="3408830695" sldId="368"/>
            <ac:spMk id="10" creationId="{A9D0696B-B52B-4F23-A957-3875CAC47AE4}"/>
          </ac:spMkLst>
        </pc:spChg>
        <pc:spChg chg="add mod">
          <ac:chgData name="鈴木 秀規" userId="f68c5fd9-22d5-4c0a-9833-7fb0f5135313" providerId="ADAL" clId="{1E1EFADE-4A0B-47B8-8EF8-2E15F0F63983}" dt="2021-01-29T00:28:29.667" v="173"/>
          <ac:spMkLst>
            <pc:docMk/>
            <pc:sldMk cId="3408830695" sldId="368"/>
            <ac:spMk id="11" creationId="{66C77213-170E-4095-8AE4-1FC8D21DF5CC}"/>
          </ac:spMkLst>
        </pc:spChg>
        <pc:spChg chg="add mod">
          <ac:chgData name="鈴木 秀規" userId="f68c5fd9-22d5-4c0a-9833-7fb0f5135313" providerId="ADAL" clId="{1E1EFADE-4A0B-47B8-8EF8-2E15F0F63983}" dt="2021-01-29T00:29:06.235" v="178" actId="2711"/>
          <ac:spMkLst>
            <pc:docMk/>
            <pc:sldMk cId="3408830695" sldId="368"/>
            <ac:spMk id="17" creationId="{77850B7C-3631-4CE8-8A23-17E422245A56}"/>
          </ac:spMkLst>
        </pc:spChg>
        <pc:picChg chg="add mod">
          <ac:chgData name="鈴木 秀規" userId="f68c5fd9-22d5-4c0a-9833-7fb0f5135313" providerId="ADAL" clId="{1E1EFADE-4A0B-47B8-8EF8-2E15F0F63983}" dt="2021-01-29T00:28:29.667" v="173"/>
          <ac:picMkLst>
            <pc:docMk/>
            <pc:sldMk cId="3408830695" sldId="368"/>
            <ac:picMk id="12" creationId="{B20C8027-4969-418A-A683-31AD9ADF4C1F}"/>
          </ac:picMkLst>
        </pc:picChg>
        <pc:cxnChg chg="add mod">
          <ac:chgData name="鈴木 秀規" userId="f68c5fd9-22d5-4c0a-9833-7fb0f5135313" providerId="ADAL" clId="{1E1EFADE-4A0B-47B8-8EF8-2E15F0F63983}" dt="2021-01-29T00:28:37.537" v="174" actId="1076"/>
          <ac:cxnSpMkLst>
            <pc:docMk/>
            <pc:sldMk cId="3408830695" sldId="368"/>
            <ac:cxnSpMk id="13" creationId="{C91DFC57-AEAC-4B79-9E83-9DBA2D653386}"/>
          </ac:cxnSpMkLst>
        </pc:cxnChg>
        <pc:cxnChg chg="add mod">
          <ac:chgData name="鈴木 秀規" userId="f68c5fd9-22d5-4c0a-9833-7fb0f5135313" providerId="ADAL" clId="{1E1EFADE-4A0B-47B8-8EF8-2E15F0F63983}" dt="2021-01-29T00:28:37.537" v="174" actId="1076"/>
          <ac:cxnSpMkLst>
            <pc:docMk/>
            <pc:sldMk cId="3408830695" sldId="368"/>
            <ac:cxnSpMk id="14" creationId="{BEAC50D5-109F-4C9E-8A58-1E09C0F915DC}"/>
          </ac:cxnSpMkLst>
        </pc:cxnChg>
      </pc:sldChg>
      <pc:sldChg chg="del">
        <pc:chgData name="鈴木 秀規" userId="f68c5fd9-22d5-4c0a-9833-7fb0f5135313" providerId="ADAL" clId="{1E1EFADE-4A0B-47B8-8EF8-2E15F0F63983}" dt="2021-01-29T00:11:30.439" v="27" actId="2696"/>
        <pc:sldMkLst>
          <pc:docMk/>
          <pc:sldMk cId="167090370" sldId="369"/>
        </pc:sldMkLst>
      </pc:sldChg>
      <pc:sldChg chg="addSp modSp new mod">
        <pc:chgData name="鈴木 秀規" userId="f68c5fd9-22d5-4c0a-9833-7fb0f5135313" providerId="ADAL" clId="{1E1EFADE-4A0B-47B8-8EF8-2E15F0F63983}" dt="2021-01-29T00:31:14.826" v="196" actId="1076"/>
        <pc:sldMkLst>
          <pc:docMk/>
          <pc:sldMk cId="2975628319" sldId="369"/>
        </pc:sldMkLst>
        <pc:spChg chg="mod">
          <ac:chgData name="鈴木 秀規" userId="f68c5fd9-22d5-4c0a-9833-7fb0f5135313" providerId="ADAL" clId="{1E1EFADE-4A0B-47B8-8EF8-2E15F0F63983}" dt="2021-01-29T00:29:37.243" v="180"/>
          <ac:spMkLst>
            <pc:docMk/>
            <pc:sldMk cId="2975628319" sldId="369"/>
            <ac:spMk id="3" creationId="{11C7B0E6-254D-450A-8B22-DB7F224B9997}"/>
          </ac:spMkLst>
        </pc:spChg>
        <pc:spChg chg="mod">
          <ac:chgData name="鈴木 秀規" userId="f68c5fd9-22d5-4c0a-9833-7fb0f5135313" providerId="ADAL" clId="{1E1EFADE-4A0B-47B8-8EF8-2E15F0F63983}" dt="2021-01-29T00:29:51.901" v="184" actId="14100"/>
          <ac:spMkLst>
            <pc:docMk/>
            <pc:sldMk cId="2975628319" sldId="369"/>
            <ac:spMk id="5" creationId="{0E4B8641-2D26-4EAE-BE48-46B87CC5C967}"/>
          </ac:spMkLst>
        </pc:spChg>
        <pc:spChg chg="add mod">
          <ac:chgData name="鈴木 秀規" userId="f68c5fd9-22d5-4c0a-9833-7fb0f5135313" providerId="ADAL" clId="{1E1EFADE-4A0B-47B8-8EF8-2E15F0F63983}" dt="2021-01-29T00:31:14.826" v="196" actId="1076"/>
          <ac:spMkLst>
            <pc:docMk/>
            <pc:sldMk cId="2975628319" sldId="369"/>
            <ac:spMk id="6" creationId="{5D70D932-7707-4BA7-B6B5-F5C2C40FA71B}"/>
          </ac:spMkLst>
        </pc:spChg>
        <pc:spChg chg="add mod">
          <ac:chgData name="鈴木 秀規" userId="f68c5fd9-22d5-4c0a-9833-7fb0f5135313" providerId="ADAL" clId="{1E1EFADE-4A0B-47B8-8EF8-2E15F0F63983}" dt="2021-01-29T00:31:14.826" v="196" actId="1076"/>
          <ac:spMkLst>
            <pc:docMk/>
            <pc:sldMk cId="2975628319" sldId="369"/>
            <ac:spMk id="7" creationId="{4D5905BD-9D68-4848-83C6-B81F0E749708}"/>
          </ac:spMkLst>
        </pc:spChg>
      </pc:sldChg>
      <pc:sldChg chg="del">
        <pc:chgData name="鈴木 秀規" userId="f68c5fd9-22d5-4c0a-9833-7fb0f5135313" providerId="ADAL" clId="{1E1EFADE-4A0B-47B8-8EF8-2E15F0F63983}" dt="2021-01-29T00:11:30.439" v="27" actId="2696"/>
        <pc:sldMkLst>
          <pc:docMk/>
          <pc:sldMk cId="95388061" sldId="370"/>
        </pc:sldMkLst>
      </pc:sldChg>
      <pc:sldChg chg="addSp delSp modSp new mod">
        <pc:chgData name="鈴木 秀規" userId="f68c5fd9-22d5-4c0a-9833-7fb0f5135313" providerId="ADAL" clId="{1E1EFADE-4A0B-47B8-8EF8-2E15F0F63983}" dt="2021-01-29T00:38:17.434" v="317" actId="1076"/>
        <pc:sldMkLst>
          <pc:docMk/>
          <pc:sldMk cId="3073446168" sldId="370"/>
        </pc:sldMkLst>
        <pc:spChg chg="mod">
          <ac:chgData name="鈴木 秀規" userId="f68c5fd9-22d5-4c0a-9833-7fb0f5135313" providerId="ADAL" clId="{1E1EFADE-4A0B-47B8-8EF8-2E15F0F63983}" dt="2021-01-29T00:31:57.124" v="198"/>
          <ac:spMkLst>
            <pc:docMk/>
            <pc:sldMk cId="3073446168" sldId="370"/>
            <ac:spMk id="3" creationId="{8928170B-299F-43CA-B096-212503F24494}"/>
          </ac:spMkLst>
        </pc:spChg>
        <pc:spChg chg="mod">
          <ac:chgData name="鈴木 秀規" userId="f68c5fd9-22d5-4c0a-9833-7fb0f5135313" providerId="ADAL" clId="{1E1EFADE-4A0B-47B8-8EF8-2E15F0F63983}" dt="2021-01-29T00:32:16.061" v="201" actId="14100"/>
          <ac:spMkLst>
            <pc:docMk/>
            <pc:sldMk cId="3073446168" sldId="370"/>
            <ac:spMk id="5" creationId="{017D2A7A-839D-429B-BC25-FFEC4EF05E6B}"/>
          </ac:spMkLst>
        </pc:spChg>
        <pc:spChg chg="add mod">
          <ac:chgData name="鈴木 秀規" userId="f68c5fd9-22d5-4c0a-9833-7fb0f5135313" providerId="ADAL" clId="{1E1EFADE-4A0B-47B8-8EF8-2E15F0F63983}" dt="2021-01-29T00:33:14.549" v="208" actId="14100"/>
          <ac:spMkLst>
            <pc:docMk/>
            <pc:sldMk cId="3073446168" sldId="370"/>
            <ac:spMk id="6" creationId="{F19FE679-1845-4BF9-8935-2EC6E24B1D35}"/>
          </ac:spMkLst>
        </pc:spChg>
        <pc:spChg chg="add mod">
          <ac:chgData name="鈴木 秀規" userId="f68c5fd9-22d5-4c0a-9833-7fb0f5135313" providerId="ADAL" clId="{1E1EFADE-4A0B-47B8-8EF8-2E15F0F63983}" dt="2021-01-29T00:33:36.377" v="211" actId="1076"/>
          <ac:spMkLst>
            <pc:docMk/>
            <pc:sldMk cId="3073446168" sldId="370"/>
            <ac:spMk id="7" creationId="{4CB2807D-BA86-43CE-BE24-C22A484FF75B}"/>
          </ac:spMkLst>
        </pc:spChg>
        <pc:spChg chg="add mod">
          <ac:chgData name="鈴木 秀規" userId="f68c5fd9-22d5-4c0a-9833-7fb0f5135313" providerId="ADAL" clId="{1E1EFADE-4A0B-47B8-8EF8-2E15F0F63983}" dt="2021-01-29T00:33:36.377" v="211" actId="1076"/>
          <ac:spMkLst>
            <pc:docMk/>
            <pc:sldMk cId="3073446168" sldId="370"/>
            <ac:spMk id="8" creationId="{10D600DA-6874-4913-A1B1-270865584FD0}"/>
          </ac:spMkLst>
        </pc:spChg>
        <pc:spChg chg="add mod ord">
          <ac:chgData name="鈴木 秀規" userId="f68c5fd9-22d5-4c0a-9833-7fb0f5135313" providerId="ADAL" clId="{1E1EFADE-4A0B-47B8-8EF8-2E15F0F63983}" dt="2021-01-29T00:36:18.814" v="239" actId="1076"/>
          <ac:spMkLst>
            <pc:docMk/>
            <pc:sldMk cId="3073446168" sldId="370"/>
            <ac:spMk id="9" creationId="{7DD721DE-4909-4A5B-A925-FE0C78E59C9C}"/>
          </ac:spMkLst>
        </pc:spChg>
        <pc:spChg chg="add mod">
          <ac:chgData name="鈴木 秀規" userId="f68c5fd9-22d5-4c0a-9833-7fb0f5135313" providerId="ADAL" clId="{1E1EFADE-4A0B-47B8-8EF8-2E15F0F63983}" dt="2021-01-29T00:34:32.213" v="225" actId="1076"/>
          <ac:spMkLst>
            <pc:docMk/>
            <pc:sldMk cId="3073446168" sldId="370"/>
            <ac:spMk id="11" creationId="{A68EA743-B3D5-4228-920E-1591DDA12E3B}"/>
          </ac:spMkLst>
        </pc:spChg>
        <pc:spChg chg="add mod">
          <ac:chgData name="鈴木 秀規" userId="f68c5fd9-22d5-4c0a-9833-7fb0f5135313" providerId="ADAL" clId="{1E1EFADE-4A0B-47B8-8EF8-2E15F0F63983}" dt="2021-01-29T00:35:18.184" v="234" actId="14100"/>
          <ac:spMkLst>
            <pc:docMk/>
            <pc:sldMk cId="3073446168" sldId="370"/>
            <ac:spMk id="15" creationId="{09A4077E-6C3B-48A1-8BD4-549510DEA0CF}"/>
          </ac:spMkLst>
        </pc:spChg>
        <pc:spChg chg="add mod">
          <ac:chgData name="鈴木 秀規" userId="f68c5fd9-22d5-4c0a-9833-7fb0f5135313" providerId="ADAL" clId="{1E1EFADE-4A0B-47B8-8EF8-2E15F0F63983}" dt="2021-01-29T00:36:58.101" v="259" actId="20577"/>
          <ac:spMkLst>
            <pc:docMk/>
            <pc:sldMk cId="3073446168" sldId="370"/>
            <ac:spMk id="17" creationId="{E7421695-51FC-461A-B83F-F1004AF86A1B}"/>
          </ac:spMkLst>
        </pc:spChg>
        <pc:spChg chg="add mod">
          <ac:chgData name="鈴木 秀規" userId="f68c5fd9-22d5-4c0a-9833-7fb0f5135313" providerId="ADAL" clId="{1E1EFADE-4A0B-47B8-8EF8-2E15F0F63983}" dt="2021-01-29T00:37:06.328" v="261" actId="1076"/>
          <ac:spMkLst>
            <pc:docMk/>
            <pc:sldMk cId="3073446168" sldId="370"/>
            <ac:spMk id="18" creationId="{352D9822-B9AA-4465-9CC5-15B7CA8E90B5}"/>
          </ac:spMkLst>
        </pc:spChg>
        <pc:spChg chg="add del mod">
          <ac:chgData name="鈴木 秀規" userId="f68c5fd9-22d5-4c0a-9833-7fb0f5135313" providerId="ADAL" clId="{1E1EFADE-4A0B-47B8-8EF8-2E15F0F63983}" dt="2021-01-29T00:37:29.152" v="266"/>
          <ac:spMkLst>
            <pc:docMk/>
            <pc:sldMk cId="3073446168" sldId="370"/>
            <ac:spMk id="22" creationId="{25680C18-2D75-4DA4-B2D0-0F1FB35E4569}"/>
          </ac:spMkLst>
        </pc:spChg>
        <pc:spChg chg="add mod">
          <ac:chgData name="鈴木 秀規" userId="f68c5fd9-22d5-4c0a-9833-7fb0f5135313" providerId="ADAL" clId="{1E1EFADE-4A0B-47B8-8EF8-2E15F0F63983}" dt="2021-01-29T00:38:17.434" v="317" actId="1076"/>
          <ac:spMkLst>
            <pc:docMk/>
            <pc:sldMk cId="3073446168" sldId="370"/>
            <ac:spMk id="23" creationId="{C46DA2E4-1ED3-46D3-A289-D27DC1D5D1AD}"/>
          </ac:spMkLst>
        </pc:spChg>
        <pc:picChg chg="add mod ord">
          <ac:chgData name="鈴木 秀規" userId="f68c5fd9-22d5-4c0a-9833-7fb0f5135313" providerId="ADAL" clId="{1E1EFADE-4A0B-47B8-8EF8-2E15F0F63983}" dt="2021-01-29T00:36:10.360" v="237" actId="1076"/>
          <ac:picMkLst>
            <pc:docMk/>
            <pc:sldMk cId="3073446168" sldId="370"/>
            <ac:picMk id="10" creationId="{A80FE6E2-D221-4EBC-AD12-C5FE5D3CFC20}"/>
          </ac:picMkLst>
        </pc:picChg>
        <pc:picChg chg="add mod">
          <ac:chgData name="鈴木 秀規" userId="f68c5fd9-22d5-4c0a-9833-7fb0f5135313" providerId="ADAL" clId="{1E1EFADE-4A0B-47B8-8EF8-2E15F0F63983}" dt="2021-01-29T00:36:34.375" v="241" actId="1076"/>
          <ac:picMkLst>
            <pc:docMk/>
            <pc:sldMk cId="3073446168" sldId="370"/>
            <ac:picMk id="16" creationId="{2237D39A-7C2B-4B69-8480-840DABA1498C}"/>
          </ac:picMkLst>
        </pc:picChg>
        <pc:cxnChg chg="add mod">
          <ac:chgData name="鈴木 秀規" userId="f68c5fd9-22d5-4c0a-9833-7fb0f5135313" providerId="ADAL" clId="{1E1EFADE-4A0B-47B8-8EF8-2E15F0F63983}" dt="2021-01-29T00:34:53.851" v="229" actId="14100"/>
          <ac:cxnSpMkLst>
            <pc:docMk/>
            <pc:sldMk cId="3073446168" sldId="370"/>
            <ac:cxnSpMk id="12" creationId="{43FD7EC9-36C4-479B-BB1A-43108A31706F}"/>
          </ac:cxnSpMkLst>
        </pc:cxnChg>
        <pc:cxnChg chg="add mod">
          <ac:chgData name="鈴木 秀規" userId="f68c5fd9-22d5-4c0a-9833-7fb0f5135313" providerId="ADAL" clId="{1E1EFADE-4A0B-47B8-8EF8-2E15F0F63983}" dt="2021-01-29T00:37:15.541" v="264" actId="14100"/>
          <ac:cxnSpMkLst>
            <pc:docMk/>
            <pc:sldMk cId="3073446168" sldId="370"/>
            <ac:cxnSpMk id="19" creationId="{3E8DEDEC-50A5-44A1-8D62-8FD7B73EF21B}"/>
          </ac:cxnSpMkLst>
        </pc:cxnChg>
      </pc:sldChg>
      <pc:sldChg chg="del">
        <pc:chgData name="鈴木 秀規" userId="f68c5fd9-22d5-4c0a-9833-7fb0f5135313" providerId="ADAL" clId="{1E1EFADE-4A0B-47B8-8EF8-2E15F0F63983}" dt="2021-01-29T00:11:30.439" v="27" actId="2696"/>
        <pc:sldMkLst>
          <pc:docMk/>
          <pc:sldMk cId="853967147" sldId="371"/>
        </pc:sldMkLst>
      </pc:sldChg>
      <pc:sldChg chg="addSp modSp new mod">
        <pc:chgData name="鈴木 秀規" userId="f68c5fd9-22d5-4c0a-9833-7fb0f5135313" providerId="ADAL" clId="{1E1EFADE-4A0B-47B8-8EF8-2E15F0F63983}" dt="2021-01-29T00:40:29.979" v="342" actId="207"/>
        <pc:sldMkLst>
          <pc:docMk/>
          <pc:sldMk cId="1539385395" sldId="371"/>
        </pc:sldMkLst>
        <pc:spChg chg="mod">
          <ac:chgData name="鈴木 秀規" userId="f68c5fd9-22d5-4c0a-9833-7fb0f5135313" providerId="ADAL" clId="{1E1EFADE-4A0B-47B8-8EF8-2E15F0F63983}" dt="2021-01-29T00:38:35.296" v="319"/>
          <ac:spMkLst>
            <pc:docMk/>
            <pc:sldMk cId="1539385395" sldId="371"/>
            <ac:spMk id="3" creationId="{35492F31-2E8E-4E6E-9D2D-57CD34DFD451}"/>
          </ac:spMkLst>
        </pc:spChg>
        <pc:spChg chg="mod">
          <ac:chgData name="鈴木 秀規" userId="f68c5fd9-22d5-4c0a-9833-7fb0f5135313" providerId="ADAL" clId="{1E1EFADE-4A0B-47B8-8EF8-2E15F0F63983}" dt="2021-01-29T00:39:44.175" v="332" actId="20577"/>
          <ac:spMkLst>
            <pc:docMk/>
            <pc:sldMk cId="1539385395" sldId="371"/>
            <ac:spMk id="5" creationId="{040C932B-92A8-42D9-A58D-5864E59F180E}"/>
          </ac:spMkLst>
        </pc:spChg>
        <pc:spChg chg="add mod">
          <ac:chgData name="鈴木 秀規" userId="f68c5fd9-22d5-4c0a-9833-7fb0f5135313" providerId="ADAL" clId="{1E1EFADE-4A0B-47B8-8EF8-2E15F0F63983}" dt="2021-01-29T00:40:29.979" v="342" actId="207"/>
          <ac:spMkLst>
            <pc:docMk/>
            <pc:sldMk cId="1539385395" sldId="371"/>
            <ac:spMk id="6" creationId="{195E4A04-E536-47DC-B362-E15527D48178}"/>
          </ac:spMkLst>
        </pc:spChg>
        <pc:spChg chg="add mod">
          <ac:chgData name="鈴木 秀規" userId="f68c5fd9-22d5-4c0a-9833-7fb0f5135313" providerId="ADAL" clId="{1E1EFADE-4A0B-47B8-8EF8-2E15F0F63983}" dt="2021-01-29T00:40:16.912" v="340" actId="207"/>
          <ac:spMkLst>
            <pc:docMk/>
            <pc:sldMk cId="1539385395" sldId="371"/>
            <ac:spMk id="7" creationId="{C9F61678-5188-49FB-8B4B-E010C538D503}"/>
          </ac:spMkLst>
        </pc:spChg>
      </pc:sldChg>
      <pc:sldChg chg="del">
        <pc:chgData name="鈴木 秀規" userId="f68c5fd9-22d5-4c0a-9833-7fb0f5135313" providerId="ADAL" clId="{1E1EFADE-4A0B-47B8-8EF8-2E15F0F63983}" dt="2021-01-29T00:11:30.439" v="27" actId="2696"/>
        <pc:sldMkLst>
          <pc:docMk/>
          <pc:sldMk cId="193662145" sldId="372"/>
        </pc:sldMkLst>
      </pc:sldChg>
      <pc:sldChg chg="modSp new mod">
        <pc:chgData name="鈴木 秀規" userId="f68c5fd9-22d5-4c0a-9833-7fb0f5135313" providerId="ADAL" clId="{1E1EFADE-4A0B-47B8-8EF8-2E15F0F63983}" dt="2021-01-29T00:43:14.174" v="363" actId="20577"/>
        <pc:sldMkLst>
          <pc:docMk/>
          <pc:sldMk cId="246066953" sldId="372"/>
        </pc:sldMkLst>
        <pc:spChg chg="mod">
          <ac:chgData name="鈴木 秀規" userId="f68c5fd9-22d5-4c0a-9833-7fb0f5135313" providerId="ADAL" clId="{1E1EFADE-4A0B-47B8-8EF8-2E15F0F63983}" dt="2021-01-29T00:41:10.716" v="344"/>
          <ac:spMkLst>
            <pc:docMk/>
            <pc:sldMk cId="246066953" sldId="372"/>
            <ac:spMk id="3" creationId="{4A5311DD-D1AE-4581-BCDC-28EA63DA8C66}"/>
          </ac:spMkLst>
        </pc:spChg>
        <pc:spChg chg="mod">
          <ac:chgData name="鈴木 秀規" userId="f68c5fd9-22d5-4c0a-9833-7fb0f5135313" providerId="ADAL" clId="{1E1EFADE-4A0B-47B8-8EF8-2E15F0F63983}" dt="2021-01-29T00:43:14.174" v="363" actId="20577"/>
          <ac:spMkLst>
            <pc:docMk/>
            <pc:sldMk cId="246066953" sldId="372"/>
            <ac:spMk id="5" creationId="{C7BF8EB5-F4C0-4DBD-AD94-86BA96E96FC9}"/>
          </ac:spMkLst>
        </pc:spChg>
      </pc:sldChg>
      <pc:sldChg chg="del">
        <pc:chgData name="鈴木 秀規" userId="f68c5fd9-22d5-4c0a-9833-7fb0f5135313" providerId="ADAL" clId="{1E1EFADE-4A0B-47B8-8EF8-2E15F0F63983}" dt="2021-01-29T00:11:30.439" v="27" actId="2696"/>
        <pc:sldMkLst>
          <pc:docMk/>
          <pc:sldMk cId="3119782308" sldId="373"/>
        </pc:sldMkLst>
      </pc:sldChg>
      <pc:sldChg chg="addSp modSp new mod">
        <pc:chgData name="鈴木 秀規" userId="f68c5fd9-22d5-4c0a-9833-7fb0f5135313" providerId="ADAL" clId="{1E1EFADE-4A0B-47B8-8EF8-2E15F0F63983}" dt="2021-01-29T00:46:51.414" v="416" actId="1076"/>
        <pc:sldMkLst>
          <pc:docMk/>
          <pc:sldMk cId="4083622006" sldId="373"/>
        </pc:sldMkLst>
        <pc:spChg chg="mod">
          <ac:chgData name="鈴木 秀規" userId="f68c5fd9-22d5-4c0a-9833-7fb0f5135313" providerId="ADAL" clId="{1E1EFADE-4A0B-47B8-8EF8-2E15F0F63983}" dt="2021-01-29T00:43:26.237" v="365"/>
          <ac:spMkLst>
            <pc:docMk/>
            <pc:sldMk cId="4083622006" sldId="373"/>
            <ac:spMk id="3" creationId="{F21EF2BC-ACDB-4D26-A58E-3F69FB7B51A6}"/>
          </ac:spMkLst>
        </pc:spChg>
        <pc:spChg chg="mod">
          <ac:chgData name="鈴木 秀規" userId="f68c5fd9-22d5-4c0a-9833-7fb0f5135313" providerId="ADAL" clId="{1E1EFADE-4A0B-47B8-8EF8-2E15F0F63983}" dt="2021-01-29T00:43:49.809" v="381" actId="20577"/>
          <ac:spMkLst>
            <pc:docMk/>
            <pc:sldMk cId="4083622006" sldId="373"/>
            <ac:spMk id="5" creationId="{08AB8E15-1470-4368-AEA8-A657AFDBA915}"/>
          </ac:spMkLst>
        </pc:spChg>
        <pc:spChg chg="add mod">
          <ac:chgData name="鈴木 秀規" userId="f68c5fd9-22d5-4c0a-9833-7fb0f5135313" providerId="ADAL" clId="{1E1EFADE-4A0B-47B8-8EF8-2E15F0F63983}" dt="2021-01-29T00:46:37.865" v="412" actId="1076"/>
          <ac:spMkLst>
            <pc:docMk/>
            <pc:sldMk cId="4083622006" sldId="373"/>
            <ac:spMk id="6" creationId="{E2AC2086-AA04-447D-9465-2095E883D066}"/>
          </ac:spMkLst>
        </pc:spChg>
        <pc:spChg chg="add mod">
          <ac:chgData name="鈴木 秀規" userId="f68c5fd9-22d5-4c0a-9833-7fb0f5135313" providerId="ADAL" clId="{1E1EFADE-4A0B-47B8-8EF8-2E15F0F63983}" dt="2021-01-29T00:46:19.243" v="408" actId="1076"/>
          <ac:spMkLst>
            <pc:docMk/>
            <pc:sldMk cId="4083622006" sldId="373"/>
            <ac:spMk id="7" creationId="{562E9016-E9F0-4156-9DE1-2CC13EB323D8}"/>
          </ac:spMkLst>
        </pc:spChg>
        <pc:spChg chg="add mod">
          <ac:chgData name="鈴木 秀規" userId="f68c5fd9-22d5-4c0a-9833-7fb0f5135313" providerId="ADAL" clId="{1E1EFADE-4A0B-47B8-8EF8-2E15F0F63983}" dt="2021-01-29T00:46:19.243" v="408" actId="1076"/>
          <ac:spMkLst>
            <pc:docMk/>
            <pc:sldMk cId="4083622006" sldId="373"/>
            <ac:spMk id="8" creationId="{ABE3379B-C467-4CB9-8985-D62E00F34271}"/>
          </ac:spMkLst>
        </pc:spChg>
        <pc:spChg chg="add mod">
          <ac:chgData name="鈴木 秀規" userId="f68c5fd9-22d5-4c0a-9833-7fb0f5135313" providerId="ADAL" clId="{1E1EFADE-4A0B-47B8-8EF8-2E15F0F63983}" dt="2021-01-29T00:45:48.905" v="402" actId="1076"/>
          <ac:spMkLst>
            <pc:docMk/>
            <pc:sldMk cId="4083622006" sldId="373"/>
            <ac:spMk id="10" creationId="{E0BA7A6A-FD58-43AB-8181-20311D803686}"/>
          </ac:spMkLst>
        </pc:spChg>
        <pc:spChg chg="add mod">
          <ac:chgData name="鈴木 秀規" userId="f68c5fd9-22d5-4c0a-9833-7fb0f5135313" providerId="ADAL" clId="{1E1EFADE-4A0B-47B8-8EF8-2E15F0F63983}" dt="2021-01-29T00:46:51.414" v="416" actId="1076"/>
          <ac:spMkLst>
            <pc:docMk/>
            <pc:sldMk cId="4083622006" sldId="373"/>
            <ac:spMk id="17" creationId="{15D6BA6B-6A6A-4565-9C23-E0DCA4829241}"/>
          </ac:spMkLst>
        </pc:spChg>
        <pc:picChg chg="add mod ord">
          <ac:chgData name="鈴木 秀規" userId="f68c5fd9-22d5-4c0a-9833-7fb0f5135313" providerId="ADAL" clId="{1E1EFADE-4A0B-47B8-8EF8-2E15F0F63983}" dt="2021-01-29T00:45:58.142" v="403" actId="166"/>
          <ac:picMkLst>
            <pc:docMk/>
            <pc:sldMk cId="4083622006" sldId="373"/>
            <ac:picMk id="9" creationId="{DF4077C8-F3E5-4561-98AD-28F370FA61AE}"/>
          </ac:picMkLst>
        </pc:picChg>
        <pc:cxnChg chg="add mod">
          <ac:chgData name="鈴木 秀規" userId="f68c5fd9-22d5-4c0a-9833-7fb0f5135313" providerId="ADAL" clId="{1E1EFADE-4A0B-47B8-8EF8-2E15F0F63983}" dt="2021-01-29T00:46:21.196" v="409" actId="14100"/>
          <ac:cxnSpMkLst>
            <pc:docMk/>
            <pc:sldMk cId="4083622006" sldId="373"/>
            <ac:cxnSpMk id="11" creationId="{63FADA74-AFE4-436A-8041-104A159CA0DE}"/>
          </ac:cxnSpMkLst>
        </pc:cxnChg>
      </pc:sldChg>
      <pc:sldChg chg="addSp modSp new mod">
        <pc:chgData name="鈴木 秀規" userId="f68c5fd9-22d5-4c0a-9833-7fb0f5135313" providerId="ADAL" clId="{1E1EFADE-4A0B-47B8-8EF8-2E15F0F63983}" dt="2021-01-29T00:48:57.582" v="436" actId="207"/>
        <pc:sldMkLst>
          <pc:docMk/>
          <pc:sldMk cId="2781282954" sldId="374"/>
        </pc:sldMkLst>
        <pc:spChg chg="mod">
          <ac:chgData name="鈴木 秀規" userId="f68c5fd9-22d5-4c0a-9833-7fb0f5135313" providerId="ADAL" clId="{1E1EFADE-4A0B-47B8-8EF8-2E15F0F63983}" dt="2021-01-29T00:47:04.055" v="418"/>
          <ac:spMkLst>
            <pc:docMk/>
            <pc:sldMk cId="2781282954" sldId="374"/>
            <ac:spMk id="3" creationId="{FC2892DB-D72F-492C-B449-90F96BA5973A}"/>
          </ac:spMkLst>
        </pc:spChg>
        <pc:spChg chg="mod">
          <ac:chgData name="鈴木 秀規" userId="f68c5fd9-22d5-4c0a-9833-7fb0f5135313" providerId="ADAL" clId="{1E1EFADE-4A0B-47B8-8EF8-2E15F0F63983}" dt="2021-01-29T00:47:17.927" v="421" actId="20577"/>
          <ac:spMkLst>
            <pc:docMk/>
            <pc:sldMk cId="2781282954" sldId="374"/>
            <ac:spMk id="5" creationId="{BDC9C904-5D31-41FC-8B13-9BE5C512630D}"/>
          </ac:spMkLst>
        </pc:spChg>
        <pc:spChg chg="add mod">
          <ac:chgData name="鈴木 秀規" userId="f68c5fd9-22d5-4c0a-9833-7fb0f5135313" providerId="ADAL" clId="{1E1EFADE-4A0B-47B8-8EF8-2E15F0F63983}" dt="2021-01-29T00:48:18.932" v="431" actId="14100"/>
          <ac:spMkLst>
            <pc:docMk/>
            <pc:sldMk cId="2781282954" sldId="374"/>
            <ac:spMk id="6" creationId="{8C66F86B-53DB-41C4-ABBF-025E60039E3A}"/>
          </ac:spMkLst>
        </pc:spChg>
        <pc:spChg chg="add mod">
          <ac:chgData name="鈴木 秀規" userId="f68c5fd9-22d5-4c0a-9833-7fb0f5135313" providerId="ADAL" clId="{1E1EFADE-4A0B-47B8-8EF8-2E15F0F63983}" dt="2021-01-29T00:48:57.582" v="436" actId="207"/>
          <ac:spMkLst>
            <pc:docMk/>
            <pc:sldMk cId="2781282954" sldId="374"/>
            <ac:spMk id="7" creationId="{DD33C7F7-AAF0-4232-A95F-84031FE4AE56}"/>
          </ac:spMkLst>
        </pc:spChg>
      </pc:sldChg>
      <pc:sldChg chg="del">
        <pc:chgData name="鈴木 秀規" userId="f68c5fd9-22d5-4c0a-9833-7fb0f5135313" providerId="ADAL" clId="{1E1EFADE-4A0B-47B8-8EF8-2E15F0F63983}" dt="2021-01-29T00:11:30.439" v="27" actId="2696"/>
        <pc:sldMkLst>
          <pc:docMk/>
          <pc:sldMk cId="4094264785" sldId="374"/>
        </pc:sldMkLst>
      </pc:sldChg>
      <pc:sldChg chg="del">
        <pc:chgData name="鈴木 秀規" userId="f68c5fd9-22d5-4c0a-9833-7fb0f5135313" providerId="ADAL" clId="{1E1EFADE-4A0B-47B8-8EF8-2E15F0F63983}" dt="2021-01-29T00:11:30.439" v="27" actId="2696"/>
        <pc:sldMkLst>
          <pc:docMk/>
          <pc:sldMk cId="1155857800" sldId="375"/>
        </pc:sldMkLst>
      </pc:sldChg>
      <pc:sldChg chg="modSp new mod">
        <pc:chgData name="鈴木 秀規" userId="f68c5fd9-22d5-4c0a-9833-7fb0f5135313" providerId="ADAL" clId="{1E1EFADE-4A0B-47B8-8EF8-2E15F0F63983}" dt="2021-01-29T00:51:21.464" v="482" actId="20577"/>
        <pc:sldMkLst>
          <pc:docMk/>
          <pc:sldMk cId="4224040465" sldId="375"/>
        </pc:sldMkLst>
        <pc:spChg chg="mod">
          <ac:chgData name="鈴木 秀規" userId="f68c5fd9-22d5-4c0a-9833-7fb0f5135313" providerId="ADAL" clId="{1E1EFADE-4A0B-47B8-8EF8-2E15F0F63983}" dt="2021-01-29T00:49:15.791" v="438"/>
          <ac:spMkLst>
            <pc:docMk/>
            <pc:sldMk cId="4224040465" sldId="375"/>
            <ac:spMk id="3" creationId="{EEEBA06C-5CD2-484F-9A98-6DEECAEA740D}"/>
          </ac:spMkLst>
        </pc:spChg>
        <pc:spChg chg="mod">
          <ac:chgData name="鈴木 秀規" userId="f68c5fd9-22d5-4c0a-9833-7fb0f5135313" providerId="ADAL" clId="{1E1EFADE-4A0B-47B8-8EF8-2E15F0F63983}" dt="2021-01-29T00:51:21.464" v="482" actId="20577"/>
          <ac:spMkLst>
            <pc:docMk/>
            <pc:sldMk cId="4224040465" sldId="375"/>
            <ac:spMk id="5" creationId="{3B0BE475-13B7-4FD9-80F3-A4AD35C5F7BA}"/>
          </ac:spMkLst>
        </pc:spChg>
      </pc:sldChg>
      <pc:sldChg chg="del">
        <pc:chgData name="鈴木 秀規" userId="f68c5fd9-22d5-4c0a-9833-7fb0f5135313" providerId="ADAL" clId="{1E1EFADE-4A0B-47B8-8EF8-2E15F0F63983}" dt="2021-01-29T00:11:30.439" v="27" actId="2696"/>
        <pc:sldMkLst>
          <pc:docMk/>
          <pc:sldMk cId="2003241689" sldId="376"/>
        </pc:sldMkLst>
      </pc:sldChg>
      <pc:sldChg chg="addSp modSp new mod">
        <pc:chgData name="鈴木 秀規" userId="f68c5fd9-22d5-4c0a-9833-7fb0f5135313" providerId="ADAL" clId="{1E1EFADE-4A0B-47B8-8EF8-2E15F0F63983}" dt="2021-01-29T01:28:23.635" v="573" actId="113"/>
        <pc:sldMkLst>
          <pc:docMk/>
          <pc:sldMk cId="3538855573" sldId="376"/>
        </pc:sldMkLst>
        <pc:spChg chg="mod">
          <ac:chgData name="鈴木 秀規" userId="f68c5fd9-22d5-4c0a-9833-7fb0f5135313" providerId="ADAL" clId="{1E1EFADE-4A0B-47B8-8EF8-2E15F0F63983}" dt="2021-01-29T00:51:34.495" v="484"/>
          <ac:spMkLst>
            <pc:docMk/>
            <pc:sldMk cId="3538855573" sldId="376"/>
            <ac:spMk id="3" creationId="{9795DA74-CAD5-4B93-B279-D0D71DC9441E}"/>
          </ac:spMkLst>
        </pc:spChg>
        <pc:spChg chg="mod">
          <ac:chgData name="鈴木 秀規" userId="f68c5fd9-22d5-4c0a-9833-7fb0f5135313" providerId="ADAL" clId="{1E1EFADE-4A0B-47B8-8EF8-2E15F0F63983}" dt="2021-01-29T00:51:49.926" v="488" actId="14100"/>
          <ac:spMkLst>
            <pc:docMk/>
            <pc:sldMk cId="3538855573" sldId="376"/>
            <ac:spMk id="5" creationId="{586A08B6-18B2-4C56-BE32-ACE3FEB82851}"/>
          </ac:spMkLst>
        </pc:spChg>
        <pc:spChg chg="add mod">
          <ac:chgData name="鈴木 秀規" userId="f68c5fd9-22d5-4c0a-9833-7fb0f5135313" providerId="ADAL" clId="{1E1EFADE-4A0B-47B8-8EF8-2E15F0F63983}" dt="2021-01-29T01:28:23.635" v="573" actId="113"/>
          <ac:spMkLst>
            <pc:docMk/>
            <pc:sldMk cId="3538855573" sldId="376"/>
            <ac:spMk id="6" creationId="{C2E863CB-E594-44F0-8462-E663F348DA19}"/>
          </ac:spMkLst>
        </pc:spChg>
        <pc:spChg chg="add mod">
          <ac:chgData name="鈴木 秀規" userId="f68c5fd9-22d5-4c0a-9833-7fb0f5135313" providerId="ADAL" clId="{1E1EFADE-4A0B-47B8-8EF8-2E15F0F63983}" dt="2021-01-29T01:28:23.635" v="573" actId="113"/>
          <ac:spMkLst>
            <pc:docMk/>
            <pc:sldMk cId="3538855573" sldId="376"/>
            <ac:spMk id="7" creationId="{34EF60CC-078A-43FC-9E46-B4753FA49BB6}"/>
          </ac:spMkLst>
        </pc:spChg>
        <pc:spChg chg="add mod">
          <ac:chgData name="鈴木 秀規" userId="f68c5fd9-22d5-4c0a-9833-7fb0f5135313" providerId="ADAL" clId="{1E1EFADE-4A0B-47B8-8EF8-2E15F0F63983}" dt="2021-01-29T01:22:49.908" v="506" actId="1035"/>
          <ac:spMkLst>
            <pc:docMk/>
            <pc:sldMk cId="3538855573" sldId="376"/>
            <ac:spMk id="8" creationId="{370B556E-A8C0-45EA-824C-7CBD4272B44A}"/>
          </ac:spMkLst>
        </pc:spChg>
        <pc:spChg chg="add mod">
          <ac:chgData name="鈴木 秀規" userId="f68c5fd9-22d5-4c0a-9833-7fb0f5135313" providerId="ADAL" clId="{1E1EFADE-4A0B-47B8-8EF8-2E15F0F63983}" dt="2021-01-29T01:23:06.346" v="522" actId="1036"/>
          <ac:spMkLst>
            <pc:docMk/>
            <pc:sldMk cId="3538855573" sldId="376"/>
            <ac:spMk id="9" creationId="{FF72E8B0-61A0-41AB-B46E-5C9262C087BB}"/>
          </ac:spMkLst>
        </pc:spChg>
        <pc:spChg chg="add mod">
          <ac:chgData name="鈴木 秀規" userId="f68c5fd9-22d5-4c0a-9833-7fb0f5135313" providerId="ADAL" clId="{1E1EFADE-4A0B-47B8-8EF8-2E15F0F63983}" dt="2021-01-29T01:23:24.182" v="527" actId="1035"/>
          <ac:spMkLst>
            <pc:docMk/>
            <pc:sldMk cId="3538855573" sldId="376"/>
            <ac:spMk id="10" creationId="{FF6645CC-B7BF-4581-B747-5B1FB92F1344}"/>
          </ac:spMkLst>
        </pc:spChg>
        <pc:spChg chg="add mod">
          <ac:chgData name="鈴木 秀規" userId="f68c5fd9-22d5-4c0a-9833-7fb0f5135313" providerId="ADAL" clId="{1E1EFADE-4A0B-47B8-8EF8-2E15F0F63983}" dt="2021-01-29T01:23:41.112" v="532" actId="14100"/>
          <ac:spMkLst>
            <pc:docMk/>
            <pc:sldMk cId="3538855573" sldId="376"/>
            <ac:spMk id="11" creationId="{16C6C4A7-3C0A-408E-B656-F26C28D9D447}"/>
          </ac:spMkLst>
        </pc:spChg>
        <pc:cxnChg chg="add mod">
          <ac:chgData name="鈴木 秀規" userId="f68c5fd9-22d5-4c0a-9833-7fb0f5135313" providerId="ADAL" clId="{1E1EFADE-4A0B-47B8-8EF8-2E15F0F63983}" dt="2021-01-29T01:24:05.045" v="535" actId="208"/>
          <ac:cxnSpMkLst>
            <pc:docMk/>
            <pc:sldMk cId="3538855573" sldId="376"/>
            <ac:cxnSpMk id="13" creationId="{ACFE229B-A65E-4658-A0B5-22883AB5AA15}"/>
          </ac:cxnSpMkLst>
        </pc:cxnChg>
        <pc:cxnChg chg="add mod">
          <ac:chgData name="鈴木 秀規" userId="f68c5fd9-22d5-4c0a-9833-7fb0f5135313" providerId="ADAL" clId="{1E1EFADE-4A0B-47B8-8EF8-2E15F0F63983}" dt="2021-01-29T01:24:27.875" v="538" actId="1582"/>
          <ac:cxnSpMkLst>
            <pc:docMk/>
            <pc:sldMk cId="3538855573" sldId="376"/>
            <ac:cxnSpMk id="15" creationId="{03CDE00F-E256-4A5A-89B9-AC67844B27FD}"/>
          </ac:cxnSpMkLst>
        </pc:cxnChg>
      </pc:sldChg>
      <pc:sldChg chg="del">
        <pc:chgData name="鈴木 秀規" userId="f68c5fd9-22d5-4c0a-9833-7fb0f5135313" providerId="ADAL" clId="{1E1EFADE-4A0B-47B8-8EF8-2E15F0F63983}" dt="2021-01-29T00:11:30.439" v="27" actId="2696"/>
        <pc:sldMkLst>
          <pc:docMk/>
          <pc:sldMk cId="156709775" sldId="377"/>
        </pc:sldMkLst>
      </pc:sldChg>
      <pc:sldChg chg="addSp modSp new mod">
        <pc:chgData name="鈴木 秀規" userId="f68c5fd9-22d5-4c0a-9833-7fb0f5135313" providerId="ADAL" clId="{1E1EFADE-4A0B-47B8-8EF8-2E15F0F63983}" dt="2021-01-29T01:26:51.694" v="567" actId="1076"/>
        <pc:sldMkLst>
          <pc:docMk/>
          <pc:sldMk cId="3864834617" sldId="377"/>
        </pc:sldMkLst>
        <pc:spChg chg="mod">
          <ac:chgData name="鈴木 秀規" userId="f68c5fd9-22d5-4c0a-9833-7fb0f5135313" providerId="ADAL" clId="{1E1EFADE-4A0B-47B8-8EF8-2E15F0F63983}" dt="2021-01-29T01:24:46.904" v="540"/>
          <ac:spMkLst>
            <pc:docMk/>
            <pc:sldMk cId="3864834617" sldId="377"/>
            <ac:spMk id="3" creationId="{5FC908F1-3CA6-4749-AB73-4E0F9FDACCE6}"/>
          </ac:spMkLst>
        </pc:spChg>
        <pc:spChg chg="mod">
          <ac:chgData name="鈴木 秀規" userId="f68c5fd9-22d5-4c0a-9833-7fb0f5135313" providerId="ADAL" clId="{1E1EFADE-4A0B-47B8-8EF8-2E15F0F63983}" dt="2021-01-29T01:26:24.913" v="562" actId="207"/>
          <ac:spMkLst>
            <pc:docMk/>
            <pc:sldMk cId="3864834617" sldId="377"/>
            <ac:spMk id="5" creationId="{6B3A2C87-6FE9-4895-A119-D260DD4D7A1B}"/>
          </ac:spMkLst>
        </pc:spChg>
        <pc:spChg chg="add mod">
          <ac:chgData name="鈴木 秀規" userId="f68c5fd9-22d5-4c0a-9833-7fb0f5135313" providerId="ADAL" clId="{1E1EFADE-4A0B-47B8-8EF8-2E15F0F63983}" dt="2021-01-29T01:26:51.694" v="567" actId="1076"/>
          <ac:spMkLst>
            <pc:docMk/>
            <pc:sldMk cId="3864834617" sldId="377"/>
            <ac:spMk id="6" creationId="{C9B127B3-0188-4427-B2B2-503F806D8A50}"/>
          </ac:spMkLst>
        </pc:spChg>
        <pc:spChg chg="add mod">
          <ac:chgData name="鈴木 秀規" userId="f68c5fd9-22d5-4c0a-9833-7fb0f5135313" providerId="ADAL" clId="{1E1EFADE-4A0B-47B8-8EF8-2E15F0F63983}" dt="2021-01-29T01:26:48.190" v="566" actId="1076"/>
          <ac:spMkLst>
            <pc:docMk/>
            <pc:sldMk cId="3864834617" sldId="377"/>
            <ac:spMk id="7" creationId="{9DE8C91E-1B75-4A17-9563-1E97102B648E}"/>
          </ac:spMkLst>
        </pc:spChg>
      </pc:sldChg>
      <pc:sldChg chg="addSp modSp new mod">
        <pc:chgData name="鈴木 秀規" userId="f68c5fd9-22d5-4c0a-9833-7fb0f5135313" providerId="ADAL" clId="{1E1EFADE-4A0B-47B8-8EF8-2E15F0F63983}" dt="2021-01-29T01:30:19.140" v="599" actId="14100"/>
        <pc:sldMkLst>
          <pc:docMk/>
          <pc:sldMk cId="2148979236" sldId="378"/>
        </pc:sldMkLst>
        <pc:spChg chg="mod">
          <ac:chgData name="鈴木 秀規" userId="f68c5fd9-22d5-4c0a-9833-7fb0f5135313" providerId="ADAL" clId="{1E1EFADE-4A0B-47B8-8EF8-2E15F0F63983}" dt="2021-01-29T01:27:56.919" v="569"/>
          <ac:spMkLst>
            <pc:docMk/>
            <pc:sldMk cId="2148979236" sldId="378"/>
            <ac:spMk id="3" creationId="{788D51D2-24DD-4DC2-BB19-DB05A02F27EE}"/>
          </ac:spMkLst>
        </pc:spChg>
        <pc:spChg chg="mod">
          <ac:chgData name="鈴木 秀規" userId="f68c5fd9-22d5-4c0a-9833-7fb0f5135313" providerId="ADAL" clId="{1E1EFADE-4A0B-47B8-8EF8-2E15F0F63983}" dt="2021-01-29T01:28:16.592" v="572" actId="14100"/>
          <ac:spMkLst>
            <pc:docMk/>
            <pc:sldMk cId="2148979236" sldId="378"/>
            <ac:spMk id="5" creationId="{58D32313-7879-47C7-BFBF-C9125D0447B6}"/>
          </ac:spMkLst>
        </pc:spChg>
        <pc:spChg chg="add mod">
          <ac:chgData name="鈴木 秀規" userId="f68c5fd9-22d5-4c0a-9833-7fb0f5135313" providerId="ADAL" clId="{1E1EFADE-4A0B-47B8-8EF8-2E15F0F63983}" dt="2021-01-29T01:29:20.146" v="581" actId="14100"/>
          <ac:spMkLst>
            <pc:docMk/>
            <pc:sldMk cId="2148979236" sldId="378"/>
            <ac:spMk id="6" creationId="{7E5937BB-02E9-444C-BB60-5B9D39B085CF}"/>
          </ac:spMkLst>
        </pc:spChg>
        <pc:spChg chg="add mod">
          <ac:chgData name="鈴木 秀規" userId="f68c5fd9-22d5-4c0a-9833-7fb0f5135313" providerId="ADAL" clId="{1E1EFADE-4A0B-47B8-8EF8-2E15F0F63983}" dt="2021-01-29T01:30:08.696" v="598" actId="207"/>
          <ac:spMkLst>
            <pc:docMk/>
            <pc:sldMk cId="2148979236" sldId="378"/>
            <ac:spMk id="7" creationId="{8D2C7143-A461-4E9E-89AD-0E47C7AADDD2}"/>
          </ac:spMkLst>
        </pc:spChg>
        <pc:spChg chg="add mod">
          <ac:chgData name="鈴木 秀規" userId="f68c5fd9-22d5-4c0a-9833-7fb0f5135313" providerId="ADAL" clId="{1E1EFADE-4A0B-47B8-8EF8-2E15F0F63983}" dt="2021-01-29T01:30:19.140" v="599" actId="14100"/>
          <ac:spMkLst>
            <pc:docMk/>
            <pc:sldMk cId="2148979236" sldId="378"/>
            <ac:spMk id="8" creationId="{1F3DC4C2-8CFD-43BC-B2AE-DC992FAAF3BB}"/>
          </ac:spMkLst>
        </pc:spChg>
      </pc:sldChg>
      <pc:sldChg chg="del">
        <pc:chgData name="鈴木 秀規" userId="f68c5fd9-22d5-4c0a-9833-7fb0f5135313" providerId="ADAL" clId="{1E1EFADE-4A0B-47B8-8EF8-2E15F0F63983}" dt="2021-01-29T00:11:30.439" v="27" actId="2696"/>
        <pc:sldMkLst>
          <pc:docMk/>
          <pc:sldMk cId="4226280389" sldId="378"/>
        </pc:sldMkLst>
      </pc:sldChg>
      <pc:sldChg chg="del">
        <pc:chgData name="鈴木 秀規" userId="f68c5fd9-22d5-4c0a-9833-7fb0f5135313" providerId="ADAL" clId="{1E1EFADE-4A0B-47B8-8EF8-2E15F0F63983}" dt="2021-01-29T00:11:30.439" v="27" actId="2696"/>
        <pc:sldMkLst>
          <pc:docMk/>
          <pc:sldMk cId="687387428" sldId="379"/>
        </pc:sldMkLst>
      </pc:sldChg>
      <pc:sldChg chg="addSp modSp new mod">
        <pc:chgData name="鈴木 秀規" userId="f68c5fd9-22d5-4c0a-9833-7fb0f5135313" providerId="ADAL" clId="{1E1EFADE-4A0B-47B8-8EF8-2E15F0F63983}" dt="2021-01-29T01:32:38.398" v="623"/>
        <pc:sldMkLst>
          <pc:docMk/>
          <pc:sldMk cId="1522789995" sldId="379"/>
        </pc:sldMkLst>
        <pc:spChg chg="mod">
          <ac:chgData name="鈴木 秀規" userId="f68c5fd9-22d5-4c0a-9833-7fb0f5135313" providerId="ADAL" clId="{1E1EFADE-4A0B-47B8-8EF8-2E15F0F63983}" dt="2021-01-29T01:30:37.349" v="601"/>
          <ac:spMkLst>
            <pc:docMk/>
            <pc:sldMk cId="1522789995" sldId="379"/>
            <ac:spMk id="3" creationId="{04B14AED-343E-40B0-A4BC-729E82A9F10E}"/>
          </ac:spMkLst>
        </pc:spChg>
        <pc:spChg chg="mod">
          <ac:chgData name="鈴木 秀規" userId="f68c5fd9-22d5-4c0a-9833-7fb0f5135313" providerId="ADAL" clId="{1E1EFADE-4A0B-47B8-8EF8-2E15F0F63983}" dt="2021-01-29T01:30:56.618" v="604" actId="14100"/>
          <ac:spMkLst>
            <pc:docMk/>
            <pc:sldMk cId="1522789995" sldId="379"/>
            <ac:spMk id="5" creationId="{4D82A19B-11CC-476B-A084-E9D266DCCF99}"/>
          </ac:spMkLst>
        </pc:spChg>
        <pc:spChg chg="add mod">
          <ac:chgData name="鈴木 秀規" userId="f68c5fd9-22d5-4c0a-9833-7fb0f5135313" providerId="ADAL" clId="{1E1EFADE-4A0B-47B8-8EF8-2E15F0F63983}" dt="2021-01-29T01:31:45.055" v="609" actId="1076"/>
          <ac:spMkLst>
            <pc:docMk/>
            <pc:sldMk cId="1522789995" sldId="379"/>
            <ac:spMk id="13" creationId="{942FC57E-0FC2-4A6B-9F60-41DCADFC40A9}"/>
          </ac:spMkLst>
        </pc:spChg>
        <pc:spChg chg="add mod">
          <ac:chgData name="鈴木 秀規" userId="f68c5fd9-22d5-4c0a-9833-7fb0f5135313" providerId="ADAL" clId="{1E1EFADE-4A0B-47B8-8EF8-2E15F0F63983}" dt="2021-01-29T01:31:49.296" v="610" actId="1076"/>
          <ac:spMkLst>
            <pc:docMk/>
            <pc:sldMk cId="1522789995" sldId="379"/>
            <ac:spMk id="14" creationId="{F69A5210-906C-4694-AD6E-DAADF838F47A}"/>
          </ac:spMkLst>
        </pc:spChg>
        <pc:spChg chg="add mod">
          <ac:chgData name="鈴木 秀規" userId="f68c5fd9-22d5-4c0a-9833-7fb0f5135313" providerId="ADAL" clId="{1E1EFADE-4A0B-47B8-8EF8-2E15F0F63983}" dt="2021-01-29T01:31:52.960" v="611" actId="1076"/>
          <ac:spMkLst>
            <pc:docMk/>
            <pc:sldMk cId="1522789995" sldId="379"/>
            <ac:spMk id="15" creationId="{762712C4-BC2F-4282-B22F-E5CE54681559}"/>
          </ac:spMkLst>
        </pc:spChg>
        <pc:spChg chg="add mod">
          <ac:chgData name="鈴木 秀規" userId="f68c5fd9-22d5-4c0a-9833-7fb0f5135313" providerId="ADAL" clId="{1E1EFADE-4A0B-47B8-8EF8-2E15F0F63983}" dt="2021-01-29T01:32:20.799" v="619" actId="1076"/>
          <ac:spMkLst>
            <pc:docMk/>
            <pc:sldMk cId="1522789995" sldId="379"/>
            <ac:spMk id="16" creationId="{DE3FBAE5-8A35-440E-BC89-CE2828832936}"/>
          </ac:spMkLst>
        </pc:spChg>
        <pc:spChg chg="add mod">
          <ac:chgData name="鈴木 秀規" userId="f68c5fd9-22d5-4c0a-9833-7fb0f5135313" providerId="ADAL" clId="{1E1EFADE-4A0B-47B8-8EF8-2E15F0F63983}" dt="2021-01-29T01:32:11.303" v="616" actId="1076"/>
          <ac:spMkLst>
            <pc:docMk/>
            <pc:sldMk cId="1522789995" sldId="379"/>
            <ac:spMk id="17" creationId="{D259DEEE-A991-4AA8-ADC8-09C916640E1B}"/>
          </ac:spMkLst>
        </pc:spChg>
        <pc:spChg chg="add mod">
          <ac:chgData name="鈴木 秀規" userId="f68c5fd9-22d5-4c0a-9833-7fb0f5135313" providerId="ADAL" clId="{1E1EFADE-4A0B-47B8-8EF8-2E15F0F63983}" dt="2021-01-29T01:32:16.581" v="618" actId="1076"/>
          <ac:spMkLst>
            <pc:docMk/>
            <pc:sldMk cId="1522789995" sldId="379"/>
            <ac:spMk id="18" creationId="{68A74AF8-2900-430E-B204-614735D97CBB}"/>
          </ac:spMkLst>
        </pc:spChg>
        <pc:spChg chg="add mod">
          <ac:chgData name="鈴木 秀規" userId="f68c5fd9-22d5-4c0a-9833-7fb0f5135313" providerId="ADAL" clId="{1E1EFADE-4A0B-47B8-8EF8-2E15F0F63983}" dt="2021-01-29T01:32:38.398" v="623"/>
          <ac:spMkLst>
            <pc:docMk/>
            <pc:sldMk cId="1522789995" sldId="379"/>
            <ac:spMk id="25" creationId="{B80B0339-DE18-4B43-A984-DE50986C9340}"/>
          </ac:spMkLst>
        </pc:spChg>
        <pc:picChg chg="add mod">
          <ac:chgData name="鈴木 秀規" userId="f68c5fd9-22d5-4c0a-9833-7fb0f5135313" providerId="ADAL" clId="{1E1EFADE-4A0B-47B8-8EF8-2E15F0F63983}" dt="2021-01-29T01:31:56.654" v="612" actId="1076"/>
          <ac:picMkLst>
            <pc:docMk/>
            <pc:sldMk cId="1522789995" sldId="379"/>
            <ac:picMk id="6" creationId="{2A849C32-692A-4772-B21D-88A2ACB6D4A5}"/>
          </ac:picMkLst>
        </pc:picChg>
        <pc:picChg chg="add mod">
          <ac:chgData name="鈴木 秀規" userId="f68c5fd9-22d5-4c0a-9833-7fb0f5135313" providerId="ADAL" clId="{1E1EFADE-4A0B-47B8-8EF8-2E15F0F63983}" dt="2021-01-29T01:31:45.055" v="609" actId="1076"/>
          <ac:picMkLst>
            <pc:docMk/>
            <pc:sldMk cId="1522789995" sldId="379"/>
            <ac:picMk id="7" creationId="{5B8D53DE-5E89-492C-AB3F-992EDF533246}"/>
          </ac:picMkLst>
        </pc:picChg>
        <pc:picChg chg="add mod">
          <ac:chgData name="鈴木 秀規" userId="f68c5fd9-22d5-4c0a-9833-7fb0f5135313" providerId="ADAL" clId="{1E1EFADE-4A0B-47B8-8EF8-2E15F0F63983}" dt="2021-01-29T01:31:45.055" v="609" actId="1076"/>
          <ac:picMkLst>
            <pc:docMk/>
            <pc:sldMk cId="1522789995" sldId="379"/>
            <ac:picMk id="8" creationId="{6886DC06-D860-429F-AF57-23F706114EF2}"/>
          </ac:picMkLst>
        </pc:picChg>
        <pc:picChg chg="add mod">
          <ac:chgData name="鈴木 秀規" userId="f68c5fd9-22d5-4c0a-9833-7fb0f5135313" providerId="ADAL" clId="{1E1EFADE-4A0B-47B8-8EF8-2E15F0F63983}" dt="2021-01-29T01:31:45.055" v="609" actId="1076"/>
          <ac:picMkLst>
            <pc:docMk/>
            <pc:sldMk cId="1522789995" sldId="379"/>
            <ac:picMk id="9" creationId="{E7973784-610E-4D2C-90D5-65D99D3BEAD7}"/>
          </ac:picMkLst>
        </pc:picChg>
        <pc:cxnChg chg="add mod">
          <ac:chgData name="鈴木 秀規" userId="f68c5fd9-22d5-4c0a-9833-7fb0f5135313" providerId="ADAL" clId="{1E1EFADE-4A0B-47B8-8EF8-2E15F0F63983}" dt="2021-01-29T01:31:56.654" v="612" actId="1076"/>
          <ac:cxnSpMkLst>
            <pc:docMk/>
            <pc:sldMk cId="1522789995" sldId="379"/>
            <ac:cxnSpMk id="10" creationId="{9FD8A83F-0C7B-4386-9431-8CBC5A6D624A}"/>
          </ac:cxnSpMkLst>
        </pc:cxnChg>
        <pc:cxnChg chg="add mod">
          <ac:chgData name="鈴木 秀規" userId="f68c5fd9-22d5-4c0a-9833-7fb0f5135313" providerId="ADAL" clId="{1E1EFADE-4A0B-47B8-8EF8-2E15F0F63983}" dt="2021-01-29T01:31:56.654" v="612" actId="1076"/>
          <ac:cxnSpMkLst>
            <pc:docMk/>
            <pc:sldMk cId="1522789995" sldId="379"/>
            <ac:cxnSpMk id="11" creationId="{03496B72-C39A-4F65-937D-ADFDADC91199}"/>
          </ac:cxnSpMkLst>
        </pc:cxnChg>
        <pc:cxnChg chg="add mod">
          <ac:chgData name="鈴木 秀規" userId="f68c5fd9-22d5-4c0a-9833-7fb0f5135313" providerId="ADAL" clId="{1E1EFADE-4A0B-47B8-8EF8-2E15F0F63983}" dt="2021-01-29T01:31:56.654" v="612" actId="1076"/>
          <ac:cxnSpMkLst>
            <pc:docMk/>
            <pc:sldMk cId="1522789995" sldId="379"/>
            <ac:cxnSpMk id="12" creationId="{FD33321A-A1F1-4A21-9655-8480DD7F1288}"/>
          </ac:cxnSpMkLst>
        </pc:cxnChg>
      </pc:sldChg>
      <pc:sldChg chg="del">
        <pc:chgData name="鈴木 秀規" userId="f68c5fd9-22d5-4c0a-9833-7fb0f5135313" providerId="ADAL" clId="{1E1EFADE-4A0B-47B8-8EF8-2E15F0F63983}" dt="2021-01-29T00:11:30.439" v="27" actId="2696"/>
        <pc:sldMkLst>
          <pc:docMk/>
          <pc:sldMk cId="1295816778" sldId="380"/>
        </pc:sldMkLst>
      </pc:sldChg>
      <pc:sldChg chg="addSp modSp new mod">
        <pc:chgData name="鈴木 秀規" userId="f68c5fd9-22d5-4c0a-9833-7fb0f5135313" providerId="ADAL" clId="{1E1EFADE-4A0B-47B8-8EF8-2E15F0F63983}" dt="2021-01-29T01:38:44.510" v="671" actId="207"/>
        <pc:sldMkLst>
          <pc:docMk/>
          <pc:sldMk cId="3157073252" sldId="380"/>
        </pc:sldMkLst>
        <pc:spChg chg="mod">
          <ac:chgData name="鈴木 秀規" userId="f68c5fd9-22d5-4c0a-9833-7fb0f5135313" providerId="ADAL" clId="{1E1EFADE-4A0B-47B8-8EF8-2E15F0F63983}" dt="2021-01-29T01:32:55.606" v="625"/>
          <ac:spMkLst>
            <pc:docMk/>
            <pc:sldMk cId="3157073252" sldId="380"/>
            <ac:spMk id="3" creationId="{26A2C7A4-585F-42BD-BB49-B81AA12576C7}"/>
          </ac:spMkLst>
        </pc:spChg>
        <pc:spChg chg="mod">
          <ac:chgData name="鈴木 秀規" userId="f68c5fd9-22d5-4c0a-9833-7fb0f5135313" providerId="ADAL" clId="{1E1EFADE-4A0B-47B8-8EF8-2E15F0F63983}" dt="2021-01-29T01:34:26.445" v="629" actId="14100"/>
          <ac:spMkLst>
            <pc:docMk/>
            <pc:sldMk cId="3157073252" sldId="380"/>
            <ac:spMk id="5" creationId="{C2FAA142-CEE0-4D0B-B85B-5F9B477E6726}"/>
          </ac:spMkLst>
        </pc:spChg>
        <pc:spChg chg="add mod">
          <ac:chgData name="鈴木 秀規" userId="f68c5fd9-22d5-4c0a-9833-7fb0f5135313" providerId="ADAL" clId="{1E1EFADE-4A0B-47B8-8EF8-2E15F0F63983}" dt="2021-01-29T01:36:22.602" v="639" actId="20577"/>
          <ac:spMkLst>
            <pc:docMk/>
            <pc:sldMk cId="3157073252" sldId="380"/>
            <ac:spMk id="13" creationId="{D0595172-2769-43DE-A2C2-94996B5F1E88}"/>
          </ac:spMkLst>
        </pc:spChg>
        <pc:spChg chg="add mod">
          <ac:chgData name="鈴木 秀規" userId="f68c5fd9-22d5-4c0a-9833-7fb0f5135313" providerId="ADAL" clId="{1E1EFADE-4A0B-47B8-8EF8-2E15F0F63983}" dt="2021-01-29T01:36:25.495" v="640" actId="20577"/>
          <ac:spMkLst>
            <pc:docMk/>
            <pc:sldMk cId="3157073252" sldId="380"/>
            <ac:spMk id="14" creationId="{7200324B-7306-4747-B0EE-19EC9A436340}"/>
          </ac:spMkLst>
        </pc:spChg>
        <pc:spChg chg="add mod">
          <ac:chgData name="鈴木 秀規" userId="f68c5fd9-22d5-4c0a-9833-7fb0f5135313" providerId="ADAL" clId="{1E1EFADE-4A0B-47B8-8EF8-2E15F0F63983}" dt="2021-01-29T01:36:30.401" v="641" actId="20577"/>
          <ac:spMkLst>
            <pc:docMk/>
            <pc:sldMk cId="3157073252" sldId="380"/>
            <ac:spMk id="15" creationId="{F93E6F49-0FA4-45D6-AC25-2EE73AE0CA77}"/>
          </ac:spMkLst>
        </pc:spChg>
        <pc:spChg chg="add mod">
          <ac:chgData name="鈴木 秀規" userId="f68c5fd9-22d5-4c0a-9833-7fb0f5135313" providerId="ADAL" clId="{1E1EFADE-4A0B-47B8-8EF8-2E15F0F63983}" dt="2021-01-29T01:35:07.532" v="630"/>
          <ac:spMkLst>
            <pc:docMk/>
            <pc:sldMk cId="3157073252" sldId="380"/>
            <ac:spMk id="16" creationId="{B463895B-AE89-43EC-A968-4281BD9962F3}"/>
          </ac:spMkLst>
        </pc:spChg>
        <pc:spChg chg="add mod">
          <ac:chgData name="鈴木 秀規" userId="f68c5fd9-22d5-4c0a-9833-7fb0f5135313" providerId="ADAL" clId="{1E1EFADE-4A0B-47B8-8EF8-2E15F0F63983}" dt="2021-01-29T01:35:07.532" v="630"/>
          <ac:spMkLst>
            <pc:docMk/>
            <pc:sldMk cId="3157073252" sldId="380"/>
            <ac:spMk id="17" creationId="{090DD37D-7CDD-47E3-8444-E2254EFDBD2E}"/>
          </ac:spMkLst>
        </pc:spChg>
        <pc:spChg chg="add mod">
          <ac:chgData name="鈴木 秀規" userId="f68c5fd9-22d5-4c0a-9833-7fb0f5135313" providerId="ADAL" clId="{1E1EFADE-4A0B-47B8-8EF8-2E15F0F63983}" dt="2021-01-29T01:35:07.532" v="630"/>
          <ac:spMkLst>
            <pc:docMk/>
            <pc:sldMk cId="3157073252" sldId="380"/>
            <ac:spMk id="18" creationId="{FABF4ED0-41B7-4565-9892-8451B641DE4C}"/>
          </ac:spMkLst>
        </pc:spChg>
        <pc:spChg chg="add mod">
          <ac:chgData name="鈴木 秀規" userId="f68c5fd9-22d5-4c0a-9833-7fb0f5135313" providerId="ADAL" clId="{1E1EFADE-4A0B-47B8-8EF8-2E15F0F63983}" dt="2021-01-29T01:36:13.186" v="638" actId="14100"/>
          <ac:spMkLst>
            <pc:docMk/>
            <pc:sldMk cId="3157073252" sldId="380"/>
            <ac:spMk id="23" creationId="{C0DF2BD5-DE84-431F-89AE-08BF547400A9}"/>
          </ac:spMkLst>
        </pc:spChg>
        <pc:spChg chg="add mod">
          <ac:chgData name="鈴木 秀規" userId="f68c5fd9-22d5-4c0a-9833-7fb0f5135313" providerId="ADAL" clId="{1E1EFADE-4A0B-47B8-8EF8-2E15F0F63983}" dt="2021-01-29T01:37:31.322" v="653" actId="1076"/>
          <ac:spMkLst>
            <pc:docMk/>
            <pc:sldMk cId="3157073252" sldId="380"/>
            <ac:spMk id="24" creationId="{36A059BB-03B2-4594-B5A8-FBD4EEBF99A6}"/>
          </ac:spMkLst>
        </pc:spChg>
        <pc:spChg chg="add mod">
          <ac:chgData name="鈴木 秀規" userId="f68c5fd9-22d5-4c0a-9833-7fb0f5135313" providerId="ADAL" clId="{1E1EFADE-4A0B-47B8-8EF8-2E15F0F63983}" dt="2021-01-29T01:38:44.510" v="671" actId="207"/>
          <ac:spMkLst>
            <pc:docMk/>
            <pc:sldMk cId="3157073252" sldId="380"/>
            <ac:spMk id="29" creationId="{3BC98EFC-4B0D-4C39-AEB8-43529F519F78}"/>
          </ac:spMkLst>
        </pc:spChg>
        <pc:spChg chg="add mod">
          <ac:chgData name="鈴木 秀規" userId="f68c5fd9-22d5-4c0a-9833-7fb0f5135313" providerId="ADAL" clId="{1E1EFADE-4A0B-47B8-8EF8-2E15F0F63983}" dt="2021-01-29T01:38:21.644" v="666" actId="14100"/>
          <ac:spMkLst>
            <pc:docMk/>
            <pc:sldMk cId="3157073252" sldId="380"/>
            <ac:spMk id="30" creationId="{E81DC852-DA8C-4A04-8DB3-EF648B498E05}"/>
          </ac:spMkLst>
        </pc:spChg>
        <pc:picChg chg="add mod">
          <ac:chgData name="鈴木 秀規" userId="f68c5fd9-22d5-4c0a-9833-7fb0f5135313" providerId="ADAL" clId="{1E1EFADE-4A0B-47B8-8EF8-2E15F0F63983}" dt="2021-01-29T01:35:46.377" v="632" actId="1076"/>
          <ac:picMkLst>
            <pc:docMk/>
            <pc:sldMk cId="3157073252" sldId="380"/>
            <ac:picMk id="6" creationId="{52E4BB51-51E0-4750-900F-52D204DBC981}"/>
          </ac:picMkLst>
        </pc:picChg>
        <pc:picChg chg="add mod">
          <ac:chgData name="鈴木 秀規" userId="f68c5fd9-22d5-4c0a-9833-7fb0f5135313" providerId="ADAL" clId="{1E1EFADE-4A0B-47B8-8EF8-2E15F0F63983}" dt="2021-01-29T01:35:16.474" v="631" actId="1076"/>
          <ac:picMkLst>
            <pc:docMk/>
            <pc:sldMk cId="3157073252" sldId="380"/>
            <ac:picMk id="7" creationId="{79C8835B-185C-42B3-B6AD-4C0F91BDCDAC}"/>
          </ac:picMkLst>
        </pc:picChg>
        <pc:picChg chg="add mod">
          <ac:chgData name="鈴木 秀規" userId="f68c5fd9-22d5-4c0a-9833-7fb0f5135313" providerId="ADAL" clId="{1E1EFADE-4A0B-47B8-8EF8-2E15F0F63983}" dt="2021-01-29T01:35:07.532" v="630"/>
          <ac:picMkLst>
            <pc:docMk/>
            <pc:sldMk cId="3157073252" sldId="380"/>
            <ac:picMk id="8" creationId="{E71AB80C-D78C-4FEE-B8AB-A84D0C4B86CA}"/>
          </ac:picMkLst>
        </pc:picChg>
        <pc:picChg chg="add mod">
          <ac:chgData name="鈴木 秀規" userId="f68c5fd9-22d5-4c0a-9833-7fb0f5135313" providerId="ADAL" clId="{1E1EFADE-4A0B-47B8-8EF8-2E15F0F63983}" dt="2021-01-29T01:35:07.532" v="630"/>
          <ac:picMkLst>
            <pc:docMk/>
            <pc:sldMk cId="3157073252" sldId="380"/>
            <ac:picMk id="9" creationId="{D4B0B635-23DD-499E-BE8F-6306533ACB5F}"/>
          </ac:picMkLst>
        </pc:picChg>
        <pc:cxnChg chg="add mod">
          <ac:chgData name="鈴木 秀規" userId="f68c5fd9-22d5-4c0a-9833-7fb0f5135313" providerId="ADAL" clId="{1E1EFADE-4A0B-47B8-8EF8-2E15F0F63983}" dt="2021-01-29T01:35:46.377" v="632" actId="1076"/>
          <ac:cxnSpMkLst>
            <pc:docMk/>
            <pc:sldMk cId="3157073252" sldId="380"/>
            <ac:cxnSpMk id="10" creationId="{4143D2CB-3498-4BD1-A424-5B86192F18C9}"/>
          </ac:cxnSpMkLst>
        </pc:cxnChg>
        <pc:cxnChg chg="add mod">
          <ac:chgData name="鈴木 秀規" userId="f68c5fd9-22d5-4c0a-9833-7fb0f5135313" providerId="ADAL" clId="{1E1EFADE-4A0B-47B8-8EF8-2E15F0F63983}" dt="2021-01-29T01:35:46.377" v="632" actId="1076"/>
          <ac:cxnSpMkLst>
            <pc:docMk/>
            <pc:sldMk cId="3157073252" sldId="380"/>
            <ac:cxnSpMk id="11" creationId="{2486108F-1E2D-4254-BA54-8976C5C43691}"/>
          </ac:cxnSpMkLst>
        </pc:cxnChg>
        <pc:cxnChg chg="add mod">
          <ac:chgData name="鈴木 秀規" userId="f68c5fd9-22d5-4c0a-9833-7fb0f5135313" providerId="ADAL" clId="{1E1EFADE-4A0B-47B8-8EF8-2E15F0F63983}" dt="2021-01-29T01:35:46.377" v="632" actId="1076"/>
          <ac:cxnSpMkLst>
            <pc:docMk/>
            <pc:sldMk cId="3157073252" sldId="380"/>
            <ac:cxnSpMk id="12" creationId="{09A01396-16C3-4941-8DBB-855F823E2F76}"/>
          </ac:cxnSpMkLst>
        </pc:cxnChg>
        <pc:cxnChg chg="add mod">
          <ac:chgData name="鈴木 秀規" userId="f68c5fd9-22d5-4c0a-9833-7fb0f5135313" providerId="ADAL" clId="{1E1EFADE-4A0B-47B8-8EF8-2E15F0F63983}" dt="2021-01-29T01:37:23.515" v="652" actId="14100"/>
          <ac:cxnSpMkLst>
            <pc:docMk/>
            <pc:sldMk cId="3157073252" sldId="380"/>
            <ac:cxnSpMk id="25" creationId="{EE6A11BA-A89E-4537-866B-E7C3C52F89B8}"/>
          </ac:cxnSpMkLst>
        </pc:cxnChg>
      </pc:sldChg>
      <pc:sldChg chg="del">
        <pc:chgData name="鈴木 秀規" userId="f68c5fd9-22d5-4c0a-9833-7fb0f5135313" providerId="ADAL" clId="{1E1EFADE-4A0B-47B8-8EF8-2E15F0F63983}" dt="2021-01-29T00:11:30.439" v="27" actId="2696"/>
        <pc:sldMkLst>
          <pc:docMk/>
          <pc:sldMk cId="1094552731" sldId="381"/>
        </pc:sldMkLst>
      </pc:sldChg>
      <pc:sldChg chg="modSp new mod">
        <pc:chgData name="鈴木 秀規" userId="f68c5fd9-22d5-4c0a-9833-7fb0f5135313" providerId="ADAL" clId="{1E1EFADE-4A0B-47B8-8EF8-2E15F0F63983}" dt="2021-01-29T01:40:32.688" v="690" actId="207"/>
        <pc:sldMkLst>
          <pc:docMk/>
          <pc:sldMk cId="3693878349" sldId="381"/>
        </pc:sldMkLst>
        <pc:spChg chg="mod">
          <ac:chgData name="鈴木 秀規" userId="f68c5fd9-22d5-4c0a-9833-7fb0f5135313" providerId="ADAL" clId="{1E1EFADE-4A0B-47B8-8EF8-2E15F0F63983}" dt="2021-01-29T01:39:34.266" v="673"/>
          <ac:spMkLst>
            <pc:docMk/>
            <pc:sldMk cId="3693878349" sldId="381"/>
            <ac:spMk id="3" creationId="{715AA506-91D5-4D88-9A4D-8AE60D368292}"/>
          </ac:spMkLst>
        </pc:spChg>
        <pc:spChg chg="mod">
          <ac:chgData name="鈴木 秀規" userId="f68c5fd9-22d5-4c0a-9833-7fb0f5135313" providerId="ADAL" clId="{1E1EFADE-4A0B-47B8-8EF8-2E15F0F63983}" dt="2021-01-29T01:40:32.688" v="690" actId="207"/>
          <ac:spMkLst>
            <pc:docMk/>
            <pc:sldMk cId="3693878349" sldId="381"/>
            <ac:spMk id="5" creationId="{AD3928C4-C2BF-49D4-A2FF-CDBD28F19883}"/>
          </ac:spMkLst>
        </pc:spChg>
      </pc:sldChg>
      <pc:sldChg chg="del">
        <pc:chgData name="鈴木 秀規" userId="f68c5fd9-22d5-4c0a-9833-7fb0f5135313" providerId="ADAL" clId="{1E1EFADE-4A0B-47B8-8EF8-2E15F0F63983}" dt="2021-01-29T00:11:30.439" v="27" actId="2696"/>
        <pc:sldMkLst>
          <pc:docMk/>
          <pc:sldMk cId="3093851719" sldId="382"/>
        </pc:sldMkLst>
      </pc:sldChg>
      <pc:sldChg chg="del">
        <pc:chgData name="鈴木 秀規" userId="f68c5fd9-22d5-4c0a-9833-7fb0f5135313" providerId="ADAL" clId="{1E1EFADE-4A0B-47B8-8EF8-2E15F0F63983}" dt="2021-01-29T00:11:30.439" v="27" actId="2696"/>
        <pc:sldMkLst>
          <pc:docMk/>
          <pc:sldMk cId="248645521" sldId="383"/>
        </pc:sldMkLst>
      </pc:sldChg>
      <pc:sldChg chg="del">
        <pc:chgData name="鈴木 秀規" userId="f68c5fd9-22d5-4c0a-9833-7fb0f5135313" providerId="ADAL" clId="{1E1EFADE-4A0B-47B8-8EF8-2E15F0F63983}" dt="2021-01-29T00:11:30.439" v="27" actId="2696"/>
        <pc:sldMkLst>
          <pc:docMk/>
          <pc:sldMk cId="7551430" sldId="384"/>
        </pc:sldMkLst>
      </pc:sldChg>
    </pc:docChg>
  </pc:docChgLst>
  <pc:docChgLst>
    <pc:chgData name="鈴木 秀規" userId="f68c5fd9-22d5-4c0a-9833-7fb0f5135313" providerId="ADAL" clId="{F575BF5D-9AAF-4582-948B-24FD2BFE6BEB}"/>
    <pc:docChg chg="undo custSel addSld delSld modSld">
      <pc:chgData name="鈴木 秀規" userId="f68c5fd9-22d5-4c0a-9833-7fb0f5135313" providerId="ADAL" clId="{F575BF5D-9AAF-4582-948B-24FD2BFE6BEB}" dt="2021-02-01T06:31:36.393" v="955"/>
      <pc:docMkLst>
        <pc:docMk/>
      </pc:docMkLst>
      <pc:sldChg chg="modSp mod">
        <pc:chgData name="鈴木 秀規" userId="f68c5fd9-22d5-4c0a-9833-7fb0f5135313" providerId="ADAL" clId="{F575BF5D-9AAF-4582-948B-24FD2BFE6BEB}" dt="2021-01-29T03:53:09.400" v="17" actId="20577"/>
        <pc:sldMkLst>
          <pc:docMk/>
          <pc:sldMk cId="0" sldId="256"/>
        </pc:sldMkLst>
        <pc:spChg chg="mod">
          <ac:chgData name="鈴木 秀規" userId="f68c5fd9-22d5-4c0a-9833-7fb0f5135313" providerId="ADAL" clId="{F575BF5D-9AAF-4582-948B-24FD2BFE6BEB}" dt="2021-01-29T03:53:09.400" v="17" actId="20577"/>
          <ac:spMkLst>
            <pc:docMk/>
            <pc:sldMk cId="0" sldId="256"/>
            <ac:spMk id="56" creationId="{00000000-0000-0000-0000-000000000000}"/>
          </ac:spMkLst>
        </pc:spChg>
      </pc:sldChg>
      <pc:sldChg chg="modSp mod">
        <pc:chgData name="鈴木 秀規" userId="f68c5fd9-22d5-4c0a-9833-7fb0f5135313" providerId="ADAL" clId="{F575BF5D-9AAF-4582-948B-24FD2BFE6BEB}" dt="2021-02-01T06:31:36.393" v="955"/>
        <pc:sldMkLst>
          <pc:docMk/>
          <pc:sldMk cId="1668843990" sldId="360"/>
        </pc:sldMkLst>
        <pc:spChg chg="mod">
          <ac:chgData name="鈴木 秀規" userId="f68c5fd9-22d5-4c0a-9833-7fb0f5135313" providerId="ADAL" clId="{F575BF5D-9AAF-4582-948B-24FD2BFE6BEB}" dt="2021-02-01T06:31:36.393" v="955"/>
          <ac:spMkLst>
            <pc:docMk/>
            <pc:sldMk cId="1668843990" sldId="360"/>
            <ac:spMk id="9" creationId="{A4832727-EA7F-44D6-A9F2-E4AE0246960A}"/>
          </ac:spMkLst>
        </pc:spChg>
      </pc:sldChg>
      <pc:sldChg chg="modSp mod">
        <pc:chgData name="鈴木 秀規" userId="f68c5fd9-22d5-4c0a-9833-7fb0f5135313" providerId="ADAL" clId="{F575BF5D-9AAF-4582-948B-24FD2BFE6BEB}" dt="2021-02-01T06:30:34.943" v="709" actId="6549"/>
        <pc:sldMkLst>
          <pc:docMk/>
          <pc:sldMk cId="267129399" sldId="361"/>
        </pc:sldMkLst>
        <pc:spChg chg="mod">
          <ac:chgData name="鈴木 秀規" userId="f68c5fd9-22d5-4c0a-9833-7fb0f5135313" providerId="ADAL" clId="{F575BF5D-9AAF-4582-948B-24FD2BFE6BEB}" dt="2021-02-01T06:30:34.943" v="709" actId="6549"/>
          <ac:spMkLst>
            <pc:docMk/>
            <pc:sldMk cId="267129399" sldId="361"/>
            <ac:spMk id="6" creationId="{D0F3BEAC-A5EA-4EE4-95C7-0AEC1107FD29}"/>
          </ac:spMkLst>
        </pc:spChg>
      </pc:sldChg>
      <pc:sldChg chg="addSp delSp modSp mod">
        <pc:chgData name="鈴木 秀規" userId="f68c5fd9-22d5-4c0a-9833-7fb0f5135313" providerId="ADAL" clId="{F575BF5D-9AAF-4582-948B-24FD2BFE6BEB}" dt="2021-01-29T03:57:52.873" v="187" actId="1076"/>
        <pc:sldMkLst>
          <pc:docMk/>
          <pc:sldMk cId="2397736379" sldId="363"/>
        </pc:sldMkLst>
        <pc:spChg chg="mod">
          <ac:chgData name="鈴木 秀規" userId="f68c5fd9-22d5-4c0a-9833-7fb0f5135313" providerId="ADAL" clId="{F575BF5D-9AAF-4582-948B-24FD2BFE6BEB}" dt="2021-01-29T03:53:38.253" v="18"/>
          <ac:spMkLst>
            <pc:docMk/>
            <pc:sldMk cId="2397736379" sldId="363"/>
            <ac:spMk id="7" creationId="{9630AD22-E64D-4A96-B059-2AF9F6580C25}"/>
          </ac:spMkLst>
        </pc:spChg>
        <pc:spChg chg="mod">
          <ac:chgData name="鈴木 秀規" userId="f68c5fd9-22d5-4c0a-9833-7fb0f5135313" providerId="ADAL" clId="{F575BF5D-9AAF-4582-948B-24FD2BFE6BEB}" dt="2021-01-29T03:54:14.140" v="23" actId="14100"/>
          <ac:spMkLst>
            <pc:docMk/>
            <pc:sldMk cId="2397736379" sldId="363"/>
            <ac:spMk id="8" creationId="{787CF02A-01AB-4517-BA3E-25572FA82648}"/>
          </ac:spMkLst>
        </pc:spChg>
        <pc:spChg chg="del">
          <ac:chgData name="鈴木 秀規" userId="f68c5fd9-22d5-4c0a-9833-7fb0f5135313" providerId="ADAL" clId="{F575BF5D-9AAF-4582-948B-24FD2BFE6BEB}" dt="2021-01-29T03:53:51.006" v="20" actId="478"/>
          <ac:spMkLst>
            <pc:docMk/>
            <pc:sldMk cId="2397736379" sldId="363"/>
            <ac:spMk id="13" creationId="{C4AF9A3A-8E4D-4361-A0C9-F0B17B39BF47}"/>
          </ac:spMkLst>
        </pc:spChg>
        <pc:spChg chg="add mod">
          <ac:chgData name="鈴木 秀規" userId="f68c5fd9-22d5-4c0a-9833-7fb0f5135313" providerId="ADAL" clId="{F575BF5D-9AAF-4582-948B-24FD2BFE6BEB}" dt="2021-01-29T03:57:31.891" v="185" actId="1036"/>
          <ac:spMkLst>
            <pc:docMk/>
            <pc:sldMk cId="2397736379" sldId="363"/>
            <ac:spMk id="20" creationId="{6A1F2DC2-FEFB-4B55-B9A8-804C2356BC0A}"/>
          </ac:spMkLst>
        </pc:spChg>
        <pc:spChg chg="add mod">
          <ac:chgData name="鈴木 秀規" userId="f68c5fd9-22d5-4c0a-9833-7fb0f5135313" providerId="ADAL" clId="{F575BF5D-9AAF-4582-948B-24FD2BFE6BEB}" dt="2021-01-29T03:57:26.033" v="180" actId="1037"/>
          <ac:spMkLst>
            <pc:docMk/>
            <pc:sldMk cId="2397736379" sldId="363"/>
            <ac:spMk id="24" creationId="{61AABCE4-8C06-4464-A1FE-C5479533A73A}"/>
          </ac:spMkLst>
        </pc:spChg>
        <pc:spChg chg="add mod">
          <ac:chgData name="鈴木 秀規" userId="f68c5fd9-22d5-4c0a-9833-7fb0f5135313" providerId="ADAL" clId="{F575BF5D-9AAF-4582-948B-24FD2BFE6BEB}" dt="2021-01-29T03:56:54.594" v="109" actId="1036"/>
          <ac:spMkLst>
            <pc:docMk/>
            <pc:sldMk cId="2397736379" sldId="363"/>
            <ac:spMk id="25" creationId="{677A1649-EFA4-4EA5-8C5D-068AF05E4B79}"/>
          </ac:spMkLst>
        </pc:spChg>
        <pc:spChg chg="add mod">
          <ac:chgData name="鈴木 秀規" userId="f68c5fd9-22d5-4c0a-9833-7fb0f5135313" providerId="ADAL" clId="{F575BF5D-9AAF-4582-948B-24FD2BFE6BEB}" dt="2021-01-29T03:57:52.873" v="187" actId="1076"/>
          <ac:spMkLst>
            <pc:docMk/>
            <pc:sldMk cId="2397736379" sldId="363"/>
            <ac:spMk id="26" creationId="{253EF062-A8F9-4BBC-BDA6-D5B078E1987D}"/>
          </ac:spMkLst>
        </pc:spChg>
        <pc:spChg chg="add mod">
          <ac:chgData name="鈴木 秀規" userId="f68c5fd9-22d5-4c0a-9833-7fb0f5135313" providerId="ADAL" clId="{F575BF5D-9AAF-4582-948B-24FD2BFE6BEB}" dt="2021-01-29T03:57:40.399" v="186" actId="1076"/>
          <ac:spMkLst>
            <pc:docMk/>
            <pc:sldMk cId="2397736379" sldId="363"/>
            <ac:spMk id="27" creationId="{6A1432DB-78A9-4BE3-A629-23DE9FE630BF}"/>
          </ac:spMkLst>
        </pc:spChg>
        <pc:spChg chg="add mod">
          <ac:chgData name="鈴木 秀規" userId="f68c5fd9-22d5-4c0a-9833-7fb0f5135313" providerId="ADAL" clId="{F575BF5D-9AAF-4582-948B-24FD2BFE6BEB}" dt="2021-01-29T03:54:57.394" v="32" actId="1076"/>
          <ac:spMkLst>
            <pc:docMk/>
            <pc:sldMk cId="2397736379" sldId="363"/>
            <ac:spMk id="28" creationId="{08A8B2D8-85EE-40F4-B59A-3B08250F23C2}"/>
          </ac:spMkLst>
        </pc:spChg>
        <pc:picChg chg="add mod">
          <ac:chgData name="鈴木 秀規" userId="f68c5fd9-22d5-4c0a-9833-7fb0f5135313" providerId="ADAL" clId="{F575BF5D-9AAF-4582-948B-24FD2BFE6BEB}" dt="2021-01-29T03:56:48.472" v="98" actId="1037"/>
          <ac:picMkLst>
            <pc:docMk/>
            <pc:sldMk cId="2397736379" sldId="363"/>
            <ac:picMk id="9" creationId="{5D4595B8-BA8B-4104-A32F-708AA3722776}"/>
          </ac:picMkLst>
        </pc:picChg>
        <pc:picChg chg="add mod">
          <ac:chgData name="鈴木 秀規" userId="f68c5fd9-22d5-4c0a-9833-7fb0f5135313" providerId="ADAL" clId="{F575BF5D-9AAF-4582-948B-24FD2BFE6BEB}" dt="2021-01-29T03:54:50.950" v="30" actId="1076"/>
          <ac:picMkLst>
            <pc:docMk/>
            <pc:sldMk cId="2397736379" sldId="363"/>
            <ac:picMk id="10" creationId="{9C10110C-4318-4828-9309-07270703879C}"/>
          </ac:picMkLst>
        </pc:picChg>
        <pc:picChg chg="del">
          <ac:chgData name="鈴木 秀規" userId="f68c5fd9-22d5-4c0a-9833-7fb0f5135313" providerId="ADAL" clId="{F575BF5D-9AAF-4582-948B-24FD2BFE6BEB}" dt="2021-01-29T03:53:51.006" v="20" actId="478"/>
          <ac:picMkLst>
            <pc:docMk/>
            <pc:sldMk cId="2397736379" sldId="363"/>
            <ac:picMk id="11" creationId="{F9049B9F-DE3A-4846-B27B-333755B11A36}"/>
          </ac:picMkLst>
        </pc:picChg>
        <pc:picChg chg="del">
          <ac:chgData name="鈴木 秀規" userId="f68c5fd9-22d5-4c0a-9833-7fb0f5135313" providerId="ADAL" clId="{F575BF5D-9AAF-4582-948B-24FD2BFE6BEB}" dt="2021-01-29T03:53:51.006" v="20" actId="478"/>
          <ac:picMkLst>
            <pc:docMk/>
            <pc:sldMk cId="2397736379" sldId="363"/>
            <ac:picMk id="12" creationId="{4794F4AC-6B8F-4B15-AB6F-B06FD356050F}"/>
          </ac:picMkLst>
        </pc:picChg>
        <pc:picChg chg="add mod">
          <ac:chgData name="鈴木 秀規" userId="f68c5fd9-22d5-4c0a-9833-7fb0f5135313" providerId="ADAL" clId="{F575BF5D-9AAF-4582-948B-24FD2BFE6BEB}" dt="2021-01-29T03:56:54.594" v="109" actId="1036"/>
          <ac:picMkLst>
            <pc:docMk/>
            <pc:sldMk cId="2397736379" sldId="363"/>
            <ac:picMk id="14" creationId="{43CCCDA8-5505-4805-9C7F-C752E5EBE1F2}"/>
          </ac:picMkLst>
        </pc:picChg>
        <pc:picChg chg="add mod">
          <ac:chgData name="鈴木 秀規" userId="f68c5fd9-22d5-4c0a-9833-7fb0f5135313" providerId="ADAL" clId="{F575BF5D-9AAF-4582-948B-24FD2BFE6BEB}" dt="2021-01-29T03:56:54.594" v="109" actId="1036"/>
          <ac:picMkLst>
            <pc:docMk/>
            <pc:sldMk cId="2397736379" sldId="363"/>
            <ac:picMk id="17" creationId="{B36B4205-DF15-42AC-A2A3-723FFAEE6AEC}"/>
          </ac:picMkLst>
        </pc:picChg>
        <pc:picChg chg="add mod">
          <ac:chgData name="鈴木 秀規" userId="f68c5fd9-22d5-4c0a-9833-7fb0f5135313" providerId="ADAL" clId="{F575BF5D-9AAF-4582-948B-24FD2BFE6BEB}" dt="2021-01-29T03:55:00.868" v="33" actId="1076"/>
          <ac:picMkLst>
            <pc:docMk/>
            <pc:sldMk cId="2397736379" sldId="363"/>
            <ac:picMk id="18" creationId="{17935D42-2E25-4D1B-B497-6E4A51F12C93}"/>
          </ac:picMkLst>
        </pc:picChg>
        <pc:picChg chg="add mod">
          <ac:chgData name="鈴木 秀規" userId="f68c5fd9-22d5-4c0a-9833-7fb0f5135313" providerId="ADAL" clId="{F575BF5D-9AAF-4582-948B-24FD2BFE6BEB}" dt="2021-01-29T03:57:01.593" v="126" actId="1036"/>
          <ac:picMkLst>
            <pc:docMk/>
            <pc:sldMk cId="2397736379" sldId="363"/>
            <ac:picMk id="23" creationId="{46268FDB-CE61-4EF9-86B3-DF2D58C588E0}"/>
          </ac:picMkLst>
        </pc:picChg>
        <pc:cxnChg chg="add mod">
          <ac:chgData name="鈴木 秀規" userId="f68c5fd9-22d5-4c0a-9833-7fb0f5135313" providerId="ADAL" clId="{F575BF5D-9AAF-4582-948B-24FD2BFE6BEB}" dt="2021-01-29T03:56:54.594" v="109" actId="1036"/>
          <ac:cxnSpMkLst>
            <pc:docMk/>
            <pc:sldMk cId="2397736379" sldId="363"/>
            <ac:cxnSpMk id="15" creationId="{7C29249F-F388-4808-BA65-4C232F1BAE0E}"/>
          </ac:cxnSpMkLst>
        </pc:cxnChg>
        <pc:cxnChg chg="add mod">
          <ac:chgData name="鈴木 秀規" userId="f68c5fd9-22d5-4c0a-9833-7fb0f5135313" providerId="ADAL" clId="{F575BF5D-9AAF-4582-948B-24FD2BFE6BEB}" dt="2021-01-29T03:56:54.594" v="109" actId="1036"/>
          <ac:cxnSpMkLst>
            <pc:docMk/>
            <pc:sldMk cId="2397736379" sldId="363"/>
            <ac:cxnSpMk id="16" creationId="{337FCC9E-C631-4412-B174-1C6680E7F517}"/>
          </ac:cxnSpMkLst>
        </pc:cxnChg>
        <pc:cxnChg chg="add mod">
          <ac:chgData name="鈴木 秀規" userId="f68c5fd9-22d5-4c0a-9833-7fb0f5135313" providerId="ADAL" clId="{F575BF5D-9AAF-4582-948B-24FD2BFE6BEB}" dt="2021-01-29T03:57:01.593" v="126" actId="1036"/>
          <ac:cxnSpMkLst>
            <pc:docMk/>
            <pc:sldMk cId="2397736379" sldId="363"/>
            <ac:cxnSpMk id="19" creationId="{8C0777B4-17C4-482E-A9A7-55B472CCB402}"/>
          </ac:cxnSpMkLst>
        </pc:cxnChg>
        <pc:cxnChg chg="add mod">
          <ac:chgData name="鈴木 秀規" userId="f68c5fd9-22d5-4c0a-9833-7fb0f5135313" providerId="ADAL" clId="{F575BF5D-9AAF-4582-948B-24FD2BFE6BEB}" dt="2021-01-29T03:56:54.594" v="109" actId="1036"/>
          <ac:cxnSpMkLst>
            <pc:docMk/>
            <pc:sldMk cId="2397736379" sldId="363"/>
            <ac:cxnSpMk id="21" creationId="{360F1E30-C410-4664-A44C-D76CDE558B86}"/>
          </ac:cxnSpMkLst>
        </pc:cxnChg>
        <pc:cxnChg chg="add mod">
          <ac:chgData name="鈴木 秀規" userId="f68c5fd9-22d5-4c0a-9833-7fb0f5135313" providerId="ADAL" clId="{F575BF5D-9AAF-4582-948B-24FD2BFE6BEB}" dt="2021-01-29T03:55:00.868" v="33" actId="1076"/>
          <ac:cxnSpMkLst>
            <pc:docMk/>
            <pc:sldMk cId="2397736379" sldId="363"/>
            <ac:cxnSpMk id="22" creationId="{D8D0C633-EA00-468C-BF8F-D1BE99765D8F}"/>
          </ac:cxnSpMkLst>
        </pc:cxnChg>
      </pc:sldChg>
      <pc:sldChg chg="del">
        <pc:chgData name="鈴木 秀規" userId="f68c5fd9-22d5-4c0a-9833-7fb0f5135313" providerId="ADAL" clId="{F575BF5D-9AAF-4582-948B-24FD2BFE6BEB}" dt="2021-01-29T03:53:45.227" v="19" actId="2696"/>
        <pc:sldMkLst>
          <pc:docMk/>
          <pc:sldMk cId="1780867631" sldId="364"/>
        </pc:sldMkLst>
      </pc:sldChg>
      <pc:sldChg chg="addSp modSp new mod">
        <pc:chgData name="鈴木 秀規" userId="f68c5fd9-22d5-4c0a-9833-7fb0f5135313" providerId="ADAL" clId="{F575BF5D-9AAF-4582-948B-24FD2BFE6BEB}" dt="2021-01-29T04:00:27.336" v="250" actId="1036"/>
        <pc:sldMkLst>
          <pc:docMk/>
          <pc:sldMk cId="1835643292" sldId="364"/>
        </pc:sldMkLst>
        <pc:spChg chg="mod">
          <ac:chgData name="鈴木 秀規" userId="f68c5fd9-22d5-4c0a-9833-7fb0f5135313" providerId="ADAL" clId="{F575BF5D-9AAF-4582-948B-24FD2BFE6BEB}" dt="2021-01-29T03:58:06.499" v="189"/>
          <ac:spMkLst>
            <pc:docMk/>
            <pc:sldMk cId="1835643292" sldId="364"/>
            <ac:spMk id="3" creationId="{06EF8FDA-99E5-46E1-96FB-8B2F2813B31F}"/>
          </ac:spMkLst>
        </pc:spChg>
        <pc:spChg chg="mod">
          <ac:chgData name="鈴木 秀規" userId="f68c5fd9-22d5-4c0a-9833-7fb0f5135313" providerId="ADAL" clId="{F575BF5D-9AAF-4582-948B-24FD2BFE6BEB}" dt="2021-01-29T03:58:14.786" v="191"/>
          <ac:spMkLst>
            <pc:docMk/>
            <pc:sldMk cId="1835643292" sldId="364"/>
            <ac:spMk id="5" creationId="{09D91883-349E-4379-B8C7-570CD62FCA31}"/>
          </ac:spMkLst>
        </pc:spChg>
        <pc:spChg chg="add mod">
          <ac:chgData name="鈴木 秀規" userId="f68c5fd9-22d5-4c0a-9833-7fb0f5135313" providerId="ADAL" clId="{F575BF5D-9AAF-4582-948B-24FD2BFE6BEB}" dt="2021-01-29T04:00:19.869" v="247" actId="207"/>
          <ac:spMkLst>
            <pc:docMk/>
            <pc:sldMk cId="1835643292" sldId="364"/>
            <ac:spMk id="9" creationId="{7B05CDF5-A4E6-4BB3-97AA-9D5FB3E5EB9F}"/>
          </ac:spMkLst>
        </pc:spChg>
        <pc:spChg chg="add mod">
          <ac:chgData name="鈴木 秀規" userId="f68c5fd9-22d5-4c0a-9833-7fb0f5135313" providerId="ADAL" clId="{F575BF5D-9AAF-4582-948B-24FD2BFE6BEB}" dt="2021-01-29T04:00:19.869" v="247" actId="207"/>
          <ac:spMkLst>
            <pc:docMk/>
            <pc:sldMk cId="1835643292" sldId="364"/>
            <ac:spMk id="10" creationId="{061A445F-942A-48C3-ADAC-419889055630}"/>
          </ac:spMkLst>
        </pc:spChg>
        <pc:spChg chg="add mod">
          <ac:chgData name="鈴木 秀規" userId="f68c5fd9-22d5-4c0a-9833-7fb0f5135313" providerId="ADAL" clId="{F575BF5D-9AAF-4582-948B-24FD2BFE6BEB}" dt="2021-01-29T04:00:15.037" v="246" actId="207"/>
          <ac:spMkLst>
            <pc:docMk/>
            <pc:sldMk cId="1835643292" sldId="364"/>
            <ac:spMk id="13" creationId="{B1EAB290-EBD3-43CC-8A86-3583A7A02F59}"/>
          </ac:spMkLst>
        </pc:spChg>
        <pc:spChg chg="add mod">
          <ac:chgData name="鈴木 秀規" userId="f68c5fd9-22d5-4c0a-9833-7fb0f5135313" providerId="ADAL" clId="{F575BF5D-9AAF-4582-948B-24FD2BFE6BEB}" dt="2021-01-29T04:00:27.336" v="250" actId="1036"/>
          <ac:spMkLst>
            <pc:docMk/>
            <pc:sldMk cId="1835643292" sldId="364"/>
            <ac:spMk id="14" creationId="{E89F0D49-DCFC-4238-874F-9EB95E96CFF9}"/>
          </ac:spMkLst>
        </pc:spChg>
        <pc:spChg chg="add mod">
          <ac:chgData name="鈴木 秀規" userId="f68c5fd9-22d5-4c0a-9833-7fb0f5135313" providerId="ADAL" clId="{F575BF5D-9AAF-4582-948B-24FD2BFE6BEB}" dt="2021-01-29T04:00:19.869" v="247" actId="207"/>
          <ac:spMkLst>
            <pc:docMk/>
            <pc:sldMk cId="1835643292" sldId="364"/>
            <ac:spMk id="15" creationId="{7302AFCA-DE7B-4A6C-B043-3F42F1209AD9}"/>
          </ac:spMkLst>
        </pc:spChg>
        <pc:picChg chg="add mod">
          <ac:chgData name="鈴木 秀規" userId="f68c5fd9-22d5-4c0a-9833-7fb0f5135313" providerId="ADAL" clId="{F575BF5D-9AAF-4582-948B-24FD2BFE6BEB}" dt="2021-01-29T04:00:07.352" v="244" actId="1035"/>
          <ac:picMkLst>
            <pc:docMk/>
            <pc:sldMk cId="1835643292" sldId="364"/>
            <ac:picMk id="6" creationId="{74A68859-B0EF-42BC-8488-AACBB2EBCAE5}"/>
          </ac:picMkLst>
        </pc:picChg>
        <pc:picChg chg="add mod">
          <ac:chgData name="鈴木 秀規" userId="f68c5fd9-22d5-4c0a-9833-7fb0f5135313" providerId="ADAL" clId="{F575BF5D-9AAF-4582-948B-24FD2BFE6BEB}" dt="2021-01-29T04:00:07.352" v="244" actId="1035"/>
          <ac:picMkLst>
            <pc:docMk/>
            <pc:sldMk cId="1835643292" sldId="364"/>
            <ac:picMk id="7" creationId="{FFF1A7B1-508D-4A90-897D-3AEF77EDC208}"/>
          </ac:picMkLst>
        </pc:picChg>
        <pc:picChg chg="add mod">
          <ac:chgData name="鈴木 秀規" userId="f68c5fd9-22d5-4c0a-9833-7fb0f5135313" providerId="ADAL" clId="{F575BF5D-9AAF-4582-948B-24FD2BFE6BEB}" dt="2021-01-29T04:00:07.352" v="244" actId="1035"/>
          <ac:picMkLst>
            <pc:docMk/>
            <pc:sldMk cId="1835643292" sldId="364"/>
            <ac:picMk id="11" creationId="{C584244A-1702-48E7-AB5A-AC04C5558AC6}"/>
          </ac:picMkLst>
        </pc:picChg>
        <pc:picChg chg="add mod">
          <ac:chgData name="鈴木 秀規" userId="f68c5fd9-22d5-4c0a-9833-7fb0f5135313" providerId="ADAL" clId="{F575BF5D-9AAF-4582-948B-24FD2BFE6BEB}" dt="2021-01-29T04:00:27.336" v="250" actId="1036"/>
          <ac:picMkLst>
            <pc:docMk/>
            <pc:sldMk cId="1835643292" sldId="364"/>
            <ac:picMk id="12" creationId="{D21C9FCE-1C6B-47AD-8163-16B600D72E4B}"/>
          </ac:picMkLst>
        </pc:picChg>
        <pc:picChg chg="add mod">
          <ac:chgData name="鈴木 秀規" userId="f68c5fd9-22d5-4c0a-9833-7fb0f5135313" providerId="ADAL" clId="{F575BF5D-9AAF-4582-948B-24FD2BFE6BEB}" dt="2021-01-29T04:00:07.352" v="244" actId="1035"/>
          <ac:picMkLst>
            <pc:docMk/>
            <pc:sldMk cId="1835643292" sldId="364"/>
            <ac:picMk id="18" creationId="{D92ABB49-C22A-484B-BA3A-DD0255A1967B}"/>
          </ac:picMkLst>
        </pc:picChg>
        <pc:picChg chg="add mod">
          <ac:chgData name="鈴木 秀規" userId="f68c5fd9-22d5-4c0a-9833-7fb0f5135313" providerId="ADAL" clId="{F575BF5D-9AAF-4582-948B-24FD2BFE6BEB}" dt="2021-01-29T04:00:07.352" v="244" actId="1035"/>
          <ac:picMkLst>
            <pc:docMk/>
            <pc:sldMk cId="1835643292" sldId="364"/>
            <ac:picMk id="19" creationId="{833D0E5C-1A69-4D0C-924F-FB9DA81E7623}"/>
          </ac:picMkLst>
        </pc:picChg>
        <pc:cxnChg chg="add mod">
          <ac:chgData name="鈴木 秀規" userId="f68c5fd9-22d5-4c0a-9833-7fb0f5135313" providerId="ADAL" clId="{F575BF5D-9AAF-4582-948B-24FD2BFE6BEB}" dt="2021-01-29T04:00:07.352" v="244" actId="1035"/>
          <ac:cxnSpMkLst>
            <pc:docMk/>
            <pc:sldMk cId="1835643292" sldId="364"/>
            <ac:cxnSpMk id="8" creationId="{B6ECDDAE-0B9A-4E1C-9082-8BA927633D5F}"/>
          </ac:cxnSpMkLst>
        </pc:cxnChg>
        <pc:cxnChg chg="add mod">
          <ac:chgData name="鈴木 秀規" userId="f68c5fd9-22d5-4c0a-9833-7fb0f5135313" providerId="ADAL" clId="{F575BF5D-9AAF-4582-948B-24FD2BFE6BEB}" dt="2021-01-29T04:00:07.352" v="244" actId="1035"/>
          <ac:cxnSpMkLst>
            <pc:docMk/>
            <pc:sldMk cId="1835643292" sldId="364"/>
            <ac:cxnSpMk id="16" creationId="{6ADC0FCC-7CFF-478E-A3E2-4C6704FBE753}"/>
          </ac:cxnSpMkLst>
        </pc:cxnChg>
        <pc:cxnChg chg="add mod">
          <ac:chgData name="鈴木 秀規" userId="f68c5fd9-22d5-4c0a-9833-7fb0f5135313" providerId="ADAL" clId="{F575BF5D-9AAF-4582-948B-24FD2BFE6BEB}" dt="2021-01-29T04:00:27.336" v="250" actId="1036"/>
          <ac:cxnSpMkLst>
            <pc:docMk/>
            <pc:sldMk cId="1835643292" sldId="364"/>
            <ac:cxnSpMk id="17" creationId="{F9DDC079-CC82-4D22-9B06-9C0284214E27}"/>
          </ac:cxnSpMkLst>
        </pc:cxnChg>
      </pc:sldChg>
      <pc:sldChg chg="addSp modSp new mod">
        <pc:chgData name="鈴木 秀規" userId="f68c5fd9-22d5-4c0a-9833-7fb0f5135313" providerId="ADAL" clId="{F575BF5D-9AAF-4582-948B-24FD2BFE6BEB}" dt="2021-01-29T04:01:32.930" v="264" actId="207"/>
        <pc:sldMkLst>
          <pc:docMk/>
          <pc:sldMk cId="1277167566" sldId="365"/>
        </pc:sldMkLst>
        <pc:spChg chg="mod">
          <ac:chgData name="鈴木 秀規" userId="f68c5fd9-22d5-4c0a-9833-7fb0f5135313" providerId="ADAL" clId="{F575BF5D-9AAF-4582-948B-24FD2BFE6BEB}" dt="2021-01-29T04:00:44.314" v="252"/>
          <ac:spMkLst>
            <pc:docMk/>
            <pc:sldMk cId="1277167566" sldId="365"/>
            <ac:spMk id="3" creationId="{1F1E3EE4-E367-4019-8666-AC013DECCA39}"/>
          </ac:spMkLst>
        </pc:spChg>
        <pc:spChg chg="mod">
          <ac:chgData name="鈴木 秀規" userId="f68c5fd9-22d5-4c0a-9833-7fb0f5135313" providerId="ADAL" clId="{F575BF5D-9AAF-4582-948B-24FD2BFE6BEB}" dt="2021-01-29T04:01:32.930" v="264" actId="207"/>
          <ac:spMkLst>
            <pc:docMk/>
            <pc:sldMk cId="1277167566" sldId="365"/>
            <ac:spMk id="5" creationId="{6994C8CA-0BE1-4319-A8F8-EA45D6CAEB97}"/>
          </ac:spMkLst>
        </pc:spChg>
        <pc:spChg chg="add mod">
          <ac:chgData name="鈴木 秀規" userId="f68c5fd9-22d5-4c0a-9833-7fb0f5135313" providerId="ADAL" clId="{F575BF5D-9AAF-4582-948B-24FD2BFE6BEB}" dt="2021-01-29T04:01:07.222" v="257" actId="1076"/>
          <ac:spMkLst>
            <pc:docMk/>
            <pc:sldMk cId="1277167566" sldId="365"/>
            <ac:spMk id="8" creationId="{AF06CAC8-3477-46A8-92CE-3FCE1A9C4118}"/>
          </ac:spMkLst>
        </pc:spChg>
        <pc:picChg chg="add mod">
          <ac:chgData name="鈴木 秀規" userId="f68c5fd9-22d5-4c0a-9833-7fb0f5135313" providerId="ADAL" clId="{F575BF5D-9AAF-4582-948B-24FD2BFE6BEB}" dt="2021-01-29T04:01:07.222" v="257" actId="1076"/>
          <ac:picMkLst>
            <pc:docMk/>
            <pc:sldMk cId="1277167566" sldId="365"/>
            <ac:picMk id="6" creationId="{238C6003-B98F-42C0-A4C4-299E97BC232B}"/>
          </ac:picMkLst>
        </pc:picChg>
        <pc:picChg chg="add mod">
          <ac:chgData name="鈴木 秀規" userId="f68c5fd9-22d5-4c0a-9833-7fb0f5135313" providerId="ADAL" clId="{F575BF5D-9AAF-4582-948B-24FD2BFE6BEB}" dt="2021-01-29T04:01:07.222" v="257" actId="1076"/>
          <ac:picMkLst>
            <pc:docMk/>
            <pc:sldMk cId="1277167566" sldId="365"/>
            <ac:picMk id="7" creationId="{1A06B121-EDB1-4B0A-B3A2-1CA0E06FC10A}"/>
          </ac:picMkLst>
        </pc:picChg>
      </pc:sldChg>
      <pc:sldChg chg="del">
        <pc:chgData name="鈴木 秀規" userId="f68c5fd9-22d5-4c0a-9833-7fb0f5135313" providerId="ADAL" clId="{F575BF5D-9AAF-4582-948B-24FD2BFE6BEB}" dt="2021-01-29T03:53:45.227" v="19" actId="2696"/>
        <pc:sldMkLst>
          <pc:docMk/>
          <pc:sldMk cId="3777598103" sldId="365"/>
        </pc:sldMkLst>
      </pc:sldChg>
      <pc:sldChg chg="del">
        <pc:chgData name="鈴木 秀規" userId="f68c5fd9-22d5-4c0a-9833-7fb0f5135313" providerId="ADAL" clId="{F575BF5D-9AAF-4582-948B-24FD2BFE6BEB}" dt="2021-01-29T03:53:45.227" v="19" actId="2696"/>
        <pc:sldMkLst>
          <pc:docMk/>
          <pc:sldMk cId="2854614525" sldId="366"/>
        </pc:sldMkLst>
      </pc:sldChg>
      <pc:sldChg chg="addSp modSp new mod">
        <pc:chgData name="鈴木 秀規" userId="f68c5fd9-22d5-4c0a-9833-7fb0f5135313" providerId="ADAL" clId="{F575BF5D-9AAF-4582-948B-24FD2BFE6BEB}" dt="2021-01-29T04:04:26.657" v="289" actId="1076"/>
        <pc:sldMkLst>
          <pc:docMk/>
          <pc:sldMk cId="3202997917" sldId="366"/>
        </pc:sldMkLst>
        <pc:spChg chg="mod">
          <ac:chgData name="鈴木 秀規" userId="f68c5fd9-22d5-4c0a-9833-7fb0f5135313" providerId="ADAL" clId="{F575BF5D-9AAF-4582-948B-24FD2BFE6BEB}" dt="2021-01-29T04:03:14.964" v="266"/>
          <ac:spMkLst>
            <pc:docMk/>
            <pc:sldMk cId="3202997917" sldId="366"/>
            <ac:spMk id="3" creationId="{84CB9A3C-E606-4B3E-BB9D-AD20A42EB867}"/>
          </ac:spMkLst>
        </pc:spChg>
        <pc:spChg chg="mod">
          <ac:chgData name="鈴木 秀規" userId="f68c5fd9-22d5-4c0a-9833-7fb0f5135313" providerId="ADAL" clId="{F575BF5D-9AAF-4582-948B-24FD2BFE6BEB}" dt="2021-01-29T04:04:14.397" v="285" actId="207"/>
          <ac:spMkLst>
            <pc:docMk/>
            <pc:sldMk cId="3202997917" sldId="366"/>
            <ac:spMk id="5" creationId="{BBD7BA7D-5971-4D72-9993-A03A70C1A4E8}"/>
          </ac:spMkLst>
        </pc:spChg>
        <pc:picChg chg="add mod">
          <ac:chgData name="鈴木 秀規" userId="f68c5fd9-22d5-4c0a-9833-7fb0f5135313" providerId="ADAL" clId="{F575BF5D-9AAF-4582-948B-24FD2BFE6BEB}" dt="2021-01-29T04:04:26.657" v="289" actId="1076"/>
          <ac:picMkLst>
            <pc:docMk/>
            <pc:sldMk cId="3202997917" sldId="366"/>
            <ac:picMk id="6" creationId="{0044A0DD-6747-475C-A8CC-67C415036C65}"/>
          </ac:picMkLst>
        </pc:picChg>
      </pc:sldChg>
      <pc:sldChg chg="modSp new mod">
        <pc:chgData name="鈴木 秀規" userId="f68c5fd9-22d5-4c0a-9833-7fb0f5135313" providerId="ADAL" clId="{F575BF5D-9AAF-4582-948B-24FD2BFE6BEB}" dt="2021-01-29T04:06:02.943" v="311" actId="12"/>
        <pc:sldMkLst>
          <pc:docMk/>
          <pc:sldMk cId="1111243588" sldId="367"/>
        </pc:sldMkLst>
        <pc:spChg chg="mod">
          <ac:chgData name="鈴木 秀規" userId="f68c5fd9-22d5-4c0a-9833-7fb0f5135313" providerId="ADAL" clId="{F575BF5D-9AAF-4582-948B-24FD2BFE6BEB}" dt="2021-01-29T04:04:53.642" v="291"/>
          <ac:spMkLst>
            <pc:docMk/>
            <pc:sldMk cId="1111243588" sldId="367"/>
            <ac:spMk id="3" creationId="{3532F861-E7B1-4B2B-97BD-6DE98627E1F1}"/>
          </ac:spMkLst>
        </pc:spChg>
        <pc:spChg chg="mod">
          <ac:chgData name="鈴木 秀規" userId="f68c5fd9-22d5-4c0a-9833-7fb0f5135313" providerId="ADAL" clId="{F575BF5D-9AAF-4582-948B-24FD2BFE6BEB}" dt="2021-01-29T04:06:02.943" v="311" actId="12"/>
          <ac:spMkLst>
            <pc:docMk/>
            <pc:sldMk cId="1111243588" sldId="367"/>
            <ac:spMk id="5" creationId="{1395E66A-BAA2-4267-A007-E01128823ECA}"/>
          </ac:spMkLst>
        </pc:spChg>
      </pc:sldChg>
      <pc:sldChg chg="del">
        <pc:chgData name="鈴木 秀規" userId="f68c5fd9-22d5-4c0a-9833-7fb0f5135313" providerId="ADAL" clId="{F575BF5D-9AAF-4582-948B-24FD2BFE6BEB}" dt="2021-01-29T03:53:45.227" v="19" actId="2696"/>
        <pc:sldMkLst>
          <pc:docMk/>
          <pc:sldMk cId="2453149005" sldId="367"/>
        </pc:sldMkLst>
      </pc:sldChg>
      <pc:sldChg chg="modSp new mod">
        <pc:chgData name="鈴木 秀規" userId="f68c5fd9-22d5-4c0a-9833-7fb0f5135313" providerId="ADAL" clId="{F575BF5D-9AAF-4582-948B-24FD2BFE6BEB}" dt="2021-01-29T04:09:38.411" v="323" actId="20577"/>
        <pc:sldMkLst>
          <pc:docMk/>
          <pc:sldMk cId="456779390" sldId="368"/>
        </pc:sldMkLst>
        <pc:spChg chg="mod">
          <ac:chgData name="鈴木 秀規" userId="f68c5fd9-22d5-4c0a-9833-7fb0f5135313" providerId="ADAL" clId="{F575BF5D-9AAF-4582-948B-24FD2BFE6BEB}" dt="2021-01-29T04:08:37.280" v="313"/>
          <ac:spMkLst>
            <pc:docMk/>
            <pc:sldMk cId="456779390" sldId="368"/>
            <ac:spMk id="3" creationId="{4189AC14-084C-4852-A4AD-81F5A902D092}"/>
          </ac:spMkLst>
        </pc:spChg>
        <pc:spChg chg="mod">
          <ac:chgData name="鈴木 秀規" userId="f68c5fd9-22d5-4c0a-9833-7fb0f5135313" providerId="ADAL" clId="{F575BF5D-9AAF-4582-948B-24FD2BFE6BEB}" dt="2021-01-29T04:09:38.411" v="323" actId="20577"/>
          <ac:spMkLst>
            <pc:docMk/>
            <pc:sldMk cId="456779390" sldId="368"/>
            <ac:spMk id="5" creationId="{FAF1A558-FF89-4EE5-8096-45D587714621}"/>
          </ac:spMkLst>
        </pc:spChg>
      </pc:sldChg>
      <pc:sldChg chg="del">
        <pc:chgData name="鈴木 秀規" userId="f68c5fd9-22d5-4c0a-9833-7fb0f5135313" providerId="ADAL" clId="{F575BF5D-9AAF-4582-948B-24FD2BFE6BEB}" dt="2021-01-29T03:53:45.227" v="19" actId="2696"/>
        <pc:sldMkLst>
          <pc:docMk/>
          <pc:sldMk cId="2090493252" sldId="368"/>
        </pc:sldMkLst>
      </pc:sldChg>
      <pc:sldChg chg="addSp modSp new del mod">
        <pc:chgData name="鈴木 秀規" userId="f68c5fd9-22d5-4c0a-9833-7fb0f5135313" providerId="ADAL" clId="{F575BF5D-9AAF-4582-948B-24FD2BFE6BEB}" dt="2021-01-29T04:16:21.766" v="432" actId="2696"/>
        <pc:sldMkLst>
          <pc:docMk/>
          <pc:sldMk cId="108376523" sldId="369"/>
        </pc:sldMkLst>
        <pc:spChg chg="mod">
          <ac:chgData name="鈴木 秀規" userId="f68c5fd9-22d5-4c0a-9833-7fb0f5135313" providerId="ADAL" clId="{F575BF5D-9AAF-4582-948B-24FD2BFE6BEB}" dt="2021-01-29T04:09:51.266" v="325"/>
          <ac:spMkLst>
            <pc:docMk/>
            <pc:sldMk cId="108376523" sldId="369"/>
            <ac:spMk id="3" creationId="{07B7EB16-27E1-4752-8A64-68D7E922DC06}"/>
          </ac:spMkLst>
        </pc:spChg>
        <pc:spChg chg="mod">
          <ac:chgData name="鈴木 秀規" userId="f68c5fd9-22d5-4c0a-9833-7fb0f5135313" providerId="ADAL" clId="{F575BF5D-9AAF-4582-948B-24FD2BFE6BEB}" dt="2021-01-29T04:10:09.837" v="328" actId="14100"/>
          <ac:spMkLst>
            <pc:docMk/>
            <pc:sldMk cId="108376523" sldId="369"/>
            <ac:spMk id="5" creationId="{71E29695-2D44-4290-87C6-573F744A95BA}"/>
          </ac:spMkLst>
        </pc:spChg>
        <pc:spChg chg="add mod">
          <ac:chgData name="鈴木 秀規" userId="f68c5fd9-22d5-4c0a-9833-7fb0f5135313" providerId="ADAL" clId="{F575BF5D-9AAF-4582-948B-24FD2BFE6BEB}" dt="2021-01-29T04:14:26.868" v="377" actId="14100"/>
          <ac:spMkLst>
            <pc:docMk/>
            <pc:sldMk cId="108376523" sldId="369"/>
            <ac:spMk id="6" creationId="{4BED9817-3563-49D2-92A2-D911F3A5C48B}"/>
          </ac:spMkLst>
        </pc:spChg>
        <pc:spChg chg="add mod">
          <ac:chgData name="鈴木 秀規" userId="f68c5fd9-22d5-4c0a-9833-7fb0f5135313" providerId="ADAL" clId="{F575BF5D-9AAF-4582-948B-24FD2BFE6BEB}" dt="2021-01-29T04:13:00.824" v="366" actId="14100"/>
          <ac:spMkLst>
            <pc:docMk/>
            <pc:sldMk cId="108376523" sldId="369"/>
            <ac:spMk id="7" creationId="{A02CE9B6-FCE5-4ABA-A722-7C024D06DC20}"/>
          </ac:spMkLst>
        </pc:spChg>
        <pc:spChg chg="add mod">
          <ac:chgData name="鈴木 秀規" userId="f68c5fd9-22d5-4c0a-9833-7fb0f5135313" providerId="ADAL" clId="{F575BF5D-9AAF-4582-948B-24FD2BFE6BEB}" dt="2021-01-29T04:13:08.777" v="368" actId="14100"/>
          <ac:spMkLst>
            <pc:docMk/>
            <pc:sldMk cId="108376523" sldId="369"/>
            <ac:spMk id="8" creationId="{776AC007-C5E9-481E-8D1C-5BF1AEC1EBA0}"/>
          </ac:spMkLst>
        </pc:spChg>
      </pc:sldChg>
      <pc:sldChg chg="del">
        <pc:chgData name="鈴木 秀規" userId="f68c5fd9-22d5-4c0a-9833-7fb0f5135313" providerId="ADAL" clId="{F575BF5D-9AAF-4582-948B-24FD2BFE6BEB}" dt="2021-01-29T03:53:45.227" v="19" actId="2696"/>
        <pc:sldMkLst>
          <pc:docMk/>
          <pc:sldMk cId="1828494026" sldId="369"/>
        </pc:sldMkLst>
      </pc:sldChg>
      <pc:sldChg chg="addSp modSp new add del mod">
        <pc:chgData name="鈴木 秀規" userId="f68c5fd9-22d5-4c0a-9833-7fb0f5135313" providerId="ADAL" clId="{F575BF5D-9AAF-4582-948B-24FD2BFE6BEB}" dt="2021-01-29T04:16:30.594" v="434" actId="2696"/>
        <pc:sldMkLst>
          <pc:docMk/>
          <pc:sldMk cId="626248736" sldId="370"/>
        </pc:sldMkLst>
        <pc:spChg chg="mod">
          <ac:chgData name="鈴木 秀規" userId="f68c5fd9-22d5-4c0a-9833-7fb0f5135313" providerId="ADAL" clId="{F575BF5D-9AAF-4582-948B-24FD2BFE6BEB}" dt="2021-01-29T04:14:23.169" v="376"/>
          <ac:spMkLst>
            <pc:docMk/>
            <pc:sldMk cId="626248736" sldId="370"/>
            <ac:spMk id="3" creationId="{CC9F3572-63AE-4507-8DBD-68D54706735C}"/>
          </ac:spMkLst>
        </pc:spChg>
        <pc:spChg chg="mod">
          <ac:chgData name="鈴木 秀規" userId="f68c5fd9-22d5-4c0a-9833-7fb0f5135313" providerId="ADAL" clId="{F575BF5D-9AAF-4582-948B-24FD2BFE6BEB}" dt="2021-01-29T04:14:19.187" v="375" actId="14100"/>
          <ac:spMkLst>
            <pc:docMk/>
            <pc:sldMk cId="626248736" sldId="370"/>
            <ac:spMk id="5" creationId="{40A7AB8E-C31C-4632-93DE-B085A6C87B3F}"/>
          </ac:spMkLst>
        </pc:spChg>
        <pc:spChg chg="add mod">
          <ac:chgData name="鈴木 秀規" userId="f68c5fd9-22d5-4c0a-9833-7fb0f5135313" providerId="ADAL" clId="{F575BF5D-9AAF-4582-948B-24FD2BFE6BEB}" dt="2021-01-29T04:16:18.382" v="431" actId="1076"/>
          <ac:spMkLst>
            <pc:docMk/>
            <pc:sldMk cId="626248736" sldId="370"/>
            <ac:spMk id="6" creationId="{B4D44712-3924-4D02-B8CE-80C40F83BE37}"/>
          </ac:spMkLst>
        </pc:spChg>
        <pc:spChg chg="add mod">
          <ac:chgData name="鈴木 秀規" userId="f68c5fd9-22d5-4c0a-9833-7fb0f5135313" providerId="ADAL" clId="{F575BF5D-9AAF-4582-948B-24FD2BFE6BEB}" dt="2021-01-29T04:16:18.382" v="431" actId="1076"/>
          <ac:spMkLst>
            <pc:docMk/>
            <pc:sldMk cId="626248736" sldId="370"/>
            <ac:spMk id="7" creationId="{B9E4A589-99ED-4E4B-9E3D-FE43FDF20147}"/>
          </ac:spMkLst>
        </pc:spChg>
        <pc:spChg chg="add mod">
          <ac:chgData name="鈴木 秀規" userId="f68c5fd9-22d5-4c0a-9833-7fb0f5135313" providerId="ADAL" clId="{F575BF5D-9AAF-4582-948B-24FD2BFE6BEB}" dt="2021-01-29T04:16:18.382" v="431" actId="1076"/>
          <ac:spMkLst>
            <pc:docMk/>
            <pc:sldMk cId="626248736" sldId="370"/>
            <ac:spMk id="8" creationId="{E6A16668-7D2E-4A55-9DF5-E63E6934B6BF}"/>
          </ac:spMkLst>
        </pc:spChg>
      </pc:sldChg>
      <pc:sldChg chg="del">
        <pc:chgData name="鈴木 秀規" userId="f68c5fd9-22d5-4c0a-9833-7fb0f5135313" providerId="ADAL" clId="{F575BF5D-9AAF-4582-948B-24FD2BFE6BEB}" dt="2021-01-29T03:53:45.227" v="19" actId="2696"/>
        <pc:sldMkLst>
          <pc:docMk/>
          <pc:sldMk cId="1301075000" sldId="370"/>
        </pc:sldMkLst>
      </pc:sldChg>
      <pc:sldChg chg="del">
        <pc:chgData name="鈴木 秀規" userId="f68c5fd9-22d5-4c0a-9833-7fb0f5135313" providerId="ADAL" clId="{F575BF5D-9AAF-4582-948B-24FD2BFE6BEB}" dt="2021-01-29T03:53:45.227" v="19" actId="2696"/>
        <pc:sldMkLst>
          <pc:docMk/>
          <pc:sldMk cId="1939820756" sldId="371"/>
        </pc:sldMkLst>
      </pc:sldChg>
      <pc:sldChg chg="addSp modSp add mod">
        <pc:chgData name="鈴木 秀規" userId="f68c5fd9-22d5-4c0a-9833-7fb0f5135313" providerId="ADAL" clId="{F575BF5D-9AAF-4582-948B-24FD2BFE6BEB}" dt="2021-01-29T04:18:08.322" v="470" actId="1037"/>
        <pc:sldMkLst>
          <pc:docMk/>
          <pc:sldMk cId="2430396932" sldId="371"/>
        </pc:sldMkLst>
        <pc:spChg chg="mod">
          <ac:chgData name="鈴木 秀規" userId="f68c5fd9-22d5-4c0a-9833-7fb0f5135313" providerId="ADAL" clId="{F575BF5D-9AAF-4582-948B-24FD2BFE6BEB}" dt="2021-01-29T04:16:56.059" v="438" actId="207"/>
          <ac:spMkLst>
            <pc:docMk/>
            <pc:sldMk cId="2430396932" sldId="371"/>
            <ac:spMk id="5" creationId="{40A7AB8E-C31C-4632-93DE-B085A6C87B3F}"/>
          </ac:spMkLst>
        </pc:spChg>
        <pc:spChg chg="mod">
          <ac:chgData name="鈴木 秀規" userId="f68c5fd9-22d5-4c0a-9833-7fb0f5135313" providerId="ADAL" clId="{F575BF5D-9AAF-4582-948B-24FD2BFE6BEB}" dt="2021-01-29T04:17:09.661" v="443" actId="1076"/>
          <ac:spMkLst>
            <pc:docMk/>
            <pc:sldMk cId="2430396932" sldId="371"/>
            <ac:spMk id="7" creationId="{B9E4A589-99ED-4E4B-9E3D-FE43FDF20147}"/>
          </ac:spMkLst>
        </pc:spChg>
        <pc:spChg chg="add mod">
          <ac:chgData name="鈴木 秀規" userId="f68c5fd9-22d5-4c0a-9833-7fb0f5135313" providerId="ADAL" clId="{F575BF5D-9AAF-4582-948B-24FD2BFE6BEB}" dt="2021-01-29T04:18:03.879" v="469" actId="207"/>
          <ac:spMkLst>
            <pc:docMk/>
            <pc:sldMk cId="2430396932" sldId="371"/>
            <ac:spMk id="9" creationId="{7069D539-FAB0-424C-B1F8-7C9469D6F7CE}"/>
          </ac:spMkLst>
        </pc:spChg>
        <pc:spChg chg="add mod">
          <ac:chgData name="鈴木 秀規" userId="f68c5fd9-22d5-4c0a-9833-7fb0f5135313" providerId="ADAL" clId="{F575BF5D-9AAF-4582-948B-24FD2BFE6BEB}" dt="2021-01-29T04:17:46.516" v="454" actId="14100"/>
          <ac:spMkLst>
            <pc:docMk/>
            <pc:sldMk cId="2430396932" sldId="371"/>
            <ac:spMk id="10" creationId="{C08BA81F-012B-49D9-9621-6D7150662906}"/>
          </ac:spMkLst>
        </pc:spChg>
        <pc:spChg chg="add mod">
          <ac:chgData name="鈴木 秀規" userId="f68c5fd9-22d5-4c0a-9833-7fb0f5135313" providerId="ADAL" clId="{F575BF5D-9AAF-4582-948B-24FD2BFE6BEB}" dt="2021-01-29T04:18:08.322" v="470" actId="1037"/>
          <ac:spMkLst>
            <pc:docMk/>
            <pc:sldMk cId="2430396932" sldId="371"/>
            <ac:spMk id="11" creationId="{58313332-362A-42E0-A7DF-1682283099C1}"/>
          </ac:spMkLst>
        </pc:spChg>
      </pc:sldChg>
      <pc:sldChg chg="addSp modSp new mod">
        <pc:chgData name="鈴木 秀規" userId="f68c5fd9-22d5-4c0a-9833-7fb0f5135313" providerId="ADAL" clId="{F575BF5D-9AAF-4582-948B-24FD2BFE6BEB}" dt="2021-01-29T04:26:44.882" v="502" actId="207"/>
        <pc:sldMkLst>
          <pc:docMk/>
          <pc:sldMk cId="2092557008" sldId="372"/>
        </pc:sldMkLst>
        <pc:spChg chg="mod">
          <ac:chgData name="鈴木 秀規" userId="f68c5fd9-22d5-4c0a-9833-7fb0f5135313" providerId="ADAL" clId="{F575BF5D-9AAF-4582-948B-24FD2BFE6BEB}" dt="2021-01-29T04:18:37.638" v="472"/>
          <ac:spMkLst>
            <pc:docMk/>
            <pc:sldMk cId="2092557008" sldId="372"/>
            <ac:spMk id="3" creationId="{9C12B630-5626-4346-8946-72FBF2065713}"/>
          </ac:spMkLst>
        </pc:spChg>
        <pc:spChg chg="mod">
          <ac:chgData name="鈴木 秀規" userId="f68c5fd9-22d5-4c0a-9833-7fb0f5135313" providerId="ADAL" clId="{F575BF5D-9AAF-4582-948B-24FD2BFE6BEB}" dt="2021-01-29T04:26:44.882" v="502" actId="207"/>
          <ac:spMkLst>
            <pc:docMk/>
            <pc:sldMk cId="2092557008" sldId="372"/>
            <ac:spMk id="5" creationId="{A2F9C608-6A87-46A5-A1F9-4A1E5C7619D6}"/>
          </ac:spMkLst>
        </pc:spChg>
        <pc:spChg chg="add mod">
          <ac:chgData name="鈴木 秀規" userId="f68c5fd9-22d5-4c0a-9833-7fb0f5135313" providerId="ADAL" clId="{F575BF5D-9AAF-4582-948B-24FD2BFE6BEB}" dt="2021-01-29T04:26:39.910" v="501" actId="207"/>
          <ac:spMkLst>
            <pc:docMk/>
            <pc:sldMk cId="2092557008" sldId="372"/>
            <ac:spMk id="6" creationId="{17E26B0D-4309-4529-8CD2-2FE5CF4FAC6E}"/>
          </ac:spMkLst>
        </pc:spChg>
        <pc:spChg chg="add mod">
          <ac:chgData name="鈴木 秀規" userId="f68c5fd9-22d5-4c0a-9833-7fb0f5135313" providerId="ADAL" clId="{F575BF5D-9AAF-4582-948B-24FD2BFE6BEB}" dt="2021-01-29T04:26:05.844" v="494" actId="1076"/>
          <ac:spMkLst>
            <pc:docMk/>
            <pc:sldMk cId="2092557008" sldId="372"/>
            <ac:spMk id="7" creationId="{5305D873-7A4A-46FC-8C8D-53578AB2C64C}"/>
          </ac:spMkLst>
        </pc:spChg>
        <pc:spChg chg="add mod">
          <ac:chgData name="鈴木 秀規" userId="f68c5fd9-22d5-4c0a-9833-7fb0f5135313" providerId="ADAL" clId="{F575BF5D-9AAF-4582-948B-24FD2BFE6BEB}" dt="2021-01-29T04:26:20.660" v="498" actId="207"/>
          <ac:spMkLst>
            <pc:docMk/>
            <pc:sldMk cId="2092557008" sldId="372"/>
            <ac:spMk id="8" creationId="{0DAF38C4-7040-482D-935A-69A3EAAC76CE}"/>
          </ac:spMkLst>
        </pc:spChg>
      </pc:sldChg>
      <pc:sldChg chg="del">
        <pc:chgData name="鈴木 秀規" userId="f68c5fd9-22d5-4c0a-9833-7fb0f5135313" providerId="ADAL" clId="{F575BF5D-9AAF-4582-948B-24FD2BFE6BEB}" dt="2021-01-29T03:53:45.227" v="19" actId="2696"/>
        <pc:sldMkLst>
          <pc:docMk/>
          <pc:sldMk cId="3679262217" sldId="372"/>
        </pc:sldMkLst>
      </pc:sldChg>
      <pc:sldChg chg="del">
        <pc:chgData name="鈴木 秀規" userId="f68c5fd9-22d5-4c0a-9833-7fb0f5135313" providerId="ADAL" clId="{F575BF5D-9AAF-4582-948B-24FD2BFE6BEB}" dt="2021-01-29T03:53:45.227" v="19" actId="2696"/>
        <pc:sldMkLst>
          <pc:docMk/>
          <pc:sldMk cId="295493128" sldId="373"/>
        </pc:sldMkLst>
      </pc:sldChg>
      <pc:sldChg chg="modSp new mod">
        <pc:chgData name="鈴木 秀規" userId="f68c5fd9-22d5-4c0a-9833-7fb0f5135313" providerId="ADAL" clId="{F575BF5D-9AAF-4582-948B-24FD2BFE6BEB}" dt="2021-01-29T04:29:03.150" v="530" actId="207"/>
        <pc:sldMkLst>
          <pc:docMk/>
          <pc:sldMk cId="360899116" sldId="373"/>
        </pc:sldMkLst>
        <pc:spChg chg="mod">
          <ac:chgData name="鈴木 秀規" userId="f68c5fd9-22d5-4c0a-9833-7fb0f5135313" providerId="ADAL" clId="{F575BF5D-9AAF-4582-948B-24FD2BFE6BEB}" dt="2021-01-29T04:26:57.530" v="504"/>
          <ac:spMkLst>
            <pc:docMk/>
            <pc:sldMk cId="360899116" sldId="373"/>
            <ac:spMk id="3" creationId="{7D8E6E7E-E819-4301-AB90-D1B730D07DB8}"/>
          </ac:spMkLst>
        </pc:spChg>
        <pc:spChg chg="mod">
          <ac:chgData name="鈴木 秀規" userId="f68c5fd9-22d5-4c0a-9833-7fb0f5135313" providerId="ADAL" clId="{F575BF5D-9AAF-4582-948B-24FD2BFE6BEB}" dt="2021-01-29T04:29:03.150" v="530" actId="207"/>
          <ac:spMkLst>
            <pc:docMk/>
            <pc:sldMk cId="360899116" sldId="373"/>
            <ac:spMk id="5" creationId="{EE252208-B370-41F9-B76C-E8E90FE44219}"/>
          </ac:spMkLst>
        </pc:spChg>
      </pc:sldChg>
      <pc:sldChg chg="modSp new mod">
        <pc:chgData name="鈴木 秀規" userId="f68c5fd9-22d5-4c0a-9833-7fb0f5135313" providerId="ADAL" clId="{F575BF5D-9AAF-4582-948B-24FD2BFE6BEB}" dt="2021-01-29T04:30:09.066" v="548" actId="207"/>
        <pc:sldMkLst>
          <pc:docMk/>
          <pc:sldMk cId="1052588155" sldId="374"/>
        </pc:sldMkLst>
        <pc:spChg chg="mod">
          <ac:chgData name="鈴木 秀規" userId="f68c5fd9-22d5-4c0a-9833-7fb0f5135313" providerId="ADAL" clId="{F575BF5D-9AAF-4582-948B-24FD2BFE6BEB}" dt="2021-01-29T04:29:15.980" v="532"/>
          <ac:spMkLst>
            <pc:docMk/>
            <pc:sldMk cId="1052588155" sldId="374"/>
            <ac:spMk id="3" creationId="{1719FC50-025D-41A0-B13D-8813F7A3D89E}"/>
          </ac:spMkLst>
        </pc:spChg>
        <pc:spChg chg="mod">
          <ac:chgData name="鈴木 秀規" userId="f68c5fd9-22d5-4c0a-9833-7fb0f5135313" providerId="ADAL" clId="{F575BF5D-9AAF-4582-948B-24FD2BFE6BEB}" dt="2021-01-29T04:30:09.066" v="548" actId="207"/>
          <ac:spMkLst>
            <pc:docMk/>
            <pc:sldMk cId="1052588155" sldId="374"/>
            <ac:spMk id="5" creationId="{2244E8A3-F648-4B7C-BD0C-260FE6A1C10D}"/>
          </ac:spMkLst>
        </pc:spChg>
      </pc:sldChg>
      <pc:sldChg chg="del">
        <pc:chgData name="鈴木 秀規" userId="f68c5fd9-22d5-4c0a-9833-7fb0f5135313" providerId="ADAL" clId="{F575BF5D-9AAF-4582-948B-24FD2BFE6BEB}" dt="2021-01-29T03:53:45.227" v="19" actId="2696"/>
        <pc:sldMkLst>
          <pc:docMk/>
          <pc:sldMk cId="1376688274" sldId="374"/>
        </pc:sldMkLst>
      </pc:sldChg>
      <pc:sldChg chg="modSp new mod">
        <pc:chgData name="鈴木 秀規" userId="f68c5fd9-22d5-4c0a-9833-7fb0f5135313" providerId="ADAL" clId="{F575BF5D-9AAF-4582-948B-24FD2BFE6BEB}" dt="2021-01-29T04:31:07.658" v="563" actId="12"/>
        <pc:sldMkLst>
          <pc:docMk/>
          <pc:sldMk cId="31669137" sldId="375"/>
        </pc:sldMkLst>
        <pc:spChg chg="mod">
          <ac:chgData name="鈴木 秀規" userId="f68c5fd9-22d5-4c0a-9833-7fb0f5135313" providerId="ADAL" clId="{F575BF5D-9AAF-4582-948B-24FD2BFE6BEB}" dt="2021-01-29T04:30:22.070" v="550"/>
          <ac:spMkLst>
            <pc:docMk/>
            <pc:sldMk cId="31669137" sldId="375"/>
            <ac:spMk id="3" creationId="{330077B5-BD01-4783-B4AA-22BEF0D1C698}"/>
          </ac:spMkLst>
        </pc:spChg>
        <pc:spChg chg="mod">
          <ac:chgData name="鈴木 秀規" userId="f68c5fd9-22d5-4c0a-9833-7fb0f5135313" providerId="ADAL" clId="{F575BF5D-9AAF-4582-948B-24FD2BFE6BEB}" dt="2021-01-29T04:31:07.658" v="563" actId="12"/>
          <ac:spMkLst>
            <pc:docMk/>
            <pc:sldMk cId="31669137" sldId="375"/>
            <ac:spMk id="5" creationId="{B1D8D607-F4E5-4397-820F-736FF41DC082}"/>
          </ac:spMkLst>
        </pc:spChg>
      </pc:sldChg>
      <pc:sldChg chg="del">
        <pc:chgData name="鈴木 秀規" userId="f68c5fd9-22d5-4c0a-9833-7fb0f5135313" providerId="ADAL" clId="{F575BF5D-9AAF-4582-948B-24FD2BFE6BEB}" dt="2021-01-29T03:53:45.227" v="19" actId="2696"/>
        <pc:sldMkLst>
          <pc:docMk/>
          <pc:sldMk cId="1089892823" sldId="375"/>
        </pc:sldMkLst>
      </pc:sldChg>
      <pc:sldChg chg="del">
        <pc:chgData name="鈴木 秀規" userId="f68c5fd9-22d5-4c0a-9833-7fb0f5135313" providerId="ADAL" clId="{F575BF5D-9AAF-4582-948B-24FD2BFE6BEB}" dt="2021-01-29T03:53:45.227" v="19" actId="2696"/>
        <pc:sldMkLst>
          <pc:docMk/>
          <pc:sldMk cId="2589480947" sldId="376"/>
        </pc:sldMkLst>
      </pc:sldChg>
      <pc:sldChg chg="del">
        <pc:chgData name="鈴木 秀規" userId="f68c5fd9-22d5-4c0a-9833-7fb0f5135313" providerId="ADAL" clId="{F575BF5D-9AAF-4582-948B-24FD2BFE6BEB}" dt="2021-01-29T03:53:45.227" v="19" actId="2696"/>
        <pc:sldMkLst>
          <pc:docMk/>
          <pc:sldMk cId="546674919" sldId="377"/>
        </pc:sldMkLst>
      </pc:sldChg>
      <pc:sldChg chg="del">
        <pc:chgData name="鈴木 秀規" userId="f68c5fd9-22d5-4c0a-9833-7fb0f5135313" providerId="ADAL" clId="{F575BF5D-9AAF-4582-948B-24FD2BFE6BEB}" dt="2021-01-29T03:53:45.227" v="19" actId="2696"/>
        <pc:sldMkLst>
          <pc:docMk/>
          <pc:sldMk cId="1244196573" sldId="378"/>
        </pc:sldMkLst>
      </pc:sldChg>
    </pc:docChg>
  </pc:docChgLst>
  <pc:docChgLst>
    <pc:chgData name="鈴木 秀規" userId="S::h_suzuki@rhizome01.onmicrosoft.com::f68c5fd9-22d5-4c0a-9833-7fb0f5135313" providerId="AD" clId="Web-{15F4B5FC-CFF5-4BB4-8C11-86A17B095605}"/>
    <pc:docChg chg="modSld">
      <pc:chgData name="鈴木 秀規" userId="S::h_suzuki@rhizome01.onmicrosoft.com::f68c5fd9-22d5-4c0a-9833-7fb0f5135313" providerId="AD" clId="Web-{15F4B5FC-CFF5-4BB4-8C11-86A17B095605}" dt="2020-12-02T03:49:52.859" v="0" actId="1076"/>
      <pc:docMkLst>
        <pc:docMk/>
      </pc:docMkLst>
      <pc:sldChg chg="modSp">
        <pc:chgData name="鈴木 秀規" userId="S::h_suzuki@rhizome01.onmicrosoft.com::f68c5fd9-22d5-4c0a-9833-7fb0f5135313" providerId="AD" clId="Web-{15F4B5FC-CFF5-4BB4-8C11-86A17B095605}" dt="2020-12-02T03:49:52.859" v="0" actId="1076"/>
        <pc:sldMkLst>
          <pc:docMk/>
          <pc:sldMk cId="510692425" sldId="259"/>
        </pc:sldMkLst>
        <pc:spChg chg="mod">
          <ac:chgData name="鈴木 秀規" userId="S::h_suzuki@rhizome01.onmicrosoft.com::f68c5fd9-22d5-4c0a-9833-7fb0f5135313" providerId="AD" clId="Web-{15F4B5FC-CFF5-4BB4-8C11-86A17B095605}" dt="2020-12-02T03:49:52.859" v="0" actId="1076"/>
          <ac:spMkLst>
            <pc:docMk/>
            <pc:sldMk cId="510692425" sldId="259"/>
            <ac:spMk id="15" creationId="{ED5AD4F3-B985-664A-86AC-B10F1F90B886}"/>
          </ac:spMkLst>
        </pc:spChg>
      </pc:sldChg>
    </pc:docChg>
  </pc:docChgLst>
  <pc:docChgLst>
    <pc:chgData name="営業サーバ" userId="c35045ed-c185-45de-8f58-be20a28877d8" providerId="ADAL" clId="{0FC3A6E2-F395-4B6D-99FD-86F57DB42901}"/>
    <pc:docChg chg="undo custSel addSld delSld modSld">
      <pc:chgData name="営業サーバ" userId="c35045ed-c185-45de-8f58-be20a28877d8" providerId="ADAL" clId="{0FC3A6E2-F395-4B6D-99FD-86F57DB42901}" dt="2020-11-26T07:07:48.066" v="10" actId="47"/>
      <pc:docMkLst>
        <pc:docMk/>
      </pc:docMkLst>
      <pc:sldChg chg="add del">
        <pc:chgData name="営業サーバ" userId="c35045ed-c185-45de-8f58-be20a28877d8" providerId="ADAL" clId="{0FC3A6E2-F395-4B6D-99FD-86F57DB42901}" dt="2020-11-26T07:06:56.254" v="3" actId="47"/>
        <pc:sldMkLst>
          <pc:docMk/>
          <pc:sldMk cId="4126943593" sldId="257"/>
        </pc:sldMkLst>
      </pc:sldChg>
      <pc:sldChg chg="add del">
        <pc:chgData name="営業サーバ" userId="c35045ed-c185-45de-8f58-be20a28877d8" providerId="ADAL" clId="{0FC3A6E2-F395-4B6D-99FD-86F57DB42901}" dt="2020-11-26T07:07:48.066" v="10" actId="47"/>
        <pc:sldMkLst>
          <pc:docMk/>
          <pc:sldMk cId="1511176286" sldId="261"/>
        </pc:sldMkLst>
      </pc:sldChg>
      <pc:sldChg chg="addSp delSp modSp mod">
        <pc:chgData name="営業サーバ" userId="c35045ed-c185-45de-8f58-be20a28877d8" providerId="ADAL" clId="{0FC3A6E2-F395-4B6D-99FD-86F57DB42901}" dt="2020-11-26T07:07:14.137" v="6"/>
        <pc:sldMkLst>
          <pc:docMk/>
          <pc:sldMk cId="1668843990" sldId="360"/>
        </pc:sldMkLst>
        <pc:spChg chg="add del">
          <ac:chgData name="営業サーバ" userId="c35045ed-c185-45de-8f58-be20a28877d8" providerId="ADAL" clId="{0FC3A6E2-F395-4B6D-99FD-86F57DB42901}" dt="2020-11-26T07:07:09.144" v="5" actId="22"/>
          <ac:spMkLst>
            <pc:docMk/>
            <pc:sldMk cId="1668843990" sldId="360"/>
            <ac:spMk id="8" creationId="{5414D97A-0555-4817-87C8-0DCE217B7E2F}"/>
          </ac:spMkLst>
        </pc:spChg>
        <pc:spChg chg="mod">
          <ac:chgData name="営業サーバ" userId="c35045ed-c185-45de-8f58-be20a28877d8" providerId="ADAL" clId="{0FC3A6E2-F395-4B6D-99FD-86F57DB42901}" dt="2020-11-26T07:07:14.137" v="6"/>
          <ac:spMkLst>
            <pc:docMk/>
            <pc:sldMk cId="1668843990" sldId="360"/>
            <ac:spMk id="9" creationId="{A4832727-EA7F-44D6-A9F2-E4AE0246960A}"/>
          </ac:spMkLst>
        </pc:spChg>
      </pc:sldChg>
      <pc:sldChg chg="modSp mod">
        <pc:chgData name="営業サーバ" userId="c35045ed-c185-45de-8f58-be20a28877d8" providerId="ADAL" clId="{0FC3A6E2-F395-4B6D-99FD-86F57DB42901}" dt="2020-11-26T07:07:24.362" v="7"/>
        <pc:sldMkLst>
          <pc:docMk/>
          <pc:sldMk cId="267129399" sldId="361"/>
        </pc:sldMkLst>
        <pc:spChg chg="mod">
          <ac:chgData name="営業サーバ" userId="c35045ed-c185-45de-8f58-be20a28877d8" providerId="ADAL" clId="{0FC3A6E2-F395-4B6D-99FD-86F57DB42901}" dt="2020-11-26T07:07:24.362" v="7"/>
          <ac:spMkLst>
            <pc:docMk/>
            <pc:sldMk cId="267129399" sldId="361"/>
            <ac:spMk id="6" creationId="{D0F3BEAC-A5EA-4EE4-95C7-0AEC1107FD29}"/>
          </ac:spMkLst>
        </pc:spChg>
      </pc:sldChg>
      <pc:sldChg chg="del">
        <pc:chgData name="営業サーバ" userId="c35045ed-c185-45de-8f58-be20a28877d8" providerId="ADAL" clId="{0FC3A6E2-F395-4B6D-99FD-86F57DB42901}" dt="2020-11-26T07:07:33.923" v="8" actId="47"/>
        <pc:sldMkLst>
          <pc:docMk/>
          <pc:sldMk cId="1833190690" sldId="362"/>
        </pc:sldMkLst>
      </pc:sldChg>
      <pc:sldMasterChg chg="delSldLayout">
        <pc:chgData name="営業サーバ" userId="c35045ed-c185-45de-8f58-be20a28877d8" providerId="ADAL" clId="{0FC3A6E2-F395-4B6D-99FD-86F57DB42901}" dt="2020-11-26T07:06:56.254" v="3" actId="47"/>
        <pc:sldMasterMkLst>
          <pc:docMk/>
          <pc:sldMasterMk cId="435389543" sldId="2147483658"/>
        </pc:sldMasterMkLst>
        <pc:sldLayoutChg chg="del">
          <pc:chgData name="営業サーバ" userId="c35045ed-c185-45de-8f58-be20a28877d8" providerId="ADAL" clId="{0FC3A6E2-F395-4B6D-99FD-86F57DB42901}" dt="2020-11-26T07:06:56.254" v="3" actId="47"/>
          <pc:sldLayoutMkLst>
            <pc:docMk/>
            <pc:sldMasterMk cId="435389543" sldId="2147483658"/>
            <pc:sldLayoutMk cId="686024632" sldId="2147483664"/>
          </pc:sldLayoutMkLst>
        </pc:sldLayoutChg>
        <pc:sldLayoutChg chg="del">
          <pc:chgData name="営業サーバ" userId="c35045ed-c185-45de-8f58-be20a28877d8" providerId="ADAL" clId="{0FC3A6E2-F395-4B6D-99FD-86F57DB42901}" dt="2020-11-26T07:06:44.742" v="1" actId="47"/>
          <pc:sldLayoutMkLst>
            <pc:docMk/>
            <pc:sldMasterMk cId="435389543" sldId="2147483658"/>
            <pc:sldLayoutMk cId="3103958700" sldId="2147483664"/>
          </pc:sldLayoutMkLst>
        </pc:sldLayoutChg>
      </pc:sldMasterChg>
    </pc:docChg>
  </pc:docChgLst>
  <pc:docChgLst>
    <pc:chgData name="半田 拓哉" userId="1e4433e6-5c02-4084-a745-ce0b57f2b267" providerId="ADAL" clId="{52495E82-A779-4279-A70D-DB674C54A987}"/>
    <pc:docChg chg="undo redo custSel delSld modSld">
      <pc:chgData name="半田 拓哉" userId="1e4433e6-5c02-4084-a745-ce0b57f2b267" providerId="ADAL" clId="{52495E82-A779-4279-A70D-DB674C54A987}" dt="2022-04-27T04:09:34.503" v="95"/>
      <pc:docMkLst>
        <pc:docMk/>
      </pc:docMkLst>
      <pc:sldChg chg="modSp mod">
        <pc:chgData name="半田 拓哉" userId="1e4433e6-5c02-4084-a745-ce0b57f2b267" providerId="ADAL" clId="{52495E82-A779-4279-A70D-DB674C54A987}" dt="2022-04-27T04:09:34.503" v="95"/>
        <pc:sldMkLst>
          <pc:docMk/>
          <pc:sldMk cId="267129399" sldId="361"/>
        </pc:sldMkLst>
        <pc:spChg chg="mod">
          <ac:chgData name="半田 拓哉" userId="1e4433e6-5c02-4084-a745-ce0b57f2b267" providerId="ADAL" clId="{52495E82-A779-4279-A70D-DB674C54A987}" dt="2022-04-27T04:09:34.503" v="95"/>
          <ac:spMkLst>
            <pc:docMk/>
            <pc:sldMk cId="267129399" sldId="361"/>
            <ac:spMk id="6" creationId="{D0F3BEAC-A5EA-4EE4-95C7-0AEC1107FD29}"/>
          </ac:spMkLst>
        </pc:spChg>
      </pc:sldChg>
      <pc:sldChg chg="del">
        <pc:chgData name="半田 拓哉" userId="1e4433e6-5c02-4084-a745-ce0b57f2b267" providerId="ADAL" clId="{52495E82-A779-4279-A70D-DB674C54A987}" dt="2022-04-27T03:50:42.778" v="68" actId="2696"/>
        <pc:sldMkLst>
          <pc:docMk/>
          <pc:sldMk cId="2397736379" sldId="363"/>
        </pc:sldMkLst>
      </pc:sldChg>
      <pc:sldChg chg="modSp mod">
        <pc:chgData name="半田 拓哉" userId="1e4433e6-5c02-4084-a745-ce0b57f2b267" providerId="ADAL" clId="{52495E82-A779-4279-A70D-DB674C54A987}" dt="2022-04-27T02:30:41.622" v="67" actId="14100"/>
        <pc:sldMkLst>
          <pc:docMk/>
          <pc:sldMk cId="2092557008" sldId="372"/>
        </pc:sldMkLst>
        <pc:spChg chg="mod">
          <ac:chgData name="半田 拓哉" userId="1e4433e6-5c02-4084-a745-ce0b57f2b267" providerId="ADAL" clId="{52495E82-A779-4279-A70D-DB674C54A987}" dt="2022-04-27T02:30:41.622" v="67" actId="14100"/>
          <ac:spMkLst>
            <pc:docMk/>
            <pc:sldMk cId="2092557008" sldId="372"/>
            <ac:spMk id="10" creationId="{36B1C3A7-2DC4-4936-80FC-032DBD3EFB38}"/>
          </ac:spMkLst>
        </pc:spChg>
      </pc:sldChg>
      <pc:sldChg chg="modSp mod">
        <pc:chgData name="半田 拓哉" userId="1e4433e6-5c02-4084-a745-ce0b57f2b267" providerId="ADAL" clId="{52495E82-A779-4279-A70D-DB674C54A987}" dt="2022-04-27T04:08:08.626" v="89" actId="20577"/>
        <pc:sldMkLst>
          <pc:docMk/>
          <pc:sldMk cId="3787880761" sldId="388"/>
        </pc:sldMkLst>
        <pc:spChg chg="mod">
          <ac:chgData name="半田 拓哉" userId="1e4433e6-5c02-4084-a745-ce0b57f2b267" providerId="ADAL" clId="{52495E82-A779-4279-A70D-DB674C54A987}" dt="2022-04-27T04:08:08.626" v="89" actId="20577"/>
          <ac:spMkLst>
            <pc:docMk/>
            <pc:sldMk cId="3787880761" sldId="388"/>
            <ac:spMk id="3" creationId="{1C79983C-D8FC-4693-8551-08AD543141F3}"/>
          </ac:spMkLst>
        </pc:spChg>
      </pc:sldChg>
    </pc:docChg>
  </pc:docChgLst>
  <pc:docChgLst>
    <pc:chgData name="鈴木 秀規" userId="f68c5fd9-22d5-4c0a-9833-7fb0f5135313" providerId="ADAL" clId="{9B0393DB-347A-4A9F-B4E7-8702A039FC28}"/>
    <pc:docChg chg="undo custSel addSld delSld modSld">
      <pc:chgData name="鈴木 秀規" userId="f68c5fd9-22d5-4c0a-9833-7fb0f5135313" providerId="ADAL" clId="{9B0393DB-347A-4A9F-B4E7-8702A039FC28}" dt="2021-01-28T06:37:49.917" v="1145" actId="2696"/>
      <pc:docMkLst>
        <pc:docMk/>
      </pc:docMkLst>
      <pc:sldChg chg="modSp mod">
        <pc:chgData name="鈴木 秀規" userId="f68c5fd9-22d5-4c0a-9833-7fb0f5135313" providerId="ADAL" clId="{9B0393DB-347A-4A9F-B4E7-8702A039FC28}" dt="2021-01-28T04:51:05.043" v="8" actId="20577"/>
        <pc:sldMkLst>
          <pc:docMk/>
          <pc:sldMk cId="0" sldId="256"/>
        </pc:sldMkLst>
        <pc:spChg chg="mod">
          <ac:chgData name="鈴木 秀規" userId="f68c5fd9-22d5-4c0a-9833-7fb0f5135313" providerId="ADAL" clId="{9B0393DB-347A-4A9F-B4E7-8702A039FC28}" dt="2021-01-28T04:51:05.043" v="8" actId="20577"/>
          <ac:spMkLst>
            <pc:docMk/>
            <pc:sldMk cId="0" sldId="256"/>
            <ac:spMk id="56" creationId="{00000000-0000-0000-0000-000000000000}"/>
          </ac:spMkLst>
        </pc:spChg>
      </pc:sldChg>
      <pc:sldChg chg="modSp mod">
        <pc:chgData name="鈴木 秀規" userId="f68c5fd9-22d5-4c0a-9833-7fb0f5135313" providerId="ADAL" clId="{9B0393DB-347A-4A9F-B4E7-8702A039FC28}" dt="2021-01-28T04:53:57.343" v="46" actId="207"/>
        <pc:sldMkLst>
          <pc:docMk/>
          <pc:sldMk cId="2397736379" sldId="363"/>
        </pc:sldMkLst>
        <pc:spChg chg="mod">
          <ac:chgData name="鈴木 秀規" userId="f68c5fd9-22d5-4c0a-9833-7fb0f5135313" providerId="ADAL" clId="{9B0393DB-347A-4A9F-B4E7-8702A039FC28}" dt="2021-01-28T04:51:13.114" v="9"/>
          <ac:spMkLst>
            <pc:docMk/>
            <pc:sldMk cId="2397736379" sldId="363"/>
            <ac:spMk id="7" creationId="{9630AD22-E64D-4A96-B059-2AF9F6580C25}"/>
          </ac:spMkLst>
        </pc:spChg>
        <pc:spChg chg="mod">
          <ac:chgData name="鈴木 秀規" userId="f68c5fd9-22d5-4c0a-9833-7fb0f5135313" providerId="ADAL" clId="{9B0393DB-347A-4A9F-B4E7-8702A039FC28}" dt="2021-01-28T04:53:57.343" v="46" actId="207"/>
          <ac:spMkLst>
            <pc:docMk/>
            <pc:sldMk cId="2397736379" sldId="363"/>
            <ac:spMk id="8" creationId="{787CF02A-01AB-4517-BA3E-25572FA82648}"/>
          </ac:spMkLst>
        </pc:spChg>
      </pc:sldChg>
      <pc:sldChg chg="del">
        <pc:chgData name="鈴木 秀規" userId="f68c5fd9-22d5-4c0a-9833-7fb0f5135313" providerId="ADAL" clId="{9B0393DB-347A-4A9F-B4E7-8702A039FC28}" dt="2021-01-28T04:51:20.164" v="10" actId="2696"/>
        <pc:sldMkLst>
          <pc:docMk/>
          <pc:sldMk cId="655144691" sldId="364"/>
        </pc:sldMkLst>
      </pc:sldChg>
      <pc:sldChg chg="addSp modSp new mod">
        <pc:chgData name="鈴木 秀規" userId="f68c5fd9-22d5-4c0a-9833-7fb0f5135313" providerId="ADAL" clId="{9B0393DB-347A-4A9F-B4E7-8702A039FC28}" dt="2021-01-28T04:59:15.087" v="93" actId="1076"/>
        <pc:sldMkLst>
          <pc:docMk/>
          <pc:sldMk cId="2018664081" sldId="364"/>
        </pc:sldMkLst>
        <pc:spChg chg="mod">
          <ac:chgData name="鈴木 秀規" userId="f68c5fd9-22d5-4c0a-9833-7fb0f5135313" providerId="ADAL" clId="{9B0393DB-347A-4A9F-B4E7-8702A039FC28}" dt="2021-01-28T04:54:08.475" v="48"/>
          <ac:spMkLst>
            <pc:docMk/>
            <pc:sldMk cId="2018664081" sldId="364"/>
            <ac:spMk id="3" creationId="{75DADEAD-0D67-4E17-9166-98A6805B6470}"/>
          </ac:spMkLst>
        </pc:spChg>
        <pc:spChg chg="mod">
          <ac:chgData name="鈴木 秀規" userId="f68c5fd9-22d5-4c0a-9833-7fb0f5135313" providerId="ADAL" clId="{9B0393DB-347A-4A9F-B4E7-8702A039FC28}" dt="2021-01-28T04:58:33.090" v="90" actId="14100"/>
          <ac:spMkLst>
            <pc:docMk/>
            <pc:sldMk cId="2018664081" sldId="364"/>
            <ac:spMk id="5" creationId="{E4A52243-874B-431E-A0B0-DB7E78319065}"/>
          </ac:spMkLst>
        </pc:spChg>
        <pc:spChg chg="add mod">
          <ac:chgData name="鈴木 秀規" userId="f68c5fd9-22d5-4c0a-9833-7fb0f5135313" providerId="ADAL" clId="{9B0393DB-347A-4A9F-B4E7-8702A039FC28}" dt="2021-01-28T04:55:56.647" v="77" actId="2711"/>
          <ac:spMkLst>
            <pc:docMk/>
            <pc:sldMk cId="2018664081" sldId="364"/>
            <ac:spMk id="6" creationId="{8F29406F-A595-462E-B24E-9CE5D8EF3E2D}"/>
          </ac:spMkLst>
        </pc:spChg>
        <pc:spChg chg="add mod">
          <ac:chgData name="鈴木 秀規" userId="f68c5fd9-22d5-4c0a-9833-7fb0f5135313" providerId="ADAL" clId="{9B0393DB-347A-4A9F-B4E7-8702A039FC28}" dt="2021-01-28T04:55:56.647" v="77" actId="2711"/>
          <ac:spMkLst>
            <pc:docMk/>
            <pc:sldMk cId="2018664081" sldId="364"/>
            <ac:spMk id="7" creationId="{2BA7F10E-1871-4F38-AC59-B0163B4434D5}"/>
          </ac:spMkLst>
        </pc:spChg>
        <pc:spChg chg="add mod">
          <ac:chgData name="鈴木 秀規" userId="f68c5fd9-22d5-4c0a-9833-7fb0f5135313" providerId="ADAL" clId="{9B0393DB-347A-4A9F-B4E7-8702A039FC28}" dt="2021-01-28T04:58:48.287" v="92" actId="207"/>
          <ac:spMkLst>
            <pc:docMk/>
            <pc:sldMk cId="2018664081" sldId="364"/>
            <ac:spMk id="8" creationId="{F96758B4-8B0C-4906-AE61-8689B893E300}"/>
          </ac:spMkLst>
        </pc:spChg>
        <pc:spChg chg="add mod">
          <ac:chgData name="鈴木 秀規" userId="f68c5fd9-22d5-4c0a-9833-7fb0f5135313" providerId="ADAL" clId="{9B0393DB-347A-4A9F-B4E7-8702A039FC28}" dt="2021-01-28T04:58:48.287" v="92" actId="207"/>
          <ac:spMkLst>
            <pc:docMk/>
            <pc:sldMk cId="2018664081" sldId="364"/>
            <ac:spMk id="9" creationId="{C40943D4-755B-48CE-BE20-39AD99482DDD}"/>
          </ac:spMkLst>
        </pc:spChg>
        <pc:spChg chg="add mod">
          <ac:chgData name="鈴木 秀規" userId="f68c5fd9-22d5-4c0a-9833-7fb0f5135313" providerId="ADAL" clId="{9B0393DB-347A-4A9F-B4E7-8702A039FC28}" dt="2021-01-28T04:58:48.287" v="92" actId="207"/>
          <ac:spMkLst>
            <pc:docMk/>
            <pc:sldMk cId="2018664081" sldId="364"/>
            <ac:spMk id="10" creationId="{428E113C-BEEF-4176-9373-33F49BE93CB6}"/>
          </ac:spMkLst>
        </pc:spChg>
        <pc:spChg chg="add mod">
          <ac:chgData name="鈴木 秀規" userId="f68c5fd9-22d5-4c0a-9833-7fb0f5135313" providerId="ADAL" clId="{9B0393DB-347A-4A9F-B4E7-8702A039FC28}" dt="2021-01-28T04:58:48.287" v="92" actId="207"/>
          <ac:spMkLst>
            <pc:docMk/>
            <pc:sldMk cId="2018664081" sldId="364"/>
            <ac:spMk id="11" creationId="{4A277E1D-FD12-479A-BA6F-0857A0959E90}"/>
          </ac:spMkLst>
        </pc:spChg>
        <pc:spChg chg="add mod">
          <ac:chgData name="鈴木 秀規" userId="f68c5fd9-22d5-4c0a-9833-7fb0f5135313" providerId="ADAL" clId="{9B0393DB-347A-4A9F-B4E7-8702A039FC28}" dt="2021-01-28T04:58:48.287" v="92" actId="207"/>
          <ac:spMkLst>
            <pc:docMk/>
            <pc:sldMk cId="2018664081" sldId="364"/>
            <ac:spMk id="12" creationId="{62CD15D6-B290-40CF-8A16-2D4CCCDA5B55}"/>
          </ac:spMkLst>
        </pc:spChg>
        <pc:spChg chg="add mod">
          <ac:chgData name="鈴木 秀規" userId="f68c5fd9-22d5-4c0a-9833-7fb0f5135313" providerId="ADAL" clId="{9B0393DB-347A-4A9F-B4E7-8702A039FC28}" dt="2021-01-28T04:58:48.287" v="92" actId="207"/>
          <ac:spMkLst>
            <pc:docMk/>
            <pc:sldMk cId="2018664081" sldId="364"/>
            <ac:spMk id="13" creationId="{DBD1595E-0338-493E-BEF5-BD50188C517A}"/>
          </ac:spMkLst>
        </pc:spChg>
        <pc:spChg chg="add mod">
          <ac:chgData name="鈴木 秀規" userId="f68c5fd9-22d5-4c0a-9833-7fb0f5135313" providerId="ADAL" clId="{9B0393DB-347A-4A9F-B4E7-8702A039FC28}" dt="2021-01-28T04:59:15.087" v="93" actId="1076"/>
          <ac:spMkLst>
            <pc:docMk/>
            <pc:sldMk cId="2018664081" sldId="364"/>
            <ac:spMk id="14" creationId="{E4EC873D-1263-447A-BF7D-809CAE197046}"/>
          </ac:spMkLst>
        </pc:spChg>
      </pc:sldChg>
      <pc:sldChg chg="modSp new mod">
        <pc:chgData name="鈴木 秀規" userId="f68c5fd9-22d5-4c0a-9833-7fb0f5135313" providerId="ADAL" clId="{9B0393DB-347A-4A9F-B4E7-8702A039FC28}" dt="2021-01-28T05:00:43.639" v="117" actId="113"/>
        <pc:sldMkLst>
          <pc:docMk/>
          <pc:sldMk cId="2019205359" sldId="365"/>
        </pc:sldMkLst>
        <pc:spChg chg="mod">
          <ac:chgData name="鈴木 秀規" userId="f68c5fd9-22d5-4c0a-9833-7fb0f5135313" providerId="ADAL" clId="{9B0393DB-347A-4A9F-B4E7-8702A039FC28}" dt="2021-01-28T04:59:29.015" v="95"/>
          <ac:spMkLst>
            <pc:docMk/>
            <pc:sldMk cId="2019205359" sldId="365"/>
            <ac:spMk id="3" creationId="{A91E588B-D2ED-4C37-BFA4-DF7BA5F7B19C}"/>
          </ac:spMkLst>
        </pc:spChg>
        <pc:spChg chg="mod">
          <ac:chgData name="鈴木 秀規" userId="f68c5fd9-22d5-4c0a-9833-7fb0f5135313" providerId="ADAL" clId="{9B0393DB-347A-4A9F-B4E7-8702A039FC28}" dt="2021-01-28T05:00:43.639" v="117" actId="113"/>
          <ac:spMkLst>
            <pc:docMk/>
            <pc:sldMk cId="2019205359" sldId="365"/>
            <ac:spMk id="5" creationId="{2B398FB9-B780-41E2-9CE6-703675FD83AF}"/>
          </ac:spMkLst>
        </pc:spChg>
      </pc:sldChg>
      <pc:sldChg chg="del">
        <pc:chgData name="鈴木 秀規" userId="f68c5fd9-22d5-4c0a-9833-7fb0f5135313" providerId="ADAL" clId="{9B0393DB-347A-4A9F-B4E7-8702A039FC28}" dt="2021-01-28T04:51:20.164" v="10" actId="2696"/>
        <pc:sldMkLst>
          <pc:docMk/>
          <pc:sldMk cId="3025764782" sldId="365"/>
        </pc:sldMkLst>
      </pc:sldChg>
      <pc:sldChg chg="addSp modSp new mod modAnim">
        <pc:chgData name="鈴木 秀規" userId="f68c5fd9-22d5-4c0a-9833-7fb0f5135313" providerId="ADAL" clId="{9B0393DB-347A-4A9F-B4E7-8702A039FC28}" dt="2021-01-28T05:06:03.368" v="186" actId="14100"/>
        <pc:sldMkLst>
          <pc:docMk/>
          <pc:sldMk cId="1083425996" sldId="366"/>
        </pc:sldMkLst>
        <pc:spChg chg="mod">
          <ac:chgData name="鈴木 秀規" userId="f68c5fd9-22d5-4c0a-9833-7fb0f5135313" providerId="ADAL" clId="{9B0393DB-347A-4A9F-B4E7-8702A039FC28}" dt="2021-01-28T05:01:01.412" v="119"/>
          <ac:spMkLst>
            <pc:docMk/>
            <pc:sldMk cId="1083425996" sldId="366"/>
            <ac:spMk id="3" creationId="{5915CA98-055E-4B0A-AE76-B5429F5D958C}"/>
          </ac:spMkLst>
        </pc:spChg>
        <pc:spChg chg="mod">
          <ac:chgData name="鈴木 秀規" userId="f68c5fd9-22d5-4c0a-9833-7fb0f5135313" providerId="ADAL" clId="{9B0393DB-347A-4A9F-B4E7-8702A039FC28}" dt="2021-01-28T05:01:58.463" v="132" actId="14100"/>
          <ac:spMkLst>
            <pc:docMk/>
            <pc:sldMk cId="1083425996" sldId="366"/>
            <ac:spMk id="5" creationId="{81DD3EA4-DF67-400B-9355-84F772D9225A}"/>
          </ac:spMkLst>
        </pc:spChg>
        <pc:spChg chg="add mod">
          <ac:chgData name="鈴木 秀規" userId="f68c5fd9-22d5-4c0a-9833-7fb0f5135313" providerId="ADAL" clId="{9B0393DB-347A-4A9F-B4E7-8702A039FC28}" dt="2021-01-28T05:05:19.771" v="177" actId="14100"/>
          <ac:spMkLst>
            <pc:docMk/>
            <pc:sldMk cId="1083425996" sldId="366"/>
            <ac:spMk id="6" creationId="{40234366-3D36-42F3-B1EE-CD56A6476877}"/>
          </ac:spMkLst>
        </pc:spChg>
        <pc:spChg chg="add mod">
          <ac:chgData name="鈴木 秀規" userId="f68c5fd9-22d5-4c0a-9833-7fb0f5135313" providerId="ADAL" clId="{9B0393DB-347A-4A9F-B4E7-8702A039FC28}" dt="2021-01-28T05:05:14.835" v="175" actId="1076"/>
          <ac:spMkLst>
            <pc:docMk/>
            <pc:sldMk cId="1083425996" sldId="366"/>
            <ac:spMk id="7" creationId="{694D1064-2523-4FB8-9664-3C01E154DF7D}"/>
          </ac:spMkLst>
        </pc:spChg>
        <pc:spChg chg="add mod">
          <ac:chgData name="鈴木 秀規" userId="f68c5fd9-22d5-4c0a-9833-7fb0f5135313" providerId="ADAL" clId="{9B0393DB-347A-4A9F-B4E7-8702A039FC28}" dt="2021-01-28T05:04:16.147" v="162" actId="207"/>
          <ac:spMkLst>
            <pc:docMk/>
            <pc:sldMk cId="1083425996" sldId="366"/>
            <ac:spMk id="8" creationId="{DC4D2014-A7F2-4212-B21A-EF34F70F840E}"/>
          </ac:spMkLst>
        </pc:spChg>
        <pc:spChg chg="add mod">
          <ac:chgData name="鈴木 秀規" userId="f68c5fd9-22d5-4c0a-9833-7fb0f5135313" providerId="ADAL" clId="{9B0393DB-347A-4A9F-B4E7-8702A039FC28}" dt="2021-01-28T05:06:03.368" v="186" actId="14100"/>
          <ac:spMkLst>
            <pc:docMk/>
            <pc:sldMk cId="1083425996" sldId="366"/>
            <ac:spMk id="9" creationId="{8FB1B2C3-52FD-4F90-80CC-4C949A9674BD}"/>
          </ac:spMkLst>
        </pc:spChg>
        <pc:spChg chg="add mod">
          <ac:chgData name="鈴木 秀規" userId="f68c5fd9-22d5-4c0a-9833-7fb0f5135313" providerId="ADAL" clId="{9B0393DB-347A-4A9F-B4E7-8702A039FC28}" dt="2021-01-28T05:05:53.118" v="184" actId="1076"/>
          <ac:spMkLst>
            <pc:docMk/>
            <pc:sldMk cId="1083425996" sldId="366"/>
            <ac:spMk id="10" creationId="{87685BC7-0CC4-45EC-A20F-8E039239962B}"/>
          </ac:spMkLst>
        </pc:spChg>
      </pc:sldChg>
      <pc:sldChg chg="del">
        <pc:chgData name="鈴木 秀規" userId="f68c5fd9-22d5-4c0a-9833-7fb0f5135313" providerId="ADAL" clId="{9B0393DB-347A-4A9F-B4E7-8702A039FC28}" dt="2021-01-28T04:51:20.164" v="10" actId="2696"/>
        <pc:sldMkLst>
          <pc:docMk/>
          <pc:sldMk cId="4018965676" sldId="366"/>
        </pc:sldMkLst>
      </pc:sldChg>
      <pc:sldChg chg="addSp modSp new mod">
        <pc:chgData name="鈴木 秀規" userId="f68c5fd9-22d5-4c0a-9833-7fb0f5135313" providerId="ADAL" clId="{9B0393DB-347A-4A9F-B4E7-8702A039FC28}" dt="2021-01-28T05:19:37.794" v="212" actId="2085"/>
        <pc:sldMkLst>
          <pc:docMk/>
          <pc:sldMk cId="2277428888" sldId="367"/>
        </pc:sldMkLst>
        <pc:spChg chg="mod">
          <ac:chgData name="鈴木 秀規" userId="f68c5fd9-22d5-4c0a-9833-7fb0f5135313" providerId="ADAL" clId="{9B0393DB-347A-4A9F-B4E7-8702A039FC28}" dt="2021-01-28T05:06:17.598" v="188"/>
          <ac:spMkLst>
            <pc:docMk/>
            <pc:sldMk cId="2277428888" sldId="367"/>
            <ac:spMk id="3" creationId="{F4D40F7E-BF5A-49FC-B84A-46C28E18D48C}"/>
          </ac:spMkLst>
        </pc:spChg>
        <pc:spChg chg="mod">
          <ac:chgData name="鈴木 秀規" userId="f68c5fd9-22d5-4c0a-9833-7fb0f5135313" providerId="ADAL" clId="{9B0393DB-347A-4A9F-B4E7-8702A039FC28}" dt="2021-01-28T05:06:45.544" v="193" actId="14100"/>
          <ac:spMkLst>
            <pc:docMk/>
            <pc:sldMk cId="2277428888" sldId="367"/>
            <ac:spMk id="5" creationId="{83ACA755-6F6F-4468-AD8F-3ADE2BF7686B}"/>
          </ac:spMkLst>
        </pc:spChg>
        <pc:spChg chg="add mod">
          <ac:chgData name="鈴木 秀規" userId="f68c5fd9-22d5-4c0a-9833-7fb0f5135313" providerId="ADAL" clId="{9B0393DB-347A-4A9F-B4E7-8702A039FC28}" dt="2021-01-28T05:19:37.794" v="212" actId="2085"/>
          <ac:spMkLst>
            <pc:docMk/>
            <pc:sldMk cId="2277428888" sldId="367"/>
            <ac:spMk id="6" creationId="{304B1092-F21F-4A89-8359-ED1CF43F7497}"/>
          </ac:spMkLst>
        </pc:spChg>
        <pc:spChg chg="add mod">
          <ac:chgData name="鈴木 秀規" userId="f68c5fd9-22d5-4c0a-9833-7fb0f5135313" providerId="ADAL" clId="{9B0393DB-347A-4A9F-B4E7-8702A039FC28}" dt="2021-01-28T05:07:41.189" v="211"/>
          <ac:spMkLst>
            <pc:docMk/>
            <pc:sldMk cId="2277428888" sldId="367"/>
            <ac:spMk id="7" creationId="{654B7DA0-0BEF-43D9-99C4-26FF7010CECE}"/>
          </ac:spMkLst>
        </pc:spChg>
      </pc:sldChg>
      <pc:sldChg chg="del">
        <pc:chgData name="鈴木 秀規" userId="f68c5fd9-22d5-4c0a-9833-7fb0f5135313" providerId="ADAL" clId="{9B0393DB-347A-4A9F-B4E7-8702A039FC28}" dt="2021-01-28T04:51:20.164" v="10" actId="2696"/>
        <pc:sldMkLst>
          <pc:docMk/>
          <pc:sldMk cId="2327445248" sldId="367"/>
        </pc:sldMkLst>
      </pc:sldChg>
      <pc:sldChg chg="del">
        <pc:chgData name="鈴木 秀規" userId="f68c5fd9-22d5-4c0a-9833-7fb0f5135313" providerId="ADAL" clId="{9B0393DB-347A-4A9F-B4E7-8702A039FC28}" dt="2021-01-28T04:51:20.164" v="10" actId="2696"/>
        <pc:sldMkLst>
          <pc:docMk/>
          <pc:sldMk cId="19046241" sldId="368"/>
        </pc:sldMkLst>
      </pc:sldChg>
      <pc:sldChg chg="modSp new mod">
        <pc:chgData name="鈴木 秀規" userId="f68c5fd9-22d5-4c0a-9833-7fb0f5135313" providerId="ADAL" clId="{9B0393DB-347A-4A9F-B4E7-8702A039FC28}" dt="2021-01-28T05:21:29.027" v="236" actId="207"/>
        <pc:sldMkLst>
          <pc:docMk/>
          <pc:sldMk cId="368796728" sldId="368"/>
        </pc:sldMkLst>
        <pc:spChg chg="mod">
          <ac:chgData name="鈴木 秀規" userId="f68c5fd9-22d5-4c0a-9833-7fb0f5135313" providerId="ADAL" clId="{9B0393DB-347A-4A9F-B4E7-8702A039FC28}" dt="2021-01-28T05:19:48.857" v="214"/>
          <ac:spMkLst>
            <pc:docMk/>
            <pc:sldMk cId="368796728" sldId="368"/>
            <ac:spMk id="3" creationId="{423015FA-2594-473F-99D6-29F327284BB3}"/>
          </ac:spMkLst>
        </pc:spChg>
        <pc:spChg chg="mod">
          <ac:chgData name="鈴木 秀規" userId="f68c5fd9-22d5-4c0a-9833-7fb0f5135313" providerId="ADAL" clId="{9B0393DB-347A-4A9F-B4E7-8702A039FC28}" dt="2021-01-28T05:21:29.027" v="236" actId="207"/>
          <ac:spMkLst>
            <pc:docMk/>
            <pc:sldMk cId="368796728" sldId="368"/>
            <ac:spMk id="5" creationId="{5A5501EC-5263-4AA3-AA87-5EACE2BF7266}"/>
          </ac:spMkLst>
        </pc:spChg>
      </pc:sldChg>
      <pc:sldChg chg="addSp delSp modSp new mod chgLayout">
        <pc:chgData name="鈴木 秀規" userId="f68c5fd9-22d5-4c0a-9833-7fb0f5135313" providerId="ADAL" clId="{9B0393DB-347A-4A9F-B4E7-8702A039FC28}" dt="2021-01-28T05:23:13.215" v="259"/>
        <pc:sldMkLst>
          <pc:docMk/>
          <pc:sldMk cId="1615278593" sldId="369"/>
        </pc:sldMkLst>
        <pc:spChg chg="mod ord">
          <ac:chgData name="鈴木 秀規" userId="f68c5fd9-22d5-4c0a-9833-7fb0f5135313" providerId="ADAL" clId="{9B0393DB-347A-4A9F-B4E7-8702A039FC28}" dt="2021-01-28T05:21:58.764" v="241" actId="6264"/>
          <ac:spMkLst>
            <pc:docMk/>
            <pc:sldMk cId="1615278593" sldId="369"/>
            <ac:spMk id="2" creationId="{9433DD62-7A8C-4CFE-8AC2-7DD38137F115}"/>
          </ac:spMkLst>
        </pc:spChg>
        <pc:spChg chg="del">
          <ac:chgData name="鈴木 秀規" userId="f68c5fd9-22d5-4c0a-9833-7fb0f5135313" providerId="ADAL" clId="{9B0393DB-347A-4A9F-B4E7-8702A039FC28}" dt="2021-01-28T05:21:58.764" v="241" actId="6264"/>
          <ac:spMkLst>
            <pc:docMk/>
            <pc:sldMk cId="1615278593" sldId="369"/>
            <ac:spMk id="3" creationId="{38A3A5D5-3A56-4113-B8DE-87E0688BE876}"/>
          </ac:spMkLst>
        </pc:spChg>
        <pc:spChg chg="mod ord">
          <ac:chgData name="鈴木 秀規" userId="f68c5fd9-22d5-4c0a-9833-7fb0f5135313" providerId="ADAL" clId="{9B0393DB-347A-4A9F-B4E7-8702A039FC28}" dt="2021-01-28T05:21:58.764" v="241" actId="6264"/>
          <ac:spMkLst>
            <pc:docMk/>
            <pc:sldMk cId="1615278593" sldId="369"/>
            <ac:spMk id="4" creationId="{D2BD8D33-EBF9-4FA2-9DD4-159B222B2985}"/>
          </ac:spMkLst>
        </pc:spChg>
        <pc:spChg chg="del">
          <ac:chgData name="鈴木 秀規" userId="f68c5fd9-22d5-4c0a-9833-7fb0f5135313" providerId="ADAL" clId="{9B0393DB-347A-4A9F-B4E7-8702A039FC28}" dt="2021-01-28T05:21:52.934" v="238" actId="478"/>
          <ac:spMkLst>
            <pc:docMk/>
            <pc:sldMk cId="1615278593" sldId="369"/>
            <ac:spMk id="5" creationId="{128A520A-8A7D-4FFC-83D7-B223155EDD37}"/>
          </ac:spMkLst>
        </pc:spChg>
        <pc:spChg chg="add mod">
          <ac:chgData name="鈴木 秀規" userId="f68c5fd9-22d5-4c0a-9833-7fb0f5135313" providerId="ADAL" clId="{9B0393DB-347A-4A9F-B4E7-8702A039FC28}" dt="2021-01-28T05:23:07.016" v="258" actId="1036"/>
          <ac:spMkLst>
            <pc:docMk/>
            <pc:sldMk cId="1615278593" sldId="369"/>
            <ac:spMk id="6" creationId="{127A02F7-9F3D-4997-A920-6D0C58DDAAD3}"/>
          </ac:spMkLst>
        </pc:spChg>
        <pc:spChg chg="add del mod">
          <ac:chgData name="鈴木 秀規" userId="f68c5fd9-22d5-4c0a-9833-7fb0f5135313" providerId="ADAL" clId="{9B0393DB-347A-4A9F-B4E7-8702A039FC28}" dt="2021-01-28T05:21:58.764" v="241" actId="6264"/>
          <ac:spMkLst>
            <pc:docMk/>
            <pc:sldMk cId="1615278593" sldId="369"/>
            <ac:spMk id="7" creationId="{3827181B-7915-4D2A-B511-642F2C2FA7A1}"/>
          </ac:spMkLst>
        </pc:spChg>
        <pc:spChg chg="add del mod">
          <ac:chgData name="鈴木 秀規" userId="f68c5fd9-22d5-4c0a-9833-7fb0f5135313" providerId="ADAL" clId="{9B0393DB-347A-4A9F-B4E7-8702A039FC28}" dt="2021-01-28T05:21:58.764" v="241" actId="6264"/>
          <ac:spMkLst>
            <pc:docMk/>
            <pc:sldMk cId="1615278593" sldId="369"/>
            <ac:spMk id="8" creationId="{F17E451F-2A53-4E11-A17D-82EFB9373581}"/>
          </ac:spMkLst>
        </pc:spChg>
        <pc:spChg chg="add mod ord">
          <ac:chgData name="鈴木 秀規" userId="f68c5fd9-22d5-4c0a-9833-7fb0f5135313" providerId="ADAL" clId="{9B0393DB-347A-4A9F-B4E7-8702A039FC28}" dt="2021-01-28T05:23:13.215" v="259"/>
          <ac:spMkLst>
            <pc:docMk/>
            <pc:sldMk cId="1615278593" sldId="369"/>
            <ac:spMk id="9" creationId="{11592967-7DDE-4124-B19A-FCBC8FABB99F}"/>
          </ac:spMkLst>
        </pc:spChg>
        <pc:spChg chg="add del mod ord">
          <ac:chgData name="鈴木 秀規" userId="f68c5fd9-22d5-4c0a-9833-7fb0f5135313" providerId="ADAL" clId="{9B0393DB-347A-4A9F-B4E7-8702A039FC28}" dt="2021-01-28T05:22:59.494" v="248" actId="478"/>
          <ac:spMkLst>
            <pc:docMk/>
            <pc:sldMk cId="1615278593" sldId="369"/>
            <ac:spMk id="10" creationId="{761B919C-2266-40E7-8C60-31E7E60F137F}"/>
          </ac:spMkLst>
        </pc:spChg>
      </pc:sldChg>
      <pc:sldChg chg="del">
        <pc:chgData name="鈴木 秀規" userId="f68c5fd9-22d5-4c0a-9833-7fb0f5135313" providerId="ADAL" clId="{9B0393DB-347A-4A9F-B4E7-8702A039FC28}" dt="2021-01-28T04:51:20.164" v="10" actId="2696"/>
        <pc:sldMkLst>
          <pc:docMk/>
          <pc:sldMk cId="1634234875" sldId="369"/>
        </pc:sldMkLst>
      </pc:sldChg>
      <pc:sldChg chg="addSp modSp new mod">
        <pc:chgData name="鈴木 秀規" userId="f68c5fd9-22d5-4c0a-9833-7fb0f5135313" providerId="ADAL" clId="{9B0393DB-347A-4A9F-B4E7-8702A039FC28}" dt="2021-01-28T05:25:07.804" v="285" actId="14100"/>
        <pc:sldMkLst>
          <pc:docMk/>
          <pc:sldMk cId="639239015" sldId="370"/>
        </pc:sldMkLst>
        <pc:spChg chg="mod">
          <ac:chgData name="鈴木 秀規" userId="f68c5fd9-22d5-4c0a-9833-7fb0f5135313" providerId="ADAL" clId="{9B0393DB-347A-4A9F-B4E7-8702A039FC28}" dt="2021-01-28T05:23:22.948" v="261"/>
          <ac:spMkLst>
            <pc:docMk/>
            <pc:sldMk cId="639239015" sldId="370"/>
            <ac:spMk id="3" creationId="{C9EC6F09-7653-42C3-BBE5-40F190F1C67A}"/>
          </ac:spMkLst>
        </pc:spChg>
        <pc:spChg chg="mod">
          <ac:chgData name="鈴木 秀規" userId="f68c5fd9-22d5-4c0a-9833-7fb0f5135313" providerId="ADAL" clId="{9B0393DB-347A-4A9F-B4E7-8702A039FC28}" dt="2021-01-28T05:23:46.416" v="267" actId="14100"/>
          <ac:spMkLst>
            <pc:docMk/>
            <pc:sldMk cId="639239015" sldId="370"/>
            <ac:spMk id="5" creationId="{CE50543B-A82D-497D-BEAA-547F139377A2}"/>
          </ac:spMkLst>
        </pc:spChg>
        <pc:spChg chg="add mod">
          <ac:chgData name="鈴木 秀規" userId="f68c5fd9-22d5-4c0a-9833-7fb0f5135313" providerId="ADAL" clId="{9B0393DB-347A-4A9F-B4E7-8702A039FC28}" dt="2021-01-28T05:24:08.135" v="271" actId="2711"/>
          <ac:spMkLst>
            <pc:docMk/>
            <pc:sldMk cId="639239015" sldId="370"/>
            <ac:spMk id="6" creationId="{BF4AD80A-FD4F-437D-B0C7-809E8E86D940}"/>
          </ac:spMkLst>
        </pc:spChg>
        <pc:spChg chg="add mod">
          <ac:chgData name="鈴木 秀規" userId="f68c5fd9-22d5-4c0a-9833-7fb0f5135313" providerId="ADAL" clId="{9B0393DB-347A-4A9F-B4E7-8702A039FC28}" dt="2021-01-28T05:24:36.603" v="279" actId="14100"/>
          <ac:spMkLst>
            <pc:docMk/>
            <pc:sldMk cId="639239015" sldId="370"/>
            <ac:spMk id="7" creationId="{8D29B555-57DF-4F83-AA2E-602EC828A2C9}"/>
          </ac:spMkLst>
        </pc:spChg>
        <pc:spChg chg="add mod">
          <ac:chgData name="鈴木 秀規" userId="f68c5fd9-22d5-4c0a-9833-7fb0f5135313" providerId="ADAL" clId="{9B0393DB-347A-4A9F-B4E7-8702A039FC28}" dt="2021-01-28T05:24:45.093" v="281" actId="1076"/>
          <ac:spMkLst>
            <pc:docMk/>
            <pc:sldMk cId="639239015" sldId="370"/>
            <ac:spMk id="8" creationId="{EDC1E394-233B-44A9-956D-D169F9071E77}"/>
          </ac:spMkLst>
        </pc:spChg>
        <pc:spChg chg="add mod">
          <ac:chgData name="鈴木 秀規" userId="f68c5fd9-22d5-4c0a-9833-7fb0f5135313" providerId="ADAL" clId="{9B0393DB-347A-4A9F-B4E7-8702A039FC28}" dt="2021-01-28T05:25:07.804" v="285" actId="14100"/>
          <ac:spMkLst>
            <pc:docMk/>
            <pc:sldMk cId="639239015" sldId="370"/>
            <ac:spMk id="9" creationId="{FABA8051-B368-40EA-AF26-4ECB616EBA61}"/>
          </ac:spMkLst>
        </pc:spChg>
      </pc:sldChg>
      <pc:sldChg chg="del">
        <pc:chgData name="鈴木 秀規" userId="f68c5fd9-22d5-4c0a-9833-7fb0f5135313" providerId="ADAL" clId="{9B0393DB-347A-4A9F-B4E7-8702A039FC28}" dt="2021-01-28T04:51:20.164" v="10" actId="2696"/>
        <pc:sldMkLst>
          <pc:docMk/>
          <pc:sldMk cId="1288993640" sldId="370"/>
        </pc:sldMkLst>
      </pc:sldChg>
      <pc:sldChg chg="del">
        <pc:chgData name="鈴木 秀規" userId="f68c5fd9-22d5-4c0a-9833-7fb0f5135313" providerId="ADAL" clId="{9B0393DB-347A-4A9F-B4E7-8702A039FC28}" dt="2021-01-28T04:51:20.164" v="10" actId="2696"/>
        <pc:sldMkLst>
          <pc:docMk/>
          <pc:sldMk cId="269703063" sldId="371"/>
        </pc:sldMkLst>
      </pc:sldChg>
      <pc:sldChg chg="addSp modSp new mod">
        <pc:chgData name="鈴木 秀規" userId="f68c5fd9-22d5-4c0a-9833-7fb0f5135313" providerId="ADAL" clId="{9B0393DB-347A-4A9F-B4E7-8702A039FC28}" dt="2021-01-28T05:30:41.993" v="295" actId="2711"/>
        <pc:sldMkLst>
          <pc:docMk/>
          <pc:sldMk cId="4233707676" sldId="371"/>
        </pc:sldMkLst>
        <pc:spChg chg="mod">
          <ac:chgData name="鈴木 秀規" userId="f68c5fd9-22d5-4c0a-9833-7fb0f5135313" providerId="ADAL" clId="{9B0393DB-347A-4A9F-B4E7-8702A039FC28}" dt="2021-01-28T05:28:11.111" v="287"/>
          <ac:spMkLst>
            <pc:docMk/>
            <pc:sldMk cId="4233707676" sldId="371"/>
            <ac:spMk id="3" creationId="{20A33C99-9C38-4DE0-B987-7B2C5A59FF33}"/>
          </ac:spMkLst>
        </pc:spChg>
        <pc:spChg chg="mod">
          <ac:chgData name="鈴木 秀規" userId="f68c5fd9-22d5-4c0a-9833-7fb0f5135313" providerId="ADAL" clId="{9B0393DB-347A-4A9F-B4E7-8702A039FC28}" dt="2021-01-28T05:28:20.053" v="289"/>
          <ac:spMkLst>
            <pc:docMk/>
            <pc:sldMk cId="4233707676" sldId="371"/>
            <ac:spMk id="5" creationId="{438D2864-DC71-4E65-A492-1FC808A35DCB}"/>
          </ac:spMkLst>
        </pc:spChg>
        <pc:spChg chg="add mod">
          <ac:chgData name="鈴木 秀規" userId="f68c5fd9-22d5-4c0a-9833-7fb0f5135313" providerId="ADAL" clId="{9B0393DB-347A-4A9F-B4E7-8702A039FC28}" dt="2021-01-28T05:30:41.993" v="295" actId="2711"/>
          <ac:spMkLst>
            <pc:docMk/>
            <pc:sldMk cId="4233707676" sldId="371"/>
            <ac:spMk id="6" creationId="{B8DC8423-2C24-4FEA-BE39-A8AE8D038FF5}"/>
          </ac:spMkLst>
        </pc:spChg>
      </pc:sldChg>
      <pc:sldChg chg="del">
        <pc:chgData name="鈴木 秀規" userId="f68c5fd9-22d5-4c0a-9833-7fb0f5135313" providerId="ADAL" clId="{9B0393DB-347A-4A9F-B4E7-8702A039FC28}" dt="2021-01-28T04:51:20.164" v="10" actId="2696"/>
        <pc:sldMkLst>
          <pc:docMk/>
          <pc:sldMk cId="2141290884" sldId="372"/>
        </pc:sldMkLst>
      </pc:sldChg>
      <pc:sldChg chg="addSp modSp new mod">
        <pc:chgData name="鈴木 秀規" userId="f68c5fd9-22d5-4c0a-9833-7fb0f5135313" providerId="ADAL" clId="{9B0393DB-347A-4A9F-B4E7-8702A039FC28}" dt="2021-01-28T05:33:30.819" v="332" actId="207"/>
        <pc:sldMkLst>
          <pc:docMk/>
          <pc:sldMk cId="2732402478" sldId="372"/>
        </pc:sldMkLst>
        <pc:spChg chg="mod">
          <ac:chgData name="鈴木 秀規" userId="f68c5fd9-22d5-4c0a-9833-7fb0f5135313" providerId="ADAL" clId="{9B0393DB-347A-4A9F-B4E7-8702A039FC28}" dt="2021-01-28T05:31:42.217" v="300"/>
          <ac:spMkLst>
            <pc:docMk/>
            <pc:sldMk cId="2732402478" sldId="372"/>
            <ac:spMk id="3" creationId="{8EB60EE0-6E0B-4672-8630-12AD7BA01C92}"/>
          </ac:spMkLst>
        </pc:spChg>
        <pc:spChg chg="mod">
          <ac:chgData name="鈴木 秀規" userId="f68c5fd9-22d5-4c0a-9833-7fb0f5135313" providerId="ADAL" clId="{9B0393DB-347A-4A9F-B4E7-8702A039FC28}" dt="2021-01-28T05:31:45.775" v="301" actId="14100"/>
          <ac:spMkLst>
            <pc:docMk/>
            <pc:sldMk cId="2732402478" sldId="372"/>
            <ac:spMk id="5" creationId="{521EF501-CA73-40D5-9A89-5BAACD557670}"/>
          </ac:spMkLst>
        </pc:spChg>
        <pc:spChg chg="add mod">
          <ac:chgData name="鈴木 秀規" userId="f68c5fd9-22d5-4c0a-9833-7fb0f5135313" providerId="ADAL" clId="{9B0393DB-347A-4A9F-B4E7-8702A039FC28}" dt="2021-01-28T05:32:05.654" v="307" actId="1036"/>
          <ac:spMkLst>
            <pc:docMk/>
            <pc:sldMk cId="2732402478" sldId="372"/>
            <ac:spMk id="6" creationId="{CD60F859-2F46-4C10-8424-168F2B67DC2C}"/>
          </ac:spMkLst>
        </pc:spChg>
        <pc:spChg chg="add mod">
          <ac:chgData name="鈴木 秀規" userId="f68c5fd9-22d5-4c0a-9833-7fb0f5135313" providerId="ADAL" clId="{9B0393DB-347A-4A9F-B4E7-8702A039FC28}" dt="2021-01-28T05:33:30.819" v="332" actId="207"/>
          <ac:spMkLst>
            <pc:docMk/>
            <pc:sldMk cId="2732402478" sldId="372"/>
            <ac:spMk id="7" creationId="{7B7BB61D-0F50-4679-841F-55D62302163F}"/>
          </ac:spMkLst>
        </pc:spChg>
      </pc:sldChg>
      <pc:sldChg chg="del">
        <pc:chgData name="鈴木 秀規" userId="f68c5fd9-22d5-4c0a-9833-7fb0f5135313" providerId="ADAL" clId="{9B0393DB-347A-4A9F-B4E7-8702A039FC28}" dt="2021-01-28T04:51:20.164" v="10" actId="2696"/>
        <pc:sldMkLst>
          <pc:docMk/>
          <pc:sldMk cId="1104417737" sldId="373"/>
        </pc:sldMkLst>
      </pc:sldChg>
      <pc:sldChg chg="addSp delSp modSp new mod">
        <pc:chgData name="鈴木 秀規" userId="f68c5fd9-22d5-4c0a-9833-7fb0f5135313" providerId="ADAL" clId="{9B0393DB-347A-4A9F-B4E7-8702A039FC28}" dt="2021-01-28T05:43:00.941" v="416" actId="14100"/>
        <pc:sldMkLst>
          <pc:docMk/>
          <pc:sldMk cId="1848207789" sldId="373"/>
        </pc:sldMkLst>
        <pc:spChg chg="mod">
          <ac:chgData name="鈴木 秀規" userId="f68c5fd9-22d5-4c0a-9833-7fb0f5135313" providerId="ADAL" clId="{9B0393DB-347A-4A9F-B4E7-8702A039FC28}" dt="2021-01-28T05:34:03.773" v="334"/>
          <ac:spMkLst>
            <pc:docMk/>
            <pc:sldMk cId="1848207789" sldId="373"/>
            <ac:spMk id="3" creationId="{2069719F-4DDB-48D6-8489-8ACA37F82E89}"/>
          </ac:spMkLst>
        </pc:spChg>
        <pc:spChg chg="mod">
          <ac:chgData name="鈴木 秀規" userId="f68c5fd9-22d5-4c0a-9833-7fb0f5135313" providerId="ADAL" clId="{9B0393DB-347A-4A9F-B4E7-8702A039FC28}" dt="2021-01-28T05:37:14.301" v="354" actId="14100"/>
          <ac:spMkLst>
            <pc:docMk/>
            <pc:sldMk cId="1848207789" sldId="373"/>
            <ac:spMk id="5" creationId="{654F77AB-9440-49CE-A489-16D42F5C01CB}"/>
          </ac:spMkLst>
        </pc:spChg>
        <pc:spChg chg="add del mod">
          <ac:chgData name="鈴木 秀規" userId="f68c5fd9-22d5-4c0a-9833-7fb0f5135313" providerId="ADAL" clId="{9B0393DB-347A-4A9F-B4E7-8702A039FC28}" dt="2021-01-28T05:39:18.960" v="365" actId="1076"/>
          <ac:spMkLst>
            <pc:docMk/>
            <pc:sldMk cId="1848207789" sldId="373"/>
            <ac:spMk id="6" creationId="{2592738B-6317-4652-B628-D04033029127}"/>
          </ac:spMkLst>
        </pc:spChg>
        <pc:spChg chg="add mod">
          <ac:chgData name="鈴木 秀規" userId="f68c5fd9-22d5-4c0a-9833-7fb0f5135313" providerId="ADAL" clId="{9B0393DB-347A-4A9F-B4E7-8702A039FC28}" dt="2021-01-28T05:37:30.033" v="359" actId="20577"/>
          <ac:spMkLst>
            <pc:docMk/>
            <pc:sldMk cId="1848207789" sldId="373"/>
            <ac:spMk id="7" creationId="{7D159354-FD3C-43D1-82EC-768FC77CD404}"/>
          </ac:spMkLst>
        </pc:spChg>
        <pc:spChg chg="add mod">
          <ac:chgData name="鈴木 秀規" userId="f68c5fd9-22d5-4c0a-9833-7fb0f5135313" providerId="ADAL" clId="{9B0393DB-347A-4A9F-B4E7-8702A039FC28}" dt="2021-01-28T05:39:41.186" v="369" actId="1582"/>
          <ac:spMkLst>
            <pc:docMk/>
            <pc:sldMk cId="1848207789" sldId="373"/>
            <ac:spMk id="8" creationId="{06FF66D7-3604-4305-9AC0-2078D6ECEA83}"/>
          </ac:spMkLst>
        </pc:spChg>
        <pc:spChg chg="add mod">
          <ac:chgData name="鈴木 秀規" userId="f68c5fd9-22d5-4c0a-9833-7fb0f5135313" providerId="ADAL" clId="{9B0393DB-347A-4A9F-B4E7-8702A039FC28}" dt="2021-01-28T05:40:35.002" v="379" actId="207"/>
          <ac:spMkLst>
            <pc:docMk/>
            <pc:sldMk cId="1848207789" sldId="373"/>
            <ac:spMk id="9" creationId="{C9C7744D-D0F8-45EB-8948-10EC2666EDE3}"/>
          </ac:spMkLst>
        </pc:spChg>
        <pc:spChg chg="add mod">
          <ac:chgData name="鈴木 秀規" userId="f68c5fd9-22d5-4c0a-9833-7fb0f5135313" providerId="ADAL" clId="{9B0393DB-347A-4A9F-B4E7-8702A039FC28}" dt="2021-01-28T05:43:00.941" v="416" actId="14100"/>
          <ac:spMkLst>
            <pc:docMk/>
            <pc:sldMk cId="1848207789" sldId="373"/>
            <ac:spMk id="10" creationId="{75ADB4EB-F938-4B2C-A73F-2E824CD27FCA}"/>
          </ac:spMkLst>
        </pc:spChg>
        <pc:spChg chg="add mod">
          <ac:chgData name="鈴木 秀規" userId="f68c5fd9-22d5-4c0a-9833-7fb0f5135313" providerId="ADAL" clId="{9B0393DB-347A-4A9F-B4E7-8702A039FC28}" dt="2021-01-28T05:40:01.038" v="374" actId="208"/>
          <ac:spMkLst>
            <pc:docMk/>
            <pc:sldMk cId="1848207789" sldId="373"/>
            <ac:spMk id="11" creationId="{D517944E-C9B2-489B-A736-2925B9FAE80E}"/>
          </ac:spMkLst>
        </pc:spChg>
        <pc:spChg chg="add mod">
          <ac:chgData name="鈴木 秀規" userId="f68c5fd9-22d5-4c0a-9833-7fb0f5135313" providerId="ADAL" clId="{9B0393DB-347A-4A9F-B4E7-8702A039FC28}" dt="2021-01-28T05:41:27.282" v="405" actId="1035"/>
          <ac:spMkLst>
            <pc:docMk/>
            <pc:sldMk cId="1848207789" sldId="373"/>
            <ac:spMk id="12" creationId="{39F8F0E7-1163-49B6-AA31-3CF4221F26FB}"/>
          </ac:spMkLst>
        </pc:spChg>
        <pc:spChg chg="add mod">
          <ac:chgData name="鈴木 秀規" userId="f68c5fd9-22d5-4c0a-9833-7fb0f5135313" providerId="ADAL" clId="{9B0393DB-347A-4A9F-B4E7-8702A039FC28}" dt="2021-01-28T05:41:35.663" v="409" actId="14100"/>
          <ac:spMkLst>
            <pc:docMk/>
            <pc:sldMk cId="1848207789" sldId="373"/>
            <ac:spMk id="13" creationId="{3C4838BC-C0ED-4EE0-96A0-DA3F1CC35971}"/>
          </ac:spMkLst>
        </pc:spChg>
      </pc:sldChg>
      <pc:sldChg chg="addSp modSp new mod">
        <pc:chgData name="鈴木 秀規" userId="f68c5fd9-22d5-4c0a-9833-7fb0f5135313" providerId="ADAL" clId="{9B0393DB-347A-4A9F-B4E7-8702A039FC28}" dt="2021-01-28T05:45:18.033" v="450" actId="1037"/>
        <pc:sldMkLst>
          <pc:docMk/>
          <pc:sldMk cId="949514721" sldId="374"/>
        </pc:sldMkLst>
        <pc:spChg chg="mod">
          <ac:chgData name="鈴木 秀規" userId="f68c5fd9-22d5-4c0a-9833-7fb0f5135313" providerId="ADAL" clId="{9B0393DB-347A-4A9F-B4E7-8702A039FC28}" dt="2021-01-28T05:43:29.956" v="418"/>
          <ac:spMkLst>
            <pc:docMk/>
            <pc:sldMk cId="949514721" sldId="374"/>
            <ac:spMk id="3" creationId="{13548677-7DFC-4950-88B2-3F7EB15C6CFA}"/>
          </ac:spMkLst>
        </pc:spChg>
        <pc:spChg chg="mod">
          <ac:chgData name="鈴木 秀規" userId="f68c5fd9-22d5-4c0a-9833-7fb0f5135313" providerId="ADAL" clId="{9B0393DB-347A-4A9F-B4E7-8702A039FC28}" dt="2021-01-28T05:43:48.929" v="423" actId="14100"/>
          <ac:spMkLst>
            <pc:docMk/>
            <pc:sldMk cId="949514721" sldId="374"/>
            <ac:spMk id="5" creationId="{181966A2-7F3A-4C15-89C7-D2D991809913}"/>
          </ac:spMkLst>
        </pc:spChg>
        <pc:spChg chg="add mod">
          <ac:chgData name="鈴木 秀規" userId="f68c5fd9-22d5-4c0a-9833-7fb0f5135313" providerId="ADAL" clId="{9B0393DB-347A-4A9F-B4E7-8702A039FC28}" dt="2021-01-28T05:45:18.033" v="450" actId="1037"/>
          <ac:spMkLst>
            <pc:docMk/>
            <pc:sldMk cId="949514721" sldId="374"/>
            <ac:spMk id="6" creationId="{D00F9652-38E5-46D9-8947-B25E6696BFD6}"/>
          </ac:spMkLst>
        </pc:spChg>
        <pc:spChg chg="add mod">
          <ac:chgData name="鈴木 秀規" userId="f68c5fd9-22d5-4c0a-9833-7fb0f5135313" providerId="ADAL" clId="{9B0393DB-347A-4A9F-B4E7-8702A039FC28}" dt="2021-01-28T05:45:18.033" v="450" actId="1037"/>
          <ac:spMkLst>
            <pc:docMk/>
            <pc:sldMk cId="949514721" sldId="374"/>
            <ac:spMk id="7" creationId="{660615A9-6D3A-4C8E-A258-BC369D0457EA}"/>
          </ac:spMkLst>
        </pc:spChg>
        <pc:spChg chg="add mod">
          <ac:chgData name="鈴木 秀規" userId="f68c5fd9-22d5-4c0a-9833-7fb0f5135313" providerId="ADAL" clId="{9B0393DB-347A-4A9F-B4E7-8702A039FC28}" dt="2021-01-28T05:45:18.033" v="450" actId="1037"/>
          <ac:spMkLst>
            <pc:docMk/>
            <pc:sldMk cId="949514721" sldId="374"/>
            <ac:spMk id="8" creationId="{37E65F5F-B2ED-44F9-A58C-90A04A206ACC}"/>
          </ac:spMkLst>
        </pc:spChg>
        <pc:spChg chg="add mod">
          <ac:chgData name="鈴木 秀規" userId="f68c5fd9-22d5-4c0a-9833-7fb0f5135313" providerId="ADAL" clId="{9B0393DB-347A-4A9F-B4E7-8702A039FC28}" dt="2021-01-28T05:45:18.033" v="450" actId="1037"/>
          <ac:spMkLst>
            <pc:docMk/>
            <pc:sldMk cId="949514721" sldId="374"/>
            <ac:spMk id="9" creationId="{50F10E35-DAB9-4C62-9244-349A0388724B}"/>
          </ac:spMkLst>
        </pc:spChg>
        <pc:spChg chg="add mod">
          <ac:chgData name="鈴木 秀規" userId="f68c5fd9-22d5-4c0a-9833-7fb0f5135313" providerId="ADAL" clId="{9B0393DB-347A-4A9F-B4E7-8702A039FC28}" dt="2021-01-28T05:45:18.033" v="450" actId="1037"/>
          <ac:spMkLst>
            <pc:docMk/>
            <pc:sldMk cId="949514721" sldId="374"/>
            <ac:spMk id="10" creationId="{500720B9-EB4D-4F1A-969D-A6511BC904E3}"/>
          </ac:spMkLst>
        </pc:spChg>
        <pc:spChg chg="add mod">
          <ac:chgData name="鈴木 秀規" userId="f68c5fd9-22d5-4c0a-9833-7fb0f5135313" providerId="ADAL" clId="{9B0393DB-347A-4A9F-B4E7-8702A039FC28}" dt="2021-01-28T05:45:18.033" v="450" actId="1037"/>
          <ac:spMkLst>
            <pc:docMk/>
            <pc:sldMk cId="949514721" sldId="374"/>
            <ac:spMk id="11" creationId="{0C58485A-3252-49BB-840C-4F7FD0CB006F}"/>
          </ac:spMkLst>
        </pc:spChg>
      </pc:sldChg>
      <pc:sldChg chg="del">
        <pc:chgData name="鈴木 秀規" userId="f68c5fd9-22d5-4c0a-9833-7fb0f5135313" providerId="ADAL" clId="{9B0393DB-347A-4A9F-B4E7-8702A039FC28}" dt="2021-01-28T04:51:20.164" v="10" actId="2696"/>
        <pc:sldMkLst>
          <pc:docMk/>
          <pc:sldMk cId="3417266570" sldId="374"/>
        </pc:sldMkLst>
      </pc:sldChg>
      <pc:sldChg chg="addSp modSp new mod">
        <pc:chgData name="鈴木 秀規" userId="f68c5fd9-22d5-4c0a-9833-7fb0f5135313" providerId="ADAL" clId="{9B0393DB-347A-4A9F-B4E7-8702A039FC28}" dt="2021-01-28T05:46:54.041" v="484" actId="20577"/>
        <pc:sldMkLst>
          <pc:docMk/>
          <pc:sldMk cId="420561561" sldId="375"/>
        </pc:sldMkLst>
        <pc:spChg chg="mod">
          <ac:chgData name="鈴木 秀規" userId="f68c5fd9-22d5-4c0a-9833-7fb0f5135313" providerId="ADAL" clId="{9B0393DB-347A-4A9F-B4E7-8702A039FC28}" dt="2021-01-28T05:45:45.590" v="452"/>
          <ac:spMkLst>
            <pc:docMk/>
            <pc:sldMk cId="420561561" sldId="375"/>
            <ac:spMk id="3" creationId="{A52AE433-6D32-494D-8565-056C80102D71}"/>
          </ac:spMkLst>
        </pc:spChg>
        <pc:spChg chg="mod">
          <ac:chgData name="鈴木 秀規" userId="f68c5fd9-22d5-4c0a-9833-7fb0f5135313" providerId="ADAL" clId="{9B0393DB-347A-4A9F-B4E7-8702A039FC28}" dt="2021-01-28T05:45:56.738" v="456" actId="14100"/>
          <ac:spMkLst>
            <pc:docMk/>
            <pc:sldMk cId="420561561" sldId="375"/>
            <ac:spMk id="5" creationId="{3CFF5DA0-C45B-43CB-A680-F23FC9717317}"/>
          </ac:spMkLst>
        </pc:spChg>
        <pc:spChg chg="add mod">
          <ac:chgData name="鈴木 秀規" userId="f68c5fd9-22d5-4c0a-9833-7fb0f5135313" providerId="ADAL" clId="{9B0393DB-347A-4A9F-B4E7-8702A039FC28}" dt="2021-01-28T05:46:54.041" v="484" actId="20577"/>
          <ac:spMkLst>
            <pc:docMk/>
            <pc:sldMk cId="420561561" sldId="375"/>
            <ac:spMk id="6" creationId="{9F87B1AC-1610-4046-839F-830C4C2A1864}"/>
          </ac:spMkLst>
        </pc:spChg>
      </pc:sldChg>
      <pc:sldChg chg="del">
        <pc:chgData name="鈴木 秀規" userId="f68c5fd9-22d5-4c0a-9833-7fb0f5135313" providerId="ADAL" clId="{9B0393DB-347A-4A9F-B4E7-8702A039FC28}" dt="2021-01-28T04:51:20.164" v="10" actId="2696"/>
        <pc:sldMkLst>
          <pc:docMk/>
          <pc:sldMk cId="3525173344" sldId="375"/>
        </pc:sldMkLst>
      </pc:sldChg>
      <pc:sldChg chg="modSp new mod">
        <pc:chgData name="鈴木 秀規" userId="f68c5fd9-22d5-4c0a-9833-7fb0f5135313" providerId="ADAL" clId="{9B0393DB-347A-4A9F-B4E7-8702A039FC28}" dt="2021-01-28T05:48:30.378" v="507" actId="207"/>
        <pc:sldMkLst>
          <pc:docMk/>
          <pc:sldMk cId="1996051249" sldId="376"/>
        </pc:sldMkLst>
        <pc:spChg chg="mod">
          <ac:chgData name="鈴木 秀規" userId="f68c5fd9-22d5-4c0a-9833-7fb0f5135313" providerId="ADAL" clId="{9B0393DB-347A-4A9F-B4E7-8702A039FC28}" dt="2021-01-28T05:47:07.004" v="486"/>
          <ac:spMkLst>
            <pc:docMk/>
            <pc:sldMk cId="1996051249" sldId="376"/>
            <ac:spMk id="3" creationId="{81181DD9-F9F3-48EA-8547-EA83621209D1}"/>
          </ac:spMkLst>
        </pc:spChg>
        <pc:spChg chg="mod">
          <ac:chgData name="鈴木 秀規" userId="f68c5fd9-22d5-4c0a-9833-7fb0f5135313" providerId="ADAL" clId="{9B0393DB-347A-4A9F-B4E7-8702A039FC28}" dt="2021-01-28T05:48:30.378" v="507" actId="207"/>
          <ac:spMkLst>
            <pc:docMk/>
            <pc:sldMk cId="1996051249" sldId="376"/>
            <ac:spMk id="5" creationId="{138E593E-FC57-4B56-AAA4-914B0C773AAB}"/>
          </ac:spMkLst>
        </pc:spChg>
      </pc:sldChg>
      <pc:sldChg chg="del">
        <pc:chgData name="鈴木 秀規" userId="f68c5fd9-22d5-4c0a-9833-7fb0f5135313" providerId="ADAL" clId="{9B0393DB-347A-4A9F-B4E7-8702A039FC28}" dt="2021-01-28T04:51:20.164" v="10" actId="2696"/>
        <pc:sldMkLst>
          <pc:docMk/>
          <pc:sldMk cId="3171014613" sldId="376"/>
        </pc:sldMkLst>
      </pc:sldChg>
      <pc:sldChg chg="del">
        <pc:chgData name="鈴木 秀規" userId="f68c5fd9-22d5-4c0a-9833-7fb0f5135313" providerId="ADAL" clId="{9B0393DB-347A-4A9F-B4E7-8702A039FC28}" dt="2021-01-28T04:51:20.164" v="10" actId="2696"/>
        <pc:sldMkLst>
          <pc:docMk/>
          <pc:sldMk cId="2808150330" sldId="377"/>
        </pc:sldMkLst>
      </pc:sldChg>
      <pc:sldChg chg="addSp modSp new mod">
        <pc:chgData name="鈴木 秀規" userId="f68c5fd9-22d5-4c0a-9833-7fb0f5135313" providerId="ADAL" clId="{9B0393DB-347A-4A9F-B4E7-8702A039FC28}" dt="2021-01-28T05:52:50.186" v="616" actId="1036"/>
        <pc:sldMkLst>
          <pc:docMk/>
          <pc:sldMk cId="3493943848" sldId="377"/>
        </pc:sldMkLst>
        <pc:spChg chg="mod">
          <ac:chgData name="鈴木 秀規" userId="f68c5fd9-22d5-4c0a-9833-7fb0f5135313" providerId="ADAL" clId="{9B0393DB-347A-4A9F-B4E7-8702A039FC28}" dt="2021-01-28T05:49:29.731" v="509"/>
          <ac:spMkLst>
            <pc:docMk/>
            <pc:sldMk cId="3493943848" sldId="377"/>
            <ac:spMk id="3" creationId="{27CED232-2F0E-4AC5-AACA-7354D39E6E02}"/>
          </ac:spMkLst>
        </pc:spChg>
        <pc:spChg chg="mod">
          <ac:chgData name="鈴木 秀規" userId="f68c5fd9-22d5-4c0a-9833-7fb0f5135313" providerId="ADAL" clId="{9B0393DB-347A-4A9F-B4E7-8702A039FC28}" dt="2021-01-28T05:52:43.387" v="603" actId="20577"/>
          <ac:spMkLst>
            <pc:docMk/>
            <pc:sldMk cId="3493943848" sldId="377"/>
            <ac:spMk id="5" creationId="{5721FB2D-915B-43F4-8F83-9DE023101BAF}"/>
          </ac:spMkLst>
        </pc:spChg>
        <pc:spChg chg="add mod">
          <ac:chgData name="鈴木 秀規" userId="f68c5fd9-22d5-4c0a-9833-7fb0f5135313" providerId="ADAL" clId="{9B0393DB-347A-4A9F-B4E7-8702A039FC28}" dt="2021-01-28T05:52:50.186" v="616" actId="1036"/>
          <ac:spMkLst>
            <pc:docMk/>
            <pc:sldMk cId="3493943848" sldId="377"/>
            <ac:spMk id="7" creationId="{9DAF715E-0759-4D07-A029-7533A634CF8D}"/>
          </ac:spMkLst>
        </pc:spChg>
        <pc:spChg chg="add mod">
          <ac:chgData name="鈴木 秀規" userId="f68c5fd9-22d5-4c0a-9833-7fb0f5135313" providerId="ADAL" clId="{9B0393DB-347A-4A9F-B4E7-8702A039FC28}" dt="2021-01-28T05:52:50.186" v="616" actId="1036"/>
          <ac:spMkLst>
            <pc:docMk/>
            <pc:sldMk cId="3493943848" sldId="377"/>
            <ac:spMk id="8" creationId="{A0A054C7-6799-457D-8282-3C2B19B3C4BE}"/>
          </ac:spMkLst>
        </pc:spChg>
        <pc:spChg chg="add mod">
          <ac:chgData name="鈴木 秀規" userId="f68c5fd9-22d5-4c0a-9833-7fb0f5135313" providerId="ADAL" clId="{9B0393DB-347A-4A9F-B4E7-8702A039FC28}" dt="2021-01-28T05:52:50.186" v="616" actId="1036"/>
          <ac:spMkLst>
            <pc:docMk/>
            <pc:sldMk cId="3493943848" sldId="377"/>
            <ac:spMk id="9" creationId="{7481DEE5-38C2-4615-B957-C1B1F6FE03F4}"/>
          </ac:spMkLst>
        </pc:spChg>
        <pc:spChg chg="add mod">
          <ac:chgData name="鈴木 秀規" userId="f68c5fd9-22d5-4c0a-9833-7fb0f5135313" providerId="ADAL" clId="{9B0393DB-347A-4A9F-B4E7-8702A039FC28}" dt="2021-01-28T05:52:50.186" v="616" actId="1036"/>
          <ac:spMkLst>
            <pc:docMk/>
            <pc:sldMk cId="3493943848" sldId="377"/>
            <ac:spMk id="10" creationId="{7BA5B70C-264B-43A5-A407-6DB54206A579}"/>
          </ac:spMkLst>
        </pc:spChg>
        <pc:spChg chg="add mod">
          <ac:chgData name="鈴木 秀規" userId="f68c5fd9-22d5-4c0a-9833-7fb0f5135313" providerId="ADAL" clId="{9B0393DB-347A-4A9F-B4E7-8702A039FC28}" dt="2021-01-28T05:52:50.186" v="616" actId="1036"/>
          <ac:spMkLst>
            <pc:docMk/>
            <pc:sldMk cId="3493943848" sldId="377"/>
            <ac:spMk id="11" creationId="{BD137E96-EF42-4029-B384-70836B6511AA}"/>
          </ac:spMkLst>
        </pc:spChg>
        <pc:spChg chg="add mod">
          <ac:chgData name="鈴木 秀規" userId="f68c5fd9-22d5-4c0a-9833-7fb0f5135313" providerId="ADAL" clId="{9B0393DB-347A-4A9F-B4E7-8702A039FC28}" dt="2021-01-28T05:52:50.186" v="616" actId="1036"/>
          <ac:spMkLst>
            <pc:docMk/>
            <pc:sldMk cId="3493943848" sldId="377"/>
            <ac:spMk id="12" creationId="{8979F5E2-A1A2-46B9-B10E-56EB42A2BF79}"/>
          </ac:spMkLst>
        </pc:spChg>
        <pc:graphicFrameChg chg="add mod modGraphic">
          <ac:chgData name="鈴木 秀規" userId="f68c5fd9-22d5-4c0a-9833-7fb0f5135313" providerId="ADAL" clId="{9B0393DB-347A-4A9F-B4E7-8702A039FC28}" dt="2021-01-28T05:51:13.685" v="590" actId="207"/>
          <ac:graphicFrameMkLst>
            <pc:docMk/>
            <pc:sldMk cId="3493943848" sldId="377"/>
            <ac:graphicFrameMk id="6" creationId="{7371300C-BF9D-4535-90BF-ED16098D1DCF}"/>
          </ac:graphicFrameMkLst>
        </pc:graphicFrameChg>
      </pc:sldChg>
      <pc:sldChg chg="del">
        <pc:chgData name="鈴木 秀規" userId="f68c5fd9-22d5-4c0a-9833-7fb0f5135313" providerId="ADAL" clId="{9B0393DB-347A-4A9F-B4E7-8702A039FC28}" dt="2021-01-28T04:51:20.164" v="10" actId="2696"/>
        <pc:sldMkLst>
          <pc:docMk/>
          <pc:sldMk cId="406741734" sldId="378"/>
        </pc:sldMkLst>
      </pc:sldChg>
      <pc:sldChg chg="addSp modSp new mod">
        <pc:chgData name="鈴木 秀規" userId="f68c5fd9-22d5-4c0a-9833-7fb0f5135313" providerId="ADAL" clId="{9B0393DB-347A-4A9F-B4E7-8702A039FC28}" dt="2021-01-28T05:57:49.640" v="691" actId="14100"/>
        <pc:sldMkLst>
          <pc:docMk/>
          <pc:sldMk cId="3488235805" sldId="378"/>
        </pc:sldMkLst>
        <pc:spChg chg="mod">
          <ac:chgData name="鈴木 秀規" userId="f68c5fd9-22d5-4c0a-9833-7fb0f5135313" providerId="ADAL" clId="{9B0393DB-347A-4A9F-B4E7-8702A039FC28}" dt="2021-01-28T05:53:09.067" v="618"/>
          <ac:spMkLst>
            <pc:docMk/>
            <pc:sldMk cId="3488235805" sldId="378"/>
            <ac:spMk id="3" creationId="{D4D5C0EC-748A-426B-8FCF-C2D5AB8B32BA}"/>
          </ac:spMkLst>
        </pc:spChg>
        <pc:spChg chg="mod">
          <ac:chgData name="鈴木 秀規" userId="f68c5fd9-22d5-4c0a-9833-7fb0f5135313" providerId="ADAL" clId="{9B0393DB-347A-4A9F-B4E7-8702A039FC28}" dt="2021-01-28T05:53:23.082" v="623" actId="14100"/>
          <ac:spMkLst>
            <pc:docMk/>
            <pc:sldMk cId="3488235805" sldId="378"/>
            <ac:spMk id="5" creationId="{5C399C6B-F89A-4BA5-9518-44E98CEB73F0}"/>
          </ac:spMkLst>
        </pc:spChg>
        <pc:spChg chg="add mod">
          <ac:chgData name="鈴木 秀規" userId="f68c5fd9-22d5-4c0a-9833-7fb0f5135313" providerId="ADAL" clId="{9B0393DB-347A-4A9F-B4E7-8702A039FC28}" dt="2021-01-28T05:56:31.196" v="678" actId="207"/>
          <ac:spMkLst>
            <pc:docMk/>
            <pc:sldMk cId="3488235805" sldId="378"/>
            <ac:spMk id="6" creationId="{5A255AAD-514A-4D7F-A9DD-4AD585D198AC}"/>
          </ac:spMkLst>
        </pc:spChg>
        <pc:spChg chg="add mod">
          <ac:chgData name="鈴木 秀規" userId="f68c5fd9-22d5-4c0a-9833-7fb0f5135313" providerId="ADAL" clId="{9B0393DB-347A-4A9F-B4E7-8702A039FC28}" dt="2021-01-28T05:54:08.911" v="633" actId="207"/>
          <ac:spMkLst>
            <pc:docMk/>
            <pc:sldMk cId="3488235805" sldId="378"/>
            <ac:spMk id="7" creationId="{5A5A3B78-0EE3-47CF-AFFA-A69BDB243A91}"/>
          </ac:spMkLst>
        </pc:spChg>
        <pc:spChg chg="add mod">
          <ac:chgData name="鈴木 秀規" userId="f68c5fd9-22d5-4c0a-9833-7fb0f5135313" providerId="ADAL" clId="{9B0393DB-347A-4A9F-B4E7-8702A039FC28}" dt="2021-01-28T05:55:32.590" v="662" actId="1076"/>
          <ac:spMkLst>
            <pc:docMk/>
            <pc:sldMk cId="3488235805" sldId="378"/>
            <ac:spMk id="8" creationId="{FA8C3B07-2B2A-42ED-8F71-D7BAFCB2C873}"/>
          </ac:spMkLst>
        </pc:spChg>
        <pc:spChg chg="add mod">
          <ac:chgData name="鈴木 秀規" userId="f68c5fd9-22d5-4c0a-9833-7fb0f5135313" providerId="ADAL" clId="{9B0393DB-347A-4A9F-B4E7-8702A039FC28}" dt="2021-01-28T05:54:54.760" v="651" actId="14100"/>
          <ac:spMkLst>
            <pc:docMk/>
            <pc:sldMk cId="3488235805" sldId="378"/>
            <ac:spMk id="9" creationId="{96BAB4BD-0FB1-4ADC-941C-AFD1BDF9FEBD}"/>
          </ac:spMkLst>
        </pc:spChg>
        <pc:spChg chg="add mod">
          <ac:chgData name="鈴木 秀規" userId="f68c5fd9-22d5-4c0a-9833-7fb0f5135313" providerId="ADAL" clId="{9B0393DB-347A-4A9F-B4E7-8702A039FC28}" dt="2021-01-28T05:56:23.096" v="676" actId="14100"/>
          <ac:spMkLst>
            <pc:docMk/>
            <pc:sldMk cId="3488235805" sldId="378"/>
            <ac:spMk id="10" creationId="{C1A7A43E-89B4-48E9-B463-20423AB25B1F}"/>
          </ac:spMkLst>
        </pc:spChg>
        <pc:spChg chg="add mod">
          <ac:chgData name="鈴木 秀規" userId="f68c5fd9-22d5-4c0a-9833-7fb0f5135313" providerId="ADAL" clId="{9B0393DB-347A-4A9F-B4E7-8702A039FC28}" dt="2021-01-28T05:57:49.640" v="691" actId="14100"/>
          <ac:spMkLst>
            <pc:docMk/>
            <pc:sldMk cId="3488235805" sldId="378"/>
            <ac:spMk id="11" creationId="{41938E68-145B-4FE8-9F7E-355B72C8067A}"/>
          </ac:spMkLst>
        </pc:spChg>
      </pc:sldChg>
      <pc:sldChg chg="del">
        <pc:chgData name="鈴木 秀規" userId="f68c5fd9-22d5-4c0a-9833-7fb0f5135313" providerId="ADAL" clId="{9B0393DB-347A-4A9F-B4E7-8702A039FC28}" dt="2021-01-28T04:51:20.164" v="10" actId="2696"/>
        <pc:sldMkLst>
          <pc:docMk/>
          <pc:sldMk cId="449625136" sldId="379"/>
        </pc:sldMkLst>
      </pc:sldChg>
      <pc:sldChg chg="modSp new mod">
        <pc:chgData name="鈴木 秀規" userId="f68c5fd9-22d5-4c0a-9833-7fb0f5135313" providerId="ADAL" clId="{9B0393DB-347A-4A9F-B4E7-8702A039FC28}" dt="2021-01-28T05:59:59.340" v="723" actId="20577"/>
        <pc:sldMkLst>
          <pc:docMk/>
          <pc:sldMk cId="2796318075" sldId="379"/>
        </pc:sldMkLst>
        <pc:spChg chg="mod">
          <ac:chgData name="鈴木 秀規" userId="f68c5fd9-22d5-4c0a-9833-7fb0f5135313" providerId="ADAL" clId="{9B0393DB-347A-4A9F-B4E7-8702A039FC28}" dt="2021-01-28T05:58:11.626" v="693"/>
          <ac:spMkLst>
            <pc:docMk/>
            <pc:sldMk cId="2796318075" sldId="379"/>
            <ac:spMk id="3" creationId="{A8E3964F-E0EF-4FFC-8EBD-80EB66046BB4}"/>
          </ac:spMkLst>
        </pc:spChg>
        <pc:spChg chg="mod">
          <ac:chgData name="鈴木 秀規" userId="f68c5fd9-22d5-4c0a-9833-7fb0f5135313" providerId="ADAL" clId="{9B0393DB-347A-4A9F-B4E7-8702A039FC28}" dt="2021-01-28T05:59:59.340" v="723" actId="20577"/>
          <ac:spMkLst>
            <pc:docMk/>
            <pc:sldMk cId="2796318075" sldId="379"/>
            <ac:spMk id="5" creationId="{F65EA276-CB98-4E31-BEA6-CDEA12439F93}"/>
          </ac:spMkLst>
        </pc:spChg>
      </pc:sldChg>
      <pc:sldChg chg="del">
        <pc:chgData name="鈴木 秀規" userId="f68c5fd9-22d5-4c0a-9833-7fb0f5135313" providerId="ADAL" clId="{9B0393DB-347A-4A9F-B4E7-8702A039FC28}" dt="2021-01-28T04:51:20.164" v="10" actId="2696"/>
        <pc:sldMkLst>
          <pc:docMk/>
          <pc:sldMk cId="1911761034" sldId="380"/>
        </pc:sldMkLst>
      </pc:sldChg>
      <pc:sldChg chg="addSp modSp new mod">
        <pc:chgData name="鈴木 秀規" userId="f68c5fd9-22d5-4c0a-9833-7fb0f5135313" providerId="ADAL" clId="{9B0393DB-347A-4A9F-B4E7-8702A039FC28}" dt="2021-01-28T06:03:48" v="784" actId="208"/>
        <pc:sldMkLst>
          <pc:docMk/>
          <pc:sldMk cId="3487842613" sldId="380"/>
        </pc:sldMkLst>
        <pc:spChg chg="mod">
          <ac:chgData name="鈴木 秀規" userId="f68c5fd9-22d5-4c0a-9833-7fb0f5135313" providerId="ADAL" clId="{9B0393DB-347A-4A9F-B4E7-8702A039FC28}" dt="2021-01-28T06:00:53.222" v="729"/>
          <ac:spMkLst>
            <pc:docMk/>
            <pc:sldMk cId="3487842613" sldId="380"/>
            <ac:spMk id="3" creationId="{EA6E2194-B0F9-42A6-8C40-9ACB32D82E50}"/>
          </ac:spMkLst>
        </pc:spChg>
        <pc:spChg chg="mod">
          <ac:chgData name="鈴木 秀規" userId="f68c5fd9-22d5-4c0a-9833-7fb0f5135313" providerId="ADAL" clId="{9B0393DB-347A-4A9F-B4E7-8702A039FC28}" dt="2021-01-28T06:00:28.017" v="727" actId="20577"/>
          <ac:spMkLst>
            <pc:docMk/>
            <pc:sldMk cId="3487842613" sldId="380"/>
            <ac:spMk id="5" creationId="{83D26C3F-3B73-4BED-A14F-B89A850D63CC}"/>
          </ac:spMkLst>
        </pc:spChg>
        <pc:spChg chg="add mod">
          <ac:chgData name="鈴木 秀規" userId="f68c5fd9-22d5-4c0a-9833-7fb0f5135313" providerId="ADAL" clId="{9B0393DB-347A-4A9F-B4E7-8702A039FC28}" dt="2021-01-28T06:02:42.681" v="776" actId="313"/>
          <ac:spMkLst>
            <pc:docMk/>
            <pc:sldMk cId="3487842613" sldId="380"/>
            <ac:spMk id="6" creationId="{FEC86CCF-52B7-4B99-B475-BF74CC017D2B}"/>
          </ac:spMkLst>
        </pc:spChg>
        <pc:spChg chg="add mod">
          <ac:chgData name="鈴木 秀規" userId="f68c5fd9-22d5-4c0a-9833-7fb0f5135313" providerId="ADAL" clId="{9B0393DB-347A-4A9F-B4E7-8702A039FC28}" dt="2021-01-28T06:02:31.568" v="774" actId="14100"/>
          <ac:spMkLst>
            <pc:docMk/>
            <pc:sldMk cId="3487842613" sldId="380"/>
            <ac:spMk id="7" creationId="{C56B9F5F-B953-4159-A53C-F447986A5F93}"/>
          </ac:spMkLst>
        </pc:spChg>
        <pc:spChg chg="add mod">
          <ac:chgData name="鈴木 秀規" userId="f68c5fd9-22d5-4c0a-9833-7fb0f5135313" providerId="ADAL" clId="{9B0393DB-347A-4A9F-B4E7-8702A039FC28}" dt="2021-01-28T06:03:48" v="784" actId="208"/>
          <ac:spMkLst>
            <pc:docMk/>
            <pc:sldMk cId="3487842613" sldId="380"/>
            <ac:spMk id="8" creationId="{CB2EA837-25DB-4E3B-A49B-0989AF006CB4}"/>
          </ac:spMkLst>
        </pc:spChg>
      </pc:sldChg>
      <pc:sldChg chg="modSp new mod">
        <pc:chgData name="鈴木 秀規" userId="f68c5fd9-22d5-4c0a-9833-7fb0f5135313" providerId="ADAL" clId="{9B0393DB-347A-4A9F-B4E7-8702A039FC28}" dt="2021-01-28T06:07:15.883" v="806" actId="207"/>
        <pc:sldMkLst>
          <pc:docMk/>
          <pc:sldMk cId="1329678765" sldId="381"/>
        </pc:sldMkLst>
        <pc:spChg chg="mod">
          <ac:chgData name="鈴木 秀規" userId="f68c5fd9-22d5-4c0a-9833-7fb0f5135313" providerId="ADAL" clId="{9B0393DB-347A-4A9F-B4E7-8702A039FC28}" dt="2021-01-28T06:05:02.602" v="786"/>
          <ac:spMkLst>
            <pc:docMk/>
            <pc:sldMk cId="1329678765" sldId="381"/>
            <ac:spMk id="3" creationId="{7F0D9EE6-7E66-441D-88C2-85B5C043CC56}"/>
          </ac:spMkLst>
        </pc:spChg>
        <pc:spChg chg="mod">
          <ac:chgData name="鈴木 秀規" userId="f68c5fd9-22d5-4c0a-9833-7fb0f5135313" providerId="ADAL" clId="{9B0393DB-347A-4A9F-B4E7-8702A039FC28}" dt="2021-01-28T06:07:15.883" v="806" actId="207"/>
          <ac:spMkLst>
            <pc:docMk/>
            <pc:sldMk cId="1329678765" sldId="381"/>
            <ac:spMk id="5" creationId="{54CF1E0F-77F3-4D34-B80C-F23ED44BB1B5}"/>
          </ac:spMkLst>
        </pc:spChg>
      </pc:sldChg>
      <pc:sldChg chg="del">
        <pc:chgData name="鈴木 秀規" userId="f68c5fd9-22d5-4c0a-9833-7fb0f5135313" providerId="ADAL" clId="{9B0393DB-347A-4A9F-B4E7-8702A039FC28}" dt="2021-01-28T04:51:20.164" v="10" actId="2696"/>
        <pc:sldMkLst>
          <pc:docMk/>
          <pc:sldMk cId="2111497926" sldId="381"/>
        </pc:sldMkLst>
      </pc:sldChg>
      <pc:sldChg chg="modSp new mod">
        <pc:chgData name="鈴木 秀規" userId="f68c5fd9-22d5-4c0a-9833-7fb0f5135313" providerId="ADAL" clId="{9B0393DB-347A-4A9F-B4E7-8702A039FC28}" dt="2021-01-28T06:08:48.318" v="827" actId="207"/>
        <pc:sldMkLst>
          <pc:docMk/>
          <pc:sldMk cId="1241536557" sldId="382"/>
        </pc:sldMkLst>
        <pc:spChg chg="mod">
          <ac:chgData name="鈴木 秀規" userId="f68c5fd9-22d5-4c0a-9833-7fb0f5135313" providerId="ADAL" clId="{9B0393DB-347A-4A9F-B4E7-8702A039FC28}" dt="2021-01-28T06:07:35.948" v="808"/>
          <ac:spMkLst>
            <pc:docMk/>
            <pc:sldMk cId="1241536557" sldId="382"/>
            <ac:spMk id="3" creationId="{5D82300F-0A26-44EC-AE4C-303BAF968E6E}"/>
          </ac:spMkLst>
        </pc:spChg>
        <pc:spChg chg="mod">
          <ac:chgData name="鈴木 秀規" userId="f68c5fd9-22d5-4c0a-9833-7fb0f5135313" providerId="ADAL" clId="{9B0393DB-347A-4A9F-B4E7-8702A039FC28}" dt="2021-01-28T06:08:48.318" v="827" actId="207"/>
          <ac:spMkLst>
            <pc:docMk/>
            <pc:sldMk cId="1241536557" sldId="382"/>
            <ac:spMk id="5" creationId="{98249769-8B42-411C-8DE2-0722716BC79D}"/>
          </ac:spMkLst>
        </pc:spChg>
      </pc:sldChg>
      <pc:sldChg chg="addSp modSp new mod">
        <pc:chgData name="鈴木 秀規" userId="f68c5fd9-22d5-4c0a-9833-7fb0f5135313" providerId="ADAL" clId="{9B0393DB-347A-4A9F-B4E7-8702A039FC28}" dt="2021-01-28T06:12:32.581" v="845" actId="207"/>
        <pc:sldMkLst>
          <pc:docMk/>
          <pc:sldMk cId="370086342" sldId="383"/>
        </pc:sldMkLst>
        <pc:spChg chg="mod">
          <ac:chgData name="鈴木 秀規" userId="f68c5fd9-22d5-4c0a-9833-7fb0f5135313" providerId="ADAL" clId="{9B0393DB-347A-4A9F-B4E7-8702A039FC28}" dt="2021-01-28T06:11:15.101" v="829"/>
          <ac:spMkLst>
            <pc:docMk/>
            <pc:sldMk cId="370086342" sldId="383"/>
            <ac:spMk id="3" creationId="{C7066AF6-1D1A-4194-81A6-0761C95ADD0B}"/>
          </ac:spMkLst>
        </pc:spChg>
        <pc:spChg chg="mod">
          <ac:chgData name="鈴木 秀規" userId="f68c5fd9-22d5-4c0a-9833-7fb0f5135313" providerId="ADAL" clId="{9B0393DB-347A-4A9F-B4E7-8702A039FC28}" dt="2021-01-28T06:11:31.165" v="833" actId="14100"/>
          <ac:spMkLst>
            <pc:docMk/>
            <pc:sldMk cId="370086342" sldId="383"/>
            <ac:spMk id="5" creationId="{73F15835-8EDD-47E5-B2C7-F34CF0B460E8}"/>
          </ac:spMkLst>
        </pc:spChg>
        <pc:spChg chg="add mod">
          <ac:chgData name="鈴木 秀規" userId="f68c5fd9-22d5-4c0a-9833-7fb0f5135313" providerId="ADAL" clId="{9B0393DB-347A-4A9F-B4E7-8702A039FC28}" dt="2021-01-28T06:12:32.581" v="845" actId="207"/>
          <ac:spMkLst>
            <pc:docMk/>
            <pc:sldMk cId="370086342" sldId="383"/>
            <ac:spMk id="6" creationId="{4CA59899-0BAD-4D9D-9D2E-EDDEDF77A7C7}"/>
          </ac:spMkLst>
        </pc:spChg>
      </pc:sldChg>
      <pc:sldChg chg="addSp modSp new mod">
        <pc:chgData name="鈴木 秀規" userId="f68c5fd9-22d5-4c0a-9833-7fb0f5135313" providerId="ADAL" clId="{9B0393DB-347A-4A9F-B4E7-8702A039FC28}" dt="2021-01-28T06:14:05.365" v="860" actId="207"/>
        <pc:sldMkLst>
          <pc:docMk/>
          <pc:sldMk cId="2606702251" sldId="384"/>
        </pc:sldMkLst>
        <pc:spChg chg="mod">
          <ac:chgData name="鈴木 秀規" userId="f68c5fd9-22d5-4c0a-9833-7fb0f5135313" providerId="ADAL" clId="{9B0393DB-347A-4A9F-B4E7-8702A039FC28}" dt="2021-01-28T06:12:47.925" v="847"/>
          <ac:spMkLst>
            <pc:docMk/>
            <pc:sldMk cId="2606702251" sldId="384"/>
            <ac:spMk id="3" creationId="{149D213F-2620-4B5B-8E45-E4DD7E8F6AEC}"/>
          </ac:spMkLst>
        </pc:spChg>
        <pc:spChg chg="mod">
          <ac:chgData name="鈴木 秀規" userId="f68c5fd9-22d5-4c0a-9833-7fb0f5135313" providerId="ADAL" clId="{9B0393DB-347A-4A9F-B4E7-8702A039FC28}" dt="2021-01-28T06:13:03.017" v="851" actId="14100"/>
          <ac:spMkLst>
            <pc:docMk/>
            <pc:sldMk cId="2606702251" sldId="384"/>
            <ac:spMk id="5" creationId="{F7A02B33-8EF9-47AC-91D1-E5EC06F42BF1}"/>
          </ac:spMkLst>
        </pc:spChg>
        <pc:spChg chg="add mod">
          <ac:chgData name="鈴木 秀規" userId="f68c5fd9-22d5-4c0a-9833-7fb0f5135313" providerId="ADAL" clId="{9B0393DB-347A-4A9F-B4E7-8702A039FC28}" dt="2021-01-28T06:14:05.365" v="860" actId="207"/>
          <ac:spMkLst>
            <pc:docMk/>
            <pc:sldMk cId="2606702251" sldId="384"/>
            <ac:spMk id="6" creationId="{2963DDC0-DC6C-4E94-B2BC-AF18A6BE370C}"/>
          </ac:spMkLst>
        </pc:spChg>
      </pc:sldChg>
      <pc:sldChg chg="modSp new mod">
        <pc:chgData name="鈴木 秀規" userId="f68c5fd9-22d5-4c0a-9833-7fb0f5135313" providerId="ADAL" clId="{9B0393DB-347A-4A9F-B4E7-8702A039FC28}" dt="2021-01-28T06:16:43.690" v="889" actId="207"/>
        <pc:sldMkLst>
          <pc:docMk/>
          <pc:sldMk cId="687702862" sldId="385"/>
        </pc:sldMkLst>
        <pc:spChg chg="mod">
          <ac:chgData name="鈴木 秀規" userId="f68c5fd9-22d5-4c0a-9833-7fb0f5135313" providerId="ADAL" clId="{9B0393DB-347A-4A9F-B4E7-8702A039FC28}" dt="2021-01-28T06:15:08.453" v="864"/>
          <ac:spMkLst>
            <pc:docMk/>
            <pc:sldMk cId="687702862" sldId="385"/>
            <ac:spMk id="3" creationId="{FEF030DA-D0CC-4914-B25C-B1531FB2EA38}"/>
          </ac:spMkLst>
        </pc:spChg>
        <pc:spChg chg="mod">
          <ac:chgData name="鈴木 秀規" userId="f68c5fd9-22d5-4c0a-9833-7fb0f5135313" providerId="ADAL" clId="{9B0393DB-347A-4A9F-B4E7-8702A039FC28}" dt="2021-01-28T06:16:43.690" v="889" actId="207"/>
          <ac:spMkLst>
            <pc:docMk/>
            <pc:sldMk cId="687702862" sldId="385"/>
            <ac:spMk id="5" creationId="{E4529827-329A-4934-8075-38C70BC32037}"/>
          </ac:spMkLst>
        </pc:spChg>
      </pc:sldChg>
      <pc:sldChg chg="addSp delSp modSp new mod modClrScheme chgLayout">
        <pc:chgData name="鈴木 秀規" userId="f68c5fd9-22d5-4c0a-9833-7fb0f5135313" providerId="ADAL" clId="{9B0393DB-347A-4A9F-B4E7-8702A039FC28}" dt="2021-01-28T06:19:17.881" v="915" actId="14100"/>
        <pc:sldMkLst>
          <pc:docMk/>
          <pc:sldMk cId="1556991625" sldId="386"/>
        </pc:sldMkLst>
        <pc:spChg chg="mod ord">
          <ac:chgData name="鈴木 秀規" userId="f68c5fd9-22d5-4c0a-9833-7fb0f5135313" providerId="ADAL" clId="{9B0393DB-347A-4A9F-B4E7-8702A039FC28}" dt="2021-01-28T06:17:29.798" v="892" actId="700"/>
          <ac:spMkLst>
            <pc:docMk/>
            <pc:sldMk cId="1556991625" sldId="386"/>
            <ac:spMk id="2" creationId="{8E37BB9B-83D1-4AD3-84A7-00314A9EF443}"/>
          </ac:spMkLst>
        </pc:spChg>
        <pc:spChg chg="mod ord">
          <ac:chgData name="鈴木 秀規" userId="f68c5fd9-22d5-4c0a-9833-7fb0f5135313" providerId="ADAL" clId="{9B0393DB-347A-4A9F-B4E7-8702A039FC28}" dt="2021-01-28T06:17:29.798" v="892" actId="700"/>
          <ac:spMkLst>
            <pc:docMk/>
            <pc:sldMk cId="1556991625" sldId="386"/>
            <ac:spMk id="3" creationId="{0416D4FC-4CF7-4D90-9C0D-CA655114D930}"/>
          </ac:spMkLst>
        </pc:spChg>
        <pc:spChg chg="mod ord">
          <ac:chgData name="鈴木 秀規" userId="f68c5fd9-22d5-4c0a-9833-7fb0f5135313" providerId="ADAL" clId="{9B0393DB-347A-4A9F-B4E7-8702A039FC28}" dt="2021-01-28T06:17:29.798" v="892" actId="700"/>
          <ac:spMkLst>
            <pc:docMk/>
            <pc:sldMk cId="1556991625" sldId="386"/>
            <ac:spMk id="4" creationId="{AC8E1359-BD1A-44C5-AECC-CEA080E9EF06}"/>
          </ac:spMkLst>
        </pc:spChg>
        <pc:spChg chg="del">
          <ac:chgData name="鈴木 秀規" userId="f68c5fd9-22d5-4c0a-9833-7fb0f5135313" providerId="ADAL" clId="{9B0393DB-347A-4A9F-B4E7-8702A039FC28}" dt="2021-01-28T06:17:29.798" v="892" actId="700"/>
          <ac:spMkLst>
            <pc:docMk/>
            <pc:sldMk cId="1556991625" sldId="386"/>
            <ac:spMk id="5" creationId="{C7C809F3-182A-4B65-890A-624315607664}"/>
          </ac:spMkLst>
        </pc:spChg>
        <pc:spChg chg="add mod">
          <ac:chgData name="鈴木 秀規" userId="f68c5fd9-22d5-4c0a-9833-7fb0f5135313" providerId="ADAL" clId="{9B0393DB-347A-4A9F-B4E7-8702A039FC28}" dt="2021-01-28T06:17:49.701" v="896" actId="14100"/>
          <ac:spMkLst>
            <pc:docMk/>
            <pc:sldMk cId="1556991625" sldId="386"/>
            <ac:spMk id="6" creationId="{74841F81-189C-4603-B413-5F5FE530BDEF}"/>
          </ac:spMkLst>
        </pc:spChg>
        <pc:spChg chg="add mod">
          <ac:chgData name="鈴木 秀規" userId="f68c5fd9-22d5-4c0a-9833-7fb0f5135313" providerId="ADAL" clId="{9B0393DB-347A-4A9F-B4E7-8702A039FC28}" dt="2021-01-28T06:18:55.829" v="911" actId="14100"/>
          <ac:spMkLst>
            <pc:docMk/>
            <pc:sldMk cId="1556991625" sldId="386"/>
            <ac:spMk id="7" creationId="{E1CFD740-7C8B-4718-8129-5E0F23D3ABE9}"/>
          </ac:spMkLst>
        </pc:spChg>
        <pc:spChg chg="add mod">
          <ac:chgData name="鈴木 秀規" userId="f68c5fd9-22d5-4c0a-9833-7fb0f5135313" providerId="ADAL" clId="{9B0393DB-347A-4A9F-B4E7-8702A039FC28}" dt="2021-01-28T06:19:17.881" v="915" actId="14100"/>
          <ac:spMkLst>
            <pc:docMk/>
            <pc:sldMk cId="1556991625" sldId="386"/>
            <ac:spMk id="8" creationId="{351B8591-3A1E-42E4-943A-99BDD8C1D067}"/>
          </ac:spMkLst>
        </pc:spChg>
      </pc:sldChg>
      <pc:sldChg chg="addSp modSp new mod modClrScheme chgLayout">
        <pc:chgData name="鈴木 秀規" userId="f68c5fd9-22d5-4c0a-9833-7fb0f5135313" providerId="ADAL" clId="{9B0393DB-347A-4A9F-B4E7-8702A039FC28}" dt="2021-01-28T06:20:51.853" v="942" actId="207"/>
        <pc:sldMkLst>
          <pc:docMk/>
          <pc:sldMk cId="3227213484" sldId="387"/>
        </pc:sldMkLst>
        <pc:spChg chg="mod ord">
          <ac:chgData name="鈴木 秀規" userId="f68c5fd9-22d5-4c0a-9833-7fb0f5135313" providerId="ADAL" clId="{9B0393DB-347A-4A9F-B4E7-8702A039FC28}" dt="2021-01-28T06:19:30.642" v="918" actId="700"/>
          <ac:spMkLst>
            <pc:docMk/>
            <pc:sldMk cId="3227213484" sldId="387"/>
            <ac:spMk id="2" creationId="{2FAC12FB-80AE-4A9F-96FC-08C6F99BDF3B}"/>
          </ac:spMkLst>
        </pc:spChg>
        <pc:spChg chg="mod ord">
          <ac:chgData name="鈴木 秀規" userId="f68c5fd9-22d5-4c0a-9833-7fb0f5135313" providerId="ADAL" clId="{9B0393DB-347A-4A9F-B4E7-8702A039FC28}" dt="2021-01-28T06:19:30.642" v="918" actId="700"/>
          <ac:spMkLst>
            <pc:docMk/>
            <pc:sldMk cId="3227213484" sldId="387"/>
            <ac:spMk id="3" creationId="{5856AD74-FB21-40CC-894A-8BA15D8FD2E3}"/>
          </ac:spMkLst>
        </pc:spChg>
        <pc:spChg chg="mod ord">
          <ac:chgData name="鈴木 秀規" userId="f68c5fd9-22d5-4c0a-9833-7fb0f5135313" providerId="ADAL" clId="{9B0393DB-347A-4A9F-B4E7-8702A039FC28}" dt="2021-01-28T06:19:30.642" v="918" actId="700"/>
          <ac:spMkLst>
            <pc:docMk/>
            <pc:sldMk cId="3227213484" sldId="387"/>
            <ac:spMk id="4" creationId="{487B6B72-D59A-4809-81AC-3D57E013062B}"/>
          </ac:spMkLst>
        </pc:spChg>
        <pc:spChg chg="add mod ord">
          <ac:chgData name="鈴木 秀規" userId="f68c5fd9-22d5-4c0a-9833-7fb0f5135313" providerId="ADAL" clId="{9B0393DB-347A-4A9F-B4E7-8702A039FC28}" dt="2021-01-28T06:20:51.853" v="942" actId="207"/>
          <ac:spMkLst>
            <pc:docMk/>
            <pc:sldMk cId="3227213484" sldId="387"/>
            <ac:spMk id="5" creationId="{DC467748-EFDB-4E6D-83BA-BE7F93FBEB19}"/>
          </ac:spMkLst>
        </pc:spChg>
      </pc:sldChg>
      <pc:sldChg chg="addSp delSp modSp new mod modClrScheme chgLayout">
        <pc:chgData name="鈴木 秀規" userId="f68c5fd9-22d5-4c0a-9833-7fb0f5135313" providerId="ADAL" clId="{9B0393DB-347A-4A9F-B4E7-8702A039FC28}" dt="2021-01-28T06:27:14.681" v="1012"/>
        <pc:sldMkLst>
          <pc:docMk/>
          <pc:sldMk cId="2658651072" sldId="388"/>
        </pc:sldMkLst>
        <pc:spChg chg="mod ord">
          <ac:chgData name="鈴木 秀規" userId="f68c5fd9-22d5-4c0a-9833-7fb0f5135313" providerId="ADAL" clId="{9B0393DB-347A-4A9F-B4E7-8702A039FC28}" dt="2021-01-28T06:21:11.135" v="945" actId="700"/>
          <ac:spMkLst>
            <pc:docMk/>
            <pc:sldMk cId="2658651072" sldId="388"/>
            <ac:spMk id="2" creationId="{616FF081-D905-40D1-A2EF-8AE5108470FC}"/>
          </ac:spMkLst>
        </pc:spChg>
        <pc:spChg chg="mod ord">
          <ac:chgData name="鈴木 秀規" userId="f68c5fd9-22d5-4c0a-9833-7fb0f5135313" providerId="ADAL" clId="{9B0393DB-347A-4A9F-B4E7-8702A039FC28}" dt="2021-01-28T06:21:11.135" v="945" actId="700"/>
          <ac:spMkLst>
            <pc:docMk/>
            <pc:sldMk cId="2658651072" sldId="388"/>
            <ac:spMk id="3" creationId="{FD601D0B-FE04-4701-B12C-94FB8F10BBD7}"/>
          </ac:spMkLst>
        </pc:spChg>
        <pc:spChg chg="mod ord">
          <ac:chgData name="鈴木 秀規" userId="f68c5fd9-22d5-4c0a-9833-7fb0f5135313" providerId="ADAL" clId="{9B0393DB-347A-4A9F-B4E7-8702A039FC28}" dt="2021-01-28T06:21:11.135" v="945" actId="700"/>
          <ac:spMkLst>
            <pc:docMk/>
            <pc:sldMk cId="2658651072" sldId="388"/>
            <ac:spMk id="4" creationId="{1139FA8D-105C-45AC-B8FB-4464D919256F}"/>
          </ac:spMkLst>
        </pc:spChg>
        <pc:spChg chg="del">
          <ac:chgData name="鈴木 秀規" userId="f68c5fd9-22d5-4c0a-9833-7fb0f5135313" providerId="ADAL" clId="{9B0393DB-347A-4A9F-B4E7-8702A039FC28}" dt="2021-01-28T06:21:11.135" v="945" actId="700"/>
          <ac:spMkLst>
            <pc:docMk/>
            <pc:sldMk cId="2658651072" sldId="388"/>
            <ac:spMk id="5" creationId="{452E4E3F-25E6-483B-BBA5-BCDF4F0C8704}"/>
          </ac:spMkLst>
        </pc:spChg>
        <pc:spChg chg="add mod">
          <ac:chgData name="鈴木 秀規" userId="f68c5fd9-22d5-4c0a-9833-7fb0f5135313" providerId="ADAL" clId="{9B0393DB-347A-4A9F-B4E7-8702A039FC28}" dt="2021-01-28T06:21:36.878" v="948" actId="14100"/>
          <ac:spMkLst>
            <pc:docMk/>
            <pc:sldMk cId="2658651072" sldId="388"/>
            <ac:spMk id="6" creationId="{5E2AC7A9-D865-4072-A34B-12E361BBEC1F}"/>
          </ac:spMkLst>
        </pc:spChg>
        <pc:spChg chg="add del mod">
          <ac:chgData name="鈴木 秀規" userId="f68c5fd9-22d5-4c0a-9833-7fb0f5135313" providerId="ADAL" clId="{9B0393DB-347A-4A9F-B4E7-8702A039FC28}" dt="2021-01-28T06:27:14.681" v="1012"/>
          <ac:spMkLst>
            <pc:docMk/>
            <pc:sldMk cId="2658651072" sldId="388"/>
            <ac:spMk id="7" creationId="{F8C06D25-F72A-4A04-B316-EB86AF987920}"/>
          </ac:spMkLst>
        </pc:spChg>
      </pc:sldChg>
      <pc:sldChg chg="addSp modSp new mod modClrScheme chgLayout">
        <pc:chgData name="鈴木 秀規" userId="f68c5fd9-22d5-4c0a-9833-7fb0f5135313" providerId="ADAL" clId="{9B0393DB-347A-4A9F-B4E7-8702A039FC28}" dt="2021-01-28T06:23:42.791" v="985" actId="14100"/>
        <pc:sldMkLst>
          <pc:docMk/>
          <pc:sldMk cId="91634463" sldId="389"/>
        </pc:sldMkLst>
        <pc:spChg chg="mod ord">
          <ac:chgData name="鈴木 秀規" userId="f68c5fd9-22d5-4c0a-9833-7fb0f5135313" providerId="ADAL" clId="{9B0393DB-347A-4A9F-B4E7-8702A039FC28}" dt="2021-01-28T06:22:03.015" v="951" actId="700"/>
          <ac:spMkLst>
            <pc:docMk/>
            <pc:sldMk cId="91634463" sldId="389"/>
            <ac:spMk id="2" creationId="{71BD1C0E-C3F2-4EC8-B9E9-5E23FA0FE4B7}"/>
          </ac:spMkLst>
        </pc:spChg>
        <pc:spChg chg="mod ord">
          <ac:chgData name="鈴木 秀規" userId="f68c5fd9-22d5-4c0a-9833-7fb0f5135313" providerId="ADAL" clId="{9B0393DB-347A-4A9F-B4E7-8702A039FC28}" dt="2021-01-28T06:22:03.015" v="951" actId="700"/>
          <ac:spMkLst>
            <pc:docMk/>
            <pc:sldMk cId="91634463" sldId="389"/>
            <ac:spMk id="3" creationId="{A48FE05B-0BD3-4032-8606-CC0813688FA3}"/>
          </ac:spMkLst>
        </pc:spChg>
        <pc:spChg chg="mod ord">
          <ac:chgData name="鈴木 秀規" userId="f68c5fd9-22d5-4c0a-9833-7fb0f5135313" providerId="ADAL" clId="{9B0393DB-347A-4A9F-B4E7-8702A039FC28}" dt="2021-01-28T06:22:03.015" v="951" actId="700"/>
          <ac:spMkLst>
            <pc:docMk/>
            <pc:sldMk cId="91634463" sldId="389"/>
            <ac:spMk id="4" creationId="{4FBB2095-686E-47CA-A31C-B6273BD99781}"/>
          </ac:spMkLst>
        </pc:spChg>
        <pc:spChg chg="add mod ord">
          <ac:chgData name="鈴木 秀規" userId="f68c5fd9-22d5-4c0a-9833-7fb0f5135313" providerId="ADAL" clId="{9B0393DB-347A-4A9F-B4E7-8702A039FC28}" dt="2021-01-28T06:23:16.359" v="976" actId="14100"/>
          <ac:spMkLst>
            <pc:docMk/>
            <pc:sldMk cId="91634463" sldId="389"/>
            <ac:spMk id="5" creationId="{335A23CD-F841-4EA4-BAE6-043862528890}"/>
          </ac:spMkLst>
        </pc:spChg>
        <pc:spChg chg="add mod">
          <ac:chgData name="鈴木 秀規" userId="f68c5fd9-22d5-4c0a-9833-7fb0f5135313" providerId="ADAL" clId="{9B0393DB-347A-4A9F-B4E7-8702A039FC28}" dt="2021-01-28T06:23:42.791" v="985" actId="14100"/>
          <ac:spMkLst>
            <pc:docMk/>
            <pc:sldMk cId="91634463" sldId="389"/>
            <ac:spMk id="6" creationId="{D2A63244-64CB-47FA-9EE7-253FDF3EAA19}"/>
          </ac:spMkLst>
        </pc:spChg>
      </pc:sldChg>
      <pc:sldChg chg="addSp modSp new mod">
        <pc:chgData name="鈴木 秀規" userId="f68c5fd9-22d5-4c0a-9833-7fb0f5135313" providerId="ADAL" clId="{9B0393DB-347A-4A9F-B4E7-8702A039FC28}" dt="2021-01-28T06:26:22.364" v="1004" actId="207"/>
        <pc:sldMkLst>
          <pc:docMk/>
          <pc:sldMk cId="2320300325" sldId="390"/>
        </pc:sldMkLst>
        <pc:spChg chg="mod">
          <ac:chgData name="鈴木 秀規" userId="f68c5fd9-22d5-4c0a-9833-7fb0f5135313" providerId="ADAL" clId="{9B0393DB-347A-4A9F-B4E7-8702A039FC28}" dt="2021-01-28T06:24:00.917" v="987"/>
          <ac:spMkLst>
            <pc:docMk/>
            <pc:sldMk cId="2320300325" sldId="390"/>
            <ac:spMk id="3" creationId="{C5C02D43-B67C-4DEC-8EC9-48957910AE84}"/>
          </ac:spMkLst>
        </pc:spChg>
        <pc:spChg chg="mod">
          <ac:chgData name="鈴木 秀規" userId="f68c5fd9-22d5-4c0a-9833-7fb0f5135313" providerId="ADAL" clId="{9B0393DB-347A-4A9F-B4E7-8702A039FC28}" dt="2021-01-28T06:24:22.453" v="990" actId="14100"/>
          <ac:spMkLst>
            <pc:docMk/>
            <pc:sldMk cId="2320300325" sldId="390"/>
            <ac:spMk id="5" creationId="{D821D6BC-27C5-48BB-ACAA-F3BFE7F374B9}"/>
          </ac:spMkLst>
        </pc:spChg>
        <pc:spChg chg="add mod">
          <ac:chgData name="鈴木 秀規" userId="f68c5fd9-22d5-4c0a-9833-7fb0f5135313" providerId="ADAL" clId="{9B0393DB-347A-4A9F-B4E7-8702A039FC28}" dt="2021-01-28T06:25:43.802" v="999" actId="14100"/>
          <ac:spMkLst>
            <pc:docMk/>
            <pc:sldMk cId="2320300325" sldId="390"/>
            <ac:spMk id="6" creationId="{3FEE7AF6-EF3E-4CA4-B414-A154F59B8E37}"/>
          </ac:spMkLst>
        </pc:spChg>
        <pc:spChg chg="add mod">
          <ac:chgData name="鈴木 秀規" userId="f68c5fd9-22d5-4c0a-9833-7fb0f5135313" providerId="ADAL" clId="{9B0393DB-347A-4A9F-B4E7-8702A039FC28}" dt="2021-01-28T06:26:22.364" v="1004" actId="207"/>
          <ac:spMkLst>
            <pc:docMk/>
            <pc:sldMk cId="2320300325" sldId="390"/>
            <ac:spMk id="7" creationId="{932F1765-8A93-41EC-957E-EC93A9EF3DB0}"/>
          </ac:spMkLst>
        </pc:spChg>
      </pc:sldChg>
      <pc:sldChg chg="addSp modSp new mod">
        <pc:chgData name="鈴木 秀規" userId="f68c5fd9-22d5-4c0a-9833-7fb0f5135313" providerId="ADAL" clId="{9B0393DB-347A-4A9F-B4E7-8702A039FC28}" dt="2021-01-28T06:29:35.347" v="1039" actId="14100"/>
        <pc:sldMkLst>
          <pc:docMk/>
          <pc:sldMk cId="1037775335" sldId="391"/>
        </pc:sldMkLst>
        <pc:spChg chg="mod">
          <ac:chgData name="鈴木 秀規" userId="f68c5fd9-22d5-4c0a-9833-7fb0f5135313" providerId="ADAL" clId="{9B0393DB-347A-4A9F-B4E7-8702A039FC28}" dt="2021-01-28T06:26:37.694" v="1006"/>
          <ac:spMkLst>
            <pc:docMk/>
            <pc:sldMk cId="1037775335" sldId="391"/>
            <ac:spMk id="3" creationId="{BA923D28-88E3-4EFC-A158-2674C621247B}"/>
          </ac:spMkLst>
        </pc:spChg>
        <pc:spChg chg="mod">
          <ac:chgData name="鈴木 秀規" userId="f68c5fd9-22d5-4c0a-9833-7fb0f5135313" providerId="ADAL" clId="{9B0393DB-347A-4A9F-B4E7-8702A039FC28}" dt="2021-01-28T06:26:57.105" v="1010" actId="14100"/>
          <ac:spMkLst>
            <pc:docMk/>
            <pc:sldMk cId="1037775335" sldId="391"/>
            <ac:spMk id="5" creationId="{54F4C3A0-31EF-4B1B-B93B-5E9953289E8E}"/>
          </ac:spMkLst>
        </pc:spChg>
        <pc:spChg chg="add mod">
          <ac:chgData name="鈴木 秀規" userId="f68c5fd9-22d5-4c0a-9833-7fb0f5135313" providerId="ADAL" clId="{9B0393DB-347A-4A9F-B4E7-8702A039FC28}" dt="2021-01-28T06:29:35.347" v="1039" actId="14100"/>
          <ac:spMkLst>
            <pc:docMk/>
            <pc:sldMk cId="1037775335" sldId="391"/>
            <ac:spMk id="6" creationId="{5FFE9DB3-4E7A-4281-B566-65635089E2F9}"/>
          </ac:spMkLst>
        </pc:spChg>
        <pc:spChg chg="add mod">
          <ac:chgData name="鈴木 秀規" userId="f68c5fd9-22d5-4c0a-9833-7fb0f5135313" providerId="ADAL" clId="{9B0393DB-347A-4A9F-B4E7-8702A039FC28}" dt="2021-01-28T06:28:50.305" v="1038" actId="14100"/>
          <ac:spMkLst>
            <pc:docMk/>
            <pc:sldMk cId="1037775335" sldId="391"/>
            <ac:spMk id="7" creationId="{0D34E9ED-8FD2-4C86-A80D-7B70852CDC15}"/>
          </ac:spMkLst>
        </pc:spChg>
      </pc:sldChg>
      <pc:sldChg chg="addSp modSp new mod">
        <pc:chgData name="鈴木 秀規" userId="f68c5fd9-22d5-4c0a-9833-7fb0f5135313" providerId="ADAL" clId="{9B0393DB-347A-4A9F-B4E7-8702A039FC28}" dt="2021-01-28T06:30:22.371" v="1047" actId="14100"/>
        <pc:sldMkLst>
          <pc:docMk/>
          <pc:sldMk cId="1989164865" sldId="392"/>
        </pc:sldMkLst>
        <pc:spChg chg="mod">
          <ac:chgData name="鈴木 秀規" userId="f68c5fd9-22d5-4c0a-9833-7fb0f5135313" providerId="ADAL" clId="{9B0393DB-347A-4A9F-B4E7-8702A039FC28}" dt="2021-01-28T06:29:47.116" v="1041"/>
          <ac:spMkLst>
            <pc:docMk/>
            <pc:sldMk cId="1989164865" sldId="392"/>
            <ac:spMk id="3" creationId="{AFC2A26E-AA58-4A15-81CC-8DA57F4498D0}"/>
          </ac:spMkLst>
        </pc:spChg>
        <pc:spChg chg="mod">
          <ac:chgData name="鈴木 秀規" userId="f68c5fd9-22d5-4c0a-9833-7fb0f5135313" providerId="ADAL" clId="{9B0393DB-347A-4A9F-B4E7-8702A039FC28}" dt="2021-01-28T06:29:56.734" v="1044" actId="14100"/>
          <ac:spMkLst>
            <pc:docMk/>
            <pc:sldMk cId="1989164865" sldId="392"/>
            <ac:spMk id="5" creationId="{2C13E718-66E5-4BD7-B901-DDFF5F68F88D}"/>
          </ac:spMkLst>
        </pc:spChg>
        <pc:spChg chg="add mod">
          <ac:chgData name="鈴木 秀規" userId="f68c5fd9-22d5-4c0a-9833-7fb0f5135313" providerId="ADAL" clId="{9B0393DB-347A-4A9F-B4E7-8702A039FC28}" dt="2021-01-28T06:30:22.371" v="1047" actId="14100"/>
          <ac:spMkLst>
            <pc:docMk/>
            <pc:sldMk cId="1989164865" sldId="392"/>
            <ac:spMk id="6" creationId="{4DA1D2F3-34B2-42DA-9958-780758280642}"/>
          </ac:spMkLst>
        </pc:spChg>
      </pc:sldChg>
      <pc:sldChg chg="modSp new mod">
        <pc:chgData name="鈴木 秀規" userId="f68c5fd9-22d5-4c0a-9833-7fb0f5135313" providerId="ADAL" clId="{9B0393DB-347A-4A9F-B4E7-8702A039FC28}" dt="2021-01-28T06:33:04.921" v="1072" actId="20577"/>
        <pc:sldMkLst>
          <pc:docMk/>
          <pc:sldMk cId="3817722397" sldId="393"/>
        </pc:sldMkLst>
        <pc:spChg chg="mod">
          <ac:chgData name="鈴木 秀規" userId="f68c5fd9-22d5-4c0a-9833-7fb0f5135313" providerId="ADAL" clId="{9B0393DB-347A-4A9F-B4E7-8702A039FC28}" dt="2021-01-28T06:31:33.481" v="1051"/>
          <ac:spMkLst>
            <pc:docMk/>
            <pc:sldMk cId="3817722397" sldId="393"/>
            <ac:spMk id="3" creationId="{2F2E0FD5-2346-4DD8-8220-9BF195FC590E}"/>
          </ac:spMkLst>
        </pc:spChg>
        <pc:spChg chg="mod">
          <ac:chgData name="鈴木 秀規" userId="f68c5fd9-22d5-4c0a-9833-7fb0f5135313" providerId="ADAL" clId="{9B0393DB-347A-4A9F-B4E7-8702A039FC28}" dt="2021-01-28T06:33:04.921" v="1072" actId="20577"/>
          <ac:spMkLst>
            <pc:docMk/>
            <pc:sldMk cId="3817722397" sldId="393"/>
            <ac:spMk id="5" creationId="{60C10C8F-89BB-442F-9F97-4F5F5B5AF457}"/>
          </ac:spMkLst>
        </pc:spChg>
      </pc:sldChg>
      <pc:sldChg chg="modSp new mod">
        <pc:chgData name="鈴木 秀規" userId="f68c5fd9-22d5-4c0a-9833-7fb0f5135313" providerId="ADAL" clId="{9B0393DB-347A-4A9F-B4E7-8702A039FC28}" dt="2021-01-28T06:33:57.021" v="1084" actId="207"/>
        <pc:sldMkLst>
          <pc:docMk/>
          <pc:sldMk cId="2635548106" sldId="394"/>
        </pc:sldMkLst>
        <pc:spChg chg="mod">
          <ac:chgData name="鈴木 秀規" userId="f68c5fd9-22d5-4c0a-9833-7fb0f5135313" providerId="ADAL" clId="{9B0393DB-347A-4A9F-B4E7-8702A039FC28}" dt="2021-01-28T06:33:24.983" v="1074"/>
          <ac:spMkLst>
            <pc:docMk/>
            <pc:sldMk cId="2635548106" sldId="394"/>
            <ac:spMk id="3" creationId="{4B485903-C262-401B-B6AE-98AE0991F0DC}"/>
          </ac:spMkLst>
        </pc:spChg>
        <pc:spChg chg="mod">
          <ac:chgData name="鈴木 秀規" userId="f68c5fd9-22d5-4c0a-9833-7fb0f5135313" providerId="ADAL" clId="{9B0393DB-347A-4A9F-B4E7-8702A039FC28}" dt="2021-01-28T06:33:57.021" v="1084" actId="207"/>
          <ac:spMkLst>
            <pc:docMk/>
            <pc:sldMk cId="2635548106" sldId="394"/>
            <ac:spMk id="5" creationId="{845A8630-2E41-4B93-BEAA-4F2468557344}"/>
          </ac:spMkLst>
        </pc:spChg>
      </pc:sldChg>
      <pc:sldChg chg="modSp new mod">
        <pc:chgData name="鈴木 秀規" userId="f68c5fd9-22d5-4c0a-9833-7fb0f5135313" providerId="ADAL" clId="{9B0393DB-347A-4A9F-B4E7-8702A039FC28}" dt="2021-01-28T06:35:35.377" v="1114" actId="20577"/>
        <pc:sldMkLst>
          <pc:docMk/>
          <pc:sldMk cId="436757555" sldId="395"/>
        </pc:sldMkLst>
        <pc:spChg chg="mod">
          <ac:chgData name="鈴木 秀規" userId="f68c5fd9-22d5-4c0a-9833-7fb0f5135313" providerId="ADAL" clId="{9B0393DB-347A-4A9F-B4E7-8702A039FC28}" dt="2021-01-28T06:34:13.183" v="1086"/>
          <ac:spMkLst>
            <pc:docMk/>
            <pc:sldMk cId="436757555" sldId="395"/>
            <ac:spMk id="3" creationId="{A2691B91-019E-4260-AAD2-8EB61D034CB2}"/>
          </ac:spMkLst>
        </pc:spChg>
        <pc:spChg chg="mod">
          <ac:chgData name="鈴木 秀規" userId="f68c5fd9-22d5-4c0a-9833-7fb0f5135313" providerId="ADAL" clId="{9B0393DB-347A-4A9F-B4E7-8702A039FC28}" dt="2021-01-28T06:35:35.377" v="1114" actId="20577"/>
          <ac:spMkLst>
            <pc:docMk/>
            <pc:sldMk cId="436757555" sldId="395"/>
            <ac:spMk id="5" creationId="{3854E8B5-F33D-449E-83B5-1E679A12C92C}"/>
          </ac:spMkLst>
        </pc:spChg>
      </pc:sldChg>
      <pc:sldChg chg="modSp new mod">
        <pc:chgData name="鈴木 秀規" userId="f68c5fd9-22d5-4c0a-9833-7fb0f5135313" providerId="ADAL" clId="{9B0393DB-347A-4A9F-B4E7-8702A039FC28}" dt="2021-01-28T06:37:12.114" v="1143" actId="20577"/>
        <pc:sldMkLst>
          <pc:docMk/>
          <pc:sldMk cId="3553494220" sldId="396"/>
        </pc:sldMkLst>
        <pc:spChg chg="mod">
          <ac:chgData name="鈴木 秀規" userId="f68c5fd9-22d5-4c0a-9833-7fb0f5135313" providerId="ADAL" clId="{9B0393DB-347A-4A9F-B4E7-8702A039FC28}" dt="2021-01-28T06:35:49.658" v="1116"/>
          <ac:spMkLst>
            <pc:docMk/>
            <pc:sldMk cId="3553494220" sldId="396"/>
            <ac:spMk id="3" creationId="{26DB189E-5E24-44C6-8FDE-BEBE8357FDB7}"/>
          </ac:spMkLst>
        </pc:spChg>
        <pc:spChg chg="mod">
          <ac:chgData name="鈴木 秀規" userId="f68c5fd9-22d5-4c0a-9833-7fb0f5135313" providerId="ADAL" clId="{9B0393DB-347A-4A9F-B4E7-8702A039FC28}" dt="2021-01-28T06:37:12.114" v="1143" actId="20577"/>
          <ac:spMkLst>
            <pc:docMk/>
            <pc:sldMk cId="3553494220" sldId="396"/>
            <ac:spMk id="5" creationId="{190ECB88-5093-4F73-AA5D-C6BAE55C2600}"/>
          </ac:spMkLst>
        </pc:spChg>
      </pc:sldChg>
      <pc:sldChg chg="new del">
        <pc:chgData name="鈴木 秀規" userId="f68c5fd9-22d5-4c0a-9833-7fb0f5135313" providerId="ADAL" clId="{9B0393DB-347A-4A9F-B4E7-8702A039FC28}" dt="2021-01-28T06:37:49.917" v="1145" actId="2696"/>
        <pc:sldMkLst>
          <pc:docMk/>
          <pc:sldMk cId="1329269555" sldId="397"/>
        </pc:sldMkLst>
      </pc:sldChg>
    </pc:docChg>
  </pc:docChgLst>
  <pc:docChgLst>
    <pc:chgData name="鈴木 秀規" userId="f68c5fd9-22d5-4c0a-9833-7fb0f5135313" providerId="ADAL" clId="{31AF745B-ECEE-4C51-8828-E2A47B117181}"/>
    <pc:docChg chg="undo custSel addSld delSld modSld">
      <pc:chgData name="鈴木 秀規" userId="f68c5fd9-22d5-4c0a-9833-7fb0f5135313" providerId="ADAL" clId="{31AF745B-ECEE-4C51-8828-E2A47B117181}" dt="2021-01-26T06:43:26.060" v="923" actId="207"/>
      <pc:docMkLst>
        <pc:docMk/>
      </pc:docMkLst>
      <pc:sldChg chg="addSp delSp modSp mod chgLayout">
        <pc:chgData name="鈴木 秀規" userId="f68c5fd9-22d5-4c0a-9833-7fb0f5135313" providerId="ADAL" clId="{31AF745B-ECEE-4C51-8828-E2A47B117181}" dt="2021-01-26T05:27:18.174" v="2" actId="6264"/>
        <pc:sldMkLst>
          <pc:docMk/>
          <pc:sldMk cId="0" sldId="256"/>
        </pc:sldMkLst>
        <pc:spChg chg="add del mod">
          <ac:chgData name="鈴木 秀規" userId="f68c5fd9-22d5-4c0a-9833-7fb0f5135313" providerId="ADAL" clId="{31AF745B-ECEE-4C51-8828-E2A47B117181}" dt="2021-01-26T05:27:18.174" v="2" actId="6264"/>
          <ac:spMkLst>
            <pc:docMk/>
            <pc:sldMk cId="0" sldId="256"/>
            <ac:spMk id="2" creationId="{AAC1F4E5-4919-40F8-BC22-DB091A09B42E}"/>
          </ac:spMkLst>
        </pc:spChg>
        <pc:spChg chg="mod ord">
          <ac:chgData name="鈴木 秀規" userId="f68c5fd9-22d5-4c0a-9833-7fb0f5135313" providerId="ADAL" clId="{31AF745B-ECEE-4C51-8828-E2A47B117181}" dt="2021-01-26T05:27:18.174" v="2" actId="6264"/>
          <ac:spMkLst>
            <pc:docMk/>
            <pc:sldMk cId="0" sldId="256"/>
            <ac:spMk id="3" creationId="{1AF37D55-893C-40DE-8876-567A09F9C298}"/>
          </ac:spMkLst>
        </pc:spChg>
        <pc:spChg chg="add del mod">
          <ac:chgData name="鈴木 秀規" userId="f68c5fd9-22d5-4c0a-9833-7fb0f5135313" providerId="ADAL" clId="{31AF745B-ECEE-4C51-8828-E2A47B117181}" dt="2021-01-26T05:27:18.174" v="2" actId="6264"/>
          <ac:spMkLst>
            <pc:docMk/>
            <pc:sldMk cId="0" sldId="256"/>
            <ac:spMk id="4" creationId="{99B5B906-E3DE-4475-819B-52FC435D0AAC}"/>
          </ac:spMkLst>
        </pc:spChg>
        <pc:spChg chg="mod ord">
          <ac:chgData name="鈴木 秀規" userId="f68c5fd9-22d5-4c0a-9833-7fb0f5135313" providerId="ADAL" clId="{31AF745B-ECEE-4C51-8828-E2A47B117181}" dt="2021-01-26T05:27:18.174" v="2" actId="6264"/>
          <ac:spMkLst>
            <pc:docMk/>
            <pc:sldMk cId="0" sldId="256"/>
            <ac:spMk id="56" creationId="{00000000-0000-0000-0000-000000000000}"/>
          </ac:spMkLst>
        </pc:spChg>
      </pc:sldChg>
      <pc:sldChg chg="addSp delSp modSp mod chgLayout">
        <pc:chgData name="鈴木 秀規" userId="f68c5fd9-22d5-4c0a-9833-7fb0f5135313" providerId="ADAL" clId="{31AF745B-ECEE-4C51-8828-E2A47B117181}" dt="2021-01-26T05:29:25.821" v="38" actId="207"/>
        <pc:sldMkLst>
          <pc:docMk/>
          <pc:sldMk cId="1859091905" sldId="362"/>
        </pc:sldMkLst>
        <pc:spChg chg="add del mod">
          <ac:chgData name="鈴木 秀規" userId="f68c5fd9-22d5-4c0a-9833-7fb0f5135313" providerId="ADAL" clId="{31AF745B-ECEE-4C51-8828-E2A47B117181}" dt="2021-01-26T05:27:45.457" v="5" actId="6264"/>
          <ac:spMkLst>
            <pc:docMk/>
            <pc:sldMk cId="1859091905" sldId="362"/>
            <ac:spMk id="2" creationId="{81D45471-5359-43A1-BA9D-057F21388F8E}"/>
          </ac:spMkLst>
        </pc:spChg>
        <pc:spChg chg="add del mod">
          <ac:chgData name="鈴木 秀規" userId="f68c5fd9-22d5-4c0a-9833-7fb0f5135313" providerId="ADAL" clId="{31AF745B-ECEE-4C51-8828-E2A47B117181}" dt="2021-01-26T05:27:45.457" v="5" actId="6264"/>
          <ac:spMkLst>
            <pc:docMk/>
            <pc:sldMk cId="1859091905" sldId="362"/>
            <ac:spMk id="3" creationId="{E8C900C4-2969-4F59-8149-7EBB2AB18B87}"/>
          </ac:spMkLst>
        </pc:spChg>
        <pc:spChg chg="mod ord">
          <ac:chgData name="鈴木 秀規" userId="f68c5fd9-22d5-4c0a-9833-7fb0f5135313" providerId="ADAL" clId="{31AF745B-ECEE-4C51-8828-E2A47B117181}" dt="2021-01-26T05:27:45.457" v="5" actId="6264"/>
          <ac:spMkLst>
            <pc:docMk/>
            <pc:sldMk cId="1859091905" sldId="362"/>
            <ac:spMk id="4" creationId="{D6DC238B-EE56-4E60-9254-5D7461C2FECA}"/>
          </ac:spMkLst>
        </pc:spChg>
        <pc:spChg chg="mod ord">
          <ac:chgData name="鈴木 秀規" userId="f68c5fd9-22d5-4c0a-9833-7fb0f5135313" providerId="ADAL" clId="{31AF745B-ECEE-4C51-8828-E2A47B117181}" dt="2021-01-26T05:27:45.457" v="5" actId="6264"/>
          <ac:spMkLst>
            <pc:docMk/>
            <pc:sldMk cId="1859091905" sldId="362"/>
            <ac:spMk id="5" creationId="{CAF52E47-E0BD-4CE1-8C78-272007650A0D}"/>
          </ac:spMkLst>
        </pc:spChg>
        <pc:spChg chg="add del mod">
          <ac:chgData name="鈴木 秀規" userId="f68c5fd9-22d5-4c0a-9833-7fb0f5135313" providerId="ADAL" clId="{31AF745B-ECEE-4C51-8828-E2A47B117181}" dt="2021-01-26T05:27:45.457" v="5" actId="6264"/>
          <ac:spMkLst>
            <pc:docMk/>
            <pc:sldMk cId="1859091905" sldId="362"/>
            <ac:spMk id="6" creationId="{03F706AC-E67C-4FBC-B10E-E5C37DE6710B}"/>
          </ac:spMkLst>
        </pc:spChg>
        <pc:spChg chg="mod ord">
          <ac:chgData name="鈴木 秀規" userId="f68c5fd9-22d5-4c0a-9833-7fb0f5135313" providerId="ADAL" clId="{31AF745B-ECEE-4C51-8828-E2A47B117181}" dt="2021-01-26T05:27:45.457" v="5" actId="6264"/>
          <ac:spMkLst>
            <pc:docMk/>
            <pc:sldMk cId="1859091905" sldId="362"/>
            <ac:spMk id="7" creationId="{58177CF6-E256-4D88-B489-5F2EFF09AC4C}"/>
          </ac:spMkLst>
        </pc:spChg>
        <pc:spChg chg="mod ord">
          <ac:chgData name="鈴木 秀規" userId="f68c5fd9-22d5-4c0a-9833-7fb0f5135313" providerId="ADAL" clId="{31AF745B-ECEE-4C51-8828-E2A47B117181}" dt="2021-01-26T05:29:25.821" v="38" actId="207"/>
          <ac:spMkLst>
            <pc:docMk/>
            <pc:sldMk cId="1859091905" sldId="362"/>
            <ac:spMk id="8" creationId="{C57C43D1-E1C5-418D-A114-931FDA96CE3D}"/>
          </ac:spMkLst>
        </pc:spChg>
        <pc:spChg chg="add del mod">
          <ac:chgData name="鈴木 秀規" userId="f68c5fd9-22d5-4c0a-9833-7fb0f5135313" providerId="ADAL" clId="{31AF745B-ECEE-4C51-8828-E2A47B117181}" dt="2021-01-26T05:27:45.457" v="5" actId="6264"/>
          <ac:spMkLst>
            <pc:docMk/>
            <pc:sldMk cId="1859091905" sldId="362"/>
            <ac:spMk id="11" creationId="{1CA23A0F-2EC6-48D9-BA9D-147A13C1712E}"/>
          </ac:spMkLst>
        </pc:spChg>
        <pc:picChg chg="del">
          <ac:chgData name="鈴木 秀規" userId="f68c5fd9-22d5-4c0a-9833-7fb0f5135313" providerId="ADAL" clId="{31AF745B-ECEE-4C51-8828-E2A47B117181}" dt="2021-01-26T05:27:43.713" v="4" actId="478"/>
          <ac:picMkLst>
            <pc:docMk/>
            <pc:sldMk cId="1859091905" sldId="362"/>
            <ac:picMk id="9" creationId="{BA5D05B1-6F0D-4655-AFC1-495F71BCF81C}"/>
          </ac:picMkLst>
        </pc:picChg>
        <pc:picChg chg="del">
          <ac:chgData name="鈴木 秀規" userId="f68c5fd9-22d5-4c0a-9833-7fb0f5135313" providerId="ADAL" clId="{31AF745B-ECEE-4C51-8828-E2A47B117181}" dt="2021-01-26T05:27:43.713" v="4" actId="478"/>
          <ac:picMkLst>
            <pc:docMk/>
            <pc:sldMk cId="1859091905" sldId="362"/>
            <ac:picMk id="10" creationId="{899D8770-B1F7-436F-BE7F-0F92A7770FDF}"/>
          </ac:picMkLst>
        </pc:picChg>
      </pc:sldChg>
      <pc:sldChg chg="del">
        <pc:chgData name="鈴木 秀規" userId="f68c5fd9-22d5-4c0a-9833-7fb0f5135313" providerId="ADAL" clId="{31AF745B-ECEE-4C51-8828-E2A47B117181}" dt="2021-01-26T05:29:36.440" v="39" actId="2696"/>
        <pc:sldMkLst>
          <pc:docMk/>
          <pc:sldMk cId="2364365537" sldId="363"/>
        </pc:sldMkLst>
      </pc:sldChg>
      <pc:sldChg chg="addSp delSp modSp add mod">
        <pc:chgData name="鈴木 秀規" userId="f68c5fd9-22d5-4c0a-9833-7fb0f5135313" providerId="ADAL" clId="{31AF745B-ECEE-4C51-8828-E2A47B117181}" dt="2021-01-26T06:02:00.797" v="427" actId="207"/>
        <pc:sldMkLst>
          <pc:docMk/>
          <pc:sldMk cId="3069677134" sldId="363"/>
        </pc:sldMkLst>
        <pc:spChg chg="add mod">
          <ac:chgData name="鈴木 秀規" userId="f68c5fd9-22d5-4c0a-9833-7fb0f5135313" providerId="ADAL" clId="{31AF745B-ECEE-4C51-8828-E2A47B117181}" dt="2021-01-26T06:02:00.797" v="427" actId="207"/>
          <ac:spMkLst>
            <pc:docMk/>
            <pc:sldMk cId="3069677134" sldId="363"/>
            <ac:spMk id="6" creationId="{38BD198A-45C5-4FAA-840E-91F5B04F0190}"/>
          </ac:spMkLst>
        </pc:spChg>
        <pc:spChg chg="mod">
          <ac:chgData name="鈴木 秀規" userId="f68c5fd9-22d5-4c0a-9833-7fb0f5135313" providerId="ADAL" clId="{31AF745B-ECEE-4C51-8828-E2A47B117181}" dt="2021-01-26T05:29:51.710" v="42"/>
          <ac:spMkLst>
            <pc:docMk/>
            <pc:sldMk cId="3069677134" sldId="363"/>
            <ac:spMk id="7" creationId="{58177CF6-E256-4D88-B489-5F2EFF09AC4C}"/>
          </ac:spMkLst>
        </pc:spChg>
        <pc:spChg chg="mod">
          <ac:chgData name="鈴木 秀規" userId="f68c5fd9-22d5-4c0a-9833-7fb0f5135313" providerId="ADAL" clId="{31AF745B-ECEE-4C51-8828-E2A47B117181}" dt="2021-01-26T05:30:17.469" v="49" actId="14100"/>
          <ac:spMkLst>
            <pc:docMk/>
            <pc:sldMk cId="3069677134" sldId="363"/>
            <ac:spMk id="8" creationId="{C57C43D1-E1C5-418D-A114-931FDA96CE3D}"/>
          </ac:spMkLst>
        </pc:spChg>
        <pc:spChg chg="add mod">
          <ac:chgData name="鈴木 秀規" userId="f68c5fd9-22d5-4c0a-9833-7fb0f5135313" providerId="ADAL" clId="{31AF745B-ECEE-4C51-8828-E2A47B117181}" dt="2021-01-26T06:02:00.797" v="427" actId="207"/>
          <ac:spMkLst>
            <pc:docMk/>
            <pc:sldMk cId="3069677134" sldId="363"/>
            <ac:spMk id="9" creationId="{D2E307B1-7723-43FC-8836-0FD381C2C92D}"/>
          </ac:spMkLst>
        </pc:spChg>
        <pc:spChg chg="add mod ord">
          <ac:chgData name="鈴木 秀規" userId="f68c5fd9-22d5-4c0a-9833-7fb0f5135313" providerId="ADAL" clId="{31AF745B-ECEE-4C51-8828-E2A47B117181}" dt="2021-01-26T05:31:38.336" v="65" actId="164"/>
          <ac:spMkLst>
            <pc:docMk/>
            <pc:sldMk cId="3069677134" sldId="363"/>
            <ac:spMk id="10" creationId="{58889299-DE75-4976-B40D-11F3B12ED1C8}"/>
          </ac:spMkLst>
        </pc:spChg>
        <pc:spChg chg="add mod">
          <ac:chgData name="鈴木 秀規" userId="f68c5fd9-22d5-4c0a-9833-7fb0f5135313" providerId="ADAL" clId="{31AF745B-ECEE-4C51-8828-E2A47B117181}" dt="2021-01-26T05:32:41.392" v="102" actId="122"/>
          <ac:spMkLst>
            <pc:docMk/>
            <pc:sldMk cId="3069677134" sldId="363"/>
            <ac:spMk id="13" creationId="{CC9A591B-F0AA-49CF-82A7-C15FC2982F5C}"/>
          </ac:spMkLst>
        </pc:spChg>
        <pc:spChg chg="add mod">
          <ac:chgData name="鈴木 秀規" userId="f68c5fd9-22d5-4c0a-9833-7fb0f5135313" providerId="ADAL" clId="{31AF745B-ECEE-4C51-8828-E2A47B117181}" dt="2021-01-26T05:32:41.392" v="102" actId="122"/>
          <ac:spMkLst>
            <pc:docMk/>
            <pc:sldMk cId="3069677134" sldId="363"/>
            <ac:spMk id="14" creationId="{30693ED5-8BD0-4764-BF66-1563C369FD82}"/>
          </ac:spMkLst>
        </pc:spChg>
        <pc:spChg chg="add mod">
          <ac:chgData name="鈴木 秀規" userId="f68c5fd9-22d5-4c0a-9833-7fb0f5135313" providerId="ADAL" clId="{31AF745B-ECEE-4C51-8828-E2A47B117181}" dt="2021-01-26T05:33:00.042" v="130" actId="20577"/>
          <ac:spMkLst>
            <pc:docMk/>
            <pc:sldMk cId="3069677134" sldId="363"/>
            <ac:spMk id="15" creationId="{E8764635-AC6A-4789-B1B6-76C4A2E21CA0}"/>
          </ac:spMkLst>
        </pc:spChg>
        <pc:spChg chg="add mod">
          <ac:chgData name="鈴木 秀規" userId="f68c5fd9-22d5-4c0a-9833-7fb0f5135313" providerId="ADAL" clId="{31AF745B-ECEE-4C51-8828-E2A47B117181}" dt="2021-01-26T05:34:04.688" v="144" actId="207"/>
          <ac:spMkLst>
            <pc:docMk/>
            <pc:sldMk cId="3069677134" sldId="363"/>
            <ac:spMk id="16" creationId="{3428C0D5-6ABA-4E8C-86D6-3E0DA01FD8B3}"/>
          </ac:spMkLst>
        </pc:spChg>
        <pc:spChg chg="add mod">
          <ac:chgData name="鈴木 秀規" userId="f68c5fd9-22d5-4c0a-9833-7fb0f5135313" providerId="ADAL" clId="{31AF745B-ECEE-4C51-8828-E2A47B117181}" dt="2021-01-26T05:34:04.688" v="144" actId="207"/>
          <ac:spMkLst>
            <pc:docMk/>
            <pc:sldMk cId="3069677134" sldId="363"/>
            <ac:spMk id="17" creationId="{04420666-7F7C-4D8D-A79D-FA917CF5CA9C}"/>
          </ac:spMkLst>
        </pc:spChg>
        <pc:spChg chg="add mod">
          <ac:chgData name="鈴木 秀規" userId="f68c5fd9-22d5-4c0a-9833-7fb0f5135313" providerId="ADAL" clId="{31AF745B-ECEE-4C51-8828-E2A47B117181}" dt="2021-01-26T05:34:04.688" v="144" actId="207"/>
          <ac:spMkLst>
            <pc:docMk/>
            <pc:sldMk cId="3069677134" sldId="363"/>
            <ac:spMk id="18" creationId="{4D78CBCE-AC2A-4063-B0FB-4EB18C3B7078}"/>
          </ac:spMkLst>
        </pc:spChg>
        <pc:spChg chg="add mod">
          <ac:chgData name="鈴木 秀規" userId="f68c5fd9-22d5-4c0a-9833-7fb0f5135313" providerId="ADAL" clId="{31AF745B-ECEE-4C51-8828-E2A47B117181}" dt="2021-01-26T05:35:36.609" v="147" actId="208"/>
          <ac:spMkLst>
            <pc:docMk/>
            <pc:sldMk cId="3069677134" sldId="363"/>
            <ac:spMk id="19" creationId="{83B1D786-7A83-47F7-869E-20FB625672DD}"/>
          </ac:spMkLst>
        </pc:spChg>
        <pc:spChg chg="add mod">
          <ac:chgData name="鈴木 秀規" userId="f68c5fd9-22d5-4c0a-9833-7fb0f5135313" providerId="ADAL" clId="{31AF745B-ECEE-4C51-8828-E2A47B117181}" dt="2021-01-26T05:35:36.609" v="147" actId="208"/>
          <ac:spMkLst>
            <pc:docMk/>
            <pc:sldMk cId="3069677134" sldId="363"/>
            <ac:spMk id="20" creationId="{D8B38DF2-D9DD-4078-9912-0C892AE020A4}"/>
          </ac:spMkLst>
        </pc:spChg>
        <pc:spChg chg="add mod">
          <ac:chgData name="鈴木 秀規" userId="f68c5fd9-22d5-4c0a-9833-7fb0f5135313" providerId="ADAL" clId="{31AF745B-ECEE-4C51-8828-E2A47B117181}" dt="2021-01-26T05:35:36.609" v="147" actId="208"/>
          <ac:spMkLst>
            <pc:docMk/>
            <pc:sldMk cId="3069677134" sldId="363"/>
            <ac:spMk id="21" creationId="{EA4F305F-B6E2-40BE-AC86-52FFA99EFB3C}"/>
          </ac:spMkLst>
        </pc:spChg>
        <pc:spChg chg="add mod">
          <ac:chgData name="鈴木 秀規" userId="f68c5fd9-22d5-4c0a-9833-7fb0f5135313" providerId="ADAL" clId="{31AF745B-ECEE-4C51-8828-E2A47B117181}" dt="2021-01-26T05:35:36.609" v="147" actId="208"/>
          <ac:spMkLst>
            <pc:docMk/>
            <pc:sldMk cId="3069677134" sldId="363"/>
            <ac:spMk id="22" creationId="{0CD52328-B3FC-4632-85D5-EE521EC8DE29}"/>
          </ac:spMkLst>
        </pc:spChg>
        <pc:spChg chg="add mod">
          <ac:chgData name="鈴木 秀規" userId="f68c5fd9-22d5-4c0a-9833-7fb0f5135313" providerId="ADAL" clId="{31AF745B-ECEE-4C51-8828-E2A47B117181}" dt="2021-01-26T05:35:36.609" v="147" actId="208"/>
          <ac:spMkLst>
            <pc:docMk/>
            <pc:sldMk cId="3069677134" sldId="363"/>
            <ac:spMk id="23" creationId="{3303D6ED-CBB3-4BA1-9F51-AA71707D9F8F}"/>
          </ac:spMkLst>
        </pc:spChg>
        <pc:grpChg chg="add mod">
          <ac:chgData name="鈴木 秀規" userId="f68c5fd9-22d5-4c0a-9833-7fb0f5135313" providerId="ADAL" clId="{31AF745B-ECEE-4C51-8828-E2A47B117181}" dt="2021-01-26T05:32:46.794" v="103" actId="1076"/>
          <ac:grpSpMkLst>
            <pc:docMk/>
            <pc:sldMk cId="3069677134" sldId="363"/>
            <ac:grpSpMk id="12" creationId="{045A9BF9-4DCC-4D05-ABAC-B81EA2A3B824}"/>
          </ac:grpSpMkLst>
        </pc:grpChg>
        <pc:picChg chg="add mod">
          <ac:chgData name="鈴木 秀規" userId="f68c5fd9-22d5-4c0a-9833-7fb0f5135313" providerId="ADAL" clId="{31AF745B-ECEE-4C51-8828-E2A47B117181}" dt="2021-01-26T05:31:38.336" v="65" actId="164"/>
          <ac:picMkLst>
            <pc:docMk/>
            <pc:sldMk cId="3069677134" sldId="363"/>
            <ac:picMk id="3" creationId="{3FA39F5F-8AAB-42FB-BCE4-E2F2F280C031}"/>
          </ac:picMkLst>
        </pc:picChg>
        <pc:picChg chg="add del mod">
          <ac:chgData name="鈴木 秀規" userId="f68c5fd9-22d5-4c0a-9833-7fb0f5135313" providerId="ADAL" clId="{31AF745B-ECEE-4C51-8828-E2A47B117181}" dt="2021-01-26T05:30:54.281" v="55" actId="478"/>
          <ac:picMkLst>
            <pc:docMk/>
            <pc:sldMk cId="3069677134" sldId="363"/>
            <ac:picMk id="11" creationId="{743A604D-2762-43E7-B3F5-E40759F0A3EA}"/>
          </ac:picMkLst>
        </pc:picChg>
      </pc:sldChg>
      <pc:sldChg chg="addSp modSp new mod">
        <pc:chgData name="鈴木 秀規" userId="f68c5fd9-22d5-4c0a-9833-7fb0f5135313" providerId="ADAL" clId="{31AF745B-ECEE-4C51-8828-E2A47B117181}" dt="2021-01-26T05:38:26.733" v="163" actId="14100"/>
        <pc:sldMkLst>
          <pc:docMk/>
          <pc:sldMk cId="2175104273" sldId="364"/>
        </pc:sldMkLst>
        <pc:spChg chg="mod">
          <ac:chgData name="鈴木 秀規" userId="f68c5fd9-22d5-4c0a-9833-7fb0f5135313" providerId="ADAL" clId="{31AF745B-ECEE-4C51-8828-E2A47B117181}" dt="2021-01-26T05:37:30.386" v="149"/>
          <ac:spMkLst>
            <pc:docMk/>
            <pc:sldMk cId="2175104273" sldId="364"/>
            <ac:spMk id="3" creationId="{68A200FD-AC57-4315-913B-56C0E750E146}"/>
          </ac:spMkLst>
        </pc:spChg>
        <pc:spChg chg="mod">
          <ac:chgData name="鈴木 秀規" userId="f68c5fd9-22d5-4c0a-9833-7fb0f5135313" providerId="ADAL" clId="{31AF745B-ECEE-4C51-8828-E2A47B117181}" dt="2021-01-26T05:38:26.733" v="163" actId="14100"/>
          <ac:spMkLst>
            <pc:docMk/>
            <pc:sldMk cId="2175104273" sldId="364"/>
            <ac:spMk id="5" creationId="{63039A32-9C71-4288-8DAD-C20E447795E0}"/>
          </ac:spMkLst>
        </pc:spChg>
        <pc:picChg chg="add mod">
          <ac:chgData name="鈴木 秀規" userId="f68c5fd9-22d5-4c0a-9833-7fb0f5135313" providerId="ADAL" clId="{31AF745B-ECEE-4C51-8828-E2A47B117181}" dt="2021-01-26T05:37:55.190" v="156" actId="1076"/>
          <ac:picMkLst>
            <pc:docMk/>
            <pc:sldMk cId="2175104273" sldId="364"/>
            <ac:picMk id="6" creationId="{48526432-448A-4B53-AA05-85009A3CA012}"/>
          </ac:picMkLst>
        </pc:picChg>
      </pc:sldChg>
      <pc:sldChg chg="del">
        <pc:chgData name="鈴木 秀規" userId="f68c5fd9-22d5-4c0a-9833-7fb0f5135313" providerId="ADAL" clId="{31AF745B-ECEE-4C51-8828-E2A47B117181}" dt="2021-01-26T05:29:36.440" v="39" actId="2696"/>
        <pc:sldMkLst>
          <pc:docMk/>
          <pc:sldMk cId="2741627324" sldId="364"/>
        </pc:sldMkLst>
      </pc:sldChg>
      <pc:sldChg chg="addSp modSp new mod">
        <pc:chgData name="鈴木 秀規" userId="f68c5fd9-22d5-4c0a-9833-7fb0f5135313" providerId="ADAL" clId="{31AF745B-ECEE-4C51-8828-E2A47B117181}" dt="2021-01-26T05:40:04.254" v="180" actId="207"/>
        <pc:sldMkLst>
          <pc:docMk/>
          <pc:sldMk cId="1672930496" sldId="365"/>
        </pc:sldMkLst>
        <pc:spChg chg="mod">
          <ac:chgData name="鈴木 秀規" userId="f68c5fd9-22d5-4c0a-9833-7fb0f5135313" providerId="ADAL" clId="{31AF745B-ECEE-4C51-8828-E2A47B117181}" dt="2021-01-26T05:39:10.166" v="165"/>
          <ac:spMkLst>
            <pc:docMk/>
            <pc:sldMk cId="1672930496" sldId="365"/>
            <ac:spMk id="3" creationId="{FC03AFB9-CD6E-4994-8138-120931D53538}"/>
          </ac:spMkLst>
        </pc:spChg>
        <pc:spChg chg="mod">
          <ac:chgData name="鈴木 秀規" userId="f68c5fd9-22d5-4c0a-9833-7fb0f5135313" providerId="ADAL" clId="{31AF745B-ECEE-4C51-8828-E2A47B117181}" dt="2021-01-26T05:40:04.254" v="180" actId="207"/>
          <ac:spMkLst>
            <pc:docMk/>
            <pc:sldMk cId="1672930496" sldId="365"/>
            <ac:spMk id="5" creationId="{EC4F853D-C579-41B5-814B-5663927E9ACA}"/>
          </ac:spMkLst>
        </pc:spChg>
        <pc:picChg chg="add mod">
          <ac:chgData name="鈴木 秀規" userId="f68c5fd9-22d5-4c0a-9833-7fb0f5135313" providerId="ADAL" clId="{31AF745B-ECEE-4C51-8828-E2A47B117181}" dt="2021-01-26T05:39:36.638" v="172" actId="1076"/>
          <ac:picMkLst>
            <pc:docMk/>
            <pc:sldMk cId="1672930496" sldId="365"/>
            <ac:picMk id="6" creationId="{5927628E-87B8-45C1-8363-06C30D78DA31}"/>
          </ac:picMkLst>
        </pc:picChg>
      </pc:sldChg>
      <pc:sldChg chg="del">
        <pc:chgData name="鈴木 秀規" userId="f68c5fd9-22d5-4c0a-9833-7fb0f5135313" providerId="ADAL" clId="{31AF745B-ECEE-4C51-8828-E2A47B117181}" dt="2021-01-26T05:29:36.440" v="39" actId="2696"/>
        <pc:sldMkLst>
          <pc:docMk/>
          <pc:sldMk cId="2463410247" sldId="365"/>
        </pc:sldMkLst>
      </pc:sldChg>
      <pc:sldChg chg="del">
        <pc:chgData name="鈴木 秀規" userId="f68c5fd9-22d5-4c0a-9833-7fb0f5135313" providerId="ADAL" clId="{31AF745B-ECEE-4C51-8828-E2A47B117181}" dt="2021-01-26T05:29:36.440" v="39" actId="2696"/>
        <pc:sldMkLst>
          <pc:docMk/>
          <pc:sldMk cId="2468282938" sldId="366"/>
        </pc:sldMkLst>
      </pc:sldChg>
      <pc:sldChg chg="addSp modSp new mod">
        <pc:chgData name="鈴木 秀規" userId="f68c5fd9-22d5-4c0a-9833-7fb0f5135313" providerId="ADAL" clId="{31AF745B-ECEE-4C51-8828-E2A47B117181}" dt="2021-01-26T05:41:35.974" v="195" actId="207"/>
        <pc:sldMkLst>
          <pc:docMk/>
          <pc:sldMk cId="3813337944" sldId="366"/>
        </pc:sldMkLst>
        <pc:spChg chg="mod">
          <ac:chgData name="鈴木 秀規" userId="f68c5fd9-22d5-4c0a-9833-7fb0f5135313" providerId="ADAL" clId="{31AF745B-ECEE-4C51-8828-E2A47B117181}" dt="2021-01-26T05:40:51.193" v="182"/>
          <ac:spMkLst>
            <pc:docMk/>
            <pc:sldMk cId="3813337944" sldId="366"/>
            <ac:spMk id="3" creationId="{6E45B32F-995B-4AB3-B186-3FFD8D07DCEE}"/>
          </ac:spMkLst>
        </pc:spChg>
        <pc:spChg chg="mod">
          <ac:chgData name="鈴木 秀規" userId="f68c5fd9-22d5-4c0a-9833-7fb0f5135313" providerId="ADAL" clId="{31AF745B-ECEE-4C51-8828-E2A47B117181}" dt="2021-01-26T05:41:35.974" v="195" actId="207"/>
          <ac:spMkLst>
            <pc:docMk/>
            <pc:sldMk cId="3813337944" sldId="366"/>
            <ac:spMk id="5" creationId="{2BB3DC36-EADC-458F-8869-24DE6ADB9A03}"/>
          </ac:spMkLst>
        </pc:spChg>
        <pc:picChg chg="add mod">
          <ac:chgData name="鈴木 秀規" userId="f68c5fd9-22d5-4c0a-9833-7fb0f5135313" providerId="ADAL" clId="{31AF745B-ECEE-4C51-8828-E2A47B117181}" dt="2021-01-26T05:41:23.377" v="193" actId="1035"/>
          <ac:picMkLst>
            <pc:docMk/>
            <pc:sldMk cId="3813337944" sldId="366"/>
            <ac:picMk id="6" creationId="{3B1C6911-2005-4619-B980-DCA4DECDC8ED}"/>
          </ac:picMkLst>
        </pc:picChg>
      </pc:sldChg>
      <pc:sldChg chg="addSp modSp new mod">
        <pc:chgData name="鈴木 秀規" userId="f68c5fd9-22d5-4c0a-9833-7fb0f5135313" providerId="ADAL" clId="{31AF745B-ECEE-4C51-8828-E2A47B117181}" dt="2021-01-26T05:44:37.466" v="237" actId="14100"/>
        <pc:sldMkLst>
          <pc:docMk/>
          <pc:sldMk cId="926421663" sldId="367"/>
        </pc:sldMkLst>
        <pc:spChg chg="mod">
          <ac:chgData name="鈴木 秀規" userId="f68c5fd9-22d5-4c0a-9833-7fb0f5135313" providerId="ADAL" clId="{31AF745B-ECEE-4C51-8828-E2A47B117181}" dt="2021-01-26T05:42:14.150" v="197"/>
          <ac:spMkLst>
            <pc:docMk/>
            <pc:sldMk cId="926421663" sldId="367"/>
            <ac:spMk id="3" creationId="{02EA919B-5C95-4C18-8CFF-A5ACA4DB182E}"/>
          </ac:spMkLst>
        </pc:spChg>
        <pc:spChg chg="mod">
          <ac:chgData name="鈴木 秀規" userId="f68c5fd9-22d5-4c0a-9833-7fb0f5135313" providerId="ADAL" clId="{31AF745B-ECEE-4C51-8828-E2A47B117181}" dt="2021-01-26T05:42:41.558" v="202" actId="207"/>
          <ac:spMkLst>
            <pc:docMk/>
            <pc:sldMk cId="926421663" sldId="367"/>
            <ac:spMk id="5" creationId="{48BF89F5-B1F6-4732-A48D-5FDDE3A0E801}"/>
          </ac:spMkLst>
        </pc:spChg>
        <pc:spChg chg="add mod">
          <ac:chgData name="鈴木 秀規" userId="f68c5fd9-22d5-4c0a-9833-7fb0f5135313" providerId="ADAL" clId="{31AF745B-ECEE-4C51-8828-E2A47B117181}" dt="2021-01-26T05:43:15.354" v="216" actId="14100"/>
          <ac:spMkLst>
            <pc:docMk/>
            <pc:sldMk cId="926421663" sldId="367"/>
            <ac:spMk id="7" creationId="{5D20DD92-21EA-420F-8DAC-3DC8CF59A2C1}"/>
          </ac:spMkLst>
        </pc:spChg>
        <pc:spChg chg="add mod">
          <ac:chgData name="鈴木 秀規" userId="f68c5fd9-22d5-4c0a-9833-7fb0f5135313" providerId="ADAL" clId="{31AF745B-ECEE-4C51-8828-E2A47B117181}" dt="2021-01-26T05:43:25.979" v="220" actId="1076"/>
          <ac:spMkLst>
            <pc:docMk/>
            <pc:sldMk cId="926421663" sldId="367"/>
            <ac:spMk id="8" creationId="{855DD384-E575-4E59-8B92-CF01F5F2C561}"/>
          </ac:spMkLst>
        </pc:spChg>
        <pc:spChg chg="add mod">
          <ac:chgData name="鈴木 秀規" userId="f68c5fd9-22d5-4c0a-9833-7fb0f5135313" providerId="ADAL" clId="{31AF745B-ECEE-4C51-8828-E2A47B117181}" dt="2021-01-26T05:43:49.504" v="230" actId="1076"/>
          <ac:spMkLst>
            <pc:docMk/>
            <pc:sldMk cId="926421663" sldId="367"/>
            <ac:spMk id="9" creationId="{1EDBCA61-2D5E-4A4B-B9C3-159F9F0E76D9}"/>
          </ac:spMkLst>
        </pc:spChg>
        <pc:picChg chg="add mod">
          <ac:chgData name="鈴木 秀規" userId="f68c5fd9-22d5-4c0a-9833-7fb0f5135313" providerId="ADAL" clId="{31AF745B-ECEE-4C51-8828-E2A47B117181}" dt="2021-01-26T05:43:20.219" v="219" actId="1076"/>
          <ac:picMkLst>
            <pc:docMk/>
            <pc:sldMk cId="926421663" sldId="367"/>
            <ac:picMk id="6" creationId="{846C54FA-5739-48C7-AB21-730876D36E88}"/>
          </ac:picMkLst>
        </pc:picChg>
        <pc:cxnChg chg="add mod">
          <ac:chgData name="鈴木 秀規" userId="f68c5fd9-22d5-4c0a-9833-7fb0f5135313" providerId="ADAL" clId="{31AF745B-ECEE-4C51-8828-E2A47B117181}" dt="2021-01-26T05:44:28.770" v="233" actId="14100"/>
          <ac:cxnSpMkLst>
            <pc:docMk/>
            <pc:sldMk cId="926421663" sldId="367"/>
            <ac:cxnSpMk id="10" creationId="{91194AC1-584D-4C3A-B077-94C5154B4399}"/>
          </ac:cxnSpMkLst>
        </pc:cxnChg>
        <pc:cxnChg chg="add mod">
          <ac:chgData name="鈴木 秀規" userId="f68c5fd9-22d5-4c0a-9833-7fb0f5135313" providerId="ADAL" clId="{31AF745B-ECEE-4C51-8828-E2A47B117181}" dt="2021-01-26T05:44:37.466" v="237" actId="14100"/>
          <ac:cxnSpMkLst>
            <pc:docMk/>
            <pc:sldMk cId="926421663" sldId="367"/>
            <ac:cxnSpMk id="13" creationId="{40C146C6-A279-40A2-8FFC-CDF438AD8EC6}"/>
          </ac:cxnSpMkLst>
        </pc:cxnChg>
      </pc:sldChg>
      <pc:sldChg chg="addSp modSp new mod">
        <pc:chgData name="鈴木 秀規" userId="f68c5fd9-22d5-4c0a-9833-7fb0f5135313" providerId="ADAL" clId="{31AF745B-ECEE-4C51-8828-E2A47B117181}" dt="2021-01-26T05:48:56.625" v="261" actId="207"/>
        <pc:sldMkLst>
          <pc:docMk/>
          <pc:sldMk cId="1591258520" sldId="368"/>
        </pc:sldMkLst>
        <pc:spChg chg="mod">
          <ac:chgData name="鈴木 秀規" userId="f68c5fd9-22d5-4c0a-9833-7fb0f5135313" providerId="ADAL" clId="{31AF745B-ECEE-4C51-8828-E2A47B117181}" dt="2021-01-26T05:47:07.331" v="239"/>
          <ac:spMkLst>
            <pc:docMk/>
            <pc:sldMk cId="1591258520" sldId="368"/>
            <ac:spMk id="3" creationId="{F596BC9A-A7A4-4BAC-8F7B-8472A7B4F315}"/>
          </ac:spMkLst>
        </pc:spChg>
        <pc:spChg chg="mod">
          <ac:chgData name="鈴木 秀規" userId="f68c5fd9-22d5-4c0a-9833-7fb0f5135313" providerId="ADAL" clId="{31AF745B-ECEE-4C51-8828-E2A47B117181}" dt="2021-01-26T05:47:27.657" v="243" actId="14100"/>
          <ac:spMkLst>
            <pc:docMk/>
            <pc:sldMk cId="1591258520" sldId="368"/>
            <ac:spMk id="5" creationId="{D8171BAF-394E-4801-BF60-705D3F952BF7}"/>
          </ac:spMkLst>
        </pc:spChg>
        <pc:spChg chg="add mod">
          <ac:chgData name="鈴木 秀規" userId="f68c5fd9-22d5-4c0a-9833-7fb0f5135313" providerId="ADAL" clId="{31AF745B-ECEE-4C51-8828-E2A47B117181}" dt="2021-01-26T05:48:56.625" v="261" actId="207"/>
          <ac:spMkLst>
            <pc:docMk/>
            <pc:sldMk cId="1591258520" sldId="368"/>
            <ac:spMk id="6" creationId="{E9940D2C-EA16-4D24-8B58-85831276F97C}"/>
          </ac:spMkLst>
        </pc:spChg>
        <pc:spChg chg="add mod">
          <ac:chgData name="鈴木 秀規" userId="f68c5fd9-22d5-4c0a-9833-7fb0f5135313" providerId="ADAL" clId="{31AF745B-ECEE-4C51-8828-E2A47B117181}" dt="2021-01-26T05:48:42.364" v="259" actId="20577"/>
          <ac:spMkLst>
            <pc:docMk/>
            <pc:sldMk cId="1591258520" sldId="368"/>
            <ac:spMk id="7" creationId="{127814C8-398F-4FB0-8BFD-8CA89A09E47F}"/>
          </ac:spMkLst>
        </pc:spChg>
      </pc:sldChg>
      <pc:sldChg chg="addSp modSp new mod">
        <pc:chgData name="鈴木 秀規" userId="f68c5fd9-22d5-4c0a-9833-7fb0f5135313" providerId="ADAL" clId="{31AF745B-ECEE-4C51-8828-E2A47B117181}" dt="2021-01-26T05:51:06.501" v="286" actId="207"/>
        <pc:sldMkLst>
          <pc:docMk/>
          <pc:sldMk cId="4005864456" sldId="369"/>
        </pc:sldMkLst>
        <pc:spChg chg="mod">
          <ac:chgData name="鈴木 秀規" userId="f68c5fd9-22d5-4c0a-9833-7fb0f5135313" providerId="ADAL" clId="{31AF745B-ECEE-4C51-8828-E2A47B117181}" dt="2021-01-26T05:49:24.071" v="263"/>
          <ac:spMkLst>
            <pc:docMk/>
            <pc:sldMk cId="4005864456" sldId="369"/>
            <ac:spMk id="3" creationId="{82651AF8-825E-488C-97AE-6777181F4848}"/>
          </ac:spMkLst>
        </pc:spChg>
        <pc:spChg chg="mod">
          <ac:chgData name="鈴木 秀規" userId="f68c5fd9-22d5-4c0a-9833-7fb0f5135313" providerId="ADAL" clId="{31AF745B-ECEE-4C51-8828-E2A47B117181}" dt="2021-01-26T05:49:39.474" v="269" actId="14100"/>
          <ac:spMkLst>
            <pc:docMk/>
            <pc:sldMk cId="4005864456" sldId="369"/>
            <ac:spMk id="5" creationId="{64D92467-3673-4ABC-81DF-B7F0E6026917}"/>
          </ac:spMkLst>
        </pc:spChg>
        <pc:spChg chg="add mod">
          <ac:chgData name="鈴木 秀規" userId="f68c5fd9-22d5-4c0a-9833-7fb0f5135313" providerId="ADAL" clId="{31AF745B-ECEE-4C51-8828-E2A47B117181}" dt="2021-01-26T05:50:13.238" v="275" actId="207"/>
          <ac:spMkLst>
            <pc:docMk/>
            <pc:sldMk cId="4005864456" sldId="369"/>
            <ac:spMk id="6" creationId="{42227182-5641-490B-87D8-0F9C7746E19F}"/>
          </ac:spMkLst>
        </pc:spChg>
        <pc:spChg chg="add mod">
          <ac:chgData name="鈴木 秀規" userId="f68c5fd9-22d5-4c0a-9833-7fb0f5135313" providerId="ADAL" clId="{31AF745B-ECEE-4C51-8828-E2A47B117181}" dt="2021-01-26T05:51:06.501" v="286" actId="207"/>
          <ac:spMkLst>
            <pc:docMk/>
            <pc:sldMk cId="4005864456" sldId="369"/>
            <ac:spMk id="7" creationId="{F7D6E1F9-5D75-44E5-88A9-E91D05C29E75}"/>
          </ac:spMkLst>
        </pc:spChg>
      </pc:sldChg>
      <pc:sldChg chg="addSp modSp new mod">
        <pc:chgData name="鈴木 秀規" userId="f68c5fd9-22d5-4c0a-9833-7fb0f5135313" providerId="ADAL" clId="{31AF745B-ECEE-4C51-8828-E2A47B117181}" dt="2021-01-26T05:53:27.759" v="315" actId="14100"/>
        <pc:sldMkLst>
          <pc:docMk/>
          <pc:sldMk cId="1111639589" sldId="370"/>
        </pc:sldMkLst>
        <pc:spChg chg="mod">
          <ac:chgData name="鈴木 秀規" userId="f68c5fd9-22d5-4c0a-9833-7fb0f5135313" providerId="ADAL" clId="{31AF745B-ECEE-4C51-8828-E2A47B117181}" dt="2021-01-26T05:51:35.742" v="288"/>
          <ac:spMkLst>
            <pc:docMk/>
            <pc:sldMk cId="1111639589" sldId="370"/>
            <ac:spMk id="3" creationId="{A1BBB616-58A6-4DCF-9488-D83FF45930DE}"/>
          </ac:spMkLst>
        </pc:spChg>
        <pc:spChg chg="mod">
          <ac:chgData name="鈴木 秀規" userId="f68c5fd9-22d5-4c0a-9833-7fb0f5135313" providerId="ADAL" clId="{31AF745B-ECEE-4C51-8828-E2A47B117181}" dt="2021-01-26T05:51:55.047" v="292" actId="14100"/>
          <ac:spMkLst>
            <pc:docMk/>
            <pc:sldMk cId="1111639589" sldId="370"/>
            <ac:spMk id="5" creationId="{8A8A797E-89B7-4BD7-88FA-D35416C08F53}"/>
          </ac:spMkLst>
        </pc:spChg>
        <pc:spChg chg="add mod">
          <ac:chgData name="鈴木 秀規" userId="f68c5fd9-22d5-4c0a-9833-7fb0f5135313" providerId="ADAL" clId="{31AF745B-ECEE-4C51-8828-E2A47B117181}" dt="2021-01-26T05:52:20.583" v="303" actId="207"/>
          <ac:spMkLst>
            <pc:docMk/>
            <pc:sldMk cId="1111639589" sldId="370"/>
            <ac:spMk id="6" creationId="{EC63BC0A-320C-4FC3-BF2C-D6A942277324}"/>
          </ac:spMkLst>
        </pc:spChg>
        <pc:spChg chg="add mod">
          <ac:chgData name="鈴木 秀規" userId="f68c5fd9-22d5-4c0a-9833-7fb0f5135313" providerId="ADAL" clId="{31AF745B-ECEE-4C51-8828-E2A47B117181}" dt="2021-01-26T05:52:38.376" v="306" actId="14100"/>
          <ac:spMkLst>
            <pc:docMk/>
            <pc:sldMk cId="1111639589" sldId="370"/>
            <ac:spMk id="7" creationId="{325405FA-6B6E-4A36-8AD9-307989E714CD}"/>
          </ac:spMkLst>
        </pc:spChg>
        <pc:spChg chg="add mod">
          <ac:chgData name="鈴木 秀規" userId="f68c5fd9-22d5-4c0a-9833-7fb0f5135313" providerId="ADAL" clId="{31AF745B-ECEE-4C51-8828-E2A47B117181}" dt="2021-01-26T05:52:47.085" v="308" actId="14100"/>
          <ac:spMkLst>
            <pc:docMk/>
            <pc:sldMk cId="1111639589" sldId="370"/>
            <ac:spMk id="8" creationId="{E4211231-2A54-41D8-A8AB-F44B04A91620}"/>
          </ac:spMkLst>
        </pc:spChg>
        <pc:spChg chg="add mod">
          <ac:chgData name="鈴木 秀規" userId="f68c5fd9-22d5-4c0a-9833-7fb0f5135313" providerId="ADAL" clId="{31AF745B-ECEE-4C51-8828-E2A47B117181}" dt="2021-01-26T05:53:27.759" v="315" actId="14100"/>
          <ac:spMkLst>
            <pc:docMk/>
            <pc:sldMk cId="1111639589" sldId="370"/>
            <ac:spMk id="9" creationId="{BFD16DC8-D589-4F05-9187-58E5D81AA0F3}"/>
          </ac:spMkLst>
        </pc:spChg>
      </pc:sldChg>
      <pc:sldChg chg="addSp delSp modSp new mod">
        <pc:chgData name="鈴木 秀規" userId="f68c5fd9-22d5-4c0a-9833-7fb0f5135313" providerId="ADAL" clId="{31AF745B-ECEE-4C51-8828-E2A47B117181}" dt="2021-01-26T05:56:27.120" v="352" actId="207"/>
        <pc:sldMkLst>
          <pc:docMk/>
          <pc:sldMk cId="1449548173" sldId="371"/>
        </pc:sldMkLst>
        <pc:spChg chg="mod">
          <ac:chgData name="鈴木 秀規" userId="f68c5fd9-22d5-4c0a-9833-7fb0f5135313" providerId="ADAL" clId="{31AF745B-ECEE-4C51-8828-E2A47B117181}" dt="2021-01-26T05:53:44.779" v="317"/>
          <ac:spMkLst>
            <pc:docMk/>
            <pc:sldMk cId="1449548173" sldId="371"/>
            <ac:spMk id="3" creationId="{BC47C131-377F-4C4A-A024-CD67178495EE}"/>
          </ac:spMkLst>
        </pc:spChg>
        <pc:spChg chg="mod">
          <ac:chgData name="鈴木 秀規" userId="f68c5fd9-22d5-4c0a-9833-7fb0f5135313" providerId="ADAL" clId="{31AF745B-ECEE-4C51-8828-E2A47B117181}" dt="2021-01-26T05:53:59.021" v="321" actId="14100"/>
          <ac:spMkLst>
            <pc:docMk/>
            <pc:sldMk cId="1449548173" sldId="371"/>
            <ac:spMk id="5" creationId="{A398E838-A2A7-414A-970E-EA11A895399A}"/>
          </ac:spMkLst>
        </pc:spChg>
        <pc:spChg chg="add del mod">
          <ac:chgData name="鈴木 秀規" userId="f68c5fd9-22d5-4c0a-9833-7fb0f5135313" providerId="ADAL" clId="{31AF745B-ECEE-4C51-8828-E2A47B117181}" dt="2021-01-26T05:54:37.173" v="324" actId="478"/>
          <ac:spMkLst>
            <pc:docMk/>
            <pc:sldMk cId="1449548173" sldId="371"/>
            <ac:spMk id="6" creationId="{20EE99AF-89FE-4A02-A3E1-FD99A56F5AEE}"/>
          </ac:spMkLst>
        </pc:spChg>
        <pc:spChg chg="add del mod">
          <ac:chgData name="鈴木 秀規" userId="f68c5fd9-22d5-4c0a-9833-7fb0f5135313" providerId="ADAL" clId="{31AF745B-ECEE-4C51-8828-E2A47B117181}" dt="2021-01-26T05:54:37.173" v="324" actId="478"/>
          <ac:spMkLst>
            <pc:docMk/>
            <pc:sldMk cId="1449548173" sldId="371"/>
            <ac:spMk id="7" creationId="{A3814B59-5B96-45A1-84A4-AD6CD9B9164C}"/>
          </ac:spMkLst>
        </pc:spChg>
        <pc:spChg chg="add del mod">
          <ac:chgData name="鈴木 秀規" userId="f68c5fd9-22d5-4c0a-9833-7fb0f5135313" providerId="ADAL" clId="{31AF745B-ECEE-4C51-8828-E2A47B117181}" dt="2021-01-26T05:54:37.173" v="324" actId="478"/>
          <ac:spMkLst>
            <pc:docMk/>
            <pc:sldMk cId="1449548173" sldId="371"/>
            <ac:spMk id="8" creationId="{3C6CD0D2-B84A-44AC-A21A-64C2CAE96310}"/>
          </ac:spMkLst>
        </pc:spChg>
        <pc:spChg chg="add mod">
          <ac:chgData name="鈴木 秀規" userId="f68c5fd9-22d5-4c0a-9833-7fb0f5135313" providerId="ADAL" clId="{31AF745B-ECEE-4C51-8828-E2A47B117181}" dt="2021-01-26T05:54:44.543" v="325"/>
          <ac:spMkLst>
            <pc:docMk/>
            <pc:sldMk cId="1449548173" sldId="371"/>
            <ac:spMk id="9" creationId="{B18C3434-8094-4D11-9DCE-11BC3134EB32}"/>
          </ac:spMkLst>
        </pc:spChg>
        <pc:spChg chg="add mod">
          <ac:chgData name="鈴木 秀規" userId="f68c5fd9-22d5-4c0a-9833-7fb0f5135313" providerId="ADAL" clId="{31AF745B-ECEE-4C51-8828-E2A47B117181}" dt="2021-01-26T05:54:44.543" v="325"/>
          <ac:spMkLst>
            <pc:docMk/>
            <pc:sldMk cId="1449548173" sldId="371"/>
            <ac:spMk id="10" creationId="{DF76AE1A-859A-4594-88B7-91BE98A8E033}"/>
          </ac:spMkLst>
        </pc:spChg>
        <pc:spChg chg="add mod">
          <ac:chgData name="鈴木 秀規" userId="f68c5fd9-22d5-4c0a-9833-7fb0f5135313" providerId="ADAL" clId="{31AF745B-ECEE-4C51-8828-E2A47B117181}" dt="2021-01-26T05:54:44.543" v="325"/>
          <ac:spMkLst>
            <pc:docMk/>
            <pc:sldMk cId="1449548173" sldId="371"/>
            <ac:spMk id="11" creationId="{DC219308-7BB1-4571-B6C2-AF593F39CA0D}"/>
          </ac:spMkLst>
        </pc:spChg>
        <pc:spChg chg="add mod">
          <ac:chgData name="鈴木 秀規" userId="f68c5fd9-22d5-4c0a-9833-7fb0f5135313" providerId="ADAL" clId="{31AF745B-ECEE-4C51-8828-E2A47B117181}" dt="2021-01-26T05:56:27.120" v="352" actId="207"/>
          <ac:spMkLst>
            <pc:docMk/>
            <pc:sldMk cId="1449548173" sldId="371"/>
            <ac:spMk id="12" creationId="{D827973A-B285-444D-B8E2-2C1ADF444989}"/>
          </ac:spMkLst>
        </pc:spChg>
        <pc:spChg chg="add mod">
          <ac:chgData name="鈴木 秀規" userId="f68c5fd9-22d5-4c0a-9833-7fb0f5135313" providerId="ADAL" clId="{31AF745B-ECEE-4C51-8828-E2A47B117181}" dt="2021-01-26T05:55:51.921" v="340" actId="1076"/>
          <ac:spMkLst>
            <pc:docMk/>
            <pc:sldMk cId="1449548173" sldId="371"/>
            <ac:spMk id="13" creationId="{090E20F7-1963-4594-A854-A0007B5562F3}"/>
          </ac:spMkLst>
        </pc:spChg>
        <pc:spChg chg="add del mod">
          <ac:chgData name="鈴木 秀規" userId="f68c5fd9-22d5-4c0a-9833-7fb0f5135313" providerId="ADAL" clId="{31AF745B-ECEE-4C51-8828-E2A47B117181}" dt="2021-01-26T05:55:40.547" v="337" actId="478"/>
          <ac:spMkLst>
            <pc:docMk/>
            <pc:sldMk cId="1449548173" sldId="371"/>
            <ac:spMk id="14" creationId="{E8DD0F15-F557-4960-B7CA-8C81D69C2ED8}"/>
          </ac:spMkLst>
        </pc:spChg>
        <pc:spChg chg="add mod">
          <ac:chgData name="鈴木 秀規" userId="f68c5fd9-22d5-4c0a-9833-7fb0f5135313" providerId="ADAL" clId="{31AF745B-ECEE-4C51-8828-E2A47B117181}" dt="2021-01-26T05:55:54.465" v="341" actId="571"/>
          <ac:spMkLst>
            <pc:docMk/>
            <pc:sldMk cId="1449548173" sldId="371"/>
            <ac:spMk id="15" creationId="{E753C64B-05EF-45FD-978D-013CE4F0EFBD}"/>
          </ac:spMkLst>
        </pc:spChg>
        <pc:spChg chg="add mod">
          <ac:chgData name="鈴木 秀規" userId="f68c5fd9-22d5-4c0a-9833-7fb0f5135313" providerId="ADAL" clId="{31AF745B-ECEE-4C51-8828-E2A47B117181}" dt="2021-01-26T05:55:57.256" v="342" actId="571"/>
          <ac:spMkLst>
            <pc:docMk/>
            <pc:sldMk cId="1449548173" sldId="371"/>
            <ac:spMk id="16" creationId="{CCB14EDC-88EE-4401-B02E-6086E5CBABE6}"/>
          </ac:spMkLst>
        </pc:spChg>
        <pc:spChg chg="add mod">
          <ac:chgData name="鈴木 秀規" userId="f68c5fd9-22d5-4c0a-9833-7fb0f5135313" providerId="ADAL" clId="{31AF745B-ECEE-4C51-8828-E2A47B117181}" dt="2021-01-26T05:56:04.338" v="346" actId="1037"/>
          <ac:spMkLst>
            <pc:docMk/>
            <pc:sldMk cId="1449548173" sldId="371"/>
            <ac:spMk id="17" creationId="{F0C64602-7B94-47EE-80D2-378BDFD473FD}"/>
          </ac:spMkLst>
        </pc:spChg>
      </pc:sldChg>
      <pc:sldChg chg="addSp modSp new mod">
        <pc:chgData name="鈴木 秀規" userId="f68c5fd9-22d5-4c0a-9833-7fb0f5135313" providerId="ADAL" clId="{31AF745B-ECEE-4C51-8828-E2A47B117181}" dt="2021-01-26T05:57:30.135" v="366" actId="207"/>
        <pc:sldMkLst>
          <pc:docMk/>
          <pc:sldMk cId="944436562" sldId="372"/>
        </pc:sldMkLst>
        <pc:spChg chg="mod">
          <ac:chgData name="鈴木 秀規" userId="f68c5fd9-22d5-4c0a-9833-7fb0f5135313" providerId="ADAL" clId="{31AF745B-ECEE-4C51-8828-E2A47B117181}" dt="2021-01-26T05:56:41.264" v="354"/>
          <ac:spMkLst>
            <pc:docMk/>
            <pc:sldMk cId="944436562" sldId="372"/>
            <ac:spMk id="3" creationId="{B1C65F3E-F31A-478E-B126-D35EA375B4B9}"/>
          </ac:spMkLst>
        </pc:spChg>
        <pc:spChg chg="mod">
          <ac:chgData name="鈴木 秀規" userId="f68c5fd9-22d5-4c0a-9833-7fb0f5135313" providerId="ADAL" clId="{31AF745B-ECEE-4C51-8828-E2A47B117181}" dt="2021-01-26T05:56:55.555" v="358" actId="14100"/>
          <ac:spMkLst>
            <pc:docMk/>
            <pc:sldMk cId="944436562" sldId="372"/>
            <ac:spMk id="5" creationId="{A3976CD6-7AC6-4459-9B75-3D9965BC48B5}"/>
          </ac:spMkLst>
        </pc:spChg>
        <pc:spChg chg="add mod">
          <ac:chgData name="鈴木 秀規" userId="f68c5fd9-22d5-4c0a-9833-7fb0f5135313" providerId="ADAL" clId="{31AF745B-ECEE-4C51-8828-E2A47B117181}" dt="2021-01-26T05:57:30.135" v="366" actId="207"/>
          <ac:spMkLst>
            <pc:docMk/>
            <pc:sldMk cId="944436562" sldId="372"/>
            <ac:spMk id="6" creationId="{76116D8C-213F-4158-830F-F3C1EB4D300E}"/>
          </ac:spMkLst>
        </pc:spChg>
      </pc:sldChg>
      <pc:sldChg chg="modSp new mod">
        <pc:chgData name="鈴木 秀規" userId="f68c5fd9-22d5-4c0a-9833-7fb0f5135313" providerId="ADAL" clId="{31AF745B-ECEE-4C51-8828-E2A47B117181}" dt="2021-01-26T06:00:43.897" v="419" actId="207"/>
        <pc:sldMkLst>
          <pc:docMk/>
          <pc:sldMk cId="35644827" sldId="373"/>
        </pc:sldMkLst>
        <pc:spChg chg="mod">
          <ac:chgData name="鈴木 秀規" userId="f68c5fd9-22d5-4c0a-9833-7fb0f5135313" providerId="ADAL" clId="{31AF745B-ECEE-4C51-8828-E2A47B117181}" dt="2021-01-26T05:58:05.850" v="368"/>
          <ac:spMkLst>
            <pc:docMk/>
            <pc:sldMk cId="35644827" sldId="373"/>
            <ac:spMk id="3" creationId="{90D8C1E3-2B7F-4D7A-A557-615C8F733A5A}"/>
          </ac:spMkLst>
        </pc:spChg>
        <pc:spChg chg="mod">
          <ac:chgData name="鈴木 秀規" userId="f68c5fd9-22d5-4c0a-9833-7fb0f5135313" providerId="ADAL" clId="{31AF745B-ECEE-4C51-8828-E2A47B117181}" dt="2021-01-26T06:00:43.897" v="419" actId="207"/>
          <ac:spMkLst>
            <pc:docMk/>
            <pc:sldMk cId="35644827" sldId="373"/>
            <ac:spMk id="5" creationId="{A53D55A4-4B24-4FF1-846F-0CB6B88DE619}"/>
          </ac:spMkLst>
        </pc:spChg>
      </pc:sldChg>
      <pc:sldChg chg="addSp modSp new mod">
        <pc:chgData name="鈴木 秀規" userId="f68c5fd9-22d5-4c0a-9833-7fb0f5135313" providerId="ADAL" clId="{31AF745B-ECEE-4C51-8828-E2A47B117181}" dt="2021-01-26T06:02:45.300" v="431" actId="207"/>
        <pc:sldMkLst>
          <pc:docMk/>
          <pc:sldMk cId="3586215112" sldId="374"/>
        </pc:sldMkLst>
        <pc:spChg chg="mod">
          <ac:chgData name="鈴木 秀規" userId="f68c5fd9-22d5-4c0a-9833-7fb0f5135313" providerId="ADAL" clId="{31AF745B-ECEE-4C51-8828-E2A47B117181}" dt="2021-01-26T06:01:06.626" v="421"/>
          <ac:spMkLst>
            <pc:docMk/>
            <pc:sldMk cId="3586215112" sldId="374"/>
            <ac:spMk id="3" creationId="{74D68A83-1EE1-4F3F-974D-BDDEE2D6DE8D}"/>
          </ac:spMkLst>
        </pc:spChg>
        <pc:spChg chg="mod">
          <ac:chgData name="鈴木 秀規" userId="f68c5fd9-22d5-4c0a-9833-7fb0f5135313" providerId="ADAL" clId="{31AF745B-ECEE-4C51-8828-E2A47B117181}" dt="2021-01-26T06:01:38.951" v="425" actId="14100"/>
          <ac:spMkLst>
            <pc:docMk/>
            <pc:sldMk cId="3586215112" sldId="374"/>
            <ac:spMk id="5" creationId="{AF0D17FF-0DBB-4085-9AA1-467745BDFE3D}"/>
          </ac:spMkLst>
        </pc:spChg>
        <pc:spChg chg="add mod">
          <ac:chgData name="鈴木 秀規" userId="f68c5fd9-22d5-4c0a-9833-7fb0f5135313" providerId="ADAL" clId="{31AF745B-ECEE-4C51-8828-E2A47B117181}" dt="2021-01-26T06:02:13.344" v="428" actId="207"/>
          <ac:spMkLst>
            <pc:docMk/>
            <pc:sldMk cId="3586215112" sldId="374"/>
            <ac:spMk id="6" creationId="{0B8A4289-ED12-4E18-B5F7-E7D1B8A16A4C}"/>
          </ac:spMkLst>
        </pc:spChg>
        <pc:spChg chg="add mod">
          <ac:chgData name="鈴木 秀規" userId="f68c5fd9-22d5-4c0a-9833-7fb0f5135313" providerId="ADAL" clId="{31AF745B-ECEE-4C51-8828-E2A47B117181}" dt="2021-01-26T06:02:45.300" v="431" actId="207"/>
          <ac:spMkLst>
            <pc:docMk/>
            <pc:sldMk cId="3586215112" sldId="374"/>
            <ac:spMk id="7" creationId="{F4B9C825-0773-4BD6-8947-DA5740E334B3}"/>
          </ac:spMkLst>
        </pc:spChg>
        <pc:spChg chg="mod">
          <ac:chgData name="鈴木 秀規" userId="f68c5fd9-22d5-4c0a-9833-7fb0f5135313" providerId="ADAL" clId="{31AF745B-ECEE-4C51-8828-E2A47B117181}" dt="2021-01-26T06:02:45.300" v="431" actId="207"/>
          <ac:spMkLst>
            <pc:docMk/>
            <pc:sldMk cId="3586215112" sldId="374"/>
            <ac:spMk id="10" creationId="{1A58A6C4-889B-450F-924F-C9F545EB2A3D}"/>
          </ac:spMkLst>
        </pc:spChg>
        <pc:spChg chg="add mod">
          <ac:chgData name="鈴木 秀規" userId="f68c5fd9-22d5-4c0a-9833-7fb0f5135313" providerId="ADAL" clId="{31AF745B-ECEE-4C51-8828-E2A47B117181}" dt="2021-01-26T06:01:48.608" v="426"/>
          <ac:spMkLst>
            <pc:docMk/>
            <pc:sldMk cId="3586215112" sldId="374"/>
            <ac:spMk id="11" creationId="{785644FA-8A03-4258-8728-9595832CB15E}"/>
          </ac:spMkLst>
        </pc:spChg>
        <pc:spChg chg="add mod">
          <ac:chgData name="鈴木 秀規" userId="f68c5fd9-22d5-4c0a-9833-7fb0f5135313" providerId="ADAL" clId="{31AF745B-ECEE-4C51-8828-E2A47B117181}" dt="2021-01-26T06:01:48.608" v="426"/>
          <ac:spMkLst>
            <pc:docMk/>
            <pc:sldMk cId="3586215112" sldId="374"/>
            <ac:spMk id="12" creationId="{44CA81F1-EBE9-4C1F-B2BB-3C3E1806F921}"/>
          </ac:spMkLst>
        </pc:spChg>
        <pc:spChg chg="add mod">
          <ac:chgData name="鈴木 秀規" userId="f68c5fd9-22d5-4c0a-9833-7fb0f5135313" providerId="ADAL" clId="{31AF745B-ECEE-4C51-8828-E2A47B117181}" dt="2021-01-26T06:01:48.608" v="426"/>
          <ac:spMkLst>
            <pc:docMk/>
            <pc:sldMk cId="3586215112" sldId="374"/>
            <ac:spMk id="13" creationId="{D210470C-7BC6-479C-B32D-52F62FAFF5CE}"/>
          </ac:spMkLst>
        </pc:spChg>
        <pc:spChg chg="add mod">
          <ac:chgData name="鈴木 秀規" userId="f68c5fd9-22d5-4c0a-9833-7fb0f5135313" providerId="ADAL" clId="{31AF745B-ECEE-4C51-8828-E2A47B117181}" dt="2021-01-26T06:01:48.608" v="426"/>
          <ac:spMkLst>
            <pc:docMk/>
            <pc:sldMk cId="3586215112" sldId="374"/>
            <ac:spMk id="14" creationId="{F4BE28F0-CEB5-4A84-AD56-459DC396288E}"/>
          </ac:spMkLst>
        </pc:spChg>
        <pc:spChg chg="add mod">
          <ac:chgData name="鈴木 秀規" userId="f68c5fd9-22d5-4c0a-9833-7fb0f5135313" providerId="ADAL" clId="{31AF745B-ECEE-4C51-8828-E2A47B117181}" dt="2021-01-26T06:01:48.608" v="426"/>
          <ac:spMkLst>
            <pc:docMk/>
            <pc:sldMk cId="3586215112" sldId="374"/>
            <ac:spMk id="15" creationId="{661AEE13-AF85-4E8C-8C36-56CAB1375768}"/>
          </ac:spMkLst>
        </pc:spChg>
        <pc:spChg chg="add mod">
          <ac:chgData name="鈴木 秀規" userId="f68c5fd9-22d5-4c0a-9833-7fb0f5135313" providerId="ADAL" clId="{31AF745B-ECEE-4C51-8828-E2A47B117181}" dt="2021-01-26T06:02:45.300" v="431" actId="207"/>
          <ac:spMkLst>
            <pc:docMk/>
            <pc:sldMk cId="3586215112" sldId="374"/>
            <ac:spMk id="16" creationId="{D1EACF3D-DA3C-4F24-896C-812A2FC32232}"/>
          </ac:spMkLst>
        </pc:spChg>
        <pc:spChg chg="add mod">
          <ac:chgData name="鈴木 秀規" userId="f68c5fd9-22d5-4c0a-9833-7fb0f5135313" providerId="ADAL" clId="{31AF745B-ECEE-4C51-8828-E2A47B117181}" dt="2021-01-26T06:01:48.608" v="426"/>
          <ac:spMkLst>
            <pc:docMk/>
            <pc:sldMk cId="3586215112" sldId="374"/>
            <ac:spMk id="17" creationId="{80B22573-0B48-4DA1-9DEE-17DA1FB51570}"/>
          </ac:spMkLst>
        </pc:spChg>
        <pc:spChg chg="add mod">
          <ac:chgData name="鈴木 秀規" userId="f68c5fd9-22d5-4c0a-9833-7fb0f5135313" providerId="ADAL" clId="{31AF745B-ECEE-4C51-8828-E2A47B117181}" dt="2021-01-26T06:02:45.300" v="431" actId="207"/>
          <ac:spMkLst>
            <pc:docMk/>
            <pc:sldMk cId="3586215112" sldId="374"/>
            <ac:spMk id="18" creationId="{513C1E0F-51B7-4C19-852B-0F5F03C2E927}"/>
          </ac:spMkLst>
        </pc:spChg>
        <pc:spChg chg="add mod">
          <ac:chgData name="鈴木 秀規" userId="f68c5fd9-22d5-4c0a-9833-7fb0f5135313" providerId="ADAL" clId="{31AF745B-ECEE-4C51-8828-E2A47B117181}" dt="2021-01-26T06:01:48.608" v="426"/>
          <ac:spMkLst>
            <pc:docMk/>
            <pc:sldMk cId="3586215112" sldId="374"/>
            <ac:spMk id="19" creationId="{FE000A22-00CE-4A4E-9761-E983CE3DF0EA}"/>
          </ac:spMkLst>
        </pc:spChg>
        <pc:spChg chg="add mod">
          <ac:chgData name="鈴木 秀規" userId="f68c5fd9-22d5-4c0a-9833-7fb0f5135313" providerId="ADAL" clId="{31AF745B-ECEE-4C51-8828-E2A47B117181}" dt="2021-01-26T06:02:45.300" v="431" actId="207"/>
          <ac:spMkLst>
            <pc:docMk/>
            <pc:sldMk cId="3586215112" sldId="374"/>
            <ac:spMk id="20" creationId="{3F0298FF-3F68-4E80-A5AA-D970F1BFBF47}"/>
          </ac:spMkLst>
        </pc:spChg>
        <pc:spChg chg="add mod">
          <ac:chgData name="鈴木 秀規" userId="f68c5fd9-22d5-4c0a-9833-7fb0f5135313" providerId="ADAL" clId="{31AF745B-ECEE-4C51-8828-E2A47B117181}" dt="2021-01-26T06:02:45.300" v="431" actId="207"/>
          <ac:spMkLst>
            <pc:docMk/>
            <pc:sldMk cId="3586215112" sldId="374"/>
            <ac:spMk id="21" creationId="{E5BCB49B-FCEA-418B-89AD-26AC10F600E3}"/>
          </ac:spMkLst>
        </pc:spChg>
        <pc:grpChg chg="add mod">
          <ac:chgData name="鈴木 秀規" userId="f68c5fd9-22d5-4c0a-9833-7fb0f5135313" providerId="ADAL" clId="{31AF745B-ECEE-4C51-8828-E2A47B117181}" dt="2021-01-26T06:02:32.131" v="429" actId="207"/>
          <ac:grpSpMkLst>
            <pc:docMk/>
            <pc:sldMk cId="3586215112" sldId="374"/>
            <ac:grpSpMk id="8" creationId="{38A860E3-00EF-4C43-9483-BB46C4DE9FEB}"/>
          </ac:grpSpMkLst>
        </pc:grpChg>
        <pc:picChg chg="mod">
          <ac:chgData name="鈴木 秀規" userId="f68c5fd9-22d5-4c0a-9833-7fb0f5135313" providerId="ADAL" clId="{31AF745B-ECEE-4C51-8828-E2A47B117181}" dt="2021-01-26T06:02:36.046" v="430" actId="2085"/>
          <ac:picMkLst>
            <pc:docMk/>
            <pc:sldMk cId="3586215112" sldId="374"/>
            <ac:picMk id="9" creationId="{013D4F2E-DF4F-4A12-B460-481349442D09}"/>
          </ac:picMkLst>
        </pc:picChg>
      </pc:sldChg>
      <pc:sldChg chg="addSp delSp modSp new mod">
        <pc:chgData name="鈴木 秀規" userId="f68c5fd9-22d5-4c0a-9833-7fb0f5135313" providerId="ADAL" clId="{31AF745B-ECEE-4C51-8828-E2A47B117181}" dt="2021-01-26T06:04:25.418" v="447" actId="207"/>
        <pc:sldMkLst>
          <pc:docMk/>
          <pc:sldMk cId="3278431197" sldId="375"/>
        </pc:sldMkLst>
        <pc:spChg chg="mod">
          <ac:chgData name="鈴木 秀規" userId="f68c5fd9-22d5-4c0a-9833-7fb0f5135313" providerId="ADAL" clId="{31AF745B-ECEE-4C51-8828-E2A47B117181}" dt="2021-01-26T06:03:09.564" v="433"/>
          <ac:spMkLst>
            <pc:docMk/>
            <pc:sldMk cId="3278431197" sldId="375"/>
            <ac:spMk id="3" creationId="{94A7F50B-029D-4344-A3E9-0852F39D0574}"/>
          </ac:spMkLst>
        </pc:spChg>
        <pc:spChg chg="mod">
          <ac:chgData name="鈴木 秀規" userId="f68c5fd9-22d5-4c0a-9833-7fb0f5135313" providerId="ADAL" clId="{31AF745B-ECEE-4C51-8828-E2A47B117181}" dt="2021-01-26T06:04:25.418" v="447" actId="207"/>
          <ac:spMkLst>
            <pc:docMk/>
            <pc:sldMk cId="3278431197" sldId="375"/>
            <ac:spMk id="5" creationId="{A8AED195-2A30-4E22-8D64-829F1A2C8A9E}"/>
          </ac:spMkLst>
        </pc:spChg>
        <pc:spChg chg="add del">
          <ac:chgData name="鈴木 秀規" userId="f68c5fd9-22d5-4c0a-9833-7fb0f5135313" providerId="ADAL" clId="{31AF745B-ECEE-4C51-8828-E2A47B117181}" dt="2021-01-26T06:03:36.760" v="438" actId="22"/>
          <ac:spMkLst>
            <pc:docMk/>
            <pc:sldMk cId="3278431197" sldId="375"/>
            <ac:spMk id="7" creationId="{04B419E0-8A32-4DA8-9E0C-BCCD4A7E3CB1}"/>
          </ac:spMkLst>
        </pc:spChg>
        <pc:spChg chg="add mod">
          <ac:chgData name="鈴木 秀規" userId="f68c5fd9-22d5-4c0a-9833-7fb0f5135313" providerId="ADAL" clId="{31AF745B-ECEE-4C51-8828-E2A47B117181}" dt="2021-01-26T06:04:16.314" v="445" actId="2711"/>
          <ac:spMkLst>
            <pc:docMk/>
            <pc:sldMk cId="3278431197" sldId="375"/>
            <ac:spMk id="8" creationId="{F61EE197-FC4B-4674-93BC-5A4123AB904B}"/>
          </ac:spMkLst>
        </pc:spChg>
      </pc:sldChg>
      <pc:sldChg chg="addSp modSp new mod">
        <pc:chgData name="鈴木 秀規" userId="f68c5fd9-22d5-4c0a-9833-7fb0f5135313" providerId="ADAL" clId="{31AF745B-ECEE-4C51-8828-E2A47B117181}" dt="2021-01-26T06:06:05.186" v="465" actId="207"/>
        <pc:sldMkLst>
          <pc:docMk/>
          <pc:sldMk cId="3335697102" sldId="376"/>
        </pc:sldMkLst>
        <pc:spChg chg="mod">
          <ac:chgData name="鈴木 秀規" userId="f68c5fd9-22d5-4c0a-9833-7fb0f5135313" providerId="ADAL" clId="{31AF745B-ECEE-4C51-8828-E2A47B117181}" dt="2021-01-26T06:04:44.258" v="449"/>
          <ac:spMkLst>
            <pc:docMk/>
            <pc:sldMk cId="3335697102" sldId="376"/>
            <ac:spMk id="3" creationId="{84CDAE99-51E1-45AD-ABEF-403422322C7B}"/>
          </ac:spMkLst>
        </pc:spChg>
        <pc:spChg chg="mod">
          <ac:chgData name="鈴木 秀規" userId="f68c5fd9-22d5-4c0a-9833-7fb0f5135313" providerId="ADAL" clId="{31AF745B-ECEE-4C51-8828-E2A47B117181}" dt="2021-01-26T06:06:05.186" v="465" actId="207"/>
          <ac:spMkLst>
            <pc:docMk/>
            <pc:sldMk cId="3335697102" sldId="376"/>
            <ac:spMk id="5" creationId="{45CA0F9F-0661-4575-B06E-144A0490A7CF}"/>
          </ac:spMkLst>
        </pc:spChg>
        <pc:picChg chg="add mod">
          <ac:chgData name="鈴木 秀規" userId="f68c5fd9-22d5-4c0a-9833-7fb0f5135313" providerId="ADAL" clId="{31AF745B-ECEE-4C51-8828-E2A47B117181}" dt="2021-01-26T06:05:46.939" v="459" actId="1076"/>
          <ac:picMkLst>
            <pc:docMk/>
            <pc:sldMk cId="3335697102" sldId="376"/>
            <ac:picMk id="6" creationId="{A1B21CC7-914D-4704-A426-7BA33ED50D88}"/>
          </ac:picMkLst>
        </pc:picChg>
      </pc:sldChg>
      <pc:sldChg chg="addSp modSp new mod">
        <pc:chgData name="鈴木 秀規" userId="f68c5fd9-22d5-4c0a-9833-7fb0f5135313" providerId="ADAL" clId="{31AF745B-ECEE-4C51-8828-E2A47B117181}" dt="2021-01-26T06:07:09.151" v="481" actId="14100"/>
        <pc:sldMkLst>
          <pc:docMk/>
          <pc:sldMk cId="1075370688" sldId="377"/>
        </pc:sldMkLst>
        <pc:spChg chg="mod">
          <ac:chgData name="鈴木 秀規" userId="f68c5fd9-22d5-4c0a-9833-7fb0f5135313" providerId="ADAL" clId="{31AF745B-ECEE-4C51-8828-E2A47B117181}" dt="2021-01-26T06:06:19.113" v="467"/>
          <ac:spMkLst>
            <pc:docMk/>
            <pc:sldMk cId="1075370688" sldId="377"/>
            <ac:spMk id="3" creationId="{5902A05F-050D-4547-92B0-FDFB23B15993}"/>
          </ac:spMkLst>
        </pc:spChg>
        <pc:spChg chg="mod">
          <ac:chgData name="鈴木 秀規" userId="f68c5fd9-22d5-4c0a-9833-7fb0f5135313" providerId="ADAL" clId="{31AF745B-ECEE-4C51-8828-E2A47B117181}" dt="2021-01-26T06:06:40.182" v="470" actId="14100"/>
          <ac:spMkLst>
            <pc:docMk/>
            <pc:sldMk cId="1075370688" sldId="377"/>
            <ac:spMk id="5" creationId="{343594CE-8AC7-47D0-9120-E9E98483AA2E}"/>
          </ac:spMkLst>
        </pc:spChg>
        <pc:spChg chg="add mod">
          <ac:chgData name="鈴木 秀規" userId="f68c5fd9-22d5-4c0a-9833-7fb0f5135313" providerId="ADAL" clId="{31AF745B-ECEE-4C51-8828-E2A47B117181}" dt="2021-01-26T06:07:09.151" v="481" actId="14100"/>
          <ac:spMkLst>
            <pc:docMk/>
            <pc:sldMk cId="1075370688" sldId="377"/>
            <ac:spMk id="7" creationId="{B7182EBC-6550-4E14-B8CE-0A438FACA553}"/>
          </ac:spMkLst>
        </pc:spChg>
        <pc:picChg chg="add mod">
          <ac:chgData name="鈴木 秀規" userId="f68c5fd9-22d5-4c0a-9833-7fb0f5135313" providerId="ADAL" clId="{31AF745B-ECEE-4C51-8828-E2A47B117181}" dt="2021-01-26T06:06:54.744" v="477" actId="14100"/>
          <ac:picMkLst>
            <pc:docMk/>
            <pc:sldMk cId="1075370688" sldId="377"/>
            <ac:picMk id="6" creationId="{5916466E-AD58-4AB9-BBE1-3BC48071FE35}"/>
          </ac:picMkLst>
        </pc:picChg>
      </pc:sldChg>
      <pc:sldChg chg="addSp modSp new mod">
        <pc:chgData name="鈴木 秀規" userId="f68c5fd9-22d5-4c0a-9833-7fb0f5135313" providerId="ADAL" clId="{31AF745B-ECEE-4C51-8828-E2A47B117181}" dt="2021-01-26T06:08:15.670" v="497" actId="1076"/>
        <pc:sldMkLst>
          <pc:docMk/>
          <pc:sldMk cId="2580646882" sldId="378"/>
        </pc:sldMkLst>
        <pc:spChg chg="mod">
          <ac:chgData name="鈴木 秀規" userId="f68c5fd9-22d5-4c0a-9833-7fb0f5135313" providerId="ADAL" clId="{31AF745B-ECEE-4C51-8828-E2A47B117181}" dt="2021-01-26T06:07:27.101" v="483"/>
          <ac:spMkLst>
            <pc:docMk/>
            <pc:sldMk cId="2580646882" sldId="378"/>
            <ac:spMk id="3" creationId="{F5F1371B-71A4-4508-9B77-DF2662B99B76}"/>
          </ac:spMkLst>
        </pc:spChg>
        <pc:spChg chg="mod">
          <ac:chgData name="鈴木 秀規" userId="f68c5fd9-22d5-4c0a-9833-7fb0f5135313" providerId="ADAL" clId="{31AF745B-ECEE-4C51-8828-E2A47B117181}" dt="2021-01-26T06:08:11.564" v="496" actId="207"/>
          <ac:spMkLst>
            <pc:docMk/>
            <pc:sldMk cId="2580646882" sldId="378"/>
            <ac:spMk id="5" creationId="{703B0AF1-C94F-4BE9-B427-FD46F93BDB88}"/>
          </ac:spMkLst>
        </pc:spChg>
        <pc:picChg chg="add mod">
          <ac:chgData name="鈴木 秀規" userId="f68c5fd9-22d5-4c0a-9833-7fb0f5135313" providerId="ADAL" clId="{31AF745B-ECEE-4C51-8828-E2A47B117181}" dt="2021-01-26T06:08:15.670" v="497" actId="1076"/>
          <ac:picMkLst>
            <pc:docMk/>
            <pc:sldMk cId="2580646882" sldId="378"/>
            <ac:picMk id="6" creationId="{E253F3D9-75D1-411D-BECC-77F0F489DCB0}"/>
          </ac:picMkLst>
        </pc:picChg>
      </pc:sldChg>
      <pc:sldChg chg="addSp modSp new mod">
        <pc:chgData name="鈴木 秀規" userId="f68c5fd9-22d5-4c0a-9833-7fb0f5135313" providerId="ADAL" clId="{31AF745B-ECEE-4C51-8828-E2A47B117181}" dt="2021-01-26T06:09:27.356" v="531" actId="1076"/>
        <pc:sldMkLst>
          <pc:docMk/>
          <pc:sldMk cId="3868544456" sldId="379"/>
        </pc:sldMkLst>
        <pc:spChg chg="mod">
          <ac:chgData name="鈴木 秀規" userId="f68c5fd9-22d5-4c0a-9833-7fb0f5135313" providerId="ADAL" clId="{31AF745B-ECEE-4C51-8828-E2A47B117181}" dt="2021-01-26T06:08:30.695" v="515" actId="20577"/>
          <ac:spMkLst>
            <pc:docMk/>
            <pc:sldMk cId="3868544456" sldId="379"/>
            <ac:spMk id="3" creationId="{9EB609AC-AB06-4D53-BF14-5EA6B1B9539A}"/>
          </ac:spMkLst>
        </pc:spChg>
        <pc:spChg chg="mod">
          <ac:chgData name="鈴木 秀規" userId="f68c5fd9-22d5-4c0a-9833-7fb0f5135313" providerId="ADAL" clId="{31AF745B-ECEE-4C51-8828-E2A47B117181}" dt="2021-01-26T06:08:40.335" v="518" actId="14100"/>
          <ac:spMkLst>
            <pc:docMk/>
            <pc:sldMk cId="3868544456" sldId="379"/>
            <ac:spMk id="5" creationId="{E7676D1F-6FF7-44EB-92F1-BAB6B9F0EFF4}"/>
          </ac:spMkLst>
        </pc:spChg>
        <pc:spChg chg="add mod">
          <ac:chgData name="鈴木 秀規" userId="f68c5fd9-22d5-4c0a-9833-7fb0f5135313" providerId="ADAL" clId="{31AF745B-ECEE-4C51-8828-E2A47B117181}" dt="2021-01-26T06:09:24.847" v="530" actId="14100"/>
          <ac:spMkLst>
            <pc:docMk/>
            <pc:sldMk cId="3868544456" sldId="379"/>
            <ac:spMk id="7" creationId="{C7286050-2DF8-497C-81E3-306493288BC4}"/>
          </ac:spMkLst>
        </pc:spChg>
        <pc:picChg chg="add mod">
          <ac:chgData name="鈴木 秀規" userId="f68c5fd9-22d5-4c0a-9833-7fb0f5135313" providerId="ADAL" clId="{31AF745B-ECEE-4C51-8828-E2A47B117181}" dt="2021-01-26T06:09:27.356" v="531" actId="1076"/>
          <ac:picMkLst>
            <pc:docMk/>
            <pc:sldMk cId="3868544456" sldId="379"/>
            <ac:picMk id="6" creationId="{20E0678B-2E0C-47BA-BAC4-30647E14495E}"/>
          </ac:picMkLst>
        </pc:picChg>
      </pc:sldChg>
      <pc:sldChg chg="addSp modSp new mod">
        <pc:chgData name="鈴木 秀規" userId="f68c5fd9-22d5-4c0a-9833-7fb0f5135313" providerId="ADAL" clId="{31AF745B-ECEE-4C51-8828-E2A47B117181}" dt="2021-01-26T06:10:26.206" v="544" actId="2711"/>
        <pc:sldMkLst>
          <pc:docMk/>
          <pc:sldMk cId="1868720455" sldId="380"/>
        </pc:sldMkLst>
        <pc:spChg chg="mod">
          <ac:chgData name="鈴木 秀規" userId="f68c5fd9-22d5-4c0a-9833-7fb0f5135313" providerId="ADAL" clId="{31AF745B-ECEE-4C51-8828-E2A47B117181}" dt="2021-01-26T06:09:39.286" v="533"/>
          <ac:spMkLst>
            <pc:docMk/>
            <pc:sldMk cId="1868720455" sldId="380"/>
            <ac:spMk id="3" creationId="{2C9F7F4C-4D1A-44F1-8504-3194AD12030E}"/>
          </ac:spMkLst>
        </pc:spChg>
        <pc:spChg chg="mod">
          <ac:chgData name="鈴木 秀規" userId="f68c5fd9-22d5-4c0a-9833-7fb0f5135313" providerId="ADAL" clId="{31AF745B-ECEE-4C51-8828-E2A47B117181}" dt="2021-01-26T06:09:51.095" v="536" actId="14100"/>
          <ac:spMkLst>
            <pc:docMk/>
            <pc:sldMk cId="1868720455" sldId="380"/>
            <ac:spMk id="5" creationId="{67D649D8-E2AC-4205-A3F3-CD0E0162A14B}"/>
          </ac:spMkLst>
        </pc:spChg>
        <pc:spChg chg="add mod">
          <ac:chgData name="鈴木 秀規" userId="f68c5fd9-22d5-4c0a-9833-7fb0f5135313" providerId="ADAL" clId="{31AF745B-ECEE-4C51-8828-E2A47B117181}" dt="2021-01-26T06:10:26.206" v="544" actId="2711"/>
          <ac:spMkLst>
            <pc:docMk/>
            <pc:sldMk cId="1868720455" sldId="380"/>
            <ac:spMk id="7" creationId="{65F9B8C6-FC9A-4EF2-BBA3-212563842F5B}"/>
          </ac:spMkLst>
        </pc:spChg>
        <pc:picChg chg="add mod">
          <ac:chgData name="鈴木 秀規" userId="f68c5fd9-22d5-4c0a-9833-7fb0f5135313" providerId="ADAL" clId="{31AF745B-ECEE-4C51-8828-E2A47B117181}" dt="2021-01-26T06:09:59.920" v="539" actId="1076"/>
          <ac:picMkLst>
            <pc:docMk/>
            <pc:sldMk cId="1868720455" sldId="380"/>
            <ac:picMk id="6" creationId="{2A23E1E0-788A-446D-BEF7-9FCDBB91E931}"/>
          </ac:picMkLst>
        </pc:picChg>
      </pc:sldChg>
      <pc:sldChg chg="modSp new mod">
        <pc:chgData name="鈴木 秀規" userId="f68c5fd9-22d5-4c0a-9833-7fb0f5135313" providerId="ADAL" clId="{31AF745B-ECEE-4C51-8828-E2A47B117181}" dt="2021-01-26T06:12:24.172" v="560" actId="207"/>
        <pc:sldMkLst>
          <pc:docMk/>
          <pc:sldMk cId="3747614513" sldId="381"/>
        </pc:sldMkLst>
        <pc:spChg chg="mod">
          <ac:chgData name="鈴木 秀規" userId="f68c5fd9-22d5-4c0a-9833-7fb0f5135313" providerId="ADAL" clId="{31AF745B-ECEE-4C51-8828-E2A47B117181}" dt="2021-01-26T06:11:21.079" v="546"/>
          <ac:spMkLst>
            <pc:docMk/>
            <pc:sldMk cId="3747614513" sldId="381"/>
            <ac:spMk id="3" creationId="{F54A46C4-10A8-4D73-8262-AF5F7632B069}"/>
          </ac:spMkLst>
        </pc:spChg>
        <pc:spChg chg="mod">
          <ac:chgData name="鈴木 秀規" userId="f68c5fd9-22d5-4c0a-9833-7fb0f5135313" providerId="ADAL" clId="{31AF745B-ECEE-4C51-8828-E2A47B117181}" dt="2021-01-26T06:12:24.172" v="560" actId="207"/>
          <ac:spMkLst>
            <pc:docMk/>
            <pc:sldMk cId="3747614513" sldId="381"/>
            <ac:spMk id="5" creationId="{C0902D24-2BC6-4565-B8E4-0885C73CA1B0}"/>
          </ac:spMkLst>
        </pc:spChg>
      </pc:sldChg>
      <pc:sldChg chg="addSp delSp modSp new mod">
        <pc:chgData name="鈴木 秀規" userId="f68c5fd9-22d5-4c0a-9833-7fb0f5135313" providerId="ADAL" clId="{31AF745B-ECEE-4C51-8828-E2A47B117181}" dt="2021-01-26T06:14:03.636" v="574" actId="207"/>
        <pc:sldMkLst>
          <pc:docMk/>
          <pc:sldMk cId="882110079" sldId="382"/>
        </pc:sldMkLst>
        <pc:spChg chg="mod">
          <ac:chgData name="鈴木 秀規" userId="f68c5fd9-22d5-4c0a-9833-7fb0f5135313" providerId="ADAL" clId="{31AF745B-ECEE-4C51-8828-E2A47B117181}" dt="2021-01-26T06:12:50.845" v="562"/>
          <ac:spMkLst>
            <pc:docMk/>
            <pc:sldMk cId="882110079" sldId="382"/>
            <ac:spMk id="3" creationId="{A3CC9EC9-F4F4-4F23-8295-F1F14A8EF7BF}"/>
          </ac:spMkLst>
        </pc:spChg>
        <pc:spChg chg="del">
          <ac:chgData name="鈴木 秀規" userId="f68c5fd9-22d5-4c0a-9833-7fb0f5135313" providerId="ADAL" clId="{31AF745B-ECEE-4C51-8828-E2A47B117181}" dt="2021-01-26T06:13:21.142" v="565" actId="478"/>
          <ac:spMkLst>
            <pc:docMk/>
            <pc:sldMk cId="882110079" sldId="382"/>
            <ac:spMk id="5" creationId="{AF90F26D-7738-4D8F-BDA2-E79BA73233E4}"/>
          </ac:spMkLst>
        </pc:spChg>
        <pc:spChg chg="add del mod">
          <ac:chgData name="鈴木 秀規" userId="f68c5fd9-22d5-4c0a-9833-7fb0f5135313" providerId="ADAL" clId="{31AF745B-ECEE-4C51-8828-E2A47B117181}" dt="2021-01-26T06:13:10.268" v="564"/>
          <ac:spMkLst>
            <pc:docMk/>
            <pc:sldMk cId="882110079" sldId="382"/>
            <ac:spMk id="6" creationId="{86A444F9-DE7C-4FBD-B2B6-D06A5D9943B1}"/>
          </ac:spMkLst>
        </pc:spChg>
        <pc:spChg chg="add del mod">
          <ac:chgData name="鈴木 秀規" userId="f68c5fd9-22d5-4c0a-9833-7fb0f5135313" providerId="ADAL" clId="{31AF745B-ECEE-4C51-8828-E2A47B117181}" dt="2021-01-26T06:13:10.268" v="564"/>
          <ac:spMkLst>
            <pc:docMk/>
            <pc:sldMk cId="882110079" sldId="382"/>
            <ac:spMk id="7" creationId="{AD3C94E8-CCE4-4467-99FA-54C60C64C849}"/>
          </ac:spMkLst>
        </pc:spChg>
        <pc:spChg chg="add del mod">
          <ac:chgData name="鈴木 秀規" userId="f68c5fd9-22d5-4c0a-9833-7fb0f5135313" providerId="ADAL" clId="{31AF745B-ECEE-4C51-8828-E2A47B117181}" dt="2021-01-26T06:13:10.268" v="564"/>
          <ac:spMkLst>
            <pc:docMk/>
            <pc:sldMk cId="882110079" sldId="382"/>
            <ac:spMk id="8" creationId="{B02B01A6-8295-48F9-8750-10A5EF847C21}"/>
          </ac:spMkLst>
        </pc:spChg>
        <pc:spChg chg="mod">
          <ac:chgData name="鈴木 秀規" userId="f68c5fd9-22d5-4c0a-9833-7fb0f5135313" providerId="ADAL" clId="{31AF745B-ECEE-4C51-8828-E2A47B117181}" dt="2021-01-26T06:13:09.258" v="563"/>
          <ac:spMkLst>
            <pc:docMk/>
            <pc:sldMk cId="882110079" sldId="382"/>
            <ac:spMk id="11" creationId="{D35B5DAD-402A-47F6-BDE7-E6BFDC074AA2}"/>
          </ac:spMkLst>
        </pc:spChg>
        <pc:spChg chg="add del mod">
          <ac:chgData name="鈴木 秀規" userId="f68c5fd9-22d5-4c0a-9833-7fb0f5135313" providerId="ADAL" clId="{31AF745B-ECEE-4C51-8828-E2A47B117181}" dt="2021-01-26T06:13:10.268" v="564"/>
          <ac:spMkLst>
            <pc:docMk/>
            <pc:sldMk cId="882110079" sldId="382"/>
            <ac:spMk id="12" creationId="{B480959C-1CD5-4F31-B9BC-85AB01582226}"/>
          </ac:spMkLst>
        </pc:spChg>
        <pc:spChg chg="add del mod">
          <ac:chgData name="鈴木 秀規" userId="f68c5fd9-22d5-4c0a-9833-7fb0f5135313" providerId="ADAL" clId="{31AF745B-ECEE-4C51-8828-E2A47B117181}" dt="2021-01-26T06:13:10.268" v="564"/>
          <ac:spMkLst>
            <pc:docMk/>
            <pc:sldMk cId="882110079" sldId="382"/>
            <ac:spMk id="13" creationId="{1E0DEAA7-3B68-4D92-A66C-5066B52F7B9D}"/>
          </ac:spMkLst>
        </pc:spChg>
        <pc:spChg chg="add del mod">
          <ac:chgData name="鈴木 秀規" userId="f68c5fd9-22d5-4c0a-9833-7fb0f5135313" providerId="ADAL" clId="{31AF745B-ECEE-4C51-8828-E2A47B117181}" dt="2021-01-26T06:13:10.268" v="564"/>
          <ac:spMkLst>
            <pc:docMk/>
            <pc:sldMk cId="882110079" sldId="382"/>
            <ac:spMk id="14" creationId="{CAA2818F-3A83-4B5C-8F0A-566E05D710BF}"/>
          </ac:spMkLst>
        </pc:spChg>
        <pc:spChg chg="add del mod">
          <ac:chgData name="鈴木 秀規" userId="f68c5fd9-22d5-4c0a-9833-7fb0f5135313" providerId="ADAL" clId="{31AF745B-ECEE-4C51-8828-E2A47B117181}" dt="2021-01-26T06:13:10.268" v="564"/>
          <ac:spMkLst>
            <pc:docMk/>
            <pc:sldMk cId="882110079" sldId="382"/>
            <ac:spMk id="15" creationId="{D5ABF18C-A6E1-4F2E-BEF8-142AF128745F}"/>
          </ac:spMkLst>
        </pc:spChg>
        <pc:spChg chg="add del mod">
          <ac:chgData name="鈴木 秀規" userId="f68c5fd9-22d5-4c0a-9833-7fb0f5135313" providerId="ADAL" clId="{31AF745B-ECEE-4C51-8828-E2A47B117181}" dt="2021-01-26T06:13:10.268" v="564"/>
          <ac:spMkLst>
            <pc:docMk/>
            <pc:sldMk cId="882110079" sldId="382"/>
            <ac:spMk id="16" creationId="{306E79C5-4E8C-480B-83AE-AC51A8646740}"/>
          </ac:spMkLst>
        </pc:spChg>
        <pc:spChg chg="add del mod">
          <ac:chgData name="鈴木 秀規" userId="f68c5fd9-22d5-4c0a-9833-7fb0f5135313" providerId="ADAL" clId="{31AF745B-ECEE-4C51-8828-E2A47B117181}" dt="2021-01-26T06:13:10.268" v="564"/>
          <ac:spMkLst>
            <pc:docMk/>
            <pc:sldMk cId="882110079" sldId="382"/>
            <ac:spMk id="17" creationId="{A850B1BF-6213-4268-9852-CB3510D15896}"/>
          </ac:spMkLst>
        </pc:spChg>
        <pc:spChg chg="add del mod">
          <ac:chgData name="鈴木 秀規" userId="f68c5fd9-22d5-4c0a-9833-7fb0f5135313" providerId="ADAL" clId="{31AF745B-ECEE-4C51-8828-E2A47B117181}" dt="2021-01-26T06:13:10.268" v="564"/>
          <ac:spMkLst>
            <pc:docMk/>
            <pc:sldMk cId="882110079" sldId="382"/>
            <ac:spMk id="18" creationId="{B9D5858B-041E-4C12-9353-A8913816EACA}"/>
          </ac:spMkLst>
        </pc:spChg>
        <pc:spChg chg="add del mod">
          <ac:chgData name="鈴木 秀規" userId="f68c5fd9-22d5-4c0a-9833-7fb0f5135313" providerId="ADAL" clId="{31AF745B-ECEE-4C51-8828-E2A47B117181}" dt="2021-01-26T06:13:10.268" v="564"/>
          <ac:spMkLst>
            <pc:docMk/>
            <pc:sldMk cId="882110079" sldId="382"/>
            <ac:spMk id="19" creationId="{815E56E7-6482-4976-9092-728CE18EB9EF}"/>
          </ac:spMkLst>
        </pc:spChg>
        <pc:spChg chg="add del mod">
          <ac:chgData name="鈴木 秀規" userId="f68c5fd9-22d5-4c0a-9833-7fb0f5135313" providerId="ADAL" clId="{31AF745B-ECEE-4C51-8828-E2A47B117181}" dt="2021-01-26T06:13:10.268" v="564"/>
          <ac:spMkLst>
            <pc:docMk/>
            <pc:sldMk cId="882110079" sldId="382"/>
            <ac:spMk id="20" creationId="{C97D492B-3C50-4A3F-B87A-920471D2A56F}"/>
          </ac:spMkLst>
        </pc:spChg>
        <pc:spChg chg="add del mod">
          <ac:chgData name="鈴木 秀規" userId="f68c5fd9-22d5-4c0a-9833-7fb0f5135313" providerId="ADAL" clId="{31AF745B-ECEE-4C51-8828-E2A47B117181}" dt="2021-01-26T06:13:10.268" v="564"/>
          <ac:spMkLst>
            <pc:docMk/>
            <pc:sldMk cId="882110079" sldId="382"/>
            <ac:spMk id="21" creationId="{73CF89BF-6EDA-4EA0-965E-6983E66667E3}"/>
          </ac:spMkLst>
        </pc:spChg>
        <pc:spChg chg="add del mod">
          <ac:chgData name="鈴木 秀規" userId="f68c5fd9-22d5-4c0a-9833-7fb0f5135313" providerId="ADAL" clId="{31AF745B-ECEE-4C51-8828-E2A47B117181}" dt="2021-01-26T06:13:10.268" v="564"/>
          <ac:spMkLst>
            <pc:docMk/>
            <pc:sldMk cId="882110079" sldId="382"/>
            <ac:spMk id="22" creationId="{0D637F13-D357-471A-9CF4-75DC530A5E46}"/>
          </ac:spMkLst>
        </pc:spChg>
        <pc:spChg chg="add mod">
          <ac:chgData name="鈴木 秀規" userId="f68c5fd9-22d5-4c0a-9833-7fb0f5135313" providerId="ADAL" clId="{31AF745B-ECEE-4C51-8828-E2A47B117181}" dt="2021-01-26T06:13:21.550" v="566"/>
          <ac:spMkLst>
            <pc:docMk/>
            <pc:sldMk cId="882110079" sldId="382"/>
            <ac:spMk id="23" creationId="{CB95B40C-D475-4805-8F2B-5CD1ABD082B6}"/>
          </ac:spMkLst>
        </pc:spChg>
        <pc:spChg chg="add mod">
          <ac:chgData name="鈴木 秀規" userId="f68c5fd9-22d5-4c0a-9833-7fb0f5135313" providerId="ADAL" clId="{31AF745B-ECEE-4C51-8828-E2A47B117181}" dt="2021-01-26T06:13:21.550" v="566"/>
          <ac:spMkLst>
            <pc:docMk/>
            <pc:sldMk cId="882110079" sldId="382"/>
            <ac:spMk id="24" creationId="{EB86E5A7-017E-4A6A-86EB-FCE90D3F8600}"/>
          </ac:spMkLst>
        </pc:spChg>
        <pc:spChg chg="add mod">
          <ac:chgData name="鈴木 秀規" userId="f68c5fd9-22d5-4c0a-9833-7fb0f5135313" providerId="ADAL" clId="{31AF745B-ECEE-4C51-8828-E2A47B117181}" dt="2021-01-26T06:13:53.480" v="572" actId="207"/>
          <ac:spMkLst>
            <pc:docMk/>
            <pc:sldMk cId="882110079" sldId="382"/>
            <ac:spMk id="25" creationId="{F64B71BA-0995-41C8-BCE7-7F5F1F8231EA}"/>
          </ac:spMkLst>
        </pc:spChg>
        <pc:spChg chg="mod">
          <ac:chgData name="鈴木 秀規" userId="f68c5fd9-22d5-4c0a-9833-7fb0f5135313" providerId="ADAL" clId="{31AF745B-ECEE-4C51-8828-E2A47B117181}" dt="2021-01-26T06:13:21.550" v="566"/>
          <ac:spMkLst>
            <pc:docMk/>
            <pc:sldMk cId="882110079" sldId="382"/>
            <ac:spMk id="28" creationId="{BFE9E4B7-18B0-4F27-AA9B-DA0E3D3991A7}"/>
          </ac:spMkLst>
        </pc:spChg>
        <pc:spChg chg="add mod">
          <ac:chgData name="鈴木 秀規" userId="f68c5fd9-22d5-4c0a-9833-7fb0f5135313" providerId="ADAL" clId="{31AF745B-ECEE-4C51-8828-E2A47B117181}" dt="2021-01-26T06:13:21.550" v="566"/>
          <ac:spMkLst>
            <pc:docMk/>
            <pc:sldMk cId="882110079" sldId="382"/>
            <ac:spMk id="29" creationId="{573DAD18-4E4E-45C1-ADF4-49219DC34074}"/>
          </ac:spMkLst>
        </pc:spChg>
        <pc:spChg chg="add mod">
          <ac:chgData name="鈴木 秀規" userId="f68c5fd9-22d5-4c0a-9833-7fb0f5135313" providerId="ADAL" clId="{31AF745B-ECEE-4C51-8828-E2A47B117181}" dt="2021-01-26T06:13:21.550" v="566"/>
          <ac:spMkLst>
            <pc:docMk/>
            <pc:sldMk cId="882110079" sldId="382"/>
            <ac:spMk id="30" creationId="{E70DE4C6-C26E-4F4C-9071-75AD0594AD5A}"/>
          </ac:spMkLst>
        </pc:spChg>
        <pc:spChg chg="add mod">
          <ac:chgData name="鈴木 秀規" userId="f68c5fd9-22d5-4c0a-9833-7fb0f5135313" providerId="ADAL" clId="{31AF745B-ECEE-4C51-8828-E2A47B117181}" dt="2021-01-26T06:13:21.550" v="566"/>
          <ac:spMkLst>
            <pc:docMk/>
            <pc:sldMk cId="882110079" sldId="382"/>
            <ac:spMk id="31" creationId="{D1BDC3E5-EA00-4C42-8A1E-852F56068736}"/>
          </ac:spMkLst>
        </pc:spChg>
        <pc:spChg chg="add mod">
          <ac:chgData name="鈴木 秀規" userId="f68c5fd9-22d5-4c0a-9833-7fb0f5135313" providerId="ADAL" clId="{31AF745B-ECEE-4C51-8828-E2A47B117181}" dt="2021-01-26T06:13:21.550" v="566"/>
          <ac:spMkLst>
            <pc:docMk/>
            <pc:sldMk cId="882110079" sldId="382"/>
            <ac:spMk id="32" creationId="{8C2C898B-8E04-48B9-8CEE-48779842213F}"/>
          </ac:spMkLst>
        </pc:spChg>
        <pc:spChg chg="add mod">
          <ac:chgData name="鈴木 秀規" userId="f68c5fd9-22d5-4c0a-9833-7fb0f5135313" providerId="ADAL" clId="{31AF745B-ECEE-4C51-8828-E2A47B117181}" dt="2021-01-26T06:13:21.550" v="566"/>
          <ac:spMkLst>
            <pc:docMk/>
            <pc:sldMk cId="882110079" sldId="382"/>
            <ac:spMk id="33" creationId="{998B1CBF-B26D-497D-9621-03A6FBE45715}"/>
          </ac:spMkLst>
        </pc:spChg>
        <pc:spChg chg="add mod">
          <ac:chgData name="鈴木 秀規" userId="f68c5fd9-22d5-4c0a-9833-7fb0f5135313" providerId="ADAL" clId="{31AF745B-ECEE-4C51-8828-E2A47B117181}" dt="2021-01-26T06:14:03.636" v="574" actId="207"/>
          <ac:spMkLst>
            <pc:docMk/>
            <pc:sldMk cId="882110079" sldId="382"/>
            <ac:spMk id="34" creationId="{924D5BA6-9DD1-4F22-8640-C4BBA5DCE744}"/>
          </ac:spMkLst>
        </pc:spChg>
        <pc:spChg chg="add mod">
          <ac:chgData name="鈴木 秀規" userId="f68c5fd9-22d5-4c0a-9833-7fb0f5135313" providerId="ADAL" clId="{31AF745B-ECEE-4C51-8828-E2A47B117181}" dt="2021-01-26T06:13:21.550" v="566"/>
          <ac:spMkLst>
            <pc:docMk/>
            <pc:sldMk cId="882110079" sldId="382"/>
            <ac:spMk id="35" creationId="{180FD0D4-BA62-4835-90CF-419910B6A754}"/>
          </ac:spMkLst>
        </pc:spChg>
        <pc:spChg chg="add mod">
          <ac:chgData name="鈴木 秀規" userId="f68c5fd9-22d5-4c0a-9833-7fb0f5135313" providerId="ADAL" clId="{31AF745B-ECEE-4C51-8828-E2A47B117181}" dt="2021-01-26T06:13:44.030" v="569" actId="207"/>
          <ac:spMkLst>
            <pc:docMk/>
            <pc:sldMk cId="882110079" sldId="382"/>
            <ac:spMk id="36" creationId="{E034CB9A-A4D2-48E9-9EE9-C639751C9AAA}"/>
          </ac:spMkLst>
        </pc:spChg>
        <pc:spChg chg="add mod">
          <ac:chgData name="鈴木 秀規" userId="f68c5fd9-22d5-4c0a-9833-7fb0f5135313" providerId="ADAL" clId="{31AF745B-ECEE-4C51-8828-E2A47B117181}" dt="2021-01-26T06:13:21.550" v="566"/>
          <ac:spMkLst>
            <pc:docMk/>
            <pc:sldMk cId="882110079" sldId="382"/>
            <ac:spMk id="37" creationId="{1D25F930-F554-4875-AAE2-2400D6012CD1}"/>
          </ac:spMkLst>
        </pc:spChg>
        <pc:spChg chg="add mod">
          <ac:chgData name="鈴木 秀規" userId="f68c5fd9-22d5-4c0a-9833-7fb0f5135313" providerId="ADAL" clId="{31AF745B-ECEE-4C51-8828-E2A47B117181}" dt="2021-01-26T06:13:21.550" v="566"/>
          <ac:spMkLst>
            <pc:docMk/>
            <pc:sldMk cId="882110079" sldId="382"/>
            <ac:spMk id="38" creationId="{E76DE0E2-CC83-48AE-AFA6-4671B3BC96CF}"/>
          </ac:spMkLst>
        </pc:spChg>
        <pc:spChg chg="add mod">
          <ac:chgData name="鈴木 秀規" userId="f68c5fd9-22d5-4c0a-9833-7fb0f5135313" providerId="ADAL" clId="{31AF745B-ECEE-4C51-8828-E2A47B117181}" dt="2021-01-26T06:13:44.030" v="569" actId="207"/>
          <ac:spMkLst>
            <pc:docMk/>
            <pc:sldMk cId="882110079" sldId="382"/>
            <ac:spMk id="39" creationId="{C39B4C02-6C83-4A45-9EFF-4B2F1446EC4A}"/>
          </ac:spMkLst>
        </pc:spChg>
        <pc:grpChg chg="add del mod">
          <ac:chgData name="鈴木 秀規" userId="f68c5fd9-22d5-4c0a-9833-7fb0f5135313" providerId="ADAL" clId="{31AF745B-ECEE-4C51-8828-E2A47B117181}" dt="2021-01-26T06:13:10.268" v="564"/>
          <ac:grpSpMkLst>
            <pc:docMk/>
            <pc:sldMk cId="882110079" sldId="382"/>
            <ac:grpSpMk id="9" creationId="{57BA293B-7FDC-47F9-A1CE-4F5F57ABEC39}"/>
          </ac:grpSpMkLst>
        </pc:grpChg>
        <pc:grpChg chg="add mod">
          <ac:chgData name="鈴木 秀規" userId="f68c5fd9-22d5-4c0a-9833-7fb0f5135313" providerId="ADAL" clId="{31AF745B-ECEE-4C51-8828-E2A47B117181}" dt="2021-01-26T06:13:21.550" v="566"/>
          <ac:grpSpMkLst>
            <pc:docMk/>
            <pc:sldMk cId="882110079" sldId="382"/>
            <ac:grpSpMk id="26" creationId="{917B620F-C4F7-41BD-9896-CE2FFAE60927}"/>
          </ac:grpSpMkLst>
        </pc:grpChg>
        <pc:picChg chg="mod">
          <ac:chgData name="鈴木 秀規" userId="f68c5fd9-22d5-4c0a-9833-7fb0f5135313" providerId="ADAL" clId="{31AF745B-ECEE-4C51-8828-E2A47B117181}" dt="2021-01-26T06:13:09.258" v="563"/>
          <ac:picMkLst>
            <pc:docMk/>
            <pc:sldMk cId="882110079" sldId="382"/>
            <ac:picMk id="10" creationId="{8CC84378-7F8F-40BE-AE6F-98331DD39749}"/>
          </ac:picMkLst>
        </pc:picChg>
        <pc:picChg chg="mod">
          <ac:chgData name="鈴木 秀規" userId="f68c5fd9-22d5-4c0a-9833-7fb0f5135313" providerId="ADAL" clId="{31AF745B-ECEE-4C51-8828-E2A47B117181}" dt="2021-01-26T06:13:21.550" v="566"/>
          <ac:picMkLst>
            <pc:docMk/>
            <pc:sldMk cId="882110079" sldId="382"/>
            <ac:picMk id="27" creationId="{24ACCD78-F9D6-4EC2-9BFF-C7E2157BD470}"/>
          </ac:picMkLst>
        </pc:picChg>
      </pc:sldChg>
      <pc:sldChg chg="addSp modSp new mod">
        <pc:chgData name="鈴木 秀規" userId="f68c5fd9-22d5-4c0a-9833-7fb0f5135313" providerId="ADAL" clId="{31AF745B-ECEE-4C51-8828-E2A47B117181}" dt="2021-01-26T06:16:04.560" v="587" actId="113"/>
        <pc:sldMkLst>
          <pc:docMk/>
          <pc:sldMk cId="2781782632" sldId="383"/>
        </pc:sldMkLst>
        <pc:spChg chg="mod">
          <ac:chgData name="鈴木 秀規" userId="f68c5fd9-22d5-4c0a-9833-7fb0f5135313" providerId="ADAL" clId="{31AF745B-ECEE-4C51-8828-E2A47B117181}" dt="2021-01-26T06:14:45.891" v="576"/>
          <ac:spMkLst>
            <pc:docMk/>
            <pc:sldMk cId="2781782632" sldId="383"/>
            <ac:spMk id="3" creationId="{B8B1C725-BA9E-47ED-B8AA-4F2EA343DE8A}"/>
          </ac:spMkLst>
        </pc:spChg>
        <pc:spChg chg="mod">
          <ac:chgData name="鈴木 秀規" userId="f68c5fd9-22d5-4c0a-9833-7fb0f5135313" providerId="ADAL" clId="{31AF745B-ECEE-4C51-8828-E2A47B117181}" dt="2021-01-26T06:16:04.560" v="587" actId="113"/>
          <ac:spMkLst>
            <pc:docMk/>
            <pc:sldMk cId="2781782632" sldId="383"/>
            <ac:spMk id="5" creationId="{CF651CCA-9F40-4BCE-A01F-0BD5D700C5E9}"/>
          </ac:spMkLst>
        </pc:spChg>
        <pc:picChg chg="add mod">
          <ac:chgData name="鈴木 秀規" userId="f68c5fd9-22d5-4c0a-9833-7fb0f5135313" providerId="ADAL" clId="{31AF745B-ECEE-4C51-8828-E2A47B117181}" dt="2021-01-26T06:15:26.687" v="583" actId="1076"/>
          <ac:picMkLst>
            <pc:docMk/>
            <pc:sldMk cId="2781782632" sldId="383"/>
            <ac:picMk id="6" creationId="{65279780-C5FC-45B9-9309-A9C6BF38E469}"/>
          </ac:picMkLst>
        </pc:picChg>
      </pc:sldChg>
      <pc:sldChg chg="addSp delSp modSp new mod delAnim modAnim">
        <pc:chgData name="鈴木 秀規" userId="f68c5fd9-22d5-4c0a-9833-7fb0f5135313" providerId="ADAL" clId="{31AF745B-ECEE-4C51-8828-E2A47B117181}" dt="2021-01-26T06:23:26.889" v="664" actId="255"/>
        <pc:sldMkLst>
          <pc:docMk/>
          <pc:sldMk cId="4147991204" sldId="384"/>
        </pc:sldMkLst>
        <pc:spChg chg="mod">
          <ac:chgData name="鈴木 秀規" userId="f68c5fd9-22d5-4c0a-9833-7fb0f5135313" providerId="ADAL" clId="{31AF745B-ECEE-4C51-8828-E2A47B117181}" dt="2021-01-26T06:16:39.823" v="597" actId="20577"/>
          <ac:spMkLst>
            <pc:docMk/>
            <pc:sldMk cId="4147991204" sldId="384"/>
            <ac:spMk id="3" creationId="{88B1A65F-8194-42FD-B9D9-616F8BCC232B}"/>
          </ac:spMkLst>
        </pc:spChg>
        <pc:spChg chg="mod">
          <ac:chgData name="鈴木 秀規" userId="f68c5fd9-22d5-4c0a-9833-7fb0f5135313" providerId="ADAL" clId="{31AF745B-ECEE-4C51-8828-E2A47B117181}" dt="2021-01-26T06:16:53.527" v="601" actId="14100"/>
          <ac:spMkLst>
            <pc:docMk/>
            <pc:sldMk cId="4147991204" sldId="384"/>
            <ac:spMk id="5" creationId="{24DBC3E7-31A6-42EF-B371-B658D9FC74AB}"/>
          </ac:spMkLst>
        </pc:spChg>
        <pc:spChg chg="add mod">
          <ac:chgData name="鈴木 秀規" userId="f68c5fd9-22d5-4c0a-9833-7fb0f5135313" providerId="ADAL" clId="{31AF745B-ECEE-4C51-8828-E2A47B117181}" dt="2021-01-26T06:23:26.889" v="664" actId="255"/>
          <ac:spMkLst>
            <pc:docMk/>
            <pc:sldMk cId="4147991204" sldId="384"/>
            <ac:spMk id="7" creationId="{1CD216F2-0B99-4613-A820-9845B1647BC0}"/>
          </ac:spMkLst>
        </pc:spChg>
        <pc:spChg chg="add del mod">
          <ac:chgData name="鈴木 秀規" userId="f68c5fd9-22d5-4c0a-9833-7fb0f5135313" providerId="ADAL" clId="{31AF745B-ECEE-4C51-8828-E2A47B117181}" dt="2021-01-26T06:22:51.841" v="654" actId="478"/>
          <ac:spMkLst>
            <pc:docMk/>
            <pc:sldMk cId="4147991204" sldId="384"/>
            <ac:spMk id="8" creationId="{F0A0FDD0-E7FD-40D2-BB0C-A7CD33611AA9}"/>
          </ac:spMkLst>
        </pc:spChg>
        <pc:spChg chg="add del mod">
          <ac:chgData name="鈴木 秀規" userId="f68c5fd9-22d5-4c0a-9833-7fb0f5135313" providerId="ADAL" clId="{31AF745B-ECEE-4C51-8828-E2A47B117181}" dt="2021-01-26T06:19:53.679" v="621" actId="478"/>
          <ac:spMkLst>
            <pc:docMk/>
            <pc:sldMk cId="4147991204" sldId="384"/>
            <ac:spMk id="9" creationId="{941A2A67-B610-477B-8872-318FEDC6FCEB}"/>
          </ac:spMkLst>
        </pc:spChg>
        <pc:spChg chg="add mod">
          <ac:chgData name="鈴木 秀規" userId="f68c5fd9-22d5-4c0a-9833-7fb0f5135313" providerId="ADAL" clId="{31AF745B-ECEE-4C51-8828-E2A47B117181}" dt="2021-01-26T06:20:09.586" v="624" actId="14100"/>
          <ac:spMkLst>
            <pc:docMk/>
            <pc:sldMk cId="4147991204" sldId="384"/>
            <ac:spMk id="10" creationId="{EE64B79F-B591-443A-A2E7-C73CBE6ECB13}"/>
          </ac:spMkLst>
        </pc:spChg>
        <pc:picChg chg="add del mod">
          <ac:chgData name="鈴木 秀規" userId="f68c5fd9-22d5-4c0a-9833-7fb0f5135313" providerId="ADAL" clId="{31AF745B-ECEE-4C51-8828-E2A47B117181}" dt="2021-01-26T06:17:06.905" v="603" actId="478"/>
          <ac:picMkLst>
            <pc:docMk/>
            <pc:sldMk cId="4147991204" sldId="384"/>
            <ac:picMk id="6" creationId="{BA18E97F-DC42-46DB-BD15-E1F243CBE847}"/>
          </ac:picMkLst>
        </pc:picChg>
        <pc:picChg chg="add mod">
          <ac:chgData name="鈴木 秀規" userId="f68c5fd9-22d5-4c0a-9833-7fb0f5135313" providerId="ADAL" clId="{31AF745B-ECEE-4C51-8828-E2A47B117181}" dt="2021-01-26T06:19:02.426" v="613" actId="1076"/>
          <ac:picMkLst>
            <pc:docMk/>
            <pc:sldMk cId="4147991204" sldId="384"/>
            <ac:picMk id="1026" creationId="{6903FB68-4A4A-42EB-A759-26E220FD56CD}"/>
          </ac:picMkLst>
        </pc:picChg>
      </pc:sldChg>
      <pc:sldChg chg="modSp new mod">
        <pc:chgData name="鈴木 秀規" userId="f68c5fd9-22d5-4c0a-9833-7fb0f5135313" providerId="ADAL" clId="{31AF745B-ECEE-4C51-8828-E2A47B117181}" dt="2021-01-26T06:22:18.153" v="652" actId="207"/>
        <pc:sldMkLst>
          <pc:docMk/>
          <pc:sldMk cId="1389535331" sldId="385"/>
        </pc:sldMkLst>
        <pc:spChg chg="mod">
          <ac:chgData name="鈴木 秀規" userId="f68c5fd9-22d5-4c0a-9833-7fb0f5135313" providerId="ADAL" clId="{31AF745B-ECEE-4C51-8828-E2A47B117181}" dt="2021-01-26T06:20:58.455" v="626"/>
          <ac:spMkLst>
            <pc:docMk/>
            <pc:sldMk cId="1389535331" sldId="385"/>
            <ac:spMk id="3" creationId="{496F8A16-68B0-4614-9906-69CEE0EBA64D}"/>
          </ac:spMkLst>
        </pc:spChg>
        <pc:spChg chg="mod">
          <ac:chgData name="鈴木 秀規" userId="f68c5fd9-22d5-4c0a-9833-7fb0f5135313" providerId="ADAL" clId="{31AF745B-ECEE-4C51-8828-E2A47B117181}" dt="2021-01-26T06:22:18.153" v="652" actId="207"/>
          <ac:spMkLst>
            <pc:docMk/>
            <pc:sldMk cId="1389535331" sldId="385"/>
            <ac:spMk id="5" creationId="{6F728591-7CBD-4AD4-9F32-C84F67FFA042}"/>
          </ac:spMkLst>
        </pc:spChg>
      </pc:sldChg>
      <pc:sldChg chg="modSp new mod">
        <pc:chgData name="鈴木 秀規" userId="f68c5fd9-22d5-4c0a-9833-7fb0f5135313" providerId="ADAL" clId="{31AF745B-ECEE-4C51-8828-E2A47B117181}" dt="2021-01-26T06:25:31.114" v="700" actId="207"/>
        <pc:sldMkLst>
          <pc:docMk/>
          <pc:sldMk cId="3711062952" sldId="386"/>
        </pc:sldMkLst>
        <pc:spChg chg="mod">
          <ac:chgData name="鈴木 秀規" userId="f68c5fd9-22d5-4c0a-9833-7fb0f5135313" providerId="ADAL" clId="{31AF745B-ECEE-4C51-8828-E2A47B117181}" dt="2021-01-26T06:23:47.429" v="665"/>
          <ac:spMkLst>
            <pc:docMk/>
            <pc:sldMk cId="3711062952" sldId="386"/>
            <ac:spMk id="3" creationId="{BB422BF4-F7D4-4F39-B554-AB828A85924E}"/>
          </ac:spMkLst>
        </pc:spChg>
        <pc:spChg chg="mod">
          <ac:chgData name="鈴木 秀規" userId="f68c5fd9-22d5-4c0a-9833-7fb0f5135313" providerId="ADAL" clId="{31AF745B-ECEE-4C51-8828-E2A47B117181}" dt="2021-01-26T06:25:31.114" v="700" actId="207"/>
          <ac:spMkLst>
            <pc:docMk/>
            <pc:sldMk cId="3711062952" sldId="386"/>
            <ac:spMk id="5" creationId="{23BCC0A4-DBE2-4C84-BDC2-543B3A071296}"/>
          </ac:spMkLst>
        </pc:spChg>
      </pc:sldChg>
      <pc:sldChg chg="addSp delSp modSp new mod">
        <pc:chgData name="鈴木 秀規" userId="f68c5fd9-22d5-4c0a-9833-7fb0f5135313" providerId="ADAL" clId="{31AF745B-ECEE-4C51-8828-E2A47B117181}" dt="2021-01-26T06:30:36.692" v="750" actId="14100"/>
        <pc:sldMkLst>
          <pc:docMk/>
          <pc:sldMk cId="556755707" sldId="387"/>
        </pc:sldMkLst>
        <pc:spChg chg="mod">
          <ac:chgData name="鈴木 秀規" userId="f68c5fd9-22d5-4c0a-9833-7fb0f5135313" providerId="ADAL" clId="{31AF745B-ECEE-4C51-8828-E2A47B117181}" dt="2021-01-26T06:25:47.215" v="702"/>
          <ac:spMkLst>
            <pc:docMk/>
            <pc:sldMk cId="556755707" sldId="387"/>
            <ac:spMk id="3" creationId="{D055E71E-3900-411D-A4AF-1AFDE03A9EBB}"/>
          </ac:spMkLst>
        </pc:spChg>
        <pc:spChg chg="del">
          <ac:chgData name="鈴木 秀規" userId="f68c5fd9-22d5-4c0a-9833-7fb0f5135313" providerId="ADAL" clId="{31AF745B-ECEE-4C51-8828-E2A47B117181}" dt="2021-01-26T06:26:16.459" v="703" actId="478"/>
          <ac:spMkLst>
            <pc:docMk/>
            <pc:sldMk cId="556755707" sldId="387"/>
            <ac:spMk id="5" creationId="{CB977DC8-CF7B-491D-AE32-FFE9DC6D56EC}"/>
          </ac:spMkLst>
        </pc:spChg>
        <pc:spChg chg="add mod">
          <ac:chgData name="鈴木 秀規" userId="f68c5fd9-22d5-4c0a-9833-7fb0f5135313" providerId="ADAL" clId="{31AF745B-ECEE-4C51-8828-E2A47B117181}" dt="2021-01-26T06:30:36.692" v="750" actId="14100"/>
          <ac:spMkLst>
            <pc:docMk/>
            <pc:sldMk cId="556755707" sldId="387"/>
            <ac:spMk id="6" creationId="{DB5FF637-F24E-4A0E-A8E9-3B89CDB9528C}"/>
          </ac:spMkLst>
        </pc:spChg>
        <pc:spChg chg="add mod">
          <ac:chgData name="鈴木 秀規" userId="f68c5fd9-22d5-4c0a-9833-7fb0f5135313" providerId="ADAL" clId="{31AF745B-ECEE-4C51-8828-E2A47B117181}" dt="2021-01-26T06:29:57.313" v="747" actId="1036"/>
          <ac:spMkLst>
            <pc:docMk/>
            <pc:sldMk cId="556755707" sldId="387"/>
            <ac:spMk id="7" creationId="{3A7BFF58-BDCE-4270-9567-91B91CB59120}"/>
          </ac:spMkLst>
        </pc:spChg>
        <pc:spChg chg="add mod">
          <ac:chgData name="鈴木 秀規" userId="f68c5fd9-22d5-4c0a-9833-7fb0f5135313" providerId="ADAL" clId="{31AF745B-ECEE-4C51-8828-E2A47B117181}" dt="2021-01-26T06:30:03.561" v="749" actId="1036"/>
          <ac:spMkLst>
            <pc:docMk/>
            <pc:sldMk cId="556755707" sldId="387"/>
            <ac:spMk id="8" creationId="{3E47FB20-4DA8-4B89-9C1C-B56A81CFBD86}"/>
          </ac:spMkLst>
        </pc:spChg>
        <pc:spChg chg="add mod">
          <ac:chgData name="鈴木 秀規" userId="f68c5fd9-22d5-4c0a-9833-7fb0f5135313" providerId="ADAL" clId="{31AF745B-ECEE-4C51-8828-E2A47B117181}" dt="2021-01-26T06:29:46.723" v="740" actId="1076"/>
          <ac:spMkLst>
            <pc:docMk/>
            <pc:sldMk cId="556755707" sldId="387"/>
            <ac:spMk id="9" creationId="{C47ADA95-0A25-40DC-B9CF-048F22043620}"/>
          </ac:spMkLst>
        </pc:spChg>
      </pc:sldChg>
      <pc:sldChg chg="modSp new mod">
        <pc:chgData name="鈴木 秀規" userId="f68c5fd9-22d5-4c0a-9833-7fb0f5135313" providerId="ADAL" clId="{31AF745B-ECEE-4C51-8828-E2A47B117181}" dt="2021-01-26T06:33:38.699" v="790" actId="20577"/>
        <pc:sldMkLst>
          <pc:docMk/>
          <pc:sldMk cId="2438793549" sldId="388"/>
        </pc:sldMkLst>
        <pc:spChg chg="mod">
          <ac:chgData name="鈴木 秀規" userId="f68c5fd9-22d5-4c0a-9833-7fb0f5135313" providerId="ADAL" clId="{31AF745B-ECEE-4C51-8828-E2A47B117181}" dt="2021-01-26T06:31:30.837" v="752"/>
          <ac:spMkLst>
            <pc:docMk/>
            <pc:sldMk cId="2438793549" sldId="388"/>
            <ac:spMk id="3" creationId="{C610E423-A142-4AA0-8F53-A880ECB84638}"/>
          </ac:spMkLst>
        </pc:spChg>
        <pc:spChg chg="mod">
          <ac:chgData name="鈴木 秀規" userId="f68c5fd9-22d5-4c0a-9833-7fb0f5135313" providerId="ADAL" clId="{31AF745B-ECEE-4C51-8828-E2A47B117181}" dt="2021-01-26T06:33:38.699" v="790" actId="20577"/>
          <ac:spMkLst>
            <pc:docMk/>
            <pc:sldMk cId="2438793549" sldId="388"/>
            <ac:spMk id="5" creationId="{F46EF505-320C-46BD-B709-62F840190822}"/>
          </ac:spMkLst>
        </pc:spChg>
      </pc:sldChg>
      <pc:sldChg chg="addSp modSp new mod">
        <pc:chgData name="鈴木 秀規" userId="f68c5fd9-22d5-4c0a-9833-7fb0f5135313" providerId="ADAL" clId="{31AF745B-ECEE-4C51-8828-E2A47B117181}" dt="2021-01-26T06:36:17.453" v="826" actId="1076"/>
        <pc:sldMkLst>
          <pc:docMk/>
          <pc:sldMk cId="1715481522" sldId="389"/>
        </pc:sldMkLst>
        <pc:spChg chg="mod">
          <ac:chgData name="鈴木 秀規" userId="f68c5fd9-22d5-4c0a-9833-7fb0f5135313" providerId="ADAL" clId="{31AF745B-ECEE-4C51-8828-E2A47B117181}" dt="2021-01-26T06:33:54.359" v="792"/>
          <ac:spMkLst>
            <pc:docMk/>
            <pc:sldMk cId="1715481522" sldId="389"/>
            <ac:spMk id="3" creationId="{274C6DF9-4F40-4E35-B127-AD76C03E164C}"/>
          </ac:spMkLst>
        </pc:spChg>
        <pc:spChg chg="mod">
          <ac:chgData name="鈴木 秀規" userId="f68c5fd9-22d5-4c0a-9833-7fb0f5135313" providerId="ADAL" clId="{31AF745B-ECEE-4C51-8828-E2A47B117181}" dt="2021-01-26T06:34:13.444" v="798" actId="14100"/>
          <ac:spMkLst>
            <pc:docMk/>
            <pc:sldMk cId="1715481522" sldId="389"/>
            <ac:spMk id="5" creationId="{3C1DD7FF-865D-416B-9120-CF864BAE9874}"/>
          </ac:spMkLst>
        </pc:spChg>
        <pc:graphicFrameChg chg="add mod modGraphic">
          <ac:chgData name="鈴木 秀規" userId="f68c5fd9-22d5-4c0a-9833-7fb0f5135313" providerId="ADAL" clId="{31AF745B-ECEE-4C51-8828-E2A47B117181}" dt="2021-01-26T06:35:31.045" v="808" actId="1076"/>
          <ac:graphicFrameMkLst>
            <pc:docMk/>
            <pc:sldMk cId="1715481522" sldId="389"/>
            <ac:graphicFrameMk id="6" creationId="{631281BD-0237-40F4-91CF-FA5B941265D3}"/>
          </ac:graphicFrameMkLst>
        </pc:graphicFrameChg>
        <pc:picChg chg="add mod">
          <ac:chgData name="鈴木 秀規" userId="f68c5fd9-22d5-4c0a-9833-7fb0f5135313" providerId="ADAL" clId="{31AF745B-ECEE-4C51-8828-E2A47B117181}" dt="2021-01-26T06:36:17.453" v="826" actId="1076"/>
          <ac:picMkLst>
            <pc:docMk/>
            <pc:sldMk cId="1715481522" sldId="389"/>
            <ac:picMk id="7" creationId="{E45271C7-AA74-43AE-A4E8-DE6603F047A6}"/>
          </ac:picMkLst>
        </pc:picChg>
        <pc:picChg chg="add mod">
          <ac:chgData name="鈴木 秀規" userId="f68c5fd9-22d5-4c0a-9833-7fb0f5135313" providerId="ADAL" clId="{31AF745B-ECEE-4C51-8828-E2A47B117181}" dt="2021-01-26T06:36:12.681" v="825" actId="1076"/>
          <ac:picMkLst>
            <pc:docMk/>
            <pc:sldMk cId="1715481522" sldId="389"/>
            <ac:picMk id="8" creationId="{640D49C3-8B55-4FF1-AE83-D00762148637}"/>
          </ac:picMkLst>
        </pc:picChg>
        <pc:picChg chg="add mod">
          <ac:chgData name="鈴木 秀規" userId="f68c5fd9-22d5-4c0a-9833-7fb0f5135313" providerId="ADAL" clId="{31AF745B-ECEE-4C51-8828-E2A47B117181}" dt="2021-01-26T06:36:07.752" v="824" actId="1038"/>
          <ac:picMkLst>
            <pc:docMk/>
            <pc:sldMk cId="1715481522" sldId="389"/>
            <ac:picMk id="9" creationId="{F251F0C4-D23F-4222-A6DB-D2308DA9E82F}"/>
          </ac:picMkLst>
        </pc:picChg>
      </pc:sldChg>
      <pc:sldChg chg="addSp modSp new mod">
        <pc:chgData name="鈴木 秀規" userId="f68c5fd9-22d5-4c0a-9833-7fb0f5135313" providerId="ADAL" clId="{31AF745B-ECEE-4C51-8828-E2A47B117181}" dt="2021-01-26T06:38:34.845" v="845" actId="14100"/>
        <pc:sldMkLst>
          <pc:docMk/>
          <pc:sldMk cId="2118453056" sldId="390"/>
        </pc:sldMkLst>
        <pc:spChg chg="mod">
          <ac:chgData name="鈴木 秀規" userId="f68c5fd9-22d5-4c0a-9833-7fb0f5135313" providerId="ADAL" clId="{31AF745B-ECEE-4C51-8828-E2A47B117181}" dt="2021-01-26T06:36:54.867" v="828"/>
          <ac:spMkLst>
            <pc:docMk/>
            <pc:sldMk cId="2118453056" sldId="390"/>
            <ac:spMk id="3" creationId="{21605FE5-64C9-4BF4-9F3F-7B719FB78C85}"/>
          </ac:spMkLst>
        </pc:spChg>
        <pc:spChg chg="mod">
          <ac:chgData name="鈴木 秀規" userId="f68c5fd9-22d5-4c0a-9833-7fb0f5135313" providerId="ADAL" clId="{31AF745B-ECEE-4C51-8828-E2A47B117181}" dt="2021-01-26T06:37:11.632" v="832" actId="14100"/>
          <ac:spMkLst>
            <pc:docMk/>
            <pc:sldMk cId="2118453056" sldId="390"/>
            <ac:spMk id="5" creationId="{C116B22A-AD6D-47DA-A67D-CEC3EDD5618A}"/>
          </ac:spMkLst>
        </pc:spChg>
        <pc:spChg chg="add mod">
          <ac:chgData name="鈴木 秀規" userId="f68c5fd9-22d5-4c0a-9833-7fb0f5135313" providerId="ADAL" clId="{31AF745B-ECEE-4C51-8828-E2A47B117181}" dt="2021-01-26T06:38:34.845" v="845" actId="14100"/>
          <ac:spMkLst>
            <pc:docMk/>
            <pc:sldMk cId="2118453056" sldId="390"/>
            <ac:spMk id="7" creationId="{1BB70643-3072-4F68-9F32-5E53C7C57439}"/>
          </ac:spMkLst>
        </pc:spChg>
        <pc:graphicFrameChg chg="add mod modGraphic">
          <ac:chgData name="鈴木 秀規" userId="f68c5fd9-22d5-4c0a-9833-7fb0f5135313" providerId="ADAL" clId="{31AF745B-ECEE-4C51-8828-E2A47B117181}" dt="2021-01-26T06:38:29.060" v="843" actId="404"/>
          <ac:graphicFrameMkLst>
            <pc:docMk/>
            <pc:sldMk cId="2118453056" sldId="390"/>
            <ac:graphicFrameMk id="6" creationId="{297DB172-46A9-4949-8D1D-B1671A9C80CD}"/>
          </ac:graphicFrameMkLst>
        </pc:graphicFrameChg>
      </pc:sldChg>
      <pc:sldChg chg="addSp modSp new mod">
        <pc:chgData name="鈴木 秀規" userId="f68c5fd9-22d5-4c0a-9833-7fb0f5135313" providerId="ADAL" clId="{31AF745B-ECEE-4C51-8828-E2A47B117181}" dt="2021-01-26T06:40:17.458" v="866" actId="1076"/>
        <pc:sldMkLst>
          <pc:docMk/>
          <pc:sldMk cId="2854077937" sldId="391"/>
        </pc:sldMkLst>
        <pc:spChg chg="mod">
          <ac:chgData name="鈴木 秀規" userId="f68c5fd9-22d5-4c0a-9833-7fb0f5135313" providerId="ADAL" clId="{31AF745B-ECEE-4C51-8828-E2A47B117181}" dt="2021-01-26T06:39:01.335" v="847"/>
          <ac:spMkLst>
            <pc:docMk/>
            <pc:sldMk cId="2854077937" sldId="391"/>
            <ac:spMk id="3" creationId="{7A506605-B0B9-4B0D-8607-6103FC129341}"/>
          </ac:spMkLst>
        </pc:spChg>
        <pc:spChg chg="mod">
          <ac:chgData name="鈴木 秀規" userId="f68c5fd9-22d5-4c0a-9833-7fb0f5135313" providerId="ADAL" clId="{31AF745B-ECEE-4C51-8828-E2A47B117181}" dt="2021-01-26T06:39:59.122" v="863" actId="20577"/>
          <ac:spMkLst>
            <pc:docMk/>
            <pc:sldMk cId="2854077937" sldId="391"/>
            <ac:spMk id="5" creationId="{B70CD2A3-08F1-4371-A97B-69D3EEECE0B6}"/>
          </ac:spMkLst>
        </pc:spChg>
        <pc:spChg chg="add mod">
          <ac:chgData name="鈴木 秀規" userId="f68c5fd9-22d5-4c0a-9833-7fb0f5135313" providerId="ADAL" clId="{31AF745B-ECEE-4C51-8828-E2A47B117181}" dt="2021-01-26T06:40:15.257" v="865" actId="14100"/>
          <ac:spMkLst>
            <pc:docMk/>
            <pc:sldMk cId="2854077937" sldId="391"/>
            <ac:spMk id="6" creationId="{E4998E1D-F552-42EC-8877-9BDAE4238C38}"/>
          </ac:spMkLst>
        </pc:spChg>
        <pc:spChg chg="add mod">
          <ac:chgData name="鈴木 秀規" userId="f68c5fd9-22d5-4c0a-9833-7fb0f5135313" providerId="ADAL" clId="{31AF745B-ECEE-4C51-8828-E2A47B117181}" dt="2021-01-26T06:40:17.458" v="866" actId="1076"/>
          <ac:spMkLst>
            <pc:docMk/>
            <pc:sldMk cId="2854077937" sldId="391"/>
            <ac:spMk id="7" creationId="{7E5A696E-578D-4B92-8E2F-29C2483A1788}"/>
          </ac:spMkLst>
        </pc:spChg>
      </pc:sldChg>
      <pc:sldChg chg="modSp new mod">
        <pc:chgData name="鈴木 秀規" userId="f68c5fd9-22d5-4c0a-9833-7fb0f5135313" providerId="ADAL" clId="{31AF745B-ECEE-4C51-8828-E2A47B117181}" dt="2021-01-26T06:42:05.724" v="899" actId="207"/>
        <pc:sldMkLst>
          <pc:docMk/>
          <pc:sldMk cId="2566377597" sldId="392"/>
        </pc:sldMkLst>
        <pc:spChg chg="mod">
          <ac:chgData name="鈴木 秀規" userId="f68c5fd9-22d5-4c0a-9833-7fb0f5135313" providerId="ADAL" clId="{31AF745B-ECEE-4C51-8828-E2A47B117181}" dt="2021-01-26T06:40:32.225" v="868"/>
          <ac:spMkLst>
            <pc:docMk/>
            <pc:sldMk cId="2566377597" sldId="392"/>
            <ac:spMk id="3" creationId="{3CDA359F-22F3-44B7-A8BB-5C7D6B8EB399}"/>
          </ac:spMkLst>
        </pc:spChg>
        <pc:spChg chg="mod">
          <ac:chgData name="鈴木 秀規" userId="f68c5fd9-22d5-4c0a-9833-7fb0f5135313" providerId="ADAL" clId="{31AF745B-ECEE-4C51-8828-E2A47B117181}" dt="2021-01-26T06:42:05.724" v="899" actId="207"/>
          <ac:spMkLst>
            <pc:docMk/>
            <pc:sldMk cId="2566377597" sldId="392"/>
            <ac:spMk id="5" creationId="{1EADADA1-FD30-495E-ADBE-241685CE217B}"/>
          </ac:spMkLst>
        </pc:spChg>
      </pc:sldChg>
      <pc:sldChg chg="modSp new mod">
        <pc:chgData name="鈴木 秀規" userId="f68c5fd9-22d5-4c0a-9833-7fb0f5135313" providerId="ADAL" clId="{31AF745B-ECEE-4C51-8828-E2A47B117181}" dt="2021-01-26T06:43:26.060" v="923" actId="207"/>
        <pc:sldMkLst>
          <pc:docMk/>
          <pc:sldMk cId="1398339670" sldId="393"/>
        </pc:sldMkLst>
        <pc:spChg chg="mod">
          <ac:chgData name="鈴木 秀規" userId="f68c5fd9-22d5-4c0a-9833-7fb0f5135313" providerId="ADAL" clId="{31AF745B-ECEE-4C51-8828-E2A47B117181}" dt="2021-01-26T06:42:21.385" v="901"/>
          <ac:spMkLst>
            <pc:docMk/>
            <pc:sldMk cId="1398339670" sldId="393"/>
            <ac:spMk id="3" creationId="{CC2600F4-4C41-40A4-B127-4C95273C2234}"/>
          </ac:spMkLst>
        </pc:spChg>
        <pc:spChg chg="mod">
          <ac:chgData name="鈴木 秀規" userId="f68c5fd9-22d5-4c0a-9833-7fb0f5135313" providerId="ADAL" clId="{31AF745B-ECEE-4C51-8828-E2A47B117181}" dt="2021-01-26T06:43:26.060" v="923" actId="207"/>
          <ac:spMkLst>
            <pc:docMk/>
            <pc:sldMk cId="1398339670" sldId="393"/>
            <ac:spMk id="5" creationId="{B8045AC5-6FD9-48E8-8FFD-CD130F3B1311}"/>
          </ac:spMkLst>
        </pc:spChg>
      </pc:sldChg>
    </pc:docChg>
  </pc:docChgLst>
  <pc:docChgLst>
    <pc:chgData name="鈴木 秀規" userId="f68c5fd9-22d5-4c0a-9833-7fb0f5135313" providerId="ADAL" clId="{F2CAF9F8-F2C6-4EF5-92E4-F89FCD0750B4}"/>
    <pc:docChg chg="undo custSel addSld delSld modSld">
      <pc:chgData name="鈴木 秀規" userId="f68c5fd9-22d5-4c0a-9833-7fb0f5135313" providerId="ADAL" clId="{F2CAF9F8-F2C6-4EF5-92E4-F89FCD0750B4}" dt="2021-01-12T05:39:59.693" v="1538" actId="20577"/>
      <pc:docMkLst>
        <pc:docMk/>
      </pc:docMkLst>
      <pc:sldChg chg="modSp">
        <pc:chgData name="鈴木 秀規" userId="f68c5fd9-22d5-4c0a-9833-7fb0f5135313" providerId="ADAL" clId="{F2CAF9F8-F2C6-4EF5-92E4-F89FCD0750B4}" dt="2021-01-12T04:36:59.608" v="0"/>
        <pc:sldMkLst>
          <pc:docMk/>
          <pc:sldMk cId="0" sldId="256"/>
        </pc:sldMkLst>
        <pc:spChg chg="mod">
          <ac:chgData name="鈴木 秀規" userId="f68c5fd9-22d5-4c0a-9833-7fb0f5135313" providerId="ADAL" clId="{F2CAF9F8-F2C6-4EF5-92E4-F89FCD0750B4}" dt="2021-01-12T04:36:59.608" v="0"/>
          <ac:spMkLst>
            <pc:docMk/>
            <pc:sldMk cId="0" sldId="256"/>
            <ac:spMk id="3" creationId="{1AF37D55-893C-40DE-8876-567A09F9C298}"/>
          </ac:spMkLst>
        </pc:spChg>
        <pc:spChg chg="mod">
          <ac:chgData name="鈴木 秀規" userId="f68c5fd9-22d5-4c0a-9833-7fb0f5135313" providerId="ADAL" clId="{F2CAF9F8-F2C6-4EF5-92E4-F89FCD0750B4}" dt="2021-01-12T04:36:59.608" v="0"/>
          <ac:spMkLst>
            <pc:docMk/>
            <pc:sldMk cId="0" sldId="256"/>
            <ac:spMk id="56" creationId="{00000000-0000-0000-0000-000000000000}"/>
          </ac:spMkLst>
        </pc:spChg>
      </pc:sldChg>
      <pc:sldChg chg="modSp del mod">
        <pc:chgData name="鈴木 秀規" userId="f68c5fd9-22d5-4c0a-9833-7fb0f5135313" providerId="ADAL" clId="{F2CAF9F8-F2C6-4EF5-92E4-F89FCD0750B4}" dt="2021-01-12T04:40:43.366" v="27" actId="47"/>
        <pc:sldMkLst>
          <pc:docMk/>
          <pc:sldMk cId="510692425" sldId="259"/>
        </pc:sldMkLst>
        <pc:spChg chg="mod">
          <ac:chgData name="鈴木 秀規" userId="f68c5fd9-22d5-4c0a-9833-7fb0f5135313" providerId="ADAL" clId="{F2CAF9F8-F2C6-4EF5-92E4-F89FCD0750B4}" dt="2021-01-12T04:36:59.608" v="0"/>
          <ac:spMkLst>
            <pc:docMk/>
            <pc:sldMk cId="510692425" sldId="259"/>
            <ac:spMk id="5" creationId="{A3029779-EAC3-4C79-8D54-6C50A59BB25F}"/>
          </ac:spMkLst>
        </pc:spChg>
        <pc:spChg chg="mod">
          <ac:chgData name="鈴木 秀規" userId="f68c5fd9-22d5-4c0a-9833-7fb0f5135313" providerId="ADAL" clId="{F2CAF9F8-F2C6-4EF5-92E4-F89FCD0750B4}" dt="2021-01-12T04:36:59.608" v="0"/>
          <ac:spMkLst>
            <pc:docMk/>
            <pc:sldMk cId="510692425" sldId="259"/>
            <ac:spMk id="6" creationId="{93CAF3DF-C091-49F3-9A99-6DC437D36896}"/>
          </ac:spMkLst>
        </pc:spChg>
        <pc:spChg chg="mod">
          <ac:chgData name="鈴木 秀規" userId="f68c5fd9-22d5-4c0a-9833-7fb0f5135313" providerId="ADAL" clId="{F2CAF9F8-F2C6-4EF5-92E4-F89FCD0750B4}" dt="2021-01-12T04:36:59.608" v="0"/>
          <ac:spMkLst>
            <pc:docMk/>
            <pc:sldMk cId="510692425" sldId="259"/>
            <ac:spMk id="7" creationId="{26125C28-3058-490D-92C2-94CB56CB505F}"/>
          </ac:spMkLst>
        </pc:spChg>
        <pc:spChg chg="mod">
          <ac:chgData name="鈴木 秀規" userId="f68c5fd9-22d5-4c0a-9833-7fb0f5135313" providerId="ADAL" clId="{F2CAF9F8-F2C6-4EF5-92E4-F89FCD0750B4}" dt="2021-01-12T04:38:18.880" v="6" actId="2711"/>
          <ac:spMkLst>
            <pc:docMk/>
            <pc:sldMk cId="510692425" sldId="259"/>
            <ac:spMk id="10" creationId="{3E5F57E8-1388-43AE-8DB4-00724FCD3EB3}"/>
          </ac:spMkLst>
        </pc:spChg>
        <pc:spChg chg="mod">
          <ac:chgData name="鈴木 秀規" userId="f68c5fd9-22d5-4c0a-9833-7fb0f5135313" providerId="ADAL" clId="{F2CAF9F8-F2C6-4EF5-92E4-F89FCD0750B4}" dt="2021-01-12T04:40:35.582" v="24" actId="1076"/>
          <ac:spMkLst>
            <pc:docMk/>
            <pc:sldMk cId="510692425" sldId="259"/>
            <ac:spMk id="16" creationId="{15D20A36-4487-7441-AAC0-662645AC7C25}"/>
          </ac:spMkLst>
        </pc:spChg>
      </pc:sldChg>
      <pc:sldChg chg="modSp">
        <pc:chgData name="鈴木 秀規" userId="f68c5fd9-22d5-4c0a-9833-7fb0f5135313" providerId="ADAL" clId="{F2CAF9F8-F2C6-4EF5-92E4-F89FCD0750B4}" dt="2021-01-12T04:36:59.608" v="0"/>
        <pc:sldMkLst>
          <pc:docMk/>
          <pc:sldMk cId="1511176286" sldId="261"/>
        </pc:sldMkLst>
        <pc:spChg chg="mod">
          <ac:chgData name="鈴木 秀規" userId="f68c5fd9-22d5-4c0a-9833-7fb0f5135313" providerId="ADAL" clId="{F2CAF9F8-F2C6-4EF5-92E4-F89FCD0750B4}" dt="2021-01-12T04:36:59.608" v="0"/>
          <ac:spMkLst>
            <pc:docMk/>
            <pc:sldMk cId="1511176286" sldId="261"/>
            <ac:spMk id="5" creationId="{A3029779-EAC3-4C79-8D54-6C50A59BB25F}"/>
          </ac:spMkLst>
        </pc:spChg>
        <pc:spChg chg="mod">
          <ac:chgData name="鈴木 秀規" userId="f68c5fd9-22d5-4c0a-9833-7fb0f5135313" providerId="ADAL" clId="{F2CAF9F8-F2C6-4EF5-92E4-F89FCD0750B4}" dt="2021-01-12T04:36:59.608" v="0"/>
          <ac:spMkLst>
            <pc:docMk/>
            <pc:sldMk cId="1511176286" sldId="261"/>
            <ac:spMk id="6" creationId="{93CAF3DF-C091-49F3-9A99-6DC437D36896}"/>
          </ac:spMkLst>
        </pc:spChg>
        <pc:spChg chg="mod">
          <ac:chgData name="鈴木 秀規" userId="f68c5fd9-22d5-4c0a-9833-7fb0f5135313" providerId="ADAL" clId="{F2CAF9F8-F2C6-4EF5-92E4-F89FCD0750B4}" dt="2021-01-12T04:36:59.608" v="0"/>
          <ac:spMkLst>
            <pc:docMk/>
            <pc:sldMk cId="1511176286" sldId="261"/>
            <ac:spMk id="7" creationId="{26125C28-3058-490D-92C2-94CB56CB505F}"/>
          </ac:spMkLst>
        </pc:spChg>
      </pc:sldChg>
      <pc:sldChg chg="modSp">
        <pc:chgData name="鈴木 秀規" userId="f68c5fd9-22d5-4c0a-9833-7fb0f5135313" providerId="ADAL" clId="{F2CAF9F8-F2C6-4EF5-92E4-F89FCD0750B4}" dt="2021-01-12T04:36:59.608" v="0"/>
        <pc:sldMkLst>
          <pc:docMk/>
          <pc:sldMk cId="1668843990" sldId="360"/>
        </pc:sldMkLst>
        <pc:spChg chg="mod">
          <ac:chgData name="鈴木 秀規" userId="f68c5fd9-22d5-4c0a-9833-7fb0f5135313" providerId="ADAL" clId="{F2CAF9F8-F2C6-4EF5-92E4-F89FCD0750B4}" dt="2021-01-12T04:36:59.608" v="0"/>
          <ac:spMkLst>
            <pc:docMk/>
            <pc:sldMk cId="1668843990" sldId="360"/>
            <ac:spMk id="2" creationId="{40FB9845-3211-4E75-B8F8-E4AD28A089F9}"/>
          </ac:spMkLst>
        </pc:spChg>
        <pc:spChg chg="mod">
          <ac:chgData name="鈴木 秀規" userId="f68c5fd9-22d5-4c0a-9833-7fb0f5135313" providerId="ADAL" clId="{F2CAF9F8-F2C6-4EF5-92E4-F89FCD0750B4}" dt="2021-01-12T04:36:59.608" v="0"/>
          <ac:spMkLst>
            <pc:docMk/>
            <pc:sldMk cId="1668843990" sldId="360"/>
            <ac:spMk id="4" creationId="{334718C7-3237-4F5B-8C4E-46AD01EC8B16}"/>
          </ac:spMkLst>
        </pc:spChg>
        <pc:spChg chg="mod">
          <ac:chgData name="鈴木 秀規" userId="f68c5fd9-22d5-4c0a-9833-7fb0f5135313" providerId="ADAL" clId="{F2CAF9F8-F2C6-4EF5-92E4-F89FCD0750B4}" dt="2021-01-12T04:36:59.608" v="0"/>
          <ac:spMkLst>
            <pc:docMk/>
            <pc:sldMk cId="1668843990" sldId="360"/>
            <ac:spMk id="6" creationId="{296F413B-E489-4470-92CF-59B185034A28}"/>
          </ac:spMkLst>
        </pc:spChg>
        <pc:spChg chg="mod">
          <ac:chgData name="鈴木 秀規" userId="f68c5fd9-22d5-4c0a-9833-7fb0f5135313" providerId="ADAL" clId="{F2CAF9F8-F2C6-4EF5-92E4-F89FCD0750B4}" dt="2021-01-12T04:36:59.608" v="0"/>
          <ac:spMkLst>
            <pc:docMk/>
            <pc:sldMk cId="1668843990" sldId="360"/>
            <ac:spMk id="7" creationId="{F3941853-6FD3-4122-A071-E1BCBCDF59D4}"/>
          </ac:spMkLst>
        </pc:spChg>
        <pc:spChg chg="mod">
          <ac:chgData name="鈴木 秀規" userId="f68c5fd9-22d5-4c0a-9833-7fb0f5135313" providerId="ADAL" clId="{F2CAF9F8-F2C6-4EF5-92E4-F89FCD0750B4}" dt="2021-01-12T04:36:59.608" v="0"/>
          <ac:spMkLst>
            <pc:docMk/>
            <pc:sldMk cId="1668843990" sldId="360"/>
            <ac:spMk id="9" creationId="{A4832727-EA7F-44D6-A9F2-E4AE0246960A}"/>
          </ac:spMkLst>
        </pc:spChg>
      </pc:sldChg>
      <pc:sldChg chg="modSp">
        <pc:chgData name="鈴木 秀規" userId="f68c5fd9-22d5-4c0a-9833-7fb0f5135313" providerId="ADAL" clId="{F2CAF9F8-F2C6-4EF5-92E4-F89FCD0750B4}" dt="2021-01-12T04:36:59.608" v="0"/>
        <pc:sldMkLst>
          <pc:docMk/>
          <pc:sldMk cId="267129399" sldId="361"/>
        </pc:sldMkLst>
        <pc:spChg chg="mod">
          <ac:chgData name="鈴木 秀規" userId="f68c5fd9-22d5-4c0a-9833-7fb0f5135313" providerId="ADAL" clId="{F2CAF9F8-F2C6-4EF5-92E4-F89FCD0750B4}" dt="2021-01-12T04:36:59.608" v="0"/>
          <ac:spMkLst>
            <pc:docMk/>
            <pc:sldMk cId="267129399" sldId="361"/>
            <ac:spMk id="2" creationId="{8F991990-0DC6-4730-83E5-36F909A6129F}"/>
          </ac:spMkLst>
        </pc:spChg>
        <pc:spChg chg="mod">
          <ac:chgData name="鈴木 秀規" userId="f68c5fd9-22d5-4c0a-9833-7fb0f5135313" providerId="ADAL" clId="{F2CAF9F8-F2C6-4EF5-92E4-F89FCD0750B4}" dt="2021-01-12T04:36:59.608" v="0"/>
          <ac:spMkLst>
            <pc:docMk/>
            <pc:sldMk cId="267129399" sldId="361"/>
            <ac:spMk id="3" creationId="{AA9BFD7B-04B5-49CD-8E91-4AC76C8C681F}"/>
          </ac:spMkLst>
        </pc:spChg>
        <pc:spChg chg="mod">
          <ac:chgData name="鈴木 秀規" userId="f68c5fd9-22d5-4c0a-9833-7fb0f5135313" providerId="ADAL" clId="{F2CAF9F8-F2C6-4EF5-92E4-F89FCD0750B4}" dt="2021-01-12T04:36:59.608" v="0"/>
          <ac:spMkLst>
            <pc:docMk/>
            <pc:sldMk cId="267129399" sldId="361"/>
            <ac:spMk id="4" creationId="{CA8524E1-6DFF-4647-8FD1-738AA4991EDC}"/>
          </ac:spMkLst>
        </pc:spChg>
        <pc:spChg chg="mod">
          <ac:chgData name="鈴木 秀規" userId="f68c5fd9-22d5-4c0a-9833-7fb0f5135313" providerId="ADAL" clId="{F2CAF9F8-F2C6-4EF5-92E4-F89FCD0750B4}" dt="2021-01-12T04:36:59.608" v="0"/>
          <ac:spMkLst>
            <pc:docMk/>
            <pc:sldMk cId="267129399" sldId="361"/>
            <ac:spMk id="5" creationId="{6FFB24F3-38DB-45A5-BA62-DD27EF2E4AA2}"/>
          </ac:spMkLst>
        </pc:spChg>
        <pc:spChg chg="mod">
          <ac:chgData name="鈴木 秀規" userId="f68c5fd9-22d5-4c0a-9833-7fb0f5135313" providerId="ADAL" clId="{F2CAF9F8-F2C6-4EF5-92E4-F89FCD0750B4}" dt="2021-01-12T04:36:59.608" v="0"/>
          <ac:spMkLst>
            <pc:docMk/>
            <pc:sldMk cId="267129399" sldId="361"/>
            <ac:spMk id="6" creationId="{D0F3BEAC-A5EA-4EE4-95C7-0AEC1107FD29}"/>
          </ac:spMkLst>
        </pc:spChg>
      </pc:sldChg>
      <pc:sldChg chg="modSp">
        <pc:chgData name="鈴木 秀規" userId="f68c5fd9-22d5-4c0a-9833-7fb0f5135313" providerId="ADAL" clId="{F2CAF9F8-F2C6-4EF5-92E4-F89FCD0750B4}" dt="2021-01-12T04:36:59.608" v="0"/>
        <pc:sldMkLst>
          <pc:docMk/>
          <pc:sldMk cId="2503862587" sldId="362"/>
        </pc:sldMkLst>
        <pc:spChg chg="mod">
          <ac:chgData name="鈴木 秀規" userId="f68c5fd9-22d5-4c0a-9833-7fb0f5135313" providerId="ADAL" clId="{F2CAF9F8-F2C6-4EF5-92E4-F89FCD0750B4}" dt="2021-01-12T04:36:59.608" v="0"/>
          <ac:spMkLst>
            <pc:docMk/>
            <pc:sldMk cId="2503862587" sldId="362"/>
            <ac:spMk id="2" creationId="{6E4694B3-F66C-2C42-ABF3-667F907DA0DD}"/>
          </ac:spMkLst>
        </pc:spChg>
        <pc:spChg chg="mod">
          <ac:chgData name="鈴木 秀規" userId="f68c5fd9-22d5-4c0a-9833-7fb0f5135313" providerId="ADAL" clId="{F2CAF9F8-F2C6-4EF5-92E4-F89FCD0750B4}" dt="2021-01-12T04:36:59.608" v="0"/>
          <ac:spMkLst>
            <pc:docMk/>
            <pc:sldMk cId="2503862587" sldId="362"/>
            <ac:spMk id="3" creationId="{0AA7DF0E-6130-4E46-AE0F-FC0B82015E51}"/>
          </ac:spMkLst>
        </pc:spChg>
        <pc:spChg chg="mod">
          <ac:chgData name="鈴木 秀規" userId="f68c5fd9-22d5-4c0a-9833-7fb0f5135313" providerId="ADAL" clId="{F2CAF9F8-F2C6-4EF5-92E4-F89FCD0750B4}" dt="2021-01-12T04:36:59.608" v="0"/>
          <ac:spMkLst>
            <pc:docMk/>
            <pc:sldMk cId="2503862587" sldId="362"/>
            <ac:spMk id="4" creationId="{D9FB1868-09BC-2B48-A261-614253F308F0}"/>
          </ac:spMkLst>
        </pc:spChg>
      </pc:sldChg>
      <pc:sldChg chg="modSp del mod">
        <pc:chgData name="鈴木 秀規" userId="f68c5fd9-22d5-4c0a-9833-7fb0f5135313" providerId="ADAL" clId="{F2CAF9F8-F2C6-4EF5-92E4-F89FCD0750B4}" dt="2021-01-12T04:42:06.007" v="43" actId="2696"/>
        <pc:sldMkLst>
          <pc:docMk/>
          <pc:sldMk cId="4089106883" sldId="363"/>
        </pc:sldMkLst>
        <pc:spChg chg="mod">
          <ac:chgData name="鈴木 秀規" userId="f68c5fd9-22d5-4c0a-9833-7fb0f5135313" providerId="ADAL" clId="{F2CAF9F8-F2C6-4EF5-92E4-F89FCD0750B4}" dt="2021-01-12T04:36:59.608" v="0"/>
          <ac:spMkLst>
            <pc:docMk/>
            <pc:sldMk cId="4089106883" sldId="363"/>
            <ac:spMk id="5" creationId="{A3029779-EAC3-4C79-8D54-6C50A59BB25F}"/>
          </ac:spMkLst>
        </pc:spChg>
        <pc:spChg chg="mod">
          <ac:chgData name="鈴木 秀規" userId="f68c5fd9-22d5-4c0a-9833-7fb0f5135313" providerId="ADAL" clId="{F2CAF9F8-F2C6-4EF5-92E4-F89FCD0750B4}" dt="2021-01-12T04:36:59.608" v="0"/>
          <ac:spMkLst>
            <pc:docMk/>
            <pc:sldMk cId="4089106883" sldId="363"/>
            <ac:spMk id="6" creationId="{93CAF3DF-C091-49F3-9A99-6DC437D36896}"/>
          </ac:spMkLst>
        </pc:spChg>
        <pc:spChg chg="mod">
          <ac:chgData name="鈴木 秀規" userId="f68c5fd9-22d5-4c0a-9833-7fb0f5135313" providerId="ADAL" clId="{F2CAF9F8-F2C6-4EF5-92E4-F89FCD0750B4}" dt="2021-01-12T04:36:59.608" v="0"/>
          <ac:spMkLst>
            <pc:docMk/>
            <pc:sldMk cId="4089106883" sldId="363"/>
            <ac:spMk id="7" creationId="{26125C28-3058-490D-92C2-94CB56CB505F}"/>
          </ac:spMkLst>
        </pc:spChg>
        <pc:spChg chg="mod">
          <ac:chgData name="鈴木 秀規" userId="f68c5fd9-22d5-4c0a-9833-7fb0f5135313" providerId="ADAL" clId="{F2CAF9F8-F2C6-4EF5-92E4-F89FCD0750B4}" dt="2021-01-12T04:38:59.453" v="10" actId="2711"/>
          <ac:spMkLst>
            <pc:docMk/>
            <pc:sldMk cId="4089106883" sldId="363"/>
            <ac:spMk id="10" creationId="{3E5F57E8-1388-43AE-8DB4-00724FCD3EB3}"/>
          </ac:spMkLst>
        </pc:spChg>
      </pc:sldChg>
      <pc:sldChg chg="modSp">
        <pc:chgData name="鈴木 秀規" userId="f68c5fd9-22d5-4c0a-9833-7fb0f5135313" providerId="ADAL" clId="{F2CAF9F8-F2C6-4EF5-92E4-F89FCD0750B4}" dt="2021-01-12T04:36:59.608" v="0"/>
        <pc:sldMkLst>
          <pc:docMk/>
          <pc:sldMk cId="3893490019" sldId="364"/>
        </pc:sldMkLst>
        <pc:spChg chg="mod">
          <ac:chgData name="鈴木 秀規" userId="f68c5fd9-22d5-4c0a-9833-7fb0f5135313" providerId="ADAL" clId="{F2CAF9F8-F2C6-4EF5-92E4-F89FCD0750B4}" dt="2021-01-12T04:36:59.608" v="0"/>
          <ac:spMkLst>
            <pc:docMk/>
            <pc:sldMk cId="3893490019" sldId="364"/>
            <ac:spMk id="2" creationId="{7FABB1DA-A90A-BF44-B7B3-D07D46F61CAC}"/>
          </ac:spMkLst>
        </pc:spChg>
        <pc:spChg chg="mod">
          <ac:chgData name="鈴木 秀規" userId="f68c5fd9-22d5-4c0a-9833-7fb0f5135313" providerId="ADAL" clId="{F2CAF9F8-F2C6-4EF5-92E4-F89FCD0750B4}" dt="2021-01-12T04:36:59.608" v="0"/>
          <ac:spMkLst>
            <pc:docMk/>
            <pc:sldMk cId="3893490019" sldId="364"/>
            <ac:spMk id="3" creationId="{3A3F26A6-F565-3340-BD2E-EB9E7892240E}"/>
          </ac:spMkLst>
        </pc:spChg>
        <pc:spChg chg="mod">
          <ac:chgData name="鈴木 秀規" userId="f68c5fd9-22d5-4c0a-9833-7fb0f5135313" providerId="ADAL" clId="{F2CAF9F8-F2C6-4EF5-92E4-F89FCD0750B4}" dt="2021-01-12T04:36:59.608" v="0"/>
          <ac:spMkLst>
            <pc:docMk/>
            <pc:sldMk cId="3893490019" sldId="364"/>
            <ac:spMk id="4" creationId="{F0E6C3C8-6543-4445-AC1D-0374E8CE9FA7}"/>
          </ac:spMkLst>
        </pc:spChg>
        <pc:spChg chg="mod">
          <ac:chgData name="鈴木 秀規" userId="f68c5fd9-22d5-4c0a-9833-7fb0f5135313" providerId="ADAL" clId="{F2CAF9F8-F2C6-4EF5-92E4-F89FCD0750B4}" dt="2021-01-12T04:36:59.608" v="0"/>
          <ac:spMkLst>
            <pc:docMk/>
            <pc:sldMk cId="3893490019" sldId="364"/>
            <ac:spMk id="5" creationId="{2BB4C47D-B980-1C4B-8248-0869FD55EB3D}"/>
          </ac:spMkLst>
        </pc:spChg>
      </pc:sldChg>
      <pc:sldChg chg="modSp mod">
        <pc:chgData name="鈴木 秀規" userId="f68c5fd9-22d5-4c0a-9833-7fb0f5135313" providerId="ADAL" clId="{F2CAF9F8-F2C6-4EF5-92E4-F89FCD0750B4}" dt="2021-01-12T04:44:03.179" v="109" actId="404"/>
        <pc:sldMkLst>
          <pc:docMk/>
          <pc:sldMk cId="2559106598" sldId="365"/>
        </pc:sldMkLst>
        <pc:spChg chg="mod">
          <ac:chgData name="鈴木 秀規" userId="f68c5fd9-22d5-4c0a-9833-7fb0f5135313" providerId="ADAL" clId="{F2CAF9F8-F2C6-4EF5-92E4-F89FCD0750B4}" dt="2021-01-12T04:36:59.608" v="0"/>
          <ac:spMkLst>
            <pc:docMk/>
            <pc:sldMk cId="2559106598" sldId="365"/>
            <ac:spMk id="2" creationId="{78E72CC0-84D7-F940-8547-5CD32644186A}"/>
          </ac:spMkLst>
        </pc:spChg>
        <pc:spChg chg="mod">
          <ac:chgData name="鈴木 秀規" userId="f68c5fd9-22d5-4c0a-9833-7fb0f5135313" providerId="ADAL" clId="{F2CAF9F8-F2C6-4EF5-92E4-F89FCD0750B4}" dt="2021-01-12T04:36:59.608" v="0"/>
          <ac:spMkLst>
            <pc:docMk/>
            <pc:sldMk cId="2559106598" sldId="365"/>
            <ac:spMk id="3" creationId="{570D767C-529D-1D4C-9BD6-2E3AAE679914}"/>
          </ac:spMkLst>
        </pc:spChg>
        <pc:spChg chg="mod">
          <ac:chgData name="鈴木 秀規" userId="f68c5fd9-22d5-4c0a-9833-7fb0f5135313" providerId="ADAL" clId="{F2CAF9F8-F2C6-4EF5-92E4-F89FCD0750B4}" dt="2021-01-12T04:36:59.608" v="0"/>
          <ac:spMkLst>
            <pc:docMk/>
            <pc:sldMk cId="2559106598" sldId="365"/>
            <ac:spMk id="4" creationId="{5C76D554-1D05-0D47-95D6-B29E81E5EAFC}"/>
          </ac:spMkLst>
        </pc:spChg>
        <pc:graphicFrameChg chg="modGraphic">
          <ac:chgData name="鈴木 秀規" userId="f68c5fd9-22d5-4c0a-9833-7fb0f5135313" providerId="ADAL" clId="{F2CAF9F8-F2C6-4EF5-92E4-F89FCD0750B4}" dt="2021-01-12T04:44:03.179" v="109" actId="404"/>
          <ac:graphicFrameMkLst>
            <pc:docMk/>
            <pc:sldMk cId="2559106598" sldId="365"/>
            <ac:graphicFrameMk id="6" creationId="{A5C776C1-5736-6E41-AFE0-D7FC9EBFA87B}"/>
          </ac:graphicFrameMkLst>
        </pc:graphicFrameChg>
      </pc:sldChg>
      <pc:sldChg chg="addSp modSp mod modClrScheme chgLayout">
        <pc:chgData name="鈴木 秀規" userId="f68c5fd9-22d5-4c0a-9833-7fb0f5135313" providerId="ADAL" clId="{F2CAF9F8-F2C6-4EF5-92E4-F89FCD0750B4}" dt="2021-01-12T04:39:39.041" v="13" actId="700"/>
        <pc:sldMkLst>
          <pc:docMk/>
          <pc:sldMk cId="15529201" sldId="367"/>
        </pc:sldMkLst>
        <pc:spChg chg="add mod ord">
          <ac:chgData name="鈴木 秀規" userId="f68c5fd9-22d5-4c0a-9833-7fb0f5135313" providerId="ADAL" clId="{F2CAF9F8-F2C6-4EF5-92E4-F89FCD0750B4}" dt="2021-01-12T04:39:39.041" v="13" actId="700"/>
          <ac:spMkLst>
            <pc:docMk/>
            <pc:sldMk cId="15529201" sldId="367"/>
            <ac:spMk id="3" creationId="{A46A7E87-E7BA-4AD7-A158-ED4B8A59EEAA}"/>
          </ac:spMkLst>
        </pc:spChg>
        <pc:spChg chg="mod ord">
          <ac:chgData name="鈴木 秀規" userId="f68c5fd9-22d5-4c0a-9833-7fb0f5135313" providerId="ADAL" clId="{F2CAF9F8-F2C6-4EF5-92E4-F89FCD0750B4}" dt="2021-01-12T04:39:39.041" v="13" actId="700"/>
          <ac:spMkLst>
            <pc:docMk/>
            <pc:sldMk cId="15529201" sldId="367"/>
            <ac:spMk id="5" creationId="{A3029779-EAC3-4C79-8D54-6C50A59BB25F}"/>
          </ac:spMkLst>
        </pc:spChg>
        <pc:spChg chg="mod ord">
          <ac:chgData name="鈴木 秀規" userId="f68c5fd9-22d5-4c0a-9833-7fb0f5135313" providerId="ADAL" clId="{F2CAF9F8-F2C6-4EF5-92E4-F89FCD0750B4}" dt="2021-01-12T04:39:39.041" v="13" actId="700"/>
          <ac:spMkLst>
            <pc:docMk/>
            <pc:sldMk cId="15529201" sldId="367"/>
            <ac:spMk id="6" creationId="{93CAF3DF-C091-49F3-9A99-6DC437D36896}"/>
          </ac:spMkLst>
        </pc:spChg>
        <pc:spChg chg="mod ord">
          <ac:chgData name="鈴木 秀規" userId="f68c5fd9-22d5-4c0a-9833-7fb0f5135313" providerId="ADAL" clId="{F2CAF9F8-F2C6-4EF5-92E4-F89FCD0750B4}" dt="2021-01-12T04:39:39.041" v="13" actId="700"/>
          <ac:spMkLst>
            <pc:docMk/>
            <pc:sldMk cId="15529201" sldId="367"/>
            <ac:spMk id="7" creationId="{26125C28-3058-490D-92C2-94CB56CB505F}"/>
          </ac:spMkLst>
        </pc:spChg>
        <pc:spChg chg="mod ord">
          <ac:chgData name="鈴木 秀規" userId="f68c5fd9-22d5-4c0a-9833-7fb0f5135313" providerId="ADAL" clId="{F2CAF9F8-F2C6-4EF5-92E4-F89FCD0750B4}" dt="2021-01-12T04:39:39.041" v="13" actId="700"/>
          <ac:spMkLst>
            <pc:docMk/>
            <pc:sldMk cId="15529201" sldId="367"/>
            <ac:spMk id="10" creationId="{3E5F57E8-1388-43AE-8DB4-00724FCD3EB3}"/>
          </ac:spMkLst>
        </pc:spChg>
        <pc:spChg chg="add mod ord">
          <ac:chgData name="鈴木 秀規" userId="f68c5fd9-22d5-4c0a-9833-7fb0f5135313" providerId="ADAL" clId="{F2CAF9F8-F2C6-4EF5-92E4-F89FCD0750B4}" dt="2021-01-12T04:39:39.041" v="13" actId="700"/>
          <ac:spMkLst>
            <pc:docMk/>
            <pc:sldMk cId="15529201" sldId="367"/>
            <ac:spMk id="11" creationId="{3EB9FD6E-422E-4C20-A575-13013610EAF6}"/>
          </ac:spMkLst>
        </pc:spChg>
      </pc:sldChg>
      <pc:sldChg chg="modSp">
        <pc:chgData name="鈴木 秀規" userId="f68c5fd9-22d5-4c0a-9833-7fb0f5135313" providerId="ADAL" clId="{F2CAF9F8-F2C6-4EF5-92E4-F89FCD0750B4}" dt="2021-01-12T04:36:59.608" v="0"/>
        <pc:sldMkLst>
          <pc:docMk/>
          <pc:sldMk cId="1431651866" sldId="368"/>
        </pc:sldMkLst>
        <pc:spChg chg="mod">
          <ac:chgData name="鈴木 秀規" userId="f68c5fd9-22d5-4c0a-9833-7fb0f5135313" providerId="ADAL" clId="{F2CAF9F8-F2C6-4EF5-92E4-F89FCD0750B4}" dt="2021-01-12T04:36:59.608" v="0"/>
          <ac:spMkLst>
            <pc:docMk/>
            <pc:sldMk cId="1431651866" sldId="368"/>
            <ac:spMk id="2" creationId="{78E72CC0-84D7-F940-8547-5CD32644186A}"/>
          </ac:spMkLst>
        </pc:spChg>
        <pc:spChg chg="mod">
          <ac:chgData name="鈴木 秀規" userId="f68c5fd9-22d5-4c0a-9833-7fb0f5135313" providerId="ADAL" clId="{F2CAF9F8-F2C6-4EF5-92E4-F89FCD0750B4}" dt="2021-01-12T04:36:59.608" v="0"/>
          <ac:spMkLst>
            <pc:docMk/>
            <pc:sldMk cId="1431651866" sldId="368"/>
            <ac:spMk id="3" creationId="{570D767C-529D-1D4C-9BD6-2E3AAE679914}"/>
          </ac:spMkLst>
        </pc:spChg>
        <pc:spChg chg="mod">
          <ac:chgData name="鈴木 秀規" userId="f68c5fd9-22d5-4c0a-9833-7fb0f5135313" providerId="ADAL" clId="{F2CAF9F8-F2C6-4EF5-92E4-F89FCD0750B4}" dt="2021-01-12T04:36:59.608" v="0"/>
          <ac:spMkLst>
            <pc:docMk/>
            <pc:sldMk cId="1431651866" sldId="368"/>
            <ac:spMk id="4" creationId="{5C76D554-1D05-0D47-95D6-B29E81E5EAFC}"/>
          </ac:spMkLst>
        </pc:spChg>
      </pc:sldChg>
      <pc:sldChg chg="modSp del mod">
        <pc:chgData name="鈴木 秀規" userId="f68c5fd9-22d5-4c0a-9833-7fb0f5135313" providerId="ADAL" clId="{F2CAF9F8-F2C6-4EF5-92E4-F89FCD0750B4}" dt="2021-01-12T04:45:04.577" v="148" actId="2696"/>
        <pc:sldMkLst>
          <pc:docMk/>
          <pc:sldMk cId="3018498330" sldId="369"/>
        </pc:sldMkLst>
        <pc:spChg chg="mod">
          <ac:chgData name="鈴木 秀規" userId="f68c5fd9-22d5-4c0a-9833-7fb0f5135313" providerId="ADAL" clId="{F2CAF9F8-F2C6-4EF5-92E4-F89FCD0750B4}" dt="2021-01-12T04:36:59.608" v="0"/>
          <ac:spMkLst>
            <pc:docMk/>
            <pc:sldMk cId="3018498330" sldId="369"/>
            <ac:spMk id="2" creationId="{66EC7532-098F-E543-A5F5-DCE2A43E7B47}"/>
          </ac:spMkLst>
        </pc:spChg>
        <pc:spChg chg="mod">
          <ac:chgData name="鈴木 秀規" userId="f68c5fd9-22d5-4c0a-9833-7fb0f5135313" providerId="ADAL" clId="{F2CAF9F8-F2C6-4EF5-92E4-F89FCD0750B4}" dt="2021-01-12T04:36:59.608" v="0"/>
          <ac:spMkLst>
            <pc:docMk/>
            <pc:sldMk cId="3018498330" sldId="369"/>
            <ac:spMk id="3" creationId="{F1C6C295-7820-0949-875F-EAF056230447}"/>
          </ac:spMkLst>
        </pc:spChg>
        <pc:spChg chg="mod">
          <ac:chgData name="鈴木 秀規" userId="f68c5fd9-22d5-4c0a-9833-7fb0f5135313" providerId="ADAL" clId="{F2CAF9F8-F2C6-4EF5-92E4-F89FCD0750B4}" dt="2021-01-12T04:36:59.608" v="0"/>
          <ac:spMkLst>
            <pc:docMk/>
            <pc:sldMk cId="3018498330" sldId="369"/>
            <ac:spMk id="4" creationId="{0B3C1CED-6132-7648-873E-BC90BCD14454}"/>
          </ac:spMkLst>
        </pc:spChg>
        <pc:spChg chg="mod">
          <ac:chgData name="鈴木 秀規" userId="f68c5fd9-22d5-4c0a-9833-7fb0f5135313" providerId="ADAL" clId="{F2CAF9F8-F2C6-4EF5-92E4-F89FCD0750B4}" dt="2021-01-12T04:44:48.619" v="146" actId="21"/>
          <ac:spMkLst>
            <pc:docMk/>
            <pc:sldMk cId="3018498330" sldId="369"/>
            <ac:spMk id="5" creationId="{6B35BADF-F225-2348-897F-AF9752777AC5}"/>
          </ac:spMkLst>
        </pc:spChg>
      </pc:sldChg>
      <pc:sldChg chg="modSp add del mod">
        <pc:chgData name="鈴木 秀規" userId="f68c5fd9-22d5-4c0a-9833-7fb0f5135313" providerId="ADAL" clId="{F2CAF9F8-F2C6-4EF5-92E4-F89FCD0750B4}" dt="2021-01-12T05:39:59.693" v="1538" actId="20577"/>
        <pc:sldMkLst>
          <pc:docMk/>
          <pc:sldMk cId="3805279594" sldId="370"/>
        </pc:sldMkLst>
        <pc:spChg chg="mod">
          <ac:chgData name="鈴木 秀規" userId="f68c5fd9-22d5-4c0a-9833-7fb0f5135313" providerId="ADAL" clId="{F2CAF9F8-F2C6-4EF5-92E4-F89FCD0750B4}" dt="2021-01-12T04:36:59.608" v="0"/>
          <ac:spMkLst>
            <pc:docMk/>
            <pc:sldMk cId="3805279594" sldId="370"/>
            <ac:spMk id="2" creationId="{BBE8F2DC-477F-4A46-AA45-FC9B49760439}"/>
          </ac:spMkLst>
        </pc:spChg>
        <pc:spChg chg="mod">
          <ac:chgData name="鈴木 秀規" userId="f68c5fd9-22d5-4c0a-9833-7fb0f5135313" providerId="ADAL" clId="{F2CAF9F8-F2C6-4EF5-92E4-F89FCD0750B4}" dt="2021-01-12T04:36:59.608" v="0"/>
          <ac:spMkLst>
            <pc:docMk/>
            <pc:sldMk cId="3805279594" sldId="370"/>
            <ac:spMk id="3" creationId="{9CB86EFC-2A3F-214C-A2A0-00EB1AC0E3F3}"/>
          </ac:spMkLst>
        </pc:spChg>
        <pc:spChg chg="mod">
          <ac:chgData name="鈴木 秀規" userId="f68c5fd9-22d5-4c0a-9833-7fb0f5135313" providerId="ADAL" clId="{F2CAF9F8-F2C6-4EF5-92E4-F89FCD0750B4}" dt="2021-01-12T04:36:59.608" v="0"/>
          <ac:spMkLst>
            <pc:docMk/>
            <pc:sldMk cId="3805279594" sldId="370"/>
            <ac:spMk id="4" creationId="{767846D2-8A50-CE4D-B292-AB4CB00FC300}"/>
          </ac:spMkLst>
        </pc:spChg>
        <pc:spChg chg="mod">
          <ac:chgData name="鈴木 秀規" userId="f68c5fd9-22d5-4c0a-9833-7fb0f5135313" providerId="ADAL" clId="{F2CAF9F8-F2C6-4EF5-92E4-F89FCD0750B4}" dt="2021-01-12T05:39:59.693" v="1538" actId="20577"/>
          <ac:spMkLst>
            <pc:docMk/>
            <pc:sldMk cId="3805279594" sldId="370"/>
            <ac:spMk id="5" creationId="{D9D24A15-605C-D342-9DF6-15A80C8E63C7}"/>
          </ac:spMkLst>
        </pc:spChg>
      </pc:sldChg>
      <pc:sldChg chg="modSp">
        <pc:chgData name="鈴木 秀規" userId="f68c5fd9-22d5-4c0a-9833-7fb0f5135313" providerId="ADAL" clId="{F2CAF9F8-F2C6-4EF5-92E4-F89FCD0750B4}" dt="2021-01-12T04:36:59.608" v="0"/>
        <pc:sldMkLst>
          <pc:docMk/>
          <pc:sldMk cId="2800751255" sldId="371"/>
        </pc:sldMkLst>
        <pc:spChg chg="mod">
          <ac:chgData name="鈴木 秀規" userId="f68c5fd9-22d5-4c0a-9833-7fb0f5135313" providerId="ADAL" clId="{F2CAF9F8-F2C6-4EF5-92E4-F89FCD0750B4}" dt="2021-01-12T04:36:59.608" v="0"/>
          <ac:spMkLst>
            <pc:docMk/>
            <pc:sldMk cId="2800751255" sldId="371"/>
            <ac:spMk id="2" creationId="{992F612E-920E-DB42-831C-9A43B943FD23}"/>
          </ac:spMkLst>
        </pc:spChg>
        <pc:spChg chg="mod">
          <ac:chgData name="鈴木 秀規" userId="f68c5fd9-22d5-4c0a-9833-7fb0f5135313" providerId="ADAL" clId="{F2CAF9F8-F2C6-4EF5-92E4-F89FCD0750B4}" dt="2021-01-12T04:36:59.608" v="0"/>
          <ac:spMkLst>
            <pc:docMk/>
            <pc:sldMk cId="2800751255" sldId="371"/>
            <ac:spMk id="3" creationId="{86AF2C75-7C50-5545-B86A-AB0C1071AFF0}"/>
          </ac:spMkLst>
        </pc:spChg>
        <pc:spChg chg="mod">
          <ac:chgData name="鈴木 秀規" userId="f68c5fd9-22d5-4c0a-9833-7fb0f5135313" providerId="ADAL" clId="{F2CAF9F8-F2C6-4EF5-92E4-F89FCD0750B4}" dt="2021-01-12T04:36:59.608" v="0"/>
          <ac:spMkLst>
            <pc:docMk/>
            <pc:sldMk cId="2800751255" sldId="371"/>
            <ac:spMk id="4" creationId="{3D4BFF4A-92E9-3741-A870-60BBC65CCFE0}"/>
          </ac:spMkLst>
        </pc:spChg>
        <pc:spChg chg="mod">
          <ac:chgData name="鈴木 秀規" userId="f68c5fd9-22d5-4c0a-9833-7fb0f5135313" providerId="ADAL" clId="{F2CAF9F8-F2C6-4EF5-92E4-F89FCD0750B4}" dt="2021-01-12T04:36:59.608" v="0"/>
          <ac:spMkLst>
            <pc:docMk/>
            <pc:sldMk cId="2800751255" sldId="371"/>
            <ac:spMk id="5" creationId="{199D3E35-553D-E34C-ABB7-3B8D9DB70C07}"/>
          </ac:spMkLst>
        </pc:spChg>
      </pc:sldChg>
      <pc:sldChg chg="addSp delSp modSp new mod modClrScheme chgLayout">
        <pc:chgData name="鈴木 秀規" userId="f68c5fd9-22d5-4c0a-9833-7fb0f5135313" providerId="ADAL" clId="{F2CAF9F8-F2C6-4EF5-92E4-F89FCD0750B4}" dt="2021-01-12T04:42:45.469" v="105"/>
        <pc:sldMkLst>
          <pc:docMk/>
          <pc:sldMk cId="172008769" sldId="372"/>
        </pc:sldMkLst>
        <pc:spChg chg="del mod ord">
          <ac:chgData name="鈴木 秀規" userId="f68c5fd9-22d5-4c0a-9833-7fb0f5135313" providerId="ADAL" clId="{F2CAF9F8-F2C6-4EF5-92E4-F89FCD0750B4}" dt="2021-01-12T04:39:53.274" v="15" actId="700"/>
          <ac:spMkLst>
            <pc:docMk/>
            <pc:sldMk cId="172008769" sldId="372"/>
            <ac:spMk id="2" creationId="{EDE75749-E2ED-4EBC-AD20-E2D500F203D8}"/>
          </ac:spMkLst>
        </pc:spChg>
        <pc:spChg chg="mod ord">
          <ac:chgData name="鈴木 秀規" userId="f68c5fd9-22d5-4c0a-9833-7fb0f5135313" providerId="ADAL" clId="{F2CAF9F8-F2C6-4EF5-92E4-F89FCD0750B4}" dt="2021-01-12T04:39:53.274" v="15" actId="700"/>
          <ac:spMkLst>
            <pc:docMk/>
            <pc:sldMk cId="172008769" sldId="372"/>
            <ac:spMk id="3" creationId="{1B7C07C9-FEE3-4AC9-9F75-8ED3972B0330}"/>
          </ac:spMkLst>
        </pc:spChg>
        <pc:spChg chg="mod ord">
          <ac:chgData name="鈴木 秀規" userId="f68c5fd9-22d5-4c0a-9833-7fb0f5135313" providerId="ADAL" clId="{F2CAF9F8-F2C6-4EF5-92E4-F89FCD0750B4}" dt="2021-01-12T04:39:53.274" v="15" actId="700"/>
          <ac:spMkLst>
            <pc:docMk/>
            <pc:sldMk cId="172008769" sldId="372"/>
            <ac:spMk id="4" creationId="{09A94BC2-F42C-4D26-AFF8-47587794D6DB}"/>
          </ac:spMkLst>
        </pc:spChg>
        <pc:spChg chg="del mod ord">
          <ac:chgData name="鈴木 秀規" userId="f68c5fd9-22d5-4c0a-9833-7fb0f5135313" providerId="ADAL" clId="{F2CAF9F8-F2C6-4EF5-92E4-F89FCD0750B4}" dt="2021-01-12T04:39:53.274" v="15" actId="700"/>
          <ac:spMkLst>
            <pc:docMk/>
            <pc:sldMk cId="172008769" sldId="372"/>
            <ac:spMk id="5" creationId="{582A0B60-E9CC-4AAA-BC40-C52C15034634}"/>
          </ac:spMkLst>
        </pc:spChg>
        <pc:spChg chg="add mod ord">
          <ac:chgData name="鈴木 秀規" userId="f68c5fd9-22d5-4c0a-9833-7fb0f5135313" providerId="ADAL" clId="{F2CAF9F8-F2C6-4EF5-92E4-F89FCD0750B4}" dt="2021-01-12T04:42:45.469" v="105"/>
          <ac:spMkLst>
            <pc:docMk/>
            <pc:sldMk cId="172008769" sldId="372"/>
            <ac:spMk id="6" creationId="{3706AB8D-A382-42EF-9DE4-041BFCABF741}"/>
          </ac:spMkLst>
        </pc:spChg>
        <pc:spChg chg="add mod ord">
          <ac:chgData name="鈴木 秀規" userId="f68c5fd9-22d5-4c0a-9833-7fb0f5135313" providerId="ADAL" clId="{F2CAF9F8-F2C6-4EF5-92E4-F89FCD0750B4}" dt="2021-01-12T04:41:32.672" v="38" actId="14100"/>
          <ac:spMkLst>
            <pc:docMk/>
            <pc:sldMk cId="172008769" sldId="372"/>
            <ac:spMk id="7" creationId="{672739A4-DFB9-47C7-9258-80F9236238A4}"/>
          </ac:spMkLst>
        </pc:spChg>
        <pc:spChg chg="add mod ord">
          <ac:chgData name="鈴木 秀規" userId="f68c5fd9-22d5-4c0a-9833-7fb0f5135313" providerId="ADAL" clId="{F2CAF9F8-F2C6-4EF5-92E4-F89FCD0750B4}" dt="2021-01-12T04:41:26.967" v="36" actId="14100"/>
          <ac:spMkLst>
            <pc:docMk/>
            <pc:sldMk cId="172008769" sldId="372"/>
            <ac:spMk id="8" creationId="{1A8BB172-35AF-4185-A46A-ED93D3A7D7C5}"/>
          </ac:spMkLst>
        </pc:spChg>
        <pc:spChg chg="add mod ord">
          <ac:chgData name="鈴木 秀規" userId="f68c5fd9-22d5-4c0a-9833-7fb0f5135313" providerId="ADAL" clId="{F2CAF9F8-F2C6-4EF5-92E4-F89FCD0750B4}" dt="2021-01-12T04:39:53.274" v="15" actId="700"/>
          <ac:spMkLst>
            <pc:docMk/>
            <pc:sldMk cId="172008769" sldId="372"/>
            <ac:spMk id="9" creationId="{C8049898-5D79-42B6-B7CD-2DF86C0BA5FA}"/>
          </ac:spMkLst>
        </pc:spChg>
        <pc:spChg chg="add mod">
          <ac:chgData name="鈴木 秀規" userId="f68c5fd9-22d5-4c0a-9833-7fb0f5135313" providerId="ADAL" clId="{F2CAF9F8-F2C6-4EF5-92E4-F89FCD0750B4}" dt="2021-01-12T04:40:41.557" v="26" actId="14100"/>
          <ac:spMkLst>
            <pc:docMk/>
            <pc:sldMk cId="172008769" sldId="372"/>
            <ac:spMk id="10" creationId="{0AFC5742-3896-4E4B-91EB-5143E04BDFE8}"/>
          </ac:spMkLst>
        </pc:spChg>
      </pc:sldChg>
      <pc:sldChg chg="addSp delSp modSp new mod modClrScheme chgLayout">
        <pc:chgData name="鈴木 秀規" userId="f68c5fd9-22d5-4c0a-9833-7fb0f5135313" providerId="ADAL" clId="{F2CAF9F8-F2C6-4EF5-92E4-F89FCD0750B4}" dt="2021-01-12T04:42:02.973" v="42"/>
        <pc:sldMkLst>
          <pc:docMk/>
          <pc:sldMk cId="1008457363" sldId="373"/>
        </pc:sldMkLst>
        <pc:spChg chg="del mod ord">
          <ac:chgData name="鈴木 秀規" userId="f68c5fd9-22d5-4c0a-9833-7fb0f5135313" providerId="ADAL" clId="{F2CAF9F8-F2C6-4EF5-92E4-F89FCD0750B4}" dt="2021-01-12T04:40:55.323" v="29" actId="700"/>
          <ac:spMkLst>
            <pc:docMk/>
            <pc:sldMk cId="1008457363" sldId="373"/>
            <ac:spMk id="2" creationId="{D5A74365-A189-4C93-B3B0-6C8512FA2BB5}"/>
          </ac:spMkLst>
        </pc:spChg>
        <pc:spChg chg="mod ord">
          <ac:chgData name="鈴木 秀規" userId="f68c5fd9-22d5-4c0a-9833-7fb0f5135313" providerId="ADAL" clId="{F2CAF9F8-F2C6-4EF5-92E4-F89FCD0750B4}" dt="2021-01-12T04:40:55.323" v="29" actId="700"/>
          <ac:spMkLst>
            <pc:docMk/>
            <pc:sldMk cId="1008457363" sldId="373"/>
            <ac:spMk id="3" creationId="{F54F27B3-DDBF-476A-AD49-46F9A05EE6D4}"/>
          </ac:spMkLst>
        </pc:spChg>
        <pc:spChg chg="mod ord">
          <ac:chgData name="鈴木 秀規" userId="f68c5fd9-22d5-4c0a-9833-7fb0f5135313" providerId="ADAL" clId="{F2CAF9F8-F2C6-4EF5-92E4-F89FCD0750B4}" dt="2021-01-12T04:40:55.323" v="29" actId="700"/>
          <ac:spMkLst>
            <pc:docMk/>
            <pc:sldMk cId="1008457363" sldId="373"/>
            <ac:spMk id="4" creationId="{BFC7A35D-1013-4B1B-8268-48793F136D4C}"/>
          </ac:spMkLst>
        </pc:spChg>
        <pc:spChg chg="del mod ord">
          <ac:chgData name="鈴木 秀規" userId="f68c5fd9-22d5-4c0a-9833-7fb0f5135313" providerId="ADAL" clId="{F2CAF9F8-F2C6-4EF5-92E4-F89FCD0750B4}" dt="2021-01-12T04:40:55.323" v="29" actId="700"/>
          <ac:spMkLst>
            <pc:docMk/>
            <pc:sldMk cId="1008457363" sldId="373"/>
            <ac:spMk id="5" creationId="{9EA3119A-959C-4217-9181-5382384A593C}"/>
          </ac:spMkLst>
        </pc:spChg>
        <pc:spChg chg="add mod ord">
          <ac:chgData name="鈴木 秀規" userId="f68c5fd9-22d5-4c0a-9833-7fb0f5135313" providerId="ADAL" clId="{F2CAF9F8-F2C6-4EF5-92E4-F89FCD0750B4}" dt="2021-01-12T04:42:02.973" v="42"/>
          <ac:spMkLst>
            <pc:docMk/>
            <pc:sldMk cId="1008457363" sldId="373"/>
            <ac:spMk id="6" creationId="{0F81E6C4-7841-4153-9948-3830F64F1715}"/>
          </ac:spMkLst>
        </pc:spChg>
        <pc:spChg chg="add mod ord">
          <ac:chgData name="鈴木 秀規" userId="f68c5fd9-22d5-4c0a-9833-7fb0f5135313" providerId="ADAL" clId="{F2CAF9F8-F2C6-4EF5-92E4-F89FCD0750B4}" dt="2021-01-12T04:41:52.814" v="41" actId="12"/>
          <ac:spMkLst>
            <pc:docMk/>
            <pc:sldMk cId="1008457363" sldId="373"/>
            <ac:spMk id="7" creationId="{159221FC-71BC-49E4-B207-1A3CE6BB9F63}"/>
          </ac:spMkLst>
        </pc:spChg>
        <pc:spChg chg="add mod ord">
          <ac:chgData name="鈴木 秀規" userId="f68c5fd9-22d5-4c0a-9833-7fb0f5135313" providerId="ADAL" clId="{F2CAF9F8-F2C6-4EF5-92E4-F89FCD0750B4}" dt="2021-01-12T04:41:18.178" v="34" actId="14100"/>
          <ac:spMkLst>
            <pc:docMk/>
            <pc:sldMk cId="1008457363" sldId="373"/>
            <ac:spMk id="8" creationId="{DC47DB6E-DE5F-461B-8DA6-D7E7BFB3D9CA}"/>
          </ac:spMkLst>
        </pc:spChg>
        <pc:spChg chg="add mod ord">
          <ac:chgData name="鈴木 秀規" userId="f68c5fd9-22d5-4c0a-9833-7fb0f5135313" providerId="ADAL" clId="{F2CAF9F8-F2C6-4EF5-92E4-F89FCD0750B4}" dt="2021-01-12T04:40:55.323" v="29" actId="700"/>
          <ac:spMkLst>
            <pc:docMk/>
            <pc:sldMk cId="1008457363" sldId="373"/>
            <ac:spMk id="9" creationId="{3B4B4B26-E1BE-4F2F-85DB-B4EB50CCB2D1}"/>
          </ac:spMkLst>
        </pc:spChg>
      </pc:sldChg>
      <pc:sldChg chg="addSp delSp modSp new mod modClrScheme chgLayout">
        <pc:chgData name="鈴木 秀規" userId="f68c5fd9-22d5-4c0a-9833-7fb0f5135313" providerId="ADAL" clId="{F2CAF9F8-F2C6-4EF5-92E4-F89FCD0750B4}" dt="2021-01-12T04:44:51.548" v="147"/>
        <pc:sldMkLst>
          <pc:docMk/>
          <pc:sldMk cId="3737915234" sldId="374"/>
        </pc:sldMkLst>
        <pc:spChg chg="mod ord">
          <ac:chgData name="鈴木 秀規" userId="f68c5fd9-22d5-4c0a-9833-7fb0f5135313" providerId="ADAL" clId="{F2CAF9F8-F2C6-4EF5-92E4-F89FCD0750B4}" dt="2021-01-12T04:44:33.807" v="142" actId="700"/>
          <ac:spMkLst>
            <pc:docMk/>
            <pc:sldMk cId="3737915234" sldId="374"/>
            <ac:spMk id="2" creationId="{9466E67F-A1F2-462A-8B06-314F87C8BA83}"/>
          </ac:spMkLst>
        </pc:spChg>
        <pc:spChg chg="mod ord">
          <ac:chgData name="鈴木 秀規" userId="f68c5fd9-22d5-4c0a-9833-7fb0f5135313" providerId="ADAL" clId="{F2CAF9F8-F2C6-4EF5-92E4-F89FCD0750B4}" dt="2021-01-12T04:44:33.807" v="142" actId="700"/>
          <ac:spMkLst>
            <pc:docMk/>
            <pc:sldMk cId="3737915234" sldId="374"/>
            <ac:spMk id="3" creationId="{1DE0415C-E48A-4AF4-8F9E-DB5D2F3B8DC4}"/>
          </ac:spMkLst>
        </pc:spChg>
        <pc:spChg chg="mod ord">
          <ac:chgData name="鈴木 秀規" userId="f68c5fd9-22d5-4c0a-9833-7fb0f5135313" providerId="ADAL" clId="{F2CAF9F8-F2C6-4EF5-92E4-F89FCD0750B4}" dt="2021-01-12T04:44:33.807" v="142" actId="700"/>
          <ac:spMkLst>
            <pc:docMk/>
            <pc:sldMk cId="3737915234" sldId="374"/>
            <ac:spMk id="4" creationId="{36FC556F-0723-4C5F-A039-1D203A1D9525}"/>
          </ac:spMkLst>
        </pc:spChg>
        <pc:spChg chg="del mod ord">
          <ac:chgData name="鈴木 秀規" userId="f68c5fd9-22d5-4c0a-9833-7fb0f5135313" providerId="ADAL" clId="{F2CAF9F8-F2C6-4EF5-92E4-F89FCD0750B4}" dt="2021-01-12T04:44:33.807" v="142" actId="700"/>
          <ac:spMkLst>
            <pc:docMk/>
            <pc:sldMk cId="3737915234" sldId="374"/>
            <ac:spMk id="5" creationId="{9D708A63-5874-4698-9BE5-1B78DC29678C}"/>
          </ac:spMkLst>
        </pc:spChg>
        <pc:spChg chg="add mod ord">
          <ac:chgData name="鈴木 秀規" userId="f68c5fd9-22d5-4c0a-9833-7fb0f5135313" providerId="ADAL" clId="{F2CAF9F8-F2C6-4EF5-92E4-F89FCD0750B4}" dt="2021-01-12T04:44:51.548" v="147"/>
          <ac:spMkLst>
            <pc:docMk/>
            <pc:sldMk cId="3737915234" sldId="374"/>
            <ac:spMk id="6" creationId="{C432C4E8-0B5A-4C2B-8846-B339E936A91E}"/>
          </ac:spMkLst>
        </pc:spChg>
        <pc:spChg chg="add mod ord">
          <ac:chgData name="鈴木 秀規" userId="f68c5fd9-22d5-4c0a-9833-7fb0f5135313" providerId="ADAL" clId="{F2CAF9F8-F2C6-4EF5-92E4-F89FCD0750B4}" dt="2021-01-12T04:44:42.958" v="144"/>
          <ac:spMkLst>
            <pc:docMk/>
            <pc:sldMk cId="3737915234" sldId="374"/>
            <ac:spMk id="7" creationId="{31C02CBD-7ED6-4CBF-A496-E15298AADFDF}"/>
          </ac:spMkLst>
        </pc:spChg>
        <pc:spChg chg="add mod ord">
          <ac:chgData name="鈴木 秀規" userId="f68c5fd9-22d5-4c0a-9833-7fb0f5135313" providerId="ADAL" clId="{F2CAF9F8-F2C6-4EF5-92E4-F89FCD0750B4}" dt="2021-01-12T04:44:33.807" v="142" actId="700"/>
          <ac:spMkLst>
            <pc:docMk/>
            <pc:sldMk cId="3737915234" sldId="374"/>
            <ac:spMk id="8" creationId="{D6FFEB15-7139-462A-8791-46ED965A014E}"/>
          </ac:spMkLst>
        </pc:spChg>
      </pc:sldChg>
      <pc:sldMasterChg chg="delSldLayout">
        <pc:chgData name="鈴木 秀規" userId="f68c5fd9-22d5-4c0a-9833-7fb0f5135313" providerId="ADAL" clId="{F2CAF9F8-F2C6-4EF5-92E4-F89FCD0750B4}" dt="2021-01-12T04:42:06.007" v="43" actId="2696"/>
        <pc:sldMasterMkLst>
          <pc:docMk/>
          <pc:sldMasterMk cId="2644497443" sldId="2147483665"/>
        </pc:sldMasterMkLst>
        <pc:sldLayoutChg chg="del">
          <pc:chgData name="鈴木 秀規" userId="f68c5fd9-22d5-4c0a-9833-7fb0f5135313" providerId="ADAL" clId="{F2CAF9F8-F2C6-4EF5-92E4-F89FCD0750B4}" dt="2021-01-12T04:42:06.007" v="43" actId="2696"/>
          <pc:sldLayoutMkLst>
            <pc:docMk/>
            <pc:sldMasterMk cId="2644497443" sldId="2147483665"/>
            <pc:sldLayoutMk cId="3199053706" sldId="2147483673"/>
          </pc:sldLayoutMkLst>
        </pc:sldLayoutChg>
      </pc:sldMasterChg>
    </pc:docChg>
  </pc:docChgLst>
  <pc:docChgLst>
    <pc:chgData name="鈴木 秀規" userId="f68c5fd9-22d5-4c0a-9833-7fb0f5135313" providerId="ADAL" clId="{89E477C8-882C-4DDE-9C80-DFB373724EDC}"/>
    <pc:docChg chg="undo custSel addSld delSld modSld sldOrd">
      <pc:chgData name="鈴木 秀規" userId="f68c5fd9-22d5-4c0a-9833-7fb0f5135313" providerId="ADAL" clId="{89E477C8-882C-4DDE-9C80-DFB373724EDC}" dt="2021-01-28T02:04:03.219" v="2314" actId="207"/>
      <pc:docMkLst>
        <pc:docMk/>
      </pc:docMkLst>
      <pc:sldChg chg="modSp mod">
        <pc:chgData name="鈴木 秀規" userId="f68c5fd9-22d5-4c0a-9833-7fb0f5135313" providerId="ADAL" clId="{89E477C8-882C-4DDE-9C80-DFB373724EDC}" dt="2021-01-26T07:45:28.115" v="1" actId="20577"/>
        <pc:sldMkLst>
          <pc:docMk/>
          <pc:sldMk cId="0" sldId="256"/>
        </pc:sldMkLst>
        <pc:spChg chg="mod">
          <ac:chgData name="鈴木 秀規" userId="f68c5fd9-22d5-4c0a-9833-7fb0f5135313" providerId="ADAL" clId="{89E477C8-882C-4DDE-9C80-DFB373724EDC}" dt="2021-01-26T07:45:28.115" v="1" actId="20577"/>
          <ac:spMkLst>
            <pc:docMk/>
            <pc:sldMk cId="0" sldId="256"/>
            <ac:spMk id="56" creationId="{00000000-0000-0000-0000-000000000000}"/>
          </ac:spMkLst>
        </pc:spChg>
      </pc:sldChg>
      <pc:sldChg chg="addSp delSp modSp mod">
        <pc:chgData name="鈴木 秀規" userId="f68c5fd9-22d5-4c0a-9833-7fb0f5135313" providerId="ADAL" clId="{89E477C8-882C-4DDE-9C80-DFB373724EDC}" dt="2021-01-26T08:03:59.120" v="443" actId="207"/>
        <pc:sldMkLst>
          <pc:docMk/>
          <pc:sldMk cId="1859091905" sldId="362"/>
        </pc:sldMkLst>
        <pc:spChg chg="add del">
          <ac:chgData name="鈴木 秀規" userId="f68c5fd9-22d5-4c0a-9833-7fb0f5135313" providerId="ADAL" clId="{89E477C8-882C-4DDE-9C80-DFB373724EDC}" dt="2021-01-26T07:47:23.226" v="17" actId="478"/>
          <ac:spMkLst>
            <pc:docMk/>
            <pc:sldMk cId="1859091905" sldId="362"/>
            <ac:spMk id="2" creationId="{92E5F6D1-4805-4635-9E4D-3BD3DD954908}"/>
          </ac:spMkLst>
        </pc:spChg>
        <pc:spChg chg="add del mod">
          <ac:chgData name="鈴木 秀規" userId="f68c5fd9-22d5-4c0a-9833-7fb0f5135313" providerId="ADAL" clId="{89E477C8-882C-4DDE-9C80-DFB373724EDC}" dt="2021-01-26T07:49:07.797" v="44" actId="478"/>
          <ac:spMkLst>
            <pc:docMk/>
            <pc:sldMk cId="1859091905" sldId="362"/>
            <ac:spMk id="3" creationId="{0E0814CB-A348-4B0A-BCC8-27662E7B5990}"/>
          </ac:spMkLst>
        </pc:spChg>
        <pc:spChg chg="add del mod">
          <ac:chgData name="鈴木 秀規" userId="f68c5fd9-22d5-4c0a-9833-7fb0f5135313" providerId="ADAL" clId="{89E477C8-882C-4DDE-9C80-DFB373724EDC}" dt="2021-01-26T07:46:52.778" v="10" actId="478"/>
          <ac:spMkLst>
            <pc:docMk/>
            <pc:sldMk cId="1859091905" sldId="362"/>
            <ac:spMk id="6" creationId="{0265A560-2DAC-4386-AADC-248233F94E1E}"/>
          </ac:spMkLst>
        </pc:spChg>
        <pc:spChg chg="mod">
          <ac:chgData name="鈴木 秀規" userId="f68c5fd9-22d5-4c0a-9833-7fb0f5135313" providerId="ADAL" clId="{89E477C8-882C-4DDE-9C80-DFB373724EDC}" dt="2021-01-26T07:45:55.396" v="3"/>
          <ac:spMkLst>
            <pc:docMk/>
            <pc:sldMk cId="1859091905" sldId="362"/>
            <ac:spMk id="7" creationId="{58177CF6-E256-4D88-B489-5F2EFF09AC4C}"/>
          </ac:spMkLst>
        </pc:spChg>
        <pc:spChg chg="mod">
          <ac:chgData name="鈴木 秀規" userId="f68c5fd9-22d5-4c0a-9833-7fb0f5135313" providerId="ADAL" clId="{89E477C8-882C-4DDE-9C80-DFB373724EDC}" dt="2021-01-26T07:46:49.158" v="7" actId="14100"/>
          <ac:spMkLst>
            <pc:docMk/>
            <pc:sldMk cId="1859091905" sldId="362"/>
            <ac:spMk id="8" creationId="{C57C43D1-E1C5-418D-A114-931FDA96CE3D}"/>
          </ac:spMkLst>
        </pc:spChg>
        <pc:spChg chg="add mod">
          <ac:chgData name="鈴木 秀規" userId="f68c5fd9-22d5-4c0a-9833-7fb0f5135313" providerId="ADAL" clId="{89E477C8-882C-4DDE-9C80-DFB373724EDC}" dt="2021-01-26T08:03:14.823" v="435" actId="14100"/>
          <ac:spMkLst>
            <pc:docMk/>
            <pc:sldMk cId="1859091905" sldId="362"/>
            <ac:spMk id="9" creationId="{5C894CD6-9E1B-4BAC-8173-E34A213C125E}"/>
          </ac:spMkLst>
        </pc:spChg>
        <pc:spChg chg="add del mod">
          <ac:chgData name="鈴木 秀規" userId="f68c5fd9-22d5-4c0a-9833-7fb0f5135313" providerId="ADAL" clId="{89E477C8-882C-4DDE-9C80-DFB373724EDC}" dt="2021-01-26T07:47:21.482" v="16" actId="478"/>
          <ac:spMkLst>
            <pc:docMk/>
            <pc:sldMk cId="1859091905" sldId="362"/>
            <ac:spMk id="10" creationId="{73DAB571-D70F-43DD-A3C8-264347789DA9}"/>
          </ac:spMkLst>
        </pc:spChg>
        <pc:spChg chg="add mod ord">
          <ac:chgData name="鈴木 秀規" userId="f68c5fd9-22d5-4c0a-9833-7fb0f5135313" providerId="ADAL" clId="{89E477C8-882C-4DDE-9C80-DFB373724EDC}" dt="2021-01-26T08:03:17.045" v="436" actId="14100"/>
          <ac:spMkLst>
            <pc:docMk/>
            <pc:sldMk cId="1859091905" sldId="362"/>
            <ac:spMk id="11" creationId="{FE06ECD6-C85C-4A9B-A8EA-8419C55AAE42}"/>
          </ac:spMkLst>
        </pc:spChg>
        <pc:spChg chg="add mod">
          <ac:chgData name="鈴木 秀規" userId="f68c5fd9-22d5-4c0a-9833-7fb0f5135313" providerId="ADAL" clId="{89E477C8-882C-4DDE-9C80-DFB373724EDC}" dt="2021-01-26T08:03:04.958" v="433" actId="14100"/>
          <ac:spMkLst>
            <pc:docMk/>
            <pc:sldMk cId="1859091905" sldId="362"/>
            <ac:spMk id="12" creationId="{141F7DCE-666E-41D5-863D-B6587775D22E}"/>
          </ac:spMkLst>
        </pc:spChg>
        <pc:spChg chg="add mod">
          <ac:chgData name="鈴木 秀規" userId="f68c5fd9-22d5-4c0a-9833-7fb0f5135313" providerId="ADAL" clId="{89E477C8-882C-4DDE-9C80-DFB373724EDC}" dt="2021-01-26T07:50:49.075" v="99" actId="122"/>
          <ac:spMkLst>
            <pc:docMk/>
            <pc:sldMk cId="1859091905" sldId="362"/>
            <ac:spMk id="13" creationId="{68E566C5-31D7-4EAC-B4CE-54A2FD15C730}"/>
          </ac:spMkLst>
        </pc:spChg>
        <pc:spChg chg="add mod">
          <ac:chgData name="鈴木 秀規" userId="f68c5fd9-22d5-4c0a-9833-7fb0f5135313" providerId="ADAL" clId="{89E477C8-882C-4DDE-9C80-DFB373724EDC}" dt="2021-01-26T07:50:49.075" v="99" actId="122"/>
          <ac:spMkLst>
            <pc:docMk/>
            <pc:sldMk cId="1859091905" sldId="362"/>
            <ac:spMk id="14" creationId="{5FBDE6F9-C2F2-4867-93EB-58A1D7802C2B}"/>
          </ac:spMkLst>
        </pc:spChg>
        <pc:spChg chg="add mod">
          <ac:chgData name="鈴木 秀規" userId="f68c5fd9-22d5-4c0a-9833-7fb0f5135313" providerId="ADAL" clId="{89E477C8-882C-4DDE-9C80-DFB373724EDC}" dt="2021-01-26T07:50:49.075" v="99" actId="122"/>
          <ac:spMkLst>
            <pc:docMk/>
            <pc:sldMk cId="1859091905" sldId="362"/>
            <ac:spMk id="15" creationId="{B5FE1B07-A169-4D9D-B87C-699F630BC13A}"/>
          </ac:spMkLst>
        </pc:spChg>
        <pc:spChg chg="add mod ord">
          <ac:chgData name="鈴木 秀規" userId="f68c5fd9-22d5-4c0a-9833-7fb0f5135313" providerId="ADAL" clId="{89E477C8-882C-4DDE-9C80-DFB373724EDC}" dt="2021-01-26T07:53:04.930" v="137" actId="207"/>
          <ac:spMkLst>
            <pc:docMk/>
            <pc:sldMk cId="1859091905" sldId="362"/>
            <ac:spMk id="16" creationId="{E83750D9-63CB-46EA-91FA-A651A9651075}"/>
          </ac:spMkLst>
        </pc:spChg>
        <pc:spChg chg="add mod ord">
          <ac:chgData name="鈴木 秀規" userId="f68c5fd9-22d5-4c0a-9833-7fb0f5135313" providerId="ADAL" clId="{89E477C8-882C-4DDE-9C80-DFB373724EDC}" dt="2021-01-26T07:53:04.930" v="137" actId="207"/>
          <ac:spMkLst>
            <pc:docMk/>
            <pc:sldMk cId="1859091905" sldId="362"/>
            <ac:spMk id="17" creationId="{FC0769DA-ED2F-46A9-93A5-C07CE6C1DC3F}"/>
          </ac:spMkLst>
        </pc:spChg>
        <pc:spChg chg="add mod ord">
          <ac:chgData name="鈴木 秀規" userId="f68c5fd9-22d5-4c0a-9833-7fb0f5135313" providerId="ADAL" clId="{89E477C8-882C-4DDE-9C80-DFB373724EDC}" dt="2021-01-26T07:53:04.930" v="137" actId="207"/>
          <ac:spMkLst>
            <pc:docMk/>
            <pc:sldMk cId="1859091905" sldId="362"/>
            <ac:spMk id="18" creationId="{2A7BD536-9C5D-44FA-94B8-B3F7E84E5B97}"/>
          </ac:spMkLst>
        </pc:spChg>
        <pc:spChg chg="add mod">
          <ac:chgData name="鈴木 秀規" userId="f68c5fd9-22d5-4c0a-9833-7fb0f5135313" providerId="ADAL" clId="{89E477C8-882C-4DDE-9C80-DFB373724EDC}" dt="2021-01-26T07:57:16.250" v="258" actId="1076"/>
          <ac:spMkLst>
            <pc:docMk/>
            <pc:sldMk cId="1859091905" sldId="362"/>
            <ac:spMk id="21" creationId="{0AB77973-9417-4DCE-AF82-689FF3E7ECA3}"/>
          </ac:spMkLst>
        </pc:spChg>
        <pc:spChg chg="add mod">
          <ac:chgData name="鈴木 秀規" userId="f68c5fd9-22d5-4c0a-9833-7fb0f5135313" providerId="ADAL" clId="{89E477C8-882C-4DDE-9C80-DFB373724EDC}" dt="2021-01-26T07:55:20.883" v="181" actId="1076"/>
          <ac:spMkLst>
            <pc:docMk/>
            <pc:sldMk cId="1859091905" sldId="362"/>
            <ac:spMk id="22" creationId="{16E9E172-CD6A-4435-84D9-2E6141BF41F3}"/>
          </ac:spMkLst>
        </pc:spChg>
        <pc:spChg chg="add mod">
          <ac:chgData name="鈴木 秀規" userId="f68c5fd9-22d5-4c0a-9833-7fb0f5135313" providerId="ADAL" clId="{89E477C8-882C-4DDE-9C80-DFB373724EDC}" dt="2021-01-26T07:55:40.763" v="203" actId="20577"/>
          <ac:spMkLst>
            <pc:docMk/>
            <pc:sldMk cId="1859091905" sldId="362"/>
            <ac:spMk id="23" creationId="{0AF3A0FB-0B79-4774-915A-B48357FAF8C6}"/>
          </ac:spMkLst>
        </pc:spChg>
        <pc:spChg chg="add mod">
          <ac:chgData name="鈴木 秀規" userId="f68c5fd9-22d5-4c0a-9833-7fb0f5135313" providerId="ADAL" clId="{89E477C8-882C-4DDE-9C80-DFB373724EDC}" dt="2021-01-26T08:01:41.381" v="411" actId="1037"/>
          <ac:spMkLst>
            <pc:docMk/>
            <pc:sldMk cId="1859091905" sldId="362"/>
            <ac:spMk id="37" creationId="{810BEF0F-9E4D-4704-87DF-51BF9D7C4CAD}"/>
          </ac:spMkLst>
        </pc:spChg>
        <pc:spChg chg="add mod">
          <ac:chgData name="鈴木 秀規" userId="f68c5fd9-22d5-4c0a-9833-7fb0f5135313" providerId="ADAL" clId="{89E477C8-882C-4DDE-9C80-DFB373724EDC}" dt="2021-01-26T08:00:09.668" v="364" actId="1035"/>
          <ac:spMkLst>
            <pc:docMk/>
            <pc:sldMk cId="1859091905" sldId="362"/>
            <ac:spMk id="38" creationId="{F635ED57-68F7-4ED1-9CDF-DEC970A12A25}"/>
          </ac:spMkLst>
        </pc:spChg>
        <pc:spChg chg="add mod">
          <ac:chgData name="鈴木 秀規" userId="f68c5fd9-22d5-4c0a-9833-7fb0f5135313" providerId="ADAL" clId="{89E477C8-882C-4DDE-9C80-DFB373724EDC}" dt="2021-01-26T07:59:31.863" v="343" actId="571"/>
          <ac:spMkLst>
            <pc:docMk/>
            <pc:sldMk cId="1859091905" sldId="362"/>
            <ac:spMk id="44" creationId="{E6017941-A836-42CF-BD82-709E738B1148}"/>
          </ac:spMkLst>
        </pc:spChg>
        <pc:spChg chg="add mod">
          <ac:chgData name="鈴木 秀規" userId="f68c5fd9-22d5-4c0a-9833-7fb0f5135313" providerId="ADAL" clId="{89E477C8-882C-4DDE-9C80-DFB373724EDC}" dt="2021-01-26T07:59:31.863" v="343" actId="571"/>
          <ac:spMkLst>
            <pc:docMk/>
            <pc:sldMk cId="1859091905" sldId="362"/>
            <ac:spMk id="45" creationId="{F9DC93C5-F221-40D7-95AB-67508DA91CE4}"/>
          </ac:spMkLst>
        </pc:spChg>
        <pc:spChg chg="add mod">
          <ac:chgData name="鈴木 秀規" userId="f68c5fd9-22d5-4c0a-9833-7fb0f5135313" providerId="ADAL" clId="{89E477C8-882C-4DDE-9C80-DFB373724EDC}" dt="2021-01-26T08:00:38.912" v="380" actId="1037"/>
          <ac:spMkLst>
            <pc:docMk/>
            <pc:sldMk cId="1859091905" sldId="362"/>
            <ac:spMk id="54" creationId="{266E822E-A1F4-4F69-8477-0E6EF3210D03}"/>
          </ac:spMkLst>
        </pc:spChg>
        <pc:spChg chg="add mod">
          <ac:chgData name="鈴木 秀規" userId="f68c5fd9-22d5-4c0a-9833-7fb0f5135313" providerId="ADAL" clId="{89E477C8-882C-4DDE-9C80-DFB373724EDC}" dt="2021-01-26T08:03:12.075" v="434" actId="207"/>
          <ac:spMkLst>
            <pc:docMk/>
            <pc:sldMk cId="1859091905" sldId="362"/>
            <ac:spMk id="59" creationId="{CFF5B219-4DDF-4B37-A64F-2304FFABF712}"/>
          </ac:spMkLst>
        </pc:spChg>
        <pc:spChg chg="add mod">
          <ac:chgData name="鈴木 秀規" userId="f68c5fd9-22d5-4c0a-9833-7fb0f5135313" providerId="ADAL" clId="{89E477C8-882C-4DDE-9C80-DFB373724EDC}" dt="2021-01-26T08:03:59.120" v="443" actId="207"/>
          <ac:spMkLst>
            <pc:docMk/>
            <pc:sldMk cId="1859091905" sldId="362"/>
            <ac:spMk id="72" creationId="{83F0BF49-8189-4578-8B5F-CF276A24D0CA}"/>
          </ac:spMkLst>
        </pc:spChg>
        <pc:cxnChg chg="add mod ord">
          <ac:chgData name="鈴木 秀規" userId="f68c5fd9-22d5-4c0a-9833-7fb0f5135313" providerId="ADAL" clId="{89E477C8-882C-4DDE-9C80-DFB373724EDC}" dt="2021-01-26T08:02:48.105" v="428" actId="14100"/>
          <ac:cxnSpMkLst>
            <pc:docMk/>
            <pc:sldMk cId="1859091905" sldId="362"/>
            <ac:cxnSpMk id="20" creationId="{134534F1-08CD-4AB7-99C9-9FC436F331A2}"/>
          </ac:cxnSpMkLst>
        </pc:cxnChg>
        <pc:cxnChg chg="add mod">
          <ac:chgData name="鈴木 秀規" userId="f68c5fd9-22d5-4c0a-9833-7fb0f5135313" providerId="ADAL" clId="{89E477C8-882C-4DDE-9C80-DFB373724EDC}" dt="2021-01-26T08:02:51.594" v="429" actId="14100"/>
          <ac:cxnSpMkLst>
            <pc:docMk/>
            <pc:sldMk cId="1859091905" sldId="362"/>
            <ac:cxnSpMk id="24" creationId="{019FAB17-44B5-4AE2-AF12-6643EFA8830B}"/>
          </ac:cxnSpMkLst>
        </pc:cxnChg>
        <pc:cxnChg chg="add mod">
          <ac:chgData name="鈴木 秀規" userId="f68c5fd9-22d5-4c0a-9833-7fb0f5135313" providerId="ADAL" clId="{89E477C8-882C-4DDE-9C80-DFB373724EDC}" dt="2021-01-26T08:02:54.148" v="430" actId="14100"/>
          <ac:cxnSpMkLst>
            <pc:docMk/>
            <pc:sldMk cId="1859091905" sldId="362"/>
            <ac:cxnSpMk id="27" creationId="{1EBAE8EE-EAC3-4F4B-9A50-BAD58EB53B79}"/>
          </ac:cxnSpMkLst>
        </pc:cxnChg>
        <pc:cxnChg chg="add mod">
          <ac:chgData name="鈴木 秀規" userId="f68c5fd9-22d5-4c0a-9833-7fb0f5135313" providerId="ADAL" clId="{89E477C8-882C-4DDE-9C80-DFB373724EDC}" dt="2021-01-26T08:02:33.870" v="427" actId="692"/>
          <ac:cxnSpMkLst>
            <pc:docMk/>
            <pc:sldMk cId="1859091905" sldId="362"/>
            <ac:cxnSpMk id="31" creationId="{A6BADF17-B0D0-4743-A0B1-41D4A54BD609}"/>
          </ac:cxnSpMkLst>
        </pc:cxnChg>
        <pc:cxnChg chg="add mod">
          <ac:chgData name="鈴木 秀規" userId="f68c5fd9-22d5-4c0a-9833-7fb0f5135313" providerId="ADAL" clId="{89E477C8-882C-4DDE-9C80-DFB373724EDC}" dt="2021-01-26T08:02:33.870" v="427" actId="692"/>
          <ac:cxnSpMkLst>
            <pc:docMk/>
            <pc:sldMk cId="1859091905" sldId="362"/>
            <ac:cxnSpMk id="32" creationId="{BB2AB40A-D1FF-499D-96E4-CC02DBFD0C45}"/>
          </ac:cxnSpMkLst>
        </pc:cxnChg>
        <pc:cxnChg chg="add mod">
          <ac:chgData name="鈴木 秀規" userId="f68c5fd9-22d5-4c0a-9833-7fb0f5135313" providerId="ADAL" clId="{89E477C8-882C-4DDE-9C80-DFB373724EDC}" dt="2021-01-26T08:02:33.870" v="427" actId="692"/>
          <ac:cxnSpMkLst>
            <pc:docMk/>
            <pc:sldMk cId="1859091905" sldId="362"/>
            <ac:cxnSpMk id="40" creationId="{2CAE687F-4F06-4637-9A81-133CDE1DDFD1}"/>
          </ac:cxnSpMkLst>
        </pc:cxnChg>
        <pc:cxnChg chg="add del mod">
          <ac:chgData name="鈴木 秀規" userId="f68c5fd9-22d5-4c0a-9833-7fb0f5135313" providerId="ADAL" clId="{89E477C8-882C-4DDE-9C80-DFB373724EDC}" dt="2021-01-26T07:59:19.993" v="340"/>
          <ac:cxnSpMkLst>
            <pc:docMk/>
            <pc:sldMk cId="1859091905" sldId="362"/>
            <ac:cxnSpMk id="42" creationId="{5AA0BF02-C0A5-4738-9C26-191F009E8F18}"/>
          </ac:cxnSpMkLst>
        </pc:cxnChg>
        <pc:cxnChg chg="add mod">
          <ac:chgData name="鈴木 秀規" userId="f68c5fd9-22d5-4c0a-9833-7fb0f5135313" providerId="ADAL" clId="{89E477C8-882C-4DDE-9C80-DFB373724EDC}" dt="2021-01-26T08:02:33.870" v="427" actId="692"/>
          <ac:cxnSpMkLst>
            <pc:docMk/>
            <pc:sldMk cId="1859091905" sldId="362"/>
            <ac:cxnSpMk id="43" creationId="{A5774DB9-1F03-4A1A-AF9A-AED333B85D23}"/>
          </ac:cxnSpMkLst>
        </pc:cxnChg>
        <pc:cxnChg chg="add mod">
          <ac:chgData name="鈴木 秀規" userId="f68c5fd9-22d5-4c0a-9833-7fb0f5135313" providerId="ADAL" clId="{89E477C8-882C-4DDE-9C80-DFB373724EDC}" dt="2021-01-26T08:02:33.870" v="427" actId="692"/>
          <ac:cxnSpMkLst>
            <pc:docMk/>
            <pc:sldMk cId="1859091905" sldId="362"/>
            <ac:cxnSpMk id="47" creationId="{864068D4-A178-418F-82A7-F8CD61001708}"/>
          </ac:cxnSpMkLst>
        </pc:cxnChg>
        <pc:cxnChg chg="add mod">
          <ac:chgData name="鈴木 秀規" userId="f68c5fd9-22d5-4c0a-9833-7fb0f5135313" providerId="ADAL" clId="{89E477C8-882C-4DDE-9C80-DFB373724EDC}" dt="2021-01-26T08:03:01.687" v="432" actId="14100"/>
          <ac:cxnSpMkLst>
            <pc:docMk/>
            <pc:sldMk cId="1859091905" sldId="362"/>
            <ac:cxnSpMk id="51" creationId="{A32AD69A-697F-4EF8-9E0F-56D494744AA2}"/>
          </ac:cxnSpMkLst>
        </pc:cxnChg>
        <pc:cxnChg chg="add mod">
          <ac:chgData name="鈴木 秀規" userId="f68c5fd9-22d5-4c0a-9833-7fb0f5135313" providerId="ADAL" clId="{89E477C8-882C-4DDE-9C80-DFB373724EDC}" dt="2021-01-26T08:02:57.730" v="431" actId="14100"/>
          <ac:cxnSpMkLst>
            <pc:docMk/>
            <pc:sldMk cId="1859091905" sldId="362"/>
            <ac:cxnSpMk id="57" creationId="{31F5136B-2FBA-42D0-BD1C-5118FED32A40}"/>
          </ac:cxnSpMkLst>
        </pc:cxnChg>
      </pc:sldChg>
      <pc:sldChg chg="del">
        <pc:chgData name="鈴木 秀規" userId="f68c5fd9-22d5-4c0a-9833-7fb0f5135313" providerId="ADAL" clId="{89E477C8-882C-4DDE-9C80-DFB373724EDC}" dt="2021-01-26T07:45:41.587" v="2" actId="2696"/>
        <pc:sldMkLst>
          <pc:docMk/>
          <pc:sldMk cId="793301096" sldId="363"/>
        </pc:sldMkLst>
      </pc:sldChg>
      <pc:sldChg chg="modSp new mod">
        <pc:chgData name="鈴木 秀規" userId="f68c5fd9-22d5-4c0a-9833-7fb0f5135313" providerId="ADAL" clId="{89E477C8-882C-4DDE-9C80-DFB373724EDC}" dt="2021-01-26T08:04:53.998" v="455" actId="207"/>
        <pc:sldMkLst>
          <pc:docMk/>
          <pc:sldMk cId="2294830573" sldId="363"/>
        </pc:sldMkLst>
        <pc:spChg chg="mod">
          <ac:chgData name="鈴木 秀規" userId="f68c5fd9-22d5-4c0a-9833-7fb0f5135313" providerId="ADAL" clId="{89E477C8-882C-4DDE-9C80-DFB373724EDC}" dt="2021-01-26T08:04:28.406" v="447"/>
          <ac:spMkLst>
            <pc:docMk/>
            <pc:sldMk cId="2294830573" sldId="363"/>
            <ac:spMk id="3" creationId="{80308596-66F4-4B44-A987-976456932F9D}"/>
          </ac:spMkLst>
        </pc:spChg>
        <pc:spChg chg="mod">
          <ac:chgData name="鈴木 秀規" userId="f68c5fd9-22d5-4c0a-9833-7fb0f5135313" providerId="ADAL" clId="{89E477C8-882C-4DDE-9C80-DFB373724EDC}" dt="2021-01-26T08:04:53.998" v="455" actId="207"/>
          <ac:spMkLst>
            <pc:docMk/>
            <pc:sldMk cId="2294830573" sldId="363"/>
            <ac:spMk id="5" creationId="{2D522168-F518-4111-8563-A2E1FCAB34AB}"/>
          </ac:spMkLst>
        </pc:spChg>
      </pc:sldChg>
      <pc:sldChg chg="del">
        <pc:chgData name="鈴木 秀規" userId="f68c5fd9-22d5-4c0a-9833-7fb0f5135313" providerId="ADAL" clId="{89E477C8-882C-4DDE-9C80-DFB373724EDC}" dt="2021-01-26T07:45:41.587" v="2" actId="2696"/>
        <pc:sldMkLst>
          <pc:docMk/>
          <pc:sldMk cId="7953356" sldId="364"/>
        </pc:sldMkLst>
      </pc:sldChg>
      <pc:sldChg chg="addSp delSp modSp new mod chgLayout">
        <pc:chgData name="鈴木 秀規" userId="f68c5fd9-22d5-4c0a-9833-7fb0f5135313" providerId="ADAL" clId="{89E477C8-882C-4DDE-9C80-DFB373724EDC}" dt="2021-01-26T08:08:15.326" v="507" actId="14100"/>
        <pc:sldMkLst>
          <pc:docMk/>
          <pc:sldMk cId="1110472243" sldId="364"/>
        </pc:sldMkLst>
        <pc:spChg chg="mod ord">
          <ac:chgData name="鈴木 秀規" userId="f68c5fd9-22d5-4c0a-9833-7fb0f5135313" providerId="ADAL" clId="{89E477C8-882C-4DDE-9C80-DFB373724EDC}" dt="2021-01-26T08:07:55.033" v="502" actId="6264"/>
          <ac:spMkLst>
            <pc:docMk/>
            <pc:sldMk cId="1110472243" sldId="364"/>
            <ac:spMk id="2" creationId="{4C26FC9E-824E-49C1-94A2-CADDA6CC0D53}"/>
          </ac:spMkLst>
        </pc:spChg>
        <pc:spChg chg="mod ord">
          <ac:chgData name="鈴木 秀規" userId="f68c5fd9-22d5-4c0a-9833-7fb0f5135313" providerId="ADAL" clId="{89E477C8-882C-4DDE-9C80-DFB373724EDC}" dt="2021-01-26T08:07:55.033" v="502" actId="6264"/>
          <ac:spMkLst>
            <pc:docMk/>
            <pc:sldMk cId="1110472243" sldId="364"/>
            <ac:spMk id="3" creationId="{C76342AA-69F7-4707-AB18-49D866955607}"/>
          </ac:spMkLst>
        </pc:spChg>
        <pc:spChg chg="mod ord">
          <ac:chgData name="鈴木 秀規" userId="f68c5fd9-22d5-4c0a-9833-7fb0f5135313" providerId="ADAL" clId="{89E477C8-882C-4DDE-9C80-DFB373724EDC}" dt="2021-01-26T08:07:55.033" v="502" actId="6264"/>
          <ac:spMkLst>
            <pc:docMk/>
            <pc:sldMk cId="1110472243" sldId="364"/>
            <ac:spMk id="4" creationId="{BF106BF8-5A59-42EE-9C56-59204DEFA2B2}"/>
          </ac:spMkLst>
        </pc:spChg>
        <pc:spChg chg="del mod">
          <ac:chgData name="鈴木 秀規" userId="f68c5fd9-22d5-4c0a-9833-7fb0f5135313" providerId="ADAL" clId="{89E477C8-882C-4DDE-9C80-DFB373724EDC}" dt="2021-01-26T08:06:07.552" v="462" actId="478"/>
          <ac:spMkLst>
            <pc:docMk/>
            <pc:sldMk cId="1110472243" sldId="364"/>
            <ac:spMk id="5" creationId="{B053D525-0D4E-47BE-9589-977DE06898A5}"/>
          </ac:spMkLst>
        </pc:spChg>
        <pc:spChg chg="add mod">
          <ac:chgData name="鈴木 秀規" userId="f68c5fd9-22d5-4c0a-9833-7fb0f5135313" providerId="ADAL" clId="{89E477C8-882C-4DDE-9C80-DFB373724EDC}" dt="2021-01-26T08:07:43.082" v="501" actId="207"/>
          <ac:spMkLst>
            <pc:docMk/>
            <pc:sldMk cId="1110472243" sldId="364"/>
            <ac:spMk id="6" creationId="{4C3AF5AA-B358-4316-BC78-20B29D60485D}"/>
          </ac:spMkLst>
        </pc:spChg>
        <pc:spChg chg="add del mod">
          <ac:chgData name="鈴木 秀規" userId="f68c5fd9-22d5-4c0a-9833-7fb0f5135313" providerId="ADAL" clId="{89E477C8-882C-4DDE-9C80-DFB373724EDC}" dt="2021-01-26T08:07:55.033" v="502" actId="6264"/>
          <ac:spMkLst>
            <pc:docMk/>
            <pc:sldMk cId="1110472243" sldId="364"/>
            <ac:spMk id="7" creationId="{D3632368-3194-4E35-911B-41D9C2B615B7}"/>
          </ac:spMkLst>
        </pc:spChg>
        <pc:spChg chg="add del mod">
          <ac:chgData name="鈴木 秀規" userId="f68c5fd9-22d5-4c0a-9833-7fb0f5135313" providerId="ADAL" clId="{89E477C8-882C-4DDE-9C80-DFB373724EDC}" dt="2021-01-26T08:07:55.033" v="502" actId="6264"/>
          <ac:spMkLst>
            <pc:docMk/>
            <pc:sldMk cId="1110472243" sldId="364"/>
            <ac:spMk id="8" creationId="{BD9E1838-2E86-4D77-8E3D-C641A1C67699}"/>
          </ac:spMkLst>
        </pc:spChg>
        <pc:spChg chg="add del mod">
          <ac:chgData name="鈴木 秀規" userId="f68c5fd9-22d5-4c0a-9833-7fb0f5135313" providerId="ADAL" clId="{89E477C8-882C-4DDE-9C80-DFB373724EDC}" dt="2021-01-26T08:07:55.033" v="502" actId="6264"/>
          <ac:spMkLst>
            <pc:docMk/>
            <pc:sldMk cId="1110472243" sldId="364"/>
            <ac:spMk id="9" creationId="{B63836F2-4190-4CA3-8A40-6FB9C2E56271}"/>
          </ac:spMkLst>
        </pc:spChg>
        <pc:spChg chg="add mod ord">
          <ac:chgData name="鈴木 秀規" userId="f68c5fd9-22d5-4c0a-9833-7fb0f5135313" providerId="ADAL" clId="{89E477C8-882C-4DDE-9C80-DFB373724EDC}" dt="2021-01-26T08:08:15.326" v="507" actId="14100"/>
          <ac:spMkLst>
            <pc:docMk/>
            <pc:sldMk cId="1110472243" sldId="364"/>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761714059" sldId="365"/>
        </pc:sldMkLst>
      </pc:sldChg>
      <pc:sldChg chg="modSp new mod">
        <pc:chgData name="鈴木 秀規" userId="f68c5fd9-22d5-4c0a-9833-7fb0f5135313" providerId="ADAL" clId="{89E477C8-882C-4DDE-9C80-DFB373724EDC}" dt="2021-01-26T08:10:20.601" v="529" actId="207"/>
        <pc:sldMkLst>
          <pc:docMk/>
          <pc:sldMk cId="2023125260" sldId="365"/>
        </pc:sldMkLst>
        <pc:spChg chg="mod">
          <ac:chgData name="鈴木 秀規" userId="f68c5fd9-22d5-4c0a-9833-7fb0f5135313" providerId="ADAL" clId="{89E477C8-882C-4DDE-9C80-DFB373724EDC}" dt="2021-01-26T08:09:00.303" v="511" actId="113"/>
          <ac:spMkLst>
            <pc:docMk/>
            <pc:sldMk cId="2023125260" sldId="365"/>
            <ac:spMk id="3" creationId="{3C5E10D8-FE1A-43F3-A5E1-4E0561551D6D}"/>
          </ac:spMkLst>
        </pc:spChg>
        <pc:spChg chg="mod">
          <ac:chgData name="鈴木 秀規" userId="f68c5fd9-22d5-4c0a-9833-7fb0f5135313" providerId="ADAL" clId="{89E477C8-882C-4DDE-9C80-DFB373724EDC}" dt="2021-01-26T08:10:20.601" v="529" actId="207"/>
          <ac:spMkLst>
            <pc:docMk/>
            <pc:sldMk cId="2023125260" sldId="365"/>
            <ac:spMk id="5" creationId="{B84F0D4E-F2BC-40E8-BE39-75DAE0927AB4}"/>
          </ac:spMkLst>
        </pc:spChg>
      </pc:sldChg>
      <pc:sldChg chg="modSp new mod">
        <pc:chgData name="鈴木 秀規" userId="f68c5fd9-22d5-4c0a-9833-7fb0f5135313" providerId="ADAL" clId="{89E477C8-882C-4DDE-9C80-DFB373724EDC}" dt="2021-01-26T08:12:35.424" v="540" actId="207"/>
        <pc:sldMkLst>
          <pc:docMk/>
          <pc:sldMk cId="597858556" sldId="366"/>
        </pc:sldMkLst>
        <pc:spChg chg="mod">
          <ac:chgData name="鈴木 秀規" userId="f68c5fd9-22d5-4c0a-9833-7fb0f5135313" providerId="ADAL" clId="{89E477C8-882C-4DDE-9C80-DFB373724EDC}" dt="2021-01-26T08:10:59.036" v="531"/>
          <ac:spMkLst>
            <pc:docMk/>
            <pc:sldMk cId="597858556" sldId="366"/>
            <ac:spMk id="3" creationId="{C635C32F-0D77-4DD0-A752-8B7C55A2B627}"/>
          </ac:spMkLst>
        </pc:spChg>
        <pc:spChg chg="mod">
          <ac:chgData name="鈴木 秀規" userId="f68c5fd9-22d5-4c0a-9833-7fb0f5135313" providerId="ADAL" clId="{89E477C8-882C-4DDE-9C80-DFB373724EDC}" dt="2021-01-26T08:12:35.424" v="540" actId="207"/>
          <ac:spMkLst>
            <pc:docMk/>
            <pc:sldMk cId="597858556" sldId="366"/>
            <ac:spMk id="5" creationId="{4402BEA6-4F18-4B71-B0B4-98752FFB701C}"/>
          </ac:spMkLst>
        </pc:spChg>
      </pc:sldChg>
      <pc:sldChg chg="del">
        <pc:chgData name="鈴木 秀規" userId="f68c5fd9-22d5-4c0a-9833-7fb0f5135313" providerId="ADAL" clId="{89E477C8-882C-4DDE-9C80-DFB373724EDC}" dt="2021-01-26T07:45:41.587" v="2" actId="2696"/>
        <pc:sldMkLst>
          <pc:docMk/>
          <pc:sldMk cId="680852098" sldId="366"/>
        </pc:sldMkLst>
      </pc:sldChg>
      <pc:sldChg chg="modSp add mod ord">
        <pc:chgData name="鈴木 秀規" userId="f68c5fd9-22d5-4c0a-9833-7fb0f5135313" providerId="ADAL" clId="{89E477C8-882C-4DDE-9C80-DFB373724EDC}" dt="2021-01-26T08:13:53.288" v="569" actId="14100"/>
        <pc:sldMkLst>
          <pc:docMk/>
          <pc:sldMk cId="3532048317" sldId="367"/>
        </pc:sldMkLst>
        <pc:spChg chg="mod">
          <ac:chgData name="鈴木 秀規" userId="f68c5fd9-22d5-4c0a-9833-7fb0f5135313" providerId="ADAL" clId="{89E477C8-882C-4DDE-9C80-DFB373724EDC}" dt="2021-01-26T08:12:53.345" v="544"/>
          <ac:spMkLst>
            <pc:docMk/>
            <pc:sldMk cId="3532048317" sldId="367"/>
            <ac:spMk id="3" creationId="{C76342AA-69F7-4707-AB18-49D866955607}"/>
          </ac:spMkLst>
        </pc:spChg>
        <pc:spChg chg="mod">
          <ac:chgData name="鈴木 秀規" userId="f68c5fd9-22d5-4c0a-9833-7fb0f5135313" providerId="ADAL" clId="{89E477C8-882C-4DDE-9C80-DFB373724EDC}" dt="2021-01-26T08:13:45.833" v="568" actId="113"/>
          <ac:spMkLst>
            <pc:docMk/>
            <pc:sldMk cId="3532048317" sldId="367"/>
            <ac:spMk id="6" creationId="{4C3AF5AA-B358-4316-BC78-20B29D60485D}"/>
          </ac:spMkLst>
        </pc:spChg>
        <pc:spChg chg="mod">
          <ac:chgData name="鈴木 秀規" userId="f68c5fd9-22d5-4c0a-9833-7fb0f5135313" providerId="ADAL" clId="{89E477C8-882C-4DDE-9C80-DFB373724EDC}" dt="2021-01-26T08:13:53.288" v="569" actId="14100"/>
          <ac:spMkLst>
            <pc:docMk/>
            <pc:sldMk cId="3532048317" sldId="367"/>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4223884688" sldId="367"/>
        </pc:sldMkLst>
      </pc:sldChg>
      <pc:sldChg chg="del">
        <pc:chgData name="鈴木 秀規" userId="f68c5fd9-22d5-4c0a-9833-7fb0f5135313" providerId="ADAL" clId="{89E477C8-882C-4DDE-9C80-DFB373724EDC}" dt="2021-01-26T07:45:41.587" v="2" actId="2696"/>
        <pc:sldMkLst>
          <pc:docMk/>
          <pc:sldMk cId="1322122799" sldId="368"/>
        </pc:sldMkLst>
      </pc:sldChg>
      <pc:sldChg chg="modSp new mod">
        <pc:chgData name="鈴木 秀規" userId="f68c5fd9-22d5-4c0a-9833-7fb0f5135313" providerId="ADAL" clId="{89E477C8-882C-4DDE-9C80-DFB373724EDC}" dt="2021-01-26T08:15:28.833" v="582" actId="20577"/>
        <pc:sldMkLst>
          <pc:docMk/>
          <pc:sldMk cId="1946457624" sldId="368"/>
        </pc:sldMkLst>
        <pc:spChg chg="mod">
          <ac:chgData name="鈴木 秀規" userId="f68c5fd9-22d5-4c0a-9833-7fb0f5135313" providerId="ADAL" clId="{89E477C8-882C-4DDE-9C80-DFB373724EDC}" dt="2021-01-26T08:14:32.417" v="571"/>
          <ac:spMkLst>
            <pc:docMk/>
            <pc:sldMk cId="1946457624" sldId="368"/>
            <ac:spMk id="3" creationId="{8256DAFB-5904-4ECE-B786-8B9CFBF370E1}"/>
          </ac:spMkLst>
        </pc:spChg>
        <pc:spChg chg="mod">
          <ac:chgData name="鈴木 秀規" userId="f68c5fd9-22d5-4c0a-9833-7fb0f5135313" providerId="ADAL" clId="{89E477C8-882C-4DDE-9C80-DFB373724EDC}" dt="2021-01-26T08:15:28.833" v="582" actId="20577"/>
          <ac:spMkLst>
            <pc:docMk/>
            <pc:sldMk cId="1946457624" sldId="368"/>
            <ac:spMk id="5" creationId="{1E91DBA5-B855-4E68-A39D-E92B77A725F9}"/>
          </ac:spMkLst>
        </pc:spChg>
      </pc:sldChg>
      <pc:sldChg chg="del">
        <pc:chgData name="鈴木 秀規" userId="f68c5fd9-22d5-4c0a-9833-7fb0f5135313" providerId="ADAL" clId="{89E477C8-882C-4DDE-9C80-DFB373724EDC}" dt="2021-01-26T07:45:41.587" v="2" actId="2696"/>
        <pc:sldMkLst>
          <pc:docMk/>
          <pc:sldMk cId="315703525" sldId="369"/>
        </pc:sldMkLst>
      </pc:sldChg>
      <pc:sldChg chg="addSp modSp new mod">
        <pc:chgData name="鈴木 秀規" userId="f68c5fd9-22d5-4c0a-9833-7fb0f5135313" providerId="ADAL" clId="{89E477C8-882C-4DDE-9C80-DFB373724EDC}" dt="2021-01-26T08:26:54.010" v="663" actId="14100"/>
        <pc:sldMkLst>
          <pc:docMk/>
          <pc:sldMk cId="2558863877" sldId="369"/>
        </pc:sldMkLst>
        <pc:spChg chg="mod">
          <ac:chgData name="鈴木 秀規" userId="f68c5fd9-22d5-4c0a-9833-7fb0f5135313" providerId="ADAL" clId="{89E477C8-882C-4DDE-9C80-DFB373724EDC}" dt="2021-01-26T08:15:56.004" v="584"/>
          <ac:spMkLst>
            <pc:docMk/>
            <pc:sldMk cId="2558863877" sldId="369"/>
            <ac:spMk id="3" creationId="{979EA96C-27B0-4A98-A6BB-18337E109675}"/>
          </ac:spMkLst>
        </pc:spChg>
        <pc:spChg chg="mod">
          <ac:chgData name="鈴木 秀規" userId="f68c5fd9-22d5-4c0a-9833-7fb0f5135313" providerId="ADAL" clId="{89E477C8-882C-4DDE-9C80-DFB373724EDC}" dt="2021-01-26T08:16:10.245" v="587" actId="14100"/>
          <ac:spMkLst>
            <pc:docMk/>
            <pc:sldMk cId="2558863877" sldId="369"/>
            <ac:spMk id="5" creationId="{AD63D481-D7C9-40D2-86FC-CF8EB51ADE00}"/>
          </ac:spMkLst>
        </pc:spChg>
        <pc:spChg chg="add mod">
          <ac:chgData name="鈴木 秀規" userId="f68c5fd9-22d5-4c0a-9833-7fb0f5135313" providerId="ADAL" clId="{89E477C8-882C-4DDE-9C80-DFB373724EDC}" dt="2021-01-26T08:24:00.513" v="645" actId="14100"/>
          <ac:spMkLst>
            <pc:docMk/>
            <pc:sldMk cId="2558863877" sldId="369"/>
            <ac:spMk id="6" creationId="{557D5ABE-E95E-43B6-BA4B-30D67DC82E4B}"/>
          </ac:spMkLst>
        </pc:spChg>
        <pc:spChg chg="add mod ord">
          <ac:chgData name="鈴木 秀規" userId="f68c5fd9-22d5-4c0a-9833-7fb0f5135313" providerId="ADAL" clId="{89E477C8-882C-4DDE-9C80-DFB373724EDC}" dt="2021-01-26T08:26:37.718" v="661" actId="14100"/>
          <ac:spMkLst>
            <pc:docMk/>
            <pc:sldMk cId="2558863877" sldId="369"/>
            <ac:spMk id="7" creationId="{5A1A2977-47D7-4B83-8ED8-FAE0FCA35EFD}"/>
          </ac:spMkLst>
        </pc:spChg>
        <pc:spChg chg="add mod ord">
          <ac:chgData name="鈴木 秀規" userId="f68c5fd9-22d5-4c0a-9833-7fb0f5135313" providerId="ADAL" clId="{89E477C8-882C-4DDE-9C80-DFB373724EDC}" dt="2021-01-26T08:26:42.786" v="662" actId="207"/>
          <ac:spMkLst>
            <pc:docMk/>
            <pc:sldMk cId="2558863877" sldId="369"/>
            <ac:spMk id="8" creationId="{11DBA35D-4570-44DC-AD82-891FE3E745DA}"/>
          </ac:spMkLst>
        </pc:spChg>
        <pc:spChg chg="add mod">
          <ac:chgData name="鈴木 秀規" userId="f68c5fd9-22d5-4c0a-9833-7fb0f5135313" providerId="ADAL" clId="{89E477C8-882C-4DDE-9C80-DFB373724EDC}" dt="2021-01-26T08:26:13.459" v="656" actId="14100"/>
          <ac:spMkLst>
            <pc:docMk/>
            <pc:sldMk cId="2558863877" sldId="369"/>
            <ac:spMk id="9" creationId="{428EA767-7996-42DE-8E9E-552356BDC96C}"/>
          </ac:spMkLst>
        </pc:spChg>
        <pc:spChg chg="add mod">
          <ac:chgData name="鈴木 秀規" userId="f68c5fd9-22d5-4c0a-9833-7fb0f5135313" providerId="ADAL" clId="{89E477C8-882C-4DDE-9C80-DFB373724EDC}" dt="2021-01-26T08:26:54.010" v="663" actId="14100"/>
          <ac:spMkLst>
            <pc:docMk/>
            <pc:sldMk cId="2558863877" sldId="369"/>
            <ac:spMk id="10" creationId="{CFC6B348-1037-44A4-8325-C4D3801B756C}"/>
          </ac:spMkLst>
        </pc:spChg>
      </pc:sldChg>
      <pc:sldChg chg="addSp delSp modSp new mod">
        <pc:chgData name="鈴木 秀規" userId="f68c5fd9-22d5-4c0a-9833-7fb0f5135313" providerId="ADAL" clId="{89E477C8-882C-4DDE-9C80-DFB373724EDC}" dt="2021-01-26T08:34:45.798" v="757" actId="14100"/>
        <pc:sldMkLst>
          <pc:docMk/>
          <pc:sldMk cId="1008659216" sldId="370"/>
        </pc:sldMkLst>
        <pc:spChg chg="mod">
          <ac:chgData name="鈴木 秀規" userId="f68c5fd9-22d5-4c0a-9833-7fb0f5135313" providerId="ADAL" clId="{89E477C8-882C-4DDE-9C80-DFB373724EDC}" dt="2021-01-26T08:27:17.103" v="665"/>
          <ac:spMkLst>
            <pc:docMk/>
            <pc:sldMk cId="1008659216" sldId="370"/>
            <ac:spMk id="3" creationId="{02214B61-6F76-4DD9-A34B-592E9EF53121}"/>
          </ac:spMkLst>
        </pc:spChg>
        <pc:spChg chg="mod">
          <ac:chgData name="鈴木 秀規" userId="f68c5fd9-22d5-4c0a-9833-7fb0f5135313" providerId="ADAL" clId="{89E477C8-882C-4DDE-9C80-DFB373724EDC}" dt="2021-01-26T08:27:41.364" v="669" actId="14100"/>
          <ac:spMkLst>
            <pc:docMk/>
            <pc:sldMk cId="1008659216" sldId="370"/>
            <ac:spMk id="5" creationId="{C2358685-C9DF-4D11-B40A-091E145AC05F}"/>
          </ac:spMkLst>
        </pc:spChg>
        <pc:spChg chg="add mod">
          <ac:chgData name="鈴木 秀規" userId="f68c5fd9-22d5-4c0a-9833-7fb0f5135313" providerId="ADAL" clId="{89E477C8-882C-4DDE-9C80-DFB373724EDC}" dt="2021-01-26T08:33:43.019" v="741" actId="1076"/>
          <ac:spMkLst>
            <pc:docMk/>
            <pc:sldMk cId="1008659216" sldId="370"/>
            <ac:spMk id="6" creationId="{AF6E6B2C-3CE4-477F-9DA8-7509802DBEA1}"/>
          </ac:spMkLst>
        </pc:spChg>
        <pc:spChg chg="add del mod">
          <ac:chgData name="鈴木 秀規" userId="f68c5fd9-22d5-4c0a-9833-7fb0f5135313" providerId="ADAL" clId="{89E477C8-882C-4DDE-9C80-DFB373724EDC}" dt="2021-01-26T08:29:43.747" v="706"/>
          <ac:spMkLst>
            <pc:docMk/>
            <pc:sldMk cId="1008659216" sldId="370"/>
            <ac:spMk id="7" creationId="{42D75D7A-97B8-42DD-A8B3-6721BFD1F04D}"/>
          </ac:spMkLst>
        </pc:spChg>
        <pc:spChg chg="add mod">
          <ac:chgData name="鈴木 秀規" userId="f68c5fd9-22d5-4c0a-9833-7fb0f5135313" providerId="ADAL" clId="{89E477C8-882C-4DDE-9C80-DFB373724EDC}" dt="2021-01-26T08:31:13.333" v="720" actId="1582"/>
          <ac:spMkLst>
            <pc:docMk/>
            <pc:sldMk cId="1008659216" sldId="370"/>
            <ac:spMk id="8" creationId="{FB5CF734-FD8C-47ED-A991-D7605289366B}"/>
          </ac:spMkLst>
        </pc:spChg>
        <pc:spChg chg="add mod">
          <ac:chgData name="鈴木 秀規" userId="f68c5fd9-22d5-4c0a-9833-7fb0f5135313" providerId="ADAL" clId="{89E477C8-882C-4DDE-9C80-DFB373724EDC}" dt="2021-01-26T08:32:22.843" v="728" actId="14100"/>
          <ac:spMkLst>
            <pc:docMk/>
            <pc:sldMk cId="1008659216" sldId="370"/>
            <ac:spMk id="11" creationId="{DE92F075-A417-44E2-ADE3-68FA1C49E000}"/>
          </ac:spMkLst>
        </pc:spChg>
        <pc:spChg chg="add mod">
          <ac:chgData name="鈴木 秀規" userId="f68c5fd9-22d5-4c0a-9833-7fb0f5135313" providerId="ADAL" clId="{89E477C8-882C-4DDE-9C80-DFB373724EDC}" dt="2021-01-26T08:32:53.921" v="733" actId="208"/>
          <ac:spMkLst>
            <pc:docMk/>
            <pc:sldMk cId="1008659216" sldId="370"/>
            <ac:spMk id="12" creationId="{D60CA42D-40E7-48E9-898B-A950E3D6D2EC}"/>
          </ac:spMkLst>
        </pc:spChg>
        <pc:spChg chg="add mod">
          <ac:chgData name="鈴木 秀規" userId="f68c5fd9-22d5-4c0a-9833-7fb0f5135313" providerId="ADAL" clId="{89E477C8-882C-4DDE-9C80-DFB373724EDC}" dt="2021-01-26T08:34:18.922" v="750" actId="1076"/>
          <ac:spMkLst>
            <pc:docMk/>
            <pc:sldMk cId="1008659216" sldId="370"/>
            <ac:spMk id="19" creationId="{41D8A924-57DB-47C0-9E8F-95FC39B81F93}"/>
          </ac:spMkLst>
        </pc:spChg>
        <pc:spChg chg="add mod">
          <ac:chgData name="鈴木 秀規" userId="f68c5fd9-22d5-4c0a-9833-7fb0f5135313" providerId="ADAL" clId="{89E477C8-882C-4DDE-9C80-DFB373724EDC}" dt="2021-01-26T08:34:36.683" v="754" actId="1076"/>
          <ac:spMkLst>
            <pc:docMk/>
            <pc:sldMk cId="1008659216" sldId="370"/>
            <ac:spMk id="24" creationId="{5DEFD2C3-FDC8-45AE-BE41-B732B159BBCA}"/>
          </ac:spMkLst>
        </pc:spChg>
        <pc:cxnChg chg="add mod">
          <ac:chgData name="鈴木 秀規" userId="f68c5fd9-22d5-4c0a-9833-7fb0f5135313" providerId="ADAL" clId="{89E477C8-882C-4DDE-9C80-DFB373724EDC}" dt="2021-01-26T08:31:33.354" v="723" actId="208"/>
          <ac:cxnSpMkLst>
            <pc:docMk/>
            <pc:sldMk cId="1008659216" sldId="370"/>
            <ac:cxnSpMk id="10" creationId="{D1E1AAFB-9319-4FD0-AF11-44AAFA8269A7}"/>
          </ac:cxnSpMkLst>
        </pc:cxnChg>
        <pc:cxnChg chg="add mod">
          <ac:chgData name="鈴木 秀規" userId="f68c5fd9-22d5-4c0a-9833-7fb0f5135313" providerId="ADAL" clId="{89E477C8-882C-4DDE-9C80-DFB373724EDC}" dt="2021-01-26T08:33:47.179" v="742" actId="14100"/>
          <ac:cxnSpMkLst>
            <pc:docMk/>
            <pc:sldMk cId="1008659216" sldId="370"/>
            <ac:cxnSpMk id="14" creationId="{32A8E0F2-FD29-4DB9-BCF8-BC10538B672C}"/>
          </ac:cxnSpMkLst>
        </pc:cxnChg>
        <pc:cxnChg chg="add del mod">
          <ac:chgData name="鈴木 秀規" userId="f68c5fd9-22d5-4c0a-9833-7fb0f5135313" providerId="ADAL" clId="{89E477C8-882C-4DDE-9C80-DFB373724EDC}" dt="2021-01-26T08:33:22.264" v="739" actId="478"/>
          <ac:cxnSpMkLst>
            <pc:docMk/>
            <pc:sldMk cId="1008659216" sldId="370"/>
            <ac:cxnSpMk id="15" creationId="{34603B1C-8748-4FB8-BFB7-F4F9E47B53EC}"/>
          </ac:cxnSpMkLst>
        </pc:cxnChg>
        <pc:cxnChg chg="add mod">
          <ac:chgData name="鈴木 秀規" userId="f68c5fd9-22d5-4c0a-9833-7fb0f5135313" providerId="ADAL" clId="{89E477C8-882C-4DDE-9C80-DFB373724EDC}" dt="2021-01-26T08:34:22.565" v="751" actId="14100"/>
          <ac:cxnSpMkLst>
            <pc:docMk/>
            <pc:sldMk cId="1008659216" sldId="370"/>
            <ac:cxnSpMk id="20" creationId="{00C64AF7-8716-4986-BDE8-15ED9E2189CD}"/>
          </ac:cxnSpMkLst>
        </pc:cxnChg>
        <pc:cxnChg chg="add mod">
          <ac:chgData name="鈴木 秀規" userId="f68c5fd9-22d5-4c0a-9833-7fb0f5135313" providerId="ADAL" clId="{89E477C8-882C-4DDE-9C80-DFB373724EDC}" dt="2021-01-26T08:34:45.798" v="757" actId="14100"/>
          <ac:cxnSpMkLst>
            <pc:docMk/>
            <pc:sldMk cId="1008659216" sldId="370"/>
            <ac:cxnSpMk id="25" creationId="{67C6214A-96D4-4070-AC0B-68733CDEF561}"/>
          </ac:cxnSpMkLst>
        </pc:cxnChg>
      </pc:sldChg>
      <pc:sldChg chg="del">
        <pc:chgData name="鈴木 秀規" userId="f68c5fd9-22d5-4c0a-9833-7fb0f5135313" providerId="ADAL" clId="{89E477C8-882C-4DDE-9C80-DFB373724EDC}" dt="2021-01-26T07:45:41.587" v="2" actId="2696"/>
        <pc:sldMkLst>
          <pc:docMk/>
          <pc:sldMk cId="1918088230" sldId="370"/>
        </pc:sldMkLst>
      </pc:sldChg>
      <pc:sldChg chg="del">
        <pc:chgData name="鈴木 秀規" userId="f68c5fd9-22d5-4c0a-9833-7fb0f5135313" providerId="ADAL" clId="{89E477C8-882C-4DDE-9C80-DFB373724EDC}" dt="2021-01-26T07:45:41.587" v="2" actId="2696"/>
        <pc:sldMkLst>
          <pc:docMk/>
          <pc:sldMk cId="1875641365" sldId="371"/>
        </pc:sldMkLst>
      </pc:sldChg>
      <pc:sldChg chg="addSp modSp new mod">
        <pc:chgData name="鈴木 秀規" userId="f68c5fd9-22d5-4c0a-9833-7fb0f5135313" providerId="ADAL" clId="{89E477C8-882C-4DDE-9C80-DFB373724EDC}" dt="2021-01-26T08:35:53.403" v="770" actId="12385"/>
        <pc:sldMkLst>
          <pc:docMk/>
          <pc:sldMk cId="3350652435" sldId="371"/>
        </pc:sldMkLst>
        <pc:spChg chg="mod">
          <ac:chgData name="鈴木 秀規" userId="f68c5fd9-22d5-4c0a-9833-7fb0f5135313" providerId="ADAL" clId="{89E477C8-882C-4DDE-9C80-DFB373724EDC}" dt="2021-01-26T08:35:02.154" v="759"/>
          <ac:spMkLst>
            <pc:docMk/>
            <pc:sldMk cId="3350652435" sldId="371"/>
            <ac:spMk id="3" creationId="{30F99C26-20B3-4443-9F4F-4D39431C4739}"/>
          </ac:spMkLst>
        </pc:spChg>
        <pc:spChg chg="mod">
          <ac:chgData name="鈴木 秀規" userId="f68c5fd9-22d5-4c0a-9833-7fb0f5135313" providerId="ADAL" clId="{89E477C8-882C-4DDE-9C80-DFB373724EDC}" dt="2021-01-26T08:35:21.940" v="762" actId="14100"/>
          <ac:spMkLst>
            <pc:docMk/>
            <pc:sldMk cId="3350652435" sldId="371"/>
            <ac:spMk id="5" creationId="{D182D7AD-13D1-4C10-9608-8EBF9A649B90}"/>
          </ac:spMkLst>
        </pc:spChg>
        <pc:graphicFrameChg chg="add mod modGraphic">
          <ac:chgData name="鈴木 秀規" userId="f68c5fd9-22d5-4c0a-9833-7fb0f5135313" providerId="ADAL" clId="{89E477C8-882C-4DDE-9C80-DFB373724EDC}" dt="2021-01-26T08:35:53.403" v="770" actId="12385"/>
          <ac:graphicFrameMkLst>
            <pc:docMk/>
            <pc:sldMk cId="3350652435" sldId="371"/>
            <ac:graphicFrameMk id="6" creationId="{DAC8AF56-1F1A-4360-9696-0C80394E8D9E}"/>
          </ac:graphicFrameMkLst>
        </pc:graphicFrameChg>
      </pc:sldChg>
      <pc:sldChg chg="modSp new mod">
        <pc:chgData name="鈴木 秀規" userId="f68c5fd9-22d5-4c0a-9833-7fb0f5135313" providerId="ADAL" clId="{89E477C8-882C-4DDE-9C80-DFB373724EDC}" dt="2021-01-26T08:38:37.548" v="824" actId="313"/>
        <pc:sldMkLst>
          <pc:docMk/>
          <pc:sldMk cId="3443851444" sldId="372"/>
        </pc:sldMkLst>
        <pc:spChg chg="mod">
          <ac:chgData name="鈴木 秀規" userId="f68c5fd9-22d5-4c0a-9833-7fb0f5135313" providerId="ADAL" clId="{89E477C8-882C-4DDE-9C80-DFB373724EDC}" dt="2021-01-26T08:36:10.828" v="772"/>
          <ac:spMkLst>
            <pc:docMk/>
            <pc:sldMk cId="3443851444" sldId="372"/>
            <ac:spMk id="3" creationId="{2979B095-C2D9-43FE-BDB4-F51D4674481B}"/>
          </ac:spMkLst>
        </pc:spChg>
        <pc:spChg chg="mod">
          <ac:chgData name="鈴木 秀規" userId="f68c5fd9-22d5-4c0a-9833-7fb0f5135313" providerId="ADAL" clId="{89E477C8-882C-4DDE-9C80-DFB373724EDC}" dt="2021-01-26T08:38:37.548" v="824" actId="313"/>
          <ac:spMkLst>
            <pc:docMk/>
            <pc:sldMk cId="3443851444" sldId="372"/>
            <ac:spMk id="5" creationId="{B7128837-A21D-4351-8A56-98194BD48CFE}"/>
          </ac:spMkLst>
        </pc:spChg>
      </pc:sldChg>
      <pc:sldChg chg="del">
        <pc:chgData name="鈴木 秀規" userId="f68c5fd9-22d5-4c0a-9833-7fb0f5135313" providerId="ADAL" clId="{89E477C8-882C-4DDE-9C80-DFB373724EDC}" dt="2021-01-26T07:45:41.587" v="2" actId="2696"/>
        <pc:sldMkLst>
          <pc:docMk/>
          <pc:sldMk cId="4147123060" sldId="372"/>
        </pc:sldMkLst>
      </pc:sldChg>
      <pc:sldChg chg="del">
        <pc:chgData name="鈴木 秀規" userId="f68c5fd9-22d5-4c0a-9833-7fb0f5135313" providerId="ADAL" clId="{89E477C8-882C-4DDE-9C80-DFB373724EDC}" dt="2021-01-26T07:45:41.587" v="2" actId="2696"/>
        <pc:sldMkLst>
          <pc:docMk/>
          <pc:sldMk cId="310747956" sldId="373"/>
        </pc:sldMkLst>
      </pc:sldChg>
      <pc:sldChg chg="modSp new mod">
        <pc:chgData name="鈴木 秀規" userId="f68c5fd9-22d5-4c0a-9833-7fb0f5135313" providerId="ADAL" clId="{89E477C8-882C-4DDE-9C80-DFB373724EDC}" dt="2021-01-26T08:41:30.196" v="859" actId="207"/>
        <pc:sldMkLst>
          <pc:docMk/>
          <pc:sldMk cId="2536938731" sldId="373"/>
        </pc:sldMkLst>
        <pc:spChg chg="mod">
          <ac:chgData name="鈴木 秀規" userId="f68c5fd9-22d5-4c0a-9833-7fb0f5135313" providerId="ADAL" clId="{89E477C8-882C-4DDE-9C80-DFB373724EDC}" dt="2021-01-26T08:39:23.979" v="826"/>
          <ac:spMkLst>
            <pc:docMk/>
            <pc:sldMk cId="2536938731" sldId="373"/>
            <ac:spMk id="3" creationId="{78A90C5B-D1BB-47BB-9861-87F6FD459443}"/>
          </ac:spMkLst>
        </pc:spChg>
        <pc:spChg chg="mod">
          <ac:chgData name="鈴木 秀規" userId="f68c5fd9-22d5-4c0a-9833-7fb0f5135313" providerId="ADAL" clId="{89E477C8-882C-4DDE-9C80-DFB373724EDC}" dt="2021-01-26T08:41:30.196" v="859" actId="207"/>
          <ac:spMkLst>
            <pc:docMk/>
            <pc:sldMk cId="2536938731" sldId="373"/>
            <ac:spMk id="5" creationId="{01C523D0-7CCE-4899-8918-6D813585575B}"/>
          </ac:spMkLst>
        </pc:spChg>
      </pc:sldChg>
      <pc:sldChg chg="del">
        <pc:chgData name="鈴木 秀規" userId="f68c5fd9-22d5-4c0a-9833-7fb0f5135313" providerId="ADAL" clId="{89E477C8-882C-4DDE-9C80-DFB373724EDC}" dt="2021-01-26T07:45:41.587" v="2" actId="2696"/>
        <pc:sldMkLst>
          <pc:docMk/>
          <pc:sldMk cId="84034417" sldId="374"/>
        </pc:sldMkLst>
      </pc:sldChg>
      <pc:sldChg chg="addSp modSp new mod">
        <pc:chgData name="鈴木 秀規" userId="f68c5fd9-22d5-4c0a-9833-7fb0f5135313" providerId="ADAL" clId="{89E477C8-882C-4DDE-9C80-DFB373724EDC}" dt="2021-01-26T08:46:52.395" v="942" actId="207"/>
        <pc:sldMkLst>
          <pc:docMk/>
          <pc:sldMk cId="3337611443" sldId="374"/>
        </pc:sldMkLst>
        <pc:spChg chg="mod">
          <ac:chgData name="鈴木 秀規" userId="f68c5fd9-22d5-4c0a-9833-7fb0f5135313" providerId="ADAL" clId="{89E477C8-882C-4DDE-9C80-DFB373724EDC}" dt="2021-01-26T08:43:22.996" v="861"/>
          <ac:spMkLst>
            <pc:docMk/>
            <pc:sldMk cId="3337611443" sldId="374"/>
            <ac:spMk id="3" creationId="{6F1B7E9D-D51B-4D7B-9C5C-1D6AB55E0E01}"/>
          </ac:spMkLst>
        </pc:spChg>
        <pc:spChg chg="mod">
          <ac:chgData name="鈴木 秀規" userId="f68c5fd9-22d5-4c0a-9833-7fb0f5135313" providerId="ADAL" clId="{89E477C8-882C-4DDE-9C80-DFB373724EDC}" dt="2021-01-26T08:43:36.940" v="864" actId="14100"/>
          <ac:spMkLst>
            <pc:docMk/>
            <pc:sldMk cId="3337611443" sldId="374"/>
            <ac:spMk id="5" creationId="{5FCDB39A-957D-4A00-8DAD-535DB2A897C9}"/>
          </ac:spMkLst>
        </pc:spChg>
        <pc:spChg chg="add mod">
          <ac:chgData name="鈴木 秀規" userId="f68c5fd9-22d5-4c0a-9833-7fb0f5135313" providerId="ADAL" clId="{89E477C8-882C-4DDE-9C80-DFB373724EDC}" dt="2021-01-26T08:46:52.395" v="942" actId="207"/>
          <ac:spMkLst>
            <pc:docMk/>
            <pc:sldMk cId="3337611443" sldId="374"/>
            <ac:spMk id="7" creationId="{87B8FE7D-A94E-40AE-B317-F45A615D1D9E}"/>
          </ac:spMkLst>
        </pc:spChg>
        <pc:graphicFrameChg chg="add mod modGraphic">
          <ac:chgData name="鈴木 秀規" userId="f68c5fd9-22d5-4c0a-9833-7fb0f5135313" providerId="ADAL" clId="{89E477C8-882C-4DDE-9C80-DFB373724EDC}" dt="2021-01-26T08:44:56.456" v="879" actId="1076"/>
          <ac:graphicFrameMkLst>
            <pc:docMk/>
            <pc:sldMk cId="3337611443" sldId="374"/>
            <ac:graphicFrameMk id="6" creationId="{C8D06F01-1809-47E1-9F43-3FDBE39B2DFA}"/>
          </ac:graphicFrameMkLst>
        </pc:graphicFrameChg>
      </pc:sldChg>
      <pc:sldChg chg="modSp new mod">
        <pc:chgData name="鈴木 秀規" userId="f68c5fd9-22d5-4c0a-9833-7fb0f5135313" providerId="ADAL" clId="{89E477C8-882C-4DDE-9C80-DFB373724EDC}" dt="2021-01-26T08:48:02.101" v="962" actId="207"/>
        <pc:sldMkLst>
          <pc:docMk/>
          <pc:sldMk cId="571433644" sldId="375"/>
        </pc:sldMkLst>
        <pc:spChg chg="mod">
          <ac:chgData name="鈴木 秀規" userId="f68c5fd9-22d5-4c0a-9833-7fb0f5135313" providerId="ADAL" clId="{89E477C8-882C-4DDE-9C80-DFB373724EDC}" dt="2021-01-26T08:47:17.680" v="944"/>
          <ac:spMkLst>
            <pc:docMk/>
            <pc:sldMk cId="571433644" sldId="375"/>
            <ac:spMk id="3" creationId="{ECC121AB-772A-4BE5-B6E5-12A14D7F48E0}"/>
          </ac:spMkLst>
        </pc:spChg>
        <pc:spChg chg="mod">
          <ac:chgData name="鈴木 秀規" userId="f68c5fd9-22d5-4c0a-9833-7fb0f5135313" providerId="ADAL" clId="{89E477C8-882C-4DDE-9C80-DFB373724EDC}" dt="2021-01-26T08:48:02.101" v="962" actId="207"/>
          <ac:spMkLst>
            <pc:docMk/>
            <pc:sldMk cId="571433644" sldId="375"/>
            <ac:spMk id="5" creationId="{1774875D-24B6-4061-A97A-E3A5F9F98EC7}"/>
          </ac:spMkLst>
        </pc:spChg>
      </pc:sldChg>
      <pc:sldChg chg="del">
        <pc:chgData name="鈴木 秀規" userId="f68c5fd9-22d5-4c0a-9833-7fb0f5135313" providerId="ADAL" clId="{89E477C8-882C-4DDE-9C80-DFB373724EDC}" dt="2021-01-26T07:45:41.587" v="2" actId="2696"/>
        <pc:sldMkLst>
          <pc:docMk/>
          <pc:sldMk cId="4133178376" sldId="375"/>
        </pc:sldMkLst>
      </pc:sldChg>
      <pc:sldChg chg="addSp delSp modSp new mod">
        <pc:chgData name="鈴木 秀規" userId="f68c5fd9-22d5-4c0a-9833-7fb0f5135313" providerId="ADAL" clId="{89E477C8-882C-4DDE-9C80-DFB373724EDC}" dt="2021-01-26T08:51:50.269" v="1008"/>
        <pc:sldMkLst>
          <pc:docMk/>
          <pc:sldMk cId="941335972" sldId="376"/>
        </pc:sldMkLst>
        <pc:spChg chg="mod">
          <ac:chgData name="鈴木 秀規" userId="f68c5fd9-22d5-4c0a-9833-7fb0f5135313" providerId="ADAL" clId="{89E477C8-882C-4DDE-9C80-DFB373724EDC}" dt="2021-01-26T08:48:39.071" v="964"/>
          <ac:spMkLst>
            <pc:docMk/>
            <pc:sldMk cId="941335972" sldId="376"/>
            <ac:spMk id="3" creationId="{B972367C-4947-4E69-A131-8F640D8D60E5}"/>
          </ac:spMkLst>
        </pc:spChg>
        <pc:spChg chg="mod">
          <ac:chgData name="鈴木 秀規" userId="f68c5fd9-22d5-4c0a-9833-7fb0f5135313" providerId="ADAL" clId="{89E477C8-882C-4DDE-9C80-DFB373724EDC}" dt="2021-01-26T08:48:58.597" v="967" actId="14100"/>
          <ac:spMkLst>
            <pc:docMk/>
            <pc:sldMk cId="941335972" sldId="376"/>
            <ac:spMk id="5" creationId="{B8CB535A-3CCB-4067-A5E6-C7F335F4C81D}"/>
          </ac:spMkLst>
        </pc:spChg>
        <pc:spChg chg="add mod">
          <ac:chgData name="鈴木 秀規" userId="f68c5fd9-22d5-4c0a-9833-7fb0f5135313" providerId="ADAL" clId="{89E477C8-882C-4DDE-9C80-DFB373724EDC}" dt="2021-01-26T08:51:02.958" v="1001" actId="14100"/>
          <ac:spMkLst>
            <pc:docMk/>
            <pc:sldMk cId="941335972" sldId="376"/>
            <ac:spMk id="6" creationId="{A47CD9CD-E188-4199-9271-65EABF76F149}"/>
          </ac:spMkLst>
        </pc:spChg>
        <pc:spChg chg="add del mod">
          <ac:chgData name="鈴木 秀規" userId="f68c5fd9-22d5-4c0a-9833-7fb0f5135313" providerId="ADAL" clId="{89E477C8-882C-4DDE-9C80-DFB373724EDC}" dt="2021-01-26T08:51:50.269" v="1008"/>
          <ac:spMkLst>
            <pc:docMk/>
            <pc:sldMk cId="941335972" sldId="376"/>
            <ac:spMk id="7" creationId="{C2384F2E-4E46-43FA-8375-1D0D79CB5846}"/>
          </ac:spMkLst>
        </pc:spChg>
      </pc:sldChg>
      <pc:sldChg chg="del">
        <pc:chgData name="鈴木 秀規" userId="f68c5fd9-22d5-4c0a-9833-7fb0f5135313" providerId="ADAL" clId="{89E477C8-882C-4DDE-9C80-DFB373724EDC}" dt="2021-01-26T07:45:41.587" v="2" actId="2696"/>
        <pc:sldMkLst>
          <pc:docMk/>
          <pc:sldMk cId="3795804375" sldId="376"/>
        </pc:sldMkLst>
      </pc:sldChg>
      <pc:sldChg chg="addSp modSp new mod">
        <pc:chgData name="鈴木 秀規" userId="f68c5fd9-22d5-4c0a-9833-7fb0f5135313" providerId="ADAL" clId="{89E477C8-882C-4DDE-9C80-DFB373724EDC}" dt="2021-01-26T08:53:24.860" v="1050" actId="1035"/>
        <pc:sldMkLst>
          <pc:docMk/>
          <pc:sldMk cId="2664152079" sldId="377"/>
        </pc:sldMkLst>
        <pc:spChg chg="mod">
          <ac:chgData name="鈴木 秀規" userId="f68c5fd9-22d5-4c0a-9833-7fb0f5135313" providerId="ADAL" clId="{89E477C8-882C-4DDE-9C80-DFB373724EDC}" dt="2021-01-26T08:51:29.189" v="1003"/>
          <ac:spMkLst>
            <pc:docMk/>
            <pc:sldMk cId="2664152079" sldId="377"/>
            <ac:spMk id="3" creationId="{4815163A-60B7-454C-9BEE-6E5D93822057}"/>
          </ac:spMkLst>
        </pc:spChg>
        <pc:spChg chg="mod">
          <ac:chgData name="鈴木 秀規" userId="f68c5fd9-22d5-4c0a-9833-7fb0f5135313" providerId="ADAL" clId="{89E477C8-882C-4DDE-9C80-DFB373724EDC}" dt="2021-01-26T08:51:42.247" v="1006" actId="14100"/>
          <ac:spMkLst>
            <pc:docMk/>
            <pc:sldMk cId="2664152079" sldId="377"/>
            <ac:spMk id="5" creationId="{C2C2A754-1E8C-4305-B29C-CBE1EA53CBA0}"/>
          </ac:spMkLst>
        </pc:spChg>
        <pc:spChg chg="add mod">
          <ac:chgData name="鈴木 秀規" userId="f68c5fd9-22d5-4c0a-9833-7fb0f5135313" providerId="ADAL" clId="{89E477C8-882C-4DDE-9C80-DFB373724EDC}" dt="2021-01-26T08:53:24.860" v="1050" actId="1035"/>
          <ac:spMkLst>
            <pc:docMk/>
            <pc:sldMk cId="2664152079" sldId="377"/>
            <ac:spMk id="6" creationId="{50464128-AAA6-4EA5-B22F-16F5D6C630AD}"/>
          </ac:spMkLst>
        </pc:spChg>
      </pc:sldChg>
      <pc:sldChg chg="del">
        <pc:chgData name="鈴木 秀規" userId="f68c5fd9-22d5-4c0a-9833-7fb0f5135313" providerId="ADAL" clId="{89E477C8-882C-4DDE-9C80-DFB373724EDC}" dt="2021-01-26T07:45:41.587" v="2" actId="2696"/>
        <pc:sldMkLst>
          <pc:docMk/>
          <pc:sldMk cId="4201067025" sldId="377"/>
        </pc:sldMkLst>
      </pc:sldChg>
      <pc:sldChg chg="del">
        <pc:chgData name="鈴木 秀規" userId="f68c5fd9-22d5-4c0a-9833-7fb0f5135313" providerId="ADAL" clId="{89E477C8-882C-4DDE-9C80-DFB373724EDC}" dt="2021-01-26T07:45:41.587" v="2" actId="2696"/>
        <pc:sldMkLst>
          <pc:docMk/>
          <pc:sldMk cId="2170260322" sldId="378"/>
        </pc:sldMkLst>
      </pc:sldChg>
      <pc:sldChg chg="addSp modSp new mod">
        <pc:chgData name="鈴木 秀規" userId="f68c5fd9-22d5-4c0a-9833-7fb0f5135313" providerId="ADAL" clId="{89E477C8-882C-4DDE-9C80-DFB373724EDC}" dt="2021-01-26T08:55:51.686" v="1092" actId="313"/>
        <pc:sldMkLst>
          <pc:docMk/>
          <pc:sldMk cId="3649152916" sldId="378"/>
        </pc:sldMkLst>
        <pc:spChg chg="mod">
          <ac:chgData name="鈴木 秀規" userId="f68c5fd9-22d5-4c0a-9833-7fb0f5135313" providerId="ADAL" clId="{89E477C8-882C-4DDE-9C80-DFB373724EDC}" dt="2021-01-26T08:53:57.612" v="1052"/>
          <ac:spMkLst>
            <pc:docMk/>
            <pc:sldMk cId="3649152916" sldId="378"/>
            <ac:spMk id="3" creationId="{C9AA1DBB-256C-43A5-BA05-76B0A7285263}"/>
          </ac:spMkLst>
        </pc:spChg>
        <pc:spChg chg="mod">
          <ac:chgData name="鈴木 秀規" userId="f68c5fd9-22d5-4c0a-9833-7fb0f5135313" providerId="ADAL" clId="{89E477C8-882C-4DDE-9C80-DFB373724EDC}" dt="2021-01-26T08:54:12.696" v="1057" actId="14100"/>
          <ac:spMkLst>
            <pc:docMk/>
            <pc:sldMk cId="3649152916" sldId="378"/>
            <ac:spMk id="5" creationId="{85E77323-67F6-4BFB-93B2-6199F0DE3356}"/>
          </ac:spMkLst>
        </pc:spChg>
        <pc:spChg chg="add mod">
          <ac:chgData name="鈴木 秀規" userId="f68c5fd9-22d5-4c0a-9833-7fb0f5135313" providerId="ADAL" clId="{89E477C8-882C-4DDE-9C80-DFB373724EDC}" dt="2021-01-26T08:55:29.612" v="1084" actId="14100"/>
          <ac:spMkLst>
            <pc:docMk/>
            <pc:sldMk cId="3649152916" sldId="378"/>
            <ac:spMk id="6" creationId="{EBD2286A-0F1A-4DF5-A259-16CD3040F129}"/>
          </ac:spMkLst>
        </pc:spChg>
        <pc:spChg chg="add mod">
          <ac:chgData name="鈴木 秀規" userId="f68c5fd9-22d5-4c0a-9833-7fb0f5135313" providerId="ADAL" clId="{89E477C8-882C-4DDE-9C80-DFB373724EDC}" dt="2021-01-26T08:55:51.686" v="1092" actId="313"/>
          <ac:spMkLst>
            <pc:docMk/>
            <pc:sldMk cId="3649152916" sldId="378"/>
            <ac:spMk id="7" creationId="{EA633DCB-A576-4301-B681-FCD5E5467649}"/>
          </ac:spMkLst>
        </pc:spChg>
      </pc:sldChg>
      <pc:sldChg chg="addSp modSp new mod">
        <pc:chgData name="鈴木 秀規" userId="f68c5fd9-22d5-4c0a-9833-7fb0f5135313" providerId="ADAL" clId="{89E477C8-882C-4DDE-9C80-DFB373724EDC}" dt="2021-01-26T09:04:12.085" v="1158" actId="14100"/>
        <pc:sldMkLst>
          <pc:docMk/>
          <pc:sldMk cId="4159378562" sldId="379"/>
        </pc:sldMkLst>
        <pc:spChg chg="mod">
          <ac:chgData name="鈴木 秀規" userId="f68c5fd9-22d5-4c0a-9833-7fb0f5135313" providerId="ADAL" clId="{89E477C8-882C-4DDE-9C80-DFB373724EDC}" dt="2021-01-26T08:57:35.060" v="1094"/>
          <ac:spMkLst>
            <pc:docMk/>
            <pc:sldMk cId="4159378562" sldId="379"/>
            <ac:spMk id="3" creationId="{8ADF3397-CBD7-44EE-BB76-9A53E1D09CAC}"/>
          </ac:spMkLst>
        </pc:spChg>
        <pc:spChg chg="mod">
          <ac:chgData name="鈴木 秀規" userId="f68c5fd9-22d5-4c0a-9833-7fb0f5135313" providerId="ADAL" clId="{89E477C8-882C-4DDE-9C80-DFB373724EDC}" dt="2021-01-26T09:03:04.013" v="1145" actId="20577"/>
          <ac:spMkLst>
            <pc:docMk/>
            <pc:sldMk cId="4159378562" sldId="379"/>
            <ac:spMk id="5" creationId="{8AF17209-0E3F-4A7F-963D-59AE37D7A761}"/>
          </ac:spMkLst>
        </pc:spChg>
        <pc:spChg chg="add mod">
          <ac:chgData name="鈴木 秀規" userId="f68c5fd9-22d5-4c0a-9833-7fb0f5135313" providerId="ADAL" clId="{89E477C8-882C-4DDE-9C80-DFB373724EDC}" dt="2021-01-26T09:03:56.785" v="1155" actId="1076"/>
          <ac:spMkLst>
            <pc:docMk/>
            <pc:sldMk cId="4159378562" sldId="379"/>
            <ac:spMk id="6" creationId="{19ACB777-4C69-4AE2-9B51-348E26C5B4C6}"/>
          </ac:spMkLst>
        </pc:spChg>
        <pc:spChg chg="add mod">
          <ac:chgData name="鈴木 秀規" userId="f68c5fd9-22d5-4c0a-9833-7fb0f5135313" providerId="ADAL" clId="{89E477C8-882C-4DDE-9C80-DFB373724EDC}" dt="2021-01-26T09:03:56.785" v="1155" actId="1076"/>
          <ac:spMkLst>
            <pc:docMk/>
            <pc:sldMk cId="4159378562" sldId="379"/>
            <ac:spMk id="7" creationId="{FF2577CE-45E7-4EEA-B2C3-5C7ED5455854}"/>
          </ac:spMkLst>
        </pc:spChg>
        <pc:spChg chg="add mod">
          <ac:chgData name="鈴木 秀規" userId="f68c5fd9-22d5-4c0a-9833-7fb0f5135313" providerId="ADAL" clId="{89E477C8-882C-4DDE-9C80-DFB373724EDC}" dt="2021-01-26T09:03:56.785" v="1155" actId="1076"/>
          <ac:spMkLst>
            <pc:docMk/>
            <pc:sldMk cId="4159378562" sldId="379"/>
            <ac:spMk id="8" creationId="{E910A402-74B4-4C71-BB1F-BFEB50C1B5B7}"/>
          </ac:spMkLst>
        </pc:spChg>
        <pc:spChg chg="add mod">
          <ac:chgData name="鈴木 秀規" userId="f68c5fd9-22d5-4c0a-9833-7fb0f5135313" providerId="ADAL" clId="{89E477C8-882C-4DDE-9C80-DFB373724EDC}" dt="2021-01-26T09:04:07.411" v="1156" actId="14100"/>
          <ac:spMkLst>
            <pc:docMk/>
            <pc:sldMk cId="4159378562" sldId="379"/>
            <ac:spMk id="9" creationId="{60F5CBF6-0422-4A7A-8BA4-8D09EF54946F}"/>
          </ac:spMkLst>
        </pc:spChg>
        <pc:spChg chg="add mod">
          <ac:chgData name="鈴木 秀規" userId="f68c5fd9-22d5-4c0a-9833-7fb0f5135313" providerId="ADAL" clId="{89E477C8-882C-4DDE-9C80-DFB373724EDC}" dt="2021-01-26T09:04:09.703" v="1157" actId="14100"/>
          <ac:spMkLst>
            <pc:docMk/>
            <pc:sldMk cId="4159378562" sldId="379"/>
            <ac:spMk id="10" creationId="{4D621CF3-0CF4-489C-B223-3FA3D33C2E35}"/>
          </ac:spMkLst>
        </pc:spChg>
        <pc:spChg chg="add mod">
          <ac:chgData name="鈴木 秀規" userId="f68c5fd9-22d5-4c0a-9833-7fb0f5135313" providerId="ADAL" clId="{89E477C8-882C-4DDE-9C80-DFB373724EDC}" dt="2021-01-26T09:04:12.085" v="1158" actId="14100"/>
          <ac:spMkLst>
            <pc:docMk/>
            <pc:sldMk cId="4159378562" sldId="379"/>
            <ac:spMk id="11" creationId="{F882B540-8177-4F5E-AC95-6745C0031FFE}"/>
          </ac:spMkLst>
        </pc:spChg>
      </pc:sldChg>
      <pc:sldChg chg="del">
        <pc:chgData name="鈴木 秀規" userId="f68c5fd9-22d5-4c0a-9833-7fb0f5135313" providerId="ADAL" clId="{89E477C8-882C-4DDE-9C80-DFB373724EDC}" dt="2021-01-26T07:45:41.587" v="2" actId="2696"/>
        <pc:sldMkLst>
          <pc:docMk/>
          <pc:sldMk cId="4171248681" sldId="379"/>
        </pc:sldMkLst>
      </pc:sldChg>
      <pc:sldChg chg="del">
        <pc:chgData name="鈴木 秀規" userId="f68c5fd9-22d5-4c0a-9833-7fb0f5135313" providerId="ADAL" clId="{89E477C8-882C-4DDE-9C80-DFB373724EDC}" dt="2021-01-26T07:45:41.587" v="2" actId="2696"/>
        <pc:sldMkLst>
          <pc:docMk/>
          <pc:sldMk cId="1003752797" sldId="380"/>
        </pc:sldMkLst>
      </pc:sldChg>
      <pc:sldChg chg="addSp delSp modSp new mod">
        <pc:chgData name="鈴木 秀規" userId="f68c5fd9-22d5-4c0a-9833-7fb0f5135313" providerId="ADAL" clId="{89E477C8-882C-4DDE-9C80-DFB373724EDC}" dt="2021-01-26T09:06:30.809" v="1192" actId="14100"/>
        <pc:sldMkLst>
          <pc:docMk/>
          <pc:sldMk cId="2745502941" sldId="380"/>
        </pc:sldMkLst>
        <pc:spChg chg="mod">
          <ac:chgData name="鈴木 秀規" userId="f68c5fd9-22d5-4c0a-9833-7fb0f5135313" providerId="ADAL" clId="{89E477C8-882C-4DDE-9C80-DFB373724EDC}" dt="2021-01-26T09:04:42.006" v="1160"/>
          <ac:spMkLst>
            <pc:docMk/>
            <pc:sldMk cId="2745502941" sldId="380"/>
            <ac:spMk id="3" creationId="{D7CEE353-66FB-4D47-ABE7-E6D457A6F88A}"/>
          </ac:spMkLst>
        </pc:spChg>
        <pc:spChg chg="mod">
          <ac:chgData name="鈴木 秀規" userId="f68c5fd9-22d5-4c0a-9833-7fb0f5135313" providerId="ADAL" clId="{89E477C8-882C-4DDE-9C80-DFB373724EDC}" dt="2021-01-26T09:06:30.809" v="1192" actId="14100"/>
          <ac:spMkLst>
            <pc:docMk/>
            <pc:sldMk cId="2745502941" sldId="380"/>
            <ac:spMk id="5" creationId="{65F8DBFA-3C03-463C-8EBC-DD915EEA6A5E}"/>
          </ac:spMkLst>
        </pc:spChg>
        <pc:spChg chg="add del mod">
          <ac:chgData name="鈴木 秀規" userId="f68c5fd9-22d5-4c0a-9833-7fb0f5135313" providerId="ADAL" clId="{89E477C8-882C-4DDE-9C80-DFB373724EDC}" dt="2021-01-26T09:05:05.142" v="1162" actId="478"/>
          <ac:spMkLst>
            <pc:docMk/>
            <pc:sldMk cId="2745502941" sldId="380"/>
            <ac:spMk id="6" creationId="{43FDE0DB-E0B1-4CD3-8CA4-B563208CAB41}"/>
          </ac:spMkLst>
        </pc:spChg>
        <pc:spChg chg="add mod">
          <ac:chgData name="鈴木 秀規" userId="f68c5fd9-22d5-4c0a-9833-7fb0f5135313" providerId="ADAL" clId="{89E477C8-882C-4DDE-9C80-DFB373724EDC}" dt="2021-01-26T09:06:15.322" v="1188" actId="207"/>
          <ac:spMkLst>
            <pc:docMk/>
            <pc:sldMk cId="2745502941" sldId="380"/>
            <ac:spMk id="7" creationId="{BCFA7568-C799-428D-8424-0D6988FA0BF6}"/>
          </ac:spMkLst>
        </pc:spChg>
      </pc:sldChg>
      <pc:sldChg chg="modSp new mod">
        <pc:chgData name="鈴木 秀規" userId="f68c5fd9-22d5-4c0a-9833-7fb0f5135313" providerId="ADAL" clId="{89E477C8-882C-4DDE-9C80-DFB373724EDC}" dt="2021-01-26T09:08:00.190" v="1218" actId="207"/>
        <pc:sldMkLst>
          <pc:docMk/>
          <pc:sldMk cId="301528646" sldId="381"/>
        </pc:sldMkLst>
        <pc:spChg chg="mod">
          <ac:chgData name="鈴木 秀規" userId="f68c5fd9-22d5-4c0a-9833-7fb0f5135313" providerId="ADAL" clId="{89E477C8-882C-4DDE-9C80-DFB373724EDC}" dt="2021-01-26T09:06:48.058" v="1194"/>
          <ac:spMkLst>
            <pc:docMk/>
            <pc:sldMk cId="301528646" sldId="381"/>
            <ac:spMk id="3" creationId="{48A70034-29E8-489A-B615-329037CF346A}"/>
          </ac:spMkLst>
        </pc:spChg>
        <pc:spChg chg="mod">
          <ac:chgData name="鈴木 秀規" userId="f68c5fd9-22d5-4c0a-9833-7fb0f5135313" providerId="ADAL" clId="{89E477C8-882C-4DDE-9C80-DFB373724EDC}" dt="2021-01-26T09:08:00.190" v="1218" actId="207"/>
          <ac:spMkLst>
            <pc:docMk/>
            <pc:sldMk cId="301528646" sldId="381"/>
            <ac:spMk id="5" creationId="{870E934D-B2BF-428B-AC4B-1C45CBAE4729}"/>
          </ac:spMkLst>
        </pc:spChg>
      </pc:sldChg>
      <pc:sldChg chg="del">
        <pc:chgData name="鈴木 秀規" userId="f68c5fd9-22d5-4c0a-9833-7fb0f5135313" providerId="ADAL" clId="{89E477C8-882C-4DDE-9C80-DFB373724EDC}" dt="2021-01-26T07:45:41.587" v="2" actId="2696"/>
        <pc:sldMkLst>
          <pc:docMk/>
          <pc:sldMk cId="2315279680" sldId="381"/>
        </pc:sldMkLst>
      </pc:sldChg>
      <pc:sldChg chg="del">
        <pc:chgData name="鈴木 秀規" userId="f68c5fd9-22d5-4c0a-9833-7fb0f5135313" providerId="ADAL" clId="{89E477C8-882C-4DDE-9C80-DFB373724EDC}" dt="2021-01-26T07:45:41.587" v="2" actId="2696"/>
        <pc:sldMkLst>
          <pc:docMk/>
          <pc:sldMk cId="3359842153" sldId="382"/>
        </pc:sldMkLst>
      </pc:sldChg>
      <pc:sldChg chg="addSp modSp new mod">
        <pc:chgData name="鈴木 秀規" userId="f68c5fd9-22d5-4c0a-9833-7fb0f5135313" providerId="ADAL" clId="{89E477C8-882C-4DDE-9C80-DFB373724EDC}" dt="2021-01-26T09:13:19.047" v="1275" actId="14100"/>
        <pc:sldMkLst>
          <pc:docMk/>
          <pc:sldMk cId="3737758823" sldId="382"/>
        </pc:sldMkLst>
        <pc:spChg chg="mod">
          <ac:chgData name="鈴木 秀規" userId="f68c5fd9-22d5-4c0a-9833-7fb0f5135313" providerId="ADAL" clId="{89E477C8-882C-4DDE-9C80-DFB373724EDC}" dt="2021-01-26T09:08:28.567" v="1220"/>
          <ac:spMkLst>
            <pc:docMk/>
            <pc:sldMk cId="3737758823" sldId="382"/>
            <ac:spMk id="3" creationId="{71453A0E-55EE-4AEB-91D2-9DB4AE35E3DE}"/>
          </ac:spMkLst>
        </pc:spChg>
        <pc:spChg chg="mod">
          <ac:chgData name="鈴木 秀規" userId="f68c5fd9-22d5-4c0a-9833-7fb0f5135313" providerId="ADAL" clId="{89E477C8-882C-4DDE-9C80-DFB373724EDC}" dt="2021-01-26T09:08:51.351" v="1226" actId="1076"/>
          <ac:spMkLst>
            <pc:docMk/>
            <pc:sldMk cId="3737758823" sldId="382"/>
            <ac:spMk id="5" creationId="{C9168D82-A6E8-47C7-9E34-0055387B3E1E}"/>
          </ac:spMkLst>
        </pc:spChg>
        <pc:spChg chg="add mod">
          <ac:chgData name="鈴木 秀規" userId="f68c5fd9-22d5-4c0a-9833-7fb0f5135313" providerId="ADAL" clId="{89E477C8-882C-4DDE-9C80-DFB373724EDC}" dt="2021-01-26T09:10:38.505" v="1244" actId="1076"/>
          <ac:spMkLst>
            <pc:docMk/>
            <pc:sldMk cId="3737758823" sldId="382"/>
            <ac:spMk id="6" creationId="{416F6B10-E341-483C-8EB1-A447CA0B519D}"/>
          </ac:spMkLst>
        </pc:spChg>
        <pc:spChg chg="add mod">
          <ac:chgData name="鈴木 秀規" userId="f68c5fd9-22d5-4c0a-9833-7fb0f5135313" providerId="ADAL" clId="{89E477C8-882C-4DDE-9C80-DFB373724EDC}" dt="2021-01-26T09:12:48.406" v="1270" actId="1076"/>
          <ac:spMkLst>
            <pc:docMk/>
            <pc:sldMk cId="3737758823" sldId="382"/>
            <ac:spMk id="7" creationId="{5AA8E07E-E209-4FAB-B08E-DC75AEC347D2}"/>
          </ac:spMkLst>
        </pc:spChg>
        <pc:spChg chg="add mod">
          <ac:chgData name="鈴木 秀規" userId="f68c5fd9-22d5-4c0a-9833-7fb0f5135313" providerId="ADAL" clId="{89E477C8-882C-4DDE-9C80-DFB373724EDC}" dt="2021-01-26T09:12:51.954" v="1271" actId="1076"/>
          <ac:spMkLst>
            <pc:docMk/>
            <pc:sldMk cId="3737758823" sldId="382"/>
            <ac:spMk id="8" creationId="{CC90732A-ACB8-40E0-ADBB-A7DA8123B972}"/>
          </ac:spMkLst>
        </pc:spChg>
        <pc:spChg chg="add mod">
          <ac:chgData name="鈴木 秀規" userId="f68c5fd9-22d5-4c0a-9833-7fb0f5135313" providerId="ADAL" clId="{89E477C8-882C-4DDE-9C80-DFB373724EDC}" dt="2021-01-26T09:13:09.350" v="1273" actId="1076"/>
          <ac:spMkLst>
            <pc:docMk/>
            <pc:sldMk cId="3737758823" sldId="382"/>
            <ac:spMk id="9" creationId="{B3B3A101-1CC1-40C6-906E-E865AB3204EB}"/>
          </ac:spMkLst>
        </pc:spChg>
        <pc:spChg chg="add mod">
          <ac:chgData name="鈴木 秀規" userId="f68c5fd9-22d5-4c0a-9833-7fb0f5135313" providerId="ADAL" clId="{89E477C8-882C-4DDE-9C80-DFB373724EDC}" dt="2021-01-26T09:12:24.604" v="1267" actId="207"/>
          <ac:spMkLst>
            <pc:docMk/>
            <pc:sldMk cId="3737758823" sldId="382"/>
            <ac:spMk id="10" creationId="{C7477D15-AF30-4B50-9A55-F9DB0B3DD722}"/>
          </ac:spMkLst>
        </pc:spChg>
        <pc:spChg chg="add mod">
          <ac:chgData name="鈴木 秀規" userId="f68c5fd9-22d5-4c0a-9833-7fb0f5135313" providerId="ADAL" clId="{89E477C8-882C-4DDE-9C80-DFB373724EDC}" dt="2021-01-26T09:12:55.172" v="1272" actId="14100"/>
          <ac:spMkLst>
            <pc:docMk/>
            <pc:sldMk cId="3737758823" sldId="382"/>
            <ac:spMk id="11" creationId="{FF0BF8BB-6A5A-48C6-9DFC-D7EFF9AD9EEA}"/>
          </ac:spMkLst>
        </pc:spChg>
        <pc:spChg chg="add mod">
          <ac:chgData name="鈴木 秀規" userId="f68c5fd9-22d5-4c0a-9833-7fb0f5135313" providerId="ADAL" clId="{89E477C8-882C-4DDE-9C80-DFB373724EDC}" dt="2021-01-26T09:13:19.047" v="1275" actId="14100"/>
          <ac:spMkLst>
            <pc:docMk/>
            <pc:sldMk cId="3737758823" sldId="382"/>
            <ac:spMk id="12" creationId="{7061D972-AB54-44F3-BC60-66CB527657F8}"/>
          </ac:spMkLst>
        </pc:spChg>
      </pc:sldChg>
      <pc:sldChg chg="addSp modSp new mod">
        <pc:chgData name="鈴木 秀規" userId="f68c5fd9-22d5-4c0a-9833-7fb0f5135313" providerId="ADAL" clId="{89E477C8-882C-4DDE-9C80-DFB373724EDC}" dt="2021-01-26T09:17:18.900" v="1318" actId="14100"/>
        <pc:sldMkLst>
          <pc:docMk/>
          <pc:sldMk cId="1383500861" sldId="383"/>
        </pc:sldMkLst>
        <pc:spChg chg="mod">
          <ac:chgData name="鈴木 秀規" userId="f68c5fd9-22d5-4c0a-9833-7fb0f5135313" providerId="ADAL" clId="{89E477C8-882C-4DDE-9C80-DFB373724EDC}" dt="2021-01-26T09:14:00.974" v="1277"/>
          <ac:spMkLst>
            <pc:docMk/>
            <pc:sldMk cId="1383500861" sldId="383"/>
            <ac:spMk id="3" creationId="{F0E6EF6C-643D-46A5-BCA4-2208D09284E4}"/>
          </ac:spMkLst>
        </pc:spChg>
        <pc:spChg chg="mod">
          <ac:chgData name="鈴木 秀規" userId="f68c5fd9-22d5-4c0a-9833-7fb0f5135313" providerId="ADAL" clId="{89E477C8-882C-4DDE-9C80-DFB373724EDC}" dt="2021-01-26T09:14:51.803" v="1280" actId="14100"/>
          <ac:spMkLst>
            <pc:docMk/>
            <pc:sldMk cId="1383500861" sldId="383"/>
            <ac:spMk id="5" creationId="{919049D3-0FA6-454A-B4CC-11082E3D994A}"/>
          </ac:spMkLst>
        </pc:spChg>
        <pc:spChg chg="add mod">
          <ac:chgData name="鈴木 秀規" userId="f68c5fd9-22d5-4c0a-9833-7fb0f5135313" providerId="ADAL" clId="{89E477C8-882C-4DDE-9C80-DFB373724EDC}" dt="2021-01-26T09:17:18.900" v="1318" actId="14100"/>
          <ac:spMkLst>
            <pc:docMk/>
            <pc:sldMk cId="1383500861" sldId="383"/>
            <ac:spMk id="6" creationId="{40AE093F-0277-4CEE-ABD9-3E36D329F807}"/>
          </ac:spMkLst>
        </pc:spChg>
        <pc:spChg chg="add mod">
          <ac:chgData name="鈴木 秀規" userId="f68c5fd9-22d5-4c0a-9833-7fb0f5135313" providerId="ADAL" clId="{89E477C8-882C-4DDE-9C80-DFB373724EDC}" dt="2021-01-26T09:17:14.863" v="1317" actId="207"/>
          <ac:spMkLst>
            <pc:docMk/>
            <pc:sldMk cId="1383500861" sldId="383"/>
            <ac:spMk id="7" creationId="{B8C21830-8874-451E-BB81-52131C6815EA}"/>
          </ac:spMkLst>
        </pc:spChg>
        <pc:spChg chg="add mod">
          <ac:chgData name="鈴木 秀規" userId="f68c5fd9-22d5-4c0a-9833-7fb0f5135313" providerId="ADAL" clId="{89E477C8-882C-4DDE-9C80-DFB373724EDC}" dt="2021-01-26T09:17:11.813" v="1315" actId="207"/>
          <ac:spMkLst>
            <pc:docMk/>
            <pc:sldMk cId="1383500861" sldId="383"/>
            <ac:spMk id="8" creationId="{E6DE9D1A-AEB6-4AEB-BC3A-28717310E568}"/>
          </ac:spMkLst>
        </pc:spChg>
        <pc:spChg chg="add mod">
          <ac:chgData name="鈴木 秀規" userId="f68c5fd9-22d5-4c0a-9833-7fb0f5135313" providerId="ADAL" clId="{89E477C8-882C-4DDE-9C80-DFB373724EDC}" dt="2021-01-26T09:17:01.044" v="1312" actId="1076"/>
          <ac:spMkLst>
            <pc:docMk/>
            <pc:sldMk cId="1383500861" sldId="383"/>
            <ac:spMk id="9" creationId="{2C93F375-A663-49C6-B80E-53DB8D902081}"/>
          </ac:spMkLst>
        </pc:spChg>
        <pc:spChg chg="add mod">
          <ac:chgData name="鈴木 秀規" userId="f68c5fd9-22d5-4c0a-9833-7fb0f5135313" providerId="ADAL" clId="{89E477C8-882C-4DDE-9C80-DFB373724EDC}" dt="2021-01-26T09:16:58.196" v="1311" actId="571"/>
          <ac:spMkLst>
            <pc:docMk/>
            <pc:sldMk cId="1383500861" sldId="383"/>
            <ac:spMk id="10" creationId="{F285B219-475B-44A1-934D-C9506B322CA4}"/>
          </ac:spMkLst>
        </pc:spChg>
      </pc:sldChg>
      <pc:sldChg chg="del">
        <pc:chgData name="鈴木 秀規" userId="f68c5fd9-22d5-4c0a-9833-7fb0f5135313" providerId="ADAL" clId="{89E477C8-882C-4DDE-9C80-DFB373724EDC}" dt="2021-01-26T07:45:41.587" v="2" actId="2696"/>
        <pc:sldMkLst>
          <pc:docMk/>
          <pc:sldMk cId="2193843838" sldId="383"/>
        </pc:sldMkLst>
      </pc:sldChg>
      <pc:sldChg chg="del">
        <pc:chgData name="鈴木 秀規" userId="f68c5fd9-22d5-4c0a-9833-7fb0f5135313" providerId="ADAL" clId="{89E477C8-882C-4DDE-9C80-DFB373724EDC}" dt="2021-01-26T07:45:41.587" v="2" actId="2696"/>
        <pc:sldMkLst>
          <pc:docMk/>
          <pc:sldMk cId="1703172032" sldId="384"/>
        </pc:sldMkLst>
      </pc:sldChg>
      <pc:sldChg chg="addSp delSp modSp new mod">
        <pc:chgData name="鈴木 秀規" userId="f68c5fd9-22d5-4c0a-9833-7fb0f5135313" providerId="ADAL" clId="{89E477C8-882C-4DDE-9C80-DFB373724EDC}" dt="2021-01-28T00:25:32.568" v="1704" actId="1036"/>
        <pc:sldMkLst>
          <pc:docMk/>
          <pc:sldMk cId="1710849802" sldId="384"/>
        </pc:sldMkLst>
        <pc:spChg chg="mod">
          <ac:chgData name="鈴木 秀規" userId="f68c5fd9-22d5-4c0a-9833-7fb0f5135313" providerId="ADAL" clId="{89E477C8-882C-4DDE-9C80-DFB373724EDC}" dt="2021-01-28T00:04:15.549" v="1346" actId="20577"/>
          <ac:spMkLst>
            <pc:docMk/>
            <pc:sldMk cId="1710849802" sldId="384"/>
            <ac:spMk id="3" creationId="{9AB9B55F-AAD7-4298-85CF-D1860B286D43}"/>
          </ac:spMkLst>
        </pc:spChg>
        <pc:spChg chg="mod">
          <ac:chgData name="鈴木 秀規" userId="f68c5fd9-22d5-4c0a-9833-7fb0f5135313" providerId="ADAL" clId="{89E477C8-882C-4DDE-9C80-DFB373724EDC}" dt="2021-01-28T00:11:44.745" v="1351" actId="207"/>
          <ac:spMkLst>
            <pc:docMk/>
            <pc:sldMk cId="1710849802" sldId="384"/>
            <ac:spMk id="5" creationId="{69A1D963-EF40-465A-8F05-04B0639C9BB1}"/>
          </ac:spMkLst>
        </pc:spChg>
        <pc:spChg chg="add mod">
          <ac:chgData name="鈴木 秀規" userId="f68c5fd9-22d5-4c0a-9833-7fb0f5135313" providerId="ADAL" clId="{89E477C8-882C-4DDE-9C80-DFB373724EDC}" dt="2021-01-28T00:16:41.084" v="1458" actId="1076"/>
          <ac:spMkLst>
            <pc:docMk/>
            <pc:sldMk cId="1710849802" sldId="384"/>
            <ac:spMk id="6" creationId="{B9F75641-D03D-4930-A734-D3E2877E1CEC}"/>
          </ac:spMkLst>
        </pc:spChg>
        <pc:spChg chg="add mod">
          <ac:chgData name="鈴木 秀規" userId="f68c5fd9-22d5-4c0a-9833-7fb0f5135313" providerId="ADAL" clId="{89E477C8-882C-4DDE-9C80-DFB373724EDC}" dt="2021-01-28T00:13:32.983" v="1358" actId="208"/>
          <ac:spMkLst>
            <pc:docMk/>
            <pc:sldMk cId="1710849802" sldId="384"/>
            <ac:spMk id="7" creationId="{76486E73-2314-4F67-8B9A-4ABD8FA5CEC7}"/>
          </ac:spMkLst>
        </pc:spChg>
        <pc:spChg chg="add mod">
          <ac:chgData name="鈴木 秀規" userId="f68c5fd9-22d5-4c0a-9833-7fb0f5135313" providerId="ADAL" clId="{89E477C8-882C-4DDE-9C80-DFB373724EDC}" dt="2021-01-28T00:14:28.852" v="1389" actId="2085"/>
          <ac:spMkLst>
            <pc:docMk/>
            <pc:sldMk cId="1710849802" sldId="384"/>
            <ac:spMk id="8" creationId="{3A5A3013-AF6F-4DF1-83B3-8AECDE33C743}"/>
          </ac:spMkLst>
        </pc:spChg>
        <pc:spChg chg="add mod">
          <ac:chgData name="鈴木 秀規" userId="f68c5fd9-22d5-4c0a-9833-7fb0f5135313" providerId="ADAL" clId="{89E477C8-882C-4DDE-9C80-DFB373724EDC}" dt="2021-01-28T00:14:44.049" v="1394" actId="14100"/>
          <ac:spMkLst>
            <pc:docMk/>
            <pc:sldMk cId="1710849802" sldId="384"/>
            <ac:spMk id="9" creationId="{EC90C676-1B95-4A79-B302-4FC9160AC9FC}"/>
          </ac:spMkLst>
        </pc:spChg>
        <pc:spChg chg="add mod">
          <ac:chgData name="鈴木 秀規" userId="f68c5fd9-22d5-4c0a-9833-7fb0f5135313" providerId="ADAL" clId="{89E477C8-882C-4DDE-9C80-DFB373724EDC}" dt="2021-01-28T00:20:03.030" v="1522" actId="1037"/>
          <ac:spMkLst>
            <pc:docMk/>
            <pc:sldMk cId="1710849802" sldId="384"/>
            <ac:spMk id="10" creationId="{6DEC2F77-76EC-4DFD-AB92-30176BEFCE39}"/>
          </ac:spMkLst>
        </pc:spChg>
        <pc:spChg chg="add mod">
          <ac:chgData name="鈴木 秀規" userId="f68c5fd9-22d5-4c0a-9833-7fb0f5135313" providerId="ADAL" clId="{89E477C8-882C-4DDE-9C80-DFB373724EDC}" dt="2021-01-28T00:20:03.030" v="1522" actId="1037"/>
          <ac:spMkLst>
            <pc:docMk/>
            <pc:sldMk cId="1710849802" sldId="384"/>
            <ac:spMk id="11" creationId="{2E399D14-EE07-4DEA-BAC1-8A299DF07943}"/>
          </ac:spMkLst>
        </pc:spChg>
        <pc:spChg chg="add del mod">
          <ac:chgData name="鈴木 秀規" userId="f68c5fd9-22d5-4c0a-9833-7fb0f5135313" providerId="ADAL" clId="{89E477C8-882C-4DDE-9C80-DFB373724EDC}" dt="2021-01-28T00:24:31.877" v="1674" actId="21"/>
          <ac:spMkLst>
            <pc:docMk/>
            <pc:sldMk cId="1710849802" sldId="384"/>
            <ac:spMk id="21" creationId="{74F18F8D-9918-4CAA-B2FA-7FD2E081FCB1}"/>
          </ac:spMkLst>
        </pc:spChg>
        <pc:spChg chg="add mod">
          <ac:chgData name="鈴木 秀規" userId="f68c5fd9-22d5-4c0a-9833-7fb0f5135313" providerId="ADAL" clId="{89E477C8-882C-4DDE-9C80-DFB373724EDC}" dt="2021-01-28T00:21:45.232" v="1565" actId="20577"/>
          <ac:spMkLst>
            <pc:docMk/>
            <pc:sldMk cId="1710849802" sldId="384"/>
            <ac:spMk id="31" creationId="{DECAA41E-C020-48B1-BCCC-EAAC2BB74F36}"/>
          </ac:spMkLst>
        </pc:spChg>
        <pc:spChg chg="add mod">
          <ac:chgData name="鈴木 秀規" userId="f68c5fd9-22d5-4c0a-9833-7fb0f5135313" providerId="ADAL" clId="{89E477C8-882C-4DDE-9C80-DFB373724EDC}" dt="2021-01-28T00:22:09.975" v="1620" actId="20577"/>
          <ac:spMkLst>
            <pc:docMk/>
            <pc:sldMk cId="1710849802" sldId="384"/>
            <ac:spMk id="32" creationId="{440BFB2F-EE06-4588-BDB8-84DBF3B1E7AE}"/>
          </ac:spMkLst>
        </pc:spChg>
        <pc:spChg chg="add mod">
          <ac:chgData name="鈴木 秀規" userId="f68c5fd9-22d5-4c0a-9833-7fb0f5135313" providerId="ADAL" clId="{89E477C8-882C-4DDE-9C80-DFB373724EDC}" dt="2021-01-28T00:22:35.719" v="1653" actId="20577"/>
          <ac:spMkLst>
            <pc:docMk/>
            <pc:sldMk cId="1710849802" sldId="384"/>
            <ac:spMk id="33" creationId="{FEED2F86-2765-459D-BDE6-9ECBBE6D4792}"/>
          </ac:spMkLst>
        </pc:spChg>
        <pc:spChg chg="add mod">
          <ac:chgData name="鈴木 秀規" userId="f68c5fd9-22d5-4c0a-9833-7fb0f5135313" providerId="ADAL" clId="{89E477C8-882C-4DDE-9C80-DFB373724EDC}" dt="2021-01-28T00:23:31.672" v="1664" actId="1076"/>
          <ac:spMkLst>
            <pc:docMk/>
            <pc:sldMk cId="1710849802" sldId="384"/>
            <ac:spMk id="43" creationId="{DB13123C-E298-4A22-917F-895701DC0D98}"/>
          </ac:spMkLst>
        </pc:spChg>
        <pc:spChg chg="add mod">
          <ac:chgData name="鈴木 秀規" userId="f68c5fd9-22d5-4c0a-9833-7fb0f5135313" providerId="ADAL" clId="{89E477C8-882C-4DDE-9C80-DFB373724EDC}" dt="2021-01-28T00:25:26.917" v="1701" actId="1035"/>
          <ac:spMkLst>
            <pc:docMk/>
            <pc:sldMk cId="1710849802" sldId="384"/>
            <ac:spMk id="52" creationId="{C4D0577F-64C5-4A9C-ACA0-5C79DF2C4F73}"/>
          </ac:spMkLst>
        </pc:spChg>
        <pc:spChg chg="add mod">
          <ac:chgData name="鈴木 秀規" userId="f68c5fd9-22d5-4c0a-9833-7fb0f5135313" providerId="ADAL" clId="{89E477C8-882C-4DDE-9C80-DFB373724EDC}" dt="2021-01-28T00:25:32.568" v="1704" actId="1036"/>
          <ac:spMkLst>
            <pc:docMk/>
            <pc:sldMk cId="1710849802" sldId="384"/>
            <ac:spMk id="53" creationId="{76B42D95-7E3F-4665-B2B0-70126886FEAD}"/>
          </ac:spMkLst>
        </pc:spChg>
        <pc:spChg chg="add mod">
          <ac:chgData name="鈴木 秀規" userId="f68c5fd9-22d5-4c0a-9833-7fb0f5135313" providerId="ADAL" clId="{89E477C8-882C-4DDE-9C80-DFB373724EDC}" dt="2021-01-28T00:25:05.990" v="1693" actId="1076"/>
          <ac:spMkLst>
            <pc:docMk/>
            <pc:sldMk cId="1710849802" sldId="384"/>
            <ac:spMk id="54" creationId="{C78E1A7A-DF9E-465F-8F0D-E0473F15C333}"/>
          </ac:spMkLst>
        </pc:spChg>
        <pc:spChg chg="add mod">
          <ac:chgData name="鈴木 秀規" userId="f68c5fd9-22d5-4c0a-9833-7fb0f5135313" providerId="ADAL" clId="{89E477C8-882C-4DDE-9C80-DFB373724EDC}" dt="2021-01-28T00:25:11.170" v="1695" actId="1076"/>
          <ac:spMkLst>
            <pc:docMk/>
            <pc:sldMk cId="1710849802" sldId="384"/>
            <ac:spMk id="55" creationId="{8ABFFE38-EDC5-4FAB-9B94-EB8281809D88}"/>
          </ac:spMkLst>
        </pc:spChg>
        <pc:cxnChg chg="add mod">
          <ac:chgData name="鈴木 秀規" userId="f68c5fd9-22d5-4c0a-9833-7fb0f5135313" providerId="ADAL" clId="{89E477C8-882C-4DDE-9C80-DFB373724EDC}" dt="2021-01-28T00:20:23.528" v="1524" actId="692"/>
          <ac:cxnSpMkLst>
            <pc:docMk/>
            <pc:sldMk cId="1710849802" sldId="384"/>
            <ac:cxnSpMk id="13" creationId="{8E386EE0-D155-4B04-B137-846B3D3FA644}"/>
          </ac:cxnSpMkLst>
        </pc:cxnChg>
        <pc:cxnChg chg="add del">
          <ac:chgData name="鈴木 秀規" userId="f68c5fd9-22d5-4c0a-9833-7fb0f5135313" providerId="ADAL" clId="{89E477C8-882C-4DDE-9C80-DFB373724EDC}" dt="2021-01-28T00:18:05.077" v="1477" actId="478"/>
          <ac:cxnSpMkLst>
            <pc:docMk/>
            <pc:sldMk cId="1710849802" sldId="384"/>
            <ac:cxnSpMk id="17" creationId="{7F68CC08-24DC-4B4A-8DF5-0A1B06236445}"/>
          </ac:cxnSpMkLst>
        </pc:cxnChg>
        <pc:cxnChg chg="add mod">
          <ac:chgData name="鈴木 秀規" userId="f68c5fd9-22d5-4c0a-9833-7fb0f5135313" providerId="ADAL" clId="{89E477C8-882C-4DDE-9C80-DFB373724EDC}" dt="2021-01-28T00:20:18.164" v="1523" actId="692"/>
          <ac:cxnSpMkLst>
            <pc:docMk/>
            <pc:sldMk cId="1710849802" sldId="384"/>
            <ac:cxnSpMk id="18" creationId="{CD7B3D91-C1C3-4B89-A73D-FD6E1CE9F5C5}"/>
          </ac:cxnSpMkLst>
        </pc:cxnChg>
        <pc:cxnChg chg="add mod">
          <ac:chgData name="鈴木 秀規" userId="f68c5fd9-22d5-4c0a-9833-7fb0f5135313" providerId="ADAL" clId="{89E477C8-882C-4DDE-9C80-DFB373724EDC}" dt="2021-01-28T00:24:31.877" v="1674" actId="21"/>
          <ac:cxnSpMkLst>
            <pc:docMk/>
            <pc:sldMk cId="1710849802" sldId="384"/>
            <ac:cxnSpMk id="23" creationId="{160E84F7-45FB-49BC-9732-FFFFB2D5997D}"/>
          </ac:cxnSpMkLst>
        </pc:cxnChg>
        <pc:cxnChg chg="add mod">
          <ac:chgData name="鈴木 秀規" userId="f68c5fd9-22d5-4c0a-9833-7fb0f5135313" providerId="ADAL" clId="{89E477C8-882C-4DDE-9C80-DFB373724EDC}" dt="2021-01-28T00:20:03.030" v="1522" actId="1037"/>
          <ac:cxnSpMkLst>
            <pc:docMk/>
            <pc:sldMk cId="1710849802" sldId="384"/>
            <ac:cxnSpMk id="26" creationId="{9A630C51-AC48-4B2E-85E9-307526025C2D}"/>
          </ac:cxnSpMkLst>
        </pc:cxnChg>
        <pc:cxnChg chg="add mod">
          <ac:chgData name="鈴木 秀規" userId="f68c5fd9-22d5-4c0a-9833-7fb0f5135313" providerId="ADAL" clId="{89E477C8-882C-4DDE-9C80-DFB373724EDC}" dt="2021-01-28T00:22:53.471" v="1656" actId="14100"/>
          <ac:cxnSpMkLst>
            <pc:docMk/>
            <pc:sldMk cId="1710849802" sldId="384"/>
            <ac:cxnSpMk id="34" creationId="{A3AD2563-68AF-471A-BDB5-5743C2F10205}"/>
          </ac:cxnSpMkLst>
        </pc:cxnChg>
        <pc:cxnChg chg="add mod">
          <ac:chgData name="鈴木 秀規" userId="f68c5fd9-22d5-4c0a-9833-7fb0f5135313" providerId="ADAL" clId="{89E477C8-882C-4DDE-9C80-DFB373724EDC}" dt="2021-01-28T00:23:03.485" v="1659" actId="14100"/>
          <ac:cxnSpMkLst>
            <pc:docMk/>
            <pc:sldMk cId="1710849802" sldId="384"/>
            <ac:cxnSpMk id="37" creationId="{2AAE7265-63A0-4A2C-973C-5700BE345AD1}"/>
          </ac:cxnSpMkLst>
        </pc:cxnChg>
        <pc:cxnChg chg="add mod">
          <ac:chgData name="鈴木 秀規" userId="f68c5fd9-22d5-4c0a-9833-7fb0f5135313" providerId="ADAL" clId="{89E477C8-882C-4DDE-9C80-DFB373724EDC}" dt="2021-01-28T00:23:18.959" v="1662" actId="14100"/>
          <ac:cxnSpMkLst>
            <pc:docMk/>
            <pc:sldMk cId="1710849802" sldId="384"/>
            <ac:cxnSpMk id="40" creationId="{82DCD619-0572-41E8-A0C0-8833B65712E8}"/>
          </ac:cxnSpMkLst>
        </pc:cxnChg>
        <pc:cxnChg chg="add mod">
          <ac:chgData name="鈴木 秀規" userId="f68c5fd9-22d5-4c0a-9833-7fb0f5135313" providerId="ADAL" clId="{89E477C8-882C-4DDE-9C80-DFB373724EDC}" dt="2021-01-28T00:24:03.025" v="1672" actId="14100"/>
          <ac:cxnSpMkLst>
            <pc:docMk/>
            <pc:sldMk cId="1710849802" sldId="384"/>
            <ac:cxnSpMk id="44" creationId="{1E165CEB-00CA-421B-96D7-5657344E5E39}"/>
          </ac:cxnSpMkLst>
        </pc:cxnChg>
        <pc:cxnChg chg="add mod">
          <ac:chgData name="鈴木 秀規" userId="f68c5fd9-22d5-4c0a-9833-7fb0f5135313" providerId="ADAL" clId="{89E477C8-882C-4DDE-9C80-DFB373724EDC}" dt="2021-01-28T00:23:59.137" v="1671" actId="14100"/>
          <ac:cxnSpMkLst>
            <pc:docMk/>
            <pc:sldMk cId="1710849802" sldId="384"/>
            <ac:cxnSpMk id="48" creationId="{D6C3DBE1-45A8-47DA-9E93-B024A3181E1E}"/>
          </ac:cxnSpMkLst>
        </pc:cxnChg>
      </pc:sldChg>
      <pc:sldChg chg="del">
        <pc:chgData name="鈴木 秀規" userId="f68c5fd9-22d5-4c0a-9833-7fb0f5135313" providerId="ADAL" clId="{89E477C8-882C-4DDE-9C80-DFB373724EDC}" dt="2021-01-26T07:45:41.587" v="2" actId="2696"/>
        <pc:sldMkLst>
          <pc:docMk/>
          <pc:sldMk cId="405086457" sldId="385"/>
        </pc:sldMkLst>
      </pc:sldChg>
      <pc:sldChg chg="modSp new mod">
        <pc:chgData name="鈴木 秀規" userId="f68c5fd9-22d5-4c0a-9833-7fb0f5135313" providerId="ADAL" clId="{89E477C8-882C-4DDE-9C80-DFB373724EDC}" dt="2021-01-28T00:27:07.638" v="1742" actId="403"/>
        <pc:sldMkLst>
          <pc:docMk/>
          <pc:sldMk cId="3198427957" sldId="385"/>
        </pc:sldMkLst>
        <pc:spChg chg="mod">
          <ac:chgData name="鈴木 秀規" userId="f68c5fd9-22d5-4c0a-9833-7fb0f5135313" providerId="ADAL" clId="{89E477C8-882C-4DDE-9C80-DFB373724EDC}" dt="2021-01-28T00:26:03.504" v="1724" actId="20577"/>
          <ac:spMkLst>
            <pc:docMk/>
            <pc:sldMk cId="3198427957" sldId="385"/>
            <ac:spMk id="3" creationId="{9C66717B-DC5D-4BC5-8268-8396B695A418}"/>
          </ac:spMkLst>
        </pc:spChg>
        <pc:spChg chg="mod">
          <ac:chgData name="鈴木 秀規" userId="f68c5fd9-22d5-4c0a-9833-7fb0f5135313" providerId="ADAL" clId="{89E477C8-882C-4DDE-9C80-DFB373724EDC}" dt="2021-01-28T00:27:07.638" v="1742" actId="403"/>
          <ac:spMkLst>
            <pc:docMk/>
            <pc:sldMk cId="3198427957" sldId="385"/>
            <ac:spMk id="5" creationId="{BAA9AD2E-1882-4C8E-9E00-D3A86BE862DC}"/>
          </ac:spMkLst>
        </pc:spChg>
      </pc:sldChg>
      <pc:sldChg chg="addSp delSp modSp new mod modClrScheme chgLayout">
        <pc:chgData name="鈴木 秀規" userId="f68c5fd9-22d5-4c0a-9833-7fb0f5135313" providerId="ADAL" clId="{89E477C8-882C-4DDE-9C80-DFB373724EDC}" dt="2021-01-28T00:33:18.976" v="1789" actId="207"/>
        <pc:sldMkLst>
          <pc:docMk/>
          <pc:sldMk cId="2401145918" sldId="386"/>
        </pc:sldMkLst>
        <pc:spChg chg="mod ord">
          <ac:chgData name="鈴木 秀規" userId="f68c5fd9-22d5-4c0a-9833-7fb0f5135313" providerId="ADAL" clId="{89E477C8-882C-4DDE-9C80-DFB373724EDC}" dt="2021-01-28T00:31:13.993" v="1745" actId="700"/>
          <ac:spMkLst>
            <pc:docMk/>
            <pc:sldMk cId="2401145918" sldId="386"/>
            <ac:spMk id="2" creationId="{E1EF011F-8AEA-408B-9E6B-A161DF99E8A0}"/>
          </ac:spMkLst>
        </pc:spChg>
        <pc:spChg chg="mod ord">
          <ac:chgData name="鈴木 秀規" userId="f68c5fd9-22d5-4c0a-9833-7fb0f5135313" providerId="ADAL" clId="{89E477C8-882C-4DDE-9C80-DFB373724EDC}" dt="2021-01-28T00:31:13.993" v="1745" actId="700"/>
          <ac:spMkLst>
            <pc:docMk/>
            <pc:sldMk cId="2401145918" sldId="386"/>
            <ac:spMk id="3" creationId="{737EC184-CACD-4C8F-8E3B-6E48E09233B3}"/>
          </ac:spMkLst>
        </pc:spChg>
        <pc:spChg chg="mod ord">
          <ac:chgData name="鈴木 秀規" userId="f68c5fd9-22d5-4c0a-9833-7fb0f5135313" providerId="ADAL" clId="{89E477C8-882C-4DDE-9C80-DFB373724EDC}" dt="2021-01-28T00:31:13.993" v="1745" actId="700"/>
          <ac:spMkLst>
            <pc:docMk/>
            <pc:sldMk cId="2401145918" sldId="386"/>
            <ac:spMk id="4" creationId="{D6E7AAD0-AF13-4770-A5FE-1A45A1C14BA1}"/>
          </ac:spMkLst>
        </pc:spChg>
        <pc:spChg chg="del">
          <ac:chgData name="鈴木 秀規" userId="f68c5fd9-22d5-4c0a-9833-7fb0f5135313" providerId="ADAL" clId="{89E477C8-882C-4DDE-9C80-DFB373724EDC}" dt="2021-01-28T00:31:13.993" v="1745" actId="700"/>
          <ac:spMkLst>
            <pc:docMk/>
            <pc:sldMk cId="2401145918" sldId="386"/>
            <ac:spMk id="5" creationId="{FBDFA43B-CCA4-4391-876F-08A48B94D24D}"/>
          </ac:spMkLst>
        </pc:spChg>
        <pc:spChg chg="add mod">
          <ac:chgData name="鈴木 秀規" userId="f68c5fd9-22d5-4c0a-9833-7fb0f5135313" providerId="ADAL" clId="{89E477C8-882C-4DDE-9C80-DFB373724EDC}" dt="2021-01-28T00:33:18.976" v="1789" actId="207"/>
          <ac:spMkLst>
            <pc:docMk/>
            <pc:sldMk cId="2401145918" sldId="386"/>
            <ac:spMk id="6" creationId="{00A6316D-1AC1-4A36-80F1-066ADCE98D5B}"/>
          </ac:spMkLst>
        </pc:spChg>
        <pc:spChg chg="add mod">
          <ac:chgData name="鈴木 秀規" userId="f68c5fd9-22d5-4c0a-9833-7fb0f5135313" providerId="ADAL" clId="{89E477C8-882C-4DDE-9C80-DFB373724EDC}" dt="2021-01-28T00:32:44.778" v="1781" actId="14100"/>
          <ac:spMkLst>
            <pc:docMk/>
            <pc:sldMk cId="2401145918" sldId="386"/>
            <ac:spMk id="7" creationId="{6685B93B-920F-4514-8402-BD5509C19734}"/>
          </ac:spMkLst>
        </pc:spChg>
      </pc:sldChg>
      <pc:sldChg chg="addSp modSp new mod modClrScheme chgLayout">
        <pc:chgData name="鈴木 秀規" userId="f68c5fd9-22d5-4c0a-9833-7fb0f5135313" providerId="ADAL" clId="{89E477C8-882C-4DDE-9C80-DFB373724EDC}" dt="2021-01-28T00:36:23.889" v="1826" actId="207"/>
        <pc:sldMkLst>
          <pc:docMk/>
          <pc:sldMk cId="3730994383" sldId="387"/>
        </pc:sldMkLst>
        <pc:spChg chg="mod ord">
          <ac:chgData name="鈴木 秀規" userId="f68c5fd9-22d5-4c0a-9833-7fb0f5135313" providerId="ADAL" clId="{89E477C8-882C-4DDE-9C80-DFB373724EDC}" dt="2021-01-28T00:34:28.598" v="1792" actId="700"/>
          <ac:spMkLst>
            <pc:docMk/>
            <pc:sldMk cId="3730994383" sldId="387"/>
            <ac:spMk id="2" creationId="{BCA1EF0F-B776-42C3-97D5-FA00D3E3A2E9}"/>
          </ac:spMkLst>
        </pc:spChg>
        <pc:spChg chg="mod ord">
          <ac:chgData name="鈴木 秀規" userId="f68c5fd9-22d5-4c0a-9833-7fb0f5135313" providerId="ADAL" clId="{89E477C8-882C-4DDE-9C80-DFB373724EDC}" dt="2021-01-28T00:34:28.598" v="1792" actId="700"/>
          <ac:spMkLst>
            <pc:docMk/>
            <pc:sldMk cId="3730994383" sldId="387"/>
            <ac:spMk id="3" creationId="{D712DFF2-F646-430F-8004-923BF1E76430}"/>
          </ac:spMkLst>
        </pc:spChg>
        <pc:spChg chg="mod ord">
          <ac:chgData name="鈴木 秀規" userId="f68c5fd9-22d5-4c0a-9833-7fb0f5135313" providerId="ADAL" clId="{89E477C8-882C-4DDE-9C80-DFB373724EDC}" dt="2021-01-28T00:34:28.598" v="1792" actId="700"/>
          <ac:spMkLst>
            <pc:docMk/>
            <pc:sldMk cId="3730994383" sldId="387"/>
            <ac:spMk id="4" creationId="{A47B9173-32BF-4F9B-9A9B-FC77DBC9FF69}"/>
          </ac:spMkLst>
        </pc:spChg>
        <pc:spChg chg="add mod ord">
          <ac:chgData name="鈴木 秀規" userId="f68c5fd9-22d5-4c0a-9833-7fb0f5135313" providerId="ADAL" clId="{89E477C8-882C-4DDE-9C80-DFB373724EDC}" dt="2021-01-28T00:36:23.889" v="1826" actId="207"/>
          <ac:spMkLst>
            <pc:docMk/>
            <pc:sldMk cId="3730994383" sldId="387"/>
            <ac:spMk id="5" creationId="{3BC04A58-5FAF-4C7C-AB03-0AF861F93F4F}"/>
          </ac:spMkLst>
        </pc:spChg>
      </pc:sldChg>
      <pc:sldChg chg="addSp modSp new mod">
        <pc:chgData name="鈴木 秀規" userId="f68c5fd9-22d5-4c0a-9833-7fb0f5135313" providerId="ADAL" clId="{89E477C8-882C-4DDE-9C80-DFB373724EDC}" dt="2021-01-28T01:12:54.415" v="1850" actId="14100"/>
        <pc:sldMkLst>
          <pc:docMk/>
          <pc:sldMk cId="218868488" sldId="388"/>
        </pc:sldMkLst>
        <pc:spChg chg="mod">
          <ac:chgData name="鈴木 秀規" userId="f68c5fd9-22d5-4c0a-9833-7fb0f5135313" providerId="ADAL" clId="{89E477C8-882C-4DDE-9C80-DFB373724EDC}" dt="2021-01-28T00:56:42.744" v="1828"/>
          <ac:spMkLst>
            <pc:docMk/>
            <pc:sldMk cId="218868488" sldId="388"/>
            <ac:spMk id="3" creationId="{541E6646-33D9-4B6F-BC80-8102A701396F}"/>
          </ac:spMkLst>
        </pc:spChg>
        <pc:spChg chg="mod">
          <ac:chgData name="鈴木 秀規" userId="f68c5fd9-22d5-4c0a-9833-7fb0f5135313" providerId="ADAL" clId="{89E477C8-882C-4DDE-9C80-DFB373724EDC}" dt="2021-01-28T00:57:03.432" v="1832" actId="14100"/>
          <ac:spMkLst>
            <pc:docMk/>
            <pc:sldMk cId="218868488" sldId="388"/>
            <ac:spMk id="5" creationId="{4F7BE0E2-F22D-4224-A250-61F7BABC679B}"/>
          </ac:spMkLst>
        </pc:spChg>
        <pc:spChg chg="add mod">
          <ac:chgData name="鈴木 秀規" userId="f68c5fd9-22d5-4c0a-9833-7fb0f5135313" providerId="ADAL" clId="{89E477C8-882C-4DDE-9C80-DFB373724EDC}" dt="2021-01-28T00:58:16.387" v="1847" actId="207"/>
          <ac:spMkLst>
            <pc:docMk/>
            <pc:sldMk cId="218868488" sldId="388"/>
            <ac:spMk id="6" creationId="{322AED5D-67E9-49B9-B313-EDCD22B365D2}"/>
          </ac:spMkLst>
        </pc:spChg>
        <pc:spChg chg="add mod">
          <ac:chgData name="鈴木 秀規" userId="f68c5fd9-22d5-4c0a-9833-7fb0f5135313" providerId="ADAL" clId="{89E477C8-882C-4DDE-9C80-DFB373724EDC}" dt="2021-01-28T01:12:54.415" v="1850" actId="14100"/>
          <ac:spMkLst>
            <pc:docMk/>
            <pc:sldMk cId="218868488" sldId="388"/>
            <ac:spMk id="7" creationId="{B5962821-5EE5-46B4-9A85-4485E16939C7}"/>
          </ac:spMkLst>
        </pc:spChg>
      </pc:sldChg>
      <pc:sldChg chg="modSp new mod">
        <pc:chgData name="鈴木 秀規" userId="f68c5fd9-22d5-4c0a-9833-7fb0f5135313" providerId="ADAL" clId="{89E477C8-882C-4DDE-9C80-DFB373724EDC}" dt="2021-01-28T01:14:07.006" v="1864" actId="403"/>
        <pc:sldMkLst>
          <pc:docMk/>
          <pc:sldMk cId="2271233834" sldId="389"/>
        </pc:sldMkLst>
        <pc:spChg chg="mod">
          <ac:chgData name="鈴木 秀規" userId="f68c5fd9-22d5-4c0a-9833-7fb0f5135313" providerId="ADAL" clId="{89E477C8-882C-4DDE-9C80-DFB373724EDC}" dt="2021-01-28T01:13:30.447" v="1852"/>
          <ac:spMkLst>
            <pc:docMk/>
            <pc:sldMk cId="2271233834" sldId="389"/>
            <ac:spMk id="3" creationId="{00E257E5-AFF7-453E-8D0E-FF63668280D2}"/>
          </ac:spMkLst>
        </pc:spChg>
        <pc:spChg chg="mod">
          <ac:chgData name="鈴木 秀規" userId="f68c5fd9-22d5-4c0a-9833-7fb0f5135313" providerId="ADAL" clId="{89E477C8-882C-4DDE-9C80-DFB373724EDC}" dt="2021-01-28T01:14:07.006" v="1864" actId="403"/>
          <ac:spMkLst>
            <pc:docMk/>
            <pc:sldMk cId="2271233834" sldId="389"/>
            <ac:spMk id="5" creationId="{C1211BD1-2E63-4309-940D-F798AD98A8CD}"/>
          </ac:spMkLst>
        </pc:spChg>
      </pc:sldChg>
      <pc:sldChg chg="modSp new mod">
        <pc:chgData name="鈴木 秀規" userId="f68c5fd9-22d5-4c0a-9833-7fb0f5135313" providerId="ADAL" clId="{89E477C8-882C-4DDE-9C80-DFB373724EDC}" dt="2021-01-28T01:16:01.518" v="1877" actId="403"/>
        <pc:sldMkLst>
          <pc:docMk/>
          <pc:sldMk cId="613103497" sldId="390"/>
        </pc:sldMkLst>
        <pc:spChg chg="mod">
          <ac:chgData name="鈴木 秀規" userId="f68c5fd9-22d5-4c0a-9833-7fb0f5135313" providerId="ADAL" clId="{89E477C8-882C-4DDE-9C80-DFB373724EDC}" dt="2021-01-28T01:14:34.911" v="1866"/>
          <ac:spMkLst>
            <pc:docMk/>
            <pc:sldMk cId="613103497" sldId="390"/>
            <ac:spMk id="3" creationId="{44BE499F-2257-4822-B269-1BE3FFCF9667}"/>
          </ac:spMkLst>
        </pc:spChg>
        <pc:spChg chg="mod">
          <ac:chgData name="鈴木 秀規" userId="f68c5fd9-22d5-4c0a-9833-7fb0f5135313" providerId="ADAL" clId="{89E477C8-882C-4DDE-9C80-DFB373724EDC}" dt="2021-01-28T01:16:01.518" v="1877" actId="403"/>
          <ac:spMkLst>
            <pc:docMk/>
            <pc:sldMk cId="613103497" sldId="390"/>
            <ac:spMk id="5" creationId="{3F776E22-B480-4DE3-BA09-4D11B302B84E}"/>
          </ac:spMkLst>
        </pc:spChg>
      </pc:sldChg>
      <pc:sldChg chg="addSp modSp new mod">
        <pc:chgData name="鈴木 秀規" userId="f68c5fd9-22d5-4c0a-9833-7fb0f5135313" providerId="ADAL" clId="{89E477C8-882C-4DDE-9C80-DFB373724EDC}" dt="2021-01-28T01:20:48.399" v="1994" actId="20577"/>
        <pc:sldMkLst>
          <pc:docMk/>
          <pc:sldMk cId="2862026351" sldId="391"/>
        </pc:sldMkLst>
        <pc:spChg chg="mod">
          <ac:chgData name="鈴木 秀規" userId="f68c5fd9-22d5-4c0a-9833-7fb0f5135313" providerId="ADAL" clId="{89E477C8-882C-4DDE-9C80-DFB373724EDC}" dt="2021-01-28T01:16:19.417" v="1879"/>
          <ac:spMkLst>
            <pc:docMk/>
            <pc:sldMk cId="2862026351" sldId="391"/>
            <ac:spMk id="3" creationId="{F7005572-B4E1-4626-90AE-2D6719A5F270}"/>
          </ac:spMkLst>
        </pc:spChg>
        <pc:spChg chg="mod">
          <ac:chgData name="鈴木 秀規" userId="f68c5fd9-22d5-4c0a-9833-7fb0f5135313" providerId="ADAL" clId="{89E477C8-882C-4DDE-9C80-DFB373724EDC}" dt="2021-01-28T01:20:48.399" v="1994" actId="20577"/>
          <ac:spMkLst>
            <pc:docMk/>
            <pc:sldMk cId="2862026351" sldId="391"/>
            <ac:spMk id="5" creationId="{EA2FB964-7777-48F3-9977-75491B0019C0}"/>
          </ac:spMkLst>
        </pc:spChg>
        <pc:spChg chg="add mod">
          <ac:chgData name="鈴木 秀規" userId="f68c5fd9-22d5-4c0a-9833-7fb0f5135313" providerId="ADAL" clId="{89E477C8-882C-4DDE-9C80-DFB373724EDC}" dt="2021-01-28T01:18:04.375" v="1904" actId="20577"/>
          <ac:spMkLst>
            <pc:docMk/>
            <pc:sldMk cId="2862026351" sldId="391"/>
            <ac:spMk id="6" creationId="{E0C88329-82AB-4BD1-BB35-9BE5C8020B13}"/>
          </ac:spMkLst>
        </pc:spChg>
        <pc:spChg chg="add mod">
          <ac:chgData name="鈴木 秀規" userId="f68c5fd9-22d5-4c0a-9833-7fb0f5135313" providerId="ADAL" clId="{89E477C8-882C-4DDE-9C80-DFB373724EDC}" dt="2021-01-28T01:18:29.952" v="1935" actId="20577"/>
          <ac:spMkLst>
            <pc:docMk/>
            <pc:sldMk cId="2862026351" sldId="391"/>
            <ac:spMk id="7" creationId="{2202E6CF-0793-4669-BE34-B1D961C3E87D}"/>
          </ac:spMkLst>
        </pc:spChg>
        <pc:spChg chg="add mod">
          <ac:chgData name="鈴木 秀規" userId="f68c5fd9-22d5-4c0a-9833-7fb0f5135313" providerId="ADAL" clId="{89E477C8-882C-4DDE-9C80-DFB373724EDC}" dt="2021-01-28T01:18:52.239" v="1961" actId="20577"/>
          <ac:spMkLst>
            <pc:docMk/>
            <pc:sldMk cId="2862026351" sldId="391"/>
            <ac:spMk id="8" creationId="{EE85B067-B655-4DA1-BE93-0771AED4BCA9}"/>
          </ac:spMkLst>
        </pc:spChg>
        <pc:spChg chg="add mod">
          <ac:chgData name="鈴木 秀規" userId="f68c5fd9-22d5-4c0a-9833-7fb0f5135313" providerId="ADAL" clId="{89E477C8-882C-4DDE-9C80-DFB373724EDC}" dt="2021-01-28T01:19:02.279" v="1971" actId="20577"/>
          <ac:spMkLst>
            <pc:docMk/>
            <pc:sldMk cId="2862026351" sldId="391"/>
            <ac:spMk id="9" creationId="{0AA81E11-4082-4CEB-9FA6-483AD2724AF0}"/>
          </ac:spMkLst>
        </pc:spChg>
        <pc:spChg chg="add mod">
          <ac:chgData name="鈴木 秀規" userId="f68c5fd9-22d5-4c0a-9833-7fb0f5135313" providerId="ADAL" clId="{89E477C8-882C-4DDE-9C80-DFB373724EDC}" dt="2021-01-28T01:20:02.283" v="1982" actId="1076"/>
          <ac:spMkLst>
            <pc:docMk/>
            <pc:sldMk cId="2862026351" sldId="391"/>
            <ac:spMk id="19" creationId="{30375369-E0BD-4F9D-8906-0A551849FDCB}"/>
          </ac:spMkLst>
        </pc:spChg>
        <pc:cxnChg chg="add mod">
          <ac:chgData name="鈴木 秀規" userId="f68c5fd9-22d5-4c0a-9833-7fb0f5135313" providerId="ADAL" clId="{89E477C8-882C-4DDE-9C80-DFB373724EDC}" dt="2021-01-28T01:19:20.688" v="1974" actId="14100"/>
          <ac:cxnSpMkLst>
            <pc:docMk/>
            <pc:sldMk cId="2862026351" sldId="391"/>
            <ac:cxnSpMk id="10" creationId="{63C3C4ED-4B75-4AF0-8581-0A80AE7BAF0A}"/>
          </ac:cxnSpMkLst>
        </pc:cxnChg>
        <pc:cxnChg chg="add mod">
          <ac:chgData name="鈴木 秀規" userId="f68c5fd9-22d5-4c0a-9833-7fb0f5135313" providerId="ADAL" clId="{89E477C8-882C-4DDE-9C80-DFB373724EDC}" dt="2021-01-28T01:19:25.962" v="1977" actId="14100"/>
          <ac:cxnSpMkLst>
            <pc:docMk/>
            <pc:sldMk cId="2862026351" sldId="391"/>
            <ac:cxnSpMk id="13" creationId="{32890A55-31C8-4B65-ADD7-0229287072AC}"/>
          </ac:cxnSpMkLst>
        </pc:cxnChg>
        <pc:cxnChg chg="add mod">
          <ac:chgData name="鈴木 秀規" userId="f68c5fd9-22d5-4c0a-9833-7fb0f5135313" providerId="ADAL" clId="{89E477C8-882C-4DDE-9C80-DFB373724EDC}" dt="2021-01-28T01:19:31.196" v="1980" actId="14100"/>
          <ac:cxnSpMkLst>
            <pc:docMk/>
            <pc:sldMk cId="2862026351" sldId="391"/>
            <ac:cxnSpMk id="16" creationId="{34A3A635-78D6-4F4E-BF8D-C885B66DD6F0}"/>
          </ac:cxnSpMkLst>
        </pc:cxnChg>
        <pc:cxnChg chg="add mod">
          <ac:chgData name="鈴木 秀規" userId="f68c5fd9-22d5-4c0a-9833-7fb0f5135313" providerId="ADAL" clId="{89E477C8-882C-4DDE-9C80-DFB373724EDC}" dt="2021-01-28T01:20:22.334" v="1986" actId="14100"/>
          <ac:cxnSpMkLst>
            <pc:docMk/>
            <pc:sldMk cId="2862026351" sldId="391"/>
            <ac:cxnSpMk id="20" creationId="{99642043-6D59-44BF-97FF-0DB3B68F463B}"/>
          </ac:cxnSpMkLst>
        </pc:cxnChg>
        <pc:cxnChg chg="add mod">
          <ac:chgData name="鈴木 秀規" userId="f68c5fd9-22d5-4c0a-9833-7fb0f5135313" providerId="ADAL" clId="{89E477C8-882C-4DDE-9C80-DFB373724EDC}" dt="2021-01-28T01:20:31.483" v="1989" actId="14100"/>
          <ac:cxnSpMkLst>
            <pc:docMk/>
            <pc:sldMk cId="2862026351" sldId="391"/>
            <ac:cxnSpMk id="24" creationId="{EC1B078F-8281-4354-BA79-6C917CA1E7C3}"/>
          </ac:cxnSpMkLst>
        </pc:cxnChg>
      </pc:sldChg>
      <pc:sldChg chg="addSp modSp new mod">
        <pc:chgData name="鈴木 秀規" userId="f68c5fd9-22d5-4c0a-9833-7fb0f5135313" providerId="ADAL" clId="{89E477C8-882C-4DDE-9C80-DFB373724EDC}" dt="2021-01-28T01:25:22.995" v="2108" actId="207"/>
        <pc:sldMkLst>
          <pc:docMk/>
          <pc:sldMk cId="539211239" sldId="392"/>
        </pc:sldMkLst>
        <pc:spChg chg="mod">
          <ac:chgData name="鈴木 秀規" userId="f68c5fd9-22d5-4c0a-9833-7fb0f5135313" providerId="ADAL" clId="{89E477C8-882C-4DDE-9C80-DFB373724EDC}" dt="2021-01-28T01:21:03.311" v="1996"/>
          <ac:spMkLst>
            <pc:docMk/>
            <pc:sldMk cId="539211239" sldId="392"/>
            <ac:spMk id="3" creationId="{C66C19A5-D0E7-4138-928B-1D8341B72893}"/>
          </ac:spMkLst>
        </pc:spChg>
        <pc:spChg chg="mod">
          <ac:chgData name="鈴木 秀規" userId="f68c5fd9-22d5-4c0a-9833-7fb0f5135313" providerId="ADAL" clId="{89E477C8-882C-4DDE-9C80-DFB373724EDC}" dt="2021-01-28T01:25:22.995" v="2108" actId="207"/>
          <ac:spMkLst>
            <pc:docMk/>
            <pc:sldMk cId="539211239" sldId="392"/>
            <ac:spMk id="5" creationId="{D17EA855-59AB-4FFD-B523-7B6FF011159F}"/>
          </ac:spMkLst>
        </pc:spChg>
        <pc:spChg chg="add mod">
          <ac:chgData name="鈴木 秀規" userId="f68c5fd9-22d5-4c0a-9833-7fb0f5135313" providerId="ADAL" clId="{89E477C8-882C-4DDE-9C80-DFB373724EDC}" dt="2021-01-28T01:23:04.889" v="2034" actId="14100"/>
          <ac:spMkLst>
            <pc:docMk/>
            <pc:sldMk cId="539211239" sldId="392"/>
            <ac:spMk id="6" creationId="{74E7D1F4-BCF9-431D-8B4B-FAB1E1CB252E}"/>
          </ac:spMkLst>
        </pc:spChg>
        <pc:spChg chg="add mod">
          <ac:chgData name="鈴木 秀規" userId="f68c5fd9-22d5-4c0a-9833-7fb0f5135313" providerId="ADAL" clId="{89E477C8-882C-4DDE-9C80-DFB373724EDC}" dt="2021-01-28T01:23:27.622" v="2037" actId="14100"/>
          <ac:spMkLst>
            <pc:docMk/>
            <pc:sldMk cId="539211239" sldId="392"/>
            <ac:spMk id="7" creationId="{6F8C7DF0-C430-4A10-8EC8-3D94556FA6FE}"/>
          </ac:spMkLst>
        </pc:spChg>
        <pc:spChg chg="add mod">
          <ac:chgData name="鈴木 秀規" userId="f68c5fd9-22d5-4c0a-9833-7fb0f5135313" providerId="ADAL" clId="{89E477C8-882C-4DDE-9C80-DFB373724EDC}" dt="2021-01-28T01:24:34.200" v="2098" actId="20577"/>
          <ac:spMkLst>
            <pc:docMk/>
            <pc:sldMk cId="539211239" sldId="392"/>
            <ac:spMk id="8" creationId="{A0AF6942-5F48-4D92-8567-BEA120045B7B}"/>
          </ac:spMkLst>
        </pc:spChg>
        <pc:spChg chg="add mod">
          <ac:chgData name="鈴木 秀規" userId="f68c5fd9-22d5-4c0a-9833-7fb0f5135313" providerId="ADAL" clId="{89E477C8-882C-4DDE-9C80-DFB373724EDC}" dt="2021-01-28T01:24:20.224" v="2077" actId="20577"/>
          <ac:spMkLst>
            <pc:docMk/>
            <pc:sldMk cId="539211239" sldId="392"/>
            <ac:spMk id="9" creationId="{B7384BAB-7B67-4787-8306-5B69348A6E92}"/>
          </ac:spMkLst>
        </pc:spChg>
        <pc:cxnChg chg="add mod">
          <ac:chgData name="鈴木 秀規" userId="f68c5fd9-22d5-4c0a-9833-7fb0f5135313" providerId="ADAL" clId="{89E477C8-882C-4DDE-9C80-DFB373724EDC}" dt="2021-01-28T01:25:07.661" v="2104" actId="14100"/>
          <ac:cxnSpMkLst>
            <pc:docMk/>
            <pc:sldMk cId="539211239" sldId="392"/>
            <ac:cxnSpMk id="10" creationId="{8D52443C-7EF5-4ED0-8F69-CA0D10523F99}"/>
          </ac:cxnSpMkLst>
        </pc:cxnChg>
        <pc:cxnChg chg="add mod">
          <ac:chgData name="鈴木 秀規" userId="f68c5fd9-22d5-4c0a-9833-7fb0f5135313" providerId="ADAL" clId="{89E477C8-882C-4DDE-9C80-DFB373724EDC}" dt="2021-01-28T01:25:00.458" v="2102" actId="14100"/>
          <ac:cxnSpMkLst>
            <pc:docMk/>
            <pc:sldMk cId="539211239" sldId="392"/>
            <ac:cxnSpMk id="11" creationId="{37DC1B2C-9F0F-488C-906B-D7CB32F1FEDE}"/>
          </ac:cxnSpMkLst>
        </pc:cxnChg>
      </pc:sldChg>
      <pc:sldChg chg="modSp new mod">
        <pc:chgData name="鈴木 秀規" userId="f68c5fd9-22d5-4c0a-9833-7fb0f5135313" providerId="ADAL" clId="{89E477C8-882C-4DDE-9C80-DFB373724EDC}" dt="2021-01-28T01:26:21.043" v="2120" actId="403"/>
        <pc:sldMkLst>
          <pc:docMk/>
          <pc:sldMk cId="382950322" sldId="393"/>
        </pc:sldMkLst>
        <pc:spChg chg="mod">
          <ac:chgData name="鈴木 秀規" userId="f68c5fd9-22d5-4c0a-9833-7fb0f5135313" providerId="ADAL" clId="{89E477C8-882C-4DDE-9C80-DFB373724EDC}" dt="2021-01-28T01:25:44.513" v="2110"/>
          <ac:spMkLst>
            <pc:docMk/>
            <pc:sldMk cId="382950322" sldId="393"/>
            <ac:spMk id="3" creationId="{F14DEA64-20B8-4AA8-86AC-64D39C90D847}"/>
          </ac:spMkLst>
        </pc:spChg>
        <pc:spChg chg="mod">
          <ac:chgData name="鈴木 秀規" userId="f68c5fd9-22d5-4c0a-9833-7fb0f5135313" providerId="ADAL" clId="{89E477C8-882C-4DDE-9C80-DFB373724EDC}" dt="2021-01-28T01:26:21.043" v="2120" actId="403"/>
          <ac:spMkLst>
            <pc:docMk/>
            <pc:sldMk cId="382950322" sldId="393"/>
            <ac:spMk id="5" creationId="{C9C8E9F4-AF70-441B-831D-54B0A0147661}"/>
          </ac:spMkLst>
        </pc:spChg>
      </pc:sldChg>
      <pc:sldChg chg="addSp modSp new mod">
        <pc:chgData name="鈴木 秀規" userId="f68c5fd9-22d5-4c0a-9833-7fb0f5135313" providerId="ADAL" clId="{89E477C8-882C-4DDE-9C80-DFB373724EDC}" dt="2021-01-28T01:52:42.673" v="2182" actId="14100"/>
        <pc:sldMkLst>
          <pc:docMk/>
          <pc:sldMk cId="2892649949" sldId="394"/>
        </pc:sldMkLst>
        <pc:spChg chg="mod">
          <ac:chgData name="鈴木 秀規" userId="f68c5fd9-22d5-4c0a-9833-7fb0f5135313" providerId="ADAL" clId="{89E477C8-882C-4DDE-9C80-DFB373724EDC}" dt="2021-01-28T01:26:36.027" v="2122"/>
          <ac:spMkLst>
            <pc:docMk/>
            <pc:sldMk cId="2892649949" sldId="394"/>
            <ac:spMk id="3" creationId="{FA65D89D-EC1B-45AB-82C8-AA592403E72E}"/>
          </ac:spMkLst>
        </pc:spChg>
        <pc:spChg chg="mod">
          <ac:chgData name="鈴木 秀規" userId="f68c5fd9-22d5-4c0a-9833-7fb0f5135313" providerId="ADAL" clId="{89E477C8-882C-4DDE-9C80-DFB373724EDC}" dt="2021-01-28T01:27:39.854" v="2134" actId="207"/>
          <ac:spMkLst>
            <pc:docMk/>
            <pc:sldMk cId="2892649949" sldId="394"/>
            <ac:spMk id="5" creationId="{2F9CB12F-5380-4E11-9BB1-E950F984CB3F}"/>
          </ac:spMkLst>
        </pc:spChg>
        <pc:spChg chg="add mod">
          <ac:chgData name="鈴木 秀規" userId="f68c5fd9-22d5-4c0a-9833-7fb0f5135313" providerId="ADAL" clId="{89E477C8-882C-4DDE-9C80-DFB373724EDC}" dt="2021-01-28T01:50:28.759" v="2147" actId="1076"/>
          <ac:spMkLst>
            <pc:docMk/>
            <pc:sldMk cId="2892649949" sldId="394"/>
            <ac:spMk id="6" creationId="{F6061DE6-9EFA-4BC6-B8EF-240BB57A35ED}"/>
          </ac:spMkLst>
        </pc:spChg>
        <pc:spChg chg="add mod">
          <ac:chgData name="鈴木 秀規" userId="f68c5fd9-22d5-4c0a-9833-7fb0f5135313" providerId="ADAL" clId="{89E477C8-882C-4DDE-9C80-DFB373724EDC}" dt="2021-01-28T01:50:46.209" v="2152" actId="1037"/>
          <ac:spMkLst>
            <pc:docMk/>
            <pc:sldMk cId="2892649949" sldId="394"/>
            <ac:spMk id="7" creationId="{1B4DF456-75CD-4E9A-B803-AA10655CD13D}"/>
          </ac:spMkLst>
        </pc:spChg>
        <pc:spChg chg="add mod">
          <ac:chgData name="鈴木 秀規" userId="f68c5fd9-22d5-4c0a-9833-7fb0f5135313" providerId="ADAL" clId="{89E477C8-882C-4DDE-9C80-DFB373724EDC}" dt="2021-01-28T01:52:42.673" v="2182" actId="14100"/>
          <ac:spMkLst>
            <pc:docMk/>
            <pc:sldMk cId="2892649949" sldId="394"/>
            <ac:spMk id="13" creationId="{2C29435F-5762-40A5-BF9E-7AFCE8D8AAE6}"/>
          </ac:spMkLst>
        </pc:spChg>
        <pc:spChg chg="add mod">
          <ac:chgData name="鈴木 秀規" userId="f68c5fd9-22d5-4c0a-9833-7fb0f5135313" providerId="ADAL" clId="{89E477C8-882C-4DDE-9C80-DFB373724EDC}" dt="2021-01-28T01:51:50.979" v="2164" actId="1036"/>
          <ac:spMkLst>
            <pc:docMk/>
            <pc:sldMk cId="2892649949" sldId="394"/>
            <ac:spMk id="14" creationId="{EE8188CB-70A5-46B7-B484-F460E87F5BDF}"/>
          </ac:spMkLst>
        </pc:spChg>
        <pc:cxnChg chg="add mod">
          <ac:chgData name="鈴木 秀規" userId="f68c5fd9-22d5-4c0a-9833-7fb0f5135313" providerId="ADAL" clId="{89E477C8-882C-4DDE-9C80-DFB373724EDC}" dt="2021-01-28T01:51:07.399" v="2154" actId="208"/>
          <ac:cxnSpMkLst>
            <pc:docMk/>
            <pc:sldMk cId="2892649949" sldId="394"/>
            <ac:cxnSpMk id="9" creationId="{3198ED64-B5FB-4113-B7FB-01FCD983793C}"/>
          </ac:cxnSpMkLst>
        </pc:cxnChg>
        <pc:cxnChg chg="add mod">
          <ac:chgData name="鈴木 秀規" userId="f68c5fd9-22d5-4c0a-9833-7fb0f5135313" providerId="ADAL" clId="{89E477C8-882C-4DDE-9C80-DFB373724EDC}" dt="2021-01-28T01:51:25.608" v="2156" actId="208"/>
          <ac:cxnSpMkLst>
            <pc:docMk/>
            <pc:sldMk cId="2892649949" sldId="394"/>
            <ac:cxnSpMk id="11" creationId="{49A5E27B-530F-4AF6-9489-D86856F569A3}"/>
          </ac:cxnSpMkLst>
        </pc:cxnChg>
        <pc:cxnChg chg="add mod">
          <ac:chgData name="鈴木 秀規" userId="f68c5fd9-22d5-4c0a-9833-7fb0f5135313" providerId="ADAL" clId="{89E477C8-882C-4DDE-9C80-DFB373724EDC}" dt="2021-01-28T01:52:42.673" v="2182" actId="14100"/>
          <ac:cxnSpMkLst>
            <pc:docMk/>
            <pc:sldMk cId="2892649949" sldId="394"/>
            <ac:cxnSpMk id="15" creationId="{3000F5A0-CF49-47CB-8EA3-8FB78BFA9B01}"/>
          </ac:cxnSpMkLst>
        </pc:cxnChg>
        <pc:cxnChg chg="add mod">
          <ac:chgData name="鈴木 秀規" userId="f68c5fd9-22d5-4c0a-9833-7fb0f5135313" providerId="ADAL" clId="{89E477C8-882C-4DDE-9C80-DFB373724EDC}" dt="2021-01-28T01:52:42.673" v="2182" actId="14100"/>
          <ac:cxnSpMkLst>
            <pc:docMk/>
            <pc:sldMk cId="2892649949" sldId="394"/>
            <ac:cxnSpMk id="18" creationId="{CB046D33-A979-4C87-A7E4-6DC2B5AF9F3B}"/>
          </ac:cxnSpMkLst>
        </pc:cxnChg>
      </pc:sldChg>
      <pc:sldChg chg="addSp delSp modSp new mod">
        <pc:chgData name="鈴木 秀規" userId="f68c5fd9-22d5-4c0a-9833-7fb0f5135313" providerId="ADAL" clId="{89E477C8-882C-4DDE-9C80-DFB373724EDC}" dt="2021-01-28T01:57:12.636" v="2220" actId="21"/>
        <pc:sldMkLst>
          <pc:docMk/>
          <pc:sldMk cId="3667572454" sldId="395"/>
        </pc:sldMkLst>
        <pc:spChg chg="mod">
          <ac:chgData name="鈴木 秀規" userId="f68c5fd9-22d5-4c0a-9833-7fb0f5135313" providerId="ADAL" clId="{89E477C8-882C-4DDE-9C80-DFB373724EDC}" dt="2021-01-28T01:54:16.833" v="2184"/>
          <ac:spMkLst>
            <pc:docMk/>
            <pc:sldMk cId="3667572454" sldId="395"/>
            <ac:spMk id="3" creationId="{ABBD9F0C-EC3B-4B28-AFAF-229A412152A4}"/>
          </ac:spMkLst>
        </pc:spChg>
        <pc:spChg chg="mod">
          <ac:chgData name="鈴木 秀規" userId="f68c5fd9-22d5-4c0a-9833-7fb0f5135313" providerId="ADAL" clId="{89E477C8-882C-4DDE-9C80-DFB373724EDC}" dt="2021-01-28T01:57:08.235" v="2217" actId="20577"/>
          <ac:spMkLst>
            <pc:docMk/>
            <pc:sldMk cId="3667572454" sldId="395"/>
            <ac:spMk id="5" creationId="{4AE9B888-374E-4762-B972-ABA2E0DC8FC8}"/>
          </ac:spMkLst>
        </pc:spChg>
        <pc:spChg chg="add del mod">
          <ac:chgData name="鈴木 秀規" userId="f68c5fd9-22d5-4c0a-9833-7fb0f5135313" providerId="ADAL" clId="{89E477C8-882C-4DDE-9C80-DFB373724EDC}" dt="2021-01-28T01:57:12.636" v="2220" actId="21"/>
          <ac:spMkLst>
            <pc:docMk/>
            <pc:sldMk cId="3667572454" sldId="395"/>
            <ac:spMk id="6" creationId="{5856A477-8FE0-4542-BEDA-795413BD48F5}"/>
          </ac:spMkLst>
        </pc:spChg>
      </pc:sldChg>
      <pc:sldChg chg="addSp modSp new mod">
        <pc:chgData name="鈴木 秀規" userId="f68c5fd9-22d5-4c0a-9833-7fb0f5135313" providerId="ADAL" clId="{89E477C8-882C-4DDE-9C80-DFB373724EDC}" dt="2021-01-28T01:57:51.936" v="2238" actId="207"/>
        <pc:sldMkLst>
          <pc:docMk/>
          <pc:sldMk cId="3508846154" sldId="396"/>
        </pc:sldMkLst>
        <pc:spChg chg="mod">
          <ac:chgData name="鈴木 秀規" userId="f68c5fd9-22d5-4c0a-9833-7fb0f5135313" providerId="ADAL" clId="{89E477C8-882C-4DDE-9C80-DFB373724EDC}" dt="2021-01-28T01:56:41.269" v="2211"/>
          <ac:spMkLst>
            <pc:docMk/>
            <pc:sldMk cId="3508846154" sldId="396"/>
            <ac:spMk id="3" creationId="{5E1BA3BF-C26E-4A1F-94E4-7D2D106D3018}"/>
          </ac:spMkLst>
        </pc:spChg>
        <pc:spChg chg="mod">
          <ac:chgData name="鈴木 秀規" userId="f68c5fd9-22d5-4c0a-9833-7fb0f5135313" providerId="ADAL" clId="{89E477C8-882C-4DDE-9C80-DFB373724EDC}" dt="2021-01-28T01:56:59.782" v="2215" actId="14100"/>
          <ac:spMkLst>
            <pc:docMk/>
            <pc:sldMk cId="3508846154" sldId="396"/>
            <ac:spMk id="5" creationId="{4A1A0A11-456B-4437-97AD-51D2844FB686}"/>
          </ac:spMkLst>
        </pc:spChg>
        <pc:spChg chg="add mod">
          <ac:chgData name="鈴木 秀規" userId="f68c5fd9-22d5-4c0a-9833-7fb0f5135313" providerId="ADAL" clId="{89E477C8-882C-4DDE-9C80-DFB373724EDC}" dt="2021-01-28T01:57:51.936" v="2238" actId="207"/>
          <ac:spMkLst>
            <pc:docMk/>
            <pc:sldMk cId="3508846154" sldId="396"/>
            <ac:spMk id="6" creationId="{414E1B23-D7BF-4D07-8882-3B849C669EE5}"/>
          </ac:spMkLst>
        </pc:spChg>
      </pc:sldChg>
      <pc:sldChg chg="addSp modSp new mod">
        <pc:chgData name="鈴木 秀規" userId="f68c5fd9-22d5-4c0a-9833-7fb0f5135313" providerId="ADAL" clId="{89E477C8-882C-4DDE-9C80-DFB373724EDC}" dt="2021-01-28T02:01:02.119" v="2268" actId="207"/>
        <pc:sldMkLst>
          <pc:docMk/>
          <pc:sldMk cId="2748557657" sldId="397"/>
        </pc:sldMkLst>
        <pc:spChg chg="mod">
          <ac:chgData name="鈴木 秀規" userId="f68c5fd9-22d5-4c0a-9833-7fb0f5135313" providerId="ADAL" clId="{89E477C8-882C-4DDE-9C80-DFB373724EDC}" dt="2021-01-28T01:59:55.921" v="2240"/>
          <ac:spMkLst>
            <pc:docMk/>
            <pc:sldMk cId="2748557657" sldId="397"/>
            <ac:spMk id="3" creationId="{27BF7EB6-56EF-4C20-850E-5CAC82C68F29}"/>
          </ac:spMkLst>
        </pc:spChg>
        <pc:spChg chg="mod">
          <ac:chgData name="鈴木 秀規" userId="f68c5fd9-22d5-4c0a-9833-7fb0f5135313" providerId="ADAL" clId="{89E477C8-882C-4DDE-9C80-DFB373724EDC}" dt="2021-01-28T02:00:10.531" v="2244" actId="14100"/>
          <ac:spMkLst>
            <pc:docMk/>
            <pc:sldMk cId="2748557657" sldId="397"/>
            <ac:spMk id="5" creationId="{824E45F8-5A3C-4C7C-B7D8-44D74578B315}"/>
          </ac:spMkLst>
        </pc:spChg>
        <pc:spChg chg="add mod">
          <ac:chgData name="鈴木 秀規" userId="f68c5fd9-22d5-4c0a-9833-7fb0f5135313" providerId="ADAL" clId="{89E477C8-882C-4DDE-9C80-DFB373724EDC}" dt="2021-01-28T02:01:02.119" v="2268" actId="207"/>
          <ac:spMkLst>
            <pc:docMk/>
            <pc:sldMk cId="2748557657" sldId="397"/>
            <ac:spMk id="6" creationId="{5F902F70-744F-4D7B-8381-CD20DD0F0E0B}"/>
          </ac:spMkLst>
        </pc:spChg>
      </pc:sldChg>
      <pc:sldChg chg="modSp new mod">
        <pc:chgData name="鈴木 秀規" userId="f68c5fd9-22d5-4c0a-9833-7fb0f5135313" providerId="ADAL" clId="{89E477C8-882C-4DDE-9C80-DFB373724EDC}" dt="2021-01-28T02:02:35.675" v="2287" actId="207"/>
        <pc:sldMkLst>
          <pc:docMk/>
          <pc:sldMk cId="2605664090" sldId="398"/>
        </pc:sldMkLst>
        <pc:spChg chg="mod">
          <ac:chgData name="鈴木 秀規" userId="f68c5fd9-22d5-4c0a-9833-7fb0f5135313" providerId="ADAL" clId="{89E477C8-882C-4DDE-9C80-DFB373724EDC}" dt="2021-01-28T02:01:31.436" v="2270"/>
          <ac:spMkLst>
            <pc:docMk/>
            <pc:sldMk cId="2605664090" sldId="398"/>
            <ac:spMk id="3" creationId="{78B4367A-64A1-492A-B18C-D09C932BF69B}"/>
          </ac:spMkLst>
        </pc:spChg>
        <pc:spChg chg="mod">
          <ac:chgData name="鈴木 秀規" userId="f68c5fd9-22d5-4c0a-9833-7fb0f5135313" providerId="ADAL" clId="{89E477C8-882C-4DDE-9C80-DFB373724EDC}" dt="2021-01-28T02:02:35.675" v="2287" actId="207"/>
          <ac:spMkLst>
            <pc:docMk/>
            <pc:sldMk cId="2605664090" sldId="398"/>
            <ac:spMk id="5" creationId="{D284CBBB-36B3-4B07-9CE4-EE6DC6F77D8D}"/>
          </ac:spMkLst>
        </pc:spChg>
      </pc:sldChg>
      <pc:sldChg chg="modSp new mod">
        <pc:chgData name="鈴木 秀規" userId="f68c5fd9-22d5-4c0a-9833-7fb0f5135313" providerId="ADAL" clId="{89E477C8-882C-4DDE-9C80-DFB373724EDC}" dt="2021-01-28T02:04:03.219" v="2314" actId="207"/>
        <pc:sldMkLst>
          <pc:docMk/>
          <pc:sldMk cId="4011058669" sldId="399"/>
        </pc:sldMkLst>
        <pc:spChg chg="mod">
          <ac:chgData name="鈴木 秀規" userId="f68c5fd9-22d5-4c0a-9833-7fb0f5135313" providerId="ADAL" clId="{89E477C8-882C-4DDE-9C80-DFB373724EDC}" dt="2021-01-28T02:02:49.028" v="2289"/>
          <ac:spMkLst>
            <pc:docMk/>
            <pc:sldMk cId="4011058669" sldId="399"/>
            <ac:spMk id="3" creationId="{08517A0E-85D8-4EB8-B244-3757D421D29B}"/>
          </ac:spMkLst>
        </pc:spChg>
        <pc:spChg chg="mod">
          <ac:chgData name="鈴木 秀規" userId="f68c5fd9-22d5-4c0a-9833-7fb0f5135313" providerId="ADAL" clId="{89E477C8-882C-4DDE-9C80-DFB373724EDC}" dt="2021-01-28T02:04:03.219" v="2314" actId="207"/>
          <ac:spMkLst>
            <pc:docMk/>
            <pc:sldMk cId="4011058669" sldId="399"/>
            <ac:spMk id="5" creationId="{1514E438-FF84-4C11-BF31-69CCBAA4A88B}"/>
          </ac:spMkLst>
        </pc:spChg>
      </pc:sldChg>
    </pc:docChg>
  </pc:docChgLst>
  <pc:docChgLst>
    <pc:chgData name="鈴木 秀規" userId="f68c5fd9-22d5-4c0a-9833-7fb0f5135313" providerId="ADAL" clId="{E853165E-E035-4511-B5B4-308A168A0417}"/>
    <pc:docChg chg="undo custSel addSld delSld modSld sldOrd">
      <pc:chgData name="鈴木 秀規" userId="f68c5fd9-22d5-4c0a-9833-7fb0f5135313" providerId="ADAL" clId="{E853165E-E035-4511-B5B4-308A168A0417}" dt="2021-01-26T07:40:36.140" v="901" actId="207"/>
      <pc:docMkLst>
        <pc:docMk/>
      </pc:docMkLst>
      <pc:sldChg chg="modSp mod">
        <pc:chgData name="鈴木 秀規" userId="f68c5fd9-22d5-4c0a-9833-7fb0f5135313" providerId="ADAL" clId="{E853165E-E035-4511-B5B4-308A168A0417}" dt="2021-01-26T06:47:48.930" v="0"/>
        <pc:sldMkLst>
          <pc:docMk/>
          <pc:sldMk cId="0" sldId="256"/>
        </pc:sldMkLst>
        <pc:spChg chg="mod">
          <ac:chgData name="鈴木 秀規" userId="f68c5fd9-22d5-4c0a-9833-7fb0f5135313" providerId="ADAL" clId="{E853165E-E035-4511-B5B4-308A168A0417}" dt="2021-01-26T06:47:48.930" v="0"/>
          <ac:spMkLst>
            <pc:docMk/>
            <pc:sldMk cId="0" sldId="256"/>
            <ac:spMk id="56" creationId="{00000000-0000-0000-0000-000000000000}"/>
          </ac:spMkLst>
        </pc:spChg>
      </pc:sldChg>
      <pc:sldChg chg="modSp mod">
        <pc:chgData name="鈴木 秀規" userId="f68c5fd9-22d5-4c0a-9833-7fb0f5135313" providerId="ADAL" clId="{E853165E-E035-4511-B5B4-308A168A0417}" dt="2021-01-26T06:49:05.682" v="12" actId="207"/>
        <pc:sldMkLst>
          <pc:docMk/>
          <pc:sldMk cId="1859091905" sldId="362"/>
        </pc:sldMkLst>
        <pc:spChg chg="mod">
          <ac:chgData name="鈴木 秀規" userId="f68c5fd9-22d5-4c0a-9833-7fb0f5135313" providerId="ADAL" clId="{E853165E-E035-4511-B5B4-308A168A0417}" dt="2021-01-26T06:48:04.540" v="1"/>
          <ac:spMkLst>
            <pc:docMk/>
            <pc:sldMk cId="1859091905" sldId="362"/>
            <ac:spMk id="7" creationId="{58177CF6-E256-4D88-B489-5F2EFF09AC4C}"/>
          </ac:spMkLst>
        </pc:spChg>
        <pc:spChg chg="mod">
          <ac:chgData name="鈴木 秀規" userId="f68c5fd9-22d5-4c0a-9833-7fb0f5135313" providerId="ADAL" clId="{E853165E-E035-4511-B5B4-308A168A0417}" dt="2021-01-26T06:49:05.682" v="12" actId="207"/>
          <ac:spMkLst>
            <pc:docMk/>
            <pc:sldMk cId="1859091905" sldId="362"/>
            <ac:spMk id="8" creationId="{C57C43D1-E1C5-418D-A114-931FDA96CE3D}"/>
          </ac:spMkLst>
        </pc:spChg>
      </pc:sldChg>
      <pc:sldChg chg="addSp modSp new mod">
        <pc:chgData name="鈴木 秀規" userId="f68c5fd9-22d5-4c0a-9833-7fb0f5135313" providerId="ADAL" clId="{E853165E-E035-4511-B5B4-308A168A0417}" dt="2021-01-26T06:50:48.508" v="56" actId="12385"/>
        <pc:sldMkLst>
          <pc:docMk/>
          <pc:sldMk cId="793301096" sldId="363"/>
        </pc:sldMkLst>
        <pc:spChg chg="mod">
          <ac:chgData name="鈴木 秀規" userId="f68c5fd9-22d5-4c0a-9833-7fb0f5135313" providerId="ADAL" clId="{E853165E-E035-4511-B5B4-308A168A0417}" dt="2021-01-26T06:49:57.100" v="41" actId="20577"/>
          <ac:spMkLst>
            <pc:docMk/>
            <pc:sldMk cId="793301096" sldId="363"/>
            <ac:spMk id="3" creationId="{CAEF03B5-8A80-40F1-B6F3-91A3C874CB8C}"/>
          </ac:spMkLst>
        </pc:spChg>
        <pc:spChg chg="mod">
          <ac:chgData name="鈴木 秀規" userId="f68c5fd9-22d5-4c0a-9833-7fb0f5135313" providerId="ADAL" clId="{E853165E-E035-4511-B5B4-308A168A0417}" dt="2021-01-26T06:50:08.482" v="43" actId="14100"/>
          <ac:spMkLst>
            <pc:docMk/>
            <pc:sldMk cId="793301096" sldId="363"/>
            <ac:spMk id="5" creationId="{3C545612-3038-40B1-A295-2CFF199741DE}"/>
          </ac:spMkLst>
        </pc:spChg>
        <pc:graphicFrameChg chg="add mod modGraphic">
          <ac:chgData name="鈴木 秀規" userId="f68c5fd9-22d5-4c0a-9833-7fb0f5135313" providerId="ADAL" clId="{E853165E-E035-4511-B5B4-308A168A0417}" dt="2021-01-26T06:50:48.508" v="56" actId="12385"/>
          <ac:graphicFrameMkLst>
            <pc:docMk/>
            <pc:sldMk cId="793301096" sldId="363"/>
            <ac:graphicFrameMk id="6" creationId="{5E38C811-DE1D-4334-A5BC-95985E1285ED}"/>
          </ac:graphicFrameMkLst>
        </pc:graphicFrameChg>
      </pc:sldChg>
      <pc:sldChg chg="del">
        <pc:chgData name="鈴木 秀規" userId="f68c5fd9-22d5-4c0a-9833-7fb0f5135313" providerId="ADAL" clId="{E853165E-E035-4511-B5B4-308A168A0417}" dt="2021-01-26T06:49:23.924" v="13" actId="2696"/>
        <pc:sldMkLst>
          <pc:docMk/>
          <pc:sldMk cId="3069677134" sldId="363"/>
        </pc:sldMkLst>
      </pc:sldChg>
      <pc:sldChg chg="addSp modSp new mod">
        <pc:chgData name="鈴木 秀規" userId="f68c5fd9-22d5-4c0a-9833-7fb0f5135313" providerId="ADAL" clId="{E853165E-E035-4511-B5B4-308A168A0417}" dt="2021-01-26T06:53:45.356" v="106" actId="207"/>
        <pc:sldMkLst>
          <pc:docMk/>
          <pc:sldMk cId="7953356" sldId="364"/>
        </pc:sldMkLst>
        <pc:spChg chg="mod">
          <ac:chgData name="鈴木 秀規" userId="f68c5fd9-22d5-4c0a-9833-7fb0f5135313" providerId="ADAL" clId="{E853165E-E035-4511-B5B4-308A168A0417}" dt="2021-01-26T06:51:32.794" v="58"/>
          <ac:spMkLst>
            <pc:docMk/>
            <pc:sldMk cId="7953356" sldId="364"/>
            <ac:spMk id="3" creationId="{BD59F02B-7C32-4210-BA64-A90F6DDDDA21}"/>
          </ac:spMkLst>
        </pc:spChg>
        <pc:spChg chg="mod">
          <ac:chgData name="鈴木 秀規" userId="f68c5fd9-22d5-4c0a-9833-7fb0f5135313" providerId="ADAL" clId="{E853165E-E035-4511-B5B4-308A168A0417}" dt="2021-01-26T06:52:04.128" v="66" actId="207"/>
          <ac:spMkLst>
            <pc:docMk/>
            <pc:sldMk cId="7953356" sldId="364"/>
            <ac:spMk id="5" creationId="{B4FD4BC4-80F7-45E9-873C-F05FA4D90E7F}"/>
          </ac:spMkLst>
        </pc:spChg>
        <pc:spChg chg="add mod">
          <ac:chgData name="鈴木 秀規" userId="f68c5fd9-22d5-4c0a-9833-7fb0f5135313" providerId="ADAL" clId="{E853165E-E035-4511-B5B4-308A168A0417}" dt="2021-01-26T06:52:55.530" v="95" actId="14100"/>
          <ac:spMkLst>
            <pc:docMk/>
            <pc:sldMk cId="7953356" sldId="364"/>
            <ac:spMk id="6" creationId="{D3DA8777-804A-47C3-9725-557A2585CDBC}"/>
          </ac:spMkLst>
        </pc:spChg>
        <pc:spChg chg="add mod">
          <ac:chgData name="鈴木 秀規" userId="f68c5fd9-22d5-4c0a-9833-7fb0f5135313" providerId="ADAL" clId="{E853165E-E035-4511-B5B4-308A168A0417}" dt="2021-01-26T06:53:13.991" v="98" actId="14100"/>
          <ac:spMkLst>
            <pc:docMk/>
            <pc:sldMk cId="7953356" sldId="364"/>
            <ac:spMk id="7" creationId="{3FEB2926-C905-4FA8-B450-B619224DA1C1}"/>
          </ac:spMkLst>
        </pc:spChg>
        <pc:spChg chg="add mod">
          <ac:chgData name="鈴木 秀規" userId="f68c5fd9-22d5-4c0a-9833-7fb0f5135313" providerId="ADAL" clId="{E853165E-E035-4511-B5B4-308A168A0417}" dt="2021-01-26T06:53:45.356" v="106" actId="207"/>
          <ac:spMkLst>
            <pc:docMk/>
            <pc:sldMk cId="7953356" sldId="364"/>
            <ac:spMk id="8" creationId="{6A367164-A928-4A01-943C-55D34E06BEB2}"/>
          </ac:spMkLst>
        </pc:spChg>
      </pc:sldChg>
      <pc:sldChg chg="del">
        <pc:chgData name="鈴木 秀規" userId="f68c5fd9-22d5-4c0a-9833-7fb0f5135313" providerId="ADAL" clId="{E853165E-E035-4511-B5B4-308A168A0417}" dt="2021-01-26T06:49:23.924" v="13" actId="2696"/>
        <pc:sldMkLst>
          <pc:docMk/>
          <pc:sldMk cId="2175104273" sldId="364"/>
        </pc:sldMkLst>
      </pc:sldChg>
      <pc:sldChg chg="addSp delSp modSp new mod">
        <pc:chgData name="鈴木 秀規" userId="f68c5fd9-22d5-4c0a-9833-7fb0f5135313" providerId="ADAL" clId="{E853165E-E035-4511-B5B4-308A168A0417}" dt="2021-01-26T06:56:32.270" v="142" actId="207"/>
        <pc:sldMkLst>
          <pc:docMk/>
          <pc:sldMk cId="761714059" sldId="365"/>
        </pc:sldMkLst>
        <pc:spChg chg="mod">
          <ac:chgData name="鈴木 秀規" userId="f68c5fd9-22d5-4c0a-9833-7fb0f5135313" providerId="ADAL" clId="{E853165E-E035-4511-B5B4-308A168A0417}" dt="2021-01-26T06:53:58.034" v="108"/>
          <ac:spMkLst>
            <pc:docMk/>
            <pc:sldMk cId="761714059" sldId="365"/>
            <ac:spMk id="3" creationId="{3733A05E-9BA9-4926-9517-67B8A0E150D6}"/>
          </ac:spMkLst>
        </pc:spChg>
        <pc:spChg chg="mod">
          <ac:chgData name="鈴木 秀規" userId="f68c5fd9-22d5-4c0a-9833-7fb0f5135313" providerId="ADAL" clId="{E853165E-E035-4511-B5B4-308A168A0417}" dt="2021-01-26T06:54:20.720" v="112" actId="14100"/>
          <ac:spMkLst>
            <pc:docMk/>
            <pc:sldMk cId="761714059" sldId="365"/>
            <ac:spMk id="5" creationId="{E96A51FE-B42A-4EE4-A9DA-EEAF06618A1F}"/>
          </ac:spMkLst>
        </pc:spChg>
        <pc:spChg chg="add del">
          <ac:chgData name="鈴木 秀規" userId="f68c5fd9-22d5-4c0a-9833-7fb0f5135313" providerId="ADAL" clId="{E853165E-E035-4511-B5B4-308A168A0417}" dt="2021-01-26T06:54:35.192" v="114" actId="22"/>
          <ac:spMkLst>
            <pc:docMk/>
            <pc:sldMk cId="761714059" sldId="365"/>
            <ac:spMk id="7" creationId="{64B6B4F5-BFC6-4B7A-AE6A-58D1D989F876}"/>
          </ac:spMkLst>
        </pc:spChg>
        <pc:spChg chg="add mod">
          <ac:chgData name="鈴木 秀規" userId="f68c5fd9-22d5-4c0a-9833-7fb0f5135313" providerId="ADAL" clId="{E853165E-E035-4511-B5B4-308A168A0417}" dt="2021-01-26T06:56:32.270" v="142" actId="207"/>
          <ac:spMkLst>
            <pc:docMk/>
            <pc:sldMk cId="761714059" sldId="365"/>
            <ac:spMk id="9" creationId="{8A048620-FC94-4515-9BB9-AFAA97223774}"/>
          </ac:spMkLst>
        </pc:spChg>
        <pc:graphicFrameChg chg="add mod modGraphic">
          <ac:chgData name="鈴木 秀規" userId="f68c5fd9-22d5-4c0a-9833-7fb0f5135313" providerId="ADAL" clId="{E853165E-E035-4511-B5B4-308A168A0417}" dt="2021-01-26T06:55:55.576" v="132" actId="313"/>
          <ac:graphicFrameMkLst>
            <pc:docMk/>
            <pc:sldMk cId="761714059" sldId="365"/>
            <ac:graphicFrameMk id="8" creationId="{24A77B15-E2C0-47AB-8182-DE4F73A9C347}"/>
          </ac:graphicFrameMkLst>
        </pc:graphicFrameChg>
      </pc:sldChg>
      <pc:sldChg chg="del">
        <pc:chgData name="鈴木 秀規" userId="f68c5fd9-22d5-4c0a-9833-7fb0f5135313" providerId="ADAL" clId="{E853165E-E035-4511-B5B4-308A168A0417}" dt="2021-01-26T06:49:23.924" v="13" actId="2696"/>
        <pc:sldMkLst>
          <pc:docMk/>
          <pc:sldMk cId="1672930496" sldId="365"/>
        </pc:sldMkLst>
      </pc:sldChg>
      <pc:sldChg chg="modSp new mod">
        <pc:chgData name="鈴木 秀規" userId="f68c5fd9-22d5-4c0a-9833-7fb0f5135313" providerId="ADAL" clId="{E853165E-E035-4511-B5B4-308A168A0417}" dt="2021-01-26T06:57:55.540" v="162" actId="20577"/>
        <pc:sldMkLst>
          <pc:docMk/>
          <pc:sldMk cId="680852098" sldId="366"/>
        </pc:sldMkLst>
        <pc:spChg chg="mod">
          <ac:chgData name="鈴木 秀規" userId="f68c5fd9-22d5-4c0a-9833-7fb0f5135313" providerId="ADAL" clId="{E853165E-E035-4511-B5B4-308A168A0417}" dt="2021-01-26T06:56:49.451" v="144"/>
          <ac:spMkLst>
            <pc:docMk/>
            <pc:sldMk cId="680852098" sldId="366"/>
            <ac:spMk id="3" creationId="{FADC6B5B-32D8-4456-8CAF-77166E55C7D9}"/>
          </ac:spMkLst>
        </pc:spChg>
        <pc:spChg chg="mod">
          <ac:chgData name="鈴木 秀規" userId="f68c5fd9-22d5-4c0a-9833-7fb0f5135313" providerId="ADAL" clId="{E853165E-E035-4511-B5B4-308A168A0417}" dt="2021-01-26T06:57:55.540" v="162" actId="20577"/>
          <ac:spMkLst>
            <pc:docMk/>
            <pc:sldMk cId="680852098" sldId="366"/>
            <ac:spMk id="5" creationId="{AF203247-FDC5-4142-A6A8-9F290121F747}"/>
          </ac:spMkLst>
        </pc:spChg>
      </pc:sldChg>
      <pc:sldChg chg="del">
        <pc:chgData name="鈴木 秀規" userId="f68c5fd9-22d5-4c0a-9833-7fb0f5135313" providerId="ADAL" clId="{E853165E-E035-4511-B5B4-308A168A0417}" dt="2021-01-26T06:49:23.924" v="13" actId="2696"/>
        <pc:sldMkLst>
          <pc:docMk/>
          <pc:sldMk cId="3813337944" sldId="366"/>
        </pc:sldMkLst>
      </pc:sldChg>
      <pc:sldChg chg="del">
        <pc:chgData name="鈴木 秀規" userId="f68c5fd9-22d5-4c0a-9833-7fb0f5135313" providerId="ADAL" clId="{E853165E-E035-4511-B5B4-308A168A0417}" dt="2021-01-26T06:49:23.924" v="13" actId="2696"/>
        <pc:sldMkLst>
          <pc:docMk/>
          <pc:sldMk cId="926421663" sldId="367"/>
        </pc:sldMkLst>
      </pc:sldChg>
      <pc:sldChg chg="modSp new mod">
        <pc:chgData name="鈴木 秀規" userId="f68c5fd9-22d5-4c0a-9833-7fb0f5135313" providerId="ADAL" clId="{E853165E-E035-4511-B5B4-308A168A0417}" dt="2021-01-26T06:58:36.452" v="173" actId="207"/>
        <pc:sldMkLst>
          <pc:docMk/>
          <pc:sldMk cId="4223884688" sldId="367"/>
        </pc:sldMkLst>
        <pc:spChg chg="mod">
          <ac:chgData name="鈴木 秀規" userId="f68c5fd9-22d5-4c0a-9833-7fb0f5135313" providerId="ADAL" clId="{E853165E-E035-4511-B5B4-308A168A0417}" dt="2021-01-26T06:58:09.020" v="164"/>
          <ac:spMkLst>
            <pc:docMk/>
            <pc:sldMk cId="4223884688" sldId="367"/>
            <ac:spMk id="3" creationId="{4D44382D-F420-4DA2-97ED-86AF4EE00219}"/>
          </ac:spMkLst>
        </pc:spChg>
        <pc:spChg chg="mod">
          <ac:chgData name="鈴木 秀規" userId="f68c5fd9-22d5-4c0a-9833-7fb0f5135313" providerId="ADAL" clId="{E853165E-E035-4511-B5B4-308A168A0417}" dt="2021-01-26T06:58:36.452" v="173" actId="207"/>
          <ac:spMkLst>
            <pc:docMk/>
            <pc:sldMk cId="4223884688" sldId="367"/>
            <ac:spMk id="5" creationId="{671AB20C-6279-46AD-9F80-21F317F80AA7}"/>
          </ac:spMkLst>
        </pc:spChg>
      </pc:sldChg>
      <pc:sldChg chg="addSp modSp new mod">
        <pc:chgData name="鈴木 秀規" userId="f68c5fd9-22d5-4c0a-9833-7fb0f5135313" providerId="ADAL" clId="{E853165E-E035-4511-B5B4-308A168A0417}" dt="2021-01-26T07:00:37.342" v="193" actId="20577"/>
        <pc:sldMkLst>
          <pc:docMk/>
          <pc:sldMk cId="1322122799" sldId="368"/>
        </pc:sldMkLst>
        <pc:spChg chg="mod">
          <ac:chgData name="鈴木 秀規" userId="f68c5fd9-22d5-4c0a-9833-7fb0f5135313" providerId="ADAL" clId="{E853165E-E035-4511-B5B4-308A168A0417}" dt="2021-01-26T06:58:54.688" v="175"/>
          <ac:spMkLst>
            <pc:docMk/>
            <pc:sldMk cId="1322122799" sldId="368"/>
            <ac:spMk id="3" creationId="{89C63CE1-B4C7-4E52-9D4C-89FC8C97920A}"/>
          </ac:spMkLst>
        </pc:spChg>
        <pc:spChg chg="mod">
          <ac:chgData name="鈴木 秀規" userId="f68c5fd9-22d5-4c0a-9833-7fb0f5135313" providerId="ADAL" clId="{E853165E-E035-4511-B5B4-308A168A0417}" dt="2021-01-26T06:59:05.901" v="179" actId="14100"/>
          <ac:spMkLst>
            <pc:docMk/>
            <pc:sldMk cId="1322122799" sldId="368"/>
            <ac:spMk id="5" creationId="{77F3E9FD-1612-4B26-AF75-B3654AA72AE3}"/>
          </ac:spMkLst>
        </pc:spChg>
        <pc:spChg chg="add mod">
          <ac:chgData name="鈴木 秀規" userId="f68c5fd9-22d5-4c0a-9833-7fb0f5135313" providerId="ADAL" clId="{E853165E-E035-4511-B5B4-308A168A0417}" dt="2021-01-26T07:00:37.342" v="193" actId="20577"/>
          <ac:spMkLst>
            <pc:docMk/>
            <pc:sldMk cId="1322122799" sldId="368"/>
            <ac:spMk id="7" creationId="{C343A5EB-2A4E-49AD-9B0E-AA7D5DED592C}"/>
          </ac:spMkLst>
        </pc:spChg>
        <pc:graphicFrameChg chg="add mod modGraphic">
          <ac:chgData name="鈴木 秀規" userId="f68c5fd9-22d5-4c0a-9833-7fb0f5135313" providerId="ADAL" clId="{E853165E-E035-4511-B5B4-308A168A0417}" dt="2021-01-26T06:59:38.318" v="186" actId="12385"/>
          <ac:graphicFrameMkLst>
            <pc:docMk/>
            <pc:sldMk cId="1322122799" sldId="368"/>
            <ac:graphicFrameMk id="6" creationId="{66BCC900-1F2F-43EB-97AE-71D9DFF52AF4}"/>
          </ac:graphicFrameMkLst>
        </pc:graphicFrameChg>
      </pc:sldChg>
      <pc:sldChg chg="del">
        <pc:chgData name="鈴木 秀規" userId="f68c5fd9-22d5-4c0a-9833-7fb0f5135313" providerId="ADAL" clId="{E853165E-E035-4511-B5B4-308A168A0417}" dt="2021-01-26T06:49:23.924" v="13" actId="2696"/>
        <pc:sldMkLst>
          <pc:docMk/>
          <pc:sldMk cId="1591258520" sldId="368"/>
        </pc:sldMkLst>
      </pc:sldChg>
      <pc:sldChg chg="addSp modSp new mod">
        <pc:chgData name="鈴木 秀規" userId="f68c5fd9-22d5-4c0a-9833-7fb0f5135313" providerId="ADAL" clId="{E853165E-E035-4511-B5B4-308A168A0417}" dt="2021-01-26T07:09:00.463" v="507" actId="1076"/>
        <pc:sldMkLst>
          <pc:docMk/>
          <pc:sldMk cId="315703525" sldId="369"/>
        </pc:sldMkLst>
        <pc:spChg chg="mod">
          <ac:chgData name="鈴木 秀規" userId="f68c5fd9-22d5-4c0a-9833-7fb0f5135313" providerId="ADAL" clId="{E853165E-E035-4511-B5B4-308A168A0417}" dt="2021-01-26T07:00:51.742" v="195"/>
          <ac:spMkLst>
            <pc:docMk/>
            <pc:sldMk cId="315703525" sldId="369"/>
            <ac:spMk id="3" creationId="{3579D21D-214D-4555-8975-F5BB54400AC7}"/>
          </ac:spMkLst>
        </pc:spChg>
        <pc:spChg chg="mod">
          <ac:chgData name="鈴木 秀規" userId="f68c5fd9-22d5-4c0a-9833-7fb0f5135313" providerId="ADAL" clId="{E853165E-E035-4511-B5B4-308A168A0417}" dt="2021-01-26T07:01:02.441" v="199" actId="14100"/>
          <ac:spMkLst>
            <pc:docMk/>
            <pc:sldMk cId="315703525" sldId="369"/>
            <ac:spMk id="5" creationId="{D163C203-11FA-4A78-BFC9-15A479C92BB8}"/>
          </ac:spMkLst>
        </pc:spChg>
        <pc:spChg chg="add mod">
          <ac:chgData name="鈴木 秀規" userId="f68c5fd9-22d5-4c0a-9833-7fb0f5135313" providerId="ADAL" clId="{E853165E-E035-4511-B5B4-308A168A0417}" dt="2021-01-26T07:03:44.599" v="264" actId="14100"/>
          <ac:spMkLst>
            <pc:docMk/>
            <pc:sldMk cId="315703525" sldId="369"/>
            <ac:spMk id="7" creationId="{FFE3FAC7-5395-4AAF-ABA2-9B7509B04D4D}"/>
          </ac:spMkLst>
        </pc:spChg>
        <pc:spChg chg="add mod">
          <ac:chgData name="鈴木 秀規" userId="f68c5fd9-22d5-4c0a-9833-7fb0f5135313" providerId="ADAL" clId="{E853165E-E035-4511-B5B4-308A168A0417}" dt="2021-01-26T07:08:14.331" v="500" actId="1076"/>
          <ac:spMkLst>
            <pc:docMk/>
            <pc:sldMk cId="315703525" sldId="369"/>
            <ac:spMk id="9" creationId="{6D5056E3-2F58-4B23-BB19-5CEAC7EB4FB7}"/>
          </ac:spMkLst>
        </pc:spChg>
        <pc:spChg chg="add mod">
          <ac:chgData name="鈴木 秀規" userId="f68c5fd9-22d5-4c0a-9833-7fb0f5135313" providerId="ADAL" clId="{E853165E-E035-4511-B5B4-308A168A0417}" dt="2021-01-26T07:08:16.235" v="501" actId="571"/>
          <ac:spMkLst>
            <pc:docMk/>
            <pc:sldMk cId="315703525" sldId="369"/>
            <ac:spMk id="10" creationId="{04909C17-CFB9-4D4C-9AC6-0A3C971DE333}"/>
          </ac:spMkLst>
        </pc:spChg>
        <pc:spChg chg="add mod">
          <ac:chgData name="鈴木 秀規" userId="f68c5fd9-22d5-4c0a-9833-7fb0f5135313" providerId="ADAL" clId="{E853165E-E035-4511-B5B4-308A168A0417}" dt="2021-01-26T07:08:25.768" v="502" actId="571"/>
          <ac:spMkLst>
            <pc:docMk/>
            <pc:sldMk cId="315703525" sldId="369"/>
            <ac:spMk id="11" creationId="{59DE6BC7-E6E4-423A-BB58-C78E0EE07548}"/>
          </ac:spMkLst>
        </pc:spChg>
        <pc:spChg chg="add mod">
          <ac:chgData name="鈴木 秀規" userId="f68c5fd9-22d5-4c0a-9833-7fb0f5135313" providerId="ADAL" clId="{E853165E-E035-4511-B5B4-308A168A0417}" dt="2021-01-26T07:08:25.768" v="502" actId="571"/>
          <ac:spMkLst>
            <pc:docMk/>
            <pc:sldMk cId="315703525" sldId="369"/>
            <ac:spMk id="12" creationId="{8ADCFC81-F201-4182-9877-E88678F91386}"/>
          </ac:spMkLst>
        </pc:spChg>
        <pc:spChg chg="add mod">
          <ac:chgData name="鈴木 秀規" userId="f68c5fd9-22d5-4c0a-9833-7fb0f5135313" providerId="ADAL" clId="{E853165E-E035-4511-B5B4-308A168A0417}" dt="2021-01-26T07:09:00.463" v="507" actId="1076"/>
          <ac:spMkLst>
            <pc:docMk/>
            <pc:sldMk cId="315703525" sldId="369"/>
            <ac:spMk id="13" creationId="{7FC3877A-4C79-40D9-956C-E51FFDD02FB7}"/>
          </ac:spMkLst>
        </pc:spChg>
        <pc:graphicFrameChg chg="add mod modGraphic">
          <ac:chgData name="鈴木 秀規" userId="f68c5fd9-22d5-4c0a-9833-7fb0f5135313" providerId="ADAL" clId="{E853165E-E035-4511-B5B4-308A168A0417}" dt="2021-01-26T07:03:07.125" v="255" actId="1076"/>
          <ac:graphicFrameMkLst>
            <pc:docMk/>
            <pc:sldMk cId="315703525" sldId="369"/>
            <ac:graphicFrameMk id="6" creationId="{3FB337BA-FCC4-476F-851F-E9D142017ED6}"/>
          </ac:graphicFrameMkLst>
        </pc:graphicFrameChg>
        <pc:graphicFrameChg chg="add mod modGraphic">
          <ac:chgData name="鈴木 秀規" userId="f68c5fd9-22d5-4c0a-9833-7fb0f5135313" providerId="ADAL" clId="{E853165E-E035-4511-B5B4-308A168A0417}" dt="2021-01-26T07:07:46.065" v="495" actId="12385"/>
          <ac:graphicFrameMkLst>
            <pc:docMk/>
            <pc:sldMk cId="315703525" sldId="369"/>
            <ac:graphicFrameMk id="8" creationId="{49C03C2E-C2C3-4E43-A6AC-F47AF13EE8CD}"/>
          </ac:graphicFrameMkLst>
        </pc:graphicFrameChg>
      </pc:sldChg>
      <pc:sldChg chg="del">
        <pc:chgData name="鈴木 秀規" userId="f68c5fd9-22d5-4c0a-9833-7fb0f5135313" providerId="ADAL" clId="{E853165E-E035-4511-B5B4-308A168A0417}" dt="2021-01-26T06:49:23.924" v="13" actId="2696"/>
        <pc:sldMkLst>
          <pc:docMk/>
          <pc:sldMk cId="4005864456" sldId="369"/>
        </pc:sldMkLst>
      </pc:sldChg>
      <pc:sldChg chg="del">
        <pc:chgData name="鈴木 秀規" userId="f68c5fd9-22d5-4c0a-9833-7fb0f5135313" providerId="ADAL" clId="{E853165E-E035-4511-B5B4-308A168A0417}" dt="2021-01-26T06:49:23.924" v="13" actId="2696"/>
        <pc:sldMkLst>
          <pc:docMk/>
          <pc:sldMk cId="1111639589" sldId="370"/>
        </pc:sldMkLst>
      </pc:sldChg>
      <pc:sldChg chg="modSp new mod">
        <pc:chgData name="鈴木 秀規" userId="f68c5fd9-22d5-4c0a-9833-7fb0f5135313" providerId="ADAL" clId="{E853165E-E035-4511-B5B4-308A168A0417}" dt="2021-01-26T07:09:37.636" v="514" actId="207"/>
        <pc:sldMkLst>
          <pc:docMk/>
          <pc:sldMk cId="1918088230" sldId="370"/>
        </pc:sldMkLst>
        <pc:spChg chg="mod">
          <ac:chgData name="鈴木 秀規" userId="f68c5fd9-22d5-4c0a-9833-7fb0f5135313" providerId="ADAL" clId="{E853165E-E035-4511-B5B4-308A168A0417}" dt="2021-01-26T07:09:18.165" v="509"/>
          <ac:spMkLst>
            <pc:docMk/>
            <pc:sldMk cId="1918088230" sldId="370"/>
            <ac:spMk id="3" creationId="{64F1479F-1941-4D3E-9030-5EA412C6B32C}"/>
          </ac:spMkLst>
        </pc:spChg>
        <pc:spChg chg="mod">
          <ac:chgData name="鈴木 秀規" userId="f68c5fd9-22d5-4c0a-9833-7fb0f5135313" providerId="ADAL" clId="{E853165E-E035-4511-B5B4-308A168A0417}" dt="2021-01-26T07:09:37.636" v="514" actId="207"/>
          <ac:spMkLst>
            <pc:docMk/>
            <pc:sldMk cId="1918088230" sldId="370"/>
            <ac:spMk id="5" creationId="{BFCE6B65-8715-4522-A55C-2D7440524DC1}"/>
          </ac:spMkLst>
        </pc:spChg>
      </pc:sldChg>
      <pc:sldChg chg="del">
        <pc:chgData name="鈴木 秀規" userId="f68c5fd9-22d5-4c0a-9833-7fb0f5135313" providerId="ADAL" clId="{E853165E-E035-4511-B5B4-308A168A0417}" dt="2021-01-26T06:49:23.924" v="13" actId="2696"/>
        <pc:sldMkLst>
          <pc:docMk/>
          <pc:sldMk cId="1449548173" sldId="371"/>
        </pc:sldMkLst>
      </pc:sldChg>
      <pc:sldChg chg="addSp modSp new mod">
        <pc:chgData name="鈴木 秀規" userId="f68c5fd9-22d5-4c0a-9833-7fb0f5135313" providerId="ADAL" clId="{E853165E-E035-4511-B5B4-308A168A0417}" dt="2021-01-26T07:10:45.286" v="527" actId="6549"/>
        <pc:sldMkLst>
          <pc:docMk/>
          <pc:sldMk cId="1875641365" sldId="371"/>
        </pc:sldMkLst>
        <pc:spChg chg="mod">
          <ac:chgData name="鈴木 秀規" userId="f68c5fd9-22d5-4c0a-9833-7fb0f5135313" providerId="ADAL" clId="{E853165E-E035-4511-B5B4-308A168A0417}" dt="2021-01-26T07:09:52.646" v="516"/>
          <ac:spMkLst>
            <pc:docMk/>
            <pc:sldMk cId="1875641365" sldId="371"/>
            <ac:spMk id="3" creationId="{79199FA5-8FEC-4EF4-8FEB-C59D90C2228A}"/>
          </ac:spMkLst>
        </pc:spChg>
        <pc:spChg chg="mod">
          <ac:chgData name="鈴木 秀規" userId="f68c5fd9-22d5-4c0a-9833-7fb0f5135313" providerId="ADAL" clId="{E853165E-E035-4511-B5B4-308A168A0417}" dt="2021-01-26T07:10:06.341" v="519" actId="14100"/>
          <ac:spMkLst>
            <pc:docMk/>
            <pc:sldMk cId="1875641365" sldId="371"/>
            <ac:spMk id="5" creationId="{5DA25019-0660-4BDD-B55E-B5F9E8A5F8FA}"/>
          </ac:spMkLst>
        </pc:spChg>
        <pc:spChg chg="add mod">
          <ac:chgData name="鈴木 秀規" userId="f68c5fd9-22d5-4c0a-9833-7fb0f5135313" providerId="ADAL" clId="{E853165E-E035-4511-B5B4-308A168A0417}" dt="2021-01-26T07:10:45.286" v="527" actId="6549"/>
          <ac:spMkLst>
            <pc:docMk/>
            <pc:sldMk cId="1875641365" sldId="371"/>
            <ac:spMk id="7" creationId="{46B1B2EB-2B3A-4DC1-B80B-474661379F83}"/>
          </ac:spMkLst>
        </pc:spChg>
        <pc:graphicFrameChg chg="add mod modGraphic">
          <ac:chgData name="鈴木 秀規" userId="f68c5fd9-22d5-4c0a-9833-7fb0f5135313" providerId="ADAL" clId="{E853165E-E035-4511-B5B4-308A168A0417}" dt="2021-01-26T07:10:27.368" v="524" actId="12385"/>
          <ac:graphicFrameMkLst>
            <pc:docMk/>
            <pc:sldMk cId="1875641365" sldId="371"/>
            <ac:graphicFrameMk id="6" creationId="{DB6E5E4E-A296-4C66-AFBD-8AB7FFAEFF35}"/>
          </ac:graphicFrameMkLst>
        </pc:graphicFrameChg>
      </pc:sldChg>
      <pc:sldChg chg="del">
        <pc:chgData name="鈴木 秀規" userId="f68c5fd9-22d5-4c0a-9833-7fb0f5135313" providerId="ADAL" clId="{E853165E-E035-4511-B5B4-308A168A0417}" dt="2021-01-26T06:49:23.924" v="13" actId="2696"/>
        <pc:sldMkLst>
          <pc:docMk/>
          <pc:sldMk cId="944436562" sldId="372"/>
        </pc:sldMkLst>
      </pc:sldChg>
      <pc:sldChg chg="addSp modSp new mod">
        <pc:chgData name="鈴木 秀規" userId="f68c5fd9-22d5-4c0a-9833-7fb0f5135313" providerId="ADAL" clId="{E853165E-E035-4511-B5B4-308A168A0417}" dt="2021-01-26T07:16:30.417" v="558" actId="14100"/>
        <pc:sldMkLst>
          <pc:docMk/>
          <pc:sldMk cId="4147123060" sldId="372"/>
        </pc:sldMkLst>
        <pc:spChg chg="mod">
          <ac:chgData name="鈴木 秀規" userId="f68c5fd9-22d5-4c0a-9833-7fb0f5135313" providerId="ADAL" clId="{E853165E-E035-4511-B5B4-308A168A0417}" dt="2021-01-26T07:14:45.061" v="529"/>
          <ac:spMkLst>
            <pc:docMk/>
            <pc:sldMk cId="4147123060" sldId="372"/>
            <ac:spMk id="3" creationId="{2EA18155-BA30-4B8F-9456-D66423E4C71E}"/>
          </ac:spMkLst>
        </pc:spChg>
        <pc:spChg chg="mod">
          <ac:chgData name="鈴木 秀規" userId="f68c5fd9-22d5-4c0a-9833-7fb0f5135313" providerId="ADAL" clId="{E853165E-E035-4511-B5B4-308A168A0417}" dt="2021-01-26T07:15:11.190" v="545" actId="14100"/>
          <ac:spMkLst>
            <pc:docMk/>
            <pc:sldMk cId="4147123060" sldId="372"/>
            <ac:spMk id="5" creationId="{7F2EA038-8175-4307-8624-788489285D38}"/>
          </ac:spMkLst>
        </pc:spChg>
        <pc:spChg chg="add mod">
          <ac:chgData name="鈴木 秀規" userId="f68c5fd9-22d5-4c0a-9833-7fb0f5135313" providerId="ADAL" clId="{E853165E-E035-4511-B5B4-308A168A0417}" dt="2021-01-26T07:16:30.417" v="558" actId="14100"/>
          <ac:spMkLst>
            <pc:docMk/>
            <pc:sldMk cId="4147123060" sldId="372"/>
            <ac:spMk id="7" creationId="{7C184432-A4C0-43A0-9489-DFE4013BDC15}"/>
          </ac:spMkLst>
        </pc:spChg>
        <pc:graphicFrameChg chg="add mod modGraphic">
          <ac:chgData name="鈴木 秀規" userId="f68c5fd9-22d5-4c0a-9833-7fb0f5135313" providerId="ADAL" clId="{E853165E-E035-4511-B5B4-308A168A0417}" dt="2021-01-26T07:15:29.391" v="550" actId="12385"/>
          <ac:graphicFrameMkLst>
            <pc:docMk/>
            <pc:sldMk cId="4147123060" sldId="372"/>
            <ac:graphicFrameMk id="6" creationId="{8D427EB3-FACB-4063-B0DC-990726DCB991}"/>
          </ac:graphicFrameMkLst>
        </pc:graphicFrameChg>
      </pc:sldChg>
      <pc:sldChg chg="del">
        <pc:chgData name="鈴木 秀規" userId="f68c5fd9-22d5-4c0a-9833-7fb0f5135313" providerId="ADAL" clId="{E853165E-E035-4511-B5B4-308A168A0417}" dt="2021-01-26T06:49:23.924" v="13" actId="2696"/>
        <pc:sldMkLst>
          <pc:docMk/>
          <pc:sldMk cId="35644827" sldId="373"/>
        </pc:sldMkLst>
      </pc:sldChg>
      <pc:sldChg chg="modSp new mod">
        <pc:chgData name="鈴木 秀規" userId="f68c5fd9-22d5-4c0a-9833-7fb0f5135313" providerId="ADAL" clId="{E853165E-E035-4511-B5B4-308A168A0417}" dt="2021-01-26T07:17:03.116" v="569" actId="207"/>
        <pc:sldMkLst>
          <pc:docMk/>
          <pc:sldMk cId="310747956" sldId="373"/>
        </pc:sldMkLst>
        <pc:spChg chg="mod">
          <ac:chgData name="鈴木 秀規" userId="f68c5fd9-22d5-4c0a-9833-7fb0f5135313" providerId="ADAL" clId="{E853165E-E035-4511-B5B4-308A168A0417}" dt="2021-01-26T07:16:39.438" v="560"/>
          <ac:spMkLst>
            <pc:docMk/>
            <pc:sldMk cId="310747956" sldId="373"/>
            <ac:spMk id="3" creationId="{1D48062C-486F-4508-9019-5F8EBA5C15A4}"/>
          </ac:spMkLst>
        </pc:spChg>
        <pc:spChg chg="mod">
          <ac:chgData name="鈴木 秀規" userId="f68c5fd9-22d5-4c0a-9833-7fb0f5135313" providerId="ADAL" clId="{E853165E-E035-4511-B5B4-308A168A0417}" dt="2021-01-26T07:17:03.116" v="569" actId="207"/>
          <ac:spMkLst>
            <pc:docMk/>
            <pc:sldMk cId="310747956" sldId="373"/>
            <ac:spMk id="5" creationId="{A4750B68-70D9-4C99-AF60-82482FAB7F0A}"/>
          </ac:spMkLst>
        </pc:spChg>
      </pc:sldChg>
      <pc:sldChg chg="modSp new mod">
        <pc:chgData name="鈴木 秀規" userId="f68c5fd9-22d5-4c0a-9833-7fb0f5135313" providerId="ADAL" clId="{E853165E-E035-4511-B5B4-308A168A0417}" dt="2021-01-26T07:18:19.034" v="594" actId="207"/>
        <pc:sldMkLst>
          <pc:docMk/>
          <pc:sldMk cId="84034417" sldId="374"/>
        </pc:sldMkLst>
        <pc:spChg chg="mod">
          <ac:chgData name="鈴木 秀規" userId="f68c5fd9-22d5-4c0a-9833-7fb0f5135313" providerId="ADAL" clId="{E853165E-E035-4511-B5B4-308A168A0417}" dt="2021-01-26T07:17:12.938" v="571"/>
          <ac:spMkLst>
            <pc:docMk/>
            <pc:sldMk cId="84034417" sldId="374"/>
            <ac:spMk id="3" creationId="{E06B1000-9220-4D64-830A-7136494F2DBF}"/>
          </ac:spMkLst>
        </pc:spChg>
        <pc:spChg chg="mod">
          <ac:chgData name="鈴木 秀規" userId="f68c5fd9-22d5-4c0a-9833-7fb0f5135313" providerId="ADAL" clId="{E853165E-E035-4511-B5B4-308A168A0417}" dt="2021-01-26T07:18:19.034" v="594" actId="207"/>
          <ac:spMkLst>
            <pc:docMk/>
            <pc:sldMk cId="84034417" sldId="374"/>
            <ac:spMk id="5" creationId="{8AB3D740-2F1A-4FA4-AF46-FF8F852F0650}"/>
          </ac:spMkLst>
        </pc:spChg>
      </pc:sldChg>
      <pc:sldChg chg="del">
        <pc:chgData name="鈴木 秀規" userId="f68c5fd9-22d5-4c0a-9833-7fb0f5135313" providerId="ADAL" clId="{E853165E-E035-4511-B5B4-308A168A0417}" dt="2021-01-26T06:49:23.924" v="13" actId="2696"/>
        <pc:sldMkLst>
          <pc:docMk/>
          <pc:sldMk cId="3586215112" sldId="374"/>
        </pc:sldMkLst>
      </pc:sldChg>
      <pc:sldChg chg="del">
        <pc:chgData name="鈴木 秀規" userId="f68c5fd9-22d5-4c0a-9833-7fb0f5135313" providerId="ADAL" clId="{E853165E-E035-4511-B5B4-308A168A0417}" dt="2021-01-26T06:49:23.924" v="13" actId="2696"/>
        <pc:sldMkLst>
          <pc:docMk/>
          <pc:sldMk cId="3278431197" sldId="375"/>
        </pc:sldMkLst>
      </pc:sldChg>
      <pc:sldChg chg="modSp new mod">
        <pc:chgData name="鈴木 秀規" userId="f68c5fd9-22d5-4c0a-9833-7fb0f5135313" providerId="ADAL" clId="{E853165E-E035-4511-B5B4-308A168A0417}" dt="2021-01-26T07:19:41.168" v="628" actId="207"/>
        <pc:sldMkLst>
          <pc:docMk/>
          <pc:sldMk cId="4133178376" sldId="375"/>
        </pc:sldMkLst>
        <pc:spChg chg="mod">
          <ac:chgData name="鈴木 秀規" userId="f68c5fd9-22d5-4c0a-9833-7fb0f5135313" providerId="ADAL" clId="{E853165E-E035-4511-B5B4-308A168A0417}" dt="2021-01-26T07:18:35.603" v="596"/>
          <ac:spMkLst>
            <pc:docMk/>
            <pc:sldMk cId="4133178376" sldId="375"/>
            <ac:spMk id="3" creationId="{746B367E-1769-43F6-B709-9DC962BCAD84}"/>
          </ac:spMkLst>
        </pc:spChg>
        <pc:spChg chg="mod">
          <ac:chgData name="鈴木 秀規" userId="f68c5fd9-22d5-4c0a-9833-7fb0f5135313" providerId="ADAL" clId="{E853165E-E035-4511-B5B4-308A168A0417}" dt="2021-01-26T07:19:41.168" v="628" actId="207"/>
          <ac:spMkLst>
            <pc:docMk/>
            <pc:sldMk cId="4133178376" sldId="375"/>
            <ac:spMk id="5" creationId="{7BD660E2-4B00-4845-95F2-9DBB4781CAE5}"/>
          </ac:spMkLst>
        </pc:spChg>
      </pc:sldChg>
      <pc:sldChg chg="del">
        <pc:chgData name="鈴木 秀規" userId="f68c5fd9-22d5-4c0a-9833-7fb0f5135313" providerId="ADAL" clId="{E853165E-E035-4511-B5B4-308A168A0417}" dt="2021-01-26T06:49:23.924" v="13" actId="2696"/>
        <pc:sldMkLst>
          <pc:docMk/>
          <pc:sldMk cId="3335697102" sldId="376"/>
        </pc:sldMkLst>
      </pc:sldChg>
      <pc:sldChg chg="modSp new mod">
        <pc:chgData name="鈴木 秀規" userId="f68c5fd9-22d5-4c0a-9833-7fb0f5135313" providerId="ADAL" clId="{E853165E-E035-4511-B5B4-308A168A0417}" dt="2021-01-26T07:21:48.714" v="658" actId="207"/>
        <pc:sldMkLst>
          <pc:docMk/>
          <pc:sldMk cId="3795804375" sldId="376"/>
        </pc:sldMkLst>
        <pc:spChg chg="mod">
          <ac:chgData name="鈴木 秀規" userId="f68c5fd9-22d5-4c0a-9833-7fb0f5135313" providerId="ADAL" clId="{E853165E-E035-4511-B5B4-308A168A0417}" dt="2021-01-26T07:20:07.699" v="630"/>
          <ac:spMkLst>
            <pc:docMk/>
            <pc:sldMk cId="3795804375" sldId="376"/>
            <ac:spMk id="3" creationId="{B507E0B6-C1E9-4F9D-8B09-1681C4D89919}"/>
          </ac:spMkLst>
        </pc:spChg>
        <pc:spChg chg="mod">
          <ac:chgData name="鈴木 秀規" userId="f68c5fd9-22d5-4c0a-9833-7fb0f5135313" providerId="ADAL" clId="{E853165E-E035-4511-B5B4-308A168A0417}" dt="2021-01-26T07:21:48.714" v="658" actId="207"/>
          <ac:spMkLst>
            <pc:docMk/>
            <pc:sldMk cId="3795804375" sldId="376"/>
            <ac:spMk id="5" creationId="{BE107BB1-F5D7-4713-A850-B3ACA63D2DE9}"/>
          </ac:spMkLst>
        </pc:spChg>
      </pc:sldChg>
      <pc:sldChg chg="del">
        <pc:chgData name="鈴木 秀規" userId="f68c5fd9-22d5-4c0a-9833-7fb0f5135313" providerId="ADAL" clId="{E853165E-E035-4511-B5B4-308A168A0417}" dt="2021-01-26T06:49:23.924" v="13" actId="2696"/>
        <pc:sldMkLst>
          <pc:docMk/>
          <pc:sldMk cId="1075370688" sldId="377"/>
        </pc:sldMkLst>
      </pc:sldChg>
      <pc:sldChg chg="modSp new mod">
        <pc:chgData name="鈴木 秀規" userId="f68c5fd9-22d5-4c0a-9833-7fb0f5135313" providerId="ADAL" clId="{E853165E-E035-4511-B5B4-308A168A0417}" dt="2021-01-26T07:24:00.081" v="677"/>
        <pc:sldMkLst>
          <pc:docMk/>
          <pc:sldMk cId="4201067025" sldId="377"/>
        </pc:sldMkLst>
        <pc:spChg chg="mod">
          <ac:chgData name="鈴木 秀規" userId="f68c5fd9-22d5-4c0a-9833-7fb0f5135313" providerId="ADAL" clId="{E853165E-E035-4511-B5B4-308A168A0417}" dt="2021-01-26T07:24:00.081" v="677"/>
          <ac:spMkLst>
            <pc:docMk/>
            <pc:sldMk cId="4201067025" sldId="377"/>
            <ac:spMk id="3" creationId="{0665AB20-5634-4D5D-BE5B-3E4D60E5D7CB}"/>
          </ac:spMkLst>
        </pc:spChg>
        <pc:spChg chg="mod">
          <ac:chgData name="鈴木 秀規" userId="f68c5fd9-22d5-4c0a-9833-7fb0f5135313" providerId="ADAL" clId="{E853165E-E035-4511-B5B4-308A168A0417}" dt="2021-01-26T07:23:42.653" v="676" actId="207"/>
          <ac:spMkLst>
            <pc:docMk/>
            <pc:sldMk cId="4201067025" sldId="377"/>
            <ac:spMk id="5" creationId="{63F330CA-F3E7-4D06-A9A4-0E49DCF88952}"/>
          </ac:spMkLst>
        </pc:spChg>
      </pc:sldChg>
      <pc:sldChg chg="modSp new mod">
        <pc:chgData name="鈴木 秀規" userId="f68c5fd9-22d5-4c0a-9833-7fb0f5135313" providerId="ADAL" clId="{E853165E-E035-4511-B5B4-308A168A0417}" dt="2021-01-26T07:25:50.648" v="716" actId="20577"/>
        <pc:sldMkLst>
          <pc:docMk/>
          <pc:sldMk cId="2170260322" sldId="378"/>
        </pc:sldMkLst>
        <pc:spChg chg="mod">
          <ac:chgData name="鈴木 秀規" userId="f68c5fd9-22d5-4c0a-9833-7fb0f5135313" providerId="ADAL" clId="{E853165E-E035-4511-B5B4-308A168A0417}" dt="2021-01-26T07:24:20.672" v="679"/>
          <ac:spMkLst>
            <pc:docMk/>
            <pc:sldMk cId="2170260322" sldId="378"/>
            <ac:spMk id="3" creationId="{0DA8AECB-9949-437E-B1D6-39595C07B0D8}"/>
          </ac:spMkLst>
        </pc:spChg>
        <pc:spChg chg="mod">
          <ac:chgData name="鈴木 秀規" userId="f68c5fd9-22d5-4c0a-9833-7fb0f5135313" providerId="ADAL" clId="{E853165E-E035-4511-B5B4-308A168A0417}" dt="2021-01-26T07:25:50.648" v="716" actId="20577"/>
          <ac:spMkLst>
            <pc:docMk/>
            <pc:sldMk cId="2170260322" sldId="378"/>
            <ac:spMk id="5" creationId="{4FDEE744-CA72-4937-ADAC-29EBAB9434D3}"/>
          </ac:spMkLst>
        </pc:spChg>
      </pc:sldChg>
      <pc:sldChg chg="del">
        <pc:chgData name="鈴木 秀規" userId="f68c5fd9-22d5-4c0a-9833-7fb0f5135313" providerId="ADAL" clId="{E853165E-E035-4511-B5B4-308A168A0417}" dt="2021-01-26T06:49:23.924" v="13" actId="2696"/>
        <pc:sldMkLst>
          <pc:docMk/>
          <pc:sldMk cId="2580646882" sldId="378"/>
        </pc:sldMkLst>
      </pc:sldChg>
      <pc:sldChg chg="del">
        <pc:chgData name="鈴木 秀規" userId="f68c5fd9-22d5-4c0a-9833-7fb0f5135313" providerId="ADAL" clId="{E853165E-E035-4511-B5B4-308A168A0417}" dt="2021-01-26T06:49:23.924" v="13" actId="2696"/>
        <pc:sldMkLst>
          <pc:docMk/>
          <pc:sldMk cId="3868544456" sldId="379"/>
        </pc:sldMkLst>
      </pc:sldChg>
      <pc:sldChg chg="modSp new mod">
        <pc:chgData name="鈴木 秀規" userId="f68c5fd9-22d5-4c0a-9833-7fb0f5135313" providerId="ADAL" clId="{E853165E-E035-4511-B5B4-308A168A0417}" dt="2021-01-26T07:27:23.533" v="740" actId="207"/>
        <pc:sldMkLst>
          <pc:docMk/>
          <pc:sldMk cId="4171248681" sldId="379"/>
        </pc:sldMkLst>
        <pc:spChg chg="mod">
          <ac:chgData name="鈴木 秀規" userId="f68c5fd9-22d5-4c0a-9833-7fb0f5135313" providerId="ADAL" clId="{E853165E-E035-4511-B5B4-308A168A0417}" dt="2021-01-26T07:26:07.408" v="718"/>
          <ac:spMkLst>
            <pc:docMk/>
            <pc:sldMk cId="4171248681" sldId="379"/>
            <ac:spMk id="3" creationId="{6AB4C576-1A20-40B6-9482-425697740EAC}"/>
          </ac:spMkLst>
        </pc:spChg>
        <pc:spChg chg="mod">
          <ac:chgData name="鈴木 秀規" userId="f68c5fd9-22d5-4c0a-9833-7fb0f5135313" providerId="ADAL" clId="{E853165E-E035-4511-B5B4-308A168A0417}" dt="2021-01-26T07:27:23.533" v="740" actId="207"/>
          <ac:spMkLst>
            <pc:docMk/>
            <pc:sldMk cId="4171248681" sldId="379"/>
            <ac:spMk id="5" creationId="{411E77CC-7B52-4ADF-9369-7EE2F4FF9FB4}"/>
          </ac:spMkLst>
        </pc:spChg>
      </pc:sldChg>
      <pc:sldChg chg="modSp new mod">
        <pc:chgData name="鈴木 秀規" userId="f68c5fd9-22d5-4c0a-9833-7fb0f5135313" providerId="ADAL" clId="{E853165E-E035-4511-B5B4-308A168A0417}" dt="2021-01-26T07:30:14.987" v="775" actId="207"/>
        <pc:sldMkLst>
          <pc:docMk/>
          <pc:sldMk cId="1003752797" sldId="380"/>
        </pc:sldMkLst>
        <pc:spChg chg="mod">
          <ac:chgData name="鈴木 秀規" userId="f68c5fd9-22d5-4c0a-9833-7fb0f5135313" providerId="ADAL" clId="{E853165E-E035-4511-B5B4-308A168A0417}" dt="2021-01-26T07:27:37.948" v="742"/>
          <ac:spMkLst>
            <pc:docMk/>
            <pc:sldMk cId="1003752797" sldId="380"/>
            <ac:spMk id="3" creationId="{3DD7817D-51CC-4908-AFA3-B8716B0E7C8D}"/>
          </ac:spMkLst>
        </pc:spChg>
        <pc:spChg chg="mod">
          <ac:chgData name="鈴木 秀規" userId="f68c5fd9-22d5-4c0a-9833-7fb0f5135313" providerId="ADAL" clId="{E853165E-E035-4511-B5B4-308A168A0417}" dt="2021-01-26T07:30:14.987" v="775" actId="207"/>
          <ac:spMkLst>
            <pc:docMk/>
            <pc:sldMk cId="1003752797" sldId="380"/>
            <ac:spMk id="5" creationId="{A04F5A0A-D700-4503-AA4B-9F9FF34EA903}"/>
          </ac:spMkLst>
        </pc:spChg>
      </pc:sldChg>
      <pc:sldChg chg="del">
        <pc:chgData name="鈴木 秀規" userId="f68c5fd9-22d5-4c0a-9833-7fb0f5135313" providerId="ADAL" clId="{E853165E-E035-4511-B5B4-308A168A0417}" dt="2021-01-26T06:49:23.924" v="13" actId="2696"/>
        <pc:sldMkLst>
          <pc:docMk/>
          <pc:sldMk cId="1868720455" sldId="380"/>
        </pc:sldMkLst>
      </pc:sldChg>
      <pc:sldChg chg="modSp new mod">
        <pc:chgData name="鈴木 秀規" userId="f68c5fd9-22d5-4c0a-9833-7fb0f5135313" providerId="ADAL" clId="{E853165E-E035-4511-B5B4-308A168A0417}" dt="2021-01-26T07:31:18.750" v="789" actId="207"/>
        <pc:sldMkLst>
          <pc:docMk/>
          <pc:sldMk cId="2315279680" sldId="381"/>
        </pc:sldMkLst>
        <pc:spChg chg="mod">
          <ac:chgData name="鈴木 秀規" userId="f68c5fd9-22d5-4c0a-9833-7fb0f5135313" providerId="ADAL" clId="{E853165E-E035-4511-B5B4-308A168A0417}" dt="2021-01-26T07:30:34.108" v="777"/>
          <ac:spMkLst>
            <pc:docMk/>
            <pc:sldMk cId="2315279680" sldId="381"/>
            <ac:spMk id="3" creationId="{3AA44DE9-1882-47A0-A1B1-12AE5F0F2CA2}"/>
          </ac:spMkLst>
        </pc:spChg>
        <pc:spChg chg="mod">
          <ac:chgData name="鈴木 秀規" userId="f68c5fd9-22d5-4c0a-9833-7fb0f5135313" providerId="ADAL" clId="{E853165E-E035-4511-B5B4-308A168A0417}" dt="2021-01-26T07:31:18.750" v="789" actId="207"/>
          <ac:spMkLst>
            <pc:docMk/>
            <pc:sldMk cId="2315279680" sldId="381"/>
            <ac:spMk id="5" creationId="{608B9E3C-5E1C-4FFD-81A1-35C10C8DAB11}"/>
          </ac:spMkLst>
        </pc:spChg>
      </pc:sldChg>
      <pc:sldChg chg="del">
        <pc:chgData name="鈴木 秀規" userId="f68c5fd9-22d5-4c0a-9833-7fb0f5135313" providerId="ADAL" clId="{E853165E-E035-4511-B5B4-308A168A0417}" dt="2021-01-26T06:49:23.924" v="13" actId="2696"/>
        <pc:sldMkLst>
          <pc:docMk/>
          <pc:sldMk cId="3747614513" sldId="381"/>
        </pc:sldMkLst>
      </pc:sldChg>
      <pc:sldChg chg="del">
        <pc:chgData name="鈴木 秀規" userId="f68c5fd9-22d5-4c0a-9833-7fb0f5135313" providerId="ADAL" clId="{E853165E-E035-4511-B5B4-308A168A0417}" dt="2021-01-26T06:49:23.924" v="13" actId="2696"/>
        <pc:sldMkLst>
          <pc:docMk/>
          <pc:sldMk cId="882110079" sldId="382"/>
        </pc:sldMkLst>
      </pc:sldChg>
      <pc:sldChg chg="addSp modSp new mod">
        <pc:chgData name="鈴木 秀規" userId="f68c5fd9-22d5-4c0a-9833-7fb0f5135313" providerId="ADAL" clId="{E853165E-E035-4511-B5B4-308A168A0417}" dt="2021-01-26T07:34:31.793" v="831" actId="14100"/>
        <pc:sldMkLst>
          <pc:docMk/>
          <pc:sldMk cId="3359842153" sldId="382"/>
        </pc:sldMkLst>
        <pc:spChg chg="mod">
          <ac:chgData name="鈴木 秀規" userId="f68c5fd9-22d5-4c0a-9833-7fb0f5135313" providerId="ADAL" clId="{E853165E-E035-4511-B5B4-308A168A0417}" dt="2021-01-26T07:31:47.528" v="791"/>
          <ac:spMkLst>
            <pc:docMk/>
            <pc:sldMk cId="3359842153" sldId="382"/>
            <ac:spMk id="3" creationId="{5BF686A8-918B-4F3E-8480-FEA5F57E528A}"/>
          </ac:spMkLst>
        </pc:spChg>
        <pc:spChg chg="mod">
          <ac:chgData name="鈴木 秀規" userId="f68c5fd9-22d5-4c0a-9833-7fb0f5135313" providerId="ADAL" clId="{E853165E-E035-4511-B5B4-308A168A0417}" dt="2021-01-26T07:32:40.096" v="801" actId="1076"/>
          <ac:spMkLst>
            <pc:docMk/>
            <pc:sldMk cId="3359842153" sldId="382"/>
            <ac:spMk id="5" creationId="{1316296B-B24E-4F7F-9D1A-245D14D29C41}"/>
          </ac:spMkLst>
        </pc:spChg>
        <pc:spChg chg="add mod">
          <ac:chgData name="鈴木 秀規" userId="f68c5fd9-22d5-4c0a-9833-7fb0f5135313" providerId="ADAL" clId="{E853165E-E035-4511-B5B4-308A168A0417}" dt="2021-01-26T07:33:49.580" v="823" actId="207"/>
          <ac:spMkLst>
            <pc:docMk/>
            <pc:sldMk cId="3359842153" sldId="382"/>
            <ac:spMk id="6" creationId="{95B1C548-0F5B-4737-A0BD-405E70558ED2}"/>
          </ac:spMkLst>
        </pc:spChg>
        <pc:spChg chg="add mod">
          <ac:chgData name="鈴木 秀規" userId="f68c5fd9-22d5-4c0a-9833-7fb0f5135313" providerId="ADAL" clId="{E853165E-E035-4511-B5B4-308A168A0417}" dt="2021-01-26T07:34:31.793" v="831" actId="14100"/>
          <ac:spMkLst>
            <pc:docMk/>
            <pc:sldMk cId="3359842153" sldId="382"/>
            <ac:spMk id="7" creationId="{AF0ACB7C-680B-4722-98C7-CBF77C542C99}"/>
          </ac:spMkLst>
        </pc:spChg>
      </pc:sldChg>
      <pc:sldChg chg="modSp new mod">
        <pc:chgData name="鈴木 秀規" userId="f68c5fd9-22d5-4c0a-9833-7fb0f5135313" providerId="ADAL" clId="{E853165E-E035-4511-B5B4-308A168A0417}" dt="2021-01-26T07:36:21.744" v="847" actId="207"/>
        <pc:sldMkLst>
          <pc:docMk/>
          <pc:sldMk cId="2193843838" sldId="383"/>
        </pc:sldMkLst>
        <pc:spChg chg="mod">
          <ac:chgData name="鈴木 秀規" userId="f68c5fd9-22d5-4c0a-9833-7fb0f5135313" providerId="ADAL" clId="{E853165E-E035-4511-B5B4-308A168A0417}" dt="2021-01-26T07:35:06.888" v="833"/>
          <ac:spMkLst>
            <pc:docMk/>
            <pc:sldMk cId="2193843838" sldId="383"/>
            <ac:spMk id="3" creationId="{371F9F1C-E73B-4FDA-97E3-F6FA05DF4201}"/>
          </ac:spMkLst>
        </pc:spChg>
        <pc:spChg chg="mod">
          <ac:chgData name="鈴木 秀規" userId="f68c5fd9-22d5-4c0a-9833-7fb0f5135313" providerId="ADAL" clId="{E853165E-E035-4511-B5B4-308A168A0417}" dt="2021-01-26T07:36:21.744" v="847" actId="207"/>
          <ac:spMkLst>
            <pc:docMk/>
            <pc:sldMk cId="2193843838" sldId="383"/>
            <ac:spMk id="5" creationId="{ECFFFE50-9C3A-41A8-A1A8-E9307DCB243E}"/>
          </ac:spMkLst>
        </pc:spChg>
      </pc:sldChg>
      <pc:sldChg chg="del">
        <pc:chgData name="鈴木 秀規" userId="f68c5fd9-22d5-4c0a-9833-7fb0f5135313" providerId="ADAL" clId="{E853165E-E035-4511-B5B4-308A168A0417}" dt="2021-01-26T06:49:23.924" v="13" actId="2696"/>
        <pc:sldMkLst>
          <pc:docMk/>
          <pc:sldMk cId="2781782632" sldId="383"/>
        </pc:sldMkLst>
      </pc:sldChg>
      <pc:sldChg chg="modSp add mod ord">
        <pc:chgData name="鈴木 秀規" userId="f68c5fd9-22d5-4c0a-9833-7fb0f5135313" providerId="ADAL" clId="{E853165E-E035-4511-B5B4-308A168A0417}" dt="2021-01-26T07:39:14.652" v="873" actId="1076"/>
        <pc:sldMkLst>
          <pc:docMk/>
          <pc:sldMk cId="1703172032" sldId="384"/>
        </pc:sldMkLst>
        <pc:spChg chg="mod">
          <ac:chgData name="鈴木 秀規" userId="f68c5fd9-22d5-4c0a-9833-7fb0f5135313" providerId="ADAL" clId="{E853165E-E035-4511-B5B4-308A168A0417}" dt="2021-01-26T07:36:42.249" v="853"/>
          <ac:spMkLst>
            <pc:docMk/>
            <pc:sldMk cId="1703172032" sldId="384"/>
            <ac:spMk id="5" creationId="{1316296B-B24E-4F7F-9D1A-245D14D29C41}"/>
          </ac:spMkLst>
        </pc:spChg>
        <pc:spChg chg="mod">
          <ac:chgData name="鈴木 秀規" userId="f68c5fd9-22d5-4c0a-9833-7fb0f5135313" providerId="ADAL" clId="{E853165E-E035-4511-B5B4-308A168A0417}" dt="2021-01-26T07:39:06.824" v="871" actId="14100"/>
          <ac:spMkLst>
            <pc:docMk/>
            <pc:sldMk cId="1703172032" sldId="384"/>
            <ac:spMk id="6" creationId="{95B1C548-0F5B-4737-A0BD-405E70558ED2}"/>
          </ac:spMkLst>
        </pc:spChg>
        <pc:spChg chg="mod">
          <ac:chgData name="鈴木 秀規" userId="f68c5fd9-22d5-4c0a-9833-7fb0f5135313" providerId="ADAL" clId="{E853165E-E035-4511-B5B4-308A168A0417}" dt="2021-01-26T07:39:14.652" v="873" actId="1076"/>
          <ac:spMkLst>
            <pc:docMk/>
            <pc:sldMk cId="1703172032" sldId="384"/>
            <ac:spMk id="7" creationId="{AF0ACB7C-680B-4722-98C7-CBF77C542C99}"/>
          </ac:spMkLst>
        </pc:spChg>
      </pc:sldChg>
      <pc:sldChg chg="del">
        <pc:chgData name="鈴木 秀規" userId="f68c5fd9-22d5-4c0a-9833-7fb0f5135313" providerId="ADAL" clId="{E853165E-E035-4511-B5B4-308A168A0417}" dt="2021-01-26T06:49:23.924" v="13" actId="2696"/>
        <pc:sldMkLst>
          <pc:docMk/>
          <pc:sldMk cId="4147991204" sldId="384"/>
        </pc:sldMkLst>
      </pc:sldChg>
      <pc:sldChg chg="modSp new mod">
        <pc:chgData name="鈴木 秀規" userId="f68c5fd9-22d5-4c0a-9833-7fb0f5135313" providerId="ADAL" clId="{E853165E-E035-4511-B5B4-308A168A0417}" dt="2021-01-26T07:40:36.140" v="901" actId="207"/>
        <pc:sldMkLst>
          <pc:docMk/>
          <pc:sldMk cId="405086457" sldId="385"/>
        </pc:sldMkLst>
        <pc:spChg chg="mod">
          <ac:chgData name="鈴木 秀規" userId="f68c5fd9-22d5-4c0a-9833-7fb0f5135313" providerId="ADAL" clId="{E853165E-E035-4511-B5B4-308A168A0417}" dt="2021-01-26T07:39:28.938" v="875"/>
          <ac:spMkLst>
            <pc:docMk/>
            <pc:sldMk cId="405086457" sldId="385"/>
            <ac:spMk id="3" creationId="{3160D83B-ECD4-4212-832C-905B76595963}"/>
          </ac:spMkLst>
        </pc:spChg>
        <pc:spChg chg="mod">
          <ac:chgData name="鈴木 秀規" userId="f68c5fd9-22d5-4c0a-9833-7fb0f5135313" providerId="ADAL" clId="{E853165E-E035-4511-B5B4-308A168A0417}" dt="2021-01-26T07:40:36.140" v="901" actId="207"/>
          <ac:spMkLst>
            <pc:docMk/>
            <pc:sldMk cId="405086457" sldId="385"/>
            <ac:spMk id="5" creationId="{24EF08D6-A88C-4E3D-A14F-34B27436FAEC}"/>
          </ac:spMkLst>
        </pc:spChg>
      </pc:sldChg>
      <pc:sldChg chg="del">
        <pc:chgData name="鈴木 秀規" userId="f68c5fd9-22d5-4c0a-9833-7fb0f5135313" providerId="ADAL" clId="{E853165E-E035-4511-B5B4-308A168A0417}" dt="2021-01-26T06:49:23.924" v="13" actId="2696"/>
        <pc:sldMkLst>
          <pc:docMk/>
          <pc:sldMk cId="1389535331" sldId="385"/>
        </pc:sldMkLst>
      </pc:sldChg>
      <pc:sldChg chg="del">
        <pc:chgData name="鈴木 秀規" userId="f68c5fd9-22d5-4c0a-9833-7fb0f5135313" providerId="ADAL" clId="{E853165E-E035-4511-B5B4-308A168A0417}" dt="2021-01-26T06:49:23.924" v="13" actId="2696"/>
        <pc:sldMkLst>
          <pc:docMk/>
          <pc:sldMk cId="3711062952" sldId="386"/>
        </pc:sldMkLst>
      </pc:sldChg>
      <pc:sldChg chg="del">
        <pc:chgData name="鈴木 秀規" userId="f68c5fd9-22d5-4c0a-9833-7fb0f5135313" providerId="ADAL" clId="{E853165E-E035-4511-B5B4-308A168A0417}" dt="2021-01-26T06:49:23.924" v="13" actId="2696"/>
        <pc:sldMkLst>
          <pc:docMk/>
          <pc:sldMk cId="556755707" sldId="387"/>
        </pc:sldMkLst>
      </pc:sldChg>
      <pc:sldChg chg="del">
        <pc:chgData name="鈴木 秀規" userId="f68c5fd9-22d5-4c0a-9833-7fb0f5135313" providerId="ADAL" clId="{E853165E-E035-4511-B5B4-308A168A0417}" dt="2021-01-26T06:49:23.924" v="13" actId="2696"/>
        <pc:sldMkLst>
          <pc:docMk/>
          <pc:sldMk cId="2438793549" sldId="388"/>
        </pc:sldMkLst>
      </pc:sldChg>
      <pc:sldChg chg="del">
        <pc:chgData name="鈴木 秀規" userId="f68c5fd9-22d5-4c0a-9833-7fb0f5135313" providerId="ADAL" clId="{E853165E-E035-4511-B5B4-308A168A0417}" dt="2021-01-26T06:49:23.924" v="13" actId="2696"/>
        <pc:sldMkLst>
          <pc:docMk/>
          <pc:sldMk cId="1715481522" sldId="389"/>
        </pc:sldMkLst>
      </pc:sldChg>
      <pc:sldChg chg="del">
        <pc:chgData name="鈴木 秀規" userId="f68c5fd9-22d5-4c0a-9833-7fb0f5135313" providerId="ADAL" clId="{E853165E-E035-4511-B5B4-308A168A0417}" dt="2021-01-26T06:49:23.924" v="13" actId="2696"/>
        <pc:sldMkLst>
          <pc:docMk/>
          <pc:sldMk cId="2118453056" sldId="390"/>
        </pc:sldMkLst>
      </pc:sldChg>
      <pc:sldChg chg="del">
        <pc:chgData name="鈴木 秀規" userId="f68c5fd9-22d5-4c0a-9833-7fb0f5135313" providerId="ADAL" clId="{E853165E-E035-4511-B5B4-308A168A0417}" dt="2021-01-26T06:49:23.924" v="13" actId="2696"/>
        <pc:sldMkLst>
          <pc:docMk/>
          <pc:sldMk cId="2854077937" sldId="391"/>
        </pc:sldMkLst>
      </pc:sldChg>
      <pc:sldChg chg="del">
        <pc:chgData name="鈴木 秀規" userId="f68c5fd9-22d5-4c0a-9833-7fb0f5135313" providerId="ADAL" clId="{E853165E-E035-4511-B5B4-308A168A0417}" dt="2021-01-26T06:49:23.924" v="13" actId="2696"/>
        <pc:sldMkLst>
          <pc:docMk/>
          <pc:sldMk cId="2566377597" sldId="392"/>
        </pc:sldMkLst>
      </pc:sldChg>
      <pc:sldChg chg="del">
        <pc:chgData name="鈴木 秀規" userId="f68c5fd9-22d5-4c0a-9833-7fb0f5135313" providerId="ADAL" clId="{E853165E-E035-4511-B5B4-308A168A0417}" dt="2021-01-26T06:49:23.924" v="13" actId="2696"/>
        <pc:sldMkLst>
          <pc:docMk/>
          <pc:sldMk cId="1398339670" sldId="393"/>
        </pc:sldMkLst>
      </pc:sldChg>
    </pc:docChg>
  </pc:docChgLst>
  <pc:docChgLst>
    <pc:chgData name="sales@rhizome01.onmicrosoft.com" userId="c35045ed-c185-45de-8f58-be20a28877d8" providerId="ADAL" clId="{034C929F-50EC-4052-8F50-398F27893DAE}"/>
    <pc:docChg chg="modSld">
      <pc:chgData name="sales@rhizome01.onmicrosoft.com" userId="c35045ed-c185-45de-8f58-be20a28877d8" providerId="ADAL" clId="{034C929F-50EC-4052-8F50-398F27893DAE}" dt="2020-12-01T08:39:38.686" v="2" actId="5793"/>
      <pc:docMkLst>
        <pc:docMk/>
      </pc:docMkLst>
      <pc:sldChg chg="modSp mod">
        <pc:chgData name="sales@rhizome01.onmicrosoft.com" userId="c35045ed-c185-45de-8f58-be20a28877d8" providerId="ADAL" clId="{034C929F-50EC-4052-8F50-398F27893DAE}" dt="2020-12-01T08:39:38.686" v="2" actId="5793"/>
        <pc:sldMkLst>
          <pc:docMk/>
          <pc:sldMk cId="1668843990" sldId="360"/>
        </pc:sldMkLst>
        <pc:spChg chg="mod">
          <ac:chgData name="sales@rhizome01.onmicrosoft.com" userId="c35045ed-c185-45de-8f58-be20a28877d8" providerId="ADAL" clId="{034C929F-50EC-4052-8F50-398F27893DAE}" dt="2020-12-01T08:39:38.686" v="2" actId="5793"/>
          <ac:spMkLst>
            <pc:docMk/>
            <pc:sldMk cId="1668843990" sldId="360"/>
            <ac:spMk id="9" creationId="{A4832727-EA7F-44D6-A9F2-E4AE0246960A}"/>
          </ac:spMkLst>
        </pc:spChg>
      </pc:sldChg>
    </pc:docChg>
  </pc:docChgLst>
  <pc:docChgLst>
    <pc:chgData name="鈴木 秀規" userId="f68c5fd9-22d5-4c0a-9833-7fb0f5135313" providerId="ADAL" clId="{6A56FB10-BD31-4A36-9DC1-80D965E09775}"/>
    <pc:docChg chg="undo custSel addSld delSld modSld">
      <pc:chgData name="鈴木 秀規" userId="f68c5fd9-22d5-4c0a-9833-7fb0f5135313" providerId="ADAL" clId="{6A56FB10-BD31-4A36-9DC1-80D965E09775}" dt="2021-01-29T03:51:48.443" v="417" actId="2696"/>
      <pc:docMkLst>
        <pc:docMk/>
      </pc:docMkLst>
      <pc:sldChg chg="modSp mod">
        <pc:chgData name="鈴木 秀規" userId="f68c5fd9-22d5-4c0a-9833-7fb0f5135313" providerId="ADAL" clId="{6A56FB10-BD31-4A36-9DC1-80D965E09775}" dt="2021-01-29T02:16:05.720" v="20" actId="20577"/>
        <pc:sldMkLst>
          <pc:docMk/>
          <pc:sldMk cId="0" sldId="256"/>
        </pc:sldMkLst>
        <pc:spChg chg="mod">
          <ac:chgData name="鈴木 秀規" userId="f68c5fd9-22d5-4c0a-9833-7fb0f5135313" providerId="ADAL" clId="{6A56FB10-BD31-4A36-9DC1-80D965E09775}" dt="2021-01-29T02:16:05.720" v="20" actId="20577"/>
          <ac:spMkLst>
            <pc:docMk/>
            <pc:sldMk cId="0" sldId="256"/>
            <ac:spMk id="56" creationId="{00000000-0000-0000-0000-000000000000}"/>
          </ac:spMkLst>
        </pc:spChg>
      </pc:sldChg>
      <pc:sldChg chg="addSp delSp modSp mod">
        <pc:chgData name="鈴木 秀規" userId="f68c5fd9-22d5-4c0a-9833-7fb0f5135313" providerId="ADAL" clId="{6A56FB10-BD31-4A36-9DC1-80D965E09775}" dt="2021-01-29T02:18:04.150" v="36" actId="1076"/>
        <pc:sldMkLst>
          <pc:docMk/>
          <pc:sldMk cId="2397736379" sldId="363"/>
        </pc:sldMkLst>
        <pc:spChg chg="mod">
          <ac:chgData name="鈴木 秀規" userId="f68c5fd9-22d5-4c0a-9833-7fb0f5135313" providerId="ADAL" clId="{6A56FB10-BD31-4A36-9DC1-80D965E09775}" dt="2021-01-29T02:16:28.700" v="22"/>
          <ac:spMkLst>
            <pc:docMk/>
            <pc:sldMk cId="2397736379" sldId="363"/>
            <ac:spMk id="7" creationId="{9630AD22-E64D-4A96-B059-2AF9F6580C25}"/>
          </ac:spMkLst>
        </pc:spChg>
        <pc:spChg chg="mod">
          <ac:chgData name="鈴木 秀規" userId="f68c5fd9-22d5-4c0a-9833-7fb0f5135313" providerId="ADAL" clId="{6A56FB10-BD31-4A36-9DC1-80D965E09775}" dt="2021-01-29T02:17:16.222" v="29" actId="14100"/>
          <ac:spMkLst>
            <pc:docMk/>
            <pc:sldMk cId="2397736379" sldId="363"/>
            <ac:spMk id="8" creationId="{787CF02A-01AB-4517-BA3E-25572FA82648}"/>
          </ac:spMkLst>
        </pc:spChg>
        <pc:spChg chg="add mod">
          <ac:chgData name="鈴木 秀規" userId="f68c5fd9-22d5-4c0a-9833-7fb0f5135313" providerId="ADAL" clId="{6A56FB10-BD31-4A36-9DC1-80D965E09775}" dt="2021-01-29T02:18:04.150" v="36" actId="1076"/>
          <ac:spMkLst>
            <pc:docMk/>
            <pc:sldMk cId="2397736379" sldId="363"/>
            <ac:spMk id="13" creationId="{C4AF9A3A-8E4D-4361-A0C9-F0B17B39BF47}"/>
          </ac:spMkLst>
        </pc:spChg>
        <pc:spChg chg="del">
          <ac:chgData name="鈴木 秀規" userId="f68c5fd9-22d5-4c0a-9833-7fb0f5135313" providerId="ADAL" clId="{6A56FB10-BD31-4A36-9DC1-80D965E09775}" dt="2021-01-29T02:17:01.732" v="25" actId="478"/>
          <ac:spMkLst>
            <pc:docMk/>
            <pc:sldMk cId="2397736379" sldId="363"/>
            <ac:spMk id="25" creationId="{6F73D290-1A37-4666-AE4E-056CFDBF2963}"/>
          </ac:spMkLst>
        </pc:spChg>
        <pc:spChg chg="del">
          <ac:chgData name="鈴木 秀規" userId="f68c5fd9-22d5-4c0a-9833-7fb0f5135313" providerId="ADAL" clId="{6A56FB10-BD31-4A36-9DC1-80D965E09775}" dt="2021-01-29T02:17:06.489" v="26" actId="478"/>
          <ac:spMkLst>
            <pc:docMk/>
            <pc:sldMk cId="2397736379" sldId="363"/>
            <ac:spMk id="26" creationId="{D8B69E42-1911-4122-BBB0-EB93A222E3E7}"/>
          </ac:spMkLst>
        </pc:spChg>
        <pc:picChg chg="add mod">
          <ac:chgData name="鈴木 秀規" userId="f68c5fd9-22d5-4c0a-9833-7fb0f5135313" providerId="ADAL" clId="{6A56FB10-BD31-4A36-9DC1-80D965E09775}" dt="2021-01-29T02:17:49.050" v="32" actId="14100"/>
          <ac:picMkLst>
            <pc:docMk/>
            <pc:sldMk cId="2397736379" sldId="363"/>
            <ac:picMk id="11" creationId="{F9049B9F-DE3A-4846-B27B-333755B11A36}"/>
          </ac:picMkLst>
        </pc:picChg>
        <pc:picChg chg="add mod">
          <ac:chgData name="鈴木 秀規" userId="f68c5fd9-22d5-4c0a-9833-7fb0f5135313" providerId="ADAL" clId="{6A56FB10-BD31-4A36-9DC1-80D965E09775}" dt="2021-01-29T02:17:56.499" v="35" actId="1076"/>
          <ac:picMkLst>
            <pc:docMk/>
            <pc:sldMk cId="2397736379" sldId="363"/>
            <ac:picMk id="12" creationId="{4794F4AC-6B8F-4B15-AB6F-B06FD356050F}"/>
          </ac:picMkLst>
        </pc:picChg>
        <pc:picChg chg="del">
          <ac:chgData name="鈴木 秀規" userId="f68c5fd9-22d5-4c0a-9833-7fb0f5135313" providerId="ADAL" clId="{6A56FB10-BD31-4A36-9DC1-80D965E09775}" dt="2021-01-29T02:17:01.732" v="25" actId="478"/>
          <ac:picMkLst>
            <pc:docMk/>
            <pc:sldMk cId="2397736379" sldId="363"/>
            <ac:picMk id="22" creationId="{EBCFE6B6-3674-4542-897A-054F57AF9940}"/>
          </ac:picMkLst>
        </pc:picChg>
        <pc:picChg chg="del">
          <ac:chgData name="鈴木 秀規" userId="f68c5fd9-22d5-4c0a-9833-7fb0f5135313" providerId="ADAL" clId="{6A56FB10-BD31-4A36-9DC1-80D965E09775}" dt="2021-01-29T02:17:01.732" v="25" actId="478"/>
          <ac:picMkLst>
            <pc:docMk/>
            <pc:sldMk cId="2397736379" sldId="363"/>
            <ac:picMk id="23" creationId="{50430609-0E30-4E04-A0AB-4BEFD5706BAC}"/>
          </ac:picMkLst>
        </pc:picChg>
        <pc:cxnChg chg="del mod">
          <ac:chgData name="鈴木 秀規" userId="f68c5fd9-22d5-4c0a-9833-7fb0f5135313" providerId="ADAL" clId="{6A56FB10-BD31-4A36-9DC1-80D965E09775}" dt="2021-01-29T02:17:01.732" v="25" actId="478"/>
          <ac:cxnSpMkLst>
            <pc:docMk/>
            <pc:sldMk cId="2397736379" sldId="363"/>
            <ac:cxnSpMk id="24" creationId="{2971CE02-4FF4-45F7-8B9C-E59D75CEAF1D}"/>
          </ac:cxnSpMkLst>
        </pc:cxnChg>
      </pc:sldChg>
      <pc:sldChg chg="del">
        <pc:chgData name="鈴木 秀規" userId="f68c5fd9-22d5-4c0a-9833-7fb0f5135313" providerId="ADAL" clId="{6A56FB10-BD31-4A36-9DC1-80D965E09775}" dt="2021-01-29T02:16:21.792" v="21" actId="2696"/>
        <pc:sldMkLst>
          <pc:docMk/>
          <pc:sldMk cId="1491796703" sldId="364"/>
        </pc:sldMkLst>
      </pc:sldChg>
      <pc:sldChg chg="addSp modSp new mod">
        <pc:chgData name="鈴木 秀規" userId="f68c5fd9-22d5-4c0a-9833-7fb0f5135313" providerId="ADAL" clId="{6A56FB10-BD31-4A36-9DC1-80D965E09775}" dt="2021-01-29T02:20:43.427" v="67" actId="1076"/>
        <pc:sldMkLst>
          <pc:docMk/>
          <pc:sldMk cId="1780867631" sldId="364"/>
        </pc:sldMkLst>
        <pc:spChg chg="mod">
          <ac:chgData name="鈴木 秀規" userId="f68c5fd9-22d5-4c0a-9833-7fb0f5135313" providerId="ADAL" clId="{6A56FB10-BD31-4A36-9DC1-80D965E09775}" dt="2021-01-29T02:18:20.300" v="38"/>
          <ac:spMkLst>
            <pc:docMk/>
            <pc:sldMk cId="1780867631" sldId="364"/>
            <ac:spMk id="3" creationId="{05C6DAF3-7CB5-46CF-B20F-F9FAA3199561}"/>
          </ac:spMkLst>
        </pc:spChg>
        <pc:spChg chg="mod">
          <ac:chgData name="鈴木 秀規" userId="f68c5fd9-22d5-4c0a-9833-7fb0f5135313" providerId="ADAL" clId="{6A56FB10-BD31-4A36-9DC1-80D965E09775}" dt="2021-01-29T02:18:29.384" v="41" actId="14100"/>
          <ac:spMkLst>
            <pc:docMk/>
            <pc:sldMk cId="1780867631" sldId="364"/>
            <ac:spMk id="5" creationId="{CF3D8E7F-5CEC-499E-8636-A3A5D79534C4}"/>
          </ac:spMkLst>
        </pc:spChg>
        <pc:spChg chg="add mod">
          <ac:chgData name="鈴木 秀規" userId="f68c5fd9-22d5-4c0a-9833-7fb0f5135313" providerId="ADAL" clId="{6A56FB10-BD31-4A36-9DC1-80D965E09775}" dt="2021-01-29T02:19:10.335" v="50" actId="14100"/>
          <ac:spMkLst>
            <pc:docMk/>
            <pc:sldMk cId="1780867631" sldId="364"/>
            <ac:spMk id="6" creationId="{80B1E86E-5207-44A5-B3D9-04B2D950F351}"/>
          </ac:spMkLst>
        </pc:spChg>
        <pc:spChg chg="add mod">
          <ac:chgData name="鈴木 秀規" userId="f68c5fd9-22d5-4c0a-9833-7fb0f5135313" providerId="ADAL" clId="{6A56FB10-BD31-4A36-9DC1-80D965E09775}" dt="2021-01-29T02:20:33.748" v="65" actId="207"/>
          <ac:spMkLst>
            <pc:docMk/>
            <pc:sldMk cId="1780867631" sldId="364"/>
            <ac:spMk id="7" creationId="{976DEC37-B0EA-49B3-B5E6-88A193ABF843}"/>
          </ac:spMkLst>
        </pc:spChg>
        <pc:spChg chg="add mod">
          <ac:chgData name="鈴木 秀規" userId="f68c5fd9-22d5-4c0a-9833-7fb0f5135313" providerId="ADAL" clId="{6A56FB10-BD31-4A36-9DC1-80D965E09775}" dt="2021-01-29T02:20:43.427" v="67" actId="1076"/>
          <ac:spMkLst>
            <pc:docMk/>
            <pc:sldMk cId="1780867631" sldId="364"/>
            <ac:spMk id="8" creationId="{6363893C-210D-4BFB-B929-2ADEA0179212}"/>
          </ac:spMkLst>
        </pc:spChg>
      </pc:sldChg>
      <pc:sldChg chg="del">
        <pc:chgData name="鈴木 秀規" userId="f68c5fd9-22d5-4c0a-9833-7fb0f5135313" providerId="ADAL" clId="{6A56FB10-BD31-4A36-9DC1-80D965E09775}" dt="2021-01-29T02:16:21.792" v="21" actId="2696"/>
        <pc:sldMkLst>
          <pc:docMk/>
          <pc:sldMk cId="2862888682" sldId="365"/>
        </pc:sldMkLst>
      </pc:sldChg>
      <pc:sldChg chg="addSp modSp new mod">
        <pc:chgData name="鈴木 秀規" userId="f68c5fd9-22d5-4c0a-9833-7fb0f5135313" providerId="ADAL" clId="{6A56FB10-BD31-4A36-9DC1-80D965E09775}" dt="2021-01-29T02:22:18.693" v="89" actId="208"/>
        <pc:sldMkLst>
          <pc:docMk/>
          <pc:sldMk cId="3777598103" sldId="365"/>
        </pc:sldMkLst>
        <pc:spChg chg="mod">
          <ac:chgData name="鈴木 秀規" userId="f68c5fd9-22d5-4c0a-9833-7fb0f5135313" providerId="ADAL" clId="{6A56FB10-BD31-4A36-9DC1-80D965E09775}" dt="2021-01-29T02:20:56.347" v="69"/>
          <ac:spMkLst>
            <pc:docMk/>
            <pc:sldMk cId="3777598103" sldId="365"/>
            <ac:spMk id="3" creationId="{E14777EE-8ED7-46CA-A6C6-111DEB024EE8}"/>
          </ac:spMkLst>
        </pc:spChg>
        <pc:spChg chg="mod">
          <ac:chgData name="鈴木 秀規" userId="f68c5fd9-22d5-4c0a-9833-7fb0f5135313" providerId="ADAL" clId="{6A56FB10-BD31-4A36-9DC1-80D965E09775}" dt="2021-01-29T02:21:31.909" v="80" actId="207"/>
          <ac:spMkLst>
            <pc:docMk/>
            <pc:sldMk cId="3777598103" sldId="365"/>
            <ac:spMk id="5" creationId="{54922C1B-CE01-4FF3-8A24-510B28360527}"/>
          </ac:spMkLst>
        </pc:spChg>
        <pc:spChg chg="add mod">
          <ac:chgData name="鈴木 秀規" userId="f68c5fd9-22d5-4c0a-9833-7fb0f5135313" providerId="ADAL" clId="{6A56FB10-BD31-4A36-9DC1-80D965E09775}" dt="2021-01-29T02:22:18.693" v="89" actId="208"/>
          <ac:spMkLst>
            <pc:docMk/>
            <pc:sldMk cId="3777598103" sldId="365"/>
            <ac:spMk id="6" creationId="{ECD1A4C1-0817-42A8-8445-B6129AA18923}"/>
          </ac:spMkLst>
        </pc:spChg>
        <pc:spChg chg="add mod">
          <ac:chgData name="鈴木 秀規" userId="f68c5fd9-22d5-4c0a-9833-7fb0f5135313" providerId="ADAL" clId="{6A56FB10-BD31-4A36-9DC1-80D965E09775}" dt="2021-01-29T02:22:09.564" v="87" actId="2711"/>
          <ac:spMkLst>
            <pc:docMk/>
            <pc:sldMk cId="3777598103" sldId="365"/>
            <ac:spMk id="7" creationId="{5ED15124-E5A6-4D52-A378-AF238726DB9B}"/>
          </ac:spMkLst>
        </pc:spChg>
      </pc:sldChg>
      <pc:sldChg chg="del">
        <pc:chgData name="鈴木 秀規" userId="f68c5fd9-22d5-4c0a-9833-7fb0f5135313" providerId="ADAL" clId="{6A56FB10-BD31-4A36-9DC1-80D965E09775}" dt="2021-01-29T02:16:21.792" v="21" actId="2696"/>
        <pc:sldMkLst>
          <pc:docMk/>
          <pc:sldMk cId="805013935" sldId="366"/>
        </pc:sldMkLst>
      </pc:sldChg>
      <pc:sldChg chg="addSp modSp new mod">
        <pc:chgData name="鈴木 秀規" userId="f68c5fd9-22d5-4c0a-9833-7fb0f5135313" providerId="ADAL" clId="{6A56FB10-BD31-4A36-9DC1-80D965E09775}" dt="2021-01-29T02:23:59.551" v="116" actId="207"/>
        <pc:sldMkLst>
          <pc:docMk/>
          <pc:sldMk cId="2854614525" sldId="366"/>
        </pc:sldMkLst>
        <pc:spChg chg="mod">
          <ac:chgData name="鈴木 秀規" userId="f68c5fd9-22d5-4c0a-9833-7fb0f5135313" providerId="ADAL" clId="{6A56FB10-BD31-4A36-9DC1-80D965E09775}" dt="2021-01-29T02:22:31.758" v="91"/>
          <ac:spMkLst>
            <pc:docMk/>
            <pc:sldMk cId="2854614525" sldId="366"/>
            <ac:spMk id="3" creationId="{F26CE814-F8ED-4E8E-A63A-8048770B7C44}"/>
          </ac:spMkLst>
        </pc:spChg>
        <pc:spChg chg="mod">
          <ac:chgData name="鈴木 秀規" userId="f68c5fd9-22d5-4c0a-9833-7fb0f5135313" providerId="ADAL" clId="{6A56FB10-BD31-4A36-9DC1-80D965E09775}" dt="2021-01-29T02:22:43.200" v="95" actId="14100"/>
          <ac:spMkLst>
            <pc:docMk/>
            <pc:sldMk cId="2854614525" sldId="366"/>
            <ac:spMk id="5" creationId="{DBE2286B-08E7-4462-9777-B5C96BD424CB}"/>
          </ac:spMkLst>
        </pc:spChg>
        <pc:spChg chg="add mod">
          <ac:chgData name="鈴木 秀規" userId="f68c5fd9-22d5-4c0a-9833-7fb0f5135313" providerId="ADAL" clId="{6A56FB10-BD31-4A36-9DC1-80D965E09775}" dt="2021-01-29T02:23:09.798" v="104" actId="207"/>
          <ac:spMkLst>
            <pc:docMk/>
            <pc:sldMk cId="2854614525" sldId="366"/>
            <ac:spMk id="6" creationId="{544418F5-1007-42F1-B373-39B2A96668F3}"/>
          </ac:spMkLst>
        </pc:spChg>
        <pc:spChg chg="add mod">
          <ac:chgData name="鈴木 秀規" userId="f68c5fd9-22d5-4c0a-9833-7fb0f5135313" providerId="ADAL" clId="{6A56FB10-BD31-4A36-9DC1-80D965E09775}" dt="2021-01-29T02:23:59.551" v="116" actId="207"/>
          <ac:spMkLst>
            <pc:docMk/>
            <pc:sldMk cId="2854614525" sldId="366"/>
            <ac:spMk id="7" creationId="{8C8E1B9C-823D-4F81-8667-D896519534C2}"/>
          </ac:spMkLst>
        </pc:spChg>
      </pc:sldChg>
      <pc:sldChg chg="del">
        <pc:chgData name="鈴木 秀規" userId="f68c5fd9-22d5-4c0a-9833-7fb0f5135313" providerId="ADAL" clId="{6A56FB10-BD31-4A36-9DC1-80D965E09775}" dt="2021-01-29T02:16:21.792" v="21" actId="2696"/>
        <pc:sldMkLst>
          <pc:docMk/>
          <pc:sldMk cId="1837428979" sldId="367"/>
        </pc:sldMkLst>
      </pc:sldChg>
      <pc:sldChg chg="addSp modSp new mod">
        <pc:chgData name="鈴木 秀規" userId="f68c5fd9-22d5-4c0a-9833-7fb0f5135313" providerId="ADAL" clId="{6A56FB10-BD31-4A36-9DC1-80D965E09775}" dt="2021-01-29T02:29:27.799" v="166" actId="164"/>
        <pc:sldMkLst>
          <pc:docMk/>
          <pc:sldMk cId="2453149005" sldId="367"/>
        </pc:sldMkLst>
        <pc:spChg chg="mod">
          <ac:chgData name="鈴木 秀規" userId="f68c5fd9-22d5-4c0a-9833-7fb0f5135313" providerId="ADAL" clId="{6A56FB10-BD31-4A36-9DC1-80D965E09775}" dt="2021-01-29T02:24:14.315" v="118"/>
          <ac:spMkLst>
            <pc:docMk/>
            <pc:sldMk cId="2453149005" sldId="367"/>
            <ac:spMk id="3" creationId="{D0091356-C820-41AD-86D2-84EA01CD9E85}"/>
          </ac:spMkLst>
        </pc:spChg>
        <pc:spChg chg="mod">
          <ac:chgData name="鈴木 秀規" userId="f68c5fd9-22d5-4c0a-9833-7fb0f5135313" providerId="ADAL" clId="{6A56FB10-BD31-4A36-9DC1-80D965E09775}" dt="2021-01-29T02:24:29.408" v="122" actId="14100"/>
          <ac:spMkLst>
            <pc:docMk/>
            <pc:sldMk cId="2453149005" sldId="367"/>
            <ac:spMk id="5" creationId="{2D30FFA8-0C0A-48CA-B916-97E6ACAD6DF5}"/>
          </ac:spMkLst>
        </pc:spChg>
        <pc:spChg chg="add mod">
          <ac:chgData name="鈴木 秀規" userId="f68c5fd9-22d5-4c0a-9833-7fb0f5135313" providerId="ADAL" clId="{6A56FB10-BD31-4A36-9DC1-80D965E09775}" dt="2021-01-29T02:24:54.052" v="128" actId="14100"/>
          <ac:spMkLst>
            <pc:docMk/>
            <pc:sldMk cId="2453149005" sldId="367"/>
            <ac:spMk id="6" creationId="{317F3DF3-1429-4428-969E-60EC6C9672AE}"/>
          </ac:spMkLst>
        </pc:spChg>
        <pc:spChg chg="add mod">
          <ac:chgData name="鈴木 秀規" userId="f68c5fd9-22d5-4c0a-9833-7fb0f5135313" providerId="ADAL" clId="{6A56FB10-BD31-4A36-9DC1-80D965E09775}" dt="2021-01-29T02:24:57.203" v="129" actId="14100"/>
          <ac:spMkLst>
            <pc:docMk/>
            <pc:sldMk cId="2453149005" sldId="367"/>
            <ac:spMk id="7" creationId="{FF061B3F-A959-4958-88FF-530E3549AA32}"/>
          </ac:spMkLst>
        </pc:spChg>
        <pc:spChg chg="add mod">
          <ac:chgData name="鈴木 秀規" userId="f68c5fd9-22d5-4c0a-9833-7fb0f5135313" providerId="ADAL" clId="{6A56FB10-BD31-4A36-9DC1-80D965E09775}" dt="2021-01-29T02:25:24.398" v="135" actId="1076"/>
          <ac:spMkLst>
            <pc:docMk/>
            <pc:sldMk cId="2453149005" sldId="367"/>
            <ac:spMk id="9" creationId="{2122A104-6869-4C74-9178-377170F8F3B1}"/>
          </ac:spMkLst>
        </pc:spChg>
        <pc:spChg chg="add mod">
          <ac:chgData name="鈴木 秀規" userId="f68c5fd9-22d5-4c0a-9833-7fb0f5135313" providerId="ADAL" clId="{6A56FB10-BD31-4A36-9DC1-80D965E09775}" dt="2021-01-29T02:25:24.398" v="135" actId="1076"/>
          <ac:spMkLst>
            <pc:docMk/>
            <pc:sldMk cId="2453149005" sldId="367"/>
            <ac:spMk id="10" creationId="{CBF11251-8CD1-4DA3-AB64-65C50947954B}"/>
          </ac:spMkLst>
        </pc:spChg>
        <pc:spChg chg="add mod">
          <ac:chgData name="鈴木 秀規" userId="f68c5fd9-22d5-4c0a-9833-7fb0f5135313" providerId="ADAL" clId="{6A56FB10-BD31-4A36-9DC1-80D965E09775}" dt="2021-01-29T02:25:24.398" v="135" actId="1076"/>
          <ac:spMkLst>
            <pc:docMk/>
            <pc:sldMk cId="2453149005" sldId="367"/>
            <ac:spMk id="11" creationId="{BEDEE338-071D-412E-82E8-853F4F016164}"/>
          </ac:spMkLst>
        </pc:spChg>
        <pc:spChg chg="add mod">
          <ac:chgData name="鈴木 秀規" userId="f68c5fd9-22d5-4c0a-9833-7fb0f5135313" providerId="ADAL" clId="{6A56FB10-BD31-4A36-9DC1-80D965E09775}" dt="2021-01-29T02:26:23.956" v="155" actId="207"/>
          <ac:spMkLst>
            <pc:docMk/>
            <pc:sldMk cId="2453149005" sldId="367"/>
            <ac:spMk id="12" creationId="{9FEF644D-C7C7-48FD-B6CD-24B0D92ED79A}"/>
          </ac:spMkLst>
        </pc:spChg>
        <pc:spChg chg="add mod">
          <ac:chgData name="鈴木 秀規" userId="f68c5fd9-22d5-4c0a-9833-7fb0f5135313" providerId="ADAL" clId="{6A56FB10-BD31-4A36-9DC1-80D965E09775}" dt="2021-01-29T02:29:27.799" v="166" actId="164"/>
          <ac:spMkLst>
            <pc:docMk/>
            <pc:sldMk cId="2453149005" sldId="367"/>
            <ac:spMk id="13" creationId="{705A0502-1898-41AF-B209-F762DD4471C3}"/>
          </ac:spMkLst>
        </pc:spChg>
        <pc:spChg chg="add mod">
          <ac:chgData name="鈴木 秀規" userId="f68c5fd9-22d5-4c0a-9833-7fb0f5135313" providerId="ADAL" clId="{6A56FB10-BD31-4A36-9DC1-80D965E09775}" dt="2021-01-29T02:29:27.799" v="166" actId="164"/>
          <ac:spMkLst>
            <pc:docMk/>
            <pc:sldMk cId="2453149005" sldId="367"/>
            <ac:spMk id="14" creationId="{D011B804-B192-4DDF-9994-BC02DE481749}"/>
          </ac:spMkLst>
        </pc:spChg>
        <pc:grpChg chg="add mod">
          <ac:chgData name="鈴木 秀規" userId="f68c5fd9-22d5-4c0a-9833-7fb0f5135313" providerId="ADAL" clId="{6A56FB10-BD31-4A36-9DC1-80D965E09775}" dt="2021-01-29T02:29:27.799" v="166" actId="164"/>
          <ac:grpSpMkLst>
            <pc:docMk/>
            <pc:sldMk cId="2453149005" sldId="367"/>
            <ac:grpSpMk id="15" creationId="{11307DA1-FF3D-4D0B-9BD1-D5E7030BEC61}"/>
          </ac:grpSpMkLst>
        </pc:grpChg>
        <pc:cxnChg chg="add mod">
          <ac:chgData name="鈴木 秀規" userId="f68c5fd9-22d5-4c0a-9833-7fb0f5135313" providerId="ADAL" clId="{6A56FB10-BD31-4A36-9DC1-80D965E09775}" dt="2021-01-29T02:25:24.398" v="135" actId="1076"/>
          <ac:cxnSpMkLst>
            <pc:docMk/>
            <pc:sldMk cId="2453149005" sldId="367"/>
            <ac:cxnSpMk id="8" creationId="{7B4697CD-89B0-4E4E-8F95-12C818983E75}"/>
          </ac:cxnSpMkLst>
        </pc:cxnChg>
      </pc:sldChg>
      <pc:sldChg chg="del">
        <pc:chgData name="鈴木 秀規" userId="f68c5fd9-22d5-4c0a-9833-7fb0f5135313" providerId="ADAL" clId="{6A56FB10-BD31-4A36-9DC1-80D965E09775}" dt="2021-01-29T02:16:21.792" v="21" actId="2696"/>
        <pc:sldMkLst>
          <pc:docMk/>
          <pc:sldMk cId="1713287924" sldId="368"/>
        </pc:sldMkLst>
      </pc:sldChg>
      <pc:sldChg chg="addSp modSp new mod">
        <pc:chgData name="鈴木 秀規" userId="f68c5fd9-22d5-4c0a-9833-7fb0f5135313" providerId="ADAL" clId="{6A56FB10-BD31-4A36-9DC1-80D965E09775}" dt="2021-01-29T03:30:57.592" v="203" actId="1037"/>
        <pc:sldMkLst>
          <pc:docMk/>
          <pc:sldMk cId="2090493252" sldId="368"/>
        </pc:sldMkLst>
        <pc:spChg chg="mod">
          <ac:chgData name="鈴木 秀規" userId="f68c5fd9-22d5-4c0a-9833-7fb0f5135313" providerId="ADAL" clId="{6A56FB10-BD31-4A36-9DC1-80D965E09775}" dt="2021-01-29T02:27:33.849" v="158"/>
          <ac:spMkLst>
            <pc:docMk/>
            <pc:sldMk cId="2090493252" sldId="368"/>
            <ac:spMk id="3" creationId="{4BC3EEF1-DC5E-45B1-B45A-1A0DFA784A48}"/>
          </ac:spMkLst>
        </pc:spChg>
        <pc:spChg chg="mod">
          <ac:chgData name="鈴木 秀規" userId="f68c5fd9-22d5-4c0a-9833-7fb0f5135313" providerId="ADAL" clId="{6A56FB10-BD31-4A36-9DC1-80D965E09775}" dt="2021-01-29T02:27:54.673" v="163" actId="207"/>
          <ac:spMkLst>
            <pc:docMk/>
            <pc:sldMk cId="2090493252" sldId="368"/>
            <ac:spMk id="5" creationId="{CD665B1E-1AF3-45CD-983D-707141164AC9}"/>
          </ac:spMkLst>
        </pc:spChg>
        <pc:spChg chg="add mod">
          <ac:chgData name="鈴木 秀規" userId="f68c5fd9-22d5-4c0a-9833-7fb0f5135313" providerId="ADAL" clId="{6A56FB10-BD31-4A36-9DC1-80D965E09775}" dt="2021-01-29T02:30:12.329" v="174" actId="255"/>
          <ac:spMkLst>
            <pc:docMk/>
            <pc:sldMk cId="2090493252" sldId="368"/>
            <ac:spMk id="6" creationId="{590C535E-96ED-4316-8A0A-95A0AE80C35C}"/>
          </ac:spMkLst>
        </pc:spChg>
        <pc:spChg chg="mod">
          <ac:chgData name="鈴木 秀規" userId="f68c5fd9-22d5-4c0a-9833-7fb0f5135313" providerId="ADAL" clId="{6A56FB10-BD31-4A36-9DC1-80D965E09775}" dt="2021-01-29T02:30:12.329" v="174" actId="255"/>
          <ac:spMkLst>
            <pc:docMk/>
            <pc:sldMk cId="2090493252" sldId="368"/>
            <ac:spMk id="8" creationId="{7B0A61E9-C160-43C7-B07D-528FF8FB100F}"/>
          </ac:spMkLst>
        </pc:spChg>
        <pc:spChg chg="mod">
          <ac:chgData name="鈴木 秀規" userId="f68c5fd9-22d5-4c0a-9833-7fb0f5135313" providerId="ADAL" clId="{6A56FB10-BD31-4A36-9DC1-80D965E09775}" dt="2021-01-29T02:30:12.329" v="174" actId="255"/>
          <ac:spMkLst>
            <pc:docMk/>
            <pc:sldMk cId="2090493252" sldId="368"/>
            <ac:spMk id="9" creationId="{5C9176F4-B3C0-437A-858A-B6FC77237D84}"/>
          </ac:spMkLst>
        </pc:spChg>
        <pc:spChg chg="mod">
          <ac:chgData name="鈴木 秀規" userId="f68c5fd9-22d5-4c0a-9833-7fb0f5135313" providerId="ADAL" clId="{6A56FB10-BD31-4A36-9DC1-80D965E09775}" dt="2021-01-29T02:30:12.329" v="174" actId="255"/>
          <ac:spMkLst>
            <pc:docMk/>
            <pc:sldMk cId="2090493252" sldId="368"/>
            <ac:spMk id="11" creationId="{245001DF-B028-40E0-8E36-EE20A69396C1}"/>
          </ac:spMkLst>
        </pc:spChg>
        <pc:spChg chg="mod">
          <ac:chgData name="鈴木 秀規" userId="f68c5fd9-22d5-4c0a-9833-7fb0f5135313" providerId="ADAL" clId="{6A56FB10-BD31-4A36-9DC1-80D965E09775}" dt="2021-01-29T02:30:12.329" v="174" actId="255"/>
          <ac:spMkLst>
            <pc:docMk/>
            <pc:sldMk cId="2090493252" sldId="368"/>
            <ac:spMk id="12" creationId="{57886454-3690-4F0F-AC53-85CF4B1BCEF5}"/>
          </ac:spMkLst>
        </pc:spChg>
        <pc:spChg chg="add mod">
          <ac:chgData name="鈴木 秀規" userId="f68c5fd9-22d5-4c0a-9833-7fb0f5135313" providerId="ADAL" clId="{6A56FB10-BD31-4A36-9DC1-80D965E09775}" dt="2021-01-29T03:30:57.592" v="203" actId="1037"/>
          <ac:spMkLst>
            <pc:docMk/>
            <pc:sldMk cId="2090493252" sldId="368"/>
            <ac:spMk id="13" creationId="{EA0997C3-8B59-40B1-ACB4-B83FF094C491}"/>
          </ac:spMkLst>
        </pc:spChg>
        <pc:spChg chg="add mod">
          <ac:chgData name="鈴木 秀規" userId="f68c5fd9-22d5-4c0a-9833-7fb0f5135313" providerId="ADAL" clId="{6A56FB10-BD31-4A36-9DC1-80D965E09775}" dt="2021-01-29T03:30:57.592" v="203" actId="1037"/>
          <ac:spMkLst>
            <pc:docMk/>
            <pc:sldMk cId="2090493252" sldId="368"/>
            <ac:spMk id="14" creationId="{A255DE68-E431-40A5-BC50-F21400D17870}"/>
          </ac:spMkLst>
        </pc:spChg>
        <pc:spChg chg="mod">
          <ac:chgData name="鈴木 秀規" userId="f68c5fd9-22d5-4c0a-9833-7fb0f5135313" providerId="ADAL" clId="{6A56FB10-BD31-4A36-9DC1-80D965E09775}" dt="2021-01-29T02:30:25.732" v="176" actId="571"/>
          <ac:spMkLst>
            <pc:docMk/>
            <pc:sldMk cId="2090493252" sldId="368"/>
            <ac:spMk id="16" creationId="{A549F3E6-2BB6-479F-AB19-0780EEF02547}"/>
          </ac:spMkLst>
        </pc:spChg>
        <pc:spChg chg="mod">
          <ac:chgData name="鈴木 秀規" userId="f68c5fd9-22d5-4c0a-9833-7fb0f5135313" providerId="ADAL" clId="{6A56FB10-BD31-4A36-9DC1-80D965E09775}" dt="2021-01-29T02:30:25.732" v="176" actId="571"/>
          <ac:spMkLst>
            <pc:docMk/>
            <pc:sldMk cId="2090493252" sldId="368"/>
            <ac:spMk id="17" creationId="{88C650CE-661A-4034-92DE-99541258986B}"/>
          </ac:spMkLst>
        </pc:spChg>
        <pc:grpChg chg="add mod">
          <ac:chgData name="鈴木 秀規" userId="f68c5fd9-22d5-4c0a-9833-7fb0f5135313" providerId="ADAL" clId="{6A56FB10-BD31-4A36-9DC1-80D965E09775}" dt="2021-01-29T02:29:33.839" v="168" actId="1076"/>
          <ac:grpSpMkLst>
            <pc:docMk/>
            <pc:sldMk cId="2090493252" sldId="368"/>
            <ac:grpSpMk id="7" creationId="{574B1123-8EB3-41AE-9CBA-8D4B6120438B}"/>
          </ac:grpSpMkLst>
        </pc:grpChg>
        <pc:grpChg chg="add mod">
          <ac:chgData name="鈴木 秀規" userId="f68c5fd9-22d5-4c0a-9833-7fb0f5135313" providerId="ADAL" clId="{6A56FB10-BD31-4A36-9DC1-80D965E09775}" dt="2021-01-29T02:29:45.435" v="170" actId="1076"/>
          <ac:grpSpMkLst>
            <pc:docMk/>
            <pc:sldMk cId="2090493252" sldId="368"/>
            <ac:grpSpMk id="10" creationId="{171A3A17-E962-4E57-A36D-60FB03619C31}"/>
          </ac:grpSpMkLst>
        </pc:grpChg>
        <pc:grpChg chg="add mod">
          <ac:chgData name="鈴木 秀規" userId="f68c5fd9-22d5-4c0a-9833-7fb0f5135313" providerId="ADAL" clId="{6A56FB10-BD31-4A36-9DC1-80D965E09775}" dt="2021-01-29T03:30:57.592" v="203" actId="1037"/>
          <ac:grpSpMkLst>
            <pc:docMk/>
            <pc:sldMk cId="2090493252" sldId="368"/>
            <ac:grpSpMk id="15" creationId="{71761FFD-6D50-4C41-AFAA-1482D23B90A6}"/>
          </ac:grpSpMkLst>
        </pc:grpChg>
        <pc:cxnChg chg="add mod">
          <ac:chgData name="鈴木 秀規" userId="f68c5fd9-22d5-4c0a-9833-7fb0f5135313" providerId="ADAL" clId="{6A56FB10-BD31-4A36-9DC1-80D965E09775}" dt="2021-01-29T03:30:17.556" v="180" actId="1582"/>
          <ac:cxnSpMkLst>
            <pc:docMk/>
            <pc:sldMk cId="2090493252" sldId="368"/>
            <ac:cxnSpMk id="19" creationId="{BD5C9672-D908-4F5F-BC1A-6C5C9AF3338E}"/>
          </ac:cxnSpMkLst>
        </pc:cxnChg>
        <pc:cxnChg chg="add mod">
          <ac:chgData name="鈴木 秀規" userId="f68c5fd9-22d5-4c0a-9833-7fb0f5135313" providerId="ADAL" clId="{6A56FB10-BD31-4A36-9DC1-80D965E09775}" dt="2021-01-29T03:30:25.576" v="183" actId="14100"/>
          <ac:cxnSpMkLst>
            <pc:docMk/>
            <pc:sldMk cId="2090493252" sldId="368"/>
            <ac:cxnSpMk id="20" creationId="{EA8CFA22-1F2E-4184-B940-364099F5C6D0}"/>
          </ac:cxnSpMkLst>
        </pc:cxnChg>
        <pc:cxnChg chg="add mod">
          <ac:chgData name="鈴木 秀規" userId="f68c5fd9-22d5-4c0a-9833-7fb0f5135313" providerId="ADAL" clId="{6A56FB10-BD31-4A36-9DC1-80D965E09775}" dt="2021-01-29T03:30:57.592" v="203" actId="1037"/>
          <ac:cxnSpMkLst>
            <pc:docMk/>
            <pc:sldMk cId="2090493252" sldId="368"/>
            <ac:cxnSpMk id="23" creationId="{E0B95278-A353-4FF0-999C-E9D83A96F679}"/>
          </ac:cxnSpMkLst>
        </pc:cxnChg>
        <pc:cxnChg chg="add mod">
          <ac:chgData name="鈴木 秀規" userId="f68c5fd9-22d5-4c0a-9833-7fb0f5135313" providerId="ADAL" clId="{6A56FB10-BD31-4A36-9DC1-80D965E09775}" dt="2021-01-29T03:30:57.592" v="203" actId="1037"/>
          <ac:cxnSpMkLst>
            <pc:docMk/>
            <pc:sldMk cId="2090493252" sldId="368"/>
            <ac:cxnSpMk id="26" creationId="{D73036CF-2F5F-4501-AD91-44E93578703D}"/>
          </ac:cxnSpMkLst>
        </pc:cxnChg>
      </pc:sldChg>
      <pc:sldChg chg="modSp new mod">
        <pc:chgData name="鈴木 秀規" userId="f68c5fd9-22d5-4c0a-9833-7fb0f5135313" providerId="ADAL" clId="{6A56FB10-BD31-4A36-9DC1-80D965E09775}" dt="2021-01-29T03:32:13.291" v="207"/>
        <pc:sldMkLst>
          <pc:docMk/>
          <pc:sldMk cId="1828494026" sldId="369"/>
        </pc:sldMkLst>
        <pc:spChg chg="mod">
          <ac:chgData name="鈴木 秀規" userId="f68c5fd9-22d5-4c0a-9833-7fb0f5135313" providerId="ADAL" clId="{6A56FB10-BD31-4A36-9DC1-80D965E09775}" dt="2021-01-29T03:32:03.048" v="205"/>
          <ac:spMkLst>
            <pc:docMk/>
            <pc:sldMk cId="1828494026" sldId="369"/>
            <ac:spMk id="3" creationId="{148CCD29-7F49-46E3-9F53-727A0A15587A}"/>
          </ac:spMkLst>
        </pc:spChg>
        <pc:spChg chg="mod">
          <ac:chgData name="鈴木 秀規" userId="f68c5fd9-22d5-4c0a-9833-7fb0f5135313" providerId="ADAL" clId="{6A56FB10-BD31-4A36-9DC1-80D965E09775}" dt="2021-01-29T03:32:13.291" v="207"/>
          <ac:spMkLst>
            <pc:docMk/>
            <pc:sldMk cId="1828494026" sldId="369"/>
            <ac:spMk id="5" creationId="{116A975A-3C54-45C8-876C-6B2805CEA61C}"/>
          </ac:spMkLst>
        </pc:spChg>
      </pc:sldChg>
      <pc:sldChg chg="del">
        <pc:chgData name="鈴木 秀規" userId="f68c5fd9-22d5-4c0a-9833-7fb0f5135313" providerId="ADAL" clId="{6A56FB10-BD31-4A36-9DC1-80D965E09775}" dt="2021-01-29T02:16:21.792" v="21" actId="2696"/>
        <pc:sldMkLst>
          <pc:docMk/>
          <pc:sldMk cId="2427838374" sldId="369"/>
        </pc:sldMkLst>
      </pc:sldChg>
      <pc:sldChg chg="addSp modSp new mod">
        <pc:chgData name="鈴木 秀規" userId="f68c5fd9-22d5-4c0a-9833-7fb0f5135313" providerId="ADAL" clId="{6A56FB10-BD31-4A36-9DC1-80D965E09775}" dt="2021-01-29T03:36:52.138" v="245" actId="207"/>
        <pc:sldMkLst>
          <pc:docMk/>
          <pc:sldMk cId="1301075000" sldId="370"/>
        </pc:sldMkLst>
        <pc:spChg chg="mod">
          <ac:chgData name="鈴木 秀規" userId="f68c5fd9-22d5-4c0a-9833-7fb0f5135313" providerId="ADAL" clId="{6A56FB10-BD31-4A36-9DC1-80D965E09775}" dt="2021-01-29T03:32:27.793" v="209"/>
          <ac:spMkLst>
            <pc:docMk/>
            <pc:sldMk cId="1301075000" sldId="370"/>
            <ac:spMk id="3" creationId="{A8E036A3-4A54-4CF7-A59C-DF5E25038E61}"/>
          </ac:spMkLst>
        </pc:spChg>
        <pc:spChg chg="mod">
          <ac:chgData name="鈴木 秀規" userId="f68c5fd9-22d5-4c0a-9833-7fb0f5135313" providerId="ADAL" clId="{6A56FB10-BD31-4A36-9DC1-80D965E09775}" dt="2021-01-29T03:34:44.127" v="213" actId="20577"/>
          <ac:spMkLst>
            <pc:docMk/>
            <pc:sldMk cId="1301075000" sldId="370"/>
            <ac:spMk id="5" creationId="{F6EFE619-88C8-4A96-93DE-F1E2FFDAF6A9}"/>
          </ac:spMkLst>
        </pc:spChg>
        <pc:spChg chg="add mod">
          <ac:chgData name="鈴木 秀規" userId="f68c5fd9-22d5-4c0a-9833-7fb0f5135313" providerId="ADAL" clId="{6A56FB10-BD31-4A36-9DC1-80D965E09775}" dt="2021-01-29T03:36:52.138" v="245" actId="207"/>
          <ac:spMkLst>
            <pc:docMk/>
            <pc:sldMk cId="1301075000" sldId="370"/>
            <ac:spMk id="6" creationId="{6D593FF8-9881-455D-969D-377EF3BF1769}"/>
          </ac:spMkLst>
        </pc:spChg>
        <pc:spChg chg="add mod">
          <ac:chgData name="鈴木 秀規" userId="f68c5fd9-22d5-4c0a-9833-7fb0f5135313" providerId="ADAL" clId="{6A56FB10-BD31-4A36-9DC1-80D965E09775}" dt="2021-01-29T03:35:51.649" v="222" actId="14100"/>
          <ac:spMkLst>
            <pc:docMk/>
            <pc:sldMk cId="1301075000" sldId="370"/>
            <ac:spMk id="7" creationId="{9FF437E3-9FEA-47E7-A603-8CB2A7C86DC3}"/>
          </ac:spMkLst>
        </pc:spChg>
        <pc:spChg chg="add mod">
          <ac:chgData name="鈴木 秀規" userId="f68c5fd9-22d5-4c0a-9833-7fb0f5135313" providerId="ADAL" clId="{6A56FB10-BD31-4A36-9DC1-80D965E09775}" dt="2021-01-29T03:36:22.068" v="239" actId="14100"/>
          <ac:spMkLst>
            <pc:docMk/>
            <pc:sldMk cId="1301075000" sldId="370"/>
            <ac:spMk id="8" creationId="{7EF53F83-F641-4FCB-A6C1-92E425EA5529}"/>
          </ac:spMkLst>
        </pc:spChg>
        <pc:spChg chg="add mod">
          <ac:chgData name="鈴木 秀規" userId="f68c5fd9-22d5-4c0a-9833-7fb0f5135313" providerId="ADAL" clId="{6A56FB10-BD31-4A36-9DC1-80D965E09775}" dt="2021-01-29T03:36:24.482" v="240" actId="571"/>
          <ac:spMkLst>
            <pc:docMk/>
            <pc:sldMk cId="1301075000" sldId="370"/>
            <ac:spMk id="9" creationId="{70624BBB-AA9C-4AE3-8675-A987191230A8}"/>
          </ac:spMkLst>
        </pc:spChg>
        <pc:cxnChg chg="add mod">
          <ac:chgData name="鈴木 秀規" userId="f68c5fd9-22d5-4c0a-9833-7fb0f5135313" providerId="ADAL" clId="{6A56FB10-BD31-4A36-9DC1-80D965E09775}" dt="2021-01-29T03:36:37.360" v="243" actId="14100"/>
          <ac:cxnSpMkLst>
            <pc:docMk/>
            <pc:sldMk cId="1301075000" sldId="370"/>
            <ac:cxnSpMk id="10" creationId="{EE2C543A-244E-4C6C-A2FD-6501A471B78D}"/>
          </ac:cxnSpMkLst>
        </pc:cxnChg>
      </pc:sldChg>
      <pc:sldChg chg="del">
        <pc:chgData name="鈴木 秀規" userId="f68c5fd9-22d5-4c0a-9833-7fb0f5135313" providerId="ADAL" clId="{6A56FB10-BD31-4A36-9DC1-80D965E09775}" dt="2021-01-29T02:16:21.792" v="21" actId="2696"/>
        <pc:sldMkLst>
          <pc:docMk/>
          <pc:sldMk cId="1375847763" sldId="370"/>
        </pc:sldMkLst>
      </pc:sldChg>
      <pc:sldChg chg="del">
        <pc:chgData name="鈴木 秀規" userId="f68c5fd9-22d5-4c0a-9833-7fb0f5135313" providerId="ADAL" clId="{6A56FB10-BD31-4A36-9DC1-80D965E09775}" dt="2021-01-29T02:16:21.792" v="21" actId="2696"/>
        <pc:sldMkLst>
          <pc:docMk/>
          <pc:sldMk cId="88774120" sldId="371"/>
        </pc:sldMkLst>
      </pc:sldChg>
      <pc:sldChg chg="addSp modSp new mod">
        <pc:chgData name="鈴木 秀規" userId="f68c5fd9-22d5-4c0a-9833-7fb0f5135313" providerId="ADAL" clId="{6A56FB10-BD31-4A36-9DC1-80D965E09775}" dt="2021-01-29T03:39:13.368" v="275" actId="20577"/>
        <pc:sldMkLst>
          <pc:docMk/>
          <pc:sldMk cId="1939820756" sldId="371"/>
        </pc:sldMkLst>
        <pc:spChg chg="mod">
          <ac:chgData name="鈴木 秀規" userId="f68c5fd9-22d5-4c0a-9833-7fb0f5135313" providerId="ADAL" clId="{6A56FB10-BD31-4A36-9DC1-80D965E09775}" dt="2021-01-29T03:37:04.442" v="247"/>
          <ac:spMkLst>
            <pc:docMk/>
            <pc:sldMk cId="1939820756" sldId="371"/>
            <ac:spMk id="3" creationId="{E8C96A04-39FD-441A-962A-FA81A8B3A993}"/>
          </ac:spMkLst>
        </pc:spChg>
        <pc:spChg chg="mod">
          <ac:chgData name="鈴木 秀規" userId="f68c5fd9-22d5-4c0a-9833-7fb0f5135313" providerId="ADAL" clId="{6A56FB10-BD31-4A36-9DC1-80D965E09775}" dt="2021-01-29T03:39:13.368" v="275" actId="20577"/>
          <ac:spMkLst>
            <pc:docMk/>
            <pc:sldMk cId="1939820756" sldId="371"/>
            <ac:spMk id="5" creationId="{70E219BC-5247-44DD-8DD7-158CE82AF0CF}"/>
          </ac:spMkLst>
        </pc:spChg>
        <pc:spChg chg="add mod">
          <ac:chgData name="鈴木 秀規" userId="f68c5fd9-22d5-4c0a-9833-7fb0f5135313" providerId="ADAL" clId="{6A56FB10-BD31-4A36-9DC1-80D965E09775}" dt="2021-01-29T03:37:58.003" v="257" actId="1076"/>
          <ac:spMkLst>
            <pc:docMk/>
            <pc:sldMk cId="1939820756" sldId="371"/>
            <ac:spMk id="6" creationId="{FFB1B3FE-6A29-4639-A1A5-337B6FBF225B}"/>
          </ac:spMkLst>
        </pc:spChg>
        <pc:spChg chg="add mod">
          <ac:chgData name="鈴木 秀規" userId="f68c5fd9-22d5-4c0a-9833-7fb0f5135313" providerId="ADAL" clId="{6A56FB10-BD31-4A36-9DC1-80D965E09775}" dt="2021-01-29T03:39:03.655" v="272" actId="14100"/>
          <ac:spMkLst>
            <pc:docMk/>
            <pc:sldMk cId="1939820756" sldId="371"/>
            <ac:spMk id="7" creationId="{37C4AC0A-3C0A-4D06-9F0B-FDEAE1E8F1BF}"/>
          </ac:spMkLst>
        </pc:spChg>
        <pc:spChg chg="add mod">
          <ac:chgData name="鈴木 秀規" userId="f68c5fd9-22d5-4c0a-9833-7fb0f5135313" providerId="ADAL" clId="{6A56FB10-BD31-4A36-9DC1-80D965E09775}" dt="2021-01-29T03:39:08.242" v="273" actId="1076"/>
          <ac:spMkLst>
            <pc:docMk/>
            <pc:sldMk cId="1939820756" sldId="371"/>
            <ac:spMk id="8" creationId="{ED2A6511-C410-49B8-A836-6BB64278F73B}"/>
          </ac:spMkLst>
        </pc:spChg>
        <pc:spChg chg="add mod">
          <ac:chgData name="鈴木 秀規" userId="f68c5fd9-22d5-4c0a-9833-7fb0f5135313" providerId="ADAL" clId="{6A56FB10-BD31-4A36-9DC1-80D965E09775}" dt="2021-01-29T03:39:11.459" v="274" actId="1076"/>
          <ac:spMkLst>
            <pc:docMk/>
            <pc:sldMk cId="1939820756" sldId="371"/>
            <ac:spMk id="9" creationId="{99BCD06E-20B0-4B16-B60A-ACAFCDCA9345}"/>
          </ac:spMkLst>
        </pc:spChg>
      </pc:sldChg>
      <pc:sldChg chg="del">
        <pc:chgData name="鈴木 秀規" userId="f68c5fd9-22d5-4c0a-9833-7fb0f5135313" providerId="ADAL" clId="{6A56FB10-BD31-4A36-9DC1-80D965E09775}" dt="2021-01-29T02:16:21.792" v="21" actId="2696"/>
        <pc:sldMkLst>
          <pc:docMk/>
          <pc:sldMk cId="1789203375" sldId="372"/>
        </pc:sldMkLst>
      </pc:sldChg>
      <pc:sldChg chg="addSp modSp new mod">
        <pc:chgData name="鈴木 秀規" userId="f68c5fd9-22d5-4c0a-9833-7fb0f5135313" providerId="ADAL" clId="{6A56FB10-BD31-4A36-9DC1-80D965E09775}" dt="2021-01-29T03:41:03.963" v="295" actId="1076"/>
        <pc:sldMkLst>
          <pc:docMk/>
          <pc:sldMk cId="3679262217" sldId="372"/>
        </pc:sldMkLst>
        <pc:spChg chg="mod">
          <ac:chgData name="鈴木 秀規" userId="f68c5fd9-22d5-4c0a-9833-7fb0f5135313" providerId="ADAL" clId="{6A56FB10-BD31-4A36-9DC1-80D965E09775}" dt="2021-01-29T03:39:33.647" v="277"/>
          <ac:spMkLst>
            <pc:docMk/>
            <pc:sldMk cId="3679262217" sldId="372"/>
            <ac:spMk id="3" creationId="{F2C00D08-0381-42F1-9C02-397C7D954805}"/>
          </ac:spMkLst>
        </pc:spChg>
        <pc:spChg chg="mod">
          <ac:chgData name="鈴木 秀規" userId="f68c5fd9-22d5-4c0a-9833-7fb0f5135313" providerId="ADAL" clId="{6A56FB10-BD31-4A36-9DC1-80D965E09775}" dt="2021-01-29T03:40:52.989" v="294" actId="20577"/>
          <ac:spMkLst>
            <pc:docMk/>
            <pc:sldMk cId="3679262217" sldId="372"/>
            <ac:spMk id="5" creationId="{2327367B-F082-41A5-B2A7-B5E1D186EF02}"/>
          </ac:spMkLst>
        </pc:spChg>
        <pc:picChg chg="add mod">
          <ac:chgData name="鈴木 秀規" userId="f68c5fd9-22d5-4c0a-9833-7fb0f5135313" providerId="ADAL" clId="{6A56FB10-BD31-4A36-9DC1-80D965E09775}" dt="2021-01-29T03:41:03.963" v="295" actId="1076"/>
          <ac:picMkLst>
            <pc:docMk/>
            <pc:sldMk cId="3679262217" sldId="372"/>
            <ac:picMk id="6" creationId="{FEBFD8F5-7354-4016-9849-0D637F3F9150}"/>
          </ac:picMkLst>
        </pc:picChg>
      </pc:sldChg>
      <pc:sldChg chg="addSp modSp new mod">
        <pc:chgData name="鈴木 秀規" userId="f68c5fd9-22d5-4c0a-9833-7fb0f5135313" providerId="ADAL" clId="{6A56FB10-BD31-4A36-9DC1-80D965E09775}" dt="2021-01-29T03:42:22.190" v="311" actId="1076"/>
        <pc:sldMkLst>
          <pc:docMk/>
          <pc:sldMk cId="295493128" sldId="373"/>
        </pc:sldMkLst>
        <pc:spChg chg="mod">
          <ac:chgData name="鈴木 秀規" userId="f68c5fd9-22d5-4c0a-9833-7fb0f5135313" providerId="ADAL" clId="{6A56FB10-BD31-4A36-9DC1-80D965E09775}" dt="2021-01-29T03:41:13.541" v="297"/>
          <ac:spMkLst>
            <pc:docMk/>
            <pc:sldMk cId="295493128" sldId="373"/>
            <ac:spMk id="3" creationId="{501AB490-D50B-4AEE-89E0-AD05289C3A8E}"/>
          </ac:spMkLst>
        </pc:spChg>
        <pc:spChg chg="mod">
          <ac:chgData name="鈴木 秀規" userId="f68c5fd9-22d5-4c0a-9833-7fb0f5135313" providerId="ADAL" clId="{6A56FB10-BD31-4A36-9DC1-80D965E09775}" dt="2021-01-29T03:41:23.380" v="300" actId="14100"/>
          <ac:spMkLst>
            <pc:docMk/>
            <pc:sldMk cId="295493128" sldId="373"/>
            <ac:spMk id="5" creationId="{35593FF5-7533-4F63-AFBD-F0D1DABB09A5}"/>
          </ac:spMkLst>
        </pc:spChg>
        <pc:spChg chg="add mod">
          <ac:chgData name="鈴木 秀規" userId="f68c5fd9-22d5-4c0a-9833-7fb0f5135313" providerId="ADAL" clId="{6A56FB10-BD31-4A36-9DC1-80D965E09775}" dt="2021-01-29T03:41:47.784" v="303"/>
          <ac:spMkLst>
            <pc:docMk/>
            <pc:sldMk cId="295493128" sldId="373"/>
            <ac:spMk id="6" creationId="{9F9AD4E2-CC6B-4E47-B0CE-5F08FF471A4E}"/>
          </ac:spMkLst>
        </pc:spChg>
        <pc:spChg chg="add mod">
          <ac:chgData name="鈴木 秀規" userId="f68c5fd9-22d5-4c0a-9833-7fb0f5135313" providerId="ADAL" clId="{6A56FB10-BD31-4A36-9DC1-80D965E09775}" dt="2021-01-29T03:42:07.954" v="307" actId="1076"/>
          <ac:spMkLst>
            <pc:docMk/>
            <pc:sldMk cId="295493128" sldId="373"/>
            <ac:spMk id="7" creationId="{A191A2A4-32E8-4928-992E-5D8D1FC66106}"/>
          </ac:spMkLst>
        </pc:spChg>
        <pc:spChg chg="add mod">
          <ac:chgData name="鈴木 秀規" userId="f68c5fd9-22d5-4c0a-9833-7fb0f5135313" providerId="ADAL" clId="{6A56FB10-BD31-4A36-9DC1-80D965E09775}" dt="2021-01-29T03:42:15.419" v="309" actId="1076"/>
          <ac:spMkLst>
            <pc:docMk/>
            <pc:sldMk cId="295493128" sldId="373"/>
            <ac:spMk id="8" creationId="{C2D5ECC3-2959-480F-9893-94050790A832}"/>
          </ac:spMkLst>
        </pc:spChg>
        <pc:spChg chg="add mod">
          <ac:chgData name="鈴木 秀規" userId="f68c5fd9-22d5-4c0a-9833-7fb0f5135313" providerId="ADAL" clId="{6A56FB10-BD31-4A36-9DC1-80D965E09775}" dt="2021-01-29T03:42:22.190" v="311" actId="1076"/>
          <ac:spMkLst>
            <pc:docMk/>
            <pc:sldMk cId="295493128" sldId="373"/>
            <ac:spMk id="9" creationId="{76DB8F2E-83D3-45FF-BFB7-03DF9FC5A9F1}"/>
          </ac:spMkLst>
        </pc:spChg>
      </pc:sldChg>
      <pc:sldChg chg="del">
        <pc:chgData name="鈴木 秀規" userId="f68c5fd9-22d5-4c0a-9833-7fb0f5135313" providerId="ADAL" clId="{6A56FB10-BD31-4A36-9DC1-80D965E09775}" dt="2021-01-29T02:16:21.792" v="21" actId="2696"/>
        <pc:sldMkLst>
          <pc:docMk/>
          <pc:sldMk cId="2979480215" sldId="373"/>
        </pc:sldMkLst>
      </pc:sldChg>
      <pc:sldChg chg="addSp modSp new mod">
        <pc:chgData name="鈴木 秀規" userId="f68c5fd9-22d5-4c0a-9833-7fb0f5135313" providerId="ADAL" clId="{6A56FB10-BD31-4A36-9DC1-80D965E09775}" dt="2021-01-29T03:44:42.383" v="331" actId="1035"/>
        <pc:sldMkLst>
          <pc:docMk/>
          <pc:sldMk cId="1376688274" sldId="374"/>
        </pc:sldMkLst>
        <pc:spChg chg="mod">
          <ac:chgData name="鈴木 秀規" userId="f68c5fd9-22d5-4c0a-9833-7fb0f5135313" providerId="ADAL" clId="{6A56FB10-BD31-4A36-9DC1-80D965E09775}" dt="2021-01-29T03:43:25.517" v="313"/>
          <ac:spMkLst>
            <pc:docMk/>
            <pc:sldMk cId="1376688274" sldId="374"/>
            <ac:spMk id="3" creationId="{FC54BC8C-791D-48D7-834B-CBAD69DFFE5C}"/>
          </ac:spMkLst>
        </pc:spChg>
        <pc:spChg chg="mod">
          <ac:chgData name="鈴木 秀規" userId="f68c5fd9-22d5-4c0a-9833-7fb0f5135313" providerId="ADAL" clId="{6A56FB10-BD31-4A36-9DC1-80D965E09775}" dt="2021-01-29T03:43:39.389" v="316" actId="14100"/>
          <ac:spMkLst>
            <pc:docMk/>
            <pc:sldMk cId="1376688274" sldId="374"/>
            <ac:spMk id="5" creationId="{99B40666-FE6B-4F98-A58C-E72188F3071D}"/>
          </ac:spMkLst>
        </pc:spChg>
        <pc:spChg chg="add mod">
          <ac:chgData name="鈴木 秀規" userId="f68c5fd9-22d5-4c0a-9833-7fb0f5135313" providerId="ADAL" clId="{6A56FB10-BD31-4A36-9DC1-80D965E09775}" dt="2021-01-29T03:44:42.383" v="331" actId="1035"/>
          <ac:spMkLst>
            <pc:docMk/>
            <pc:sldMk cId="1376688274" sldId="374"/>
            <ac:spMk id="6" creationId="{C975963D-4ADE-4DC6-B10D-4B90DEF5AD0D}"/>
          </ac:spMkLst>
        </pc:spChg>
        <pc:spChg chg="add mod">
          <ac:chgData name="鈴木 秀規" userId="f68c5fd9-22d5-4c0a-9833-7fb0f5135313" providerId="ADAL" clId="{6A56FB10-BD31-4A36-9DC1-80D965E09775}" dt="2021-01-29T03:44:33.383" v="329" actId="1035"/>
          <ac:spMkLst>
            <pc:docMk/>
            <pc:sldMk cId="1376688274" sldId="374"/>
            <ac:spMk id="7" creationId="{87DA50C7-3D7E-4022-862F-778CA1726CEF}"/>
          </ac:spMkLst>
        </pc:spChg>
      </pc:sldChg>
      <pc:sldChg chg="del">
        <pc:chgData name="鈴木 秀規" userId="f68c5fd9-22d5-4c0a-9833-7fb0f5135313" providerId="ADAL" clId="{6A56FB10-BD31-4A36-9DC1-80D965E09775}" dt="2021-01-29T02:16:21.792" v="21" actId="2696"/>
        <pc:sldMkLst>
          <pc:docMk/>
          <pc:sldMk cId="3198692090" sldId="374"/>
        </pc:sldMkLst>
      </pc:sldChg>
      <pc:sldChg chg="modSp new mod">
        <pc:chgData name="鈴木 秀規" userId="f68c5fd9-22d5-4c0a-9833-7fb0f5135313" providerId="ADAL" clId="{6A56FB10-BD31-4A36-9DC1-80D965E09775}" dt="2021-01-29T03:46:58.624" v="342" actId="20577"/>
        <pc:sldMkLst>
          <pc:docMk/>
          <pc:sldMk cId="1089892823" sldId="375"/>
        </pc:sldMkLst>
        <pc:spChg chg="mod">
          <ac:chgData name="鈴木 秀規" userId="f68c5fd9-22d5-4c0a-9833-7fb0f5135313" providerId="ADAL" clId="{6A56FB10-BD31-4A36-9DC1-80D965E09775}" dt="2021-01-29T03:46:15.664" v="333"/>
          <ac:spMkLst>
            <pc:docMk/>
            <pc:sldMk cId="1089892823" sldId="375"/>
            <ac:spMk id="3" creationId="{9EE757FC-3A7F-45A1-9212-AB3FF36CE6FF}"/>
          </ac:spMkLst>
        </pc:spChg>
        <pc:spChg chg="mod">
          <ac:chgData name="鈴木 秀規" userId="f68c5fd9-22d5-4c0a-9833-7fb0f5135313" providerId="ADAL" clId="{6A56FB10-BD31-4A36-9DC1-80D965E09775}" dt="2021-01-29T03:46:58.624" v="342" actId="20577"/>
          <ac:spMkLst>
            <pc:docMk/>
            <pc:sldMk cId="1089892823" sldId="375"/>
            <ac:spMk id="5" creationId="{9092D634-F385-4503-B454-56CCFA19FE3C}"/>
          </ac:spMkLst>
        </pc:spChg>
      </pc:sldChg>
      <pc:sldChg chg="addSp modSp new mod">
        <pc:chgData name="鈴木 秀規" userId="f68c5fd9-22d5-4c0a-9833-7fb0f5135313" providerId="ADAL" clId="{6A56FB10-BD31-4A36-9DC1-80D965E09775}" dt="2021-01-29T03:49:30.696" v="387" actId="1035"/>
        <pc:sldMkLst>
          <pc:docMk/>
          <pc:sldMk cId="2589480947" sldId="376"/>
        </pc:sldMkLst>
        <pc:spChg chg="mod">
          <ac:chgData name="鈴木 秀規" userId="f68c5fd9-22d5-4c0a-9833-7fb0f5135313" providerId="ADAL" clId="{6A56FB10-BD31-4A36-9DC1-80D965E09775}" dt="2021-01-29T03:47:11.879" v="344"/>
          <ac:spMkLst>
            <pc:docMk/>
            <pc:sldMk cId="2589480947" sldId="376"/>
            <ac:spMk id="3" creationId="{82A116F0-EE64-4EEB-B551-544C956B306B}"/>
          </ac:spMkLst>
        </pc:spChg>
        <pc:spChg chg="mod">
          <ac:chgData name="鈴木 秀規" userId="f68c5fd9-22d5-4c0a-9833-7fb0f5135313" providerId="ADAL" clId="{6A56FB10-BD31-4A36-9DC1-80D965E09775}" dt="2021-01-29T03:47:37.295" v="353" actId="14100"/>
          <ac:spMkLst>
            <pc:docMk/>
            <pc:sldMk cId="2589480947" sldId="376"/>
            <ac:spMk id="5" creationId="{AD9083A4-02D0-4095-B458-23567A70DC92}"/>
          </ac:spMkLst>
        </pc:spChg>
        <pc:spChg chg="add mod">
          <ac:chgData name="鈴木 秀規" userId="f68c5fd9-22d5-4c0a-9833-7fb0f5135313" providerId="ADAL" clId="{6A56FB10-BD31-4A36-9DC1-80D965E09775}" dt="2021-01-29T03:48:04.470" v="357" actId="14100"/>
          <ac:spMkLst>
            <pc:docMk/>
            <pc:sldMk cId="2589480947" sldId="376"/>
            <ac:spMk id="6" creationId="{E84A9B31-0010-48C8-AFCF-7FB71E5E3236}"/>
          </ac:spMkLst>
        </pc:spChg>
        <pc:spChg chg="add mod">
          <ac:chgData name="鈴木 秀規" userId="f68c5fd9-22d5-4c0a-9833-7fb0f5135313" providerId="ADAL" clId="{6A56FB10-BD31-4A36-9DC1-80D965E09775}" dt="2021-01-29T03:49:30.696" v="387" actId="1035"/>
          <ac:spMkLst>
            <pc:docMk/>
            <pc:sldMk cId="2589480947" sldId="376"/>
            <ac:spMk id="7" creationId="{29C80EC0-F637-45B7-9DCD-C12471C39BB9}"/>
          </ac:spMkLst>
        </pc:spChg>
        <pc:spChg chg="add mod">
          <ac:chgData name="鈴木 秀規" userId="f68c5fd9-22d5-4c0a-9833-7fb0f5135313" providerId="ADAL" clId="{6A56FB10-BD31-4A36-9DC1-80D965E09775}" dt="2021-01-29T03:48:45.030" v="377" actId="2711"/>
          <ac:spMkLst>
            <pc:docMk/>
            <pc:sldMk cId="2589480947" sldId="376"/>
            <ac:spMk id="8" creationId="{158DAD9B-B839-4D99-B619-E6DD82AD1A72}"/>
          </ac:spMkLst>
        </pc:spChg>
        <pc:spChg chg="add mod">
          <ac:chgData name="鈴木 秀規" userId="f68c5fd9-22d5-4c0a-9833-7fb0f5135313" providerId="ADAL" clId="{6A56FB10-BD31-4A36-9DC1-80D965E09775}" dt="2021-01-29T03:49:10.580" v="382" actId="14100"/>
          <ac:spMkLst>
            <pc:docMk/>
            <pc:sldMk cId="2589480947" sldId="376"/>
            <ac:spMk id="9" creationId="{2884E171-A90D-4095-A262-D34B1373CB50}"/>
          </ac:spMkLst>
        </pc:spChg>
        <pc:cxnChg chg="add mod">
          <ac:chgData name="鈴木 秀規" userId="f68c5fd9-22d5-4c0a-9833-7fb0f5135313" providerId="ADAL" clId="{6A56FB10-BD31-4A36-9DC1-80D965E09775}" dt="2021-01-29T03:49:30.696" v="387" actId="1035"/>
          <ac:cxnSpMkLst>
            <pc:docMk/>
            <pc:sldMk cId="2589480947" sldId="376"/>
            <ac:cxnSpMk id="10" creationId="{C6AA73AE-1260-4B7D-9411-13A68982F721}"/>
          </ac:cxnSpMkLst>
        </pc:cxnChg>
      </pc:sldChg>
      <pc:sldChg chg="addSp modSp new mod">
        <pc:chgData name="鈴木 秀規" userId="f68c5fd9-22d5-4c0a-9833-7fb0f5135313" providerId="ADAL" clId="{6A56FB10-BD31-4A36-9DC1-80D965E09775}" dt="2021-01-29T03:50:39.688" v="401" actId="207"/>
        <pc:sldMkLst>
          <pc:docMk/>
          <pc:sldMk cId="546674919" sldId="377"/>
        </pc:sldMkLst>
        <pc:spChg chg="mod">
          <ac:chgData name="鈴木 秀規" userId="f68c5fd9-22d5-4c0a-9833-7fb0f5135313" providerId="ADAL" clId="{6A56FB10-BD31-4A36-9DC1-80D965E09775}" dt="2021-01-29T03:49:49.225" v="389"/>
          <ac:spMkLst>
            <pc:docMk/>
            <pc:sldMk cId="546674919" sldId="377"/>
            <ac:spMk id="3" creationId="{EDAE4E91-904B-4316-BADF-0B4A87DA9915}"/>
          </ac:spMkLst>
        </pc:spChg>
        <pc:spChg chg="mod">
          <ac:chgData name="鈴木 秀規" userId="f68c5fd9-22d5-4c0a-9833-7fb0f5135313" providerId="ADAL" clId="{6A56FB10-BD31-4A36-9DC1-80D965E09775}" dt="2021-01-29T03:50:39.688" v="401" actId="207"/>
          <ac:spMkLst>
            <pc:docMk/>
            <pc:sldMk cId="546674919" sldId="377"/>
            <ac:spMk id="5" creationId="{BF966A2E-7B30-41D7-9485-DDA63B1FB473}"/>
          </ac:spMkLst>
        </pc:spChg>
        <pc:picChg chg="add mod">
          <ac:chgData name="鈴木 秀規" userId="f68c5fd9-22d5-4c0a-9833-7fb0f5135313" providerId="ADAL" clId="{6A56FB10-BD31-4A36-9DC1-80D965E09775}" dt="2021-01-29T03:50:26.488" v="399" actId="1076"/>
          <ac:picMkLst>
            <pc:docMk/>
            <pc:sldMk cId="546674919" sldId="377"/>
            <ac:picMk id="6" creationId="{DABE291E-8F94-4F01-BC78-AF78320DE92E}"/>
          </ac:picMkLst>
        </pc:picChg>
      </pc:sldChg>
      <pc:sldChg chg="modSp new mod">
        <pc:chgData name="鈴木 秀規" userId="f68c5fd9-22d5-4c0a-9833-7fb0f5135313" providerId="ADAL" clId="{6A56FB10-BD31-4A36-9DC1-80D965E09775}" dt="2021-01-29T03:51:38.741" v="415" actId="207"/>
        <pc:sldMkLst>
          <pc:docMk/>
          <pc:sldMk cId="1244196573" sldId="378"/>
        </pc:sldMkLst>
        <pc:spChg chg="mod">
          <ac:chgData name="鈴木 秀規" userId="f68c5fd9-22d5-4c0a-9833-7fb0f5135313" providerId="ADAL" clId="{6A56FB10-BD31-4A36-9DC1-80D965E09775}" dt="2021-01-29T03:50:51.011" v="403"/>
          <ac:spMkLst>
            <pc:docMk/>
            <pc:sldMk cId="1244196573" sldId="378"/>
            <ac:spMk id="3" creationId="{4D352B4F-CE3E-45AE-9790-A92921309129}"/>
          </ac:spMkLst>
        </pc:spChg>
        <pc:spChg chg="mod">
          <ac:chgData name="鈴木 秀規" userId="f68c5fd9-22d5-4c0a-9833-7fb0f5135313" providerId="ADAL" clId="{6A56FB10-BD31-4A36-9DC1-80D965E09775}" dt="2021-01-29T03:51:38.741" v="415" actId="207"/>
          <ac:spMkLst>
            <pc:docMk/>
            <pc:sldMk cId="1244196573" sldId="378"/>
            <ac:spMk id="5" creationId="{8A00F2AB-2E88-427A-B543-71F2EC6D0DA6}"/>
          </ac:spMkLst>
        </pc:spChg>
      </pc:sldChg>
      <pc:sldChg chg="new del">
        <pc:chgData name="鈴木 秀規" userId="f68c5fd9-22d5-4c0a-9833-7fb0f5135313" providerId="ADAL" clId="{6A56FB10-BD31-4A36-9DC1-80D965E09775}" dt="2021-01-29T03:51:48.443" v="417" actId="2696"/>
        <pc:sldMkLst>
          <pc:docMk/>
          <pc:sldMk cId="1704080252" sldId="379"/>
        </pc:sldMkLst>
      </pc:sldChg>
    </pc:docChg>
  </pc:docChgLst>
  <pc:docChgLst>
    <pc:chgData name="営業サーバ" userId="c35045ed-c185-45de-8f58-be20a28877d8" providerId="ADAL" clId="{034C929F-50EC-4052-8F50-398F27893DAE}"/>
    <pc:docChg chg="modSld">
      <pc:chgData name="営業サーバ" userId="c35045ed-c185-45de-8f58-be20a28877d8" providerId="ADAL" clId="{034C929F-50EC-4052-8F50-398F27893DAE}" dt="2020-11-26T07:12:51.982" v="0"/>
      <pc:docMkLst>
        <pc:docMk/>
      </pc:docMkLst>
      <pc:sldChg chg="modSp mod">
        <pc:chgData name="営業サーバ" userId="c35045ed-c185-45de-8f58-be20a28877d8" providerId="ADAL" clId="{034C929F-50EC-4052-8F50-398F27893DAE}" dt="2020-11-26T07:12:51.982" v="0"/>
        <pc:sldMkLst>
          <pc:docMk/>
          <pc:sldMk cId="0" sldId="256"/>
        </pc:sldMkLst>
        <pc:spChg chg="mod">
          <ac:chgData name="営業サーバ" userId="c35045ed-c185-45de-8f58-be20a28877d8" providerId="ADAL" clId="{034C929F-50EC-4052-8F50-398F27893DAE}" dt="2020-11-26T07:12:51.982" v="0"/>
          <ac:spMkLst>
            <pc:docMk/>
            <pc:sldMk cId="0" sldId="256"/>
            <ac:spMk id="56" creationId="{00000000-0000-0000-0000-000000000000}"/>
          </ac:spMkLst>
        </pc:spChg>
      </pc:sldChg>
    </pc:docChg>
  </pc:docChgLst>
  <pc:docChgLst>
    <pc:chgData name="鈴木 秀規" userId="f68c5fd9-22d5-4c0a-9833-7fb0f5135313" providerId="ADAL" clId="{E98ED17A-7109-B540-9D8D-B21534B0C6CC}"/>
    <pc:docChg chg="undo redo custSel addSld delSld modSld sldOrd">
      <pc:chgData name="鈴木 秀規" userId="f68c5fd9-22d5-4c0a-9833-7fb0f5135313" providerId="ADAL" clId="{E98ED17A-7109-B540-9D8D-B21534B0C6CC}" dt="2020-12-03T01:25:32.355" v="4574" actId="20577"/>
      <pc:docMkLst>
        <pc:docMk/>
      </pc:docMkLst>
      <pc:sldChg chg="modSp mod">
        <pc:chgData name="鈴木 秀規" userId="f68c5fd9-22d5-4c0a-9833-7fb0f5135313" providerId="ADAL" clId="{E98ED17A-7109-B540-9D8D-B21534B0C6CC}" dt="2020-12-03T00:41:04.785" v="2001" actId="207"/>
        <pc:sldMkLst>
          <pc:docMk/>
          <pc:sldMk cId="1668843990" sldId="360"/>
        </pc:sldMkLst>
        <pc:spChg chg="mod">
          <ac:chgData name="鈴木 秀規" userId="f68c5fd9-22d5-4c0a-9833-7fb0f5135313" providerId="ADAL" clId="{E98ED17A-7109-B540-9D8D-B21534B0C6CC}" dt="2020-12-03T00:41:04.785" v="2001" actId="207"/>
          <ac:spMkLst>
            <pc:docMk/>
            <pc:sldMk cId="1668843990" sldId="360"/>
            <ac:spMk id="9" creationId="{A4832727-EA7F-44D6-A9F2-E4AE0246960A}"/>
          </ac:spMkLst>
        </pc:spChg>
      </pc:sldChg>
      <pc:sldChg chg="modSp mod">
        <pc:chgData name="鈴木 秀規" userId="f68c5fd9-22d5-4c0a-9833-7fb0f5135313" providerId="ADAL" clId="{E98ED17A-7109-B540-9D8D-B21534B0C6CC}" dt="2020-12-03T00:40:51.829" v="1985" actId="207"/>
        <pc:sldMkLst>
          <pc:docMk/>
          <pc:sldMk cId="267129399" sldId="361"/>
        </pc:sldMkLst>
        <pc:spChg chg="mod">
          <ac:chgData name="鈴木 秀規" userId="f68c5fd9-22d5-4c0a-9833-7fb0f5135313" providerId="ADAL" clId="{E98ED17A-7109-B540-9D8D-B21534B0C6CC}" dt="2020-12-03T00:40:51.829" v="1985" actId="207"/>
          <ac:spMkLst>
            <pc:docMk/>
            <pc:sldMk cId="267129399" sldId="361"/>
            <ac:spMk id="6" creationId="{D0F3BEAC-A5EA-4EE4-95C7-0AEC1107FD29}"/>
          </ac:spMkLst>
        </pc:spChg>
      </pc:sldChg>
      <pc:sldChg chg="modSp mod">
        <pc:chgData name="鈴木 秀規" userId="f68c5fd9-22d5-4c0a-9833-7fb0f5135313" providerId="ADAL" clId="{E98ED17A-7109-B540-9D8D-B21534B0C6CC}" dt="2020-12-03T00:09:50.546" v="69" actId="13926"/>
        <pc:sldMkLst>
          <pc:docMk/>
          <pc:sldMk cId="2503862587" sldId="362"/>
        </pc:sldMkLst>
        <pc:graphicFrameChg chg="modGraphic">
          <ac:chgData name="鈴木 秀規" userId="f68c5fd9-22d5-4c0a-9833-7fb0f5135313" providerId="ADAL" clId="{E98ED17A-7109-B540-9D8D-B21534B0C6CC}" dt="2020-12-03T00:09:50.546" v="69" actId="13926"/>
          <ac:graphicFrameMkLst>
            <pc:docMk/>
            <pc:sldMk cId="2503862587" sldId="362"/>
            <ac:graphicFrameMk id="7" creationId="{4A74ACCC-FCC6-6B42-8E3E-348AE8E67A5C}"/>
          </ac:graphicFrameMkLst>
        </pc:graphicFrameChg>
      </pc:sldChg>
      <pc:sldChg chg="modSp mod">
        <pc:chgData name="鈴木 秀規" userId="f68c5fd9-22d5-4c0a-9833-7fb0f5135313" providerId="ADAL" clId="{E98ED17A-7109-B540-9D8D-B21534B0C6CC}" dt="2020-12-03T00:11:54.831" v="266" actId="20577"/>
        <pc:sldMkLst>
          <pc:docMk/>
          <pc:sldMk cId="1431651866" sldId="368"/>
        </pc:sldMkLst>
        <pc:spChg chg="mod">
          <ac:chgData name="鈴木 秀規" userId="f68c5fd9-22d5-4c0a-9833-7fb0f5135313" providerId="ADAL" clId="{E98ED17A-7109-B540-9D8D-B21534B0C6CC}" dt="2020-12-03T00:05:53.907" v="27" actId="20577"/>
          <ac:spMkLst>
            <pc:docMk/>
            <pc:sldMk cId="1431651866" sldId="368"/>
            <ac:spMk id="3" creationId="{570D767C-529D-1D4C-9BD6-2E3AAE679914}"/>
          </ac:spMkLst>
        </pc:spChg>
        <pc:graphicFrameChg chg="mod modGraphic">
          <ac:chgData name="鈴木 秀規" userId="f68c5fd9-22d5-4c0a-9833-7fb0f5135313" providerId="ADAL" clId="{E98ED17A-7109-B540-9D8D-B21534B0C6CC}" dt="2020-12-03T00:11:54.831" v="266" actId="20577"/>
          <ac:graphicFrameMkLst>
            <pc:docMk/>
            <pc:sldMk cId="1431651866" sldId="368"/>
            <ac:graphicFrameMk id="6" creationId="{A5C776C1-5736-6E41-AFE0-D7FC9EBFA87B}"/>
          </ac:graphicFrameMkLst>
        </pc:graphicFrameChg>
      </pc:sldChg>
      <pc:sldChg chg="addSp delSp modSp new mod modClrScheme chgLayout">
        <pc:chgData name="鈴木 秀規" userId="f68c5fd9-22d5-4c0a-9833-7fb0f5135313" providerId="ADAL" clId="{E98ED17A-7109-B540-9D8D-B21534B0C6CC}" dt="2020-12-03T00:30:58.436" v="1852" actId="113"/>
        <pc:sldMkLst>
          <pc:docMk/>
          <pc:sldMk cId="3018498330" sldId="369"/>
        </pc:sldMkLst>
        <pc:spChg chg="mod ord">
          <ac:chgData name="鈴木 秀規" userId="f68c5fd9-22d5-4c0a-9833-7fb0f5135313" providerId="ADAL" clId="{E98ED17A-7109-B540-9D8D-B21534B0C6CC}" dt="2020-12-03T00:15:50.957" v="308" actId="700"/>
          <ac:spMkLst>
            <pc:docMk/>
            <pc:sldMk cId="3018498330" sldId="369"/>
            <ac:spMk id="2" creationId="{66EC7532-098F-E543-A5F5-DCE2A43E7B47}"/>
          </ac:spMkLst>
        </pc:spChg>
        <pc:spChg chg="mod ord">
          <ac:chgData name="鈴木 秀規" userId="f68c5fd9-22d5-4c0a-9833-7fb0f5135313" providerId="ADAL" clId="{E98ED17A-7109-B540-9D8D-B21534B0C6CC}" dt="2020-12-03T00:22:38.430" v="839" actId="20577"/>
          <ac:spMkLst>
            <pc:docMk/>
            <pc:sldMk cId="3018498330" sldId="369"/>
            <ac:spMk id="3" creationId="{F1C6C295-7820-0949-875F-EAF056230447}"/>
          </ac:spMkLst>
        </pc:spChg>
        <pc:spChg chg="mod ord">
          <ac:chgData name="鈴木 秀規" userId="f68c5fd9-22d5-4c0a-9833-7fb0f5135313" providerId="ADAL" clId="{E98ED17A-7109-B540-9D8D-B21534B0C6CC}" dt="2020-12-03T00:15:50.957" v="308" actId="700"/>
          <ac:spMkLst>
            <pc:docMk/>
            <pc:sldMk cId="3018498330" sldId="369"/>
            <ac:spMk id="4" creationId="{0B3C1CED-6132-7648-873E-BC90BCD14454}"/>
          </ac:spMkLst>
        </pc:spChg>
        <pc:spChg chg="add mod ord">
          <ac:chgData name="鈴木 秀規" userId="f68c5fd9-22d5-4c0a-9833-7fb0f5135313" providerId="ADAL" clId="{E98ED17A-7109-B540-9D8D-B21534B0C6CC}" dt="2020-12-03T00:30:58.436" v="1852" actId="113"/>
          <ac:spMkLst>
            <pc:docMk/>
            <pc:sldMk cId="3018498330" sldId="369"/>
            <ac:spMk id="5" creationId="{6B35BADF-F225-2348-897F-AF9752777AC5}"/>
          </ac:spMkLst>
        </pc:spChg>
        <pc:spChg chg="mod">
          <ac:chgData name="鈴木 秀規" userId="f68c5fd9-22d5-4c0a-9833-7fb0f5135313" providerId="ADAL" clId="{E98ED17A-7109-B540-9D8D-B21534B0C6CC}" dt="2020-12-03T00:25:13.532" v="1197"/>
          <ac:spMkLst>
            <pc:docMk/>
            <pc:sldMk cId="3018498330" sldId="369"/>
            <ac:spMk id="7" creationId="{7389CFBE-CBA4-3044-8F7A-0832B95E2F69}"/>
          </ac:spMkLst>
        </pc:spChg>
        <pc:spChg chg="mod">
          <ac:chgData name="鈴木 秀規" userId="f68c5fd9-22d5-4c0a-9833-7fb0f5135313" providerId="ADAL" clId="{E98ED17A-7109-B540-9D8D-B21534B0C6CC}" dt="2020-12-03T00:25:13.532" v="1197"/>
          <ac:spMkLst>
            <pc:docMk/>
            <pc:sldMk cId="3018498330" sldId="369"/>
            <ac:spMk id="8" creationId="{2F0CFBA7-C5CD-2441-813A-37125FC4817F}"/>
          </ac:spMkLst>
        </pc:spChg>
        <pc:spChg chg="add del mod">
          <ac:chgData name="鈴木 秀規" userId="f68c5fd9-22d5-4c0a-9833-7fb0f5135313" providerId="ADAL" clId="{E98ED17A-7109-B540-9D8D-B21534B0C6CC}" dt="2020-12-03T00:25:21.474" v="1200" actId="478"/>
          <ac:spMkLst>
            <pc:docMk/>
            <pc:sldMk cId="3018498330" sldId="369"/>
            <ac:spMk id="9" creationId="{3E884ED8-CB61-D543-B6E2-843DFC8389FB}"/>
          </ac:spMkLst>
        </pc:spChg>
        <pc:spChg chg="add del mod">
          <ac:chgData name="鈴木 秀規" userId="f68c5fd9-22d5-4c0a-9833-7fb0f5135313" providerId="ADAL" clId="{E98ED17A-7109-B540-9D8D-B21534B0C6CC}" dt="2020-12-03T00:26:04.588" v="1224" actId="478"/>
          <ac:spMkLst>
            <pc:docMk/>
            <pc:sldMk cId="3018498330" sldId="369"/>
            <ac:spMk id="10" creationId="{A7FAB5BB-1B58-CB4E-AE9C-8EA9B9D7FA24}"/>
          </ac:spMkLst>
        </pc:spChg>
        <pc:spChg chg="add mod">
          <ac:chgData name="鈴木 秀規" userId="f68c5fd9-22d5-4c0a-9833-7fb0f5135313" providerId="ADAL" clId="{E98ED17A-7109-B540-9D8D-B21534B0C6CC}" dt="2020-12-03T00:28:30.002" v="1621" actId="20577"/>
          <ac:spMkLst>
            <pc:docMk/>
            <pc:sldMk cId="3018498330" sldId="369"/>
            <ac:spMk id="11" creationId="{B4286CF0-DD30-344B-A450-767F0006A1A9}"/>
          </ac:spMkLst>
        </pc:spChg>
        <pc:grpChg chg="add mod">
          <ac:chgData name="鈴木 秀規" userId="f68c5fd9-22d5-4c0a-9833-7fb0f5135313" providerId="ADAL" clId="{E98ED17A-7109-B540-9D8D-B21534B0C6CC}" dt="2020-12-03T00:25:13.532" v="1197"/>
          <ac:grpSpMkLst>
            <pc:docMk/>
            <pc:sldMk cId="3018498330" sldId="369"/>
            <ac:grpSpMk id="6" creationId="{DE734515-ACC6-2E42-9D2E-E4E038D8D99A}"/>
          </ac:grpSpMkLst>
        </pc:grpChg>
      </pc:sldChg>
      <pc:sldChg chg="modSp new del mod">
        <pc:chgData name="鈴木 秀規" userId="f68c5fd9-22d5-4c0a-9833-7fb0f5135313" providerId="ADAL" clId="{E98ED17A-7109-B540-9D8D-B21534B0C6CC}" dt="2020-12-03T00:19:32.708" v="624" actId="2696"/>
        <pc:sldMkLst>
          <pc:docMk/>
          <pc:sldMk cId="2598863501" sldId="370"/>
        </pc:sldMkLst>
        <pc:spChg chg="mod">
          <ac:chgData name="鈴木 秀規" userId="f68c5fd9-22d5-4c0a-9833-7fb0f5135313" providerId="ADAL" clId="{E98ED17A-7109-B540-9D8D-B21534B0C6CC}" dt="2020-12-03T00:19:29.498" v="623" actId="20577"/>
          <ac:spMkLst>
            <pc:docMk/>
            <pc:sldMk cId="2598863501" sldId="370"/>
            <ac:spMk id="3" creationId="{EF268E63-F4E2-A445-97FA-CF579BA4774C}"/>
          </ac:spMkLst>
        </pc:spChg>
      </pc:sldChg>
      <pc:sldChg chg="modSp new mod ord">
        <pc:chgData name="鈴木 秀規" userId="f68c5fd9-22d5-4c0a-9833-7fb0f5135313" providerId="ADAL" clId="{E98ED17A-7109-B540-9D8D-B21534B0C6CC}" dt="2020-12-03T00:41:58.575" v="2005" actId="20578"/>
        <pc:sldMkLst>
          <pc:docMk/>
          <pc:sldMk cId="3805279594" sldId="370"/>
        </pc:sldMkLst>
        <pc:spChg chg="mod">
          <ac:chgData name="鈴木 秀規" userId="f68c5fd9-22d5-4c0a-9833-7fb0f5135313" providerId="ADAL" clId="{E98ED17A-7109-B540-9D8D-B21534B0C6CC}" dt="2020-12-03T00:38:59.922" v="1891" actId="20577"/>
          <ac:spMkLst>
            <pc:docMk/>
            <pc:sldMk cId="3805279594" sldId="370"/>
            <ac:spMk id="3" creationId="{9CB86EFC-2A3F-214C-A2A0-00EB1AC0E3F3}"/>
          </ac:spMkLst>
        </pc:spChg>
        <pc:spChg chg="mod">
          <ac:chgData name="鈴木 秀規" userId="f68c5fd9-22d5-4c0a-9833-7fb0f5135313" providerId="ADAL" clId="{E98ED17A-7109-B540-9D8D-B21534B0C6CC}" dt="2020-12-03T00:40:00.384" v="1967" actId="20577"/>
          <ac:spMkLst>
            <pc:docMk/>
            <pc:sldMk cId="3805279594" sldId="370"/>
            <ac:spMk id="5" creationId="{D9D24A15-605C-D342-9DF6-15A80C8E63C7}"/>
          </ac:spMkLst>
        </pc:spChg>
      </pc:sldChg>
      <pc:sldChg chg="modSp new mod">
        <pc:chgData name="鈴木 秀規" userId="f68c5fd9-22d5-4c0a-9833-7fb0f5135313" providerId="ADAL" clId="{E98ED17A-7109-B540-9D8D-B21534B0C6CC}" dt="2020-12-03T01:25:32.355" v="4574" actId="20577"/>
        <pc:sldMkLst>
          <pc:docMk/>
          <pc:sldMk cId="2800751255" sldId="371"/>
        </pc:sldMkLst>
        <pc:spChg chg="mod">
          <ac:chgData name="鈴木 秀規" userId="f68c5fd9-22d5-4c0a-9833-7fb0f5135313" providerId="ADAL" clId="{E98ED17A-7109-B540-9D8D-B21534B0C6CC}" dt="2020-12-03T01:24:23.480" v="4457" actId="20577"/>
          <ac:spMkLst>
            <pc:docMk/>
            <pc:sldMk cId="2800751255" sldId="371"/>
            <ac:spMk id="3" creationId="{86AF2C75-7C50-5545-B86A-AB0C1071AFF0}"/>
          </ac:spMkLst>
        </pc:spChg>
        <pc:spChg chg="mod">
          <ac:chgData name="鈴木 秀規" userId="f68c5fd9-22d5-4c0a-9833-7fb0f5135313" providerId="ADAL" clId="{E98ED17A-7109-B540-9D8D-B21534B0C6CC}" dt="2020-12-03T01:25:32.355" v="4574" actId="20577"/>
          <ac:spMkLst>
            <pc:docMk/>
            <pc:sldMk cId="2800751255" sldId="371"/>
            <ac:spMk id="5" creationId="{199D3E35-553D-E34C-ABB7-3B8D9DB70C07}"/>
          </ac:spMkLst>
        </pc:spChg>
      </pc:sldChg>
      <pc:sldChg chg="modSp add del mod">
        <pc:chgData name="鈴木 秀規" userId="f68c5fd9-22d5-4c0a-9833-7fb0f5135313" providerId="ADAL" clId="{E98ED17A-7109-B540-9D8D-B21534B0C6CC}" dt="2020-12-03T01:23:47.866" v="4441" actId="2696"/>
        <pc:sldMkLst>
          <pc:docMk/>
          <pc:sldMk cId="2920690313" sldId="371"/>
        </pc:sldMkLst>
        <pc:spChg chg="mod">
          <ac:chgData name="鈴木 秀規" userId="f68c5fd9-22d5-4c0a-9833-7fb0f5135313" providerId="ADAL" clId="{E98ED17A-7109-B540-9D8D-B21534B0C6CC}" dt="2020-12-03T00:42:25.265" v="2063" actId="20577"/>
          <ac:spMkLst>
            <pc:docMk/>
            <pc:sldMk cId="2920690313" sldId="371"/>
            <ac:spMk id="3" creationId="{F1C6C295-7820-0949-875F-EAF056230447}"/>
          </ac:spMkLst>
        </pc:spChg>
        <pc:spChg chg="mod">
          <ac:chgData name="鈴木 秀規" userId="f68c5fd9-22d5-4c0a-9833-7fb0f5135313" providerId="ADAL" clId="{E98ED17A-7109-B540-9D8D-B21534B0C6CC}" dt="2020-12-03T01:02:23.598" v="3980" actId="20577"/>
          <ac:spMkLst>
            <pc:docMk/>
            <pc:sldMk cId="2920690313" sldId="371"/>
            <ac:spMk id="5" creationId="{6B35BADF-F225-2348-897F-AF9752777AC5}"/>
          </ac:spMkLst>
        </pc:spChg>
        <pc:spChg chg="mod">
          <ac:chgData name="鈴木 秀規" userId="f68c5fd9-22d5-4c0a-9833-7fb0f5135313" providerId="ADAL" clId="{E98ED17A-7109-B540-9D8D-B21534B0C6CC}" dt="2020-12-03T00:46:58.847" v="2499" actId="20577"/>
          <ac:spMkLst>
            <pc:docMk/>
            <pc:sldMk cId="2920690313" sldId="371"/>
            <ac:spMk id="11" creationId="{B4286CF0-DD30-344B-A450-767F0006A1A9}"/>
          </ac:spMkLst>
        </pc:spChg>
      </pc:sldChg>
      <pc:sldChg chg="new del">
        <pc:chgData name="鈴木 秀規" userId="f68c5fd9-22d5-4c0a-9833-7fb0f5135313" providerId="ADAL" clId="{E98ED17A-7109-B540-9D8D-B21534B0C6CC}" dt="2020-12-03T00:41:47.526" v="2003" actId="2696"/>
        <pc:sldMkLst>
          <pc:docMk/>
          <pc:sldMk cId="4021239412" sldId="371"/>
        </pc:sldMkLst>
      </pc:sldChg>
      <pc:sldChg chg="addSp delSp modSp new del mod modClrScheme chgLayout">
        <pc:chgData name="鈴木 秀規" userId="f68c5fd9-22d5-4c0a-9833-7fb0f5135313" providerId="ADAL" clId="{E98ED17A-7109-B540-9D8D-B21534B0C6CC}" dt="2020-12-03T01:23:47.866" v="4441" actId="2696"/>
        <pc:sldMkLst>
          <pc:docMk/>
          <pc:sldMk cId="1635587013" sldId="372"/>
        </pc:sldMkLst>
        <pc:spChg chg="mod ord">
          <ac:chgData name="鈴木 秀規" userId="f68c5fd9-22d5-4c0a-9833-7fb0f5135313" providerId="ADAL" clId="{E98ED17A-7109-B540-9D8D-B21534B0C6CC}" dt="2020-12-03T01:00:58.087" v="3892" actId="700"/>
          <ac:spMkLst>
            <pc:docMk/>
            <pc:sldMk cId="1635587013" sldId="372"/>
            <ac:spMk id="2" creationId="{5078F227-8528-3540-AF9F-E4C525D46E51}"/>
          </ac:spMkLst>
        </pc:spChg>
        <pc:spChg chg="mod ord">
          <ac:chgData name="鈴木 秀規" userId="f68c5fd9-22d5-4c0a-9833-7fb0f5135313" providerId="ADAL" clId="{E98ED17A-7109-B540-9D8D-B21534B0C6CC}" dt="2020-12-03T01:02:16.565" v="3974" actId="20577"/>
          <ac:spMkLst>
            <pc:docMk/>
            <pc:sldMk cId="1635587013" sldId="372"/>
            <ac:spMk id="3" creationId="{38B5B614-E92D-C34C-B48C-B49809F551F5}"/>
          </ac:spMkLst>
        </pc:spChg>
        <pc:spChg chg="mod ord">
          <ac:chgData name="鈴木 秀規" userId="f68c5fd9-22d5-4c0a-9833-7fb0f5135313" providerId="ADAL" clId="{E98ED17A-7109-B540-9D8D-B21534B0C6CC}" dt="2020-12-03T01:00:58.087" v="3892" actId="700"/>
          <ac:spMkLst>
            <pc:docMk/>
            <pc:sldMk cId="1635587013" sldId="372"/>
            <ac:spMk id="4" creationId="{7E6ABC7F-1D7C-2643-A2E5-FD593C087B97}"/>
          </ac:spMkLst>
        </pc:spChg>
        <pc:spChg chg="del">
          <ac:chgData name="鈴木 秀規" userId="f68c5fd9-22d5-4c0a-9833-7fb0f5135313" providerId="ADAL" clId="{E98ED17A-7109-B540-9D8D-B21534B0C6CC}" dt="2020-12-03T01:00:55.215" v="3891" actId="700"/>
          <ac:spMkLst>
            <pc:docMk/>
            <pc:sldMk cId="1635587013" sldId="372"/>
            <ac:spMk id="5" creationId="{C84F0EC1-BEE9-1240-B931-66A4575EE533}"/>
          </ac:spMkLst>
        </pc:spChg>
        <pc:spChg chg="add mod ord">
          <ac:chgData name="鈴木 秀規" userId="f68c5fd9-22d5-4c0a-9833-7fb0f5135313" providerId="ADAL" clId="{E98ED17A-7109-B540-9D8D-B21534B0C6CC}" dt="2020-12-03T01:11:38.290" v="4283" actId="113"/>
          <ac:spMkLst>
            <pc:docMk/>
            <pc:sldMk cId="1635587013" sldId="372"/>
            <ac:spMk id="6" creationId="{7A317AAC-7FA8-7044-8617-53BFC58410B7}"/>
          </ac:spMkLst>
        </pc:spChg>
        <pc:spChg chg="add del mod">
          <ac:chgData name="鈴木 秀規" userId="f68c5fd9-22d5-4c0a-9833-7fb0f5135313" providerId="ADAL" clId="{E98ED17A-7109-B540-9D8D-B21534B0C6CC}" dt="2020-12-03T01:01:07.927" v="3894"/>
          <ac:spMkLst>
            <pc:docMk/>
            <pc:sldMk cId="1635587013" sldId="372"/>
            <ac:spMk id="7" creationId="{2D1E7911-94F1-9A43-976E-12D1608396B0}"/>
          </ac:spMkLst>
        </pc:spChg>
        <pc:spChg chg="add mod">
          <ac:chgData name="鈴木 秀規" userId="f68c5fd9-22d5-4c0a-9833-7fb0f5135313" providerId="ADAL" clId="{E98ED17A-7109-B540-9D8D-B21534B0C6CC}" dt="2020-12-03T01:11:19.402" v="4281" actId="14100"/>
          <ac:spMkLst>
            <pc:docMk/>
            <pc:sldMk cId="1635587013" sldId="372"/>
            <ac:spMk id="11" creationId="{88D872CC-356E-AF48-AA16-FAA6E94AAA63}"/>
          </ac:spMkLst>
        </pc:spChg>
        <pc:picChg chg="add mod">
          <ac:chgData name="鈴木 秀規" userId="f68c5fd9-22d5-4c0a-9833-7fb0f5135313" providerId="ADAL" clId="{E98ED17A-7109-B540-9D8D-B21534B0C6CC}" dt="2020-12-03T01:11:09.469" v="4278" actId="14100"/>
          <ac:picMkLst>
            <pc:docMk/>
            <pc:sldMk cId="1635587013" sldId="372"/>
            <ac:picMk id="9" creationId="{D02AEF55-75BE-9A46-B250-FC3DC2E377DE}"/>
          </ac:picMkLst>
        </pc:picChg>
        <pc:picChg chg="add del mod">
          <ac:chgData name="鈴木 秀規" userId="f68c5fd9-22d5-4c0a-9833-7fb0f5135313" providerId="ADAL" clId="{E98ED17A-7109-B540-9D8D-B21534B0C6CC}" dt="2020-12-03T01:09:31.274" v="4256" actId="478"/>
          <ac:picMkLst>
            <pc:docMk/>
            <pc:sldMk cId="1635587013" sldId="372"/>
            <ac:picMk id="13" creationId="{181B2E39-FB46-D84F-BDF6-092FF822422D}"/>
          </ac:picMkLst>
        </pc:picChg>
        <pc:picChg chg="add mod">
          <ac:chgData name="鈴木 秀規" userId="f68c5fd9-22d5-4c0a-9833-7fb0f5135313" providerId="ADAL" clId="{E98ED17A-7109-B540-9D8D-B21534B0C6CC}" dt="2020-12-03T01:11:22.332" v="4282" actId="1076"/>
          <ac:picMkLst>
            <pc:docMk/>
            <pc:sldMk cId="1635587013" sldId="372"/>
            <ac:picMk id="15" creationId="{4374EA10-B603-D54A-93C0-72956B90F74B}"/>
          </ac:picMkLst>
        </pc:picChg>
        <pc:inkChg chg="add del">
          <ac:chgData name="鈴木 秀規" userId="f68c5fd9-22d5-4c0a-9833-7fb0f5135313" providerId="ADAL" clId="{E98ED17A-7109-B540-9D8D-B21534B0C6CC}" dt="2020-12-03T01:07:32.252" v="4214" actId="9405"/>
          <ac:inkMkLst>
            <pc:docMk/>
            <pc:sldMk cId="1635587013" sldId="372"/>
            <ac:inkMk id="10" creationId="{52E244E1-A625-FC4A-B3CE-A5C917494B56}"/>
          </ac:inkMkLst>
        </pc:inkChg>
      </pc:sldChg>
      <pc:sldChg chg="addSp delSp modSp add del mod">
        <pc:chgData name="鈴木 秀規" userId="f68c5fd9-22d5-4c0a-9833-7fb0f5135313" providerId="ADAL" clId="{E98ED17A-7109-B540-9D8D-B21534B0C6CC}" dt="2020-12-03T01:23:47.866" v="4441" actId="2696"/>
        <pc:sldMkLst>
          <pc:docMk/>
          <pc:sldMk cId="615592541" sldId="373"/>
        </pc:sldMkLst>
        <pc:spChg chg="mod">
          <ac:chgData name="鈴木 秀規" userId="f68c5fd9-22d5-4c0a-9833-7fb0f5135313" providerId="ADAL" clId="{E98ED17A-7109-B540-9D8D-B21534B0C6CC}" dt="2020-12-03T01:12:33.393" v="4394" actId="20577"/>
          <ac:spMkLst>
            <pc:docMk/>
            <pc:sldMk cId="615592541" sldId="373"/>
            <ac:spMk id="6" creationId="{7A317AAC-7FA8-7044-8617-53BFC58410B7}"/>
          </ac:spMkLst>
        </pc:spChg>
        <pc:spChg chg="del">
          <ac:chgData name="鈴木 秀規" userId="f68c5fd9-22d5-4c0a-9833-7fb0f5135313" providerId="ADAL" clId="{E98ED17A-7109-B540-9D8D-B21534B0C6CC}" dt="2020-12-03T01:12:36.799" v="4395" actId="478"/>
          <ac:spMkLst>
            <pc:docMk/>
            <pc:sldMk cId="615592541" sldId="373"/>
            <ac:spMk id="11" creationId="{88D872CC-356E-AF48-AA16-FAA6E94AAA63}"/>
          </ac:spMkLst>
        </pc:spChg>
        <pc:grpChg chg="del mod">
          <ac:chgData name="鈴木 秀規" userId="f68c5fd9-22d5-4c0a-9833-7fb0f5135313" providerId="ADAL" clId="{E98ED17A-7109-B540-9D8D-B21534B0C6CC}" dt="2020-12-03T01:12:56.873" v="4408"/>
          <ac:grpSpMkLst>
            <pc:docMk/>
            <pc:sldMk cId="615592541" sldId="373"/>
            <ac:grpSpMk id="14" creationId="{8551A2E1-818D-7146-B07E-DF10303D9250}"/>
          </ac:grpSpMkLst>
        </pc:grpChg>
        <pc:grpChg chg="del mod">
          <ac:chgData name="鈴木 秀規" userId="f68c5fd9-22d5-4c0a-9833-7fb0f5135313" providerId="ADAL" clId="{E98ED17A-7109-B540-9D8D-B21534B0C6CC}" dt="2020-12-03T01:13:00.256" v="4414"/>
          <ac:grpSpMkLst>
            <pc:docMk/>
            <pc:sldMk cId="615592541" sldId="373"/>
            <ac:grpSpMk id="21" creationId="{1A19AE5A-D3A5-1B43-8537-FD9C98B59252}"/>
          </ac:grpSpMkLst>
        </pc:grpChg>
        <pc:grpChg chg="del mod">
          <ac:chgData name="鈴木 秀規" userId="f68c5fd9-22d5-4c0a-9833-7fb0f5135313" providerId="ADAL" clId="{E98ED17A-7109-B540-9D8D-B21534B0C6CC}" dt="2020-12-03T01:13:00.256" v="4414"/>
          <ac:grpSpMkLst>
            <pc:docMk/>
            <pc:sldMk cId="615592541" sldId="373"/>
            <ac:grpSpMk id="25" creationId="{4F9FE873-6A52-FD4C-9258-CA185F43F37E}"/>
          </ac:grpSpMkLst>
        </pc:grpChg>
        <pc:grpChg chg="mod">
          <ac:chgData name="鈴木 秀規" userId="f68c5fd9-22d5-4c0a-9833-7fb0f5135313" providerId="ADAL" clId="{E98ED17A-7109-B540-9D8D-B21534B0C6CC}" dt="2020-12-03T01:13:00.256" v="4414"/>
          <ac:grpSpMkLst>
            <pc:docMk/>
            <pc:sldMk cId="615592541" sldId="373"/>
            <ac:grpSpMk id="27" creationId="{D272DCE0-9EB4-9E40-9E1F-B34593E59CE7}"/>
          </ac:grpSpMkLst>
        </pc:grpChg>
        <pc:grpChg chg="mod">
          <ac:chgData name="鈴木 秀規" userId="f68c5fd9-22d5-4c0a-9833-7fb0f5135313" providerId="ADAL" clId="{E98ED17A-7109-B540-9D8D-B21534B0C6CC}" dt="2020-12-03T01:13:04.351" v="4419"/>
          <ac:grpSpMkLst>
            <pc:docMk/>
            <pc:sldMk cId="615592541" sldId="373"/>
            <ac:grpSpMk id="32" creationId="{FF31E88D-1A46-5542-82FA-9B7E260065D7}"/>
          </ac:grpSpMkLst>
        </pc:grpChg>
        <pc:grpChg chg="del mod">
          <ac:chgData name="鈴木 秀規" userId="f68c5fd9-22d5-4c0a-9833-7fb0f5135313" providerId="ADAL" clId="{E98ED17A-7109-B540-9D8D-B21534B0C6CC}" dt="2020-12-03T01:13:15.987" v="4431"/>
          <ac:grpSpMkLst>
            <pc:docMk/>
            <pc:sldMk cId="615592541" sldId="373"/>
            <ac:grpSpMk id="35" creationId="{839705A0-C752-514B-B68E-4DB44DC8A134}"/>
          </ac:grpSpMkLst>
        </pc:grpChg>
        <pc:grpChg chg="del mod">
          <ac:chgData name="鈴木 秀規" userId="f68c5fd9-22d5-4c0a-9833-7fb0f5135313" providerId="ADAL" clId="{E98ED17A-7109-B540-9D8D-B21534B0C6CC}" dt="2020-12-03T01:13:22.530" v="4437"/>
          <ac:grpSpMkLst>
            <pc:docMk/>
            <pc:sldMk cId="615592541" sldId="373"/>
            <ac:grpSpMk id="44" creationId="{5930A674-1151-AE4E-9CAE-276FA17D766A}"/>
          </ac:grpSpMkLst>
        </pc:grpChg>
        <pc:grpChg chg="del mod">
          <ac:chgData name="鈴木 秀規" userId="f68c5fd9-22d5-4c0a-9833-7fb0f5135313" providerId="ADAL" clId="{E98ED17A-7109-B540-9D8D-B21534B0C6CC}" dt="2020-12-03T01:13:25.226" v="4440"/>
          <ac:grpSpMkLst>
            <pc:docMk/>
            <pc:sldMk cId="615592541" sldId="373"/>
            <ac:grpSpMk id="50" creationId="{C4183422-7E13-7C4C-B712-DE3E98AD633A}"/>
          </ac:grpSpMkLst>
        </pc:grpChg>
        <pc:grpChg chg="mod">
          <ac:chgData name="鈴木 秀規" userId="f68c5fd9-22d5-4c0a-9833-7fb0f5135313" providerId="ADAL" clId="{E98ED17A-7109-B540-9D8D-B21534B0C6CC}" dt="2020-12-03T01:13:22.530" v="4437"/>
          <ac:grpSpMkLst>
            <pc:docMk/>
            <pc:sldMk cId="615592541" sldId="373"/>
            <ac:grpSpMk id="51" creationId="{BADCCBE2-93D5-1B43-B588-3A3CFF852C58}"/>
          </ac:grpSpMkLst>
        </pc:grpChg>
        <pc:grpChg chg="mod">
          <ac:chgData name="鈴木 秀規" userId="f68c5fd9-22d5-4c0a-9833-7fb0f5135313" providerId="ADAL" clId="{E98ED17A-7109-B540-9D8D-B21534B0C6CC}" dt="2020-12-03T01:13:25.226" v="4440"/>
          <ac:grpSpMkLst>
            <pc:docMk/>
            <pc:sldMk cId="615592541" sldId="373"/>
            <ac:grpSpMk id="54" creationId="{EC51F5D5-9987-304C-81F2-23905D124D38}"/>
          </ac:grpSpMkLst>
        </pc:grpChg>
        <pc:picChg chg="del">
          <ac:chgData name="鈴木 秀規" userId="f68c5fd9-22d5-4c0a-9833-7fb0f5135313" providerId="ADAL" clId="{E98ED17A-7109-B540-9D8D-B21534B0C6CC}" dt="2020-12-03T01:12:36.799" v="4395" actId="478"/>
          <ac:picMkLst>
            <pc:docMk/>
            <pc:sldMk cId="615592541" sldId="373"/>
            <ac:picMk id="9" creationId="{D02AEF55-75BE-9A46-B250-FC3DC2E377DE}"/>
          </ac:picMkLst>
        </pc:picChg>
        <pc:picChg chg="del">
          <ac:chgData name="鈴木 秀規" userId="f68c5fd9-22d5-4c0a-9833-7fb0f5135313" providerId="ADAL" clId="{E98ED17A-7109-B540-9D8D-B21534B0C6CC}" dt="2020-12-03T01:12:36.799" v="4395" actId="478"/>
          <ac:picMkLst>
            <pc:docMk/>
            <pc:sldMk cId="615592541" sldId="373"/>
            <ac:picMk id="15" creationId="{4374EA10-B603-D54A-93C0-72956B90F74B}"/>
          </ac:picMkLst>
        </pc:picChg>
        <pc:inkChg chg="add">
          <ac:chgData name="鈴木 秀規" userId="f68c5fd9-22d5-4c0a-9833-7fb0f5135313" providerId="ADAL" clId="{E98ED17A-7109-B540-9D8D-B21534B0C6CC}" dt="2020-12-03T01:12:45.376" v="4396" actId="9405"/>
          <ac:inkMkLst>
            <pc:docMk/>
            <pc:sldMk cId="615592541" sldId="373"/>
            <ac:inkMk id="5" creationId="{0AAFCCC5-5E76-CA48-81D5-A4E539E4401A}"/>
          </ac:inkMkLst>
        </pc:inkChg>
        <pc:inkChg chg="add">
          <ac:chgData name="鈴木 秀規" userId="f68c5fd9-22d5-4c0a-9833-7fb0f5135313" providerId="ADAL" clId="{E98ED17A-7109-B540-9D8D-B21534B0C6CC}" dt="2020-12-03T01:12:46.255" v="4397" actId="9405"/>
          <ac:inkMkLst>
            <pc:docMk/>
            <pc:sldMk cId="615592541" sldId="373"/>
            <ac:inkMk id="7" creationId="{2D2B5447-4F6B-9C44-9888-8B103E237897}"/>
          </ac:inkMkLst>
        </pc:inkChg>
        <pc:inkChg chg="add">
          <ac:chgData name="鈴木 秀規" userId="f68c5fd9-22d5-4c0a-9833-7fb0f5135313" providerId="ADAL" clId="{E98ED17A-7109-B540-9D8D-B21534B0C6CC}" dt="2020-12-03T01:12:47.620" v="4398" actId="9405"/>
          <ac:inkMkLst>
            <pc:docMk/>
            <pc:sldMk cId="615592541" sldId="373"/>
            <ac:inkMk id="8" creationId="{32D62E2B-CE79-3B4C-B7D1-ECDA946FA396}"/>
          </ac:inkMkLst>
        </pc:inkChg>
        <pc:inkChg chg="add">
          <ac:chgData name="鈴木 秀規" userId="f68c5fd9-22d5-4c0a-9833-7fb0f5135313" providerId="ADAL" clId="{E98ED17A-7109-B540-9D8D-B21534B0C6CC}" dt="2020-12-03T01:12:48.478" v="4399" actId="9405"/>
          <ac:inkMkLst>
            <pc:docMk/>
            <pc:sldMk cId="615592541" sldId="373"/>
            <ac:inkMk id="10" creationId="{C38D747C-B1C5-7646-8912-EAF8AD9B05FB}"/>
          </ac:inkMkLst>
        </pc:inkChg>
        <pc:inkChg chg="add mod">
          <ac:chgData name="鈴木 秀規" userId="f68c5fd9-22d5-4c0a-9833-7fb0f5135313" providerId="ADAL" clId="{E98ED17A-7109-B540-9D8D-B21534B0C6CC}" dt="2020-12-03T01:13:00.256" v="4414"/>
          <ac:inkMkLst>
            <pc:docMk/>
            <pc:sldMk cId="615592541" sldId="373"/>
            <ac:inkMk id="12" creationId="{806335AF-A205-0341-B2A0-1D60694F4960}"/>
          </ac:inkMkLst>
        </pc:inkChg>
        <pc:inkChg chg="add mod">
          <ac:chgData name="鈴木 秀規" userId="f68c5fd9-22d5-4c0a-9833-7fb0f5135313" providerId="ADAL" clId="{E98ED17A-7109-B540-9D8D-B21534B0C6CC}" dt="2020-12-03T01:13:00.256" v="4414"/>
          <ac:inkMkLst>
            <pc:docMk/>
            <pc:sldMk cId="615592541" sldId="373"/>
            <ac:inkMk id="13" creationId="{265E78D4-90FC-E941-952F-4DC34934B910}"/>
          </ac:inkMkLst>
        </pc:inkChg>
        <pc:inkChg chg="add mod">
          <ac:chgData name="鈴木 秀規" userId="f68c5fd9-22d5-4c0a-9833-7fb0f5135313" providerId="ADAL" clId="{E98ED17A-7109-B540-9D8D-B21534B0C6CC}" dt="2020-12-03T01:13:00.256" v="4414"/>
          <ac:inkMkLst>
            <pc:docMk/>
            <pc:sldMk cId="615592541" sldId="373"/>
            <ac:inkMk id="16" creationId="{25D529C6-2677-8143-A2EC-3E3D29C398ED}"/>
          </ac:inkMkLst>
        </pc:inkChg>
        <pc:inkChg chg="add mod">
          <ac:chgData name="鈴木 秀規" userId="f68c5fd9-22d5-4c0a-9833-7fb0f5135313" providerId="ADAL" clId="{E98ED17A-7109-B540-9D8D-B21534B0C6CC}" dt="2020-12-03T01:13:00.256" v="4414"/>
          <ac:inkMkLst>
            <pc:docMk/>
            <pc:sldMk cId="615592541" sldId="373"/>
            <ac:inkMk id="17" creationId="{06274F75-3053-9645-A2A8-DF2DE6A3B538}"/>
          </ac:inkMkLst>
        </pc:inkChg>
        <pc:inkChg chg="add mod">
          <ac:chgData name="鈴木 秀規" userId="f68c5fd9-22d5-4c0a-9833-7fb0f5135313" providerId="ADAL" clId="{E98ED17A-7109-B540-9D8D-B21534B0C6CC}" dt="2020-12-03T01:13:00.256" v="4414"/>
          <ac:inkMkLst>
            <pc:docMk/>
            <pc:sldMk cId="615592541" sldId="373"/>
            <ac:inkMk id="18" creationId="{5D9D1CCC-7C4B-4F45-9E8C-46E7A461F224}"/>
          </ac:inkMkLst>
        </pc:inkChg>
        <pc:inkChg chg="add mod">
          <ac:chgData name="鈴木 秀規" userId="f68c5fd9-22d5-4c0a-9833-7fb0f5135313" providerId="ADAL" clId="{E98ED17A-7109-B540-9D8D-B21534B0C6CC}" dt="2020-12-03T01:13:00.256" v="4414"/>
          <ac:inkMkLst>
            <pc:docMk/>
            <pc:sldMk cId="615592541" sldId="373"/>
            <ac:inkMk id="19" creationId="{80067FE2-41C2-1547-839E-8D7B8C559F11}"/>
          </ac:inkMkLst>
        </pc:inkChg>
        <pc:inkChg chg="add mod">
          <ac:chgData name="鈴木 秀規" userId="f68c5fd9-22d5-4c0a-9833-7fb0f5135313" providerId="ADAL" clId="{E98ED17A-7109-B540-9D8D-B21534B0C6CC}" dt="2020-12-03T01:13:00.256" v="4414"/>
          <ac:inkMkLst>
            <pc:docMk/>
            <pc:sldMk cId="615592541" sldId="373"/>
            <ac:inkMk id="20" creationId="{F851E1F2-49C9-2445-9F7E-DE468F4F208B}"/>
          </ac:inkMkLst>
        </pc:inkChg>
        <pc:inkChg chg="add mod">
          <ac:chgData name="鈴木 秀規" userId="f68c5fd9-22d5-4c0a-9833-7fb0f5135313" providerId="ADAL" clId="{E98ED17A-7109-B540-9D8D-B21534B0C6CC}" dt="2020-12-03T01:13:00.256" v="4414"/>
          <ac:inkMkLst>
            <pc:docMk/>
            <pc:sldMk cId="615592541" sldId="373"/>
            <ac:inkMk id="22" creationId="{30A1AF40-AD9F-8C47-9E55-8A996B26915D}"/>
          </ac:inkMkLst>
        </pc:inkChg>
        <pc:inkChg chg="add mod">
          <ac:chgData name="鈴木 秀規" userId="f68c5fd9-22d5-4c0a-9833-7fb0f5135313" providerId="ADAL" clId="{E98ED17A-7109-B540-9D8D-B21534B0C6CC}" dt="2020-12-03T01:13:00.256" v="4414"/>
          <ac:inkMkLst>
            <pc:docMk/>
            <pc:sldMk cId="615592541" sldId="373"/>
            <ac:inkMk id="23" creationId="{B40EA742-73B3-364D-AA23-FB8590AC2207}"/>
          </ac:inkMkLst>
        </pc:inkChg>
        <pc:inkChg chg="add mod">
          <ac:chgData name="鈴木 秀規" userId="f68c5fd9-22d5-4c0a-9833-7fb0f5135313" providerId="ADAL" clId="{E98ED17A-7109-B540-9D8D-B21534B0C6CC}" dt="2020-12-03T01:13:00.256" v="4414"/>
          <ac:inkMkLst>
            <pc:docMk/>
            <pc:sldMk cId="615592541" sldId="373"/>
            <ac:inkMk id="24" creationId="{5795096A-74E9-234F-8BC6-A2B37FEC1E1B}"/>
          </ac:inkMkLst>
        </pc:inkChg>
        <pc:inkChg chg="add mod">
          <ac:chgData name="鈴木 秀規" userId="f68c5fd9-22d5-4c0a-9833-7fb0f5135313" providerId="ADAL" clId="{E98ED17A-7109-B540-9D8D-B21534B0C6CC}" dt="2020-12-03T01:13:00.256" v="4414"/>
          <ac:inkMkLst>
            <pc:docMk/>
            <pc:sldMk cId="615592541" sldId="373"/>
            <ac:inkMk id="26" creationId="{9B6B34F6-24F6-0845-A046-BBBEA60020BC}"/>
          </ac:inkMkLst>
        </pc:inkChg>
        <pc:inkChg chg="add mod">
          <ac:chgData name="鈴木 秀規" userId="f68c5fd9-22d5-4c0a-9833-7fb0f5135313" providerId="ADAL" clId="{E98ED17A-7109-B540-9D8D-B21534B0C6CC}" dt="2020-12-03T01:13:04.351" v="4419"/>
          <ac:inkMkLst>
            <pc:docMk/>
            <pc:sldMk cId="615592541" sldId="373"/>
            <ac:inkMk id="28" creationId="{12C4A5BC-67FB-BC4D-BC74-8AF6D08168AF}"/>
          </ac:inkMkLst>
        </pc:inkChg>
        <pc:inkChg chg="add mod">
          <ac:chgData name="鈴木 秀規" userId="f68c5fd9-22d5-4c0a-9833-7fb0f5135313" providerId="ADAL" clId="{E98ED17A-7109-B540-9D8D-B21534B0C6CC}" dt="2020-12-03T01:13:04.351" v="4419"/>
          <ac:inkMkLst>
            <pc:docMk/>
            <pc:sldMk cId="615592541" sldId="373"/>
            <ac:inkMk id="29" creationId="{6DAC1C2F-D9A4-1944-8C16-2751D238E4A6}"/>
          </ac:inkMkLst>
        </pc:inkChg>
        <pc:inkChg chg="add mod">
          <ac:chgData name="鈴木 秀規" userId="f68c5fd9-22d5-4c0a-9833-7fb0f5135313" providerId="ADAL" clId="{E98ED17A-7109-B540-9D8D-B21534B0C6CC}" dt="2020-12-03T01:13:04.351" v="4419"/>
          <ac:inkMkLst>
            <pc:docMk/>
            <pc:sldMk cId="615592541" sldId="373"/>
            <ac:inkMk id="30" creationId="{B951B618-8B83-0845-91F9-73B0D476A03E}"/>
          </ac:inkMkLst>
        </pc:inkChg>
        <pc:inkChg chg="add mod">
          <ac:chgData name="鈴木 秀規" userId="f68c5fd9-22d5-4c0a-9833-7fb0f5135313" providerId="ADAL" clId="{E98ED17A-7109-B540-9D8D-B21534B0C6CC}" dt="2020-12-03T01:13:04.351" v="4419"/>
          <ac:inkMkLst>
            <pc:docMk/>
            <pc:sldMk cId="615592541" sldId="373"/>
            <ac:inkMk id="31" creationId="{72845632-76A6-8147-A9AC-11489DA2606D}"/>
          </ac:inkMkLst>
        </pc:inkChg>
        <pc:inkChg chg="add mod">
          <ac:chgData name="鈴木 秀規" userId="f68c5fd9-22d5-4c0a-9833-7fb0f5135313" providerId="ADAL" clId="{E98ED17A-7109-B540-9D8D-B21534B0C6CC}" dt="2020-12-03T01:13:22.530" v="4437"/>
          <ac:inkMkLst>
            <pc:docMk/>
            <pc:sldMk cId="615592541" sldId="373"/>
            <ac:inkMk id="33" creationId="{327E1137-848C-0542-A008-A361377DC6B3}"/>
          </ac:inkMkLst>
        </pc:inkChg>
        <pc:inkChg chg="add mod">
          <ac:chgData name="鈴木 秀規" userId="f68c5fd9-22d5-4c0a-9833-7fb0f5135313" providerId="ADAL" clId="{E98ED17A-7109-B540-9D8D-B21534B0C6CC}" dt="2020-12-03T01:13:22.530" v="4437"/>
          <ac:inkMkLst>
            <pc:docMk/>
            <pc:sldMk cId="615592541" sldId="373"/>
            <ac:inkMk id="34" creationId="{04E87504-CE51-1647-BC33-8498586A5F99}"/>
          </ac:inkMkLst>
        </pc:inkChg>
        <pc:inkChg chg="add mod">
          <ac:chgData name="鈴木 秀規" userId="f68c5fd9-22d5-4c0a-9833-7fb0f5135313" providerId="ADAL" clId="{E98ED17A-7109-B540-9D8D-B21534B0C6CC}" dt="2020-12-03T01:13:22.530" v="4437"/>
          <ac:inkMkLst>
            <pc:docMk/>
            <pc:sldMk cId="615592541" sldId="373"/>
            <ac:inkMk id="36" creationId="{914ED145-23CC-D24F-B377-64500A97C9BD}"/>
          </ac:inkMkLst>
        </pc:inkChg>
        <pc:inkChg chg="add mod">
          <ac:chgData name="鈴木 秀規" userId="f68c5fd9-22d5-4c0a-9833-7fb0f5135313" providerId="ADAL" clId="{E98ED17A-7109-B540-9D8D-B21534B0C6CC}" dt="2020-12-03T01:13:22.530" v="4437"/>
          <ac:inkMkLst>
            <pc:docMk/>
            <pc:sldMk cId="615592541" sldId="373"/>
            <ac:inkMk id="37" creationId="{FA522D34-9A1E-3845-B98E-2AEBD709AF4C}"/>
          </ac:inkMkLst>
        </pc:inkChg>
        <pc:inkChg chg="add mod">
          <ac:chgData name="鈴木 秀規" userId="f68c5fd9-22d5-4c0a-9833-7fb0f5135313" providerId="ADAL" clId="{E98ED17A-7109-B540-9D8D-B21534B0C6CC}" dt="2020-12-03T01:13:22.530" v="4437"/>
          <ac:inkMkLst>
            <pc:docMk/>
            <pc:sldMk cId="615592541" sldId="373"/>
            <ac:inkMk id="38" creationId="{9066D749-49B2-DD47-A77B-9E073DE6E36E}"/>
          </ac:inkMkLst>
        </pc:inkChg>
        <pc:inkChg chg="add mod">
          <ac:chgData name="鈴木 秀規" userId="f68c5fd9-22d5-4c0a-9833-7fb0f5135313" providerId="ADAL" clId="{E98ED17A-7109-B540-9D8D-B21534B0C6CC}" dt="2020-12-03T01:13:22.530" v="4437"/>
          <ac:inkMkLst>
            <pc:docMk/>
            <pc:sldMk cId="615592541" sldId="373"/>
            <ac:inkMk id="39" creationId="{6D0E7CA8-6D0E-5D45-95BF-6DD492468F82}"/>
          </ac:inkMkLst>
        </pc:inkChg>
        <pc:inkChg chg="add mod">
          <ac:chgData name="鈴木 秀規" userId="f68c5fd9-22d5-4c0a-9833-7fb0f5135313" providerId="ADAL" clId="{E98ED17A-7109-B540-9D8D-B21534B0C6CC}" dt="2020-12-03T01:13:22.530" v="4437"/>
          <ac:inkMkLst>
            <pc:docMk/>
            <pc:sldMk cId="615592541" sldId="373"/>
            <ac:inkMk id="40" creationId="{EBE4CD0E-56F2-C94C-85BD-2F0E4734D0C6}"/>
          </ac:inkMkLst>
        </pc:inkChg>
        <pc:inkChg chg="add mod">
          <ac:chgData name="鈴木 秀規" userId="f68c5fd9-22d5-4c0a-9833-7fb0f5135313" providerId="ADAL" clId="{E98ED17A-7109-B540-9D8D-B21534B0C6CC}" dt="2020-12-03T01:13:22.530" v="4437"/>
          <ac:inkMkLst>
            <pc:docMk/>
            <pc:sldMk cId="615592541" sldId="373"/>
            <ac:inkMk id="41" creationId="{C0C2010C-9DF9-6F4D-954C-13A577A55AD1}"/>
          </ac:inkMkLst>
        </pc:inkChg>
        <pc:inkChg chg="add mod">
          <ac:chgData name="鈴木 秀規" userId="f68c5fd9-22d5-4c0a-9833-7fb0f5135313" providerId="ADAL" clId="{E98ED17A-7109-B540-9D8D-B21534B0C6CC}" dt="2020-12-03T01:13:22.530" v="4437"/>
          <ac:inkMkLst>
            <pc:docMk/>
            <pc:sldMk cId="615592541" sldId="373"/>
            <ac:inkMk id="42" creationId="{0625FF5C-52FE-9445-8BF7-0BA1D54C9A6F}"/>
          </ac:inkMkLst>
        </pc:inkChg>
        <pc:inkChg chg="add mod">
          <ac:chgData name="鈴木 秀規" userId="f68c5fd9-22d5-4c0a-9833-7fb0f5135313" providerId="ADAL" clId="{E98ED17A-7109-B540-9D8D-B21534B0C6CC}" dt="2020-12-03T01:13:22.530" v="4437"/>
          <ac:inkMkLst>
            <pc:docMk/>
            <pc:sldMk cId="615592541" sldId="373"/>
            <ac:inkMk id="43" creationId="{0F4A4156-4EB8-0B43-83C5-FC67006F1FDE}"/>
          </ac:inkMkLst>
        </pc:inkChg>
        <pc:inkChg chg="add mod">
          <ac:chgData name="鈴木 秀規" userId="f68c5fd9-22d5-4c0a-9833-7fb0f5135313" providerId="ADAL" clId="{E98ED17A-7109-B540-9D8D-B21534B0C6CC}" dt="2020-12-03T01:13:22.530" v="4437"/>
          <ac:inkMkLst>
            <pc:docMk/>
            <pc:sldMk cId="615592541" sldId="373"/>
            <ac:inkMk id="45" creationId="{588F4819-1DC0-1740-A4EF-E006190C5EEF}"/>
          </ac:inkMkLst>
        </pc:inkChg>
        <pc:inkChg chg="add mod">
          <ac:chgData name="鈴木 秀規" userId="f68c5fd9-22d5-4c0a-9833-7fb0f5135313" providerId="ADAL" clId="{E98ED17A-7109-B540-9D8D-B21534B0C6CC}" dt="2020-12-03T01:13:22.530" v="4437"/>
          <ac:inkMkLst>
            <pc:docMk/>
            <pc:sldMk cId="615592541" sldId="373"/>
            <ac:inkMk id="46" creationId="{E2E294BA-E2E1-1A41-AEFC-7921BD5BB7ED}"/>
          </ac:inkMkLst>
        </pc:inkChg>
        <pc:inkChg chg="add mod">
          <ac:chgData name="鈴木 秀規" userId="f68c5fd9-22d5-4c0a-9833-7fb0f5135313" providerId="ADAL" clId="{E98ED17A-7109-B540-9D8D-B21534B0C6CC}" dt="2020-12-03T01:13:25.226" v="4440"/>
          <ac:inkMkLst>
            <pc:docMk/>
            <pc:sldMk cId="615592541" sldId="373"/>
            <ac:inkMk id="47" creationId="{ADB155EE-7897-0340-A79E-B348072C7BAC}"/>
          </ac:inkMkLst>
        </pc:inkChg>
        <pc:inkChg chg="add mod">
          <ac:chgData name="鈴木 秀規" userId="f68c5fd9-22d5-4c0a-9833-7fb0f5135313" providerId="ADAL" clId="{E98ED17A-7109-B540-9D8D-B21534B0C6CC}" dt="2020-12-03T01:13:25.226" v="4440"/>
          <ac:inkMkLst>
            <pc:docMk/>
            <pc:sldMk cId="615592541" sldId="373"/>
            <ac:inkMk id="48" creationId="{602A42FD-E6A0-DE42-AADE-9BD997397654}"/>
          </ac:inkMkLst>
        </pc:inkChg>
        <pc:inkChg chg="add mod">
          <ac:chgData name="鈴木 秀規" userId="f68c5fd9-22d5-4c0a-9833-7fb0f5135313" providerId="ADAL" clId="{E98ED17A-7109-B540-9D8D-B21534B0C6CC}" dt="2020-12-03T01:13:25.226" v="4440"/>
          <ac:inkMkLst>
            <pc:docMk/>
            <pc:sldMk cId="615592541" sldId="373"/>
            <ac:inkMk id="49" creationId="{CB785C1E-0477-6F47-AED8-83ABC4D01D6C}"/>
          </ac:inkMkLst>
        </pc:inkChg>
        <pc:inkChg chg="add mod">
          <ac:chgData name="鈴木 秀規" userId="f68c5fd9-22d5-4c0a-9833-7fb0f5135313" providerId="ADAL" clId="{E98ED17A-7109-B540-9D8D-B21534B0C6CC}" dt="2020-12-03T01:13:25.226" v="4440"/>
          <ac:inkMkLst>
            <pc:docMk/>
            <pc:sldMk cId="615592541" sldId="373"/>
            <ac:inkMk id="52" creationId="{12C88632-5B91-3741-8EB2-3FC9DA49DBAA}"/>
          </ac:inkMkLst>
        </pc:inkChg>
        <pc:inkChg chg="add mod">
          <ac:chgData name="鈴木 秀規" userId="f68c5fd9-22d5-4c0a-9833-7fb0f5135313" providerId="ADAL" clId="{E98ED17A-7109-B540-9D8D-B21534B0C6CC}" dt="2020-12-03T01:13:25.226" v="4440"/>
          <ac:inkMkLst>
            <pc:docMk/>
            <pc:sldMk cId="615592541" sldId="373"/>
            <ac:inkMk id="53" creationId="{12F4DDED-0E09-5E49-992F-7534E6CC9135}"/>
          </ac:inkMkLst>
        </pc:inkChg>
      </pc:sldChg>
    </pc:docChg>
  </pc:docChgLst>
  <pc:docChgLst>
    <pc:chgData name="鈴木 秀規" userId="S::h_suzuki@rhizome01.onmicrosoft.com::f68c5fd9-22d5-4c0a-9833-7fb0f5135313" providerId="AD" clId="Web-{41084A8C-A0A3-CA0D-2EC9-61FD28899570}"/>
    <pc:docChg chg="modSld">
      <pc:chgData name="鈴木 秀規" userId="S::h_suzuki@rhizome01.onmicrosoft.com::f68c5fd9-22d5-4c0a-9833-7fb0f5135313" providerId="AD" clId="Web-{41084A8C-A0A3-CA0D-2EC9-61FD28899570}" dt="2020-12-02T01:37:22.114" v="88" actId="20577"/>
      <pc:docMkLst>
        <pc:docMk/>
      </pc:docMkLst>
      <pc:sldChg chg="modSp">
        <pc:chgData name="鈴木 秀規" userId="S::h_suzuki@rhizome01.onmicrosoft.com::f68c5fd9-22d5-4c0a-9833-7fb0f5135313" providerId="AD" clId="Web-{41084A8C-A0A3-CA0D-2EC9-61FD28899570}" dt="2020-12-02T01:17:04.208" v="9" actId="20577"/>
        <pc:sldMkLst>
          <pc:docMk/>
          <pc:sldMk cId="0" sldId="256"/>
        </pc:sldMkLst>
        <pc:spChg chg="mod">
          <ac:chgData name="鈴木 秀規" userId="S::h_suzuki@rhizome01.onmicrosoft.com::f68c5fd9-22d5-4c0a-9833-7fb0f5135313" providerId="AD" clId="Web-{41084A8C-A0A3-CA0D-2EC9-61FD28899570}" dt="2020-12-02T01:17:04.208" v="9" actId="20577"/>
          <ac:spMkLst>
            <pc:docMk/>
            <pc:sldMk cId="0" sldId="256"/>
            <ac:spMk id="56" creationId="{00000000-0000-0000-0000-000000000000}"/>
          </ac:spMkLst>
        </pc:spChg>
      </pc:sldChg>
      <pc:sldChg chg="modSp">
        <pc:chgData name="鈴木 秀規" userId="S::h_suzuki@rhizome01.onmicrosoft.com::f68c5fd9-22d5-4c0a-9833-7fb0f5135313" providerId="AD" clId="Web-{41084A8C-A0A3-CA0D-2EC9-61FD28899570}" dt="2020-12-02T01:35:43.811" v="67" actId="20577"/>
        <pc:sldMkLst>
          <pc:docMk/>
          <pc:sldMk cId="1678292941" sldId="359"/>
        </pc:sldMkLst>
        <pc:spChg chg="mod">
          <ac:chgData name="鈴木 秀規" userId="S::h_suzuki@rhizome01.onmicrosoft.com::f68c5fd9-22d5-4c0a-9833-7fb0f5135313" providerId="AD" clId="Web-{41084A8C-A0A3-CA0D-2EC9-61FD28899570}" dt="2020-12-02T01:35:43.811" v="67" actId="20577"/>
          <ac:spMkLst>
            <pc:docMk/>
            <pc:sldMk cId="1678292941" sldId="359"/>
            <ac:spMk id="5" creationId="{9FB73B72-EC40-4233-BAB1-83ECFE5A4DD1}"/>
          </ac:spMkLst>
        </pc:spChg>
      </pc:sldChg>
      <pc:sldChg chg="modSp">
        <pc:chgData name="鈴木 秀規" userId="S::h_suzuki@rhizome01.onmicrosoft.com::f68c5fd9-22d5-4c0a-9833-7fb0f5135313" providerId="AD" clId="Web-{41084A8C-A0A3-CA0D-2EC9-61FD28899570}" dt="2020-12-02T01:37:22.114" v="87" actId="20577"/>
        <pc:sldMkLst>
          <pc:docMk/>
          <pc:sldMk cId="1668843990" sldId="360"/>
        </pc:sldMkLst>
        <pc:spChg chg="mod">
          <ac:chgData name="鈴木 秀規" userId="S::h_suzuki@rhizome01.onmicrosoft.com::f68c5fd9-22d5-4c0a-9833-7fb0f5135313" providerId="AD" clId="Web-{41084A8C-A0A3-CA0D-2EC9-61FD28899570}" dt="2020-12-02T01:37:22.114" v="87" actId="20577"/>
          <ac:spMkLst>
            <pc:docMk/>
            <pc:sldMk cId="1668843990" sldId="360"/>
            <ac:spMk id="9" creationId="{A4832727-EA7F-44D6-A9F2-E4AE0246960A}"/>
          </ac:spMkLst>
        </pc:spChg>
      </pc:sldChg>
    </pc:docChg>
  </pc:docChgLst>
  <pc:docChgLst>
    <pc:chgData name="鈴木 秀規" userId="f68c5fd9-22d5-4c0a-9833-7fb0f5135313" providerId="ADAL" clId="{AF96CCF2-A840-4D79-B969-C063CAB364A1}"/>
    <pc:docChg chg="modSld">
      <pc:chgData name="鈴木 秀規" userId="f68c5fd9-22d5-4c0a-9833-7fb0f5135313" providerId="ADAL" clId="{AF96CCF2-A840-4D79-B969-C063CAB364A1}" dt="2020-12-10T05:20:41.835" v="381" actId="5793"/>
      <pc:docMkLst>
        <pc:docMk/>
      </pc:docMkLst>
      <pc:sldChg chg="modSp mod">
        <pc:chgData name="鈴木 秀規" userId="f68c5fd9-22d5-4c0a-9833-7fb0f5135313" providerId="ADAL" clId="{AF96CCF2-A840-4D79-B969-C063CAB364A1}" dt="2020-12-10T05:16:41.920" v="277" actId="207"/>
        <pc:sldMkLst>
          <pc:docMk/>
          <pc:sldMk cId="510692425" sldId="259"/>
        </pc:sldMkLst>
        <pc:spChg chg="mod">
          <ac:chgData name="鈴木 秀規" userId="f68c5fd9-22d5-4c0a-9833-7fb0f5135313" providerId="ADAL" clId="{AF96CCF2-A840-4D79-B969-C063CAB364A1}" dt="2020-12-10T05:16:41.920" v="277" actId="207"/>
          <ac:spMkLst>
            <pc:docMk/>
            <pc:sldMk cId="510692425" sldId="259"/>
            <ac:spMk id="10" creationId="{3E5F57E8-1388-43AE-8DB4-00724FCD3EB3}"/>
          </ac:spMkLst>
        </pc:spChg>
      </pc:sldChg>
      <pc:sldChg chg="modSp mod">
        <pc:chgData name="鈴木 秀規" userId="f68c5fd9-22d5-4c0a-9833-7fb0f5135313" providerId="ADAL" clId="{AF96CCF2-A840-4D79-B969-C063CAB364A1}" dt="2020-12-10T05:14:37.944" v="120"/>
        <pc:sldMkLst>
          <pc:docMk/>
          <pc:sldMk cId="1668843990" sldId="360"/>
        </pc:sldMkLst>
        <pc:spChg chg="mod">
          <ac:chgData name="鈴木 秀規" userId="f68c5fd9-22d5-4c0a-9833-7fb0f5135313" providerId="ADAL" clId="{AF96CCF2-A840-4D79-B969-C063CAB364A1}" dt="2020-12-10T05:14:37.944" v="120"/>
          <ac:spMkLst>
            <pc:docMk/>
            <pc:sldMk cId="1668843990" sldId="360"/>
            <ac:spMk id="9" creationId="{A4832727-EA7F-44D6-A9F2-E4AE0246960A}"/>
          </ac:spMkLst>
        </pc:spChg>
      </pc:sldChg>
      <pc:sldChg chg="modSp mod">
        <pc:chgData name="鈴木 秀規" userId="f68c5fd9-22d5-4c0a-9833-7fb0f5135313" providerId="ADAL" clId="{AF96CCF2-A840-4D79-B969-C063CAB364A1}" dt="2020-12-10T05:15:57.439" v="239" actId="20577"/>
        <pc:sldMkLst>
          <pc:docMk/>
          <pc:sldMk cId="267129399" sldId="361"/>
        </pc:sldMkLst>
        <pc:spChg chg="mod">
          <ac:chgData name="鈴木 秀規" userId="f68c5fd9-22d5-4c0a-9833-7fb0f5135313" providerId="ADAL" clId="{AF96CCF2-A840-4D79-B969-C063CAB364A1}" dt="2020-12-10T05:15:57.439" v="239" actId="20577"/>
          <ac:spMkLst>
            <pc:docMk/>
            <pc:sldMk cId="267129399" sldId="361"/>
            <ac:spMk id="6" creationId="{D0F3BEAC-A5EA-4EE4-95C7-0AEC1107FD29}"/>
          </ac:spMkLst>
        </pc:spChg>
      </pc:sldChg>
      <pc:sldChg chg="modSp mod">
        <pc:chgData name="鈴木 秀規" userId="f68c5fd9-22d5-4c0a-9833-7fb0f5135313" providerId="ADAL" clId="{AF96CCF2-A840-4D79-B969-C063CAB364A1}" dt="2020-12-10T05:19:40.511" v="338" actId="207"/>
        <pc:sldMkLst>
          <pc:docMk/>
          <pc:sldMk cId="3018498330" sldId="369"/>
        </pc:sldMkLst>
        <pc:spChg chg="mod">
          <ac:chgData name="鈴木 秀規" userId="f68c5fd9-22d5-4c0a-9833-7fb0f5135313" providerId="ADAL" clId="{AF96CCF2-A840-4D79-B969-C063CAB364A1}" dt="2020-12-10T05:19:40.511" v="338" actId="207"/>
          <ac:spMkLst>
            <pc:docMk/>
            <pc:sldMk cId="3018498330" sldId="369"/>
            <ac:spMk id="5" creationId="{6B35BADF-F225-2348-897F-AF9752777AC5}"/>
          </ac:spMkLst>
        </pc:spChg>
      </pc:sldChg>
      <pc:sldChg chg="modSp mod">
        <pc:chgData name="鈴木 秀規" userId="f68c5fd9-22d5-4c0a-9833-7fb0f5135313" providerId="ADAL" clId="{AF96CCF2-A840-4D79-B969-C063CAB364A1}" dt="2020-12-10T05:20:41.835" v="381" actId="5793"/>
        <pc:sldMkLst>
          <pc:docMk/>
          <pc:sldMk cId="3805279594" sldId="370"/>
        </pc:sldMkLst>
        <pc:spChg chg="mod">
          <ac:chgData name="鈴木 秀規" userId="f68c5fd9-22d5-4c0a-9833-7fb0f5135313" providerId="ADAL" clId="{AF96CCF2-A840-4D79-B969-C063CAB364A1}" dt="2020-12-10T05:20:41.835" v="381" actId="5793"/>
          <ac:spMkLst>
            <pc:docMk/>
            <pc:sldMk cId="3805279594" sldId="370"/>
            <ac:spMk id="5" creationId="{D9D24A15-605C-D342-9DF6-15A80C8E63C7}"/>
          </ac:spMkLst>
        </pc:spChg>
      </pc:sldChg>
      <pc:sldChg chg="modSp mod">
        <pc:chgData name="鈴木 秀規" userId="f68c5fd9-22d5-4c0a-9833-7fb0f5135313" providerId="ADAL" clId="{AF96CCF2-A840-4D79-B969-C063CAB364A1}" dt="2020-12-10T05:20:03.861" v="347" actId="20577"/>
        <pc:sldMkLst>
          <pc:docMk/>
          <pc:sldMk cId="2800751255" sldId="371"/>
        </pc:sldMkLst>
        <pc:spChg chg="mod">
          <ac:chgData name="鈴木 秀規" userId="f68c5fd9-22d5-4c0a-9833-7fb0f5135313" providerId="ADAL" clId="{AF96CCF2-A840-4D79-B969-C063CAB364A1}" dt="2020-12-10T05:20:03.861" v="347" actId="20577"/>
          <ac:spMkLst>
            <pc:docMk/>
            <pc:sldMk cId="2800751255" sldId="371"/>
            <ac:spMk id="5" creationId="{199D3E35-553D-E34C-ABB7-3B8D9DB70C07}"/>
          </ac:spMkLst>
        </pc:spChg>
      </pc:sldChg>
    </pc:docChg>
  </pc:docChgLst>
  <pc:docChgLst>
    <pc:chgData name="鈴木 秀規" userId="f68c5fd9-22d5-4c0a-9833-7fb0f5135313" providerId="ADAL" clId="{B600404B-B4AC-BA48-ABCA-42DD293133BE}"/>
    <pc:docChg chg="undo custSel addSld delSld modSld sldOrd">
      <pc:chgData name="鈴木 秀規" userId="f68c5fd9-22d5-4c0a-9833-7fb0f5135313" providerId="ADAL" clId="{B600404B-B4AC-BA48-ABCA-42DD293133BE}" dt="2020-12-02T08:19:39.228" v="9351" actId="6549"/>
      <pc:docMkLst>
        <pc:docMk/>
      </pc:docMkLst>
      <pc:sldChg chg="addSp delSp modSp mod">
        <pc:chgData name="鈴木 秀規" userId="f68c5fd9-22d5-4c0a-9833-7fb0f5135313" providerId="ADAL" clId="{B600404B-B4AC-BA48-ABCA-42DD293133BE}" dt="2020-12-02T04:54:04.684" v="4077" actId="12"/>
        <pc:sldMkLst>
          <pc:docMk/>
          <pc:sldMk cId="510692425" sldId="259"/>
        </pc:sldMkLst>
        <pc:spChg chg="add mod">
          <ac:chgData name="鈴木 秀規" userId="f68c5fd9-22d5-4c0a-9833-7fb0f5135313" providerId="ADAL" clId="{B600404B-B4AC-BA48-ABCA-42DD293133BE}" dt="2020-12-02T02:23:27.049" v="1554" actId="14100"/>
          <ac:spMkLst>
            <pc:docMk/>
            <pc:sldMk cId="510692425" sldId="259"/>
            <ac:spMk id="2" creationId="{DC201A77-6CED-B64F-B3B1-47082D385545}"/>
          </ac:spMkLst>
        </pc:spChg>
        <pc:spChg chg="add del mod">
          <ac:chgData name="鈴木 秀規" userId="f68c5fd9-22d5-4c0a-9833-7fb0f5135313" providerId="ADAL" clId="{B600404B-B4AC-BA48-ABCA-42DD293133BE}" dt="2020-12-02T02:09:33.143" v="746" actId="478"/>
          <ac:spMkLst>
            <pc:docMk/>
            <pc:sldMk cId="510692425" sldId="259"/>
            <ac:spMk id="3" creationId="{CC3BEACF-542D-8D43-8EB6-E67A6836736E}"/>
          </ac:spMkLst>
        </pc:spChg>
        <pc:spChg chg="add mod">
          <ac:chgData name="鈴木 秀規" userId="f68c5fd9-22d5-4c0a-9833-7fb0f5135313" providerId="ADAL" clId="{B600404B-B4AC-BA48-ABCA-42DD293133BE}" dt="2020-12-02T02:11:22.858" v="766" actId="122"/>
          <ac:spMkLst>
            <pc:docMk/>
            <pc:sldMk cId="510692425" sldId="259"/>
            <ac:spMk id="4" creationId="{727D21BD-9F31-F24E-B765-050B498880B7}"/>
          </ac:spMkLst>
        </pc:spChg>
        <pc:spChg chg="mod">
          <ac:chgData name="鈴木 秀規" userId="f68c5fd9-22d5-4c0a-9833-7fb0f5135313" providerId="ADAL" clId="{B600404B-B4AC-BA48-ABCA-42DD293133BE}" dt="2020-12-02T01:49:22.837" v="702" actId="114"/>
          <ac:spMkLst>
            <pc:docMk/>
            <pc:sldMk cId="510692425" sldId="259"/>
            <ac:spMk id="7" creationId="{26125C28-3058-490D-92C2-94CB56CB505F}"/>
          </ac:spMkLst>
        </pc:spChg>
        <pc:spChg chg="add del mod">
          <ac:chgData name="鈴木 秀規" userId="f68c5fd9-22d5-4c0a-9833-7fb0f5135313" providerId="ADAL" clId="{B600404B-B4AC-BA48-ABCA-42DD293133BE}" dt="2020-12-02T04:54:04.684" v="4077" actId="12"/>
          <ac:spMkLst>
            <pc:docMk/>
            <pc:sldMk cId="510692425" sldId="259"/>
            <ac:spMk id="9" creationId="{14E1B7D8-B324-1D47-BB93-2B20562C44B8}"/>
          </ac:spMkLst>
        </pc:spChg>
        <pc:spChg chg="mod">
          <ac:chgData name="鈴木 秀規" userId="f68c5fd9-22d5-4c0a-9833-7fb0f5135313" providerId="ADAL" clId="{B600404B-B4AC-BA48-ABCA-42DD293133BE}" dt="2020-12-02T02:28:29.305" v="1762" actId="14100"/>
          <ac:spMkLst>
            <pc:docMk/>
            <pc:sldMk cId="510692425" sldId="259"/>
            <ac:spMk id="10" creationId="{3E5F57E8-1388-43AE-8DB4-00724FCD3EB3}"/>
          </ac:spMkLst>
        </pc:spChg>
        <pc:spChg chg="add del mod">
          <ac:chgData name="鈴木 秀規" userId="f68c5fd9-22d5-4c0a-9833-7fb0f5135313" providerId="ADAL" clId="{B600404B-B4AC-BA48-ABCA-42DD293133BE}" dt="2020-12-02T04:27:55.213" v="2673" actId="478"/>
          <ac:spMkLst>
            <pc:docMk/>
            <pc:sldMk cId="510692425" sldId="259"/>
            <ac:spMk id="11" creationId="{E2E00357-82C8-894B-AEA7-3E016C1C75A3}"/>
          </ac:spMkLst>
        </pc:spChg>
        <pc:spChg chg="add del mod">
          <ac:chgData name="鈴木 秀規" userId="f68c5fd9-22d5-4c0a-9833-7fb0f5135313" providerId="ADAL" clId="{B600404B-B4AC-BA48-ABCA-42DD293133BE}" dt="2020-12-02T02:29:58.865" v="1775" actId="478"/>
          <ac:spMkLst>
            <pc:docMk/>
            <pc:sldMk cId="510692425" sldId="259"/>
            <ac:spMk id="12" creationId="{AA4BC16F-B774-2548-9D76-CEAC3ACF35C6}"/>
          </ac:spMkLst>
        </pc:spChg>
        <pc:spChg chg="add del mod">
          <ac:chgData name="鈴木 秀規" userId="f68c5fd9-22d5-4c0a-9833-7fb0f5135313" providerId="ADAL" clId="{B600404B-B4AC-BA48-ABCA-42DD293133BE}" dt="2020-12-02T04:27:55.213" v="2673" actId="478"/>
          <ac:spMkLst>
            <pc:docMk/>
            <pc:sldMk cId="510692425" sldId="259"/>
            <ac:spMk id="13" creationId="{B973EC8C-CE64-954A-8E60-CEA7F2605A1C}"/>
          </ac:spMkLst>
        </pc:spChg>
        <pc:spChg chg="add del mod">
          <ac:chgData name="鈴木 秀規" userId="f68c5fd9-22d5-4c0a-9833-7fb0f5135313" providerId="ADAL" clId="{B600404B-B4AC-BA48-ABCA-42DD293133BE}" dt="2020-12-02T04:27:55.213" v="2673" actId="478"/>
          <ac:spMkLst>
            <pc:docMk/>
            <pc:sldMk cId="510692425" sldId="259"/>
            <ac:spMk id="14" creationId="{3CA950C9-C4F5-7543-BD2D-DFCE2F576188}"/>
          </ac:spMkLst>
        </pc:spChg>
        <pc:spChg chg="add del mod">
          <ac:chgData name="鈴木 秀規" userId="f68c5fd9-22d5-4c0a-9833-7fb0f5135313" providerId="ADAL" clId="{B600404B-B4AC-BA48-ABCA-42DD293133BE}" dt="2020-12-02T04:27:55.213" v="2673" actId="478"/>
          <ac:spMkLst>
            <pc:docMk/>
            <pc:sldMk cId="510692425" sldId="259"/>
            <ac:spMk id="15" creationId="{ED5AD4F3-B985-664A-86AC-B10F1F90B886}"/>
          </ac:spMkLst>
        </pc:spChg>
        <pc:spChg chg="add mod">
          <ac:chgData name="鈴木 秀規" userId="f68c5fd9-22d5-4c0a-9833-7fb0f5135313" providerId="ADAL" clId="{B600404B-B4AC-BA48-ABCA-42DD293133BE}" dt="2020-12-02T04:28:23.990" v="2714" actId="20577"/>
          <ac:spMkLst>
            <pc:docMk/>
            <pc:sldMk cId="510692425" sldId="259"/>
            <ac:spMk id="16" creationId="{15D20A36-4487-7441-AAC0-662645AC7C25}"/>
          </ac:spMkLst>
        </pc:spChg>
        <pc:grpChg chg="add">
          <ac:chgData name="鈴木 秀規" userId="f68c5fd9-22d5-4c0a-9833-7fb0f5135313" providerId="ADAL" clId="{B600404B-B4AC-BA48-ABCA-42DD293133BE}" dt="2020-12-02T02:13:59.325" v="791" actId="164"/>
          <ac:grpSpMkLst>
            <pc:docMk/>
            <pc:sldMk cId="510692425" sldId="259"/>
            <ac:grpSpMk id="8" creationId="{6ADB31C3-0BE2-AE4F-A979-FDA1F14C8FD1}"/>
          </ac:grpSpMkLst>
        </pc:grpChg>
      </pc:sldChg>
      <pc:sldChg chg="addSp delSp modSp mod modClrScheme chgLayout">
        <pc:chgData name="鈴木 秀規" userId="f68c5fd9-22d5-4c0a-9833-7fb0f5135313" providerId="ADAL" clId="{B600404B-B4AC-BA48-ABCA-42DD293133BE}" dt="2020-12-02T05:50:50.043" v="6319" actId="20577"/>
        <pc:sldMkLst>
          <pc:docMk/>
          <pc:sldMk cId="1511176286" sldId="261"/>
        </pc:sldMkLst>
        <pc:spChg chg="add mod ord">
          <ac:chgData name="鈴木 秀規" userId="f68c5fd9-22d5-4c0a-9833-7fb0f5135313" providerId="ADAL" clId="{B600404B-B4AC-BA48-ABCA-42DD293133BE}" dt="2020-12-02T05:50:50.043" v="6319" actId="20577"/>
          <ac:spMkLst>
            <pc:docMk/>
            <pc:sldMk cId="1511176286" sldId="261"/>
            <ac:spMk id="3" creationId="{0B12D7F3-A5C2-B94D-B5AC-293A43E6E105}"/>
          </ac:spMkLst>
        </pc:spChg>
        <pc:spChg chg="add del mod ord">
          <ac:chgData name="鈴木 秀規" userId="f68c5fd9-22d5-4c0a-9833-7fb0f5135313" providerId="ADAL" clId="{B600404B-B4AC-BA48-ABCA-42DD293133BE}" dt="2020-12-02T04:14:35.860" v="2005" actId="478"/>
          <ac:spMkLst>
            <pc:docMk/>
            <pc:sldMk cId="1511176286" sldId="261"/>
            <ac:spMk id="4" creationId="{E852CDE0-AA4B-314A-B85C-A782B80C00D9}"/>
          </ac:spMkLst>
        </pc:spChg>
        <pc:spChg chg="mod ord">
          <ac:chgData name="鈴木 秀規" userId="f68c5fd9-22d5-4c0a-9833-7fb0f5135313" providerId="ADAL" clId="{B600404B-B4AC-BA48-ABCA-42DD293133BE}" dt="2020-12-02T04:20:15.484" v="2178" actId="6264"/>
          <ac:spMkLst>
            <pc:docMk/>
            <pc:sldMk cId="1511176286" sldId="261"/>
            <ac:spMk id="5" creationId="{A3029779-EAC3-4C79-8D54-6C50A59BB25F}"/>
          </ac:spMkLst>
        </pc:spChg>
        <pc:spChg chg="mod ord">
          <ac:chgData name="鈴木 秀規" userId="f68c5fd9-22d5-4c0a-9833-7fb0f5135313" providerId="ADAL" clId="{B600404B-B4AC-BA48-ABCA-42DD293133BE}" dt="2020-12-02T04:20:15.484" v="2178" actId="6264"/>
          <ac:spMkLst>
            <pc:docMk/>
            <pc:sldMk cId="1511176286" sldId="261"/>
            <ac:spMk id="6" creationId="{93CAF3DF-C091-49F3-9A99-6DC437D36896}"/>
          </ac:spMkLst>
        </pc:spChg>
        <pc:spChg chg="mod ord">
          <ac:chgData name="鈴木 秀規" userId="f68c5fd9-22d5-4c0a-9833-7fb0f5135313" providerId="ADAL" clId="{B600404B-B4AC-BA48-ABCA-42DD293133BE}" dt="2020-12-02T05:50:12.152" v="6260" actId="114"/>
          <ac:spMkLst>
            <pc:docMk/>
            <pc:sldMk cId="1511176286" sldId="261"/>
            <ac:spMk id="7" creationId="{26125C28-3058-490D-92C2-94CB56CB505F}"/>
          </ac:spMkLst>
        </pc:spChg>
        <pc:spChg chg="add del mod ord">
          <ac:chgData name="鈴木 秀規" userId="f68c5fd9-22d5-4c0a-9833-7fb0f5135313" providerId="ADAL" clId="{B600404B-B4AC-BA48-ABCA-42DD293133BE}" dt="2020-12-02T04:18:39.054" v="2164" actId="6264"/>
          <ac:spMkLst>
            <pc:docMk/>
            <pc:sldMk cId="1511176286" sldId="261"/>
            <ac:spMk id="9" creationId="{C3192905-400E-EF41-AE20-89458CD96150}"/>
          </ac:spMkLst>
        </pc:spChg>
        <pc:spChg chg="del mod">
          <ac:chgData name="鈴木 秀規" userId="f68c5fd9-22d5-4c0a-9833-7fb0f5135313" providerId="ADAL" clId="{B600404B-B4AC-BA48-ABCA-42DD293133BE}" dt="2020-12-02T04:08:41.396" v="1831" actId="700"/>
          <ac:spMkLst>
            <pc:docMk/>
            <pc:sldMk cId="1511176286" sldId="261"/>
            <ac:spMk id="10" creationId="{3E5F57E8-1388-43AE-8DB4-00724FCD3EB3}"/>
          </ac:spMkLst>
        </pc:spChg>
        <pc:spChg chg="add del mod">
          <ac:chgData name="鈴木 秀規" userId="f68c5fd9-22d5-4c0a-9833-7fb0f5135313" providerId="ADAL" clId="{B600404B-B4AC-BA48-ABCA-42DD293133BE}" dt="2020-12-02T04:18:39.054" v="2164" actId="6264"/>
          <ac:spMkLst>
            <pc:docMk/>
            <pc:sldMk cId="1511176286" sldId="261"/>
            <ac:spMk id="11" creationId="{F5A7CD29-DF2C-2649-8D6C-D9CD9FFF89EE}"/>
          </ac:spMkLst>
        </pc:spChg>
        <pc:spChg chg="add del mod">
          <ac:chgData name="鈴木 秀規" userId="f68c5fd9-22d5-4c0a-9833-7fb0f5135313" providerId="ADAL" clId="{B600404B-B4AC-BA48-ABCA-42DD293133BE}" dt="2020-12-02T04:18:39.054" v="2164" actId="6264"/>
          <ac:spMkLst>
            <pc:docMk/>
            <pc:sldMk cId="1511176286" sldId="261"/>
            <ac:spMk id="12" creationId="{00BB7E62-BEF6-014D-B3C4-5CD6A5EF82A6}"/>
          </ac:spMkLst>
        </pc:spChg>
        <pc:spChg chg="add del mod">
          <ac:chgData name="鈴木 秀規" userId="f68c5fd9-22d5-4c0a-9833-7fb0f5135313" providerId="ADAL" clId="{B600404B-B4AC-BA48-ABCA-42DD293133BE}" dt="2020-12-02T04:18:39.054" v="2164" actId="6264"/>
          <ac:spMkLst>
            <pc:docMk/>
            <pc:sldMk cId="1511176286" sldId="261"/>
            <ac:spMk id="13" creationId="{CC291E27-F70F-4A45-B050-7EDC3A665555}"/>
          </ac:spMkLst>
        </pc:spChg>
        <pc:spChg chg="add del mod">
          <ac:chgData name="鈴木 秀規" userId="f68c5fd9-22d5-4c0a-9833-7fb0f5135313" providerId="ADAL" clId="{B600404B-B4AC-BA48-ABCA-42DD293133BE}" dt="2020-12-02T04:18:39.054" v="2164" actId="6264"/>
          <ac:spMkLst>
            <pc:docMk/>
            <pc:sldMk cId="1511176286" sldId="261"/>
            <ac:spMk id="14" creationId="{904467C0-5C51-654B-BEBF-953CC27972D7}"/>
          </ac:spMkLst>
        </pc:spChg>
        <pc:spChg chg="add del mod ord">
          <ac:chgData name="鈴木 秀規" userId="f68c5fd9-22d5-4c0a-9833-7fb0f5135313" providerId="ADAL" clId="{B600404B-B4AC-BA48-ABCA-42DD293133BE}" dt="2020-12-02T04:18:51.543" v="2165" actId="700"/>
          <ac:spMkLst>
            <pc:docMk/>
            <pc:sldMk cId="1511176286" sldId="261"/>
            <ac:spMk id="15" creationId="{EC25E2CB-2FED-5943-9A3F-BD1999E6F085}"/>
          </ac:spMkLst>
        </pc:spChg>
        <pc:spChg chg="add mod">
          <ac:chgData name="鈴木 秀規" userId="f68c5fd9-22d5-4c0a-9833-7fb0f5135313" providerId="ADAL" clId="{B600404B-B4AC-BA48-ABCA-42DD293133BE}" dt="2020-12-02T04:20:06.076" v="2176" actId="242"/>
          <ac:spMkLst>
            <pc:docMk/>
            <pc:sldMk cId="1511176286" sldId="261"/>
            <ac:spMk id="16" creationId="{3D3083A4-EDBD-F44F-B749-8C32843AE7E8}"/>
          </ac:spMkLst>
        </pc:spChg>
        <pc:spChg chg="add del mod">
          <ac:chgData name="鈴木 秀規" userId="f68c5fd9-22d5-4c0a-9833-7fb0f5135313" providerId="ADAL" clId="{B600404B-B4AC-BA48-ABCA-42DD293133BE}" dt="2020-12-02T04:20:15.484" v="2178" actId="6264"/>
          <ac:spMkLst>
            <pc:docMk/>
            <pc:sldMk cId="1511176286" sldId="261"/>
            <ac:spMk id="17" creationId="{B7EEAD20-B52E-C84D-BA41-A4B13D35618D}"/>
          </ac:spMkLst>
        </pc:spChg>
        <pc:spChg chg="add del mod">
          <ac:chgData name="鈴木 秀規" userId="f68c5fd9-22d5-4c0a-9833-7fb0f5135313" providerId="ADAL" clId="{B600404B-B4AC-BA48-ABCA-42DD293133BE}" dt="2020-12-02T04:20:15.484" v="2178" actId="6264"/>
          <ac:spMkLst>
            <pc:docMk/>
            <pc:sldMk cId="1511176286" sldId="261"/>
            <ac:spMk id="18" creationId="{40B8B8CE-4432-2546-8F34-537F5F02040C}"/>
          </ac:spMkLst>
        </pc:spChg>
        <pc:spChg chg="add del mod">
          <ac:chgData name="鈴木 秀規" userId="f68c5fd9-22d5-4c0a-9833-7fb0f5135313" providerId="ADAL" clId="{B600404B-B4AC-BA48-ABCA-42DD293133BE}" dt="2020-12-02T04:20:15.484" v="2178" actId="6264"/>
          <ac:spMkLst>
            <pc:docMk/>
            <pc:sldMk cId="1511176286" sldId="261"/>
            <ac:spMk id="19" creationId="{43D5AFBE-3129-1040-8963-822EAB0C5BD8}"/>
          </ac:spMkLst>
        </pc:spChg>
        <pc:spChg chg="add del mod">
          <ac:chgData name="鈴木 秀規" userId="f68c5fd9-22d5-4c0a-9833-7fb0f5135313" providerId="ADAL" clId="{B600404B-B4AC-BA48-ABCA-42DD293133BE}" dt="2020-12-02T04:20:15.484" v="2178" actId="6264"/>
          <ac:spMkLst>
            <pc:docMk/>
            <pc:sldMk cId="1511176286" sldId="261"/>
            <ac:spMk id="20" creationId="{2F0831C7-3517-C74B-BAB4-5369133A2678}"/>
          </ac:spMkLst>
        </pc:spChg>
        <pc:graphicFrameChg chg="add del mod modGraphic">
          <ac:chgData name="鈴木 秀規" userId="f68c5fd9-22d5-4c0a-9833-7fb0f5135313" providerId="ADAL" clId="{B600404B-B4AC-BA48-ABCA-42DD293133BE}" dt="2020-12-02T04:13:51.067" v="1969" actId="478"/>
          <ac:graphicFrameMkLst>
            <pc:docMk/>
            <pc:sldMk cId="1511176286" sldId="261"/>
            <ac:graphicFrameMk id="2" creationId="{498EC15B-77CB-D94B-ABA0-F0F409B243C6}"/>
          </ac:graphicFrameMkLst>
        </pc:graphicFrameChg>
        <pc:graphicFrameChg chg="add mod modGraphic">
          <ac:chgData name="鈴木 秀規" userId="f68c5fd9-22d5-4c0a-9833-7fb0f5135313" providerId="ADAL" clId="{B600404B-B4AC-BA48-ABCA-42DD293133BE}" dt="2020-12-02T04:42:16.648" v="3412" actId="20577"/>
          <ac:graphicFrameMkLst>
            <pc:docMk/>
            <pc:sldMk cId="1511176286" sldId="261"/>
            <ac:graphicFrameMk id="8" creationId="{2E59ED26-9DC1-6D41-B485-712238FCF173}"/>
          </ac:graphicFrameMkLst>
        </pc:graphicFrameChg>
      </pc:sldChg>
      <pc:sldChg chg="del">
        <pc:chgData name="鈴木 秀規" userId="f68c5fd9-22d5-4c0a-9833-7fb0f5135313" providerId="ADAL" clId="{B600404B-B4AC-BA48-ABCA-42DD293133BE}" dt="2020-12-02T04:27:42.306" v="2672" actId="2696"/>
        <pc:sldMkLst>
          <pc:docMk/>
          <pc:sldMk cId="1713214288" sldId="262"/>
        </pc:sldMkLst>
      </pc:sldChg>
      <pc:sldChg chg="del">
        <pc:chgData name="鈴木 秀規" userId="f68c5fd9-22d5-4c0a-9833-7fb0f5135313" providerId="ADAL" clId="{B600404B-B4AC-BA48-ABCA-42DD293133BE}" dt="2020-12-02T04:27:42.306" v="2672" actId="2696"/>
        <pc:sldMkLst>
          <pc:docMk/>
          <pc:sldMk cId="254834012" sldId="263"/>
        </pc:sldMkLst>
      </pc:sldChg>
      <pc:sldChg chg="del">
        <pc:chgData name="鈴木 秀規" userId="f68c5fd9-22d5-4c0a-9833-7fb0f5135313" providerId="ADAL" clId="{B600404B-B4AC-BA48-ABCA-42DD293133BE}" dt="2020-12-02T04:27:42.306" v="2672" actId="2696"/>
        <pc:sldMkLst>
          <pc:docMk/>
          <pc:sldMk cId="1099120957" sldId="264"/>
        </pc:sldMkLst>
      </pc:sldChg>
      <pc:sldChg chg="del">
        <pc:chgData name="鈴木 秀規" userId="f68c5fd9-22d5-4c0a-9833-7fb0f5135313" providerId="ADAL" clId="{B600404B-B4AC-BA48-ABCA-42DD293133BE}" dt="2020-12-02T04:27:42.306" v="2672" actId="2696"/>
        <pc:sldMkLst>
          <pc:docMk/>
          <pc:sldMk cId="1314233390" sldId="265"/>
        </pc:sldMkLst>
      </pc:sldChg>
      <pc:sldChg chg="del">
        <pc:chgData name="鈴木 秀規" userId="f68c5fd9-22d5-4c0a-9833-7fb0f5135313" providerId="ADAL" clId="{B600404B-B4AC-BA48-ABCA-42DD293133BE}" dt="2020-12-02T04:27:42.306" v="2672" actId="2696"/>
        <pc:sldMkLst>
          <pc:docMk/>
          <pc:sldMk cId="1172273642" sldId="266"/>
        </pc:sldMkLst>
      </pc:sldChg>
      <pc:sldChg chg="del">
        <pc:chgData name="鈴木 秀規" userId="f68c5fd9-22d5-4c0a-9833-7fb0f5135313" providerId="ADAL" clId="{B600404B-B4AC-BA48-ABCA-42DD293133BE}" dt="2020-12-02T04:27:42.306" v="2672" actId="2696"/>
        <pc:sldMkLst>
          <pc:docMk/>
          <pc:sldMk cId="3121341803" sldId="268"/>
        </pc:sldMkLst>
      </pc:sldChg>
      <pc:sldChg chg="del">
        <pc:chgData name="鈴木 秀規" userId="f68c5fd9-22d5-4c0a-9833-7fb0f5135313" providerId="ADAL" clId="{B600404B-B4AC-BA48-ABCA-42DD293133BE}" dt="2020-12-02T04:27:42.306" v="2672" actId="2696"/>
        <pc:sldMkLst>
          <pc:docMk/>
          <pc:sldMk cId="3266701290" sldId="270"/>
        </pc:sldMkLst>
      </pc:sldChg>
      <pc:sldChg chg="del">
        <pc:chgData name="鈴木 秀規" userId="f68c5fd9-22d5-4c0a-9833-7fb0f5135313" providerId="ADAL" clId="{B600404B-B4AC-BA48-ABCA-42DD293133BE}" dt="2020-12-02T04:27:42.306" v="2672" actId="2696"/>
        <pc:sldMkLst>
          <pc:docMk/>
          <pc:sldMk cId="3345440256" sldId="271"/>
        </pc:sldMkLst>
      </pc:sldChg>
      <pc:sldChg chg="del">
        <pc:chgData name="鈴木 秀規" userId="f68c5fd9-22d5-4c0a-9833-7fb0f5135313" providerId="ADAL" clId="{B600404B-B4AC-BA48-ABCA-42DD293133BE}" dt="2020-12-02T04:27:42.306" v="2672" actId="2696"/>
        <pc:sldMkLst>
          <pc:docMk/>
          <pc:sldMk cId="1062431507" sldId="272"/>
        </pc:sldMkLst>
      </pc:sldChg>
      <pc:sldChg chg="del">
        <pc:chgData name="鈴木 秀規" userId="f68c5fd9-22d5-4c0a-9833-7fb0f5135313" providerId="ADAL" clId="{B600404B-B4AC-BA48-ABCA-42DD293133BE}" dt="2020-12-02T04:27:42.306" v="2672" actId="2696"/>
        <pc:sldMkLst>
          <pc:docMk/>
          <pc:sldMk cId="321865084" sldId="274"/>
        </pc:sldMkLst>
      </pc:sldChg>
      <pc:sldChg chg="del">
        <pc:chgData name="鈴木 秀規" userId="f68c5fd9-22d5-4c0a-9833-7fb0f5135313" providerId="ADAL" clId="{B600404B-B4AC-BA48-ABCA-42DD293133BE}" dt="2020-12-02T04:27:42.306" v="2672" actId="2696"/>
        <pc:sldMkLst>
          <pc:docMk/>
          <pc:sldMk cId="1750612290" sldId="275"/>
        </pc:sldMkLst>
      </pc:sldChg>
      <pc:sldChg chg="del">
        <pc:chgData name="鈴木 秀規" userId="f68c5fd9-22d5-4c0a-9833-7fb0f5135313" providerId="ADAL" clId="{B600404B-B4AC-BA48-ABCA-42DD293133BE}" dt="2020-12-02T04:27:42.306" v="2672" actId="2696"/>
        <pc:sldMkLst>
          <pc:docMk/>
          <pc:sldMk cId="2863491344" sldId="276"/>
        </pc:sldMkLst>
      </pc:sldChg>
      <pc:sldChg chg="modSp del mod">
        <pc:chgData name="鈴木 秀規" userId="f68c5fd9-22d5-4c0a-9833-7fb0f5135313" providerId="ADAL" clId="{B600404B-B4AC-BA48-ABCA-42DD293133BE}" dt="2020-12-02T01:48:28.078" v="628" actId="2696"/>
        <pc:sldMkLst>
          <pc:docMk/>
          <pc:sldMk cId="1678292941" sldId="359"/>
        </pc:sldMkLst>
        <pc:spChg chg="mod">
          <ac:chgData name="鈴木 秀規" userId="f68c5fd9-22d5-4c0a-9833-7fb0f5135313" providerId="ADAL" clId="{B600404B-B4AC-BA48-ABCA-42DD293133BE}" dt="2020-12-02T01:41:11.197" v="113" actId="20577"/>
          <ac:spMkLst>
            <pc:docMk/>
            <pc:sldMk cId="1678292941" sldId="359"/>
            <ac:spMk id="5" creationId="{9FB73B72-EC40-4233-BAB1-83ECFE5A4DD1}"/>
          </ac:spMkLst>
        </pc:spChg>
      </pc:sldChg>
      <pc:sldChg chg="modSp mod">
        <pc:chgData name="鈴木 秀規" userId="f68c5fd9-22d5-4c0a-9833-7fb0f5135313" providerId="ADAL" clId="{B600404B-B4AC-BA48-ABCA-42DD293133BE}" dt="2020-12-02T01:48:09.543" v="626" actId="20577"/>
        <pc:sldMkLst>
          <pc:docMk/>
          <pc:sldMk cId="1668843990" sldId="360"/>
        </pc:sldMkLst>
        <pc:spChg chg="mod">
          <ac:chgData name="鈴木 秀規" userId="f68c5fd9-22d5-4c0a-9833-7fb0f5135313" providerId="ADAL" clId="{B600404B-B4AC-BA48-ABCA-42DD293133BE}" dt="2020-12-02T01:45:44.912" v="351" actId="20577"/>
          <ac:spMkLst>
            <pc:docMk/>
            <pc:sldMk cId="1668843990" sldId="360"/>
            <ac:spMk id="6" creationId="{296F413B-E489-4470-92CF-59B185034A28}"/>
          </ac:spMkLst>
        </pc:spChg>
        <pc:spChg chg="mod">
          <ac:chgData name="鈴木 秀規" userId="f68c5fd9-22d5-4c0a-9833-7fb0f5135313" providerId="ADAL" clId="{B600404B-B4AC-BA48-ABCA-42DD293133BE}" dt="2020-12-02T01:48:09.543" v="626" actId="20577"/>
          <ac:spMkLst>
            <pc:docMk/>
            <pc:sldMk cId="1668843990" sldId="360"/>
            <ac:spMk id="9" creationId="{A4832727-EA7F-44D6-A9F2-E4AE0246960A}"/>
          </ac:spMkLst>
        </pc:spChg>
      </pc:sldChg>
      <pc:sldChg chg="modSp mod">
        <pc:chgData name="鈴木 秀規" userId="f68c5fd9-22d5-4c0a-9833-7fb0f5135313" providerId="ADAL" clId="{B600404B-B4AC-BA48-ABCA-42DD293133BE}" dt="2020-12-02T01:48:17.333" v="627" actId="5793"/>
        <pc:sldMkLst>
          <pc:docMk/>
          <pc:sldMk cId="267129399" sldId="361"/>
        </pc:sldMkLst>
        <pc:spChg chg="mod">
          <ac:chgData name="鈴木 秀規" userId="f68c5fd9-22d5-4c0a-9833-7fb0f5135313" providerId="ADAL" clId="{B600404B-B4AC-BA48-ABCA-42DD293133BE}" dt="2020-12-02T01:45:36.756" v="348" actId="20577"/>
          <ac:spMkLst>
            <pc:docMk/>
            <pc:sldMk cId="267129399" sldId="361"/>
            <ac:spMk id="3" creationId="{AA9BFD7B-04B5-49CD-8E91-4AC76C8C681F}"/>
          </ac:spMkLst>
        </pc:spChg>
        <pc:spChg chg="mod">
          <ac:chgData name="鈴木 秀規" userId="f68c5fd9-22d5-4c0a-9833-7fb0f5135313" providerId="ADAL" clId="{B600404B-B4AC-BA48-ABCA-42DD293133BE}" dt="2020-12-02T01:48:17.333" v="627" actId="5793"/>
          <ac:spMkLst>
            <pc:docMk/>
            <pc:sldMk cId="267129399" sldId="361"/>
            <ac:spMk id="6" creationId="{D0F3BEAC-A5EA-4EE4-95C7-0AEC1107FD29}"/>
          </ac:spMkLst>
        </pc:spChg>
      </pc:sldChg>
      <pc:sldChg chg="addSp delSp modSp new mod chgLayout">
        <pc:chgData name="鈴木 秀規" userId="f68c5fd9-22d5-4c0a-9833-7fb0f5135313" providerId="ADAL" clId="{B600404B-B4AC-BA48-ABCA-42DD293133BE}" dt="2020-12-02T05:24:56.732" v="4844" actId="14734"/>
        <pc:sldMkLst>
          <pc:docMk/>
          <pc:sldMk cId="2503862587" sldId="362"/>
        </pc:sldMkLst>
        <pc:spChg chg="mod ord">
          <ac:chgData name="鈴木 秀規" userId="f68c5fd9-22d5-4c0a-9833-7fb0f5135313" providerId="ADAL" clId="{B600404B-B4AC-BA48-ABCA-42DD293133BE}" dt="2020-12-02T04:33:42.301" v="2887" actId="700"/>
          <ac:spMkLst>
            <pc:docMk/>
            <pc:sldMk cId="2503862587" sldId="362"/>
            <ac:spMk id="2" creationId="{6E4694B3-F66C-2C42-ABF3-667F907DA0DD}"/>
          </ac:spMkLst>
        </pc:spChg>
        <pc:spChg chg="mod ord">
          <ac:chgData name="鈴木 秀規" userId="f68c5fd9-22d5-4c0a-9833-7fb0f5135313" providerId="ADAL" clId="{B600404B-B4AC-BA48-ABCA-42DD293133BE}" dt="2020-12-02T05:09:53.477" v="4274" actId="20577"/>
          <ac:spMkLst>
            <pc:docMk/>
            <pc:sldMk cId="2503862587" sldId="362"/>
            <ac:spMk id="3" creationId="{0AA7DF0E-6130-4E46-AE0F-FC0B82015E51}"/>
          </ac:spMkLst>
        </pc:spChg>
        <pc:spChg chg="mod ord">
          <ac:chgData name="鈴木 秀規" userId="f68c5fd9-22d5-4c0a-9833-7fb0f5135313" providerId="ADAL" clId="{B600404B-B4AC-BA48-ABCA-42DD293133BE}" dt="2020-12-02T04:33:42.301" v="2887" actId="700"/>
          <ac:spMkLst>
            <pc:docMk/>
            <pc:sldMk cId="2503862587" sldId="362"/>
            <ac:spMk id="4" creationId="{D9FB1868-09BC-2B48-A261-614253F308F0}"/>
          </ac:spMkLst>
        </pc:spChg>
        <pc:spChg chg="del">
          <ac:chgData name="鈴木 秀規" userId="f68c5fd9-22d5-4c0a-9833-7fb0f5135313" providerId="ADAL" clId="{B600404B-B4AC-BA48-ABCA-42DD293133BE}" dt="2020-12-02T04:33:42.301" v="2887" actId="700"/>
          <ac:spMkLst>
            <pc:docMk/>
            <pc:sldMk cId="2503862587" sldId="362"/>
            <ac:spMk id="5" creationId="{EC071710-D4A1-D947-8F95-B8885D252A75}"/>
          </ac:spMkLst>
        </pc:spChg>
        <pc:spChg chg="add mod ord">
          <ac:chgData name="鈴木 秀規" userId="f68c5fd9-22d5-4c0a-9833-7fb0f5135313" providerId="ADAL" clId="{B600404B-B4AC-BA48-ABCA-42DD293133BE}" dt="2020-12-02T05:16:01.006" v="4537" actId="14100"/>
          <ac:spMkLst>
            <pc:docMk/>
            <pc:sldMk cId="2503862587" sldId="362"/>
            <ac:spMk id="6" creationId="{A4890558-85D0-1F40-B0C3-667A893B0352}"/>
          </ac:spMkLst>
        </pc:spChg>
        <pc:graphicFrameChg chg="add mod modGraphic">
          <ac:chgData name="鈴木 秀規" userId="f68c5fd9-22d5-4c0a-9833-7fb0f5135313" providerId="ADAL" clId="{B600404B-B4AC-BA48-ABCA-42DD293133BE}" dt="2020-12-02T05:24:56.732" v="4844" actId="14734"/>
          <ac:graphicFrameMkLst>
            <pc:docMk/>
            <pc:sldMk cId="2503862587" sldId="362"/>
            <ac:graphicFrameMk id="7" creationId="{4A74ACCC-FCC6-6B42-8E3E-348AE8E67A5C}"/>
          </ac:graphicFrameMkLst>
        </pc:graphicFrameChg>
      </pc:sldChg>
      <pc:sldChg chg="delSp modSp add mod ord">
        <pc:chgData name="鈴木 秀規" userId="f68c5fd9-22d5-4c0a-9833-7fb0f5135313" providerId="ADAL" clId="{B600404B-B4AC-BA48-ABCA-42DD293133BE}" dt="2020-12-02T05:51:40.506" v="6349" actId="114"/>
        <pc:sldMkLst>
          <pc:docMk/>
          <pc:sldMk cId="4089106883" sldId="363"/>
        </pc:sldMkLst>
        <pc:spChg chg="mod">
          <ac:chgData name="鈴木 秀規" userId="f68c5fd9-22d5-4c0a-9833-7fb0f5135313" providerId="ADAL" clId="{B600404B-B4AC-BA48-ABCA-42DD293133BE}" dt="2020-12-02T04:53:21.389" v="4074" actId="14100"/>
          <ac:spMkLst>
            <pc:docMk/>
            <pc:sldMk cId="4089106883" sldId="363"/>
            <ac:spMk id="2" creationId="{DC201A77-6CED-B64F-B3B1-47082D385545}"/>
          </ac:spMkLst>
        </pc:spChg>
        <pc:spChg chg="mod">
          <ac:chgData name="鈴木 秀規" userId="f68c5fd9-22d5-4c0a-9833-7fb0f5135313" providerId="ADAL" clId="{B600404B-B4AC-BA48-ABCA-42DD293133BE}" dt="2020-12-02T05:51:40.506" v="6349" actId="114"/>
          <ac:spMkLst>
            <pc:docMk/>
            <pc:sldMk cId="4089106883" sldId="363"/>
            <ac:spMk id="7" creationId="{26125C28-3058-490D-92C2-94CB56CB505F}"/>
          </ac:spMkLst>
        </pc:spChg>
        <pc:spChg chg="mod">
          <ac:chgData name="鈴木 秀規" userId="f68c5fd9-22d5-4c0a-9833-7fb0f5135313" providerId="ADAL" clId="{B600404B-B4AC-BA48-ABCA-42DD293133BE}" dt="2020-12-02T04:53:17.495" v="4073" actId="14100"/>
          <ac:spMkLst>
            <pc:docMk/>
            <pc:sldMk cId="4089106883" sldId="363"/>
            <ac:spMk id="9" creationId="{14E1B7D8-B324-1D47-BB93-2B20562C44B8}"/>
          </ac:spMkLst>
        </pc:spChg>
        <pc:spChg chg="mod">
          <ac:chgData name="鈴木 秀規" userId="f68c5fd9-22d5-4c0a-9833-7fb0f5135313" providerId="ADAL" clId="{B600404B-B4AC-BA48-ABCA-42DD293133BE}" dt="2020-12-02T05:26:43.906" v="5049" actId="20577"/>
          <ac:spMkLst>
            <pc:docMk/>
            <pc:sldMk cId="4089106883" sldId="363"/>
            <ac:spMk id="10" creationId="{3E5F57E8-1388-43AE-8DB4-00724FCD3EB3}"/>
          </ac:spMkLst>
        </pc:spChg>
        <pc:spChg chg="del">
          <ac:chgData name="鈴木 秀規" userId="f68c5fd9-22d5-4c0a-9833-7fb0f5135313" providerId="ADAL" clId="{B600404B-B4AC-BA48-ABCA-42DD293133BE}" dt="2020-12-02T04:39:08.472" v="3216" actId="478"/>
          <ac:spMkLst>
            <pc:docMk/>
            <pc:sldMk cId="4089106883" sldId="363"/>
            <ac:spMk id="16" creationId="{15D20A36-4487-7441-AAC0-662645AC7C25}"/>
          </ac:spMkLst>
        </pc:spChg>
      </pc:sldChg>
      <pc:sldChg chg="modSp new mod">
        <pc:chgData name="鈴木 秀規" userId="f68c5fd9-22d5-4c0a-9833-7fb0f5135313" providerId="ADAL" clId="{B600404B-B4AC-BA48-ABCA-42DD293133BE}" dt="2020-12-02T07:35:57.521" v="8283" actId="20577"/>
        <pc:sldMkLst>
          <pc:docMk/>
          <pc:sldMk cId="3893490019" sldId="364"/>
        </pc:sldMkLst>
        <pc:spChg chg="mod">
          <ac:chgData name="鈴木 秀規" userId="f68c5fd9-22d5-4c0a-9833-7fb0f5135313" providerId="ADAL" clId="{B600404B-B4AC-BA48-ABCA-42DD293133BE}" dt="2020-12-02T05:28:00.095" v="5105" actId="20577"/>
          <ac:spMkLst>
            <pc:docMk/>
            <pc:sldMk cId="3893490019" sldId="364"/>
            <ac:spMk id="3" creationId="{3A3F26A6-F565-3340-BD2E-EB9E7892240E}"/>
          </ac:spMkLst>
        </pc:spChg>
        <pc:spChg chg="mod">
          <ac:chgData name="鈴木 秀規" userId="f68c5fd9-22d5-4c0a-9833-7fb0f5135313" providerId="ADAL" clId="{B600404B-B4AC-BA48-ABCA-42DD293133BE}" dt="2020-12-02T07:35:57.521" v="8283" actId="20577"/>
          <ac:spMkLst>
            <pc:docMk/>
            <pc:sldMk cId="3893490019" sldId="364"/>
            <ac:spMk id="5" creationId="{2BB4C47D-B980-1C4B-8248-0869FD55EB3D}"/>
          </ac:spMkLst>
        </pc:spChg>
      </pc:sldChg>
      <pc:sldChg chg="addSp delSp modSp new mod modClrScheme chgLayout">
        <pc:chgData name="鈴木 秀規" userId="f68c5fd9-22d5-4c0a-9833-7fb0f5135313" providerId="ADAL" clId="{B600404B-B4AC-BA48-ABCA-42DD293133BE}" dt="2020-12-02T08:01:23.432" v="9334" actId="12385"/>
        <pc:sldMkLst>
          <pc:docMk/>
          <pc:sldMk cId="2559106598" sldId="365"/>
        </pc:sldMkLst>
        <pc:spChg chg="mod ord">
          <ac:chgData name="鈴木 秀規" userId="f68c5fd9-22d5-4c0a-9833-7fb0f5135313" providerId="ADAL" clId="{B600404B-B4AC-BA48-ABCA-42DD293133BE}" dt="2020-12-02T05:49:05.916" v="6232" actId="700"/>
          <ac:spMkLst>
            <pc:docMk/>
            <pc:sldMk cId="2559106598" sldId="365"/>
            <ac:spMk id="2" creationId="{78E72CC0-84D7-F940-8547-5CD32644186A}"/>
          </ac:spMkLst>
        </pc:spChg>
        <pc:spChg chg="mod ord">
          <ac:chgData name="鈴木 秀規" userId="f68c5fd9-22d5-4c0a-9833-7fb0f5135313" providerId="ADAL" clId="{B600404B-B4AC-BA48-ABCA-42DD293133BE}" dt="2020-12-02T05:49:05.916" v="6232" actId="700"/>
          <ac:spMkLst>
            <pc:docMk/>
            <pc:sldMk cId="2559106598" sldId="365"/>
            <ac:spMk id="3" creationId="{570D767C-529D-1D4C-9BD6-2E3AAE679914}"/>
          </ac:spMkLst>
        </pc:spChg>
        <pc:spChg chg="mod ord">
          <ac:chgData name="鈴木 秀規" userId="f68c5fd9-22d5-4c0a-9833-7fb0f5135313" providerId="ADAL" clId="{B600404B-B4AC-BA48-ABCA-42DD293133BE}" dt="2020-12-02T05:49:05.916" v="6232" actId="700"/>
          <ac:spMkLst>
            <pc:docMk/>
            <pc:sldMk cId="2559106598" sldId="365"/>
            <ac:spMk id="4" creationId="{5C76D554-1D05-0D47-95D6-B29E81E5EAFC}"/>
          </ac:spMkLst>
        </pc:spChg>
        <pc:spChg chg="del">
          <ac:chgData name="鈴木 秀規" userId="f68c5fd9-22d5-4c0a-9833-7fb0f5135313" providerId="ADAL" clId="{B600404B-B4AC-BA48-ABCA-42DD293133BE}" dt="2020-12-02T05:49:05.916" v="6232" actId="700"/>
          <ac:spMkLst>
            <pc:docMk/>
            <pc:sldMk cId="2559106598" sldId="365"/>
            <ac:spMk id="5" creationId="{98336345-77D1-E74E-B614-58C5A3FC2AFC}"/>
          </ac:spMkLst>
        </pc:spChg>
        <pc:graphicFrameChg chg="add mod modGraphic">
          <ac:chgData name="鈴木 秀規" userId="f68c5fd9-22d5-4c0a-9833-7fb0f5135313" providerId="ADAL" clId="{B600404B-B4AC-BA48-ABCA-42DD293133BE}" dt="2020-12-02T08:01:23.432" v="9334" actId="12385"/>
          <ac:graphicFrameMkLst>
            <pc:docMk/>
            <pc:sldMk cId="2559106598" sldId="365"/>
            <ac:graphicFrameMk id="6" creationId="{A5C776C1-5736-6E41-AFE0-D7FC9EBFA87B}"/>
          </ac:graphicFrameMkLst>
        </pc:graphicFrameChg>
      </pc:sldChg>
      <pc:sldChg chg="modSp new del mod">
        <pc:chgData name="鈴木 秀規" userId="f68c5fd9-22d5-4c0a-9833-7fb0f5135313" providerId="ADAL" clId="{B600404B-B4AC-BA48-ABCA-42DD293133BE}" dt="2020-12-02T07:34:48.074" v="8254" actId="2696"/>
        <pc:sldMkLst>
          <pc:docMk/>
          <pc:sldMk cId="671293941" sldId="366"/>
        </pc:sldMkLst>
        <pc:spChg chg="mod">
          <ac:chgData name="鈴木 秀規" userId="f68c5fd9-22d5-4c0a-9833-7fb0f5135313" providerId="ADAL" clId="{B600404B-B4AC-BA48-ABCA-42DD293133BE}" dt="2020-12-02T06:02:14.509" v="6889" actId="20577"/>
          <ac:spMkLst>
            <pc:docMk/>
            <pc:sldMk cId="671293941" sldId="366"/>
            <ac:spMk id="3" creationId="{32F6F70D-4A22-6441-9F95-1F3D498CB74F}"/>
          </ac:spMkLst>
        </pc:spChg>
        <pc:spChg chg="mod">
          <ac:chgData name="鈴木 秀規" userId="f68c5fd9-22d5-4c0a-9833-7fb0f5135313" providerId="ADAL" clId="{B600404B-B4AC-BA48-ABCA-42DD293133BE}" dt="2020-12-02T06:05:46.880" v="6905" actId="20577"/>
          <ac:spMkLst>
            <pc:docMk/>
            <pc:sldMk cId="671293941" sldId="366"/>
            <ac:spMk id="5" creationId="{A0D45762-B465-394B-8671-1944E65D97C7}"/>
          </ac:spMkLst>
        </pc:spChg>
      </pc:sldChg>
      <pc:sldChg chg="modSp add mod ord">
        <pc:chgData name="鈴木 秀規" userId="f68c5fd9-22d5-4c0a-9833-7fb0f5135313" providerId="ADAL" clId="{B600404B-B4AC-BA48-ABCA-42DD293133BE}" dt="2020-12-02T07:38:38.710" v="8518" actId="20577"/>
        <pc:sldMkLst>
          <pc:docMk/>
          <pc:sldMk cId="15529201" sldId="367"/>
        </pc:sldMkLst>
        <pc:spChg chg="mod">
          <ac:chgData name="鈴木 秀規" userId="f68c5fd9-22d5-4c0a-9833-7fb0f5135313" providerId="ADAL" clId="{B600404B-B4AC-BA48-ABCA-42DD293133BE}" dt="2020-12-02T06:11:15.049" v="7173" actId="14100"/>
          <ac:spMkLst>
            <pc:docMk/>
            <pc:sldMk cId="15529201" sldId="367"/>
            <ac:spMk id="2" creationId="{DC201A77-6CED-B64F-B3B1-47082D385545}"/>
          </ac:spMkLst>
        </pc:spChg>
        <pc:spChg chg="mod">
          <ac:chgData name="鈴木 秀規" userId="f68c5fd9-22d5-4c0a-9833-7fb0f5135313" providerId="ADAL" clId="{B600404B-B4AC-BA48-ABCA-42DD293133BE}" dt="2020-12-02T06:14:22.528" v="7407" actId="20577"/>
          <ac:spMkLst>
            <pc:docMk/>
            <pc:sldMk cId="15529201" sldId="367"/>
            <ac:spMk id="7" creationId="{26125C28-3058-490D-92C2-94CB56CB505F}"/>
          </ac:spMkLst>
        </pc:spChg>
        <pc:spChg chg="mod">
          <ac:chgData name="鈴木 秀規" userId="f68c5fd9-22d5-4c0a-9833-7fb0f5135313" providerId="ADAL" clId="{B600404B-B4AC-BA48-ABCA-42DD293133BE}" dt="2020-12-02T06:13:07.833" v="7308" actId="20577"/>
          <ac:spMkLst>
            <pc:docMk/>
            <pc:sldMk cId="15529201" sldId="367"/>
            <ac:spMk id="9" creationId="{14E1B7D8-B324-1D47-BB93-2B20562C44B8}"/>
          </ac:spMkLst>
        </pc:spChg>
        <pc:spChg chg="mod">
          <ac:chgData name="鈴木 秀規" userId="f68c5fd9-22d5-4c0a-9833-7fb0f5135313" providerId="ADAL" clId="{B600404B-B4AC-BA48-ABCA-42DD293133BE}" dt="2020-12-02T07:38:38.710" v="8518" actId="20577"/>
          <ac:spMkLst>
            <pc:docMk/>
            <pc:sldMk cId="15529201" sldId="367"/>
            <ac:spMk id="10" creationId="{3E5F57E8-1388-43AE-8DB4-00724FCD3EB3}"/>
          </ac:spMkLst>
        </pc:spChg>
      </pc:sldChg>
      <pc:sldChg chg="modSp add mod">
        <pc:chgData name="鈴木 秀規" userId="f68c5fd9-22d5-4c0a-9833-7fb0f5135313" providerId="ADAL" clId="{B600404B-B4AC-BA48-ABCA-42DD293133BE}" dt="2020-12-02T08:19:39.228" v="9351" actId="6549"/>
        <pc:sldMkLst>
          <pc:docMk/>
          <pc:sldMk cId="1431651866" sldId="368"/>
        </pc:sldMkLst>
        <pc:spChg chg="mod">
          <ac:chgData name="鈴木 秀規" userId="f68c5fd9-22d5-4c0a-9833-7fb0f5135313" providerId="ADAL" clId="{B600404B-B4AC-BA48-ABCA-42DD293133BE}" dt="2020-12-02T08:01:57.843" v="9350" actId="20577"/>
          <ac:spMkLst>
            <pc:docMk/>
            <pc:sldMk cId="1431651866" sldId="368"/>
            <ac:spMk id="3" creationId="{570D767C-529D-1D4C-9BD6-2E3AAE679914}"/>
          </ac:spMkLst>
        </pc:spChg>
        <pc:graphicFrameChg chg="modGraphic">
          <ac:chgData name="鈴木 秀規" userId="f68c5fd9-22d5-4c0a-9833-7fb0f5135313" providerId="ADAL" clId="{B600404B-B4AC-BA48-ABCA-42DD293133BE}" dt="2020-12-02T08:19:39.228" v="9351" actId="6549"/>
          <ac:graphicFrameMkLst>
            <pc:docMk/>
            <pc:sldMk cId="1431651866" sldId="368"/>
            <ac:graphicFrameMk id="6" creationId="{A5C776C1-5736-6E41-AFE0-D7FC9EBFA87B}"/>
          </ac:graphicFrameMkLst>
        </pc:graphicFrameChg>
      </pc:sldChg>
      <pc:sldMasterChg chg="delSldLayout">
        <pc:chgData name="鈴木 秀規" userId="f68c5fd9-22d5-4c0a-9833-7fb0f5135313" providerId="ADAL" clId="{B600404B-B4AC-BA48-ABCA-42DD293133BE}" dt="2020-12-02T04:27:42.306" v="2672" actId="2696"/>
        <pc:sldMasterMkLst>
          <pc:docMk/>
          <pc:sldMasterMk cId="435389543" sldId="2147483658"/>
        </pc:sldMasterMkLst>
        <pc:sldLayoutChg chg="del">
          <pc:chgData name="鈴木 秀規" userId="f68c5fd9-22d5-4c0a-9833-7fb0f5135313" providerId="ADAL" clId="{B600404B-B4AC-BA48-ABCA-42DD293133BE}" dt="2020-12-02T04:27:42.306" v="2672" actId="2696"/>
          <pc:sldLayoutMkLst>
            <pc:docMk/>
            <pc:sldMasterMk cId="435389543" sldId="2147483658"/>
            <pc:sldLayoutMk cId="2862377429" sldId="2147483665"/>
          </pc:sldLayoutMkLst>
        </pc:sldLayoutChg>
      </pc:sldMasterChg>
    </pc:docChg>
  </pc:docChgLst>
  <pc:docChgLst>
    <pc:chgData name="鈴木 秀規" userId="f68c5fd9-22d5-4c0a-9833-7fb0f5135313" providerId="ADAL" clId="{08638EF6-D777-4C0B-B3AC-F96EA920AE28}"/>
    <pc:docChg chg="undo custSel addSld delSld modSld">
      <pc:chgData name="鈴木 秀規" userId="f68c5fd9-22d5-4c0a-9833-7fb0f5135313" providerId="ADAL" clId="{08638EF6-D777-4C0B-B3AC-F96EA920AE28}" dt="2021-01-26T05:25:46.933" v="140" actId="14100"/>
      <pc:docMkLst>
        <pc:docMk/>
      </pc:docMkLst>
      <pc:sldChg chg="modSp mod">
        <pc:chgData name="鈴木 秀規" userId="f68c5fd9-22d5-4c0a-9833-7fb0f5135313" providerId="ADAL" clId="{08638EF6-D777-4C0B-B3AC-F96EA920AE28}" dt="2021-01-26T05:15:53.098" v="18" actId="14100"/>
        <pc:sldMkLst>
          <pc:docMk/>
          <pc:sldMk cId="0" sldId="256"/>
        </pc:sldMkLst>
        <pc:spChg chg="mod">
          <ac:chgData name="鈴木 秀規" userId="f68c5fd9-22d5-4c0a-9833-7fb0f5135313" providerId="ADAL" clId="{08638EF6-D777-4C0B-B3AC-F96EA920AE28}" dt="2021-01-26T05:15:53.098" v="18" actId="14100"/>
          <ac:spMkLst>
            <pc:docMk/>
            <pc:sldMk cId="0" sldId="256"/>
            <ac:spMk id="56" creationId="{00000000-0000-0000-0000-000000000000}"/>
          </ac:spMkLst>
        </pc:spChg>
      </pc:sldChg>
      <pc:sldChg chg="addSp delSp modSp new mod modClrScheme chgLayout">
        <pc:chgData name="鈴木 秀規" userId="f68c5fd9-22d5-4c0a-9833-7fb0f5135313" providerId="ADAL" clId="{08638EF6-D777-4C0B-B3AC-F96EA920AE28}" dt="2021-01-26T05:18:58.554" v="68" actId="20577"/>
        <pc:sldMkLst>
          <pc:docMk/>
          <pc:sldMk cId="1859091905" sldId="362"/>
        </pc:sldMkLst>
        <pc:spChg chg="del mod ord">
          <ac:chgData name="鈴木 秀規" userId="f68c5fd9-22d5-4c0a-9833-7fb0f5135313" providerId="ADAL" clId="{08638EF6-D777-4C0B-B3AC-F96EA920AE28}" dt="2021-01-26T05:16:11.335" v="21" actId="700"/>
          <ac:spMkLst>
            <pc:docMk/>
            <pc:sldMk cId="1859091905" sldId="362"/>
            <ac:spMk id="2" creationId="{4CBF5B66-7AA2-455B-BB64-AE2435551191}"/>
          </ac:spMkLst>
        </pc:spChg>
        <pc:spChg chg="del mod ord">
          <ac:chgData name="鈴木 秀規" userId="f68c5fd9-22d5-4c0a-9833-7fb0f5135313" providerId="ADAL" clId="{08638EF6-D777-4C0B-B3AC-F96EA920AE28}" dt="2021-01-26T05:16:11.335" v="21" actId="700"/>
          <ac:spMkLst>
            <pc:docMk/>
            <pc:sldMk cId="1859091905" sldId="362"/>
            <ac:spMk id="3" creationId="{1C6FA6B5-2ABF-4944-A196-C3D0F717D6DD}"/>
          </ac:spMkLst>
        </pc:spChg>
        <pc:spChg chg="mod ord">
          <ac:chgData name="鈴木 秀規" userId="f68c5fd9-22d5-4c0a-9833-7fb0f5135313" providerId="ADAL" clId="{08638EF6-D777-4C0B-B3AC-F96EA920AE28}" dt="2021-01-26T05:16:11.335" v="21" actId="700"/>
          <ac:spMkLst>
            <pc:docMk/>
            <pc:sldMk cId="1859091905" sldId="362"/>
            <ac:spMk id="4" creationId="{D6DC238B-EE56-4E60-9254-5D7461C2FECA}"/>
          </ac:spMkLst>
        </pc:spChg>
        <pc:spChg chg="mod ord">
          <ac:chgData name="鈴木 秀規" userId="f68c5fd9-22d5-4c0a-9833-7fb0f5135313" providerId="ADAL" clId="{08638EF6-D777-4C0B-B3AC-F96EA920AE28}" dt="2021-01-26T05:16:11.335" v="21" actId="700"/>
          <ac:spMkLst>
            <pc:docMk/>
            <pc:sldMk cId="1859091905" sldId="362"/>
            <ac:spMk id="5" creationId="{CAF52E47-E0BD-4CE1-8C78-272007650A0D}"/>
          </ac:spMkLst>
        </pc:spChg>
        <pc:spChg chg="del">
          <ac:chgData name="鈴木 秀規" userId="f68c5fd9-22d5-4c0a-9833-7fb0f5135313" providerId="ADAL" clId="{08638EF6-D777-4C0B-B3AC-F96EA920AE28}" dt="2021-01-26T05:16:11.335" v="21" actId="700"/>
          <ac:spMkLst>
            <pc:docMk/>
            <pc:sldMk cId="1859091905" sldId="362"/>
            <ac:spMk id="6" creationId="{79872133-46EE-42C3-B6F5-3AE94028958F}"/>
          </ac:spMkLst>
        </pc:spChg>
        <pc:spChg chg="add mod ord">
          <ac:chgData name="鈴木 秀規" userId="f68c5fd9-22d5-4c0a-9833-7fb0f5135313" providerId="ADAL" clId="{08638EF6-D777-4C0B-B3AC-F96EA920AE28}" dt="2021-01-26T05:17:31.196" v="24"/>
          <ac:spMkLst>
            <pc:docMk/>
            <pc:sldMk cId="1859091905" sldId="362"/>
            <ac:spMk id="7" creationId="{58177CF6-E256-4D88-B489-5F2EFF09AC4C}"/>
          </ac:spMkLst>
        </pc:spChg>
        <pc:spChg chg="add mod ord">
          <ac:chgData name="鈴木 秀規" userId="f68c5fd9-22d5-4c0a-9833-7fb0f5135313" providerId="ADAL" clId="{08638EF6-D777-4C0B-B3AC-F96EA920AE28}" dt="2021-01-26T05:18:58.554" v="68" actId="20577"/>
          <ac:spMkLst>
            <pc:docMk/>
            <pc:sldMk cId="1859091905" sldId="362"/>
            <ac:spMk id="8" creationId="{C57C43D1-E1C5-418D-A114-931FDA96CE3D}"/>
          </ac:spMkLst>
        </pc:spChg>
        <pc:picChg chg="add mod">
          <ac:chgData name="鈴木 秀規" userId="f68c5fd9-22d5-4c0a-9833-7fb0f5135313" providerId="ADAL" clId="{08638EF6-D777-4C0B-B3AC-F96EA920AE28}" dt="2021-01-26T05:17:56.352" v="28" actId="1076"/>
          <ac:picMkLst>
            <pc:docMk/>
            <pc:sldMk cId="1859091905" sldId="362"/>
            <ac:picMk id="9" creationId="{BA5D05B1-6F0D-4655-AFC1-495F71BCF81C}"/>
          </ac:picMkLst>
        </pc:picChg>
        <pc:picChg chg="add mod">
          <ac:chgData name="鈴木 秀規" userId="f68c5fd9-22d5-4c0a-9833-7fb0f5135313" providerId="ADAL" clId="{08638EF6-D777-4C0B-B3AC-F96EA920AE28}" dt="2021-01-26T05:17:56.352" v="28" actId="1076"/>
          <ac:picMkLst>
            <pc:docMk/>
            <pc:sldMk cId="1859091905" sldId="362"/>
            <ac:picMk id="10" creationId="{899D8770-B1F7-436F-BE7F-0F92A7770FDF}"/>
          </ac:picMkLst>
        </pc:picChg>
      </pc:sldChg>
      <pc:sldChg chg="addSp delSp modSp new mod">
        <pc:chgData name="鈴木 秀規" userId="f68c5fd9-22d5-4c0a-9833-7fb0f5135313" providerId="ADAL" clId="{08638EF6-D777-4C0B-B3AC-F96EA920AE28}" dt="2021-01-26T05:21:22.847" v="98" actId="1076"/>
        <pc:sldMkLst>
          <pc:docMk/>
          <pc:sldMk cId="2364365537" sldId="363"/>
        </pc:sldMkLst>
        <pc:spChg chg="mod">
          <ac:chgData name="鈴木 秀規" userId="f68c5fd9-22d5-4c0a-9833-7fb0f5135313" providerId="ADAL" clId="{08638EF6-D777-4C0B-B3AC-F96EA920AE28}" dt="2021-01-26T05:19:36.856" v="70"/>
          <ac:spMkLst>
            <pc:docMk/>
            <pc:sldMk cId="2364365537" sldId="363"/>
            <ac:spMk id="3" creationId="{B640D129-B6CB-4C83-B970-246D59D57573}"/>
          </ac:spMkLst>
        </pc:spChg>
        <pc:spChg chg="mod">
          <ac:chgData name="鈴木 秀規" userId="f68c5fd9-22d5-4c0a-9833-7fb0f5135313" providerId="ADAL" clId="{08638EF6-D777-4C0B-B3AC-F96EA920AE28}" dt="2021-01-26T05:19:50.758" v="73" actId="14100"/>
          <ac:spMkLst>
            <pc:docMk/>
            <pc:sldMk cId="2364365537" sldId="363"/>
            <ac:spMk id="5" creationId="{B57261C1-F514-40BE-AAF2-BA12D96EEC29}"/>
          </ac:spMkLst>
        </pc:spChg>
        <pc:spChg chg="add mod">
          <ac:chgData name="鈴木 秀規" userId="f68c5fd9-22d5-4c0a-9833-7fb0f5135313" providerId="ADAL" clId="{08638EF6-D777-4C0B-B3AC-F96EA920AE28}" dt="2021-01-26T05:20:52.991" v="88" actId="1076"/>
          <ac:spMkLst>
            <pc:docMk/>
            <pc:sldMk cId="2364365537" sldId="363"/>
            <ac:spMk id="9" creationId="{E22A0353-8EA1-4FD8-A39C-49D9187B8256}"/>
          </ac:spMkLst>
        </pc:spChg>
        <pc:picChg chg="add del mod">
          <ac:chgData name="鈴木 秀規" userId="f68c5fd9-22d5-4c0a-9833-7fb0f5135313" providerId="ADAL" clId="{08638EF6-D777-4C0B-B3AC-F96EA920AE28}" dt="2021-01-26T05:20:32.232" v="82" actId="478"/>
          <ac:picMkLst>
            <pc:docMk/>
            <pc:sldMk cId="2364365537" sldId="363"/>
            <ac:picMk id="6" creationId="{993F232B-F330-49C7-8CFF-CFCD402F49F4}"/>
          </ac:picMkLst>
        </pc:picChg>
        <pc:picChg chg="add mod">
          <ac:chgData name="鈴木 秀規" userId="f68c5fd9-22d5-4c0a-9833-7fb0f5135313" providerId="ADAL" clId="{08638EF6-D777-4C0B-B3AC-F96EA920AE28}" dt="2021-01-26T05:20:57.696" v="89" actId="14100"/>
          <ac:picMkLst>
            <pc:docMk/>
            <pc:sldMk cId="2364365537" sldId="363"/>
            <ac:picMk id="8" creationId="{763A5F80-3D1F-4918-9FDD-53A678F1CC4C}"/>
          </ac:picMkLst>
        </pc:picChg>
        <pc:picChg chg="add mod">
          <ac:chgData name="鈴木 秀規" userId="f68c5fd9-22d5-4c0a-9833-7fb0f5135313" providerId="ADAL" clId="{08638EF6-D777-4C0B-B3AC-F96EA920AE28}" dt="2021-01-26T05:21:14.092" v="94" actId="14100"/>
          <ac:picMkLst>
            <pc:docMk/>
            <pc:sldMk cId="2364365537" sldId="363"/>
            <ac:picMk id="10" creationId="{FBDEFDB1-0089-42FD-AE86-6574A2FA16DF}"/>
          </ac:picMkLst>
        </pc:picChg>
        <pc:picChg chg="add mod">
          <ac:chgData name="鈴木 秀規" userId="f68c5fd9-22d5-4c0a-9833-7fb0f5135313" providerId="ADAL" clId="{08638EF6-D777-4C0B-B3AC-F96EA920AE28}" dt="2021-01-26T05:21:22.847" v="98" actId="1076"/>
          <ac:picMkLst>
            <pc:docMk/>
            <pc:sldMk cId="2364365537" sldId="363"/>
            <ac:picMk id="11" creationId="{05719BC9-65AB-4C7B-9FC7-0A3C1B55521D}"/>
          </ac:picMkLst>
        </pc:picChg>
        <pc:picChg chg="add mod">
          <ac:chgData name="鈴木 秀規" userId="f68c5fd9-22d5-4c0a-9833-7fb0f5135313" providerId="ADAL" clId="{08638EF6-D777-4C0B-B3AC-F96EA920AE28}" dt="2021-01-26T05:21:19.192" v="96" actId="1076"/>
          <ac:picMkLst>
            <pc:docMk/>
            <pc:sldMk cId="2364365537" sldId="363"/>
            <ac:picMk id="12" creationId="{860637D5-85A1-4BFF-AD71-F43936BDB20B}"/>
          </ac:picMkLst>
        </pc:picChg>
      </pc:sldChg>
      <pc:sldChg chg="addSp modSp new mod">
        <pc:chgData name="鈴木 秀規" userId="f68c5fd9-22d5-4c0a-9833-7fb0f5135313" providerId="ADAL" clId="{08638EF6-D777-4C0B-B3AC-F96EA920AE28}" dt="2021-01-26T05:22:08.016" v="105" actId="1076"/>
        <pc:sldMkLst>
          <pc:docMk/>
          <pc:sldMk cId="2741627324" sldId="364"/>
        </pc:sldMkLst>
        <pc:spChg chg="mod">
          <ac:chgData name="鈴木 秀規" userId="f68c5fd9-22d5-4c0a-9833-7fb0f5135313" providerId="ADAL" clId="{08638EF6-D777-4C0B-B3AC-F96EA920AE28}" dt="2021-01-26T05:21:46.356" v="100"/>
          <ac:spMkLst>
            <pc:docMk/>
            <pc:sldMk cId="2741627324" sldId="364"/>
            <ac:spMk id="3" creationId="{B4DA3833-1318-40D9-AD12-6A36AD1AFCBA}"/>
          </ac:spMkLst>
        </pc:spChg>
        <pc:spChg chg="mod">
          <ac:chgData name="鈴木 秀規" userId="f68c5fd9-22d5-4c0a-9833-7fb0f5135313" providerId="ADAL" clId="{08638EF6-D777-4C0B-B3AC-F96EA920AE28}" dt="2021-01-26T05:22:03.812" v="103" actId="14100"/>
          <ac:spMkLst>
            <pc:docMk/>
            <pc:sldMk cId="2741627324" sldId="364"/>
            <ac:spMk id="5" creationId="{3EDB9DE5-251B-463B-B6D4-B3B16D2E8021}"/>
          </ac:spMkLst>
        </pc:spChg>
        <pc:picChg chg="add mod">
          <ac:chgData name="鈴木 秀規" userId="f68c5fd9-22d5-4c0a-9833-7fb0f5135313" providerId="ADAL" clId="{08638EF6-D777-4C0B-B3AC-F96EA920AE28}" dt="2021-01-26T05:22:08.016" v="105" actId="1076"/>
          <ac:picMkLst>
            <pc:docMk/>
            <pc:sldMk cId="2741627324" sldId="364"/>
            <ac:picMk id="6" creationId="{58B423EC-130A-4687-A843-790DB5B5F07B}"/>
          </ac:picMkLst>
        </pc:picChg>
      </pc:sldChg>
      <pc:sldChg chg="modSp new mod">
        <pc:chgData name="鈴木 秀規" userId="f68c5fd9-22d5-4c0a-9833-7fb0f5135313" providerId="ADAL" clId="{08638EF6-D777-4C0B-B3AC-F96EA920AE28}" dt="2021-01-26T05:23:15.844" v="115" actId="2710"/>
        <pc:sldMkLst>
          <pc:docMk/>
          <pc:sldMk cId="2463410247" sldId="365"/>
        </pc:sldMkLst>
        <pc:spChg chg="mod">
          <ac:chgData name="鈴木 秀規" userId="f68c5fd9-22d5-4c0a-9833-7fb0f5135313" providerId="ADAL" clId="{08638EF6-D777-4C0B-B3AC-F96EA920AE28}" dt="2021-01-26T05:22:27.921" v="107"/>
          <ac:spMkLst>
            <pc:docMk/>
            <pc:sldMk cId="2463410247" sldId="365"/>
            <ac:spMk id="3" creationId="{A7622962-8E8E-4B0A-B95C-5C847044E3A9}"/>
          </ac:spMkLst>
        </pc:spChg>
        <pc:spChg chg="mod">
          <ac:chgData name="鈴木 秀規" userId="f68c5fd9-22d5-4c0a-9833-7fb0f5135313" providerId="ADAL" clId="{08638EF6-D777-4C0B-B3AC-F96EA920AE28}" dt="2021-01-26T05:23:15.844" v="115" actId="2710"/>
          <ac:spMkLst>
            <pc:docMk/>
            <pc:sldMk cId="2463410247" sldId="365"/>
            <ac:spMk id="5" creationId="{D828DF36-6DEE-4664-A888-D5E7FA24C8BF}"/>
          </ac:spMkLst>
        </pc:spChg>
      </pc:sldChg>
      <pc:sldChg chg="addSp modSp new mod">
        <pc:chgData name="鈴木 秀規" userId="f68c5fd9-22d5-4c0a-9833-7fb0f5135313" providerId="ADAL" clId="{08638EF6-D777-4C0B-B3AC-F96EA920AE28}" dt="2021-01-26T05:25:46.933" v="140" actId="14100"/>
        <pc:sldMkLst>
          <pc:docMk/>
          <pc:sldMk cId="2468282938" sldId="366"/>
        </pc:sldMkLst>
        <pc:spChg chg="mod">
          <ac:chgData name="鈴木 秀規" userId="f68c5fd9-22d5-4c0a-9833-7fb0f5135313" providerId="ADAL" clId="{08638EF6-D777-4C0B-B3AC-F96EA920AE28}" dt="2021-01-26T05:23:59.930" v="117"/>
          <ac:spMkLst>
            <pc:docMk/>
            <pc:sldMk cId="2468282938" sldId="366"/>
            <ac:spMk id="3" creationId="{DCF72238-40A0-49B2-BCDA-0F4FC7B049CE}"/>
          </ac:spMkLst>
        </pc:spChg>
        <pc:spChg chg="mod">
          <ac:chgData name="鈴木 秀規" userId="f68c5fd9-22d5-4c0a-9833-7fb0f5135313" providerId="ADAL" clId="{08638EF6-D777-4C0B-B3AC-F96EA920AE28}" dt="2021-01-26T05:24:16.360" v="121" actId="14100"/>
          <ac:spMkLst>
            <pc:docMk/>
            <pc:sldMk cId="2468282938" sldId="366"/>
            <ac:spMk id="5" creationId="{74B6BD97-612C-4CA8-8A5C-7C81E7891880}"/>
          </ac:spMkLst>
        </pc:spChg>
        <pc:spChg chg="add mod">
          <ac:chgData name="鈴木 秀規" userId="f68c5fd9-22d5-4c0a-9833-7fb0f5135313" providerId="ADAL" clId="{08638EF6-D777-4C0B-B3AC-F96EA920AE28}" dt="2021-01-26T05:25:10.477" v="131" actId="1076"/>
          <ac:spMkLst>
            <pc:docMk/>
            <pc:sldMk cId="2468282938" sldId="366"/>
            <ac:spMk id="6" creationId="{71674804-97F6-4D1A-B06A-C8494D885214}"/>
          </ac:spMkLst>
        </pc:spChg>
        <pc:spChg chg="add mod">
          <ac:chgData name="鈴木 秀規" userId="f68c5fd9-22d5-4c0a-9833-7fb0f5135313" providerId="ADAL" clId="{08638EF6-D777-4C0B-B3AC-F96EA920AE28}" dt="2021-01-26T05:25:17.214" v="132" actId="571"/>
          <ac:spMkLst>
            <pc:docMk/>
            <pc:sldMk cId="2468282938" sldId="366"/>
            <ac:spMk id="7" creationId="{EAB6021F-3697-4137-B487-BDABD536A412}"/>
          </ac:spMkLst>
        </pc:spChg>
        <pc:spChg chg="add mod">
          <ac:chgData name="鈴木 秀規" userId="f68c5fd9-22d5-4c0a-9833-7fb0f5135313" providerId="ADAL" clId="{08638EF6-D777-4C0B-B3AC-F96EA920AE28}" dt="2021-01-26T05:25:46.933" v="140" actId="14100"/>
          <ac:spMkLst>
            <pc:docMk/>
            <pc:sldMk cId="2468282938" sldId="366"/>
            <ac:spMk id="8" creationId="{8AF68B02-7758-40C3-B9B1-151583045834}"/>
          </ac:spMkLst>
        </pc:spChg>
      </pc:sldChg>
      <pc:sldChg chg="del">
        <pc:chgData name="鈴木 秀規" userId="f68c5fd9-22d5-4c0a-9833-7fb0f5135313" providerId="ADAL" clId="{08638EF6-D777-4C0B-B3AC-F96EA920AE28}" dt="2021-01-26T05:16:05.009" v="19" actId="2696"/>
        <pc:sldMkLst>
          <pc:docMk/>
          <pc:sldMk cId="172008769" sldId="372"/>
        </pc:sldMkLst>
      </pc:sldChg>
      <pc:sldChg chg="del">
        <pc:chgData name="鈴木 秀規" userId="f68c5fd9-22d5-4c0a-9833-7fb0f5135313" providerId="ADAL" clId="{08638EF6-D777-4C0B-B3AC-F96EA920AE28}" dt="2021-01-26T05:16:05.009" v="19" actId="2696"/>
        <pc:sldMkLst>
          <pc:docMk/>
          <pc:sldMk cId="1907161375" sldId="375"/>
        </pc:sldMkLst>
      </pc:sldChg>
      <pc:sldChg chg="del">
        <pc:chgData name="鈴木 秀規" userId="f68c5fd9-22d5-4c0a-9833-7fb0f5135313" providerId="ADAL" clId="{08638EF6-D777-4C0B-B3AC-F96EA920AE28}" dt="2021-01-26T05:16:05.009" v="19" actId="2696"/>
        <pc:sldMkLst>
          <pc:docMk/>
          <pc:sldMk cId="2720488262" sldId="376"/>
        </pc:sldMkLst>
      </pc:sldChg>
      <pc:sldChg chg="del">
        <pc:chgData name="鈴木 秀規" userId="f68c5fd9-22d5-4c0a-9833-7fb0f5135313" providerId="ADAL" clId="{08638EF6-D777-4C0B-B3AC-F96EA920AE28}" dt="2021-01-26T05:16:05.009" v="19" actId="2696"/>
        <pc:sldMkLst>
          <pc:docMk/>
          <pc:sldMk cId="3649920568" sldId="377"/>
        </pc:sldMkLst>
      </pc:sldChg>
      <pc:sldChg chg="del">
        <pc:chgData name="鈴木 秀規" userId="f68c5fd9-22d5-4c0a-9833-7fb0f5135313" providerId="ADAL" clId="{08638EF6-D777-4C0B-B3AC-F96EA920AE28}" dt="2021-01-26T05:16:05.009" v="19" actId="2696"/>
        <pc:sldMkLst>
          <pc:docMk/>
          <pc:sldMk cId="958544309" sldId="379"/>
        </pc:sldMkLst>
      </pc:sldChg>
      <pc:sldChg chg="del">
        <pc:chgData name="鈴木 秀規" userId="f68c5fd9-22d5-4c0a-9833-7fb0f5135313" providerId="ADAL" clId="{08638EF6-D777-4C0B-B3AC-F96EA920AE28}" dt="2021-01-26T05:16:05.009" v="19" actId="2696"/>
        <pc:sldMkLst>
          <pc:docMk/>
          <pc:sldMk cId="690129785" sldId="380"/>
        </pc:sldMkLst>
      </pc:sldChg>
      <pc:sldChg chg="del">
        <pc:chgData name="鈴木 秀規" userId="f68c5fd9-22d5-4c0a-9833-7fb0f5135313" providerId="ADAL" clId="{08638EF6-D777-4C0B-B3AC-F96EA920AE28}" dt="2021-01-26T05:16:05.009" v="19" actId="2696"/>
        <pc:sldMkLst>
          <pc:docMk/>
          <pc:sldMk cId="2547390421" sldId="381"/>
        </pc:sldMkLst>
      </pc:sldChg>
    </pc:docChg>
  </pc:docChgLst>
  <pc:docChgLst>
    <pc:chgData name="鈴木 秀規" userId="f68c5fd9-22d5-4c0a-9833-7fb0f5135313" providerId="ADAL" clId="{1FFDFDEC-295D-434A-B582-72A8CC8A5E88}"/>
    <pc:docChg chg="undo custSel addSld delSld modSld">
      <pc:chgData name="鈴木 秀規" userId="f68c5fd9-22d5-4c0a-9833-7fb0f5135313" providerId="ADAL" clId="{1FFDFDEC-295D-434A-B582-72A8CC8A5E88}" dt="2021-01-26T04:14:36.735" v="1145" actId="2696"/>
      <pc:docMkLst>
        <pc:docMk/>
      </pc:docMkLst>
      <pc:sldChg chg="modSp mod">
        <pc:chgData name="鈴木 秀規" userId="f68c5fd9-22d5-4c0a-9833-7fb0f5135313" providerId="ADAL" clId="{1FFDFDEC-295D-434A-B582-72A8CC8A5E88}" dt="2021-01-14T07:55:57.714" v="879" actId="20577"/>
        <pc:sldMkLst>
          <pc:docMk/>
          <pc:sldMk cId="0" sldId="256"/>
        </pc:sldMkLst>
        <pc:spChg chg="mod">
          <ac:chgData name="鈴木 秀規" userId="f68c5fd9-22d5-4c0a-9833-7fb0f5135313" providerId="ADAL" clId="{1FFDFDEC-295D-434A-B582-72A8CC8A5E88}" dt="2021-01-14T07:55:57.714" v="879" actId="20577"/>
          <ac:spMkLst>
            <pc:docMk/>
            <pc:sldMk cId="0" sldId="256"/>
            <ac:spMk id="56" creationId="{00000000-0000-0000-0000-000000000000}"/>
          </ac:spMkLst>
        </pc:spChg>
      </pc:sldChg>
      <pc:sldChg chg="del">
        <pc:chgData name="鈴木 秀規" userId="f68c5fd9-22d5-4c0a-9833-7fb0f5135313" providerId="ADAL" clId="{1FFDFDEC-295D-434A-B582-72A8CC8A5E88}" dt="2021-01-14T02:02:02.288" v="173" actId="2696"/>
        <pc:sldMkLst>
          <pc:docMk/>
          <pc:sldMk cId="1511176286" sldId="261"/>
        </pc:sldMkLst>
      </pc:sldChg>
      <pc:sldChg chg="modSp mod">
        <pc:chgData name="鈴木 秀規" userId="f68c5fd9-22d5-4c0a-9833-7fb0f5135313" providerId="ADAL" clId="{1FFDFDEC-295D-434A-B582-72A8CC8A5E88}" dt="2021-01-14T01:53:14.302" v="5" actId="20577"/>
        <pc:sldMkLst>
          <pc:docMk/>
          <pc:sldMk cId="1668843990" sldId="360"/>
        </pc:sldMkLst>
        <pc:spChg chg="mod">
          <ac:chgData name="鈴木 秀規" userId="f68c5fd9-22d5-4c0a-9833-7fb0f5135313" providerId="ADAL" clId="{1FFDFDEC-295D-434A-B582-72A8CC8A5E88}" dt="2021-01-14T01:53:14.302" v="5" actId="20577"/>
          <ac:spMkLst>
            <pc:docMk/>
            <pc:sldMk cId="1668843990" sldId="360"/>
            <ac:spMk id="9" creationId="{A4832727-EA7F-44D6-A9F2-E4AE0246960A}"/>
          </ac:spMkLst>
        </pc:spChg>
      </pc:sldChg>
      <pc:sldChg chg="modSp mod">
        <pc:chgData name="鈴木 秀規" userId="f68c5fd9-22d5-4c0a-9833-7fb0f5135313" providerId="ADAL" clId="{1FFDFDEC-295D-434A-B582-72A8CC8A5E88}" dt="2021-01-26T04:14:26.201" v="1144"/>
        <pc:sldMkLst>
          <pc:docMk/>
          <pc:sldMk cId="267129399" sldId="361"/>
        </pc:sldMkLst>
        <pc:spChg chg="mod">
          <ac:chgData name="鈴木 秀規" userId="f68c5fd9-22d5-4c0a-9833-7fb0f5135313" providerId="ADAL" clId="{1FFDFDEC-295D-434A-B582-72A8CC8A5E88}" dt="2021-01-26T04:14:26.201" v="1144"/>
          <ac:spMkLst>
            <pc:docMk/>
            <pc:sldMk cId="267129399" sldId="361"/>
            <ac:spMk id="6" creationId="{D0F3BEAC-A5EA-4EE4-95C7-0AEC1107FD29}"/>
          </ac:spMkLst>
        </pc:spChg>
      </pc:sldChg>
      <pc:sldChg chg="del">
        <pc:chgData name="鈴木 秀規" userId="f68c5fd9-22d5-4c0a-9833-7fb0f5135313" providerId="ADAL" clId="{1FFDFDEC-295D-434A-B582-72A8CC8A5E88}" dt="2021-01-14T02:02:02.288" v="173" actId="2696"/>
        <pc:sldMkLst>
          <pc:docMk/>
          <pc:sldMk cId="2503862587" sldId="362"/>
        </pc:sldMkLst>
      </pc:sldChg>
      <pc:sldChg chg="del">
        <pc:chgData name="鈴木 秀規" userId="f68c5fd9-22d5-4c0a-9833-7fb0f5135313" providerId="ADAL" clId="{1FFDFDEC-295D-434A-B582-72A8CC8A5E88}" dt="2021-01-14T02:02:02.288" v="173" actId="2696"/>
        <pc:sldMkLst>
          <pc:docMk/>
          <pc:sldMk cId="3893490019" sldId="364"/>
        </pc:sldMkLst>
      </pc:sldChg>
      <pc:sldChg chg="del">
        <pc:chgData name="鈴木 秀規" userId="f68c5fd9-22d5-4c0a-9833-7fb0f5135313" providerId="ADAL" clId="{1FFDFDEC-295D-434A-B582-72A8CC8A5E88}" dt="2021-01-14T02:02:02.288" v="173" actId="2696"/>
        <pc:sldMkLst>
          <pc:docMk/>
          <pc:sldMk cId="2559106598" sldId="365"/>
        </pc:sldMkLst>
      </pc:sldChg>
      <pc:sldChg chg="del">
        <pc:chgData name="鈴木 秀規" userId="f68c5fd9-22d5-4c0a-9833-7fb0f5135313" providerId="ADAL" clId="{1FFDFDEC-295D-434A-B582-72A8CC8A5E88}" dt="2021-01-14T02:02:02.288" v="173" actId="2696"/>
        <pc:sldMkLst>
          <pc:docMk/>
          <pc:sldMk cId="15529201" sldId="367"/>
        </pc:sldMkLst>
      </pc:sldChg>
      <pc:sldChg chg="del">
        <pc:chgData name="鈴木 秀規" userId="f68c5fd9-22d5-4c0a-9833-7fb0f5135313" providerId="ADAL" clId="{1FFDFDEC-295D-434A-B582-72A8CC8A5E88}" dt="2021-01-14T02:02:02.288" v="173" actId="2696"/>
        <pc:sldMkLst>
          <pc:docMk/>
          <pc:sldMk cId="1431651866" sldId="368"/>
        </pc:sldMkLst>
      </pc:sldChg>
      <pc:sldChg chg="del">
        <pc:chgData name="鈴木 秀規" userId="f68c5fd9-22d5-4c0a-9833-7fb0f5135313" providerId="ADAL" clId="{1FFDFDEC-295D-434A-B582-72A8CC8A5E88}" dt="2021-01-14T02:02:02.288" v="173" actId="2696"/>
        <pc:sldMkLst>
          <pc:docMk/>
          <pc:sldMk cId="3805279594" sldId="370"/>
        </pc:sldMkLst>
      </pc:sldChg>
      <pc:sldChg chg="del">
        <pc:chgData name="鈴木 秀規" userId="f68c5fd9-22d5-4c0a-9833-7fb0f5135313" providerId="ADAL" clId="{1FFDFDEC-295D-434A-B582-72A8CC8A5E88}" dt="2021-01-14T02:02:02.288" v="173" actId="2696"/>
        <pc:sldMkLst>
          <pc:docMk/>
          <pc:sldMk cId="2800751255" sldId="371"/>
        </pc:sldMkLst>
      </pc:sldChg>
      <pc:sldChg chg="addSp delSp modSp add del mod">
        <pc:chgData name="鈴木 秀規" userId="f68c5fd9-22d5-4c0a-9833-7fb0f5135313" providerId="ADAL" clId="{1FFDFDEC-295D-434A-B582-72A8CC8A5E88}" dt="2021-01-26T04:07:56.960" v="1122" actId="2696"/>
        <pc:sldMkLst>
          <pc:docMk/>
          <pc:sldMk cId="172008769" sldId="372"/>
        </pc:sldMkLst>
        <pc:spChg chg="add del mod">
          <ac:chgData name="鈴木 秀規" userId="f68c5fd9-22d5-4c0a-9833-7fb0f5135313" providerId="ADAL" clId="{1FFDFDEC-295D-434A-B582-72A8CC8A5E88}" dt="2021-01-14T01:56:40.925" v="60" actId="478"/>
          <ac:spMkLst>
            <pc:docMk/>
            <pc:sldMk cId="172008769" sldId="372"/>
            <ac:spMk id="5" creationId="{67B38081-02F3-4384-BBAE-22C104C2455D}"/>
          </ac:spMkLst>
        </pc:spChg>
        <pc:spChg chg="mod">
          <ac:chgData name="鈴木 秀規" userId="f68c5fd9-22d5-4c0a-9833-7fb0f5135313" providerId="ADAL" clId="{1FFDFDEC-295D-434A-B582-72A8CC8A5E88}" dt="2021-01-14T01:55:41.096" v="38" actId="20577"/>
          <ac:spMkLst>
            <pc:docMk/>
            <pc:sldMk cId="172008769" sldId="372"/>
            <ac:spMk id="6" creationId="{3706AB8D-A382-42EF-9DE4-041BFCABF741}"/>
          </ac:spMkLst>
        </pc:spChg>
        <pc:spChg chg="del">
          <ac:chgData name="鈴木 秀規" userId="f68c5fd9-22d5-4c0a-9833-7fb0f5135313" providerId="ADAL" clId="{1FFDFDEC-295D-434A-B582-72A8CC8A5E88}" dt="2021-01-14T01:55:46.815" v="39" actId="478"/>
          <ac:spMkLst>
            <pc:docMk/>
            <pc:sldMk cId="172008769" sldId="372"/>
            <ac:spMk id="7" creationId="{672739A4-DFB9-47C7-9258-80F9236238A4}"/>
          </ac:spMkLst>
        </pc:spChg>
        <pc:spChg chg="mod">
          <ac:chgData name="鈴木 秀規" userId="f68c5fd9-22d5-4c0a-9833-7fb0f5135313" providerId="ADAL" clId="{1FFDFDEC-295D-434A-B582-72A8CC8A5E88}" dt="2021-01-14T01:56:25.122" v="59" actId="14100"/>
          <ac:spMkLst>
            <pc:docMk/>
            <pc:sldMk cId="172008769" sldId="372"/>
            <ac:spMk id="8" creationId="{1A8BB172-35AF-4185-A46A-ED93D3A7D7C5}"/>
          </ac:spMkLst>
        </pc:spChg>
        <pc:spChg chg="del">
          <ac:chgData name="鈴木 秀規" userId="f68c5fd9-22d5-4c0a-9833-7fb0f5135313" providerId="ADAL" clId="{1FFDFDEC-295D-434A-B582-72A8CC8A5E88}" dt="2021-01-14T01:55:46.815" v="39" actId="478"/>
          <ac:spMkLst>
            <pc:docMk/>
            <pc:sldMk cId="172008769" sldId="372"/>
            <ac:spMk id="10" creationId="{0AFC5742-3896-4E4B-91EB-5143E04BDFE8}"/>
          </ac:spMkLst>
        </pc:spChg>
        <pc:spChg chg="add mod">
          <ac:chgData name="鈴木 秀規" userId="f68c5fd9-22d5-4c0a-9833-7fb0f5135313" providerId="ADAL" clId="{1FFDFDEC-295D-434A-B582-72A8CC8A5E88}" dt="2021-01-26T03:27:03.211" v="885" actId="1036"/>
          <ac:spMkLst>
            <pc:docMk/>
            <pc:sldMk cId="172008769" sldId="372"/>
            <ac:spMk id="11" creationId="{0EE89B3D-777A-4D82-AF4A-FEBBC0B38D57}"/>
          </ac:spMkLst>
        </pc:spChg>
        <pc:spChg chg="mod">
          <ac:chgData name="鈴木 秀規" userId="f68c5fd9-22d5-4c0a-9833-7fb0f5135313" providerId="ADAL" clId="{1FFDFDEC-295D-434A-B582-72A8CC8A5E88}" dt="2021-01-14T01:56:41.228" v="61"/>
          <ac:spMkLst>
            <pc:docMk/>
            <pc:sldMk cId="172008769" sldId="372"/>
            <ac:spMk id="13" creationId="{00FBD691-EDB3-459B-AE89-CE15BB28FB9C}"/>
          </ac:spMkLst>
        </pc:spChg>
        <pc:spChg chg="mod">
          <ac:chgData name="鈴木 秀規" userId="f68c5fd9-22d5-4c0a-9833-7fb0f5135313" providerId="ADAL" clId="{1FFDFDEC-295D-434A-B582-72A8CC8A5E88}" dt="2021-01-14T01:56:41.228" v="61"/>
          <ac:spMkLst>
            <pc:docMk/>
            <pc:sldMk cId="172008769" sldId="372"/>
            <ac:spMk id="14" creationId="{760527DA-04D2-438C-8525-3AFE1849FF14}"/>
          </ac:spMkLst>
        </pc:spChg>
        <pc:spChg chg="mod">
          <ac:chgData name="鈴木 秀規" userId="f68c5fd9-22d5-4c0a-9833-7fb0f5135313" providerId="ADAL" clId="{1FFDFDEC-295D-434A-B582-72A8CC8A5E88}" dt="2021-01-14T01:56:41.228" v="61"/>
          <ac:spMkLst>
            <pc:docMk/>
            <pc:sldMk cId="172008769" sldId="372"/>
            <ac:spMk id="15" creationId="{C2114889-2F4A-4C98-8174-9526FFFDABA8}"/>
          </ac:spMkLst>
        </pc:spChg>
        <pc:spChg chg="add mod">
          <ac:chgData name="鈴木 秀規" userId="f68c5fd9-22d5-4c0a-9833-7fb0f5135313" providerId="ADAL" clId="{1FFDFDEC-295D-434A-B582-72A8CC8A5E88}" dt="2021-01-26T03:27:03.211" v="885" actId="1036"/>
          <ac:spMkLst>
            <pc:docMk/>
            <pc:sldMk cId="172008769" sldId="372"/>
            <ac:spMk id="16" creationId="{08963021-C7BF-4E30-88F9-27358B57D639}"/>
          </ac:spMkLst>
        </pc:spChg>
        <pc:spChg chg="add mod">
          <ac:chgData name="鈴木 秀規" userId="f68c5fd9-22d5-4c0a-9833-7fb0f5135313" providerId="ADAL" clId="{1FFDFDEC-295D-434A-B582-72A8CC8A5E88}" dt="2021-01-26T03:27:03.211" v="885" actId="1036"/>
          <ac:spMkLst>
            <pc:docMk/>
            <pc:sldMk cId="172008769" sldId="372"/>
            <ac:spMk id="20" creationId="{DDB2A47F-7592-4281-8601-0082B2A0F27B}"/>
          </ac:spMkLst>
        </pc:spChg>
        <pc:spChg chg="add mod">
          <ac:chgData name="鈴木 秀規" userId="f68c5fd9-22d5-4c0a-9833-7fb0f5135313" providerId="ADAL" clId="{1FFDFDEC-295D-434A-B582-72A8CC8A5E88}" dt="2021-01-26T03:27:03.211" v="885" actId="1036"/>
          <ac:spMkLst>
            <pc:docMk/>
            <pc:sldMk cId="172008769" sldId="372"/>
            <ac:spMk id="21" creationId="{E6A262F3-374E-4532-B119-B865B91C4E39}"/>
          </ac:spMkLst>
        </pc:spChg>
        <pc:grpChg chg="add mod">
          <ac:chgData name="鈴木 秀規" userId="f68c5fd9-22d5-4c0a-9833-7fb0f5135313" providerId="ADAL" clId="{1FFDFDEC-295D-434A-B582-72A8CC8A5E88}" dt="2021-01-26T03:27:03.211" v="885" actId="1036"/>
          <ac:grpSpMkLst>
            <pc:docMk/>
            <pc:sldMk cId="172008769" sldId="372"/>
            <ac:grpSpMk id="12" creationId="{3BF1A17C-1891-4B32-9243-CD5A4079FDC1}"/>
          </ac:grpSpMkLst>
        </pc:grpChg>
        <pc:picChg chg="add mod">
          <ac:chgData name="鈴木 秀規" userId="f68c5fd9-22d5-4c0a-9833-7fb0f5135313" providerId="ADAL" clId="{1FFDFDEC-295D-434A-B582-72A8CC8A5E88}" dt="2021-01-26T03:27:03.211" v="885" actId="1036"/>
          <ac:picMkLst>
            <pc:docMk/>
            <pc:sldMk cId="172008769" sldId="372"/>
            <ac:picMk id="17" creationId="{6BB4F070-ED21-451B-8D3B-ABEA92C592CF}"/>
          </ac:picMkLst>
        </pc:picChg>
        <pc:picChg chg="add mod">
          <ac:chgData name="鈴木 秀規" userId="f68c5fd9-22d5-4c0a-9833-7fb0f5135313" providerId="ADAL" clId="{1FFDFDEC-295D-434A-B582-72A8CC8A5E88}" dt="2021-01-26T03:27:03.211" v="885" actId="1036"/>
          <ac:picMkLst>
            <pc:docMk/>
            <pc:sldMk cId="172008769" sldId="372"/>
            <ac:picMk id="18" creationId="{18CDD6B3-104E-4B2C-ABCE-BDDA2A03556C}"/>
          </ac:picMkLst>
        </pc:picChg>
        <pc:picChg chg="add mod">
          <ac:chgData name="鈴木 秀規" userId="f68c5fd9-22d5-4c0a-9833-7fb0f5135313" providerId="ADAL" clId="{1FFDFDEC-295D-434A-B582-72A8CC8A5E88}" dt="2021-01-26T03:27:03.211" v="885" actId="1036"/>
          <ac:picMkLst>
            <pc:docMk/>
            <pc:sldMk cId="172008769" sldId="372"/>
            <ac:picMk id="19" creationId="{1818FF79-0FA6-4DDC-A3CE-FD7017CADC96}"/>
          </ac:picMkLst>
        </pc:picChg>
      </pc:sldChg>
      <pc:sldChg chg="del">
        <pc:chgData name="鈴木 秀規" userId="f68c5fd9-22d5-4c0a-9833-7fb0f5135313" providerId="ADAL" clId="{1FFDFDEC-295D-434A-B582-72A8CC8A5E88}" dt="2021-01-14T02:02:02.288" v="173" actId="2696"/>
        <pc:sldMkLst>
          <pc:docMk/>
          <pc:sldMk cId="1008457363" sldId="373"/>
        </pc:sldMkLst>
      </pc:sldChg>
      <pc:sldChg chg="del">
        <pc:chgData name="鈴木 秀規" userId="f68c5fd9-22d5-4c0a-9833-7fb0f5135313" providerId="ADAL" clId="{1FFDFDEC-295D-434A-B582-72A8CC8A5E88}" dt="2021-01-14T02:02:02.288" v="173" actId="2696"/>
        <pc:sldMkLst>
          <pc:docMk/>
          <pc:sldMk cId="3737915234" sldId="374"/>
        </pc:sldMkLst>
      </pc:sldChg>
      <pc:sldChg chg="addSp delSp modSp new mod modClrScheme chgLayout">
        <pc:chgData name="鈴木 秀規" userId="f68c5fd9-22d5-4c0a-9833-7fb0f5135313" providerId="ADAL" clId="{1FFDFDEC-295D-434A-B582-72A8CC8A5E88}" dt="2021-01-14T01:59:45.566" v="120" actId="20577"/>
        <pc:sldMkLst>
          <pc:docMk/>
          <pc:sldMk cId="1907161375" sldId="375"/>
        </pc:sldMkLst>
        <pc:spChg chg="mod ord">
          <ac:chgData name="鈴木 秀規" userId="f68c5fd9-22d5-4c0a-9833-7fb0f5135313" providerId="ADAL" clId="{1FFDFDEC-295D-434A-B582-72A8CC8A5E88}" dt="2021-01-14T01:54:25.584" v="9" actId="700"/>
          <ac:spMkLst>
            <pc:docMk/>
            <pc:sldMk cId="1907161375" sldId="375"/>
            <ac:spMk id="2" creationId="{F2C33459-1977-49C7-8169-E241134D1068}"/>
          </ac:spMkLst>
        </pc:spChg>
        <pc:spChg chg="del mod ord">
          <ac:chgData name="鈴木 秀規" userId="f68c5fd9-22d5-4c0a-9833-7fb0f5135313" providerId="ADAL" clId="{1FFDFDEC-295D-434A-B582-72A8CC8A5E88}" dt="2021-01-14T01:54:25.584" v="9" actId="700"/>
          <ac:spMkLst>
            <pc:docMk/>
            <pc:sldMk cId="1907161375" sldId="375"/>
            <ac:spMk id="3" creationId="{636E995A-F897-446B-8750-F1FA333D638B}"/>
          </ac:spMkLst>
        </pc:spChg>
        <pc:spChg chg="mod ord">
          <ac:chgData name="鈴木 秀規" userId="f68c5fd9-22d5-4c0a-9833-7fb0f5135313" providerId="ADAL" clId="{1FFDFDEC-295D-434A-B582-72A8CC8A5E88}" dt="2021-01-14T01:54:25.584" v="9" actId="700"/>
          <ac:spMkLst>
            <pc:docMk/>
            <pc:sldMk cId="1907161375" sldId="375"/>
            <ac:spMk id="4" creationId="{B2A3B6B7-9A60-4D01-AAEE-C2106AF10B28}"/>
          </ac:spMkLst>
        </pc:spChg>
        <pc:spChg chg="del mod ord">
          <ac:chgData name="鈴木 秀規" userId="f68c5fd9-22d5-4c0a-9833-7fb0f5135313" providerId="ADAL" clId="{1FFDFDEC-295D-434A-B582-72A8CC8A5E88}" dt="2021-01-14T01:54:25.584" v="9" actId="700"/>
          <ac:spMkLst>
            <pc:docMk/>
            <pc:sldMk cId="1907161375" sldId="375"/>
            <ac:spMk id="5" creationId="{B151D206-9F6E-4D12-A8D3-8A8829BB5028}"/>
          </ac:spMkLst>
        </pc:spChg>
        <pc:spChg chg="del">
          <ac:chgData name="鈴木 秀規" userId="f68c5fd9-22d5-4c0a-9833-7fb0f5135313" providerId="ADAL" clId="{1FFDFDEC-295D-434A-B582-72A8CC8A5E88}" dt="2021-01-14T01:54:25.584" v="9" actId="700"/>
          <ac:spMkLst>
            <pc:docMk/>
            <pc:sldMk cId="1907161375" sldId="375"/>
            <ac:spMk id="6" creationId="{D6696C33-9BDD-48AC-8E27-0A64C91D0D98}"/>
          </ac:spMkLst>
        </pc:spChg>
        <pc:spChg chg="del">
          <ac:chgData name="鈴木 秀規" userId="f68c5fd9-22d5-4c0a-9833-7fb0f5135313" providerId="ADAL" clId="{1FFDFDEC-295D-434A-B582-72A8CC8A5E88}" dt="2021-01-14T01:54:25.584" v="9" actId="700"/>
          <ac:spMkLst>
            <pc:docMk/>
            <pc:sldMk cId="1907161375" sldId="375"/>
            <ac:spMk id="7" creationId="{E4D4E024-E9E2-43D0-B1F1-F13EC947B786}"/>
          </ac:spMkLst>
        </pc:spChg>
        <pc:spChg chg="add mod ord">
          <ac:chgData name="鈴木 秀規" userId="f68c5fd9-22d5-4c0a-9833-7fb0f5135313" providerId="ADAL" clId="{1FFDFDEC-295D-434A-B582-72A8CC8A5E88}" dt="2021-01-14T01:58:04.334" v="101" actId="20577"/>
          <ac:spMkLst>
            <pc:docMk/>
            <pc:sldMk cId="1907161375" sldId="375"/>
            <ac:spMk id="8" creationId="{78B182D4-16E3-44FD-A2E5-1D567BDD09F0}"/>
          </ac:spMkLst>
        </pc:spChg>
        <pc:spChg chg="add mod ord">
          <ac:chgData name="鈴木 秀規" userId="f68c5fd9-22d5-4c0a-9833-7fb0f5135313" providerId="ADAL" clId="{1FFDFDEC-295D-434A-B582-72A8CC8A5E88}" dt="2021-01-14T01:59:03.773" v="108" actId="14100"/>
          <ac:spMkLst>
            <pc:docMk/>
            <pc:sldMk cId="1907161375" sldId="375"/>
            <ac:spMk id="9" creationId="{4F6550AC-7983-47F0-BE4F-14B2B41AE9EE}"/>
          </ac:spMkLst>
        </pc:spChg>
        <pc:spChg chg="add mod">
          <ac:chgData name="鈴木 秀規" userId="f68c5fd9-22d5-4c0a-9833-7fb0f5135313" providerId="ADAL" clId="{1FFDFDEC-295D-434A-B582-72A8CC8A5E88}" dt="2021-01-14T01:59:18.272" v="110" actId="1076"/>
          <ac:spMkLst>
            <pc:docMk/>
            <pc:sldMk cId="1907161375" sldId="375"/>
            <ac:spMk id="10" creationId="{07AAD370-75E4-4088-9385-8BD5A3B0B1FA}"/>
          </ac:spMkLst>
        </pc:spChg>
        <pc:spChg chg="add mod">
          <ac:chgData name="鈴木 秀規" userId="f68c5fd9-22d5-4c0a-9833-7fb0f5135313" providerId="ADAL" clId="{1FFDFDEC-295D-434A-B582-72A8CC8A5E88}" dt="2021-01-14T01:59:36.868" v="115" actId="207"/>
          <ac:spMkLst>
            <pc:docMk/>
            <pc:sldMk cId="1907161375" sldId="375"/>
            <ac:spMk id="14" creationId="{A20BE2EF-A56E-47BB-9FD3-66EB89F1CAB2}"/>
          </ac:spMkLst>
        </pc:spChg>
        <pc:spChg chg="add mod">
          <ac:chgData name="鈴木 秀規" userId="f68c5fd9-22d5-4c0a-9833-7fb0f5135313" providerId="ADAL" clId="{1FFDFDEC-295D-434A-B582-72A8CC8A5E88}" dt="2021-01-14T01:59:18.272" v="110" actId="1076"/>
          <ac:spMkLst>
            <pc:docMk/>
            <pc:sldMk cId="1907161375" sldId="375"/>
            <ac:spMk id="17" creationId="{21ED72EF-CCE7-4002-AA1A-6B5AC15DFF59}"/>
          </ac:spMkLst>
        </pc:spChg>
        <pc:spChg chg="add mod">
          <ac:chgData name="鈴木 秀規" userId="f68c5fd9-22d5-4c0a-9833-7fb0f5135313" providerId="ADAL" clId="{1FFDFDEC-295D-434A-B582-72A8CC8A5E88}" dt="2021-01-14T01:59:18.272" v="110" actId="1076"/>
          <ac:spMkLst>
            <pc:docMk/>
            <pc:sldMk cId="1907161375" sldId="375"/>
            <ac:spMk id="18" creationId="{0326BFB2-441C-48B3-A336-83EED185BD7F}"/>
          </ac:spMkLst>
        </pc:spChg>
        <pc:spChg chg="add mod">
          <ac:chgData name="鈴木 秀規" userId="f68c5fd9-22d5-4c0a-9833-7fb0f5135313" providerId="ADAL" clId="{1FFDFDEC-295D-434A-B582-72A8CC8A5E88}" dt="2021-01-14T01:59:18.272" v="110" actId="1076"/>
          <ac:spMkLst>
            <pc:docMk/>
            <pc:sldMk cId="1907161375" sldId="375"/>
            <ac:spMk id="19" creationId="{E7B78823-E559-44B9-B837-BC65C7418CA2}"/>
          </ac:spMkLst>
        </pc:spChg>
        <pc:spChg chg="add mod">
          <ac:chgData name="鈴木 秀規" userId="f68c5fd9-22d5-4c0a-9833-7fb0f5135313" providerId="ADAL" clId="{1FFDFDEC-295D-434A-B582-72A8CC8A5E88}" dt="2021-01-14T01:59:18.272" v="110" actId="1076"/>
          <ac:spMkLst>
            <pc:docMk/>
            <pc:sldMk cId="1907161375" sldId="375"/>
            <ac:spMk id="21" creationId="{9504068A-D6BB-4A8F-B6B6-F71AFA026404}"/>
          </ac:spMkLst>
        </pc:spChg>
        <pc:spChg chg="add mod">
          <ac:chgData name="鈴木 秀規" userId="f68c5fd9-22d5-4c0a-9833-7fb0f5135313" providerId="ADAL" clId="{1FFDFDEC-295D-434A-B582-72A8CC8A5E88}" dt="2021-01-14T01:59:18.272" v="110" actId="1076"/>
          <ac:spMkLst>
            <pc:docMk/>
            <pc:sldMk cId="1907161375" sldId="375"/>
            <ac:spMk id="25" creationId="{84546D2E-07EA-4D64-8042-B418A8D1EB7F}"/>
          </ac:spMkLst>
        </pc:spChg>
        <pc:spChg chg="add mod">
          <ac:chgData name="鈴木 秀規" userId="f68c5fd9-22d5-4c0a-9833-7fb0f5135313" providerId="ADAL" clId="{1FFDFDEC-295D-434A-B582-72A8CC8A5E88}" dt="2021-01-14T01:59:45.566" v="120" actId="20577"/>
          <ac:spMkLst>
            <pc:docMk/>
            <pc:sldMk cId="1907161375" sldId="375"/>
            <ac:spMk id="31" creationId="{05E58047-D705-49A5-9998-531FF0EE584D}"/>
          </ac:spMkLst>
        </pc:spChg>
        <pc:picChg chg="add mod">
          <ac:chgData name="鈴木 秀規" userId="f68c5fd9-22d5-4c0a-9833-7fb0f5135313" providerId="ADAL" clId="{1FFDFDEC-295D-434A-B582-72A8CC8A5E88}" dt="2021-01-14T01:59:18.272" v="110" actId="1076"/>
          <ac:picMkLst>
            <pc:docMk/>
            <pc:sldMk cId="1907161375" sldId="375"/>
            <ac:picMk id="11" creationId="{564BFD27-68F4-4E9B-BBD1-3DF2216B791D}"/>
          </ac:picMkLst>
        </pc:picChg>
        <pc:picChg chg="add mod">
          <ac:chgData name="鈴木 秀規" userId="f68c5fd9-22d5-4c0a-9833-7fb0f5135313" providerId="ADAL" clId="{1FFDFDEC-295D-434A-B582-72A8CC8A5E88}" dt="2021-01-14T01:59:18.272" v="110" actId="1076"/>
          <ac:picMkLst>
            <pc:docMk/>
            <pc:sldMk cId="1907161375" sldId="375"/>
            <ac:picMk id="12" creationId="{B50ED766-00D9-495F-A414-BBA5DB6E911F}"/>
          </ac:picMkLst>
        </pc:picChg>
        <pc:picChg chg="add mod">
          <ac:chgData name="鈴木 秀規" userId="f68c5fd9-22d5-4c0a-9833-7fb0f5135313" providerId="ADAL" clId="{1FFDFDEC-295D-434A-B582-72A8CC8A5E88}" dt="2021-01-14T01:59:18.272" v="110" actId="1076"/>
          <ac:picMkLst>
            <pc:docMk/>
            <pc:sldMk cId="1907161375" sldId="375"/>
            <ac:picMk id="13" creationId="{675DBB52-291D-4CFA-83BC-E791C49F2029}"/>
          </ac:picMkLst>
        </pc:picChg>
        <pc:picChg chg="add mod">
          <ac:chgData name="鈴木 秀規" userId="f68c5fd9-22d5-4c0a-9833-7fb0f5135313" providerId="ADAL" clId="{1FFDFDEC-295D-434A-B582-72A8CC8A5E88}" dt="2021-01-14T01:59:18.272" v="110" actId="1076"/>
          <ac:picMkLst>
            <pc:docMk/>
            <pc:sldMk cId="1907161375" sldId="375"/>
            <ac:picMk id="20" creationId="{C6F8F643-F6C2-48A3-A5B6-AD5484107388}"/>
          </ac:picMkLst>
        </pc:picChg>
        <pc:picChg chg="add mod">
          <ac:chgData name="鈴木 秀規" userId="f68c5fd9-22d5-4c0a-9833-7fb0f5135313" providerId="ADAL" clId="{1FFDFDEC-295D-434A-B582-72A8CC8A5E88}" dt="2021-01-14T01:59:18.272" v="110" actId="1076"/>
          <ac:picMkLst>
            <pc:docMk/>
            <pc:sldMk cId="1907161375" sldId="375"/>
            <ac:picMk id="23" creationId="{C8CD0E29-FC7E-401E-8953-904CC4E89018}"/>
          </ac:picMkLst>
        </pc:picChg>
        <pc:picChg chg="add mod">
          <ac:chgData name="鈴木 秀規" userId="f68c5fd9-22d5-4c0a-9833-7fb0f5135313" providerId="ADAL" clId="{1FFDFDEC-295D-434A-B582-72A8CC8A5E88}" dt="2021-01-14T01:59:18.272" v="110" actId="1076"/>
          <ac:picMkLst>
            <pc:docMk/>
            <pc:sldMk cId="1907161375" sldId="375"/>
            <ac:picMk id="24" creationId="{6AF5DD5D-6F24-49E8-9C70-34C2AB7E47BD}"/>
          </ac:picMkLst>
        </pc:picChg>
        <pc:picChg chg="add mod">
          <ac:chgData name="鈴木 秀規" userId="f68c5fd9-22d5-4c0a-9833-7fb0f5135313" providerId="ADAL" clId="{1FFDFDEC-295D-434A-B582-72A8CC8A5E88}" dt="2021-01-14T01:59:18.272" v="110" actId="1076"/>
          <ac:picMkLst>
            <pc:docMk/>
            <pc:sldMk cId="1907161375" sldId="375"/>
            <ac:picMk id="29" creationId="{4D35E043-D2AD-4290-8C14-32D0728BF532}"/>
          </ac:picMkLst>
        </pc:picChg>
        <pc:picChg chg="add mod">
          <ac:chgData name="鈴木 秀規" userId="f68c5fd9-22d5-4c0a-9833-7fb0f5135313" providerId="ADAL" clId="{1FFDFDEC-295D-434A-B582-72A8CC8A5E88}" dt="2021-01-14T01:59:18.272" v="110" actId="1076"/>
          <ac:picMkLst>
            <pc:docMk/>
            <pc:sldMk cId="1907161375" sldId="375"/>
            <ac:picMk id="30" creationId="{C010E05C-1871-42D5-9FB7-ABF30847EAF3}"/>
          </ac:picMkLst>
        </pc:picChg>
        <pc:picChg chg="add mod">
          <ac:chgData name="鈴木 秀規" userId="f68c5fd9-22d5-4c0a-9833-7fb0f5135313" providerId="ADAL" clId="{1FFDFDEC-295D-434A-B582-72A8CC8A5E88}" dt="2021-01-14T01:59:18.272" v="110" actId="1076"/>
          <ac:picMkLst>
            <pc:docMk/>
            <pc:sldMk cId="1907161375" sldId="375"/>
            <ac:picMk id="32" creationId="{E9F0B6A4-1999-4C8C-A73B-2901C433607C}"/>
          </ac:picMkLst>
        </pc:picChg>
        <pc:cxnChg chg="add mod">
          <ac:chgData name="鈴木 秀規" userId="f68c5fd9-22d5-4c0a-9833-7fb0f5135313" providerId="ADAL" clId="{1FFDFDEC-295D-434A-B582-72A8CC8A5E88}" dt="2021-01-14T01:59:18.272" v="110" actId="1076"/>
          <ac:cxnSpMkLst>
            <pc:docMk/>
            <pc:sldMk cId="1907161375" sldId="375"/>
            <ac:cxnSpMk id="15" creationId="{0F95D75C-089C-431C-9673-BAF8BC7E7B81}"/>
          </ac:cxnSpMkLst>
        </pc:cxnChg>
        <pc:cxnChg chg="add mod">
          <ac:chgData name="鈴木 秀規" userId="f68c5fd9-22d5-4c0a-9833-7fb0f5135313" providerId="ADAL" clId="{1FFDFDEC-295D-434A-B582-72A8CC8A5E88}" dt="2021-01-14T01:59:18.272" v="110" actId="1076"/>
          <ac:cxnSpMkLst>
            <pc:docMk/>
            <pc:sldMk cId="1907161375" sldId="375"/>
            <ac:cxnSpMk id="16" creationId="{EBAA7087-1D49-4E99-B6FE-4EE4FDA7636C}"/>
          </ac:cxnSpMkLst>
        </pc:cxnChg>
        <pc:cxnChg chg="add mod">
          <ac:chgData name="鈴木 秀規" userId="f68c5fd9-22d5-4c0a-9833-7fb0f5135313" providerId="ADAL" clId="{1FFDFDEC-295D-434A-B582-72A8CC8A5E88}" dt="2021-01-14T01:59:18.272" v="110" actId="1076"/>
          <ac:cxnSpMkLst>
            <pc:docMk/>
            <pc:sldMk cId="1907161375" sldId="375"/>
            <ac:cxnSpMk id="22" creationId="{FCC53815-0305-4D47-9C8D-837854022F3D}"/>
          </ac:cxnSpMkLst>
        </pc:cxnChg>
        <pc:cxnChg chg="add mod">
          <ac:chgData name="鈴木 秀規" userId="f68c5fd9-22d5-4c0a-9833-7fb0f5135313" providerId="ADAL" clId="{1FFDFDEC-295D-434A-B582-72A8CC8A5E88}" dt="2021-01-14T01:59:18.272" v="110" actId="1076"/>
          <ac:cxnSpMkLst>
            <pc:docMk/>
            <pc:sldMk cId="1907161375" sldId="375"/>
            <ac:cxnSpMk id="26" creationId="{6164547E-80FC-4466-ACDC-B8B858B19E4A}"/>
          </ac:cxnSpMkLst>
        </pc:cxnChg>
        <pc:cxnChg chg="add mod">
          <ac:chgData name="鈴木 秀規" userId="f68c5fd9-22d5-4c0a-9833-7fb0f5135313" providerId="ADAL" clId="{1FFDFDEC-295D-434A-B582-72A8CC8A5E88}" dt="2021-01-14T01:59:18.272" v="110" actId="1076"/>
          <ac:cxnSpMkLst>
            <pc:docMk/>
            <pc:sldMk cId="1907161375" sldId="375"/>
            <ac:cxnSpMk id="27" creationId="{C8083653-A187-4061-9CFC-9CA906255BB5}"/>
          </ac:cxnSpMkLst>
        </pc:cxnChg>
        <pc:cxnChg chg="add mod">
          <ac:chgData name="鈴木 秀規" userId="f68c5fd9-22d5-4c0a-9833-7fb0f5135313" providerId="ADAL" clId="{1FFDFDEC-295D-434A-B582-72A8CC8A5E88}" dt="2021-01-14T01:59:18.272" v="110" actId="1076"/>
          <ac:cxnSpMkLst>
            <pc:docMk/>
            <pc:sldMk cId="1907161375" sldId="375"/>
            <ac:cxnSpMk id="28" creationId="{B0B783CC-E721-469F-8E26-C91C6EA2D86D}"/>
          </ac:cxnSpMkLst>
        </pc:cxnChg>
      </pc:sldChg>
      <pc:sldChg chg="addSp modSp new del mod">
        <pc:chgData name="鈴木 秀規" userId="f68c5fd9-22d5-4c0a-9833-7fb0f5135313" providerId="ADAL" clId="{1FFDFDEC-295D-434A-B582-72A8CC8A5E88}" dt="2021-01-14T02:02:02.288" v="173" actId="2696"/>
        <pc:sldMkLst>
          <pc:docMk/>
          <pc:sldMk cId="2108988060" sldId="376"/>
        </pc:sldMkLst>
        <pc:spChg chg="mod">
          <ac:chgData name="鈴木 秀規" userId="f68c5fd9-22d5-4c0a-9833-7fb0f5135313" providerId="ADAL" clId="{1FFDFDEC-295D-434A-B582-72A8CC8A5E88}" dt="2021-01-14T02:00:18.963" v="141" actId="20577"/>
          <ac:spMkLst>
            <pc:docMk/>
            <pc:sldMk cId="2108988060" sldId="376"/>
            <ac:spMk id="3" creationId="{4034037C-2A01-447F-B387-82829C86D752}"/>
          </ac:spMkLst>
        </pc:spChg>
        <pc:spChg chg="mod">
          <ac:chgData name="鈴木 秀規" userId="f68c5fd9-22d5-4c0a-9833-7fb0f5135313" providerId="ADAL" clId="{1FFDFDEC-295D-434A-B582-72A8CC8A5E88}" dt="2021-01-14T02:00:42.734" v="149" actId="14100"/>
          <ac:spMkLst>
            <pc:docMk/>
            <pc:sldMk cId="2108988060" sldId="376"/>
            <ac:spMk id="5" creationId="{E15B8FA5-9AB3-4033-B52C-496ED6F99D7F}"/>
          </ac:spMkLst>
        </pc:spChg>
        <pc:spChg chg="add mod">
          <ac:chgData name="鈴木 秀規" userId="f68c5fd9-22d5-4c0a-9833-7fb0f5135313" providerId="ADAL" clId="{1FFDFDEC-295D-434A-B582-72A8CC8A5E88}" dt="2021-01-14T02:01:35.267" v="172" actId="2711"/>
          <ac:spMkLst>
            <pc:docMk/>
            <pc:sldMk cId="2108988060" sldId="376"/>
            <ac:spMk id="6" creationId="{0D2BEEBB-6965-4B5F-ACDB-F88BB098F84F}"/>
          </ac:spMkLst>
        </pc:spChg>
        <pc:spChg chg="add mod">
          <ac:chgData name="鈴木 秀規" userId="f68c5fd9-22d5-4c0a-9833-7fb0f5135313" providerId="ADAL" clId="{1FFDFDEC-295D-434A-B582-72A8CC8A5E88}" dt="2021-01-14T02:01:22.917" v="170" actId="2711"/>
          <ac:spMkLst>
            <pc:docMk/>
            <pc:sldMk cId="2108988060" sldId="376"/>
            <ac:spMk id="7" creationId="{0FCC3EBA-F893-40BB-B081-ACC77689B0FC}"/>
          </ac:spMkLst>
        </pc:spChg>
        <pc:spChg chg="add mod">
          <ac:chgData name="鈴木 秀規" userId="f68c5fd9-22d5-4c0a-9833-7fb0f5135313" providerId="ADAL" clId="{1FFDFDEC-295D-434A-B582-72A8CC8A5E88}" dt="2021-01-14T02:00:56.108" v="167" actId="1038"/>
          <ac:spMkLst>
            <pc:docMk/>
            <pc:sldMk cId="2108988060" sldId="376"/>
            <ac:spMk id="23" creationId="{1F6C9A36-E9A4-4BD6-825B-FC77DB8E9344}"/>
          </ac:spMkLst>
        </pc:spChg>
        <pc:picChg chg="add mod">
          <ac:chgData name="鈴木 秀規" userId="f68c5fd9-22d5-4c0a-9833-7fb0f5135313" providerId="ADAL" clId="{1FFDFDEC-295D-434A-B582-72A8CC8A5E88}" dt="2021-01-14T02:00:56.108" v="167" actId="1038"/>
          <ac:picMkLst>
            <pc:docMk/>
            <pc:sldMk cId="2108988060" sldId="376"/>
            <ac:picMk id="8" creationId="{7D4690F8-FC21-4394-B9FE-9B820E6B457B}"/>
          </ac:picMkLst>
        </pc:picChg>
        <pc:picChg chg="add mod">
          <ac:chgData name="鈴木 秀規" userId="f68c5fd9-22d5-4c0a-9833-7fb0f5135313" providerId="ADAL" clId="{1FFDFDEC-295D-434A-B582-72A8CC8A5E88}" dt="2021-01-14T02:00:56.108" v="167" actId="1038"/>
          <ac:picMkLst>
            <pc:docMk/>
            <pc:sldMk cId="2108988060" sldId="376"/>
            <ac:picMk id="9" creationId="{336C59ED-035D-4032-9BFD-BF65F969EDF1}"/>
          </ac:picMkLst>
        </pc:picChg>
        <pc:picChg chg="add mod">
          <ac:chgData name="鈴木 秀規" userId="f68c5fd9-22d5-4c0a-9833-7fb0f5135313" providerId="ADAL" clId="{1FFDFDEC-295D-434A-B582-72A8CC8A5E88}" dt="2021-01-14T02:00:56.108" v="167" actId="1038"/>
          <ac:picMkLst>
            <pc:docMk/>
            <pc:sldMk cId="2108988060" sldId="376"/>
            <ac:picMk id="10" creationId="{180159D8-3060-47E5-A3FF-F69BA91BCC65}"/>
          </ac:picMkLst>
        </pc:picChg>
        <pc:picChg chg="add mod">
          <ac:chgData name="鈴木 秀規" userId="f68c5fd9-22d5-4c0a-9833-7fb0f5135313" providerId="ADAL" clId="{1FFDFDEC-295D-434A-B582-72A8CC8A5E88}" dt="2021-01-14T02:00:56.108" v="167" actId="1038"/>
          <ac:picMkLst>
            <pc:docMk/>
            <pc:sldMk cId="2108988060" sldId="376"/>
            <ac:picMk id="11" creationId="{D0AA5A03-85CD-431A-AA28-AF9AF959A7D7}"/>
          </ac:picMkLst>
        </pc:picChg>
        <pc:picChg chg="add mod">
          <ac:chgData name="鈴木 秀規" userId="f68c5fd9-22d5-4c0a-9833-7fb0f5135313" providerId="ADAL" clId="{1FFDFDEC-295D-434A-B582-72A8CC8A5E88}" dt="2021-01-14T02:00:56.108" v="167" actId="1038"/>
          <ac:picMkLst>
            <pc:docMk/>
            <pc:sldMk cId="2108988060" sldId="376"/>
            <ac:picMk id="15" creationId="{80A29E5E-9321-468A-9CCA-AF71B189FBF3}"/>
          </ac:picMkLst>
        </pc:picChg>
        <pc:picChg chg="add mod">
          <ac:chgData name="鈴木 秀規" userId="f68c5fd9-22d5-4c0a-9833-7fb0f5135313" providerId="ADAL" clId="{1FFDFDEC-295D-434A-B582-72A8CC8A5E88}" dt="2021-01-14T02:00:56.108" v="167" actId="1038"/>
          <ac:picMkLst>
            <pc:docMk/>
            <pc:sldMk cId="2108988060" sldId="376"/>
            <ac:picMk id="17" creationId="{F611D90C-FAEF-4108-B794-0C74A595485A}"/>
          </ac:picMkLst>
        </pc:picChg>
        <pc:picChg chg="add mod">
          <ac:chgData name="鈴木 秀規" userId="f68c5fd9-22d5-4c0a-9833-7fb0f5135313" providerId="ADAL" clId="{1FFDFDEC-295D-434A-B582-72A8CC8A5E88}" dt="2021-01-14T02:00:56.108" v="167" actId="1038"/>
          <ac:picMkLst>
            <pc:docMk/>
            <pc:sldMk cId="2108988060" sldId="376"/>
            <ac:picMk id="19" creationId="{13B29F4B-524E-49F7-AB7F-930E08C2CCEC}"/>
          </ac:picMkLst>
        </pc:picChg>
        <pc:picChg chg="add mod">
          <ac:chgData name="鈴木 秀規" userId="f68c5fd9-22d5-4c0a-9833-7fb0f5135313" providerId="ADAL" clId="{1FFDFDEC-295D-434A-B582-72A8CC8A5E88}" dt="2021-01-14T02:00:56.108" v="167" actId="1038"/>
          <ac:picMkLst>
            <pc:docMk/>
            <pc:sldMk cId="2108988060" sldId="376"/>
            <ac:picMk id="20" creationId="{B096E803-6DF6-44E4-835A-4594EBFDE7DE}"/>
          </ac:picMkLst>
        </pc:picChg>
        <pc:cxnChg chg="add mod">
          <ac:chgData name="鈴木 秀規" userId="f68c5fd9-22d5-4c0a-9833-7fb0f5135313" providerId="ADAL" clId="{1FFDFDEC-295D-434A-B582-72A8CC8A5E88}" dt="2021-01-14T02:00:56.108" v="167" actId="1038"/>
          <ac:cxnSpMkLst>
            <pc:docMk/>
            <pc:sldMk cId="2108988060" sldId="376"/>
            <ac:cxnSpMk id="12" creationId="{9275C84D-51CF-4E43-9882-182A2890E520}"/>
          </ac:cxnSpMkLst>
        </pc:cxnChg>
        <pc:cxnChg chg="add mod">
          <ac:chgData name="鈴木 秀規" userId="f68c5fd9-22d5-4c0a-9833-7fb0f5135313" providerId="ADAL" clId="{1FFDFDEC-295D-434A-B582-72A8CC8A5E88}" dt="2021-01-14T02:00:56.108" v="167" actId="1038"/>
          <ac:cxnSpMkLst>
            <pc:docMk/>
            <pc:sldMk cId="2108988060" sldId="376"/>
            <ac:cxnSpMk id="13" creationId="{DF4E31EB-54A7-4852-8F50-0540BE9E3E92}"/>
          </ac:cxnSpMkLst>
        </pc:cxnChg>
        <pc:cxnChg chg="add mod">
          <ac:chgData name="鈴木 秀規" userId="f68c5fd9-22d5-4c0a-9833-7fb0f5135313" providerId="ADAL" clId="{1FFDFDEC-295D-434A-B582-72A8CC8A5E88}" dt="2021-01-14T02:00:56.108" v="167" actId="1038"/>
          <ac:cxnSpMkLst>
            <pc:docMk/>
            <pc:sldMk cId="2108988060" sldId="376"/>
            <ac:cxnSpMk id="14" creationId="{3756BD93-8BA4-4E4B-93AE-C0D53EC65ED2}"/>
          </ac:cxnSpMkLst>
        </pc:cxnChg>
        <pc:cxnChg chg="add mod">
          <ac:chgData name="鈴木 秀規" userId="f68c5fd9-22d5-4c0a-9833-7fb0f5135313" providerId="ADAL" clId="{1FFDFDEC-295D-434A-B582-72A8CC8A5E88}" dt="2021-01-14T02:00:56.108" v="167" actId="1038"/>
          <ac:cxnSpMkLst>
            <pc:docMk/>
            <pc:sldMk cId="2108988060" sldId="376"/>
            <ac:cxnSpMk id="16" creationId="{9361722C-727A-4C85-AFBE-03A5C414B66F}"/>
          </ac:cxnSpMkLst>
        </pc:cxnChg>
        <pc:cxnChg chg="add mod">
          <ac:chgData name="鈴木 秀規" userId="f68c5fd9-22d5-4c0a-9833-7fb0f5135313" providerId="ADAL" clId="{1FFDFDEC-295D-434A-B582-72A8CC8A5E88}" dt="2021-01-14T02:00:56.108" v="167" actId="1038"/>
          <ac:cxnSpMkLst>
            <pc:docMk/>
            <pc:sldMk cId="2108988060" sldId="376"/>
            <ac:cxnSpMk id="18" creationId="{7B9A898E-71D2-4F9C-9A94-21BFC2A57883}"/>
          </ac:cxnSpMkLst>
        </pc:cxnChg>
        <pc:cxnChg chg="add mod">
          <ac:chgData name="鈴木 秀規" userId="f68c5fd9-22d5-4c0a-9833-7fb0f5135313" providerId="ADAL" clId="{1FFDFDEC-295D-434A-B582-72A8CC8A5E88}" dt="2021-01-14T02:00:56.108" v="167" actId="1038"/>
          <ac:cxnSpMkLst>
            <pc:docMk/>
            <pc:sldMk cId="2108988060" sldId="376"/>
            <ac:cxnSpMk id="21" creationId="{DFB78371-7452-4CFF-828C-3F19969B1ECE}"/>
          </ac:cxnSpMkLst>
        </pc:cxnChg>
        <pc:cxnChg chg="add mod">
          <ac:chgData name="鈴木 秀規" userId="f68c5fd9-22d5-4c0a-9833-7fb0f5135313" providerId="ADAL" clId="{1FFDFDEC-295D-434A-B582-72A8CC8A5E88}" dt="2021-01-14T02:00:56.108" v="167" actId="1038"/>
          <ac:cxnSpMkLst>
            <pc:docMk/>
            <pc:sldMk cId="2108988060" sldId="376"/>
            <ac:cxnSpMk id="22" creationId="{B6B0AD38-13DB-41EA-9A1F-2C1952CFF914}"/>
          </ac:cxnSpMkLst>
        </pc:cxnChg>
      </pc:sldChg>
      <pc:sldChg chg="addSp modSp new mod">
        <pc:chgData name="鈴木 秀規" userId="f68c5fd9-22d5-4c0a-9833-7fb0f5135313" providerId="ADAL" clId="{1FFDFDEC-295D-434A-B582-72A8CC8A5E88}" dt="2021-01-14T02:02:38.621" v="211" actId="1076"/>
        <pc:sldMkLst>
          <pc:docMk/>
          <pc:sldMk cId="2720488262" sldId="376"/>
        </pc:sldMkLst>
        <pc:spChg chg="mod">
          <ac:chgData name="鈴木 秀規" userId="f68c5fd9-22d5-4c0a-9833-7fb0f5135313" providerId="ADAL" clId="{1FFDFDEC-295D-434A-B582-72A8CC8A5E88}" dt="2021-01-14T02:02:12.463" v="202" actId="20577"/>
          <ac:spMkLst>
            <pc:docMk/>
            <pc:sldMk cId="2720488262" sldId="376"/>
            <ac:spMk id="3" creationId="{7E76A76D-A4A9-46AF-854D-786E7BC777F0}"/>
          </ac:spMkLst>
        </pc:spChg>
        <pc:spChg chg="mod">
          <ac:chgData name="鈴木 秀規" userId="f68c5fd9-22d5-4c0a-9833-7fb0f5135313" providerId="ADAL" clId="{1FFDFDEC-295D-434A-B582-72A8CC8A5E88}" dt="2021-01-14T02:02:30.004" v="209" actId="207"/>
          <ac:spMkLst>
            <pc:docMk/>
            <pc:sldMk cId="2720488262" sldId="376"/>
            <ac:spMk id="5" creationId="{053BE284-A5FE-49E2-93EB-ED11556292A1}"/>
          </ac:spMkLst>
        </pc:spChg>
        <pc:spChg chg="add mod">
          <ac:chgData name="鈴木 秀規" userId="f68c5fd9-22d5-4c0a-9833-7fb0f5135313" providerId="ADAL" clId="{1FFDFDEC-295D-434A-B582-72A8CC8A5E88}" dt="2021-01-14T02:02:38.621" v="211" actId="1076"/>
          <ac:spMkLst>
            <pc:docMk/>
            <pc:sldMk cId="2720488262" sldId="376"/>
            <ac:spMk id="6" creationId="{3FDB19DB-E07E-4F5F-ADE2-8952BB7ABFD9}"/>
          </ac:spMkLst>
        </pc:spChg>
        <pc:spChg chg="add mod">
          <ac:chgData name="鈴木 秀規" userId="f68c5fd9-22d5-4c0a-9833-7fb0f5135313" providerId="ADAL" clId="{1FFDFDEC-295D-434A-B582-72A8CC8A5E88}" dt="2021-01-14T02:02:38.621" v="211" actId="1076"/>
          <ac:spMkLst>
            <pc:docMk/>
            <pc:sldMk cId="2720488262" sldId="376"/>
            <ac:spMk id="7" creationId="{7CF06173-29D3-4D35-835B-E0E1E7C5F04B}"/>
          </ac:spMkLst>
        </pc:spChg>
        <pc:spChg chg="add mod">
          <ac:chgData name="鈴木 秀規" userId="f68c5fd9-22d5-4c0a-9833-7fb0f5135313" providerId="ADAL" clId="{1FFDFDEC-295D-434A-B582-72A8CC8A5E88}" dt="2021-01-14T02:02:38.621" v="211" actId="1076"/>
          <ac:spMkLst>
            <pc:docMk/>
            <pc:sldMk cId="2720488262" sldId="376"/>
            <ac:spMk id="8" creationId="{E75346FE-F118-48D8-9BA4-5715319032B0}"/>
          </ac:spMkLst>
        </pc:spChg>
        <pc:spChg chg="add mod">
          <ac:chgData name="鈴木 秀規" userId="f68c5fd9-22d5-4c0a-9833-7fb0f5135313" providerId="ADAL" clId="{1FFDFDEC-295D-434A-B582-72A8CC8A5E88}" dt="2021-01-14T02:02:38.621" v="211" actId="1076"/>
          <ac:spMkLst>
            <pc:docMk/>
            <pc:sldMk cId="2720488262" sldId="376"/>
            <ac:spMk id="9" creationId="{CC214F5B-CCBE-4F4D-A63F-1C91155FD880}"/>
          </ac:spMkLst>
        </pc:spChg>
        <pc:spChg chg="add mod">
          <ac:chgData name="鈴木 秀規" userId="f68c5fd9-22d5-4c0a-9833-7fb0f5135313" providerId="ADAL" clId="{1FFDFDEC-295D-434A-B582-72A8CC8A5E88}" dt="2021-01-14T02:02:38.621" v="211" actId="1076"/>
          <ac:spMkLst>
            <pc:docMk/>
            <pc:sldMk cId="2720488262" sldId="376"/>
            <ac:spMk id="10" creationId="{4B8696C4-7CBC-49D4-BA27-0B15F1DA9A5A}"/>
          </ac:spMkLst>
        </pc:spChg>
        <pc:spChg chg="add mod">
          <ac:chgData name="鈴木 秀規" userId="f68c5fd9-22d5-4c0a-9833-7fb0f5135313" providerId="ADAL" clId="{1FFDFDEC-295D-434A-B582-72A8CC8A5E88}" dt="2021-01-14T02:02:38.621" v="211" actId="1076"/>
          <ac:spMkLst>
            <pc:docMk/>
            <pc:sldMk cId="2720488262" sldId="376"/>
            <ac:spMk id="11" creationId="{61531945-198A-4659-919F-54A6276F9688}"/>
          </ac:spMkLst>
        </pc:spChg>
        <pc:picChg chg="add mod">
          <ac:chgData name="鈴木 秀規" userId="f68c5fd9-22d5-4c0a-9833-7fb0f5135313" providerId="ADAL" clId="{1FFDFDEC-295D-434A-B582-72A8CC8A5E88}" dt="2021-01-14T02:02:38.621" v="211" actId="1076"/>
          <ac:picMkLst>
            <pc:docMk/>
            <pc:sldMk cId="2720488262" sldId="376"/>
            <ac:picMk id="12" creationId="{264B2629-3235-4C1F-81CC-0EB9738C6DF9}"/>
          </ac:picMkLst>
        </pc:picChg>
        <pc:picChg chg="add mod">
          <ac:chgData name="鈴木 秀規" userId="f68c5fd9-22d5-4c0a-9833-7fb0f5135313" providerId="ADAL" clId="{1FFDFDEC-295D-434A-B582-72A8CC8A5E88}" dt="2021-01-14T02:02:38.621" v="211" actId="1076"/>
          <ac:picMkLst>
            <pc:docMk/>
            <pc:sldMk cId="2720488262" sldId="376"/>
            <ac:picMk id="13" creationId="{07A0F9A4-F2B7-462B-87D6-F59F33309D73}"/>
          </ac:picMkLst>
        </pc:picChg>
        <pc:cxnChg chg="add mod">
          <ac:chgData name="鈴木 秀規" userId="f68c5fd9-22d5-4c0a-9833-7fb0f5135313" providerId="ADAL" clId="{1FFDFDEC-295D-434A-B582-72A8CC8A5E88}" dt="2021-01-14T02:02:38.621" v="211" actId="1076"/>
          <ac:cxnSpMkLst>
            <pc:docMk/>
            <pc:sldMk cId="2720488262" sldId="376"/>
            <ac:cxnSpMk id="14" creationId="{A021EA36-EAD1-413B-9C82-429596853257}"/>
          </ac:cxnSpMkLst>
        </pc:cxnChg>
        <pc:cxnChg chg="add mod">
          <ac:chgData name="鈴木 秀規" userId="f68c5fd9-22d5-4c0a-9833-7fb0f5135313" providerId="ADAL" clId="{1FFDFDEC-295D-434A-B582-72A8CC8A5E88}" dt="2021-01-14T02:02:38.621" v="211" actId="1076"/>
          <ac:cxnSpMkLst>
            <pc:docMk/>
            <pc:sldMk cId="2720488262" sldId="376"/>
            <ac:cxnSpMk id="15" creationId="{D5C25223-29DF-4B17-B420-0CB7560CD3AC}"/>
          </ac:cxnSpMkLst>
        </pc:cxnChg>
        <pc:cxnChg chg="add mod">
          <ac:chgData name="鈴木 秀規" userId="f68c5fd9-22d5-4c0a-9833-7fb0f5135313" providerId="ADAL" clId="{1FFDFDEC-295D-434A-B582-72A8CC8A5E88}" dt="2021-01-14T02:02:38.621" v="211" actId="1076"/>
          <ac:cxnSpMkLst>
            <pc:docMk/>
            <pc:sldMk cId="2720488262" sldId="376"/>
            <ac:cxnSpMk id="16" creationId="{24763586-9DAE-493B-8315-4FF9493818EE}"/>
          </ac:cxnSpMkLst>
        </pc:cxnChg>
        <pc:cxnChg chg="add mod">
          <ac:chgData name="鈴木 秀規" userId="f68c5fd9-22d5-4c0a-9833-7fb0f5135313" providerId="ADAL" clId="{1FFDFDEC-295D-434A-B582-72A8CC8A5E88}" dt="2021-01-14T02:02:38.621" v="211" actId="1076"/>
          <ac:cxnSpMkLst>
            <pc:docMk/>
            <pc:sldMk cId="2720488262" sldId="376"/>
            <ac:cxnSpMk id="17" creationId="{C098CE7A-3790-4DBB-B135-514F41130A01}"/>
          </ac:cxnSpMkLst>
        </pc:cxnChg>
      </pc:sldChg>
      <pc:sldChg chg="addSp delSp modSp new add del mod">
        <pc:chgData name="鈴木 秀規" userId="f68c5fd9-22d5-4c0a-9833-7fb0f5135313" providerId="ADAL" clId="{1FFDFDEC-295D-434A-B582-72A8CC8A5E88}" dt="2021-01-26T03:29:01.368" v="886" actId="14100"/>
        <pc:sldMkLst>
          <pc:docMk/>
          <pc:sldMk cId="3649920568" sldId="377"/>
        </pc:sldMkLst>
        <pc:spChg chg="mod">
          <ac:chgData name="鈴木 秀規" userId="f68c5fd9-22d5-4c0a-9833-7fb0f5135313" providerId="ADAL" clId="{1FFDFDEC-295D-434A-B582-72A8CC8A5E88}" dt="2021-01-14T02:03:05.174" v="223" actId="20577"/>
          <ac:spMkLst>
            <pc:docMk/>
            <pc:sldMk cId="3649920568" sldId="377"/>
            <ac:spMk id="3" creationId="{DF13203F-8593-420C-AE20-66E21972FB4D}"/>
          </ac:spMkLst>
        </pc:spChg>
        <pc:spChg chg="mod">
          <ac:chgData name="鈴木 秀規" userId="f68c5fd9-22d5-4c0a-9833-7fb0f5135313" providerId="ADAL" clId="{1FFDFDEC-295D-434A-B582-72A8CC8A5E88}" dt="2021-01-26T03:29:01.368" v="886" actId="14100"/>
          <ac:spMkLst>
            <pc:docMk/>
            <pc:sldMk cId="3649920568" sldId="377"/>
            <ac:spMk id="5" creationId="{63D511F6-27E6-40A2-9A93-B28B3EF22E08}"/>
          </ac:spMkLst>
        </pc:spChg>
        <pc:spChg chg="add del mod">
          <ac:chgData name="鈴木 秀規" userId="f68c5fd9-22d5-4c0a-9833-7fb0f5135313" providerId="ADAL" clId="{1FFDFDEC-295D-434A-B582-72A8CC8A5E88}" dt="2021-01-14T02:04:21.934" v="240" actId="478"/>
          <ac:spMkLst>
            <pc:docMk/>
            <pc:sldMk cId="3649920568" sldId="377"/>
            <ac:spMk id="6" creationId="{D2845405-5103-4C62-BB3C-E80E03C545AE}"/>
          </ac:spMkLst>
        </pc:spChg>
        <pc:spChg chg="add del mod">
          <ac:chgData name="鈴木 秀規" userId="f68c5fd9-22d5-4c0a-9833-7fb0f5135313" providerId="ADAL" clId="{1FFDFDEC-295D-434A-B582-72A8CC8A5E88}" dt="2021-01-14T02:04:21.934" v="240" actId="478"/>
          <ac:spMkLst>
            <pc:docMk/>
            <pc:sldMk cId="3649920568" sldId="377"/>
            <ac:spMk id="10" creationId="{E9941C32-1BEA-433B-B5DA-07AC1252A60F}"/>
          </ac:spMkLst>
        </pc:spChg>
        <pc:spChg chg="add del mod">
          <ac:chgData name="鈴木 秀規" userId="f68c5fd9-22d5-4c0a-9833-7fb0f5135313" providerId="ADAL" clId="{1FFDFDEC-295D-434A-B582-72A8CC8A5E88}" dt="2021-01-14T02:04:21.934" v="240" actId="478"/>
          <ac:spMkLst>
            <pc:docMk/>
            <pc:sldMk cId="3649920568" sldId="377"/>
            <ac:spMk id="13" creationId="{D98634BF-B3C5-4EDA-96E5-D352230508C6}"/>
          </ac:spMkLst>
        </pc:spChg>
        <pc:spChg chg="add del mod">
          <ac:chgData name="鈴木 秀規" userId="f68c5fd9-22d5-4c0a-9833-7fb0f5135313" providerId="ADAL" clId="{1FFDFDEC-295D-434A-B582-72A8CC8A5E88}" dt="2021-01-14T02:04:21.934" v="240" actId="478"/>
          <ac:spMkLst>
            <pc:docMk/>
            <pc:sldMk cId="3649920568" sldId="377"/>
            <ac:spMk id="14" creationId="{150B9EE1-73C9-4075-9A0E-D054ABA7F56A}"/>
          </ac:spMkLst>
        </pc:spChg>
        <pc:spChg chg="add del mod">
          <ac:chgData name="鈴木 秀規" userId="f68c5fd9-22d5-4c0a-9833-7fb0f5135313" providerId="ADAL" clId="{1FFDFDEC-295D-434A-B582-72A8CC8A5E88}" dt="2021-01-14T02:04:21.934" v="240" actId="478"/>
          <ac:spMkLst>
            <pc:docMk/>
            <pc:sldMk cId="3649920568" sldId="377"/>
            <ac:spMk id="16" creationId="{5E32583E-40E0-42F7-8034-4FFF71881D5C}"/>
          </ac:spMkLst>
        </pc:spChg>
        <pc:spChg chg="add del mod">
          <ac:chgData name="鈴木 秀規" userId="f68c5fd9-22d5-4c0a-9833-7fb0f5135313" providerId="ADAL" clId="{1FFDFDEC-295D-434A-B582-72A8CC8A5E88}" dt="2021-01-14T02:04:21.934" v="240" actId="478"/>
          <ac:spMkLst>
            <pc:docMk/>
            <pc:sldMk cId="3649920568" sldId="377"/>
            <ac:spMk id="17" creationId="{CF346F72-7AFE-4925-93DC-FDD7E804143F}"/>
          </ac:spMkLst>
        </pc:spChg>
        <pc:spChg chg="add del mod">
          <ac:chgData name="鈴木 秀規" userId="f68c5fd9-22d5-4c0a-9833-7fb0f5135313" providerId="ADAL" clId="{1FFDFDEC-295D-434A-B582-72A8CC8A5E88}" dt="2021-01-14T02:04:21.934" v="240" actId="478"/>
          <ac:spMkLst>
            <pc:docMk/>
            <pc:sldMk cId="3649920568" sldId="377"/>
            <ac:spMk id="20" creationId="{E9152E8C-4229-44F2-9DC1-CDC1BA9A5AD2}"/>
          </ac:spMkLst>
        </pc:spChg>
        <pc:spChg chg="add del mod">
          <ac:chgData name="鈴木 秀規" userId="f68c5fd9-22d5-4c0a-9833-7fb0f5135313" providerId="ADAL" clId="{1FFDFDEC-295D-434A-B582-72A8CC8A5E88}" dt="2021-01-14T02:04:21.934" v="240" actId="478"/>
          <ac:spMkLst>
            <pc:docMk/>
            <pc:sldMk cId="3649920568" sldId="377"/>
            <ac:spMk id="21" creationId="{05EAAF42-2527-44E6-9B7A-D3034CE102CC}"/>
          </ac:spMkLst>
        </pc:spChg>
        <pc:spChg chg="add del mod">
          <ac:chgData name="鈴木 秀規" userId="f68c5fd9-22d5-4c0a-9833-7fb0f5135313" providerId="ADAL" clId="{1FFDFDEC-295D-434A-B582-72A8CC8A5E88}" dt="2021-01-14T02:04:21.934" v="240" actId="478"/>
          <ac:spMkLst>
            <pc:docMk/>
            <pc:sldMk cId="3649920568" sldId="377"/>
            <ac:spMk id="22" creationId="{8A3C8E80-DD1C-4652-B997-D788E663BEE4}"/>
          </ac:spMkLst>
        </pc:spChg>
        <pc:spChg chg="add del mod">
          <ac:chgData name="鈴木 秀規" userId="f68c5fd9-22d5-4c0a-9833-7fb0f5135313" providerId="ADAL" clId="{1FFDFDEC-295D-434A-B582-72A8CC8A5E88}" dt="2021-01-14T02:04:21.934" v="240" actId="478"/>
          <ac:spMkLst>
            <pc:docMk/>
            <pc:sldMk cId="3649920568" sldId="377"/>
            <ac:spMk id="23" creationId="{8B17CD57-67F5-4E8B-9C1D-455AF85951A9}"/>
          </ac:spMkLst>
        </pc:spChg>
        <pc:spChg chg="add del mod">
          <ac:chgData name="鈴木 秀規" userId="f68c5fd9-22d5-4c0a-9833-7fb0f5135313" providerId="ADAL" clId="{1FFDFDEC-295D-434A-B582-72A8CC8A5E88}" dt="2021-01-14T02:04:21.934" v="240" actId="478"/>
          <ac:spMkLst>
            <pc:docMk/>
            <pc:sldMk cId="3649920568" sldId="377"/>
            <ac:spMk id="24" creationId="{0AA6CF66-5F0A-4C62-8899-D61D2AA31212}"/>
          </ac:spMkLst>
        </pc:spChg>
        <pc:spChg chg="add del mod">
          <ac:chgData name="鈴木 秀規" userId="f68c5fd9-22d5-4c0a-9833-7fb0f5135313" providerId="ADAL" clId="{1FFDFDEC-295D-434A-B582-72A8CC8A5E88}" dt="2021-01-14T02:04:21.934" v="240" actId="478"/>
          <ac:spMkLst>
            <pc:docMk/>
            <pc:sldMk cId="3649920568" sldId="377"/>
            <ac:spMk id="25" creationId="{A13B0CD3-F44A-4B4E-93FB-112CBFC0E562}"/>
          </ac:spMkLst>
        </pc:spChg>
        <pc:spChg chg="add del mod">
          <ac:chgData name="鈴木 秀規" userId="f68c5fd9-22d5-4c0a-9833-7fb0f5135313" providerId="ADAL" clId="{1FFDFDEC-295D-434A-B582-72A8CC8A5E88}" dt="2021-01-14T02:04:21.934" v="240" actId="478"/>
          <ac:spMkLst>
            <pc:docMk/>
            <pc:sldMk cId="3649920568" sldId="377"/>
            <ac:spMk id="26" creationId="{BF42F3B7-1C69-4091-AFEA-40E9B9421075}"/>
          </ac:spMkLst>
        </pc:spChg>
        <pc:spChg chg="add del mod">
          <ac:chgData name="鈴木 秀規" userId="f68c5fd9-22d5-4c0a-9833-7fb0f5135313" providerId="ADAL" clId="{1FFDFDEC-295D-434A-B582-72A8CC8A5E88}" dt="2021-01-14T02:05:27.788" v="286" actId="478"/>
          <ac:spMkLst>
            <pc:docMk/>
            <pc:sldMk cId="3649920568" sldId="377"/>
            <ac:spMk id="30" creationId="{0B4F687E-D4E0-4135-AC7C-527281EC3D14}"/>
          </ac:spMkLst>
        </pc:spChg>
        <pc:spChg chg="add mod">
          <ac:chgData name="鈴木 秀規" userId="f68c5fd9-22d5-4c0a-9833-7fb0f5135313" providerId="ADAL" clId="{1FFDFDEC-295D-434A-B582-72A8CC8A5E88}" dt="2021-01-14T03:36:28.590" v="767" actId="20577"/>
          <ac:spMkLst>
            <pc:docMk/>
            <pc:sldMk cId="3649920568" sldId="377"/>
            <ac:spMk id="31" creationId="{FFC60DF4-583B-4EF1-886C-A29A4130BA29}"/>
          </ac:spMkLst>
        </pc:spChg>
        <pc:spChg chg="add del mod">
          <ac:chgData name="鈴木 秀規" userId="f68c5fd9-22d5-4c0a-9833-7fb0f5135313" providerId="ADAL" clId="{1FFDFDEC-295D-434A-B582-72A8CC8A5E88}" dt="2021-01-14T02:16:36.835" v="446" actId="1076"/>
          <ac:spMkLst>
            <pc:docMk/>
            <pc:sldMk cId="3649920568" sldId="377"/>
            <ac:spMk id="34" creationId="{8F2C3383-3D92-46AC-BD0E-043B93B52929}"/>
          </ac:spMkLst>
        </pc:spChg>
        <pc:spChg chg="add del mod">
          <ac:chgData name="鈴木 秀規" userId="f68c5fd9-22d5-4c0a-9833-7fb0f5135313" providerId="ADAL" clId="{1FFDFDEC-295D-434A-B582-72A8CC8A5E88}" dt="2021-01-14T02:06:26.115" v="302" actId="478"/>
          <ac:spMkLst>
            <pc:docMk/>
            <pc:sldMk cId="3649920568" sldId="377"/>
            <ac:spMk id="35" creationId="{C69D6D9F-3157-4061-9774-8F87C0A7A76D}"/>
          </ac:spMkLst>
        </pc:spChg>
        <pc:spChg chg="add del mod">
          <ac:chgData name="鈴木 秀規" userId="f68c5fd9-22d5-4c0a-9833-7fb0f5135313" providerId="ADAL" clId="{1FFDFDEC-295D-434A-B582-72A8CC8A5E88}" dt="2021-01-14T02:16:31.942" v="445" actId="478"/>
          <ac:spMkLst>
            <pc:docMk/>
            <pc:sldMk cId="3649920568" sldId="377"/>
            <ac:spMk id="46" creationId="{F67477F8-6865-4B2A-A073-E83E5CC25623}"/>
          </ac:spMkLst>
        </pc:spChg>
        <pc:spChg chg="add del mod">
          <ac:chgData name="鈴木 秀規" userId="f68c5fd9-22d5-4c0a-9833-7fb0f5135313" providerId="ADAL" clId="{1FFDFDEC-295D-434A-B582-72A8CC8A5E88}" dt="2021-01-14T02:16:31.942" v="445" actId="478"/>
          <ac:spMkLst>
            <pc:docMk/>
            <pc:sldMk cId="3649920568" sldId="377"/>
            <ac:spMk id="47" creationId="{BB6E310E-301D-4047-8904-D7EA81227523}"/>
          </ac:spMkLst>
        </pc:spChg>
        <pc:spChg chg="add del mod">
          <ac:chgData name="鈴木 秀規" userId="f68c5fd9-22d5-4c0a-9833-7fb0f5135313" providerId="ADAL" clId="{1FFDFDEC-295D-434A-B582-72A8CC8A5E88}" dt="2021-01-14T02:16:01.629" v="442" actId="478"/>
          <ac:spMkLst>
            <pc:docMk/>
            <pc:sldMk cId="3649920568" sldId="377"/>
            <ac:spMk id="48" creationId="{BF786DD5-0EB2-4730-B00E-F22341692CD7}"/>
          </ac:spMkLst>
        </pc:spChg>
        <pc:spChg chg="add del mod">
          <ac:chgData name="鈴木 秀規" userId="f68c5fd9-22d5-4c0a-9833-7fb0f5135313" providerId="ADAL" clId="{1FFDFDEC-295D-434A-B582-72A8CC8A5E88}" dt="2021-01-14T02:16:01.629" v="442" actId="478"/>
          <ac:spMkLst>
            <pc:docMk/>
            <pc:sldMk cId="3649920568" sldId="377"/>
            <ac:spMk id="49" creationId="{77CA64BB-7E63-4245-8D28-F37677F8555D}"/>
          </ac:spMkLst>
        </pc:spChg>
        <pc:spChg chg="add del mod">
          <ac:chgData name="鈴木 秀規" userId="f68c5fd9-22d5-4c0a-9833-7fb0f5135313" providerId="ADAL" clId="{1FFDFDEC-295D-434A-B582-72A8CC8A5E88}" dt="2021-01-14T02:16:01.629" v="442" actId="478"/>
          <ac:spMkLst>
            <pc:docMk/>
            <pc:sldMk cId="3649920568" sldId="377"/>
            <ac:spMk id="50" creationId="{0A739127-191F-4C4F-8FF6-7AD938954C7B}"/>
          </ac:spMkLst>
        </pc:spChg>
        <pc:spChg chg="add del mod">
          <ac:chgData name="鈴木 秀規" userId="f68c5fd9-22d5-4c0a-9833-7fb0f5135313" providerId="ADAL" clId="{1FFDFDEC-295D-434A-B582-72A8CC8A5E88}" dt="2021-01-14T02:16:01.629" v="442" actId="478"/>
          <ac:spMkLst>
            <pc:docMk/>
            <pc:sldMk cId="3649920568" sldId="377"/>
            <ac:spMk id="51" creationId="{BAAC543E-D653-406C-BC24-004A738F98DF}"/>
          </ac:spMkLst>
        </pc:spChg>
        <pc:spChg chg="add mod">
          <ac:chgData name="鈴木 秀規" userId="f68c5fd9-22d5-4c0a-9833-7fb0f5135313" providerId="ADAL" clId="{1FFDFDEC-295D-434A-B582-72A8CC8A5E88}" dt="2021-01-14T02:11:52.343" v="379" actId="1076"/>
          <ac:spMkLst>
            <pc:docMk/>
            <pc:sldMk cId="3649920568" sldId="377"/>
            <ac:spMk id="52" creationId="{9FD0A5F7-3C21-449A-86AA-27C6C68FBB14}"/>
          </ac:spMkLst>
        </pc:spChg>
        <pc:spChg chg="add del mod">
          <ac:chgData name="鈴木 秀規" userId="f68c5fd9-22d5-4c0a-9833-7fb0f5135313" providerId="ADAL" clId="{1FFDFDEC-295D-434A-B582-72A8CC8A5E88}" dt="2021-01-14T02:16:01.629" v="442" actId="478"/>
          <ac:spMkLst>
            <pc:docMk/>
            <pc:sldMk cId="3649920568" sldId="377"/>
            <ac:spMk id="61" creationId="{83D46220-ADF8-4081-A483-E5B7CD8BA853}"/>
          </ac:spMkLst>
        </pc:spChg>
        <pc:spChg chg="add del mod">
          <ac:chgData name="鈴木 秀規" userId="f68c5fd9-22d5-4c0a-9833-7fb0f5135313" providerId="ADAL" clId="{1FFDFDEC-295D-434A-B582-72A8CC8A5E88}" dt="2021-01-14T02:16:01.629" v="442" actId="478"/>
          <ac:spMkLst>
            <pc:docMk/>
            <pc:sldMk cId="3649920568" sldId="377"/>
            <ac:spMk id="62" creationId="{D6CA32A0-C620-4951-966F-93FC0AB160BD}"/>
          </ac:spMkLst>
        </pc:spChg>
        <pc:spChg chg="add del mod">
          <ac:chgData name="鈴木 秀規" userId="f68c5fd9-22d5-4c0a-9833-7fb0f5135313" providerId="ADAL" clId="{1FFDFDEC-295D-434A-B582-72A8CC8A5E88}" dt="2021-01-14T02:19:36.642" v="496" actId="478"/>
          <ac:spMkLst>
            <pc:docMk/>
            <pc:sldMk cId="3649920568" sldId="377"/>
            <ac:spMk id="66" creationId="{E2C49944-ACA2-4A58-B0E5-0D3B7E65719E}"/>
          </ac:spMkLst>
        </pc:spChg>
        <pc:spChg chg="add mod">
          <ac:chgData name="鈴木 秀規" userId="f68c5fd9-22d5-4c0a-9833-7fb0f5135313" providerId="ADAL" clId="{1FFDFDEC-295D-434A-B582-72A8CC8A5E88}" dt="2021-01-14T02:21:14.524" v="523" actId="207"/>
          <ac:spMkLst>
            <pc:docMk/>
            <pc:sldMk cId="3649920568" sldId="377"/>
            <ac:spMk id="67" creationId="{0671154F-E1FA-4A93-B4CE-E5911A6852BA}"/>
          </ac:spMkLst>
        </pc:spChg>
        <pc:spChg chg="add mod">
          <ac:chgData name="鈴木 秀規" userId="f68c5fd9-22d5-4c0a-9833-7fb0f5135313" providerId="ADAL" clId="{1FFDFDEC-295D-434A-B582-72A8CC8A5E88}" dt="2021-01-14T02:22:21.665" v="553" actId="14100"/>
          <ac:spMkLst>
            <pc:docMk/>
            <pc:sldMk cId="3649920568" sldId="377"/>
            <ac:spMk id="68" creationId="{A3733B56-91A6-4B5A-8E5E-C9331ECCCC0B}"/>
          </ac:spMkLst>
        </pc:spChg>
        <pc:spChg chg="add mod">
          <ac:chgData name="鈴木 秀規" userId="f68c5fd9-22d5-4c0a-9833-7fb0f5135313" providerId="ADAL" clId="{1FFDFDEC-295D-434A-B582-72A8CC8A5E88}" dt="2021-01-14T02:22:32.890" v="556" actId="1035"/>
          <ac:spMkLst>
            <pc:docMk/>
            <pc:sldMk cId="3649920568" sldId="377"/>
            <ac:spMk id="69" creationId="{5E42E419-B13D-4016-8238-7F4799B6EB23}"/>
          </ac:spMkLst>
        </pc:spChg>
        <pc:spChg chg="add del mod">
          <ac:chgData name="鈴木 秀規" userId="f68c5fd9-22d5-4c0a-9833-7fb0f5135313" providerId="ADAL" clId="{1FFDFDEC-295D-434A-B582-72A8CC8A5E88}" dt="2021-01-14T03:36:49.050" v="769" actId="478"/>
          <ac:spMkLst>
            <pc:docMk/>
            <pc:sldMk cId="3649920568" sldId="377"/>
            <ac:spMk id="70" creationId="{75EE7C32-A449-48C9-858A-29C1A72E0B2F}"/>
          </ac:spMkLst>
        </pc:spChg>
        <pc:grpChg chg="add mod">
          <ac:chgData name="鈴木 秀規" userId="f68c5fd9-22d5-4c0a-9833-7fb0f5135313" providerId="ADAL" clId="{1FFDFDEC-295D-434A-B582-72A8CC8A5E88}" dt="2021-01-14T02:16:43.606" v="449" actId="1076"/>
          <ac:grpSpMkLst>
            <pc:docMk/>
            <pc:sldMk cId="3649920568" sldId="377"/>
            <ac:grpSpMk id="32" creationId="{A6E6B39E-1581-4318-9C25-C50545DCF6E5}"/>
          </ac:grpSpMkLst>
        </pc:grpChg>
        <pc:grpChg chg="add del mod">
          <ac:chgData name="鈴木 秀規" userId="f68c5fd9-22d5-4c0a-9833-7fb0f5135313" providerId="ADAL" clId="{1FFDFDEC-295D-434A-B582-72A8CC8A5E88}" dt="2021-01-14T02:16:01.629" v="442" actId="478"/>
          <ac:grpSpMkLst>
            <pc:docMk/>
            <pc:sldMk cId="3649920568" sldId="377"/>
            <ac:grpSpMk id="54" creationId="{D4036D75-2FD5-461E-A87F-4C388D4052D0}"/>
          </ac:grpSpMkLst>
        </pc:grpChg>
        <pc:picChg chg="add del mod">
          <ac:chgData name="鈴木 秀規" userId="f68c5fd9-22d5-4c0a-9833-7fb0f5135313" providerId="ADAL" clId="{1FFDFDEC-295D-434A-B582-72A8CC8A5E88}" dt="2021-01-14T02:04:21.934" v="240" actId="478"/>
          <ac:picMkLst>
            <pc:docMk/>
            <pc:sldMk cId="3649920568" sldId="377"/>
            <ac:picMk id="7" creationId="{E20396D6-2E5A-4A3C-866A-3EDECF145E1F}"/>
          </ac:picMkLst>
        </pc:picChg>
        <pc:picChg chg="add del mod">
          <ac:chgData name="鈴木 秀規" userId="f68c5fd9-22d5-4c0a-9833-7fb0f5135313" providerId="ADAL" clId="{1FFDFDEC-295D-434A-B582-72A8CC8A5E88}" dt="2021-01-14T02:04:21.934" v="240" actId="478"/>
          <ac:picMkLst>
            <pc:docMk/>
            <pc:sldMk cId="3649920568" sldId="377"/>
            <ac:picMk id="8" creationId="{E560B7DF-E113-4E23-B6A5-CAD857447DB8}"/>
          </ac:picMkLst>
        </pc:picChg>
        <pc:picChg chg="add del mod">
          <ac:chgData name="鈴木 秀規" userId="f68c5fd9-22d5-4c0a-9833-7fb0f5135313" providerId="ADAL" clId="{1FFDFDEC-295D-434A-B582-72A8CC8A5E88}" dt="2021-01-14T02:04:21.934" v="240" actId="478"/>
          <ac:picMkLst>
            <pc:docMk/>
            <pc:sldMk cId="3649920568" sldId="377"/>
            <ac:picMk id="9" creationId="{B194A6BA-DF1B-426E-9CDD-97A45AC51E7D}"/>
          </ac:picMkLst>
        </pc:picChg>
        <pc:picChg chg="add del mod">
          <ac:chgData name="鈴木 秀規" userId="f68c5fd9-22d5-4c0a-9833-7fb0f5135313" providerId="ADAL" clId="{1FFDFDEC-295D-434A-B582-72A8CC8A5E88}" dt="2021-01-14T02:04:21.934" v="240" actId="478"/>
          <ac:picMkLst>
            <pc:docMk/>
            <pc:sldMk cId="3649920568" sldId="377"/>
            <ac:picMk id="15" creationId="{7F2FFC44-3FB7-42E8-880F-3FA0352F329F}"/>
          </ac:picMkLst>
        </pc:picChg>
        <pc:picChg chg="add mod">
          <ac:chgData name="鈴木 秀規" userId="f68c5fd9-22d5-4c0a-9833-7fb0f5135313" providerId="ADAL" clId="{1FFDFDEC-295D-434A-B582-72A8CC8A5E88}" dt="2021-01-14T02:05:34.524" v="287" actId="164"/>
          <ac:picMkLst>
            <pc:docMk/>
            <pc:sldMk cId="3649920568" sldId="377"/>
            <ac:picMk id="27" creationId="{E93CA468-4AE8-485A-AB76-A2D114168246}"/>
          </ac:picMkLst>
        </pc:picChg>
        <pc:picChg chg="add mod">
          <ac:chgData name="鈴木 秀規" userId="f68c5fd9-22d5-4c0a-9833-7fb0f5135313" providerId="ADAL" clId="{1FFDFDEC-295D-434A-B582-72A8CC8A5E88}" dt="2021-01-14T02:05:34.524" v="287" actId="164"/>
          <ac:picMkLst>
            <pc:docMk/>
            <pc:sldMk cId="3649920568" sldId="377"/>
            <ac:picMk id="28" creationId="{AD28C022-22D5-4A58-AFE7-972EB062E364}"/>
          </ac:picMkLst>
        </pc:picChg>
        <pc:picChg chg="add mod">
          <ac:chgData name="鈴木 秀規" userId="f68c5fd9-22d5-4c0a-9833-7fb0f5135313" providerId="ADAL" clId="{1FFDFDEC-295D-434A-B582-72A8CC8A5E88}" dt="2021-01-14T02:05:34.524" v="287" actId="164"/>
          <ac:picMkLst>
            <pc:docMk/>
            <pc:sldMk cId="3649920568" sldId="377"/>
            <ac:picMk id="29" creationId="{9D45EBC1-DEE0-40E3-A104-46EB8914BDF4}"/>
          </ac:picMkLst>
        </pc:picChg>
        <pc:picChg chg="add del mod ord">
          <ac:chgData name="鈴木 秀規" userId="f68c5fd9-22d5-4c0a-9833-7fb0f5135313" providerId="ADAL" clId="{1FFDFDEC-295D-434A-B582-72A8CC8A5E88}" dt="2021-01-14T02:16:36.835" v="446" actId="1076"/>
          <ac:picMkLst>
            <pc:docMk/>
            <pc:sldMk cId="3649920568" sldId="377"/>
            <ac:picMk id="33" creationId="{0E9D1243-8407-457A-82BD-F88B5BBECD23}"/>
          </ac:picMkLst>
        </pc:picChg>
        <pc:picChg chg="add mod">
          <ac:chgData name="鈴木 秀規" userId="f68c5fd9-22d5-4c0a-9833-7fb0f5135313" providerId="ADAL" clId="{1FFDFDEC-295D-434A-B582-72A8CC8A5E88}" dt="2021-01-14T02:11:52.343" v="379" actId="1076"/>
          <ac:picMkLst>
            <pc:docMk/>
            <pc:sldMk cId="3649920568" sldId="377"/>
            <ac:picMk id="53" creationId="{0A86E771-969C-4F01-BFA0-1B211831F160}"/>
          </ac:picMkLst>
        </pc:picChg>
        <pc:cxnChg chg="add del mod">
          <ac:chgData name="鈴木 秀規" userId="f68c5fd9-22d5-4c0a-9833-7fb0f5135313" providerId="ADAL" clId="{1FFDFDEC-295D-434A-B582-72A8CC8A5E88}" dt="2021-01-14T02:04:21.934" v="240" actId="478"/>
          <ac:cxnSpMkLst>
            <pc:docMk/>
            <pc:sldMk cId="3649920568" sldId="377"/>
            <ac:cxnSpMk id="11" creationId="{0483F4C0-0407-44D3-A78F-49E51B86787C}"/>
          </ac:cxnSpMkLst>
        </pc:cxnChg>
        <pc:cxnChg chg="add del mod">
          <ac:chgData name="鈴木 秀規" userId="f68c5fd9-22d5-4c0a-9833-7fb0f5135313" providerId="ADAL" clId="{1FFDFDEC-295D-434A-B582-72A8CC8A5E88}" dt="2021-01-14T02:04:21.934" v="240" actId="478"/>
          <ac:cxnSpMkLst>
            <pc:docMk/>
            <pc:sldMk cId="3649920568" sldId="377"/>
            <ac:cxnSpMk id="12" creationId="{2E04BDFF-7969-411B-93A0-D8331BA8189C}"/>
          </ac:cxnSpMkLst>
        </pc:cxnChg>
        <pc:cxnChg chg="add del mod">
          <ac:chgData name="鈴木 秀規" userId="f68c5fd9-22d5-4c0a-9833-7fb0f5135313" providerId="ADAL" clId="{1FFDFDEC-295D-434A-B582-72A8CC8A5E88}" dt="2021-01-14T02:04:21.934" v="240" actId="478"/>
          <ac:cxnSpMkLst>
            <pc:docMk/>
            <pc:sldMk cId="3649920568" sldId="377"/>
            <ac:cxnSpMk id="18" creationId="{1C833306-77D8-44F7-AB46-81396D7788AF}"/>
          </ac:cxnSpMkLst>
        </pc:cxnChg>
        <pc:cxnChg chg="add del mod">
          <ac:chgData name="鈴木 秀規" userId="f68c5fd9-22d5-4c0a-9833-7fb0f5135313" providerId="ADAL" clId="{1FFDFDEC-295D-434A-B582-72A8CC8A5E88}" dt="2021-01-14T02:04:21.934" v="240" actId="478"/>
          <ac:cxnSpMkLst>
            <pc:docMk/>
            <pc:sldMk cId="3649920568" sldId="377"/>
            <ac:cxnSpMk id="19" creationId="{2B632CD0-09BA-467C-8CA1-BF1493109906}"/>
          </ac:cxnSpMkLst>
        </pc:cxnChg>
        <pc:cxnChg chg="add del mod">
          <ac:chgData name="鈴木 秀規" userId="f68c5fd9-22d5-4c0a-9833-7fb0f5135313" providerId="ADAL" clId="{1FFDFDEC-295D-434A-B582-72A8CC8A5E88}" dt="2021-01-14T02:16:31.942" v="445" actId="478"/>
          <ac:cxnSpMkLst>
            <pc:docMk/>
            <pc:sldMk cId="3649920568" sldId="377"/>
            <ac:cxnSpMk id="36" creationId="{AD6D5368-C535-4AA1-ADF8-B5E214C9BE42}"/>
          </ac:cxnSpMkLst>
        </pc:cxnChg>
        <pc:cxnChg chg="add del mod">
          <ac:chgData name="鈴木 秀規" userId="f68c5fd9-22d5-4c0a-9833-7fb0f5135313" providerId="ADAL" clId="{1FFDFDEC-295D-434A-B582-72A8CC8A5E88}" dt="2021-01-14T02:16:31.942" v="445" actId="478"/>
          <ac:cxnSpMkLst>
            <pc:docMk/>
            <pc:sldMk cId="3649920568" sldId="377"/>
            <ac:cxnSpMk id="41" creationId="{58F1D3BC-BF7A-4996-B9E2-60AA8D6F04E3}"/>
          </ac:cxnSpMkLst>
        </pc:cxnChg>
        <pc:cxnChg chg="add del mod">
          <ac:chgData name="鈴木 秀規" userId="f68c5fd9-22d5-4c0a-9833-7fb0f5135313" providerId="ADAL" clId="{1FFDFDEC-295D-434A-B582-72A8CC8A5E88}" dt="2021-01-14T02:16:01.629" v="442" actId="478"/>
          <ac:cxnSpMkLst>
            <pc:docMk/>
            <pc:sldMk cId="3649920568" sldId="377"/>
            <ac:cxnSpMk id="55" creationId="{BAEC9F89-E461-491B-94AE-A27E46E881FD}"/>
          </ac:cxnSpMkLst>
        </pc:cxnChg>
        <pc:cxnChg chg="add del mod">
          <ac:chgData name="鈴木 秀規" userId="f68c5fd9-22d5-4c0a-9833-7fb0f5135313" providerId="ADAL" clId="{1FFDFDEC-295D-434A-B582-72A8CC8A5E88}" dt="2021-01-14T02:16:01.629" v="442" actId="478"/>
          <ac:cxnSpMkLst>
            <pc:docMk/>
            <pc:sldMk cId="3649920568" sldId="377"/>
            <ac:cxnSpMk id="58" creationId="{410B3091-C760-4FE8-B549-D0650C6C8145}"/>
          </ac:cxnSpMkLst>
        </pc:cxnChg>
        <pc:cxnChg chg="add mod">
          <ac:chgData name="鈴木 秀規" userId="f68c5fd9-22d5-4c0a-9833-7fb0f5135313" providerId="ADAL" clId="{1FFDFDEC-295D-434A-B582-72A8CC8A5E88}" dt="2021-01-14T02:17:40.921" v="469" actId="1038"/>
          <ac:cxnSpMkLst>
            <pc:docMk/>
            <pc:sldMk cId="3649920568" sldId="377"/>
            <ac:cxnSpMk id="64" creationId="{100ADEA5-B42F-4347-9286-D7704FC7BE9D}"/>
          </ac:cxnSpMkLst>
        </pc:cxnChg>
        <pc:cxnChg chg="add del mod">
          <ac:chgData name="鈴木 秀規" userId="f68c5fd9-22d5-4c0a-9833-7fb0f5135313" providerId="ADAL" clId="{1FFDFDEC-295D-434A-B582-72A8CC8A5E88}" dt="2021-01-14T03:36:49.050" v="769" actId="478"/>
          <ac:cxnSpMkLst>
            <pc:docMk/>
            <pc:sldMk cId="3649920568" sldId="377"/>
            <ac:cxnSpMk id="65" creationId="{161C3D35-36D5-4C34-A872-287438D6956F}"/>
          </ac:cxnSpMkLst>
        </pc:cxnChg>
      </pc:sldChg>
      <pc:sldChg chg="delSp modSp add del mod">
        <pc:chgData name="鈴木 秀規" userId="f68c5fd9-22d5-4c0a-9833-7fb0f5135313" providerId="ADAL" clId="{1FFDFDEC-295D-434A-B582-72A8CC8A5E88}" dt="2021-01-14T02:29:25.757" v="739" actId="47"/>
        <pc:sldMkLst>
          <pc:docMk/>
          <pc:sldMk cId="2320012680" sldId="378"/>
        </pc:sldMkLst>
        <pc:spChg chg="mod">
          <ac:chgData name="鈴木 秀規" userId="f68c5fd9-22d5-4c0a-9833-7fb0f5135313" providerId="ADAL" clId="{1FFDFDEC-295D-434A-B582-72A8CC8A5E88}" dt="2021-01-14T02:14:54.356" v="440" actId="20577"/>
          <ac:spMkLst>
            <pc:docMk/>
            <pc:sldMk cId="2320012680" sldId="378"/>
            <ac:spMk id="3" creationId="{DF13203F-8593-420C-AE20-66E21972FB4D}"/>
          </ac:spMkLst>
        </pc:spChg>
        <pc:spChg chg="del">
          <ac:chgData name="鈴木 秀規" userId="f68c5fd9-22d5-4c0a-9833-7fb0f5135313" providerId="ADAL" clId="{1FFDFDEC-295D-434A-B582-72A8CC8A5E88}" dt="2021-01-14T02:22:56.356" v="557" actId="478"/>
          <ac:spMkLst>
            <pc:docMk/>
            <pc:sldMk cId="2320012680" sldId="378"/>
            <ac:spMk id="31" creationId="{FFC60DF4-583B-4EF1-886C-A29A4130BA29}"/>
          </ac:spMkLst>
        </pc:spChg>
        <pc:spChg chg="del">
          <ac:chgData name="鈴木 秀規" userId="f68c5fd9-22d5-4c0a-9833-7fb0f5135313" providerId="ADAL" clId="{1FFDFDEC-295D-434A-B582-72A8CC8A5E88}" dt="2021-01-14T02:22:56.356" v="557" actId="478"/>
          <ac:spMkLst>
            <pc:docMk/>
            <pc:sldMk cId="2320012680" sldId="378"/>
            <ac:spMk id="34" creationId="{8F2C3383-3D92-46AC-BD0E-043B93B52929}"/>
          </ac:spMkLst>
        </pc:spChg>
        <pc:spChg chg="del">
          <ac:chgData name="鈴木 秀規" userId="f68c5fd9-22d5-4c0a-9833-7fb0f5135313" providerId="ADAL" clId="{1FFDFDEC-295D-434A-B582-72A8CC8A5E88}" dt="2021-01-14T02:22:56.356" v="557" actId="478"/>
          <ac:spMkLst>
            <pc:docMk/>
            <pc:sldMk cId="2320012680" sldId="378"/>
            <ac:spMk id="46" creationId="{F67477F8-6865-4B2A-A073-E83E5CC25623}"/>
          </ac:spMkLst>
        </pc:spChg>
        <pc:spChg chg="del">
          <ac:chgData name="鈴木 秀規" userId="f68c5fd9-22d5-4c0a-9833-7fb0f5135313" providerId="ADAL" clId="{1FFDFDEC-295D-434A-B582-72A8CC8A5E88}" dt="2021-01-14T02:22:56.356" v="557" actId="478"/>
          <ac:spMkLst>
            <pc:docMk/>
            <pc:sldMk cId="2320012680" sldId="378"/>
            <ac:spMk id="47" creationId="{BB6E310E-301D-4047-8904-D7EA81227523}"/>
          </ac:spMkLst>
        </pc:spChg>
        <pc:spChg chg="del">
          <ac:chgData name="鈴木 秀規" userId="f68c5fd9-22d5-4c0a-9833-7fb0f5135313" providerId="ADAL" clId="{1FFDFDEC-295D-434A-B582-72A8CC8A5E88}" dt="2021-01-14T02:22:56.356" v="557" actId="478"/>
          <ac:spMkLst>
            <pc:docMk/>
            <pc:sldMk cId="2320012680" sldId="378"/>
            <ac:spMk id="61" creationId="{83D46220-ADF8-4081-A483-E5B7CD8BA853}"/>
          </ac:spMkLst>
        </pc:spChg>
        <pc:spChg chg="del">
          <ac:chgData name="鈴木 秀規" userId="f68c5fd9-22d5-4c0a-9833-7fb0f5135313" providerId="ADAL" clId="{1FFDFDEC-295D-434A-B582-72A8CC8A5E88}" dt="2021-01-14T02:22:56.356" v="557" actId="478"/>
          <ac:spMkLst>
            <pc:docMk/>
            <pc:sldMk cId="2320012680" sldId="378"/>
            <ac:spMk id="62" creationId="{D6CA32A0-C620-4951-966F-93FC0AB160BD}"/>
          </ac:spMkLst>
        </pc:spChg>
        <pc:grpChg chg="del">
          <ac:chgData name="鈴木 秀規" userId="f68c5fd9-22d5-4c0a-9833-7fb0f5135313" providerId="ADAL" clId="{1FFDFDEC-295D-434A-B582-72A8CC8A5E88}" dt="2021-01-14T02:22:56.356" v="557" actId="478"/>
          <ac:grpSpMkLst>
            <pc:docMk/>
            <pc:sldMk cId="2320012680" sldId="378"/>
            <ac:grpSpMk id="32" creationId="{A6E6B39E-1581-4318-9C25-C50545DCF6E5}"/>
          </ac:grpSpMkLst>
        </pc:grpChg>
        <pc:picChg chg="del">
          <ac:chgData name="鈴木 秀規" userId="f68c5fd9-22d5-4c0a-9833-7fb0f5135313" providerId="ADAL" clId="{1FFDFDEC-295D-434A-B582-72A8CC8A5E88}" dt="2021-01-14T02:22:56.356" v="557" actId="478"/>
          <ac:picMkLst>
            <pc:docMk/>
            <pc:sldMk cId="2320012680" sldId="378"/>
            <ac:picMk id="33" creationId="{0E9D1243-8407-457A-82BD-F88B5BBECD23}"/>
          </ac:picMkLst>
        </pc:picChg>
        <pc:cxnChg chg="del">
          <ac:chgData name="鈴木 秀規" userId="f68c5fd9-22d5-4c0a-9833-7fb0f5135313" providerId="ADAL" clId="{1FFDFDEC-295D-434A-B582-72A8CC8A5E88}" dt="2021-01-14T02:22:56.356" v="557" actId="478"/>
          <ac:cxnSpMkLst>
            <pc:docMk/>
            <pc:sldMk cId="2320012680" sldId="378"/>
            <ac:cxnSpMk id="36" creationId="{AD6D5368-C535-4AA1-ADF8-B5E214C9BE42}"/>
          </ac:cxnSpMkLst>
        </pc:cxnChg>
        <pc:cxnChg chg="del">
          <ac:chgData name="鈴木 秀規" userId="f68c5fd9-22d5-4c0a-9833-7fb0f5135313" providerId="ADAL" clId="{1FFDFDEC-295D-434A-B582-72A8CC8A5E88}" dt="2021-01-14T02:22:56.356" v="557" actId="478"/>
          <ac:cxnSpMkLst>
            <pc:docMk/>
            <pc:sldMk cId="2320012680" sldId="378"/>
            <ac:cxnSpMk id="41" creationId="{58F1D3BC-BF7A-4996-B9E2-60AA8D6F04E3}"/>
          </ac:cxnSpMkLst>
        </pc:cxnChg>
        <pc:cxnChg chg="del">
          <ac:chgData name="鈴木 秀規" userId="f68c5fd9-22d5-4c0a-9833-7fb0f5135313" providerId="ADAL" clId="{1FFDFDEC-295D-434A-B582-72A8CC8A5E88}" dt="2021-01-14T02:22:56.356" v="557" actId="478"/>
          <ac:cxnSpMkLst>
            <pc:docMk/>
            <pc:sldMk cId="2320012680" sldId="378"/>
            <ac:cxnSpMk id="55" creationId="{BAEC9F89-E461-491B-94AE-A27E46E881FD}"/>
          </ac:cxnSpMkLst>
        </pc:cxnChg>
        <pc:cxnChg chg="del">
          <ac:chgData name="鈴木 秀規" userId="f68c5fd9-22d5-4c0a-9833-7fb0f5135313" providerId="ADAL" clId="{1FFDFDEC-295D-434A-B582-72A8CC8A5E88}" dt="2021-01-14T02:22:56.356" v="557" actId="478"/>
          <ac:cxnSpMkLst>
            <pc:docMk/>
            <pc:sldMk cId="2320012680" sldId="378"/>
            <ac:cxnSpMk id="58" creationId="{410B3091-C760-4FE8-B549-D0650C6C8145}"/>
          </ac:cxnSpMkLst>
        </pc:cxnChg>
      </pc:sldChg>
      <pc:sldChg chg="addSp delSp modSp add mod">
        <pc:chgData name="鈴木 秀規" userId="f68c5fd9-22d5-4c0a-9833-7fb0f5135313" providerId="ADAL" clId="{1FFDFDEC-295D-434A-B582-72A8CC8A5E88}" dt="2021-01-26T03:29:33.385" v="892" actId="207"/>
        <pc:sldMkLst>
          <pc:docMk/>
          <pc:sldMk cId="958544309" sldId="379"/>
        </pc:sldMkLst>
        <pc:spChg chg="mod">
          <ac:chgData name="鈴木 秀規" userId="f68c5fd9-22d5-4c0a-9833-7fb0f5135313" providerId="ADAL" clId="{1FFDFDEC-295D-434A-B582-72A8CC8A5E88}" dt="2021-01-14T02:23:19.325" v="581" actId="20577"/>
          <ac:spMkLst>
            <pc:docMk/>
            <pc:sldMk cId="958544309" sldId="379"/>
            <ac:spMk id="3" creationId="{DF13203F-8593-420C-AE20-66E21972FB4D}"/>
          </ac:spMkLst>
        </pc:spChg>
        <pc:spChg chg="mod">
          <ac:chgData name="鈴木 秀規" userId="f68c5fd9-22d5-4c0a-9833-7fb0f5135313" providerId="ADAL" clId="{1FFDFDEC-295D-434A-B582-72A8CC8A5E88}" dt="2021-01-14T03:35:50.846" v="746" actId="1076"/>
          <ac:spMkLst>
            <pc:docMk/>
            <pc:sldMk cId="958544309" sldId="379"/>
            <ac:spMk id="5" creationId="{63D511F6-27E6-40A2-9A93-B28B3EF22E08}"/>
          </ac:spMkLst>
        </pc:spChg>
        <pc:spChg chg="add mod">
          <ac:chgData name="鈴木 秀規" userId="f68c5fd9-22d5-4c0a-9833-7fb0f5135313" providerId="ADAL" clId="{1FFDFDEC-295D-434A-B582-72A8CC8A5E88}" dt="2021-01-14T02:27:29.650" v="667" actId="1076"/>
          <ac:spMkLst>
            <pc:docMk/>
            <pc:sldMk cId="958544309" sldId="379"/>
            <ac:spMk id="19" creationId="{BFD7670E-D948-4916-A5B0-BC868BB5A7B8}"/>
          </ac:spMkLst>
        </pc:spChg>
        <pc:spChg chg="add mod">
          <ac:chgData name="鈴木 秀規" userId="f68c5fd9-22d5-4c0a-9833-7fb0f5135313" providerId="ADAL" clId="{1FFDFDEC-295D-434A-B582-72A8CC8A5E88}" dt="2021-01-14T02:27:29.650" v="667" actId="1076"/>
          <ac:spMkLst>
            <pc:docMk/>
            <pc:sldMk cId="958544309" sldId="379"/>
            <ac:spMk id="20" creationId="{342B2FC8-CEB9-4A3C-A4B9-0E07B43AA2D9}"/>
          </ac:spMkLst>
        </pc:spChg>
        <pc:spChg chg="add del mod">
          <ac:chgData name="鈴木 秀規" userId="f68c5fd9-22d5-4c0a-9833-7fb0f5135313" providerId="ADAL" clId="{1FFDFDEC-295D-434A-B582-72A8CC8A5E88}" dt="2021-01-14T03:35:53.946" v="747" actId="478"/>
          <ac:spMkLst>
            <pc:docMk/>
            <pc:sldMk cId="958544309" sldId="379"/>
            <ac:spMk id="21" creationId="{4CE962B2-0B0B-488B-B395-9937FEA31235}"/>
          </ac:spMkLst>
        </pc:spChg>
        <pc:spChg chg="add del mod">
          <ac:chgData name="鈴木 秀規" userId="f68c5fd9-22d5-4c0a-9833-7fb0f5135313" providerId="ADAL" clId="{1FFDFDEC-295D-434A-B582-72A8CC8A5E88}" dt="2021-01-14T03:35:53.946" v="747" actId="478"/>
          <ac:spMkLst>
            <pc:docMk/>
            <pc:sldMk cId="958544309" sldId="379"/>
            <ac:spMk id="22" creationId="{08473672-4663-4E76-AE85-614E63232CA2}"/>
          </ac:spMkLst>
        </pc:spChg>
        <pc:spChg chg="add del mod">
          <ac:chgData name="鈴木 秀規" userId="f68c5fd9-22d5-4c0a-9833-7fb0f5135313" providerId="ADAL" clId="{1FFDFDEC-295D-434A-B582-72A8CC8A5E88}" dt="2021-01-14T03:35:53.946" v="747" actId="478"/>
          <ac:spMkLst>
            <pc:docMk/>
            <pc:sldMk cId="958544309" sldId="379"/>
            <ac:spMk id="23" creationId="{9CEE2320-9DDB-4293-8B65-34AAC77B7A28}"/>
          </ac:spMkLst>
        </pc:spChg>
        <pc:spChg chg="add del mod">
          <ac:chgData name="鈴木 秀規" userId="f68c5fd9-22d5-4c0a-9833-7fb0f5135313" providerId="ADAL" clId="{1FFDFDEC-295D-434A-B582-72A8CC8A5E88}" dt="2021-01-14T03:35:53.946" v="747" actId="478"/>
          <ac:spMkLst>
            <pc:docMk/>
            <pc:sldMk cId="958544309" sldId="379"/>
            <ac:spMk id="24" creationId="{9EA7CECF-2E5C-48EB-89FD-A206EC488576}"/>
          </ac:spMkLst>
        </pc:spChg>
        <pc:spChg chg="mod">
          <ac:chgData name="鈴木 秀規" userId="f68c5fd9-22d5-4c0a-9833-7fb0f5135313" providerId="ADAL" clId="{1FFDFDEC-295D-434A-B582-72A8CC8A5E88}" dt="2021-01-14T02:27:21.306" v="666" actId="1038"/>
          <ac:spMkLst>
            <pc:docMk/>
            <pc:sldMk cId="958544309" sldId="379"/>
            <ac:spMk id="26" creationId="{E7DF1ACA-6CF0-40A9-9E99-DABEBFCB70AB}"/>
          </ac:spMkLst>
        </pc:spChg>
        <pc:spChg chg="del mod">
          <ac:chgData name="鈴木 秀規" userId="f68c5fd9-22d5-4c0a-9833-7fb0f5135313" providerId="ADAL" clId="{1FFDFDEC-295D-434A-B582-72A8CC8A5E88}" dt="2021-01-14T03:36:11.610" v="750" actId="478"/>
          <ac:spMkLst>
            <pc:docMk/>
            <pc:sldMk cId="958544309" sldId="379"/>
            <ac:spMk id="31" creationId="{FFC60DF4-583B-4EF1-886C-A29A4130BA29}"/>
          </ac:spMkLst>
        </pc:spChg>
        <pc:spChg chg="mod">
          <ac:chgData name="鈴木 秀規" userId="f68c5fd9-22d5-4c0a-9833-7fb0f5135313" providerId="ADAL" clId="{1FFDFDEC-295D-434A-B582-72A8CC8A5E88}" dt="2021-01-14T02:27:29.650" v="667" actId="1076"/>
          <ac:spMkLst>
            <pc:docMk/>
            <pc:sldMk cId="958544309" sldId="379"/>
            <ac:spMk id="34" creationId="{8F2C3383-3D92-46AC-BD0E-043B93B52929}"/>
          </ac:spMkLst>
        </pc:spChg>
        <pc:spChg chg="add mod">
          <ac:chgData name="鈴木 秀規" userId="f68c5fd9-22d5-4c0a-9833-7fb0f5135313" providerId="ADAL" clId="{1FFDFDEC-295D-434A-B582-72A8CC8A5E88}" dt="2021-01-14T02:27:06.061" v="657" actId="571"/>
          <ac:spMkLst>
            <pc:docMk/>
            <pc:sldMk cId="958544309" sldId="379"/>
            <ac:spMk id="37" creationId="{47831BC6-F284-47AB-A050-EAD5ACCAD148}"/>
          </ac:spMkLst>
        </pc:spChg>
        <pc:spChg chg="add mod">
          <ac:chgData name="鈴木 秀規" userId="f68c5fd9-22d5-4c0a-9833-7fb0f5135313" providerId="ADAL" clId="{1FFDFDEC-295D-434A-B582-72A8CC8A5E88}" dt="2021-01-14T02:27:06.061" v="657" actId="571"/>
          <ac:spMkLst>
            <pc:docMk/>
            <pc:sldMk cId="958544309" sldId="379"/>
            <ac:spMk id="38" creationId="{14CF0358-BECE-42C6-9A83-4C21DB825E4B}"/>
          </ac:spMkLst>
        </pc:spChg>
        <pc:spChg chg="add del mod">
          <ac:chgData name="鈴木 秀規" userId="f68c5fd9-22d5-4c0a-9833-7fb0f5135313" providerId="ADAL" clId="{1FFDFDEC-295D-434A-B582-72A8CC8A5E88}" dt="2021-01-14T03:35:47.969" v="744" actId="478"/>
          <ac:spMkLst>
            <pc:docMk/>
            <pc:sldMk cId="958544309" sldId="379"/>
            <ac:spMk id="41" creationId="{7E7E9EA2-6ECB-437C-B67E-E541576A4C98}"/>
          </ac:spMkLst>
        </pc:spChg>
        <pc:spChg chg="add del mod">
          <ac:chgData name="鈴木 秀規" userId="f68c5fd9-22d5-4c0a-9833-7fb0f5135313" providerId="ADAL" clId="{1FFDFDEC-295D-434A-B582-72A8CC8A5E88}" dt="2021-01-14T03:36:11.610" v="750" actId="478"/>
          <ac:spMkLst>
            <pc:docMk/>
            <pc:sldMk cId="958544309" sldId="379"/>
            <ac:spMk id="42" creationId="{B4F1AB1F-1298-4572-9A9F-3D1A30394D5D}"/>
          </ac:spMkLst>
        </pc:spChg>
        <pc:spChg chg="add del mod">
          <ac:chgData name="鈴木 秀規" userId="f68c5fd9-22d5-4c0a-9833-7fb0f5135313" providerId="ADAL" clId="{1FFDFDEC-295D-434A-B582-72A8CC8A5E88}" dt="2021-01-14T03:35:57.106" v="748" actId="478"/>
          <ac:spMkLst>
            <pc:docMk/>
            <pc:sldMk cId="958544309" sldId="379"/>
            <ac:spMk id="43" creationId="{3F27ACB4-8E48-4CC7-9582-119D2221438E}"/>
          </ac:spMkLst>
        </pc:spChg>
        <pc:spChg chg="add del mod">
          <ac:chgData name="鈴木 秀規" userId="f68c5fd9-22d5-4c0a-9833-7fb0f5135313" providerId="ADAL" clId="{1FFDFDEC-295D-434A-B582-72A8CC8A5E88}" dt="2021-01-14T03:35:47.969" v="744" actId="478"/>
          <ac:spMkLst>
            <pc:docMk/>
            <pc:sldMk cId="958544309" sldId="379"/>
            <ac:spMk id="44" creationId="{BDF61BC1-2F48-40F0-9086-6D8E83B221C3}"/>
          </ac:spMkLst>
        </pc:spChg>
        <pc:spChg chg="add mod">
          <ac:chgData name="鈴木 秀規" userId="f68c5fd9-22d5-4c0a-9833-7fb0f5135313" providerId="ADAL" clId="{1FFDFDEC-295D-434A-B582-72A8CC8A5E88}" dt="2021-01-26T03:29:33.385" v="892" actId="207"/>
          <ac:spMkLst>
            <pc:docMk/>
            <pc:sldMk cId="958544309" sldId="379"/>
            <ac:spMk id="46" creationId="{DFEF5E98-F257-46FC-9AC3-6F94A2A4DCB1}"/>
          </ac:spMkLst>
        </pc:spChg>
        <pc:spChg chg="add mod">
          <ac:chgData name="鈴木 秀規" userId="f68c5fd9-22d5-4c0a-9833-7fb0f5135313" providerId="ADAL" clId="{1FFDFDEC-295D-434A-B582-72A8CC8A5E88}" dt="2021-01-26T03:29:31.786" v="890" actId="207"/>
          <ac:spMkLst>
            <pc:docMk/>
            <pc:sldMk cId="958544309" sldId="379"/>
            <ac:spMk id="47" creationId="{712C7B56-3695-447A-B9B3-72DADE91B379}"/>
          </ac:spMkLst>
        </pc:spChg>
        <pc:spChg chg="add mod">
          <ac:chgData name="鈴木 秀規" userId="f68c5fd9-22d5-4c0a-9833-7fb0f5135313" providerId="ADAL" clId="{1FFDFDEC-295D-434A-B582-72A8CC8A5E88}" dt="2021-01-14T03:38:06.938" v="823" actId="207"/>
          <ac:spMkLst>
            <pc:docMk/>
            <pc:sldMk cId="958544309" sldId="379"/>
            <ac:spMk id="48" creationId="{1EE0B00C-5149-4751-9E8A-5739504BF85B}"/>
          </ac:spMkLst>
        </pc:spChg>
        <pc:spChg chg="del mod">
          <ac:chgData name="鈴木 秀規" userId="f68c5fd9-22d5-4c0a-9833-7fb0f5135313" providerId="ADAL" clId="{1FFDFDEC-295D-434A-B582-72A8CC8A5E88}" dt="2021-01-14T03:36:56.851" v="770" actId="478"/>
          <ac:spMkLst>
            <pc:docMk/>
            <pc:sldMk cId="958544309" sldId="379"/>
            <ac:spMk id="67" creationId="{0671154F-E1FA-4A93-B4CE-E5911A6852BA}"/>
          </ac:spMkLst>
        </pc:spChg>
        <pc:spChg chg="del mod">
          <ac:chgData name="鈴木 秀規" userId="f68c5fd9-22d5-4c0a-9833-7fb0f5135313" providerId="ADAL" clId="{1FFDFDEC-295D-434A-B582-72A8CC8A5E88}" dt="2021-01-14T03:36:56.851" v="770" actId="478"/>
          <ac:spMkLst>
            <pc:docMk/>
            <pc:sldMk cId="958544309" sldId="379"/>
            <ac:spMk id="68" creationId="{A3733B56-91A6-4B5A-8E5E-C9331ECCCC0B}"/>
          </ac:spMkLst>
        </pc:spChg>
        <pc:spChg chg="del mod">
          <ac:chgData name="鈴木 秀規" userId="f68c5fd9-22d5-4c0a-9833-7fb0f5135313" providerId="ADAL" clId="{1FFDFDEC-295D-434A-B582-72A8CC8A5E88}" dt="2021-01-14T03:36:56.851" v="770" actId="478"/>
          <ac:spMkLst>
            <pc:docMk/>
            <pc:sldMk cId="958544309" sldId="379"/>
            <ac:spMk id="69" creationId="{5E42E419-B13D-4016-8238-7F4799B6EB23}"/>
          </ac:spMkLst>
        </pc:spChg>
        <pc:spChg chg="mod">
          <ac:chgData name="鈴木 秀規" userId="f68c5fd9-22d5-4c0a-9833-7fb0f5135313" providerId="ADAL" clId="{1FFDFDEC-295D-434A-B582-72A8CC8A5E88}" dt="2021-01-14T02:27:29.650" v="667" actId="1076"/>
          <ac:spMkLst>
            <pc:docMk/>
            <pc:sldMk cId="958544309" sldId="379"/>
            <ac:spMk id="70" creationId="{75EE7C32-A449-48C9-858A-29C1A72E0B2F}"/>
          </ac:spMkLst>
        </pc:spChg>
        <pc:grpChg chg="add del mod">
          <ac:chgData name="鈴木 秀規" userId="f68c5fd9-22d5-4c0a-9833-7fb0f5135313" providerId="ADAL" clId="{1FFDFDEC-295D-434A-B582-72A8CC8A5E88}" dt="2021-01-14T03:36:02.778" v="749" actId="478"/>
          <ac:grpSpMkLst>
            <pc:docMk/>
            <pc:sldMk cId="958544309" sldId="379"/>
            <ac:grpSpMk id="25" creationId="{CF251A41-CE0D-496B-BA17-6C42231ED860}"/>
          </ac:grpSpMkLst>
        </pc:grpChg>
        <pc:grpChg chg="mod">
          <ac:chgData name="鈴木 秀規" userId="f68c5fd9-22d5-4c0a-9833-7fb0f5135313" providerId="ADAL" clId="{1FFDFDEC-295D-434A-B582-72A8CC8A5E88}" dt="2021-01-14T02:27:29.650" v="667" actId="1076"/>
          <ac:grpSpMkLst>
            <pc:docMk/>
            <pc:sldMk cId="958544309" sldId="379"/>
            <ac:grpSpMk id="32" creationId="{A6E6B39E-1581-4318-9C25-C50545DCF6E5}"/>
          </ac:grpSpMkLst>
        </pc:grpChg>
        <pc:picChg chg="mod">
          <ac:chgData name="鈴木 秀規" userId="f68c5fd9-22d5-4c0a-9833-7fb0f5135313" providerId="ADAL" clId="{1FFDFDEC-295D-434A-B582-72A8CC8A5E88}" dt="2021-01-14T02:27:21.306" v="666" actId="1038"/>
          <ac:picMkLst>
            <pc:docMk/>
            <pc:sldMk cId="958544309" sldId="379"/>
            <ac:picMk id="30" creationId="{9EA8748A-3EB3-43D4-9CA2-3A57C5E566FB}"/>
          </ac:picMkLst>
        </pc:picChg>
        <pc:picChg chg="mod">
          <ac:chgData name="鈴木 秀規" userId="f68c5fd9-22d5-4c0a-9833-7fb0f5135313" providerId="ADAL" clId="{1FFDFDEC-295D-434A-B582-72A8CC8A5E88}" dt="2021-01-14T02:27:29.650" v="667" actId="1076"/>
          <ac:picMkLst>
            <pc:docMk/>
            <pc:sldMk cId="958544309" sldId="379"/>
            <ac:picMk id="33" creationId="{0E9D1243-8407-457A-82BD-F88B5BBECD23}"/>
          </ac:picMkLst>
        </pc:picChg>
        <pc:cxnChg chg="add mod">
          <ac:chgData name="鈴木 秀規" userId="f68c5fd9-22d5-4c0a-9833-7fb0f5135313" providerId="ADAL" clId="{1FFDFDEC-295D-434A-B582-72A8CC8A5E88}" dt="2021-01-14T02:27:06.061" v="657" actId="571"/>
          <ac:cxnSpMkLst>
            <pc:docMk/>
            <pc:sldMk cId="958544309" sldId="379"/>
            <ac:cxnSpMk id="35" creationId="{9145D3A1-D0B7-4B5F-9A44-6B1E6DCF3564}"/>
          </ac:cxnSpMkLst>
        </pc:cxnChg>
        <pc:cxnChg chg="add mod">
          <ac:chgData name="鈴木 秀規" userId="f68c5fd9-22d5-4c0a-9833-7fb0f5135313" providerId="ADAL" clId="{1FFDFDEC-295D-434A-B582-72A8CC8A5E88}" dt="2021-01-14T02:27:06.061" v="657" actId="571"/>
          <ac:cxnSpMkLst>
            <pc:docMk/>
            <pc:sldMk cId="958544309" sldId="379"/>
            <ac:cxnSpMk id="36" creationId="{27189465-2A10-428A-B8BD-B9B0AACB95D7}"/>
          </ac:cxnSpMkLst>
        </pc:cxnChg>
        <pc:cxnChg chg="add del mod">
          <ac:chgData name="鈴木 秀規" userId="f68c5fd9-22d5-4c0a-9833-7fb0f5135313" providerId="ADAL" clId="{1FFDFDEC-295D-434A-B582-72A8CC8A5E88}" dt="2021-01-14T03:35:47.969" v="744" actId="478"/>
          <ac:cxnSpMkLst>
            <pc:docMk/>
            <pc:sldMk cId="958544309" sldId="379"/>
            <ac:cxnSpMk id="39" creationId="{E0E94342-9E08-4812-AB10-36E809847C8B}"/>
          </ac:cxnSpMkLst>
        </pc:cxnChg>
        <pc:cxnChg chg="add del mod">
          <ac:chgData name="鈴木 秀規" userId="f68c5fd9-22d5-4c0a-9833-7fb0f5135313" providerId="ADAL" clId="{1FFDFDEC-295D-434A-B582-72A8CC8A5E88}" dt="2021-01-14T03:35:47.969" v="744" actId="478"/>
          <ac:cxnSpMkLst>
            <pc:docMk/>
            <pc:sldMk cId="958544309" sldId="379"/>
            <ac:cxnSpMk id="40" creationId="{0B4CE507-17D6-44DD-B21E-7CB9FBC4E5CF}"/>
          </ac:cxnSpMkLst>
        </pc:cxnChg>
        <pc:cxnChg chg="add mod">
          <ac:chgData name="鈴木 秀規" userId="f68c5fd9-22d5-4c0a-9833-7fb0f5135313" providerId="ADAL" clId="{1FFDFDEC-295D-434A-B582-72A8CC8A5E88}" dt="2021-01-14T03:38:15.722" v="824" actId="208"/>
          <ac:cxnSpMkLst>
            <pc:docMk/>
            <pc:sldMk cId="958544309" sldId="379"/>
            <ac:cxnSpMk id="45" creationId="{CF0C4889-BCE8-4917-B51A-918A62203966}"/>
          </ac:cxnSpMkLst>
        </pc:cxnChg>
        <pc:cxnChg chg="del mod">
          <ac:chgData name="鈴木 秀規" userId="f68c5fd9-22d5-4c0a-9833-7fb0f5135313" providerId="ADAL" clId="{1FFDFDEC-295D-434A-B582-72A8CC8A5E88}" dt="2021-01-14T03:36:56.851" v="770" actId="478"/>
          <ac:cxnSpMkLst>
            <pc:docMk/>
            <pc:sldMk cId="958544309" sldId="379"/>
            <ac:cxnSpMk id="64" creationId="{100ADEA5-B42F-4347-9286-D7704FC7BE9D}"/>
          </ac:cxnSpMkLst>
        </pc:cxnChg>
        <pc:cxnChg chg="mod">
          <ac:chgData name="鈴木 秀規" userId="f68c5fd9-22d5-4c0a-9833-7fb0f5135313" providerId="ADAL" clId="{1FFDFDEC-295D-434A-B582-72A8CC8A5E88}" dt="2021-01-14T02:27:29.650" v="667" actId="1076"/>
          <ac:cxnSpMkLst>
            <pc:docMk/>
            <pc:sldMk cId="958544309" sldId="379"/>
            <ac:cxnSpMk id="65" creationId="{161C3D35-36D5-4C34-A872-287438D6956F}"/>
          </ac:cxnSpMkLst>
        </pc:cxnChg>
      </pc:sldChg>
      <pc:sldChg chg="addSp delSp modSp add mod">
        <pc:chgData name="鈴木 秀規" userId="f68c5fd9-22d5-4c0a-9833-7fb0f5135313" providerId="ADAL" clId="{1FFDFDEC-295D-434A-B582-72A8CC8A5E88}" dt="2021-01-14T03:40:27.213" v="842" actId="1076"/>
        <pc:sldMkLst>
          <pc:docMk/>
          <pc:sldMk cId="690129785" sldId="380"/>
        </pc:sldMkLst>
        <pc:spChg chg="mod">
          <ac:chgData name="鈴木 秀規" userId="f68c5fd9-22d5-4c0a-9833-7fb0f5135313" providerId="ADAL" clId="{1FFDFDEC-295D-434A-B582-72A8CC8A5E88}" dt="2021-01-14T03:35:31.183" v="743"/>
          <ac:spMkLst>
            <pc:docMk/>
            <pc:sldMk cId="690129785" sldId="380"/>
            <ac:spMk id="5" creationId="{63D511F6-27E6-40A2-9A93-B28B3EF22E08}"/>
          </ac:spMkLst>
        </pc:spChg>
        <pc:spChg chg="mod">
          <ac:chgData name="鈴木 秀規" userId="f68c5fd9-22d5-4c0a-9833-7fb0f5135313" providerId="ADAL" clId="{1FFDFDEC-295D-434A-B582-72A8CC8A5E88}" dt="2021-01-14T03:38:39.508" v="826" actId="207"/>
          <ac:spMkLst>
            <pc:docMk/>
            <pc:sldMk cId="690129785" sldId="380"/>
            <ac:spMk id="19" creationId="{BFD7670E-D948-4916-A5B0-BC868BB5A7B8}"/>
          </ac:spMkLst>
        </pc:spChg>
        <pc:spChg chg="mod">
          <ac:chgData name="鈴木 秀規" userId="f68c5fd9-22d5-4c0a-9833-7fb0f5135313" providerId="ADAL" clId="{1FFDFDEC-295D-434A-B582-72A8CC8A5E88}" dt="2021-01-14T03:38:39.508" v="826" actId="207"/>
          <ac:spMkLst>
            <pc:docMk/>
            <pc:sldMk cId="690129785" sldId="380"/>
            <ac:spMk id="20" creationId="{342B2FC8-CEB9-4A3C-A4B9-0E07B43AA2D9}"/>
          </ac:spMkLst>
        </pc:spChg>
        <pc:spChg chg="del">
          <ac:chgData name="鈴木 秀規" userId="f68c5fd9-22d5-4c0a-9833-7fb0f5135313" providerId="ADAL" clId="{1FFDFDEC-295D-434A-B582-72A8CC8A5E88}" dt="2021-01-14T03:38:57.355" v="829" actId="478"/>
          <ac:spMkLst>
            <pc:docMk/>
            <pc:sldMk cId="690129785" sldId="380"/>
            <ac:spMk id="31" creationId="{FFC60DF4-583B-4EF1-886C-A29A4130BA29}"/>
          </ac:spMkLst>
        </pc:spChg>
        <pc:spChg chg="add mod">
          <ac:chgData name="鈴木 秀規" userId="f68c5fd9-22d5-4c0a-9833-7fb0f5135313" providerId="ADAL" clId="{1FFDFDEC-295D-434A-B582-72A8CC8A5E88}" dt="2021-01-14T03:39:14.610" v="833" actId="1076"/>
          <ac:spMkLst>
            <pc:docMk/>
            <pc:sldMk cId="690129785" sldId="380"/>
            <ac:spMk id="35" creationId="{442AE633-127A-4F03-BFC5-1CFB48F3BC01}"/>
          </ac:spMkLst>
        </pc:spChg>
        <pc:spChg chg="add mod">
          <ac:chgData name="鈴木 秀規" userId="f68c5fd9-22d5-4c0a-9833-7fb0f5135313" providerId="ADAL" clId="{1FFDFDEC-295D-434A-B582-72A8CC8A5E88}" dt="2021-01-14T03:39:21.599" v="835" actId="6549"/>
          <ac:spMkLst>
            <pc:docMk/>
            <pc:sldMk cId="690129785" sldId="380"/>
            <ac:spMk id="36" creationId="{4D0D594F-AB92-4BC7-ADA3-5E3676F7A0D3}"/>
          </ac:spMkLst>
        </pc:spChg>
        <pc:spChg chg="del">
          <ac:chgData name="鈴木 秀規" userId="f68c5fd9-22d5-4c0a-9833-7fb0f5135313" providerId="ADAL" clId="{1FFDFDEC-295D-434A-B582-72A8CC8A5E88}" dt="2021-01-14T03:36:43.601" v="768" actId="478"/>
          <ac:spMkLst>
            <pc:docMk/>
            <pc:sldMk cId="690129785" sldId="380"/>
            <ac:spMk id="67" creationId="{0671154F-E1FA-4A93-B4CE-E5911A6852BA}"/>
          </ac:spMkLst>
        </pc:spChg>
        <pc:spChg chg="del">
          <ac:chgData name="鈴木 秀規" userId="f68c5fd9-22d5-4c0a-9833-7fb0f5135313" providerId="ADAL" clId="{1FFDFDEC-295D-434A-B582-72A8CC8A5E88}" dt="2021-01-14T03:36:43.601" v="768" actId="478"/>
          <ac:spMkLst>
            <pc:docMk/>
            <pc:sldMk cId="690129785" sldId="380"/>
            <ac:spMk id="68" creationId="{A3733B56-91A6-4B5A-8E5E-C9331ECCCC0B}"/>
          </ac:spMkLst>
        </pc:spChg>
        <pc:spChg chg="del">
          <ac:chgData name="鈴木 秀規" userId="f68c5fd9-22d5-4c0a-9833-7fb0f5135313" providerId="ADAL" clId="{1FFDFDEC-295D-434A-B582-72A8CC8A5E88}" dt="2021-01-14T03:36:43.601" v="768" actId="478"/>
          <ac:spMkLst>
            <pc:docMk/>
            <pc:sldMk cId="690129785" sldId="380"/>
            <ac:spMk id="69" creationId="{5E42E419-B13D-4016-8238-7F4799B6EB23}"/>
          </ac:spMkLst>
        </pc:spChg>
        <pc:spChg chg="mod">
          <ac:chgData name="鈴木 秀規" userId="f68c5fd9-22d5-4c0a-9833-7fb0f5135313" providerId="ADAL" clId="{1FFDFDEC-295D-434A-B582-72A8CC8A5E88}" dt="2021-01-14T03:38:43.857" v="827" actId="207"/>
          <ac:spMkLst>
            <pc:docMk/>
            <pc:sldMk cId="690129785" sldId="380"/>
            <ac:spMk id="70" creationId="{75EE7C32-A449-48C9-858A-29C1A72E0B2F}"/>
          </ac:spMkLst>
        </pc:spChg>
        <pc:picChg chg="add mod">
          <ac:chgData name="鈴木 秀規" userId="f68c5fd9-22d5-4c0a-9833-7fb0f5135313" providerId="ADAL" clId="{1FFDFDEC-295D-434A-B582-72A8CC8A5E88}" dt="2021-01-14T03:40:27.213" v="842" actId="1076"/>
          <ac:picMkLst>
            <pc:docMk/>
            <pc:sldMk cId="690129785" sldId="380"/>
            <ac:picMk id="7" creationId="{693BFE0A-79C3-4E5A-A460-85BD918A8380}"/>
          </ac:picMkLst>
        </pc:picChg>
        <pc:cxnChg chg="del">
          <ac:chgData name="鈴木 秀規" userId="f68c5fd9-22d5-4c0a-9833-7fb0f5135313" providerId="ADAL" clId="{1FFDFDEC-295D-434A-B582-72A8CC8A5E88}" dt="2021-01-14T03:36:43.601" v="768" actId="478"/>
          <ac:cxnSpMkLst>
            <pc:docMk/>
            <pc:sldMk cId="690129785" sldId="380"/>
            <ac:cxnSpMk id="64" creationId="{100ADEA5-B42F-4347-9286-D7704FC7BE9D}"/>
          </ac:cxnSpMkLst>
        </pc:cxnChg>
        <pc:cxnChg chg="mod">
          <ac:chgData name="鈴木 秀規" userId="f68c5fd9-22d5-4c0a-9833-7fb0f5135313" providerId="ADAL" clId="{1FFDFDEC-295D-434A-B582-72A8CC8A5E88}" dt="2021-01-14T03:38:47.556" v="828" actId="208"/>
          <ac:cxnSpMkLst>
            <pc:docMk/>
            <pc:sldMk cId="690129785" sldId="380"/>
            <ac:cxnSpMk id="65" creationId="{161C3D35-36D5-4C34-A872-287438D6956F}"/>
          </ac:cxnSpMkLst>
        </pc:cxnChg>
      </pc:sldChg>
      <pc:sldChg chg="new del">
        <pc:chgData name="鈴木 秀規" userId="f68c5fd9-22d5-4c0a-9833-7fb0f5135313" providerId="ADAL" clId="{1FFDFDEC-295D-434A-B582-72A8CC8A5E88}" dt="2021-01-14T03:35:11.845" v="741" actId="2696"/>
        <pc:sldMkLst>
          <pc:docMk/>
          <pc:sldMk cId="1494621647" sldId="380"/>
        </pc:sldMkLst>
      </pc:sldChg>
      <pc:sldChg chg="addSp delSp modSp new mod">
        <pc:chgData name="鈴木 秀規" userId="f68c5fd9-22d5-4c0a-9833-7fb0f5135313" providerId="ADAL" clId="{1FFDFDEC-295D-434A-B582-72A8CC8A5E88}" dt="2021-01-14T03:42:59.759" v="869" actId="207"/>
        <pc:sldMkLst>
          <pc:docMk/>
          <pc:sldMk cId="2547390421" sldId="381"/>
        </pc:sldMkLst>
        <pc:spChg chg="mod">
          <ac:chgData name="鈴木 秀規" userId="f68c5fd9-22d5-4c0a-9833-7fb0f5135313" providerId="ADAL" clId="{1FFDFDEC-295D-434A-B582-72A8CC8A5E88}" dt="2021-01-14T03:41:02.743" v="844"/>
          <ac:spMkLst>
            <pc:docMk/>
            <pc:sldMk cId="2547390421" sldId="381"/>
            <ac:spMk id="3" creationId="{236A2B6A-B051-4601-BC09-0A4E40E958EC}"/>
          </ac:spMkLst>
        </pc:spChg>
        <pc:spChg chg="mod">
          <ac:chgData name="鈴木 秀規" userId="f68c5fd9-22d5-4c0a-9833-7fb0f5135313" providerId="ADAL" clId="{1FFDFDEC-295D-434A-B582-72A8CC8A5E88}" dt="2021-01-14T03:42:59.759" v="869" actId="207"/>
          <ac:spMkLst>
            <pc:docMk/>
            <pc:sldMk cId="2547390421" sldId="381"/>
            <ac:spMk id="5" creationId="{2E8B918B-3E76-4823-84DC-91C8203F970A}"/>
          </ac:spMkLst>
        </pc:spChg>
        <pc:spChg chg="add mod">
          <ac:chgData name="鈴木 秀規" userId="f68c5fd9-22d5-4c0a-9833-7fb0f5135313" providerId="ADAL" clId="{1FFDFDEC-295D-434A-B582-72A8CC8A5E88}" dt="2021-01-14T03:41:44.623" v="854" actId="207"/>
          <ac:spMkLst>
            <pc:docMk/>
            <pc:sldMk cId="2547390421" sldId="381"/>
            <ac:spMk id="6" creationId="{B9C15A32-3348-4403-96B7-043F173C077F}"/>
          </ac:spMkLst>
        </pc:spChg>
        <pc:spChg chg="add mod">
          <ac:chgData name="鈴木 秀規" userId="f68c5fd9-22d5-4c0a-9833-7fb0f5135313" providerId="ADAL" clId="{1FFDFDEC-295D-434A-B582-72A8CC8A5E88}" dt="2021-01-14T03:42:25.827" v="860" actId="207"/>
          <ac:spMkLst>
            <pc:docMk/>
            <pc:sldMk cId="2547390421" sldId="381"/>
            <ac:spMk id="8" creationId="{67921FE2-D48F-40A3-9E4A-C0E39838B9C9}"/>
          </ac:spMkLst>
        </pc:spChg>
        <pc:spChg chg="add mod">
          <ac:chgData name="鈴木 秀規" userId="f68c5fd9-22d5-4c0a-9833-7fb0f5135313" providerId="ADAL" clId="{1FFDFDEC-295D-434A-B582-72A8CC8A5E88}" dt="2021-01-14T03:42:17.807" v="859" actId="13822"/>
          <ac:spMkLst>
            <pc:docMk/>
            <pc:sldMk cId="2547390421" sldId="381"/>
            <ac:spMk id="9" creationId="{70D21FF4-2AD4-4571-8733-6297D1F24FFB}"/>
          </ac:spMkLst>
        </pc:spChg>
        <pc:spChg chg="add del mod">
          <ac:chgData name="鈴木 秀規" userId="f68c5fd9-22d5-4c0a-9833-7fb0f5135313" providerId="ADAL" clId="{1FFDFDEC-295D-434A-B582-72A8CC8A5E88}" dt="2021-01-14T03:42:48.716" v="865"/>
          <ac:spMkLst>
            <pc:docMk/>
            <pc:sldMk cId="2547390421" sldId="381"/>
            <ac:spMk id="13" creationId="{BC61954F-4826-4D29-AB58-318DFEFC6CD8}"/>
          </ac:spMkLst>
        </pc:spChg>
        <pc:spChg chg="add del mod">
          <ac:chgData name="鈴木 秀規" userId="f68c5fd9-22d5-4c0a-9833-7fb0f5135313" providerId="ADAL" clId="{1FFDFDEC-295D-434A-B582-72A8CC8A5E88}" dt="2021-01-14T03:42:48.716" v="865"/>
          <ac:spMkLst>
            <pc:docMk/>
            <pc:sldMk cId="2547390421" sldId="381"/>
            <ac:spMk id="15" creationId="{200225F7-5DCA-4A81-97BA-18B028D6555C}"/>
          </ac:spMkLst>
        </pc:spChg>
        <pc:spChg chg="add del mod">
          <ac:chgData name="鈴木 秀規" userId="f68c5fd9-22d5-4c0a-9833-7fb0f5135313" providerId="ADAL" clId="{1FFDFDEC-295D-434A-B582-72A8CC8A5E88}" dt="2021-01-14T03:42:48.716" v="865"/>
          <ac:spMkLst>
            <pc:docMk/>
            <pc:sldMk cId="2547390421" sldId="381"/>
            <ac:spMk id="16" creationId="{A76A9395-02D3-4893-AA80-077B85EC34DE}"/>
          </ac:spMkLst>
        </pc:spChg>
        <pc:cxnChg chg="add mod">
          <ac:chgData name="鈴木 秀規" userId="f68c5fd9-22d5-4c0a-9833-7fb0f5135313" providerId="ADAL" clId="{1FFDFDEC-295D-434A-B582-72A8CC8A5E88}" dt="2021-01-14T03:41:58.185" v="857" actId="14100"/>
          <ac:cxnSpMkLst>
            <pc:docMk/>
            <pc:sldMk cId="2547390421" sldId="381"/>
            <ac:cxnSpMk id="7" creationId="{DFF4ED54-7A34-4A0C-945A-51688849F719}"/>
          </ac:cxnSpMkLst>
        </pc:cxnChg>
        <pc:cxnChg chg="add mod">
          <ac:chgData name="鈴木 秀規" userId="f68c5fd9-22d5-4c0a-9833-7fb0f5135313" providerId="ADAL" clId="{1FFDFDEC-295D-434A-B582-72A8CC8A5E88}" dt="2021-01-14T03:41:55.139" v="856" actId="14100"/>
          <ac:cxnSpMkLst>
            <pc:docMk/>
            <pc:sldMk cId="2547390421" sldId="381"/>
            <ac:cxnSpMk id="10" creationId="{02AED7FF-9D9D-4560-A387-F55F9D64CB0D}"/>
          </ac:cxnSpMkLst>
        </pc:cxnChg>
        <pc:cxnChg chg="add del mod">
          <ac:chgData name="鈴木 秀規" userId="f68c5fd9-22d5-4c0a-9833-7fb0f5135313" providerId="ADAL" clId="{1FFDFDEC-295D-434A-B582-72A8CC8A5E88}" dt="2021-01-14T03:42:48.716" v="865"/>
          <ac:cxnSpMkLst>
            <pc:docMk/>
            <pc:sldMk cId="2547390421" sldId="381"/>
            <ac:cxnSpMk id="14" creationId="{8C9E9DE6-058A-441C-A5F3-BF0A9865E5FB}"/>
          </ac:cxnSpMkLst>
        </pc:cxnChg>
        <pc:cxnChg chg="add del mod">
          <ac:chgData name="鈴木 秀規" userId="f68c5fd9-22d5-4c0a-9833-7fb0f5135313" providerId="ADAL" clId="{1FFDFDEC-295D-434A-B582-72A8CC8A5E88}" dt="2021-01-14T03:42:48.716" v="865"/>
          <ac:cxnSpMkLst>
            <pc:docMk/>
            <pc:sldMk cId="2547390421" sldId="381"/>
            <ac:cxnSpMk id="17" creationId="{AD1445E4-E103-46D7-B55D-14568F6ACA4F}"/>
          </ac:cxnSpMkLst>
        </pc:cxnChg>
      </pc:sldChg>
      <pc:sldChg chg="addSp delSp modSp new add del mod chgLayout">
        <pc:chgData name="鈴木 秀規" userId="f68c5fd9-22d5-4c0a-9833-7fb0f5135313" providerId="ADAL" clId="{1FFDFDEC-295D-434A-B582-72A8CC8A5E88}" dt="2021-01-26T04:14:36.735" v="1145" actId="2696"/>
        <pc:sldMkLst>
          <pc:docMk/>
          <pc:sldMk cId="4270902671" sldId="382"/>
        </pc:sldMkLst>
        <pc:spChg chg="del">
          <ac:chgData name="鈴木 秀規" userId="f68c5fd9-22d5-4c0a-9833-7fb0f5135313" providerId="ADAL" clId="{1FFDFDEC-295D-434A-B582-72A8CC8A5E88}" dt="2021-01-26T03:44:33.395" v="928" actId="478"/>
          <ac:spMkLst>
            <pc:docMk/>
            <pc:sldMk cId="4270902671" sldId="382"/>
            <ac:spMk id="2" creationId="{680AF992-1EFF-4152-AB8D-ED0F6CBCDA55}"/>
          </ac:spMkLst>
        </pc:spChg>
        <pc:spChg chg="mod ord">
          <ac:chgData name="鈴木 秀規" userId="f68c5fd9-22d5-4c0a-9833-7fb0f5135313" providerId="ADAL" clId="{1FFDFDEC-295D-434A-B582-72A8CC8A5E88}" dt="2021-01-26T03:48:51.751" v="991" actId="6264"/>
          <ac:spMkLst>
            <pc:docMk/>
            <pc:sldMk cId="4270902671" sldId="382"/>
            <ac:spMk id="3" creationId="{347745C2-842F-461A-8482-F5E3F2B33188}"/>
          </ac:spMkLst>
        </pc:spChg>
        <pc:spChg chg="mod ord">
          <ac:chgData name="鈴木 秀規" userId="f68c5fd9-22d5-4c0a-9833-7fb0f5135313" providerId="ADAL" clId="{1FFDFDEC-295D-434A-B582-72A8CC8A5E88}" dt="2021-01-26T03:48:51.751" v="991" actId="6264"/>
          <ac:spMkLst>
            <pc:docMk/>
            <pc:sldMk cId="4270902671" sldId="382"/>
            <ac:spMk id="4" creationId="{B2D33C3D-4F1E-4861-BEE1-D418CFD9014C}"/>
          </ac:spMkLst>
        </pc:spChg>
        <pc:spChg chg="mod ord">
          <ac:chgData name="鈴木 秀規" userId="f68c5fd9-22d5-4c0a-9833-7fb0f5135313" providerId="ADAL" clId="{1FFDFDEC-295D-434A-B582-72A8CC8A5E88}" dt="2021-01-26T03:48:51.751" v="991" actId="6264"/>
          <ac:spMkLst>
            <pc:docMk/>
            <pc:sldMk cId="4270902671" sldId="382"/>
            <ac:spMk id="5" creationId="{86E9EC95-4197-4F9B-96BF-D31C5A1A1A4D}"/>
          </ac:spMkLst>
        </pc:spChg>
        <pc:spChg chg="del">
          <ac:chgData name="鈴木 秀規" userId="f68c5fd9-22d5-4c0a-9833-7fb0f5135313" providerId="ADAL" clId="{1FFDFDEC-295D-434A-B582-72A8CC8A5E88}" dt="2021-01-26T03:44:33.395" v="928" actId="478"/>
          <ac:spMkLst>
            <pc:docMk/>
            <pc:sldMk cId="4270902671" sldId="382"/>
            <ac:spMk id="6" creationId="{7F70CC25-12EA-4832-BEC8-55567F25E694}"/>
          </ac:spMkLst>
        </pc:spChg>
        <pc:spChg chg="add mod">
          <ac:chgData name="鈴木 秀規" userId="f68c5fd9-22d5-4c0a-9833-7fb0f5135313" providerId="ADAL" clId="{1FFDFDEC-295D-434A-B582-72A8CC8A5E88}" dt="2021-01-26T03:45:11.198" v="938" actId="14100"/>
          <ac:spMkLst>
            <pc:docMk/>
            <pc:sldMk cId="4270902671" sldId="382"/>
            <ac:spMk id="10" creationId="{7C3760F5-0448-4B07-9357-5DD9243CD6A1}"/>
          </ac:spMkLst>
        </pc:spChg>
        <pc:spChg chg="add mod">
          <ac:chgData name="鈴木 秀規" userId="f68c5fd9-22d5-4c0a-9833-7fb0f5135313" providerId="ADAL" clId="{1FFDFDEC-295D-434A-B582-72A8CC8A5E88}" dt="2021-01-26T03:45:13.642" v="939" actId="14100"/>
          <ac:spMkLst>
            <pc:docMk/>
            <pc:sldMk cId="4270902671" sldId="382"/>
            <ac:spMk id="11" creationId="{6AFAD27C-B17C-4A26-8D46-B84638FE20C9}"/>
          </ac:spMkLst>
        </pc:spChg>
        <pc:spChg chg="add mod">
          <ac:chgData name="鈴木 秀規" userId="f68c5fd9-22d5-4c0a-9833-7fb0f5135313" providerId="ADAL" clId="{1FFDFDEC-295D-434A-B582-72A8CC8A5E88}" dt="2021-01-26T03:46:45.261" v="950" actId="1076"/>
          <ac:spMkLst>
            <pc:docMk/>
            <pc:sldMk cId="4270902671" sldId="382"/>
            <ac:spMk id="12" creationId="{4779DC12-997D-427C-8D5F-D3C32CCE9829}"/>
          </ac:spMkLst>
        </pc:spChg>
        <pc:spChg chg="add mod">
          <ac:chgData name="鈴木 秀規" userId="f68c5fd9-22d5-4c0a-9833-7fb0f5135313" providerId="ADAL" clId="{1FFDFDEC-295D-434A-B582-72A8CC8A5E88}" dt="2021-01-26T03:46:45.261" v="950" actId="1076"/>
          <ac:spMkLst>
            <pc:docMk/>
            <pc:sldMk cId="4270902671" sldId="382"/>
            <ac:spMk id="13" creationId="{17D11134-6A3C-4349-80D0-227C8553B2C2}"/>
          </ac:spMkLst>
        </pc:spChg>
        <pc:spChg chg="add mod">
          <ac:chgData name="鈴木 秀規" userId="f68c5fd9-22d5-4c0a-9833-7fb0f5135313" providerId="ADAL" clId="{1FFDFDEC-295D-434A-B582-72A8CC8A5E88}" dt="2021-01-26T03:46:45.261" v="950" actId="1076"/>
          <ac:spMkLst>
            <pc:docMk/>
            <pc:sldMk cId="4270902671" sldId="382"/>
            <ac:spMk id="15" creationId="{BF8B4138-1FB6-4D1C-AADA-7F5C45A6ECDD}"/>
          </ac:spMkLst>
        </pc:spChg>
        <pc:spChg chg="add mod">
          <ac:chgData name="鈴木 秀規" userId="f68c5fd9-22d5-4c0a-9833-7fb0f5135313" providerId="ADAL" clId="{1FFDFDEC-295D-434A-B582-72A8CC8A5E88}" dt="2021-01-26T03:46:45.261" v="950" actId="1076"/>
          <ac:spMkLst>
            <pc:docMk/>
            <pc:sldMk cId="4270902671" sldId="382"/>
            <ac:spMk id="18" creationId="{E28B5E37-BE31-4DBF-8316-79E231D1CCD1}"/>
          </ac:spMkLst>
        </pc:spChg>
        <pc:spChg chg="add mod">
          <ac:chgData name="鈴木 秀規" userId="f68c5fd9-22d5-4c0a-9833-7fb0f5135313" providerId="ADAL" clId="{1FFDFDEC-295D-434A-B582-72A8CC8A5E88}" dt="2021-01-26T03:46:45.261" v="950" actId="1076"/>
          <ac:spMkLst>
            <pc:docMk/>
            <pc:sldMk cId="4270902671" sldId="382"/>
            <ac:spMk id="24" creationId="{A9E63F44-7FDA-4B83-BD1E-2F9BC602BDFC}"/>
          </ac:spMkLst>
        </pc:spChg>
        <pc:spChg chg="add mod">
          <ac:chgData name="鈴木 秀規" userId="f68c5fd9-22d5-4c0a-9833-7fb0f5135313" providerId="ADAL" clId="{1FFDFDEC-295D-434A-B582-72A8CC8A5E88}" dt="2021-01-26T03:50:19.700" v="1008" actId="1582"/>
          <ac:spMkLst>
            <pc:docMk/>
            <pc:sldMk cId="4270902671" sldId="382"/>
            <ac:spMk id="25" creationId="{D203164A-16BB-4A33-A44C-D5005AB76239}"/>
          </ac:spMkLst>
        </pc:spChg>
        <pc:spChg chg="add del mod">
          <ac:chgData name="鈴木 秀規" userId="f68c5fd9-22d5-4c0a-9833-7fb0f5135313" providerId="ADAL" clId="{1FFDFDEC-295D-434A-B582-72A8CC8A5E88}" dt="2021-01-26T03:48:51.751" v="991" actId="6264"/>
          <ac:spMkLst>
            <pc:docMk/>
            <pc:sldMk cId="4270902671" sldId="382"/>
            <ac:spMk id="33" creationId="{373F4D12-7797-41A9-BB1E-6C465033A0A1}"/>
          </ac:spMkLst>
        </pc:spChg>
        <pc:spChg chg="add del mod">
          <ac:chgData name="鈴木 秀規" userId="f68c5fd9-22d5-4c0a-9833-7fb0f5135313" providerId="ADAL" clId="{1FFDFDEC-295D-434A-B582-72A8CC8A5E88}" dt="2021-01-26T03:48:51.751" v="991" actId="6264"/>
          <ac:spMkLst>
            <pc:docMk/>
            <pc:sldMk cId="4270902671" sldId="382"/>
            <ac:spMk id="34" creationId="{6AC6CE12-29A2-4E11-AA40-582DFEAC4BA6}"/>
          </ac:spMkLst>
        </pc:spChg>
        <pc:spChg chg="add del mod">
          <ac:chgData name="鈴木 秀規" userId="f68c5fd9-22d5-4c0a-9833-7fb0f5135313" providerId="ADAL" clId="{1FFDFDEC-295D-434A-B582-72A8CC8A5E88}" dt="2021-01-26T03:48:51.751" v="991" actId="6264"/>
          <ac:spMkLst>
            <pc:docMk/>
            <pc:sldMk cId="4270902671" sldId="382"/>
            <ac:spMk id="35" creationId="{B55A2A41-E70B-49B7-A2C1-E9ADC31A34F2}"/>
          </ac:spMkLst>
        </pc:spChg>
        <pc:spChg chg="add del mod ord">
          <ac:chgData name="鈴木 秀規" userId="f68c5fd9-22d5-4c0a-9833-7fb0f5135313" providerId="ADAL" clId="{1FFDFDEC-295D-434A-B582-72A8CC8A5E88}" dt="2021-01-26T03:48:58.807" v="992" actId="478"/>
          <ac:spMkLst>
            <pc:docMk/>
            <pc:sldMk cId="4270902671" sldId="382"/>
            <ac:spMk id="36" creationId="{8E4298F6-82EF-43C7-9819-DFC83B203660}"/>
          </ac:spMkLst>
        </pc:spChg>
        <pc:spChg chg="add mod ord">
          <ac:chgData name="鈴木 秀規" userId="f68c5fd9-22d5-4c0a-9833-7fb0f5135313" providerId="ADAL" clId="{1FFDFDEC-295D-434A-B582-72A8CC8A5E88}" dt="2021-01-26T03:49:45.941" v="1002" actId="20577"/>
          <ac:spMkLst>
            <pc:docMk/>
            <pc:sldMk cId="4270902671" sldId="382"/>
            <ac:spMk id="37" creationId="{BD46D08B-CDC1-40F7-B3B2-96E4746B3A1C}"/>
          </ac:spMkLst>
        </pc:spChg>
        <pc:picChg chg="add mod">
          <ac:chgData name="鈴木 秀規" userId="f68c5fd9-22d5-4c0a-9833-7fb0f5135313" providerId="ADAL" clId="{1FFDFDEC-295D-434A-B582-72A8CC8A5E88}" dt="2021-01-26T03:44:38.047" v="930" actId="1076"/>
          <ac:picMkLst>
            <pc:docMk/>
            <pc:sldMk cId="4270902671" sldId="382"/>
            <ac:picMk id="7" creationId="{ACC068A0-50E1-42AC-8287-E81E4235FF5C}"/>
          </ac:picMkLst>
        </pc:picChg>
        <pc:picChg chg="add mod">
          <ac:chgData name="鈴木 秀規" userId="f68c5fd9-22d5-4c0a-9833-7fb0f5135313" providerId="ADAL" clId="{1FFDFDEC-295D-434A-B582-72A8CC8A5E88}" dt="2021-01-26T03:44:38.047" v="930" actId="1076"/>
          <ac:picMkLst>
            <pc:docMk/>
            <pc:sldMk cId="4270902671" sldId="382"/>
            <ac:picMk id="8" creationId="{8D2F85B8-D0BB-4D5F-B8E8-359B9642BC18}"/>
          </ac:picMkLst>
        </pc:picChg>
        <pc:picChg chg="add mod">
          <ac:chgData name="鈴木 秀規" userId="f68c5fd9-22d5-4c0a-9833-7fb0f5135313" providerId="ADAL" clId="{1FFDFDEC-295D-434A-B582-72A8CC8A5E88}" dt="2021-01-26T03:44:38.047" v="930" actId="1076"/>
          <ac:picMkLst>
            <pc:docMk/>
            <pc:sldMk cId="4270902671" sldId="382"/>
            <ac:picMk id="9" creationId="{6567B165-D14C-4A46-B20C-33602CEB18CE}"/>
          </ac:picMkLst>
        </pc:picChg>
        <pc:picChg chg="add mod">
          <ac:chgData name="鈴木 秀規" userId="f68c5fd9-22d5-4c0a-9833-7fb0f5135313" providerId="ADAL" clId="{1FFDFDEC-295D-434A-B582-72A8CC8A5E88}" dt="2021-01-26T03:46:45.261" v="950" actId="1076"/>
          <ac:picMkLst>
            <pc:docMk/>
            <pc:sldMk cId="4270902671" sldId="382"/>
            <ac:picMk id="14" creationId="{89F5CAE8-7DD6-4E66-9E6B-8D828B62D848}"/>
          </ac:picMkLst>
        </pc:picChg>
        <pc:picChg chg="add mod">
          <ac:chgData name="鈴木 秀規" userId="f68c5fd9-22d5-4c0a-9833-7fb0f5135313" providerId="ADAL" clId="{1FFDFDEC-295D-434A-B582-72A8CC8A5E88}" dt="2021-01-26T03:46:45.261" v="950" actId="1076"/>
          <ac:picMkLst>
            <pc:docMk/>
            <pc:sldMk cId="4270902671" sldId="382"/>
            <ac:picMk id="17" creationId="{56C46E48-5776-47D9-8EE8-C88D764F6B56}"/>
          </ac:picMkLst>
        </pc:picChg>
        <pc:picChg chg="add mod">
          <ac:chgData name="鈴木 秀規" userId="f68c5fd9-22d5-4c0a-9833-7fb0f5135313" providerId="ADAL" clId="{1FFDFDEC-295D-434A-B582-72A8CC8A5E88}" dt="2021-01-26T03:46:45.261" v="950" actId="1076"/>
          <ac:picMkLst>
            <pc:docMk/>
            <pc:sldMk cId="4270902671" sldId="382"/>
            <ac:picMk id="22" creationId="{2076DD48-3ECF-49F3-93DF-4DA0CE8394BC}"/>
          </ac:picMkLst>
        </pc:picChg>
        <pc:picChg chg="add mod">
          <ac:chgData name="鈴木 秀規" userId="f68c5fd9-22d5-4c0a-9833-7fb0f5135313" providerId="ADAL" clId="{1FFDFDEC-295D-434A-B582-72A8CC8A5E88}" dt="2021-01-26T03:46:45.261" v="950" actId="1076"/>
          <ac:picMkLst>
            <pc:docMk/>
            <pc:sldMk cId="4270902671" sldId="382"/>
            <ac:picMk id="23" creationId="{3E2CE605-C0B8-4C18-98C1-B3840CD70767}"/>
          </ac:picMkLst>
        </pc:picChg>
        <pc:picChg chg="add mod">
          <ac:chgData name="鈴木 秀規" userId="f68c5fd9-22d5-4c0a-9833-7fb0f5135313" providerId="ADAL" clId="{1FFDFDEC-295D-434A-B582-72A8CC8A5E88}" dt="2021-01-26T03:46:04.691" v="945" actId="1076"/>
          <ac:picMkLst>
            <pc:docMk/>
            <pc:sldMk cId="4270902671" sldId="382"/>
            <ac:picMk id="26" creationId="{70D95F10-BF3B-4B19-9089-47831CF622D5}"/>
          </ac:picMkLst>
        </pc:picChg>
        <pc:cxnChg chg="add mod">
          <ac:chgData name="鈴木 秀規" userId="f68c5fd9-22d5-4c0a-9833-7fb0f5135313" providerId="ADAL" clId="{1FFDFDEC-295D-434A-B582-72A8CC8A5E88}" dt="2021-01-26T03:46:45.261" v="950" actId="1076"/>
          <ac:cxnSpMkLst>
            <pc:docMk/>
            <pc:sldMk cId="4270902671" sldId="382"/>
            <ac:cxnSpMk id="16" creationId="{8E32A4B4-C96D-4681-AEF9-EE7D9B309FBF}"/>
          </ac:cxnSpMkLst>
        </pc:cxnChg>
        <pc:cxnChg chg="add mod">
          <ac:chgData name="鈴木 秀規" userId="f68c5fd9-22d5-4c0a-9833-7fb0f5135313" providerId="ADAL" clId="{1FFDFDEC-295D-434A-B582-72A8CC8A5E88}" dt="2021-01-26T03:47:04.403" v="982" actId="1035"/>
          <ac:cxnSpMkLst>
            <pc:docMk/>
            <pc:sldMk cId="4270902671" sldId="382"/>
            <ac:cxnSpMk id="19" creationId="{F3DB8BCB-0D70-41DF-9FD3-2A8B659F17CF}"/>
          </ac:cxnSpMkLst>
        </pc:cxnChg>
        <pc:cxnChg chg="add mod">
          <ac:chgData name="鈴木 秀規" userId="f68c5fd9-22d5-4c0a-9833-7fb0f5135313" providerId="ADAL" clId="{1FFDFDEC-295D-434A-B582-72A8CC8A5E88}" dt="2021-01-26T03:46:45.261" v="950" actId="1076"/>
          <ac:cxnSpMkLst>
            <pc:docMk/>
            <pc:sldMk cId="4270902671" sldId="382"/>
            <ac:cxnSpMk id="20" creationId="{C35F15FD-C964-4627-B22E-64C02E3B1E13}"/>
          </ac:cxnSpMkLst>
        </pc:cxnChg>
        <pc:cxnChg chg="add mod">
          <ac:chgData name="鈴木 秀規" userId="f68c5fd9-22d5-4c0a-9833-7fb0f5135313" providerId="ADAL" clId="{1FFDFDEC-295D-434A-B582-72A8CC8A5E88}" dt="2021-01-26T03:47:41.189" v="983" actId="14100"/>
          <ac:cxnSpMkLst>
            <pc:docMk/>
            <pc:sldMk cId="4270902671" sldId="382"/>
            <ac:cxnSpMk id="21" creationId="{5E8CC0CA-3411-4CB6-8412-CE026E3E4961}"/>
          </ac:cxnSpMkLst>
        </pc:cxnChg>
        <pc:cxnChg chg="add mod">
          <ac:chgData name="鈴木 秀規" userId="f68c5fd9-22d5-4c0a-9833-7fb0f5135313" providerId="ADAL" clId="{1FFDFDEC-295D-434A-B582-72A8CC8A5E88}" dt="2021-01-26T03:48:36.080" v="990" actId="14100"/>
          <ac:cxnSpMkLst>
            <pc:docMk/>
            <pc:sldMk cId="4270902671" sldId="382"/>
            <ac:cxnSpMk id="28" creationId="{55404DBE-4FD6-4F92-8981-38B9A55EE093}"/>
          </ac:cxnSpMkLst>
        </pc:cxnChg>
        <pc:cxnChg chg="add mod">
          <ac:chgData name="鈴木 秀規" userId="f68c5fd9-22d5-4c0a-9833-7fb0f5135313" providerId="ADAL" clId="{1FFDFDEC-295D-434A-B582-72A8CC8A5E88}" dt="2021-01-26T03:48:08.374" v="989" actId="14100"/>
          <ac:cxnSpMkLst>
            <pc:docMk/>
            <pc:sldMk cId="4270902671" sldId="382"/>
            <ac:cxnSpMk id="30" creationId="{5862DF2C-3636-4E19-B516-9E62A13C3584}"/>
          </ac:cxnSpMkLst>
        </pc:cxnChg>
      </pc:sldChg>
      <pc:sldChg chg="addSp delSp modSp add del mod chgLayout">
        <pc:chgData name="鈴木 秀規" userId="f68c5fd9-22d5-4c0a-9833-7fb0f5135313" providerId="ADAL" clId="{1FFDFDEC-295D-434A-B582-72A8CC8A5E88}" dt="2021-01-26T04:14:36.735" v="1145" actId="2696"/>
        <pc:sldMkLst>
          <pc:docMk/>
          <pc:sldMk cId="3431740700" sldId="383"/>
        </pc:sldMkLst>
        <pc:spChg chg="mod ord">
          <ac:chgData name="鈴木 秀規" userId="f68c5fd9-22d5-4c0a-9833-7fb0f5135313" providerId="ADAL" clId="{1FFDFDEC-295D-434A-B582-72A8CC8A5E88}" dt="2021-01-26T04:02:31.002" v="1073" actId="6264"/>
          <ac:spMkLst>
            <pc:docMk/>
            <pc:sldMk cId="3431740700" sldId="383"/>
            <ac:spMk id="3" creationId="{347745C2-842F-461A-8482-F5E3F2B33188}"/>
          </ac:spMkLst>
        </pc:spChg>
        <pc:spChg chg="mod ord">
          <ac:chgData name="鈴木 秀規" userId="f68c5fd9-22d5-4c0a-9833-7fb0f5135313" providerId="ADAL" clId="{1FFDFDEC-295D-434A-B582-72A8CC8A5E88}" dt="2021-01-26T04:02:31.002" v="1073" actId="6264"/>
          <ac:spMkLst>
            <pc:docMk/>
            <pc:sldMk cId="3431740700" sldId="383"/>
            <ac:spMk id="4" creationId="{B2D33C3D-4F1E-4861-BEE1-D418CFD9014C}"/>
          </ac:spMkLst>
        </pc:spChg>
        <pc:spChg chg="mod ord">
          <ac:chgData name="鈴木 秀規" userId="f68c5fd9-22d5-4c0a-9833-7fb0f5135313" providerId="ADAL" clId="{1FFDFDEC-295D-434A-B582-72A8CC8A5E88}" dt="2021-01-26T04:02:31.002" v="1073" actId="6264"/>
          <ac:spMkLst>
            <pc:docMk/>
            <pc:sldMk cId="3431740700" sldId="383"/>
            <ac:spMk id="5" creationId="{86E9EC95-4197-4F9B-96BF-D31C5A1A1A4D}"/>
          </ac:spMkLst>
        </pc:spChg>
        <pc:spChg chg="add del mod">
          <ac:chgData name="鈴木 秀規" userId="f68c5fd9-22d5-4c0a-9833-7fb0f5135313" providerId="ADAL" clId="{1FFDFDEC-295D-434A-B582-72A8CC8A5E88}" dt="2021-01-26T03:59:15.368" v="1013" actId="478"/>
          <ac:spMkLst>
            <pc:docMk/>
            <pc:sldMk cId="3431740700" sldId="383"/>
            <ac:spMk id="6" creationId="{A4CFD6BF-E687-457B-A250-DEA51B3540B4}"/>
          </ac:spMkLst>
        </pc:spChg>
        <pc:spChg chg="del">
          <ac:chgData name="鈴木 秀規" userId="f68c5fd9-22d5-4c0a-9833-7fb0f5135313" providerId="ADAL" clId="{1FFDFDEC-295D-434A-B582-72A8CC8A5E88}" dt="2021-01-26T03:58:14.416" v="1010" actId="478"/>
          <ac:spMkLst>
            <pc:docMk/>
            <pc:sldMk cId="3431740700" sldId="383"/>
            <ac:spMk id="10" creationId="{7C3760F5-0448-4B07-9357-5DD9243CD6A1}"/>
          </ac:spMkLst>
        </pc:spChg>
        <pc:spChg chg="del">
          <ac:chgData name="鈴木 秀規" userId="f68c5fd9-22d5-4c0a-9833-7fb0f5135313" providerId="ADAL" clId="{1FFDFDEC-295D-434A-B582-72A8CC8A5E88}" dt="2021-01-26T03:58:14.416" v="1010" actId="478"/>
          <ac:spMkLst>
            <pc:docMk/>
            <pc:sldMk cId="3431740700" sldId="383"/>
            <ac:spMk id="11" creationId="{6AFAD27C-B17C-4A26-8D46-B84638FE20C9}"/>
          </ac:spMkLst>
        </pc:spChg>
        <pc:spChg chg="del">
          <ac:chgData name="鈴木 秀規" userId="f68c5fd9-22d5-4c0a-9833-7fb0f5135313" providerId="ADAL" clId="{1FFDFDEC-295D-434A-B582-72A8CC8A5E88}" dt="2021-01-26T03:58:14.416" v="1010" actId="478"/>
          <ac:spMkLst>
            <pc:docMk/>
            <pc:sldMk cId="3431740700" sldId="383"/>
            <ac:spMk id="12" creationId="{4779DC12-997D-427C-8D5F-D3C32CCE9829}"/>
          </ac:spMkLst>
        </pc:spChg>
        <pc:spChg chg="del">
          <ac:chgData name="鈴木 秀規" userId="f68c5fd9-22d5-4c0a-9833-7fb0f5135313" providerId="ADAL" clId="{1FFDFDEC-295D-434A-B582-72A8CC8A5E88}" dt="2021-01-26T03:58:14.416" v="1010" actId="478"/>
          <ac:spMkLst>
            <pc:docMk/>
            <pc:sldMk cId="3431740700" sldId="383"/>
            <ac:spMk id="13" creationId="{17D11134-6A3C-4349-80D0-227C8553B2C2}"/>
          </ac:spMkLst>
        </pc:spChg>
        <pc:spChg chg="del">
          <ac:chgData name="鈴木 秀規" userId="f68c5fd9-22d5-4c0a-9833-7fb0f5135313" providerId="ADAL" clId="{1FFDFDEC-295D-434A-B582-72A8CC8A5E88}" dt="2021-01-26T03:58:14.416" v="1010" actId="478"/>
          <ac:spMkLst>
            <pc:docMk/>
            <pc:sldMk cId="3431740700" sldId="383"/>
            <ac:spMk id="15" creationId="{BF8B4138-1FB6-4D1C-AADA-7F5C45A6ECDD}"/>
          </ac:spMkLst>
        </pc:spChg>
        <pc:spChg chg="del">
          <ac:chgData name="鈴木 秀規" userId="f68c5fd9-22d5-4c0a-9833-7fb0f5135313" providerId="ADAL" clId="{1FFDFDEC-295D-434A-B582-72A8CC8A5E88}" dt="2021-01-26T03:58:14.416" v="1010" actId="478"/>
          <ac:spMkLst>
            <pc:docMk/>
            <pc:sldMk cId="3431740700" sldId="383"/>
            <ac:spMk id="18" creationId="{E28B5E37-BE31-4DBF-8316-79E231D1CCD1}"/>
          </ac:spMkLst>
        </pc:spChg>
        <pc:spChg chg="del">
          <ac:chgData name="鈴木 秀規" userId="f68c5fd9-22d5-4c0a-9833-7fb0f5135313" providerId="ADAL" clId="{1FFDFDEC-295D-434A-B582-72A8CC8A5E88}" dt="2021-01-26T03:58:14.416" v="1010" actId="478"/>
          <ac:spMkLst>
            <pc:docMk/>
            <pc:sldMk cId="3431740700" sldId="383"/>
            <ac:spMk id="24" creationId="{A9E63F44-7FDA-4B83-BD1E-2F9BC602BDFC}"/>
          </ac:spMkLst>
        </pc:spChg>
        <pc:spChg chg="del">
          <ac:chgData name="鈴木 秀規" userId="f68c5fd9-22d5-4c0a-9833-7fb0f5135313" providerId="ADAL" clId="{1FFDFDEC-295D-434A-B582-72A8CC8A5E88}" dt="2021-01-26T03:58:14.416" v="1010" actId="478"/>
          <ac:spMkLst>
            <pc:docMk/>
            <pc:sldMk cId="3431740700" sldId="383"/>
            <ac:spMk id="25" creationId="{D203164A-16BB-4A33-A44C-D5005AB76239}"/>
          </ac:spMkLst>
        </pc:spChg>
        <pc:spChg chg="add del mod">
          <ac:chgData name="鈴木 秀規" userId="f68c5fd9-22d5-4c0a-9833-7fb0f5135313" providerId="ADAL" clId="{1FFDFDEC-295D-434A-B582-72A8CC8A5E88}" dt="2021-01-26T04:02:31.002" v="1073" actId="6264"/>
          <ac:spMkLst>
            <pc:docMk/>
            <pc:sldMk cId="3431740700" sldId="383"/>
            <ac:spMk id="29" creationId="{2A5D0E9E-56FA-473F-9905-EC3AB66EE25A}"/>
          </ac:spMkLst>
        </pc:spChg>
        <pc:spChg chg="add mod">
          <ac:chgData name="鈴木 秀規" userId="f68c5fd9-22d5-4c0a-9833-7fb0f5135313" providerId="ADAL" clId="{1FFDFDEC-295D-434A-B582-72A8CC8A5E88}" dt="2021-01-26T04:01:45.805" v="1071" actId="207"/>
          <ac:spMkLst>
            <pc:docMk/>
            <pc:sldMk cId="3431740700" sldId="383"/>
            <ac:spMk id="32" creationId="{E0F1595E-F0A3-4E14-9651-C87ED18BF9DA}"/>
          </ac:spMkLst>
        </pc:spChg>
        <pc:spChg chg="add mod">
          <ac:chgData name="鈴木 秀規" userId="f68c5fd9-22d5-4c0a-9833-7fb0f5135313" providerId="ADAL" clId="{1FFDFDEC-295D-434A-B582-72A8CC8A5E88}" dt="2021-01-26T04:09:56.305" v="1133" actId="1076"/>
          <ac:spMkLst>
            <pc:docMk/>
            <pc:sldMk cId="3431740700" sldId="383"/>
            <ac:spMk id="34" creationId="{F7EDC701-37B8-4468-97D8-52607030CA94}"/>
          </ac:spMkLst>
        </pc:spChg>
        <pc:spChg chg="add mod">
          <ac:chgData name="鈴木 秀規" userId="f68c5fd9-22d5-4c0a-9833-7fb0f5135313" providerId="ADAL" clId="{1FFDFDEC-295D-434A-B582-72A8CC8A5E88}" dt="2021-01-26T04:09:59.136" v="1134" actId="1076"/>
          <ac:spMkLst>
            <pc:docMk/>
            <pc:sldMk cId="3431740700" sldId="383"/>
            <ac:spMk id="35" creationId="{8EA723BF-2FD8-4A16-A3C8-BFD746C683D1}"/>
          </ac:spMkLst>
        </pc:spChg>
        <pc:spChg chg="add del mod">
          <ac:chgData name="鈴木 秀規" userId="f68c5fd9-22d5-4c0a-9833-7fb0f5135313" providerId="ADAL" clId="{1FFDFDEC-295D-434A-B582-72A8CC8A5E88}" dt="2021-01-26T04:01:11.785" v="1048" actId="478"/>
          <ac:spMkLst>
            <pc:docMk/>
            <pc:sldMk cId="3431740700" sldId="383"/>
            <ac:spMk id="36" creationId="{6B158A07-162D-47DD-AB6B-E1D320D975E0}"/>
          </ac:spMkLst>
        </pc:spChg>
        <pc:spChg chg="del">
          <ac:chgData name="鈴木 秀規" userId="f68c5fd9-22d5-4c0a-9833-7fb0f5135313" providerId="ADAL" clId="{1FFDFDEC-295D-434A-B582-72A8CC8A5E88}" dt="2021-01-26T03:59:02.800" v="1011" actId="478"/>
          <ac:spMkLst>
            <pc:docMk/>
            <pc:sldMk cId="3431740700" sldId="383"/>
            <ac:spMk id="37" creationId="{BD46D08B-CDC1-40F7-B3B2-96E4746B3A1C}"/>
          </ac:spMkLst>
        </pc:spChg>
        <pc:spChg chg="add mod">
          <ac:chgData name="鈴木 秀規" userId="f68c5fd9-22d5-4c0a-9833-7fb0f5135313" providerId="ADAL" clId="{1FFDFDEC-295D-434A-B582-72A8CC8A5E88}" dt="2021-01-26T04:01:32.103" v="1068" actId="14100"/>
          <ac:spMkLst>
            <pc:docMk/>
            <pc:sldMk cId="3431740700" sldId="383"/>
            <ac:spMk id="38" creationId="{40FD59BC-B13E-4715-9DC8-5CB6A9E68577}"/>
          </ac:spMkLst>
        </pc:spChg>
        <pc:spChg chg="add del mod">
          <ac:chgData name="鈴木 秀規" userId="f68c5fd9-22d5-4c0a-9833-7fb0f5135313" providerId="ADAL" clId="{1FFDFDEC-295D-434A-B582-72A8CC8A5E88}" dt="2021-01-26T04:02:31.002" v="1073" actId="6264"/>
          <ac:spMkLst>
            <pc:docMk/>
            <pc:sldMk cId="3431740700" sldId="383"/>
            <ac:spMk id="39" creationId="{72F8AD91-8F73-4C4F-AB59-5F3FD39C1312}"/>
          </ac:spMkLst>
        </pc:spChg>
        <pc:spChg chg="add del mod">
          <ac:chgData name="鈴木 秀規" userId="f68c5fd9-22d5-4c0a-9833-7fb0f5135313" providerId="ADAL" clId="{1FFDFDEC-295D-434A-B582-72A8CC8A5E88}" dt="2021-01-26T04:02:31.002" v="1073" actId="6264"/>
          <ac:spMkLst>
            <pc:docMk/>
            <pc:sldMk cId="3431740700" sldId="383"/>
            <ac:spMk id="40" creationId="{42A095DC-2541-467D-84CE-0FD53E764CA5}"/>
          </ac:spMkLst>
        </pc:spChg>
        <pc:spChg chg="add del mod ord">
          <ac:chgData name="鈴木 秀規" userId="f68c5fd9-22d5-4c0a-9833-7fb0f5135313" providerId="ADAL" clId="{1FFDFDEC-295D-434A-B582-72A8CC8A5E88}" dt="2021-01-26T04:02:37.244" v="1074" actId="478"/>
          <ac:spMkLst>
            <pc:docMk/>
            <pc:sldMk cId="3431740700" sldId="383"/>
            <ac:spMk id="41" creationId="{EB08CBDB-7389-4C58-9794-DD4F1F3C7E58}"/>
          </ac:spMkLst>
        </pc:spChg>
        <pc:spChg chg="add mod ord">
          <ac:chgData name="鈴木 秀規" userId="f68c5fd9-22d5-4c0a-9833-7fb0f5135313" providerId="ADAL" clId="{1FFDFDEC-295D-434A-B582-72A8CC8A5E88}" dt="2021-01-26T04:10:02.911" v="1143" actId="12"/>
          <ac:spMkLst>
            <pc:docMk/>
            <pc:sldMk cId="3431740700" sldId="383"/>
            <ac:spMk id="42" creationId="{C2B7E0DC-5323-408A-937A-1D9A8EEEF045}"/>
          </ac:spMkLst>
        </pc:spChg>
        <pc:grpChg chg="add mod">
          <ac:chgData name="鈴木 秀規" userId="f68c5fd9-22d5-4c0a-9833-7fb0f5135313" providerId="ADAL" clId="{1FFDFDEC-295D-434A-B582-72A8CC8A5E88}" dt="2021-01-26T04:01:37.979" v="1069" actId="1076"/>
          <ac:grpSpMkLst>
            <pc:docMk/>
            <pc:sldMk cId="3431740700" sldId="383"/>
            <ac:grpSpMk id="27" creationId="{BEDB55EE-07B8-464D-A27C-24F43E1B2BCB}"/>
          </ac:grpSpMkLst>
        </pc:grpChg>
        <pc:picChg chg="del">
          <ac:chgData name="鈴木 秀規" userId="f68c5fd9-22d5-4c0a-9833-7fb0f5135313" providerId="ADAL" clId="{1FFDFDEC-295D-434A-B582-72A8CC8A5E88}" dt="2021-01-26T03:58:14.416" v="1010" actId="478"/>
          <ac:picMkLst>
            <pc:docMk/>
            <pc:sldMk cId="3431740700" sldId="383"/>
            <ac:picMk id="7" creationId="{ACC068A0-50E1-42AC-8287-E81E4235FF5C}"/>
          </ac:picMkLst>
        </pc:picChg>
        <pc:picChg chg="del">
          <ac:chgData name="鈴木 秀規" userId="f68c5fd9-22d5-4c0a-9833-7fb0f5135313" providerId="ADAL" clId="{1FFDFDEC-295D-434A-B582-72A8CC8A5E88}" dt="2021-01-26T03:58:14.416" v="1010" actId="478"/>
          <ac:picMkLst>
            <pc:docMk/>
            <pc:sldMk cId="3431740700" sldId="383"/>
            <ac:picMk id="8" creationId="{8D2F85B8-D0BB-4D5F-B8E8-359B9642BC18}"/>
          </ac:picMkLst>
        </pc:picChg>
        <pc:picChg chg="del">
          <ac:chgData name="鈴木 秀規" userId="f68c5fd9-22d5-4c0a-9833-7fb0f5135313" providerId="ADAL" clId="{1FFDFDEC-295D-434A-B582-72A8CC8A5E88}" dt="2021-01-26T03:58:14.416" v="1010" actId="478"/>
          <ac:picMkLst>
            <pc:docMk/>
            <pc:sldMk cId="3431740700" sldId="383"/>
            <ac:picMk id="9" creationId="{6567B165-D14C-4A46-B20C-33602CEB18CE}"/>
          </ac:picMkLst>
        </pc:picChg>
        <pc:picChg chg="del">
          <ac:chgData name="鈴木 秀規" userId="f68c5fd9-22d5-4c0a-9833-7fb0f5135313" providerId="ADAL" clId="{1FFDFDEC-295D-434A-B582-72A8CC8A5E88}" dt="2021-01-26T03:58:14.416" v="1010" actId="478"/>
          <ac:picMkLst>
            <pc:docMk/>
            <pc:sldMk cId="3431740700" sldId="383"/>
            <ac:picMk id="14" creationId="{89F5CAE8-7DD6-4E66-9E6B-8D828B62D848}"/>
          </ac:picMkLst>
        </pc:picChg>
        <pc:picChg chg="del">
          <ac:chgData name="鈴木 秀規" userId="f68c5fd9-22d5-4c0a-9833-7fb0f5135313" providerId="ADAL" clId="{1FFDFDEC-295D-434A-B582-72A8CC8A5E88}" dt="2021-01-26T03:58:14.416" v="1010" actId="478"/>
          <ac:picMkLst>
            <pc:docMk/>
            <pc:sldMk cId="3431740700" sldId="383"/>
            <ac:picMk id="17" creationId="{56C46E48-5776-47D9-8EE8-C88D764F6B56}"/>
          </ac:picMkLst>
        </pc:picChg>
        <pc:picChg chg="del">
          <ac:chgData name="鈴木 秀規" userId="f68c5fd9-22d5-4c0a-9833-7fb0f5135313" providerId="ADAL" clId="{1FFDFDEC-295D-434A-B582-72A8CC8A5E88}" dt="2021-01-26T03:58:14.416" v="1010" actId="478"/>
          <ac:picMkLst>
            <pc:docMk/>
            <pc:sldMk cId="3431740700" sldId="383"/>
            <ac:picMk id="22" creationId="{2076DD48-3ECF-49F3-93DF-4DA0CE8394BC}"/>
          </ac:picMkLst>
        </pc:picChg>
        <pc:picChg chg="del">
          <ac:chgData name="鈴木 秀規" userId="f68c5fd9-22d5-4c0a-9833-7fb0f5135313" providerId="ADAL" clId="{1FFDFDEC-295D-434A-B582-72A8CC8A5E88}" dt="2021-01-26T03:58:14.416" v="1010" actId="478"/>
          <ac:picMkLst>
            <pc:docMk/>
            <pc:sldMk cId="3431740700" sldId="383"/>
            <ac:picMk id="23" creationId="{3E2CE605-C0B8-4C18-98C1-B3840CD70767}"/>
          </ac:picMkLst>
        </pc:picChg>
        <pc:picChg chg="del">
          <ac:chgData name="鈴木 秀規" userId="f68c5fd9-22d5-4c0a-9833-7fb0f5135313" providerId="ADAL" clId="{1FFDFDEC-295D-434A-B582-72A8CC8A5E88}" dt="2021-01-26T03:58:14.416" v="1010" actId="478"/>
          <ac:picMkLst>
            <pc:docMk/>
            <pc:sldMk cId="3431740700" sldId="383"/>
            <ac:picMk id="26" creationId="{70D95F10-BF3B-4B19-9089-47831CF622D5}"/>
          </ac:picMkLst>
        </pc:picChg>
        <pc:picChg chg="add mod">
          <ac:chgData name="鈴木 秀規" userId="f68c5fd9-22d5-4c0a-9833-7fb0f5135313" providerId="ADAL" clId="{1FFDFDEC-295D-434A-B582-72A8CC8A5E88}" dt="2021-01-26T04:09:59.660" v="1135" actId="14100"/>
          <ac:picMkLst>
            <pc:docMk/>
            <pc:sldMk cId="3431740700" sldId="383"/>
            <ac:picMk id="31" creationId="{1200ADEE-A09A-459A-B06D-58A20EB6F05F}"/>
          </ac:picMkLst>
        </pc:picChg>
        <pc:picChg chg="add mod">
          <ac:chgData name="鈴木 秀規" userId="f68c5fd9-22d5-4c0a-9833-7fb0f5135313" providerId="ADAL" clId="{1FFDFDEC-295D-434A-B582-72A8CC8A5E88}" dt="2021-01-26T04:01:01.321" v="1047" actId="164"/>
          <ac:picMkLst>
            <pc:docMk/>
            <pc:sldMk cId="3431740700" sldId="383"/>
            <ac:picMk id="33" creationId="{7F719B36-A8B6-4247-8535-E1D2F51893DB}"/>
          </ac:picMkLst>
        </pc:picChg>
        <pc:cxnChg chg="del">
          <ac:chgData name="鈴木 秀規" userId="f68c5fd9-22d5-4c0a-9833-7fb0f5135313" providerId="ADAL" clId="{1FFDFDEC-295D-434A-B582-72A8CC8A5E88}" dt="2021-01-26T03:58:14.416" v="1010" actId="478"/>
          <ac:cxnSpMkLst>
            <pc:docMk/>
            <pc:sldMk cId="3431740700" sldId="383"/>
            <ac:cxnSpMk id="16" creationId="{8E32A4B4-C96D-4681-AEF9-EE7D9B309FBF}"/>
          </ac:cxnSpMkLst>
        </pc:cxnChg>
        <pc:cxnChg chg="del">
          <ac:chgData name="鈴木 秀規" userId="f68c5fd9-22d5-4c0a-9833-7fb0f5135313" providerId="ADAL" clId="{1FFDFDEC-295D-434A-B582-72A8CC8A5E88}" dt="2021-01-26T03:58:14.416" v="1010" actId="478"/>
          <ac:cxnSpMkLst>
            <pc:docMk/>
            <pc:sldMk cId="3431740700" sldId="383"/>
            <ac:cxnSpMk id="19" creationId="{F3DB8BCB-0D70-41DF-9FD3-2A8B659F17CF}"/>
          </ac:cxnSpMkLst>
        </pc:cxnChg>
        <pc:cxnChg chg="del">
          <ac:chgData name="鈴木 秀規" userId="f68c5fd9-22d5-4c0a-9833-7fb0f5135313" providerId="ADAL" clId="{1FFDFDEC-295D-434A-B582-72A8CC8A5E88}" dt="2021-01-26T03:58:14.416" v="1010" actId="478"/>
          <ac:cxnSpMkLst>
            <pc:docMk/>
            <pc:sldMk cId="3431740700" sldId="383"/>
            <ac:cxnSpMk id="20" creationId="{C35F15FD-C964-4627-B22E-64C02E3B1E13}"/>
          </ac:cxnSpMkLst>
        </pc:cxnChg>
        <pc:cxnChg chg="del">
          <ac:chgData name="鈴木 秀規" userId="f68c5fd9-22d5-4c0a-9833-7fb0f5135313" providerId="ADAL" clId="{1FFDFDEC-295D-434A-B582-72A8CC8A5E88}" dt="2021-01-26T03:58:14.416" v="1010" actId="478"/>
          <ac:cxnSpMkLst>
            <pc:docMk/>
            <pc:sldMk cId="3431740700" sldId="383"/>
            <ac:cxnSpMk id="21" creationId="{5E8CC0CA-3411-4CB6-8412-CE026E3E4961}"/>
          </ac:cxnSpMkLst>
        </pc:cxnChg>
        <pc:cxnChg chg="del">
          <ac:chgData name="鈴木 秀規" userId="f68c5fd9-22d5-4c0a-9833-7fb0f5135313" providerId="ADAL" clId="{1FFDFDEC-295D-434A-B582-72A8CC8A5E88}" dt="2021-01-26T03:58:14.416" v="1010" actId="478"/>
          <ac:cxnSpMkLst>
            <pc:docMk/>
            <pc:sldMk cId="3431740700" sldId="383"/>
            <ac:cxnSpMk id="28" creationId="{55404DBE-4FD6-4F92-8981-38B9A55EE093}"/>
          </ac:cxnSpMkLst>
        </pc:cxnChg>
        <pc:cxnChg chg="del">
          <ac:chgData name="鈴木 秀規" userId="f68c5fd9-22d5-4c0a-9833-7fb0f5135313" providerId="ADAL" clId="{1FFDFDEC-295D-434A-B582-72A8CC8A5E88}" dt="2021-01-26T03:58:14.416" v="1010" actId="478"/>
          <ac:cxnSpMkLst>
            <pc:docMk/>
            <pc:sldMk cId="3431740700" sldId="383"/>
            <ac:cxnSpMk id="30" creationId="{5862DF2C-3636-4E19-B516-9E62A13C3584}"/>
          </ac:cxnSpMkLst>
        </pc:cxnChg>
      </pc:sldChg>
      <pc:sldChg chg="addSp delSp modSp new del mod modClrScheme chgLayout">
        <pc:chgData name="鈴木 秀規" userId="f68c5fd9-22d5-4c0a-9833-7fb0f5135313" providerId="ADAL" clId="{1FFDFDEC-295D-434A-B582-72A8CC8A5E88}" dt="2021-01-26T04:09:55.234" v="1132" actId="680"/>
        <pc:sldMkLst>
          <pc:docMk/>
          <pc:sldMk cId="949411827" sldId="384"/>
        </pc:sldMkLst>
        <pc:spChg chg="add del mod ord">
          <ac:chgData name="鈴木 秀規" userId="f68c5fd9-22d5-4c0a-9833-7fb0f5135313" providerId="ADAL" clId="{1FFDFDEC-295D-434A-B582-72A8CC8A5E88}" dt="2021-01-26T04:09:54.227" v="1131" actId="700"/>
          <ac:spMkLst>
            <pc:docMk/>
            <pc:sldMk cId="949411827" sldId="384"/>
            <ac:spMk id="2" creationId="{D6F808A7-7307-4EC5-864E-FC8208B0AE46}"/>
          </ac:spMkLst>
        </pc:spChg>
        <pc:spChg chg="add del mod ord">
          <ac:chgData name="鈴木 秀規" userId="f68c5fd9-22d5-4c0a-9833-7fb0f5135313" providerId="ADAL" clId="{1FFDFDEC-295D-434A-B582-72A8CC8A5E88}" dt="2021-01-26T04:09:54.227" v="1131" actId="700"/>
          <ac:spMkLst>
            <pc:docMk/>
            <pc:sldMk cId="949411827" sldId="384"/>
            <ac:spMk id="3" creationId="{03C746A9-C96B-46DF-BD82-8B507DB22135}"/>
          </ac:spMkLst>
        </pc:spChg>
        <pc:spChg chg="mod ord">
          <ac:chgData name="鈴木 秀規" userId="f68c5fd9-22d5-4c0a-9833-7fb0f5135313" providerId="ADAL" clId="{1FFDFDEC-295D-434A-B582-72A8CC8A5E88}" dt="2021-01-26T04:09:54.227" v="1131" actId="700"/>
          <ac:spMkLst>
            <pc:docMk/>
            <pc:sldMk cId="949411827" sldId="384"/>
            <ac:spMk id="4" creationId="{2268533C-B512-4CED-9B27-7769E939632A}"/>
          </ac:spMkLst>
        </pc:spChg>
        <pc:spChg chg="mod ord">
          <ac:chgData name="鈴木 秀規" userId="f68c5fd9-22d5-4c0a-9833-7fb0f5135313" providerId="ADAL" clId="{1FFDFDEC-295D-434A-B582-72A8CC8A5E88}" dt="2021-01-26T04:09:54.227" v="1131" actId="700"/>
          <ac:spMkLst>
            <pc:docMk/>
            <pc:sldMk cId="949411827" sldId="384"/>
            <ac:spMk id="5" creationId="{F2A78FC6-8266-4153-942F-A3792617271D}"/>
          </ac:spMkLst>
        </pc:spChg>
        <pc:spChg chg="add del">
          <ac:chgData name="鈴木 秀規" userId="f68c5fd9-22d5-4c0a-9833-7fb0f5135313" providerId="ADAL" clId="{1FFDFDEC-295D-434A-B582-72A8CC8A5E88}" dt="2021-01-26T04:09:54.227" v="1131" actId="700"/>
          <ac:spMkLst>
            <pc:docMk/>
            <pc:sldMk cId="949411827" sldId="384"/>
            <ac:spMk id="6" creationId="{21B4622A-D25A-435E-B470-22F1DB6C998F}"/>
          </ac:spMkLst>
        </pc:spChg>
        <pc:spChg chg="add del mod ord">
          <ac:chgData name="鈴木 秀規" userId="f68c5fd9-22d5-4c0a-9833-7fb0f5135313" providerId="ADAL" clId="{1FFDFDEC-295D-434A-B582-72A8CC8A5E88}" dt="2021-01-26T04:09:54.227" v="1131" actId="700"/>
          <ac:spMkLst>
            <pc:docMk/>
            <pc:sldMk cId="949411827" sldId="384"/>
            <ac:spMk id="7" creationId="{0DA1857B-2EDE-4CE3-B404-59D7C225D7CB}"/>
          </ac:spMkLst>
        </pc:spChg>
        <pc:spChg chg="add del mod ord">
          <ac:chgData name="鈴木 秀規" userId="f68c5fd9-22d5-4c0a-9833-7fb0f5135313" providerId="ADAL" clId="{1FFDFDEC-295D-434A-B582-72A8CC8A5E88}" dt="2021-01-26T04:09:54.227" v="1131" actId="700"/>
          <ac:spMkLst>
            <pc:docMk/>
            <pc:sldMk cId="949411827" sldId="384"/>
            <ac:spMk id="8" creationId="{46B998EA-E1C7-43BB-B136-2B9F4052217F}"/>
          </ac:spMkLst>
        </pc:spChg>
        <pc:spChg chg="add del mod">
          <ac:chgData name="鈴木 秀規" userId="f68c5fd9-22d5-4c0a-9833-7fb0f5135313" providerId="ADAL" clId="{1FFDFDEC-295D-434A-B582-72A8CC8A5E88}" dt="2021-01-26T04:09:53.169" v="1129" actId="6264"/>
          <ac:spMkLst>
            <pc:docMk/>
            <pc:sldMk cId="949411827" sldId="384"/>
            <ac:spMk id="9" creationId="{3B461521-F8A2-4A0C-B060-3695402786D2}"/>
          </ac:spMkLst>
        </pc:spChg>
        <pc:spChg chg="add del mod">
          <ac:chgData name="鈴木 秀規" userId="f68c5fd9-22d5-4c0a-9833-7fb0f5135313" providerId="ADAL" clId="{1FFDFDEC-295D-434A-B582-72A8CC8A5E88}" dt="2021-01-26T04:09:53.169" v="1129" actId="6264"/>
          <ac:spMkLst>
            <pc:docMk/>
            <pc:sldMk cId="949411827" sldId="384"/>
            <ac:spMk id="10" creationId="{FCA127BC-C7DF-4689-87BE-C8BA567A2BBA}"/>
          </ac:spMkLst>
        </pc:spChg>
        <pc:spChg chg="add del mod">
          <ac:chgData name="鈴木 秀規" userId="f68c5fd9-22d5-4c0a-9833-7fb0f5135313" providerId="ADAL" clId="{1FFDFDEC-295D-434A-B582-72A8CC8A5E88}" dt="2021-01-26T04:09:53.169" v="1129" actId="6264"/>
          <ac:spMkLst>
            <pc:docMk/>
            <pc:sldMk cId="949411827" sldId="384"/>
            <ac:spMk id="11" creationId="{0EBDD992-35B1-4057-A6DD-F87ABE74E2B7}"/>
          </ac:spMkLst>
        </pc:spChg>
        <pc:spChg chg="add del mod ord">
          <ac:chgData name="鈴木 秀規" userId="f68c5fd9-22d5-4c0a-9833-7fb0f5135313" providerId="ADAL" clId="{1FFDFDEC-295D-434A-B582-72A8CC8A5E88}" dt="2021-01-26T04:09:53.169" v="1129" actId="6264"/>
          <ac:spMkLst>
            <pc:docMk/>
            <pc:sldMk cId="949411827" sldId="384"/>
            <ac:spMk id="12" creationId="{57D0D45A-7F80-4DF4-BA60-0514BC220F1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234AFD3-FB40-4AD7-9E76-44AC2B8BF1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8E19C006-516A-4D24-A011-BF64DE39FB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636D31-DA28-4230-A80A-E7470AB13509}" type="datetimeFigureOut">
              <a:rPr kumimoji="1" lang="ja-JP" altLang="en-US" smtClean="0"/>
              <a:t>2025/3/19</a:t>
            </a:fld>
            <a:endParaRPr kumimoji="1" lang="ja-JP" altLang="en-US"/>
          </a:p>
        </p:txBody>
      </p:sp>
      <p:sp>
        <p:nvSpPr>
          <p:cNvPr id="4" name="フッター プレースホルダー 3">
            <a:extLst>
              <a:ext uri="{FF2B5EF4-FFF2-40B4-BE49-F238E27FC236}">
                <a16:creationId xmlns:a16="http://schemas.microsoft.com/office/drawing/2014/main" id="{536DDE9A-A582-478B-9738-8CFAA37FAF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1A9326B9-E2C3-4532-A2D6-3EB1B422B9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BDFF3F-36BC-4947-A6C6-058FFD27CC25}" type="slidenum">
              <a:rPr kumimoji="1" lang="ja-JP" altLang="en-US" smtClean="0"/>
              <a:t>‹#›</a:t>
            </a:fld>
            <a:endParaRPr kumimoji="1" lang="ja-JP" altLang="en-US"/>
          </a:p>
        </p:txBody>
      </p:sp>
    </p:spTree>
    <p:extLst>
      <p:ext uri="{BB962C8B-B14F-4D97-AF65-F5344CB8AC3E}">
        <p14:creationId xmlns:p14="http://schemas.microsoft.com/office/powerpoint/2010/main" val="30954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7381820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33715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タイトル スライド">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EA1B8483-F5A8-4F30-96A0-EDAFA70B0F27}"/>
              </a:ext>
            </a:extLst>
          </p:cNvPr>
          <p:cNvSpPr/>
          <p:nvPr/>
        </p:nvSpPr>
        <p:spPr>
          <a:xfrm>
            <a:off x="1169100" y="400050"/>
            <a:ext cx="7554900" cy="38424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50" charset="0"/>
            </a:endParaRPr>
          </a:p>
        </p:txBody>
      </p:sp>
      <p:sp>
        <p:nvSpPr>
          <p:cNvPr id="7" name="Google Shape;11;p2">
            <a:extLst>
              <a:ext uri="{FF2B5EF4-FFF2-40B4-BE49-F238E27FC236}">
                <a16:creationId xmlns:a16="http://schemas.microsoft.com/office/drawing/2014/main" id="{983BA885-2074-450F-AE06-7909906D9F48}"/>
              </a:ext>
            </a:extLst>
          </p:cNvPr>
          <p:cNvSpPr txBox="1">
            <a:spLocks noGrp="1"/>
          </p:cNvSpPr>
          <p:nvPr>
            <p:ph type="ctrTitle"/>
          </p:nvPr>
        </p:nvSpPr>
        <p:spPr>
          <a:xfrm>
            <a:off x="546012" y="456607"/>
            <a:ext cx="5041200" cy="3150600"/>
          </a:xfrm>
          <a:prstGeom prst="rect">
            <a:avLst/>
          </a:prstGeom>
          <a:ln w="114300" cap="flat" cmpd="sng">
            <a:solidFill>
              <a:srgbClr val="FF33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48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pic>
        <p:nvPicPr>
          <p:cNvPr id="2" name="図 1">
            <a:extLst>
              <a:ext uri="{FF2B5EF4-FFF2-40B4-BE49-F238E27FC236}">
                <a16:creationId xmlns:a16="http://schemas.microsoft.com/office/drawing/2014/main" id="{02032C93-7552-4839-AF39-0C4F3C5A3543}"/>
              </a:ext>
            </a:extLst>
          </p:cNvPr>
          <p:cNvPicPr>
            <a:picLocks noChangeAspect="1"/>
          </p:cNvPicPr>
          <p:nvPr/>
        </p:nvPicPr>
        <p:blipFill>
          <a:blip r:embed="rId2"/>
          <a:stretch>
            <a:fillRect/>
          </a:stretch>
        </p:blipFill>
        <p:spPr>
          <a:xfrm>
            <a:off x="7426629" y="4563450"/>
            <a:ext cx="1297371" cy="360000"/>
          </a:xfrm>
          <a:prstGeom prst="rect">
            <a:avLst/>
          </a:prstGeom>
        </p:spPr>
      </p:pic>
      <p:sp>
        <p:nvSpPr>
          <p:cNvPr id="9" name="フッター プレースホルダー 4">
            <a:extLst>
              <a:ext uri="{FF2B5EF4-FFF2-40B4-BE49-F238E27FC236}">
                <a16:creationId xmlns:a16="http://schemas.microsoft.com/office/drawing/2014/main" id="{BBFC6E56-6F9E-4EB5-93D5-B6A41EF330A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p>
        </p:txBody>
      </p:sp>
    </p:spTree>
    <p:extLst>
      <p:ext uri="{BB962C8B-B14F-4D97-AF65-F5344CB8AC3E}">
        <p14:creationId xmlns:p14="http://schemas.microsoft.com/office/powerpoint/2010/main" val="4134717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noAutofit/>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714094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64116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212422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noAutofit/>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451555653"/>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6_タイトル、見出し、コード">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a:solidFill>
            <a:schemeClr val="bg1"/>
          </a:solidFill>
        </p:spPr>
        <p:txBody>
          <a:bodyPr>
            <a:noAutofit/>
          </a:bodyPr>
          <a:lstStyle>
            <a:lvl1pPr>
              <a:defRPr sz="1400" baseline="0">
                <a:latin typeface="MyricaM M" panose="020B0509020203020207" pitchFamily="49" charset="-128"/>
                <a:ea typeface="BIZ UDゴシック" panose="020B0400000000000000" pitchFamily="49" charset="-128"/>
              </a:defRPr>
            </a:lvl1pPr>
            <a:lvl2pPr>
              <a:defRPr sz="1400" baseline="0">
                <a:latin typeface="MyricaM M" panose="020B0509020203020207" pitchFamily="49" charset="-128"/>
                <a:ea typeface="BIZ UDゴシック" panose="020B0400000000000000" pitchFamily="49" charset="-128"/>
              </a:defRPr>
            </a:lvl2pPr>
            <a:lvl3pPr>
              <a:defRPr sz="1400" baseline="0">
                <a:latin typeface="MyricaM M" panose="020B0509020203020207" pitchFamily="49" charset="-128"/>
                <a:ea typeface="BIZ UDゴシック" panose="020B0400000000000000" pitchFamily="49" charset="-128"/>
              </a:defRPr>
            </a:lvl3pPr>
            <a:lvl4pPr>
              <a:defRPr sz="1400" baseline="0">
                <a:latin typeface="MyricaM M" panose="020B0509020203020207" pitchFamily="49" charset="-128"/>
                <a:ea typeface="BIZ UDゴシック" panose="020B0400000000000000" pitchFamily="49" charset="-128"/>
              </a:defRPr>
            </a:lvl4pPr>
            <a:lvl5pPr>
              <a:defRPr sz="1400" baseline="0">
                <a:latin typeface="MyricaM M" panose="020B0509020203020207" pitchFamily="49" charset="-128"/>
                <a:ea typeface="BIZ UDゴシック" panose="020B0400000000000000" pitchFamily="49"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57660531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7_学習のポイント付き本文">
    <p:spTree>
      <p:nvGrpSpPr>
        <p:cNvPr id="1" name=""/>
        <p:cNvGrpSpPr/>
        <p:nvPr/>
      </p:nvGrpSpPr>
      <p:grpSpPr>
        <a:xfrm>
          <a:off x="0" y="0"/>
          <a:ext cx="0" cy="0"/>
          <a:chOff x="0" y="0"/>
          <a:chExt cx="0" cy="0"/>
        </a:xfrm>
      </p:grpSpPr>
      <p:sp>
        <p:nvSpPr>
          <p:cNvPr id="12" name="Google Shape;29;p6">
            <a:extLst>
              <a:ext uri="{FF2B5EF4-FFF2-40B4-BE49-F238E27FC236}">
                <a16:creationId xmlns:a16="http://schemas.microsoft.com/office/drawing/2014/main" id="{72035EF0-464F-433E-8728-9DD54C9F7E85}"/>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2295035"/>
            <a:ext cx="8216900" cy="2489053"/>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テキスト プレースホルダー 4">
            <a:extLst>
              <a:ext uri="{FF2B5EF4-FFF2-40B4-BE49-F238E27FC236}">
                <a16:creationId xmlns:a16="http://schemas.microsoft.com/office/drawing/2014/main" id="{FC8E89EF-C81C-40F7-8F70-59B820485326}"/>
              </a:ext>
            </a:extLst>
          </p:cNvPr>
          <p:cNvSpPr>
            <a:spLocks noGrp="1"/>
          </p:cNvSpPr>
          <p:nvPr>
            <p:ph type="body" sz="quarter" idx="15"/>
          </p:nvPr>
        </p:nvSpPr>
        <p:spPr>
          <a:xfrm>
            <a:off x="463549" y="1023814"/>
            <a:ext cx="7177471" cy="1142410"/>
          </a:xfrm>
          <a:prstGeom prst="roundRect">
            <a:avLst>
              <a:gd name="adj" fmla="val 9044"/>
            </a:avLst>
          </a:prstGeom>
          <a:ln>
            <a:solidFill>
              <a:schemeClr val="tx2"/>
            </a:solidFill>
          </a:ln>
        </p:spPr>
        <p:txBody>
          <a:bodyPr tIns="252000"/>
          <a:lstStyle>
            <a:lvl1pPr marL="388800" indent="-284400">
              <a:buSzPct val="169000"/>
              <a:defRPr b="1"/>
            </a:lvl1pPr>
            <a:lvl2pPr marL="748800" indent="-284400">
              <a:buSzPct val="169000"/>
              <a:defRPr b="1"/>
            </a:lvl2pPr>
            <a:lvl3pPr marL="1108800" indent="-284400">
              <a:buSzPct val="169000"/>
              <a:defRPr b="1"/>
            </a:lvl3pPr>
            <a:lvl4pPr marL="1468800" indent="-284400">
              <a:buSzPct val="169000"/>
              <a:defRPr b="1"/>
            </a:lvl4pPr>
            <a:lvl5pPr marL="1828800" indent="-284400">
              <a:buSzPct val="169000"/>
              <a:defRPr b="1"/>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29" name="テキスト プレースホルダー 28">
            <a:extLst>
              <a:ext uri="{FF2B5EF4-FFF2-40B4-BE49-F238E27FC236}">
                <a16:creationId xmlns:a16="http://schemas.microsoft.com/office/drawing/2014/main" id="{F1010722-FF6A-41D2-851B-EC3F0B7BDEA0}"/>
              </a:ext>
            </a:extLst>
          </p:cNvPr>
          <p:cNvSpPr>
            <a:spLocks noGrp="1"/>
          </p:cNvSpPr>
          <p:nvPr>
            <p:ph type="body" sz="quarter" idx="16" hasCustomPrompt="1"/>
          </p:nvPr>
        </p:nvSpPr>
        <p:spPr>
          <a:xfrm>
            <a:off x="848575" y="898771"/>
            <a:ext cx="1095840" cy="265721"/>
          </a:xfrm>
          <a:blipFill dpi="0" rotWithShape="1">
            <a:blip r:embed="rId2">
              <a:extLst>
                <a:ext uri="{28A0092B-C50C-407E-A947-70E740481C1C}">
                  <a14:useLocalDpi xmlns:a14="http://schemas.microsoft.com/office/drawing/2010/main" val="0"/>
                </a:ext>
              </a:extLst>
            </a:blip>
            <a:srcRect/>
            <a:stretch>
              <a:fillRect/>
            </a:stretch>
          </a:blipFill>
        </p:spPr>
        <p:txBody>
          <a:bodyPr wrap="none" lIns="72000" tIns="46800"/>
          <a:lstStyle>
            <a:lvl1pPr algn="ctr">
              <a:buNone/>
              <a:defRPr sz="800" b="0" cap="none" spc="0">
                <a:ln w="0"/>
                <a:solidFill>
                  <a:schemeClr val="tx2"/>
                </a:solidFill>
                <a:effectLst/>
                <a:latin typeface="Gill Sans Ultra Bold" panose="020B0A02020104020203" pitchFamily="34" charset="0"/>
              </a:defRPr>
            </a:lvl1pPr>
          </a:lstStyle>
          <a:p>
            <a:pPr lvl="0"/>
            <a:r>
              <a:rPr kumimoji="1" lang="en-US" altLang="ja-JP" dirty="0"/>
              <a:t>-</a:t>
            </a:r>
            <a:endParaRPr kumimoji="1" lang="ja-JP" altLang="en-US" dirty="0"/>
          </a:p>
        </p:txBody>
      </p:sp>
    </p:spTree>
    <p:extLst>
      <p:ext uri="{BB962C8B-B14F-4D97-AF65-F5344CB8AC3E}">
        <p14:creationId xmlns:p14="http://schemas.microsoft.com/office/powerpoint/2010/main" val="70762609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964324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460450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05251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dirty="0"/>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944432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3550" y="119734"/>
            <a:ext cx="8216900" cy="541192"/>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462876" y="859490"/>
            <a:ext cx="8216900" cy="3924597"/>
          </a:xfrm>
          <a:prstGeom prst="rect">
            <a:avLst/>
          </a:prstGeom>
        </p:spPr>
        <p:txBody>
          <a:bodyPr vert="horz" lIns="91440" tIns="45720" rIns="91440" bIns="4572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Footer Placeholder 4"/>
          <p:cNvSpPr>
            <a:spLocks noGrp="1"/>
          </p:cNvSpPr>
          <p:nvPr>
            <p:ph type="ftr" sz="quarter" idx="3"/>
          </p:nvPr>
        </p:nvSpPr>
        <p:spPr>
          <a:xfrm>
            <a:off x="3028950" y="4866125"/>
            <a:ext cx="3086100" cy="254493"/>
          </a:xfrm>
          <a:prstGeom prst="rect">
            <a:avLst/>
          </a:prstGeom>
        </p:spPr>
        <p:txBody>
          <a:bodyPr vert="horz" lIns="91440" tIns="45720" rIns="91440" bIns="45720" rtlCol="0" anchor="ctr"/>
          <a:lstStyle>
            <a:lvl1pPr algn="ct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6" name="Slide Number Placeholder 5"/>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Tree>
    <p:extLst>
      <p:ext uri="{BB962C8B-B14F-4D97-AF65-F5344CB8AC3E}">
        <p14:creationId xmlns:p14="http://schemas.microsoft.com/office/powerpoint/2010/main" val="264449744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60" r:id="rId8"/>
    <p:sldLayoutId id="2147483661" r:id="rId9"/>
    <p:sldLayoutId id="2147483663" r:id="rId10"/>
    <p:sldLayoutId id="2147483662" r:id="rId11"/>
  </p:sldLayoutIdLst>
  <p:transition>
    <p:fade thruBlk="1"/>
  </p:transition>
  <p:hf hdr="0" dt="0"/>
  <p:txStyles>
    <p:titleStyle>
      <a:lvl1pPr algn="l" defTabSz="685800" rtl="0" eaLnBrk="1" latinLnBrk="0" hangingPunct="1">
        <a:lnSpc>
          <a:spcPct val="90000"/>
        </a:lnSpc>
        <a:spcBef>
          <a:spcPct val="0"/>
        </a:spcBef>
        <a:buNone/>
        <a:defRPr kumimoji="1" sz="2400" b="1" kern="1200" baseline="0">
          <a:solidFill>
            <a:schemeClr val="tx1"/>
          </a:solidFill>
          <a:latin typeface="+mj-lt"/>
          <a:ea typeface="+mj-ea"/>
          <a:cs typeface="+mj-cs"/>
        </a:defRPr>
      </a:lvl1pPr>
    </p:titleStyle>
    <p:body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13309E-1E83-61D3-9195-1FC38B2D9D39}"/>
            </a:ext>
          </a:extLst>
        </p:cNvPr>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5524438-F2E8-8E7D-4E3C-460CF03ABED5}"/>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MyricaM M"/>
                <a:ea typeface="BIZ UDゴシック"/>
                <a:cs typeface="+mn-cs"/>
              </a:rPr>
              <a:t>copyright ©ITCollege All Rights Reserved</a:t>
            </a:r>
            <a:endParaRPr kumimoji="1" lang="ja-JP" altLang="en-US" sz="1000" b="0" i="0" u="none" strike="noStrike" kern="1200" cap="none" spc="0" normalizeH="0" baseline="0" noProof="0">
              <a:ln>
                <a:noFill/>
              </a:ln>
              <a:solidFill>
                <a:prstClr val="black"/>
              </a:solidFill>
              <a:effectLst/>
              <a:uLnTx/>
              <a:uFillTx/>
              <a:latin typeface="MyricaM M"/>
              <a:ea typeface="BIZ UDゴシック"/>
              <a:cs typeface="+mn-cs"/>
            </a:endParaRPr>
          </a:p>
        </p:txBody>
      </p:sp>
      <p:sp>
        <p:nvSpPr>
          <p:cNvPr id="6" name="タイトル 5">
            <a:extLst>
              <a:ext uri="{FF2B5EF4-FFF2-40B4-BE49-F238E27FC236}">
                <a16:creationId xmlns:a16="http://schemas.microsoft.com/office/drawing/2014/main" id="{A0C36208-17CA-62F4-2B27-D9BF222078AE}"/>
              </a:ext>
            </a:extLst>
          </p:cNvPr>
          <p:cNvSpPr>
            <a:spLocks noGrp="1"/>
          </p:cNvSpPr>
          <p:nvPr>
            <p:ph type="ctrTitle"/>
          </p:nvPr>
        </p:nvSpPr>
        <p:spPr/>
        <p:txBody>
          <a:bodyPr/>
          <a:lstStyle/>
          <a:p>
            <a:r>
              <a:rPr lang="ja-JP" altLang="en-US" dirty="0"/>
              <a:t>改訂履歴</a:t>
            </a:r>
          </a:p>
        </p:txBody>
      </p:sp>
      <p:sp>
        <p:nvSpPr>
          <p:cNvPr id="3" name="スライド番号プレースホルダー 2">
            <a:extLst>
              <a:ext uri="{FF2B5EF4-FFF2-40B4-BE49-F238E27FC236}">
                <a16:creationId xmlns:a16="http://schemas.microsoft.com/office/drawing/2014/main" id="{24D226EF-CD34-9907-6261-58249F153993}"/>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C4605C-D4BC-457C-A820-CB9DC8935472}" type="slidenum">
              <a:rPr kumimoji="1" lang="ja-JP" altLang="en-US" sz="1200" b="0" i="0" u="none" strike="noStrike" kern="1200" cap="none" spc="0" normalizeH="0" baseline="0" noProof="0" smtClean="0">
                <a:ln>
                  <a:noFill/>
                </a:ln>
                <a:solidFill>
                  <a:prstClr val="black"/>
                </a:solidFill>
                <a:effectLst/>
                <a:uLnTx/>
                <a:uFillTx/>
                <a:latin typeface="MyricaM M"/>
                <a:ea typeface="BIZ UDゴシック"/>
                <a:cs typeface="+mn-cs"/>
              </a:rPr>
              <a:pPr marL="0" marR="0" lvl="0" indent="0" algn="r" defTabSz="457200" rtl="0" eaLnBrk="1" fontAlgn="auto" latinLnBrk="0" hangingPunct="1">
                <a:lnSpc>
                  <a:spcPct val="100000"/>
                </a:lnSpc>
                <a:spcBef>
                  <a:spcPts val="0"/>
                </a:spcBef>
                <a:spcAft>
                  <a:spcPts val="0"/>
                </a:spcAft>
                <a:buClrTx/>
                <a:buSzTx/>
                <a:buFontTx/>
                <a:buNone/>
                <a:tabLst/>
                <a:defRPr/>
              </a:pPr>
              <a:t>0</a:t>
            </a:fld>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p:txBody>
      </p:sp>
      <p:graphicFrame>
        <p:nvGraphicFramePr>
          <p:cNvPr id="17" name="表 16">
            <a:extLst>
              <a:ext uri="{FF2B5EF4-FFF2-40B4-BE49-F238E27FC236}">
                <a16:creationId xmlns:a16="http://schemas.microsoft.com/office/drawing/2014/main" id="{DE01C969-FD9C-BD07-E7D3-1588174D5D94}"/>
              </a:ext>
            </a:extLst>
          </p:cNvPr>
          <p:cNvGraphicFramePr>
            <a:graphicFrameLocks noGrp="1"/>
          </p:cNvGraphicFramePr>
          <p:nvPr/>
        </p:nvGraphicFramePr>
        <p:xfrm>
          <a:off x="463550" y="992754"/>
          <a:ext cx="8143556" cy="3721859"/>
        </p:xfrm>
        <a:graphic>
          <a:graphicData uri="http://schemas.openxmlformats.org/drawingml/2006/table">
            <a:tbl>
              <a:tblPr firstRow="1" bandRow="1">
                <a:tableStyleId>{CDAC1B92-06B8-4DD9-B31C-A81573C5778B}</a:tableStyleId>
              </a:tblPr>
              <a:tblGrid>
                <a:gridCol w="1231026">
                  <a:extLst>
                    <a:ext uri="{9D8B030D-6E8A-4147-A177-3AD203B41FA5}">
                      <a16:colId xmlns:a16="http://schemas.microsoft.com/office/drawing/2014/main" val="3251459634"/>
                    </a:ext>
                  </a:extLst>
                </a:gridCol>
                <a:gridCol w="1442907">
                  <a:extLst>
                    <a:ext uri="{9D8B030D-6E8A-4147-A177-3AD203B41FA5}">
                      <a16:colId xmlns:a16="http://schemas.microsoft.com/office/drawing/2014/main" val="2128131194"/>
                    </a:ext>
                  </a:extLst>
                </a:gridCol>
                <a:gridCol w="1459684">
                  <a:extLst>
                    <a:ext uri="{9D8B030D-6E8A-4147-A177-3AD203B41FA5}">
                      <a16:colId xmlns:a16="http://schemas.microsoft.com/office/drawing/2014/main" val="3450983996"/>
                    </a:ext>
                  </a:extLst>
                </a:gridCol>
                <a:gridCol w="3229761">
                  <a:extLst>
                    <a:ext uri="{9D8B030D-6E8A-4147-A177-3AD203B41FA5}">
                      <a16:colId xmlns:a16="http://schemas.microsoft.com/office/drawing/2014/main" val="1822196195"/>
                    </a:ext>
                  </a:extLst>
                </a:gridCol>
                <a:gridCol w="780178">
                  <a:extLst>
                    <a:ext uri="{9D8B030D-6E8A-4147-A177-3AD203B41FA5}">
                      <a16:colId xmlns:a16="http://schemas.microsoft.com/office/drawing/2014/main" val="2042661203"/>
                    </a:ext>
                  </a:extLst>
                </a:gridCol>
              </a:tblGrid>
              <a:tr h="341369">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発行日</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修正者</a:t>
                      </a: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確認者</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改訂箇所</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改訂内容</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rPr>
                        <a:t>PDF</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化</a:t>
                      </a:r>
                      <a:endPar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lumMod val="85000"/>
                      </a:schemeClr>
                    </a:solidFill>
                  </a:tcPr>
                </a:tc>
                <a:extLst>
                  <a:ext uri="{0D108BD9-81ED-4DB2-BD59-A6C34878D82A}">
                    <a16:rowId xmlns:a16="http://schemas.microsoft.com/office/drawing/2014/main" val="3064794747"/>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例：</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2024/1/1</a:t>
                      </a: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山田</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田中</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P4</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 </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MAC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アドレス</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誤：</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a:ln>
                          <a:noFill/>
                        </a:ln>
                        <a:solidFill>
                          <a:prstClr val="black"/>
                        </a:solidFill>
                        <a:effectLst/>
                        <a:uLnTx/>
                        <a:uFillTx/>
                        <a:latin typeface="MyricaM M"/>
                        <a:ea typeface="BIZ UDゴシック"/>
                        <a:cs typeface="+mn-cs"/>
                      </a:endParaRPr>
                    </a:p>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a:ln>
                            <a:noFill/>
                          </a:ln>
                          <a:solidFill>
                            <a:prstClr val="black"/>
                          </a:solidFill>
                          <a:effectLst/>
                          <a:uLnTx/>
                          <a:uFillTx/>
                          <a:latin typeface="MyricaM M"/>
                          <a:ea typeface="BIZ UDゴシック"/>
                          <a:cs typeface="+mn-cs"/>
                        </a:rPr>
                        <a:t>正</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a:t>
                      </a:r>
                      <a:r>
                        <a:rPr kumimoji="1" lang="en-US" altLang="ja-JP" sz="1200" b="0" i="0" u="none" strike="noStrike" kern="1200" cap="none" spc="0" normalizeH="0" baseline="0" noProof="0" dirty="0">
                          <a:ln>
                            <a:noFill/>
                          </a:ln>
                          <a:solidFill>
                            <a:srgbClr val="FF0000"/>
                          </a:solidFill>
                          <a:effectLst/>
                          <a:uLnTx/>
                          <a:uFillTx/>
                          <a:latin typeface="MyricaM M"/>
                          <a:ea typeface="BIZ UDゴシック"/>
                          <a:cs typeface="+mn-cs"/>
                        </a:rPr>
                        <a:t>A</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済</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60224204"/>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22983751"/>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10990003"/>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73708898"/>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888540859"/>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3633470471"/>
                  </a:ext>
                </a:extLst>
              </a:tr>
            </a:tbl>
          </a:graphicData>
        </a:graphic>
      </p:graphicFrame>
    </p:spTree>
    <p:extLst>
      <p:ext uri="{BB962C8B-B14F-4D97-AF65-F5344CB8AC3E}">
        <p14:creationId xmlns:p14="http://schemas.microsoft.com/office/powerpoint/2010/main" val="2824827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1"/>
          <p:cNvSpPr txBox="1">
            <a:spLocks noGrp="1"/>
          </p:cNvSpPr>
          <p:nvPr>
            <p:ph type="ctrTitle"/>
          </p:nvPr>
        </p:nvSpPr>
        <p:spPr>
          <a:xfrm>
            <a:off x="546012" y="456607"/>
            <a:ext cx="5041200" cy="3150600"/>
          </a:xfrm>
        </p:spPr>
        <p:txBody>
          <a:bodyPr/>
          <a:lstStyle/>
          <a:p>
            <a:r>
              <a:rPr lang="ja-JP" altLang="en-US" dirty="0"/>
              <a:t>高度な継承</a:t>
            </a:r>
          </a:p>
        </p:txBody>
      </p:sp>
      <p:sp>
        <p:nvSpPr>
          <p:cNvPr id="3" name="フッター プレースホルダー 2">
            <a:extLst>
              <a:ext uri="{FF2B5EF4-FFF2-40B4-BE49-F238E27FC236}">
                <a16:creationId xmlns:a16="http://schemas.microsoft.com/office/drawing/2014/main" id="{1AF37D55-893C-40DE-8876-567A09F9C298}"/>
              </a:ext>
            </a:extLst>
          </p:cNvPr>
          <p:cNvSpPr>
            <a:spLocks noGrp="1"/>
          </p:cNvSpPr>
          <p:nvPr>
            <p:ph type="ftr" sz="quarter" idx="11"/>
          </p:nvPr>
        </p:nvSpPr>
        <p:spPr>
          <a:xfrm>
            <a:off x="3028950" y="4866125"/>
            <a:ext cx="3086100" cy="254493"/>
          </a:xfrm>
        </p:spPr>
        <p:txBody>
          <a:bodyPr/>
          <a:lstStyle/>
          <a:p>
            <a:r>
              <a:rPr lang="en-US" altLang="ja-JP" dirty="0"/>
              <a:t>copyright ©ITCollege All Rights Reserved</a:t>
            </a:r>
            <a:endParaRPr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F3941853-6FD3-4122-A071-E1BCBCDF59D4}"/>
              </a:ext>
            </a:extLst>
          </p:cNvPr>
          <p:cNvSpPr>
            <a:spLocks noGrp="1"/>
          </p:cNvSpPr>
          <p:nvPr>
            <p:ph type="body" idx="1"/>
          </p:nvPr>
        </p:nvSpPr>
        <p:spPr/>
        <p:txBody>
          <a:bodyPr/>
          <a:lstStyle/>
          <a:p>
            <a:r>
              <a:rPr kumimoji="1" lang="ja-JP" altLang="en-US" dirty="0"/>
              <a:t>このテキストを終えると・・・</a:t>
            </a:r>
          </a:p>
        </p:txBody>
      </p:sp>
      <p:sp>
        <p:nvSpPr>
          <p:cNvPr id="6" name="タイトル 5">
            <a:extLst>
              <a:ext uri="{FF2B5EF4-FFF2-40B4-BE49-F238E27FC236}">
                <a16:creationId xmlns:a16="http://schemas.microsoft.com/office/drawing/2014/main" id="{296F413B-E489-4470-92CF-59B185034A28}"/>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ゴール</a:t>
            </a:r>
            <a:endParaRPr lang="ja-JP" altLang="en-US" dirty="0"/>
          </a:p>
        </p:txBody>
      </p:sp>
      <p:sp>
        <p:nvSpPr>
          <p:cNvPr id="2" name="フッター プレースホルダー 1">
            <a:extLst>
              <a:ext uri="{FF2B5EF4-FFF2-40B4-BE49-F238E27FC236}">
                <a16:creationId xmlns:a16="http://schemas.microsoft.com/office/drawing/2014/main" id="{40FB9845-3211-4E75-B8F8-E4AD28A089F9}"/>
              </a:ext>
            </a:extLst>
          </p:cNvPr>
          <p:cNvSpPr>
            <a:spLocks noGrp="1"/>
          </p:cNvSpPr>
          <p:nvPr>
            <p:ph type="ftr" sz="quarter" idx="11"/>
          </p:nvPr>
        </p:nvSpPr>
        <p:spPr/>
        <p:txBody>
          <a:bodyPr/>
          <a:lstStyle/>
          <a:p>
            <a:r>
              <a:rPr kumimoji="1" lang="en-US" altLang="ja-JP" dirty="0"/>
              <a:t>copyright ©ITCollege All Rights Reserved</a:t>
            </a:r>
            <a:endParaRPr kumimoji="1" lang="ja-JP" altLang="en-US" sz="1000" dirty="0"/>
          </a:p>
        </p:txBody>
      </p:sp>
      <p:sp>
        <p:nvSpPr>
          <p:cNvPr id="4" name="スライド番号プレースホルダー 3">
            <a:extLst>
              <a:ext uri="{FF2B5EF4-FFF2-40B4-BE49-F238E27FC236}">
                <a16:creationId xmlns:a16="http://schemas.microsoft.com/office/drawing/2014/main" id="{334718C7-3237-4F5B-8C4E-46AD01EC8B16}"/>
              </a:ext>
            </a:extLst>
          </p:cNvPr>
          <p:cNvSpPr>
            <a:spLocks noGrp="1"/>
          </p:cNvSpPr>
          <p:nvPr>
            <p:ph type="sldNum" sz="quarter" idx="12"/>
          </p:nvPr>
        </p:nvSpPr>
        <p:spPr/>
        <p:txBody>
          <a:bodyPr/>
          <a:lstStyle/>
          <a:p>
            <a:fld id="{00000000-1234-1234-1234-123412341234}" type="slidenum">
              <a:rPr lang="en" smtClean="0"/>
              <a:pPr/>
              <a:t>2</a:t>
            </a:fld>
            <a:endParaRPr lang="en" dirty="0"/>
          </a:p>
        </p:txBody>
      </p:sp>
      <p:sp>
        <p:nvSpPr>
          <p:cNvPr id="9" name="テキスト プレースホルダー 8">
            <a:extLst>
              <a:ext uri="{FF2B5EF4-FFF2-40B4-BE49-F238E27FC236}">
                <a16:creationId xmlns:a16="http://schemas.microsoft.com/office/drawing/2014/main" id="{A4832727-EA7F-44D6-A9F2-E4AE0246960A}"/>
              </a:ext>
            </a:extLst>
          </p:cNvPr>
          <p:cNvSpPr>
            <a:spLocks noGrp="1"/>
          </p:cNvSpPr>
          <p:nvPr>
            <p:ph type="body" sz="quarter" idx="14"/>
          </p:nvPr>
        </p:nvSpPr>
        <p:spPr/>
        <p:txBody>
          <a:bodyPr vert="horz" lIns="91440" tIns="45720" rIns="91440" bIns="45720" rtlCol="0" anchor="t">
            <a:normAutofit/>
          </a:bodyPr>
          <a:lstStyle/>
          <a:p>
            <a:pPr marL="444500" indent="-342900">
              <a:buFont typeface="+mj-lt"/>
              <a:buAutoNum type="arabicPeriod"/>
            </a:pPr>
            <a:r>
              <a:rPr lang="ja-JP" altLang="en-US" dirty="0"/>
              <a:t>高度な継承とは何かについての理解</a:t>
            </a:r>
            <a:endParaRPr lang="en-US" altLang="ja-JP" dirty="0"/>
          </a:p>
          <a:p>
            <a:pPr marL="444500" indent="-342900">
              <a:buFont typeface="+mj-lt"/>
              <a:buAutoNum type="arabicPeriod"/>
            </a:pPr>
            <a:r>
              <a:rPr lang="ja-JP" altLang="en-US" dirty="0"/>
              <a:t>抽象クラスの利用と理解</a:t>
            </a:r>
            <a:endParaRPr lang="en-US" altLang="ja-JP" dirty="0"/>
          </a:p>
          <a:p>
            <a:pPr marL="444500" indent="-342900">
              <a:buFont typeface="+mj-lt"/>
              <a:buAutoNum type="arabicPeriod"/>
            </a:pPr>
            <a:r>
              <a:rPr lang="ja-JP" altLang="en-US" dirty="0"/>
              <a:t>インタフェースの利用と理解</a:t>
            </a:r>
            <a:endParaRPr lang="en-US" altLang="ja-JP" dirty="0"/>
          </a:p>
          <a:p>
            <a:pPr marL="444500" indent="-342900">
              <a:buFont typeface="+mj-lt"/>
              <a:buAutoNum type="arabicPeriod"/>
            </a:pPr>
            <a:endParaRPr kumimoji="1" lang="en-US" altLang="ja-JP" dirty="0"/>
          </a:p>
          <a:p>
            <a:pPr marL="444500" indent="-342900">
              <a:buFont typeface="+mj-lt"/>
              <a:buAutoNum type="arabicPeriod"/>
            </a:pPr>
            <a:endParaRPr kumimoji="1" lang="en-US" altLang="ja-JP" dirty="0"/>
          </a:p>
          <a:p>
            <a:pPr marL="96838" indent="0">
              <a:buNone/>
            </a:pPr>
            <a:r>
              <a:rPr lang="ja-JP" altLang="en-US" dirty="0"/>
              <a:t>ができるようになります。</a:t>
            </a:r>
            <a:endParaRPr lang="en-US" altLang="ja-JP" dirty="0">
              <a:solidFill>
                <a:schemeClr val="tx2"/>
              </a:solidFill>
            </a:endParaRPr>
          </a:p>
          <a:p>
            <a:pPr marL="96838" indent="0">
              <a:buNone/>
            </a:pPr>
            <a:endParaRPr kumimoji="1" lang="ja-JP" altLang="en-US" dirty="0"/>
          </a:p>
          <a:p>
            <a:pPr marL="439738" indent="-342900">
              <a:buFont typeface="+mj-lt"/>
              <a:buAutoNum type="arabicPeriod"/>
            </a:pPr>
            <a:endParaRPr lang="ja-JP" altLang="en-US" dirty="0"/>
          </a:p>
        </p:txBody>
      </p:sp>
    </p:spTree>
    <p:extLst>
      <p:ext uri="{BB962C8B-B14F-4D97-AF65-F5344CB8AC3E}">
        <p14:creationId xmlns:p14="http://schemas.microsoft.com/office/powerpoint/2010/main" val="1668843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F991990-0DC6-4730-83E5-36F909A6129F}"/>
              </a:ext>
            </a:extLst>
          </p:cNvPr>
          <p:cNvSpPr>
            <a:spLocks noGrp="1"/>
          </p:cNvSpPr>
          <p:nvPr>
            <p:ph type="body" idx="1"/>
          </p:nvPr>
        </p:nvSpPr>
        <p:spPr/>
        <p:txBody>
          <a:bodyPr/>
          <a:lstStyle/>
          <a:p>
            <a:r>
              <a:rPr kumimoji="1" lang="ja-JP" altLang="en-US" dirty="0"/>
              <a:t>このテキストでは</a:t>
            </a:r>
          </a:p>
          <a:p>
            <a:endParaRPr kumimoji="1" lang="ja-JP" altLang="en-US" dirty="0"/>
          </a:p>
        </p:txBody>
      </p:sp>
      <p:sp>
        <p:nvSpPr>
          <p:cNvPr id="3" name="タイトル 2">
            <a:extLst>
              <a:ext uri="{FF2B5EF4-FFF2-40B4-BE49-F238E27FC236}">
                <a16:creationId xmlns:a16="http://schemas.microsoft.com/office/drawing/2014/main" id="{AA9BFD7B-04B5-49CD-8E91-4AC76C8C681F}"/>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流れ</a:t>
            </a:r>
            <a:endParaRPr kumimoji="1" lang="ja-JP" altLang="en-US" dirty="0"/>
          </a:p>
        </p:txBody>
      </p:sp>
      <p:sp>
        <p:nvSpPr>
          <p:cNvPr id="4" name="フッター プレースホルダー 3">
            <a:extLst>
              <a:ext uri="{FF2B5EF4-FFF2-40B4-BE49-F238E27FC236}">
                <a16:creationId xmlns:a16="http://schemas.microsoft.com/office/drawing/2014/main" id="{CA8524E1-6DFF-4647-8FD1-738AA4991EDC}"/>
              </a:ext>
            </a:extLst>
          </p:cNvPr>
          <p:cNvSpPr>
            <a:spLocks noGrp="1"/>
          </p:cNvSpPr>
          <p:nvPr>
            <p:ph type="ftr" sz="quarter" idx="11"/>
          </p:nvPr>
        </p:nvSpPr>
        <p:spPr/>
        <p:txBody>
          <a:bodyPr/>
          <a:lstStyle/>
          <a:p>
            <a:r>
              <a:rPr kumimoji="1" lang="en-US" altLang="ja-JP" dirty="0"/>
              <a:t>copyright ©ITCollege All Rights Reserved</a:t>
            </a:r>
            <a:endParaRPr kumimoji="1" lang="ja-JP" altLang="en-US" dirty="0"/>
          </a:p>
        </p:txBody>
      </p:sp>
      <p:sp>
        <p:nvSpPr>
          <p:cNvPr id="5" name="スライド番号プレースホルダー 4">
            <a:extLst>
              <a:ext uri="{FF2B5EF4-FFF2-40B4-BE49-F238E27FC236}">
                <a16:creationId xmlns:a16="http://schemas.microsoft.com/office/drawing/2014/main" id="{6FFB24F3-38DB-45A5-BA62-DD27EF2E4AA2}"/>
              </a:ext>
            </a:extLst>
          </p:cNvPr>
          <p:cNvSpPr>
            <a:spLocks noGrp="1"/>
          </p:cNvSpPr>
          <p:nvPr>
            <p:ph type="sldNum" sz="quarter" idx="12"/>
          </p:nvPr>
        </p:nvSpPr>
        <p:spPr/>
        <p:txBody>
          <a:bodyPr/>
          <a:lstStyle/>
          <a:p>
            <a:fld id="{00000000-1234-1234-1234-123412341234}" type="slidenum">
              <a:rPr lang="en" smtClean="0"/>
              <a:pPr/>
              <a:t>3</a:t>
            </a:fld>
            <a:endParaRPr lang="en" dirty="0"/>
          </a:p>
        </p:txBody>
      </p:sp>
      <p:sp>
        <p:nvSpPr>
          <p:cNvPr id="6" name="テキスト プレースホルダー 5">
            <a:extLst>
              <a:ext uri="{FF2B5EF4-FFF2-40B4-BE49-F238E27FC236}">
                <a16:creationId xmlns:a16="http://schemas.microsoft.com/office/drawing/2014/main" id="{D0F3BEAC-A5EA-4EE4-95C7-0AEC1107FD29}"/>
              </a:ext>
            </a:extLst>
          </p:cNvPr>
          <p:cNvSpPr>
            <a:spLocks noGrp="1"/>
          </p:cNvSpPr>
          <p:nvPr>
            <p:ph type="body" sz="quarter" idx="14"/>
          </p:nvPr>
        </p:nvSpPr>
        <p:spPr/>
        <p:txBody>
          <a:bodyPr/>
          <a:lstStyle/>
          <a:p>
            <a:pPr marL="444500" indent="-342900">
              <a:buFont typeface="+mj-lt"/>
              <a:buAutoNum type="arabicPeriod"/>
            </a:pPr>
            <a:r>
              <a:rPr lang="ja-JP" altLang="en-US" dirty="0"/>
              <a:t>高度な継承とは</a:t>
            </a:r>
            <a:endParaRPr lang="en-US" altLang="ja-JP" dirty="0"/>
          </a:p>
          <a:p>
            <a:pPr marL="444500" indent="-342900">
              <a:buFont typeface="+mj-lt"/>
              <a:buAutoNum type="arabicPeriod"/>
            </a:pPr>
            <a:r>
              <a:rPr kumimoji="1" lang="ja-JP" altLang="en-US"/>
              <a:t>継承を利用した開発手法</a:t>
            </a:r>
            <a:endParaRPr lang="en-US" altLang="ja-JP" dirty="0"/>
          </a:p>
          <a:p>
            <a:pPr marL="444500" indent="-342900">
              <a:buFont typeface="+mj-lt"/>
              <a:buAutoNum type="arabicPeriod"/>
            </a:pPr>
            <a:r>
              <a:rPr lang="ja-JP" altLang="en-US" dirty="0"/>
              <a:t>抽象クラス</a:t>
            </a:r>
            <a:endParaRPr lang="en-US" altLang="ja-JP" dirty="0"/>
          </a:p>
          <a:p>
            <a:pPr marL="444500" indent="-342900">
              <a:buFont typeface="+mj-lt"/>
              <a:buAutoNum type="arabicPeriod"/>
            </a:pPr>
            <a:r>
              <a:rPr lang="ja-JP" altLang="en-US" dirty="0"/>
              <a:t>インタフェース</a:t>
            </a:r>
          </a:p>
          <a:p>
            <a:pPr marL="96838" indent="0">
              <a:buNone/>
            </a:pPr>
            <a:endParaRPr kumimoji="1" lang="en-US" altLang="ja-JP" dirty="0"/>
          </a:p>
          <a:p>
            <a:pPr marL="96838" indent="0">
              <a:buNone/>
            </a:pPr>
            <a:endParaRPr kumimoji="1" lang="en-US" altLang="ja-JP" dirty="0"/>
          </a:p>
          <a:p>
            <a:pPr marL="96838" indent="0">
              <a:buNone/>
            </a:pPr>
            <a:r>
              <a:rPr lang="ja-JP" altLang="en-US" dirty="0"/>
              <a:t>の順に進めていきます。</a:t>
            </a:r>
            <a:endParaRPr kumimoji="1" lang="en-US" altLang="ja-JP" dirty="0">
              <a:solidFill>
                <a:schemeClr val="tx2"/>
              </a:solidFill>
            </a:endParaRPr>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267129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2F43DD3-0418-42E8-9D03-3B480F205508}"/>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1C79983C-D8FC-4693-8551-08AD543141F3}"/>
              </a:ext>
            </a:extLst>
          </p:cNvPr>
          <p:cNvSpPr>
            <a:spLocks noGrp="1"/>
          </p:cNvSpPr>
          <p:nvPr>
            <p:ph type="ctrTitle"/>
          </p:nvPr>
        </p:nvSpPr>
        <p:spPr/>
        <p:txBody>
          <a:bodyPr/>
          <a:lstStyle/>
          <a:p>
            <a:r>
              <a:rPr kumimoji="1" lang="ja-JP" altLang="en-US" dirty="0"/>
              <a:t>高度な継承とは</a:t>
            </a:r>
          </a:p>
        </p:txBody>
      </p:sp>
      <p:sp>
        <p:nvSpPr>
          <p:cNvPr id="4" name="スライド番号プレースホルダー 3">
            <a:extLst>
              <a:ext uri="{FF2B5EF4-FFF2-40B4-BE49-F238E27FC236}">
                <a16:creationId xmlns:a16="http://schemas.microsoft.com/office/drawing/2014/main" id="{856AB935-007C-47FA-829A-800E0CA2AEA3}"/>
              </a:ext>
            </a:extLst>
          </p:cNvPr>
          <p:cNvSpPr>
            <a:spLocks noGrp="1"/>
          </p:cNvSpPr>
          <p:nvPr>
            <p:ph type="sldNum" sz="quarter" idx="4"/>
          </p:nvPr>
        </p:nvSpPr>
        <p:spPr/>
        <p:txBody>
          <a:bodyPr/>
          <a:lstStyle/>
          <a:p>
            <a:fld id="{00000000-1234-1234-1234-123412341234}" type="slidenum">
              <a:rPr lang="en" smtClean="0"/>
              <a:pPr/>
              <a:t>4</a:t>
            </a:fld>
            <a:endParaRPr lang="en" dirty="0">
              <a:latin typeface="+mn-ea"/>
            </a:endParaRPr>
          </a:p>
        </p:txBody>
      </p:sp>
      <p:sp>
        <p:nvSpPr>
          <p:cNvPr id="6" name="テキスト プレースホルダー 5">
            <a:extLst>
              <a:ext uri="{FF2B5EF4-FFF2-40B4-BE49-F238E27FC236}">
                <a16:creationId xmlns:a16="http://schemas.microsoft.com/office/drawing/2014/main" id="{B0A725D4-41F6-4C87-A1CC-DF4294CC5C35}"/>
              </a:ext>
            </a:extLst>
          </p:cNvPr>
          <p:cNvSpPr>
            <a:spLocks noGrp="1"/>
          </p:cNvSpPr>
          <p:nvPr>
            <p:ph type="body" sz="quarter" idx="15"/>
          </p:nvPr>
        </p:nvSpPr>
        <p:spPr>
          <a:xfrm>
            <a:off x="463549" y="1023814"/>
            <a:ext cx="7831876" cy="921100"/>
          </a:xfrm>
        </p:spPr>
        <p:txBody>
          <a:bodyPr/>
          <a:lstStyle/>
          <a:p>
            <a:r>
              <a:rPr kumimoji="1" lang="ja-JP" altLang="en-US" dirty="0"/>
              <a:t>プログラムに「作成する決まり」を作ることで見やすいプログラムになる</a:t>
            </a:r>
            <a:endParaRPr kumimoji="1" lang="en-US" altLang="ja-JP" dirty="0"/>
          </a:p>
          <a:p>
            <a:r>
              <a:rPr kumimoji="1" lang="ja-JP" altLang="en-US" dirty="0"/>
              <a:t>見やすい→可読性の高いプログラムにするためにはルールだけを決めたクラスを用意する</a:t>
            </a:r>
          </a:p>
        </p:txBody>
      </p:sp>
      <p:sp>
        <p:nvSpPr>
          <p:cNvPr id="7" name="テキスト プレースホルダー 6">
            <a:extLst>
              <a:ext uri="{FF2B5EF4-FFF2-40B4-BE49-F238E27FC236}">
                <a16:creationId xmlns:a16="http://schemas.microsoft.com/office/drawing/2014/main" id="{CAD3891B-A912-4D85-B646-47C677AF6543}"/>
              </a:ext>
            </a:extLst>
          </p:cNvPr>
          <p:cNvSpPr>
            <a:spLocks noGrp="1"/>
          </p:cNvSpPr>
          <p:nvPr>
            <p:ph type="body" sz="quarter" idx="16"/>
          </p:nvPr>
        </p:nvSpPr>
        <p:spPr/>
        <p:txBody>
          <a:bodyPr/>
          <a:lstStyle/>
          <a:p>
            <a:endParaRPr kumimoji="1" lang="ja-JP" altLang="en-US" dirty="0"/>
          </a:p>
        </p:txBody>
      </p:sp>
      <p:sp>
        <p:nvSpPr>
          <p:cNvPr id="8" name="テキスト プレースホルダー 7">
            <a:extLst>
              <a:ext uri="{FF2B5EF4-FFF2-40B4-BE49-F238E27FC236}">
                <a16:creationId xmlns:a16="http://schemas.microsoft.com/office/drawing/2014/main" id="{223AB9F5-E384-4256-ABD4-51A5D8ED24E3}"/>
              </a:ext>
            </a:extLst>
          </p:cNvPr>
          <p:cNvSpPr>
            <a:spLocks noGrp="1"/>
          </p:cNvSpPr>
          <p:nvPr>
            <p:ph type="body" sz="quarter" idx="14"/>
          </p:nvPr>
        </p:nvSpPr>
        <p:spPr>
          <a:xfrm>
            <a:off x="463550" y="2093654"/>
            <a:ext cx="8216900" cy="2695852"/>
          </a:xfrm>
        </p:spPr>
        <p:txBody>
          <a:bodyPr/>
          <a:lstStyle/>
          <a:p>
            <a:pPr marL="96838" indent="0">
              <a:buNone/>
            </a:pPr>
            <a:r>
              <a:rPr lang="ja-JP" altLang="en-US" dirty="0"/>
              <a:t>継承の単元を思い出してみましょう。継承では「親クラスが持つフィールドやメソッドを子クラスが使うことが出来る」というのがそもそもの便利な点でした。</a:t>
            </a:r>
            <a:endParaRPr lang="en-US" altLang="ja-JP" dirty="0"/>
          </a:p>
          <a:p>
            <a:pPr marL="96838" indent="0">
              <a:buNone/>
            </a:pPr>
            <a:r>
              <a:rPr lang="ja-JP" altLang="en-US" dirty="0"/>
              <a:t>そして、「親クラスのメソッドを子クラス側で書き換えることが出来る」という機能もありました。そうです。オーバーライドです。</a:t>
            </a:r>
            <a:endParaRPr lang="en-US" altLang="ja-JP" dirty="0"/>
          </a:p>
          <a:p>
            <a:pPr marL="96838" indent="0">
              <a:buNone/>
            </a:pPr>
            <a:r>
              <a:rPr lang="ja-JP" altLang="en-US" dirty="0"/>
              <a:t>この二つの考え方が頭にある状態で考えてみましょう。</a:t>
            </a:r>
            <a:endParaRPr lang="en-US" altLang="ja-JP" dirty="0"/>
          </a:p>
          <a:p>
            <a:pPr marL="96838" indent="0">
              <a:buNone/>
            </a:pPr>
            <a:endParaRPr lang="en-US" altLang="ja-JP" dirty="0"/>
          </a:p>
          <a:p>
            <a:pPr marL="96838" indent="0">
              <a:buNone/>
            </a:pPr>
            <a:r>
              <a:rPr lang="ja-JP" altLang="en-US" dirty="0">
                <a:solidFill>
                  <a:schemeClr val="accent1"/>
                </a:solidFill>
              </a:rPr>
              <a:t>「親の持ってるメソッドをそのまま使うだけで済む？」</a:t>
            </a:r>
            <a:endParaRPr lang="en-US" altLang="ja-JP" dirty="0">
              <a:solidFill>
                <a:schemeClr val="accent1"/>
              </a:solidFill>
            </a:endParaRPr>
          </a:p>
          <a:p>
            <a:pPr marL="96838" indent="0">
              <a:buNone/>
            </a:pPr>
            <a:r>
              <a:rPr lang="ja-JP" altLang="en-US" dirty="0">
                <a:solidFill>
                  <a:schemeClr val="accent1"/>
                </a:solidFill>
              </a:rPr>
              <a:t>「子クラスで書き換えちゃうなら、親クラスでメソッドの中身を作りこむ意味ってある？」</a:t>
            </a:r>
            <a:endParaRPr lang="en-US" altLang="ja-JP" dirty="0">
              <a:solidFill>
                <a:schemeClr val="accent1"/>
              </a:solidFill>
            </a:endParaRPr>
          </a:p>
          <a:p>
            <a:pPr marL="96838" indent="0">
              <a:buNone/>
            </a:pPr>
            <a:endParaRPr lang="en-US" altLang="ja-JP" dirty="0"/>
          </a:p>
          <a:p>
            <a:pPr marL="96838" indent="0">
              <a:buNone/>
            </a:pPr>
            <a:r>
              <a:rPr lang="ja-JP" altLang="en-US" dirty="0"/>
              <a:t>そこで、「とりあえずメソッドの宣言だけして、最低限必要なフィールドだけ用意しよう」と考えた人がいます。この仕組みがあると次のような場合に便利に使用できます。</a:t>
            </a:r>
            <a:endParaRPr lang="en-US" altLang="ja-JP" dirty="0"/>
          </a:p>
        </p:txBody>
      </p:sp>
    </p:spTree>
    <p:extLst>
      <p:ext uri="{BB962C8B-B14F-4D97-AF65-F5344CB8AC3E}">
        <p14:creationId xmlns:p14="http://schemas.microsoft.com/office/powerpoint/2010/main" val="3787880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DEC0EA6-7923-4F8C-B57B-2221C6FB2850}"/>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06EF8FDA-99E5-46E1-96FB-8B2F2813B31F}"/>
              </a:ext>
            </a:extLst>
          </p:cNvPr>
          <p:cNvSpPr>
            <a:spLocks noGrp="1"/>
          </p:cNvSpPr>
          <p:nvPr>
            <p:ph type="ctrTitle"/>
          </p:nvPr>
        </p:nvSpPr>
        <p:spPr/>
        <p:txBody>
          <a:bodyPr/>
          <a:lstStyle/>
          <a:p>
            <a:r>
              <a:rPr lang="ja-JP" altLang="en-US" dirty="0"/>
              <a:t>複数人数での開発を想像する</a:t>
            </a:r>
            <a:endParaRPr kumimoji="1" lang="ja-JP" altLang="en-US" dirty="0"/>
          </a:p>
        </p:txBody>
      </p:sp>
      <p:sp>
        <p:nvSpPr>
          <p:cNvPr id="4" name="スライド番号プレースホルダー 3">
            <a:extLst>
              <a:ext uri="{FF2B5EF4-FFF2-40B4-BE49-F238E27FC236}">
                <a16:creationId xmlns:a16="http://schemas.microsoft.com/office/drawing/2014/main" id="{4534E728-87F7-4CDF-B563-D1D045307513}"/>
              </a:ext>
            </a:extLst>
          </p:cNvPr>
          <p:cNvSpPr>
            <a:spLocks noGrp="1"/>
          </p:cNvSpPr>
          <p:nvPr>
            <p:ph type="sldNum" sz="quarter" idx="4"/>
          </p:nvPr>
        </p:nvSpPr>
        <p:spPr/>
        <p:txBody>
          <a:bodyPr/>
          <a:lstStyle/>
          <a:p>
            <a:fld id="{00000000-1234-1234-1234-123412341234}" type="slidenum">
              <a:rPr lang="en" smtClean="0"/>
              <a:pPr/>
              <a:t>5</a:t>
            </a:fld>
            <a:endParaRPr lang="en" dirty="0"/>
          </a:p>
        </p:txBody>
      </p:sp>
      <p:sp>
        <p:nvSpPr>
          <p:cNvPr id="5" name="テキスト プレースホルダー 4">
            <a:extLst>
              <a:ext uri="{FF2B5EF4-FFF2-40B4-BE49-F238E27FC236}">
                <a16:creationId xmlns:a16="http://schemas.microsoft.com/office/drawing/2014/main" id="{09D91883-349E-4379-B8C7-570CD62FCA31}"/>
              </a:ext>
            </a:extLst>
          </p:cNvPr>
          <p:cNvSpPr>
            <a:spLocks noGrp="1"/>
          </p:cNvSpPr>
          <p:nvPr>
            <p:ph type="body" sz="quarter" idx="14"/>
          </p:nvPr>
        </p:nvSpPr>
        <p:spPr/>
        <p:txBody>
          <a:bodyPr/>
          <a:lstStyle/>
          <a:p>
            <a:pPr marL="96838" indent="0">
              <a:buNone/>
            </a:pPr>
            <a:r>
              <a:rPr lang="ja-JP" altLang="en-US" dirty="0"/>
              <a:t>皆さんがそれぞれプロジェクトのリーダーだとします。</a:t>
            </a:r>
            <a:endParaRPr lang="en-US" altLang="ja-JP" dirty="0"/>
          </a:p>
          <a:p>
            <a:pPr marL="96838" indent="0">
              <a:buNone/>
            </a:pPr>
            <a:r>
              <a:rPr kumimoji="1" lang="ja-JP" altLang="en-US" dirty="0"/>
              <a:t>他のメンバーがそれぞれ勝手な決まりで好き勝手にプログラムを作成したとしたらどうでしょう？</a:t>
            </a:r>
            <a:endParaRPr kumimoji="1" lang="en-US" altLang="ja-JP" dirty="0"/>
          </a:p>
          <a:p>
            <a:pPr marL="96838" indent="0">
              <a:buNone/>
            </a:pPr>
            <a:r>
              <a:rPr lang="ja-JP" altLang="en-US" dirty="0"/>
              <a:t>そうすると、人によって似たようなクラスでも全然違う書き方になってしまう可能性がありますよね。</a:t>
            </a:r>
            <a:endParaRPr lang="en-US" altLang="ja-JP" dirty="0"/>
          </a:p>
          <a:p>
            <a:pPr marL="96838" indent="0">
              <a:buNone/>
            </a:pPr>
            <a:r>
              <a:rPr lang="ja-JP" altLang="en-US" dirty="0"/>
              <a:t>プログラムは「可読性」が重要です。可読性を上げるにはプログラムの書き方に統一性がないと非常に読みにくいプログラムになってしまいます。</a:t>
            </a:r>
            <a:endParaRPr lang="en-US" altLang="ja-JP" dirty="0"/>
          </a:p>
          <a:p>
            <a:pPr marL="96838" indent="0">
              <a:buNone/>
            </a:pPr>
            <a:r>
              <a:rPr lang="ja-JP" altLang="en-US" dirty="0"/>
              <a:t>そこで、あなたが最低限必要なメソッドやフィールドを提供してあげて、そのクラスを継承することで最低限の書き方を守らせましょう、というのが今回の単元で感じてほしい部分です。</a:t>
            </a:r>
            <a:endParaRPr lang="en-US" altLang="ja-JP" dirty="0"/>
          </a:p>
          <a:p>
            <a:pPr marL="96838" indent="0">
              <a:buNone/>
            </a:pPr>
            <a:r>
              <a:rPr lang="ja-JP" altLang="en-US" dirty="0"/>
              <a:t>では、複数人数で開発した際の開発手法について、次のページでご紹介しましょう。</a:t>
            </a:r>
            <a:endParaRPr lang="en-US" altLang="ja-JP" dirty="0"/>
          </a:p>
        </p:txBody>
      </p:sp>
    </p:spTree>
    <p:extLst>
      <p:ext uri="{BB962C8B-B14F-4D97-AF65-F5344CB8AC3E}">
        <p14:creationId xmlns:p14="http://schemas.microsoft.com/office/powerpoint/2010/main" val="1835643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026E533-CA8A-45AB-8211-F6DEA1F73D05}"/>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84CB9A3C-E606-4B3E-BB9D-AD20A42EB867}"/>
              </a:ext>
            </a:extLst>
          </p:cNvPr>
          <p:cNvSpPr>
            <a:spLocks noGrp="1"/>
          </p:cNvSpPr>
          <p:nvPr>
            <p:ph type="ctrTitle"/>
          </p:nvPr>
        </p:nvSpPr>
        <p:spPr/>
        <p:txBody>
          <a:bodyPr/>
          <a:lstStyle/>
          <a:p>
            <a:r>
              <a:rPr kumimoji="1" lang="ja-JP" altLang="en-US" dirty="0"/>
              <a:t>継承を利用した開発手法</a:t>
            </a:r>
          </a:p>
        </p:txBody>
      </p:sp>
      <p:sp>
        <p:nvSpPr>
          <p:cNvPr id="4" name="スライド番号プレースホルダー 3">
            <a:extLst>
              <a:ext uri="{FF2B5EF4-FFF2-40B4-BE49-F238E27FC236}">
                <a16:creationId xmlns:a16="http://schemas.microsoft.com/office/drawing/2014/main" id="{A363A3BE-0C12-4AD6-A104-0E32295327DC}"/>
              </a:ext>
            </a:extLst>
          </p:cNvPr>
          <p:cNvSpPr>
            <a:spLocks noGrp="1"/>
          </p:cNvSpPr>
          <p:nvPr>
            <p:ph type="sldNum" sz="quarter" idx="4"/>
          </p:nvPr>
        </p:nvSpPr>
        <p:spPr/>
        <p:txBody>
          <a:bodyPr/>
          <a:lstStyle/>
          <a:p>
            <a:fld id="{00000000-1234-1234-1234-123412341234}" type="slidenum">
              <a:rPr lang="en" smtClean="0"/>
              <a:pPr/>
              <a:t>6</a:t>
            </a:fld>
            <a:endParaRPr lang="en" dirty="0"/>
          </a:p>
        </p:txBody>
      </p:sp>
      <p:sp>
        <p:nvSpPr>
          <p:cNvPr id="5" name="テキスト プレースホルダー 4">
            <a:extLst>
              <a:ext uri="{FF2B5EF4-FFF2-40B4-BE49-F238E27FC236}">
                <a16:creationId xmlns:a16="http://schemas.microsoft.com/office/drawing/2014/main" id="{BBD7BA7D-5971-4D72-9993-A03A70C1A4E8}"/>
              </a:ext>
            </a:extLst>
          </p:cNvPr>
          <p:cNvSpPr>
            <a:spLocks noGrp="1"/>
          </p:cNvSpPr>
          <p:nvPr>
            <p:ph type="body" sz="quarter" idx="14"/>
          </p:nvPr>
        </p:nvSpPr>
        <p:spPr/>
        <p:txBody>
          <a:bodyPr/>
          <a:lstStyle/>
          <a:p>
            <a:pPr marL="96838" indent="0">
              <a:buNone/>
            </a:pPr>
            <a:r>
              <a:rPr lang="ja-JP" altLang="en-US" b="1" dirty="0">
                <a:solidFill>
                  <a:schemeClr val="tx2"/>
                </a:solidFill>
              </a:rPr>
              <a:t>処理は無いけど、オーバーライドしないといけないメソッドを作成する</a:t>
            </a:r>
            <a:endParaRPr kumimoji="1" lang="ja-JP" altLang="en-US" b="1" dirty="0">
              <a:solidFill>
                <a:schemeClr val="tx2"/>
              </a:solidFill>
            </a:endParaRPr>
          </a:p>
          <a:p>
            <a:pPr marL="96838" indent="0">
              <a:buNone/>
            </a:pPr>
            <a:r>
              <a:rPr kumimoji="1" lang="ja-JP" altLang="en-US" dirty="0"/>
              <a:t>「処理のないメソッドって意味あるの？」と思ってしまいがちですが、このようなメソッドを作成しておくことで、継承した子クラスは全て同じ名前・同じシグネチャ・同じ戻り値の型を持ったクラスを作成することができます。これでプログラム中に最低限の統一性を持たせることが可能です。</a:t>
            </a:r>
            <a:endParaRPr kumimoji="1" lang="en-US" altLang="ja-JP" dirty="0"/>
          </a:p>
          <a:p>
            <a:pPr marL="96838" indent="0">
              <a:buNone/>
            </a:pPr>
            <a:endParaRPr kumimoji="1" lang="ja-JP" altLang="en-US" dirty="0"/>
          </a:p>
          <a:p>
            <a:pPr marL="96838" indent="0">
              <a:buNone/>
            </a:pPr>
            <a:r>
              <a:rPr kumimoji="1" lang="ja-JP" altLang="en-US" b="1" dirty="0">
                <a:solidFill>
                  <a:schemeClr val="tx2"/>
                </a:solidFill>
              </a:rPr>
              <a:t>親クラスは</a:t>
            </a:r>
            <a:r>
              <a:rPr lang="ja-JP" altLang="en-US" b="1" dirty="0">
                <a:solidFill>
                  <a:schemeClr val="tx2"/>
                </a:solidFill>
              </a:rPr>
              <a:t>インスタンス生成されないようにする</a:t>
            </a:r>
            <a:endParaRPr kumimoji="1" lang="ja-JP" altLang="en-US" b="1" dirty="0">
              <a:solidFill>
                <a:schemeClr val="tx2"/>
              </a:solidFill>
            </a:endParaRPr>
          </a:p>
          <a:p>
            <a:pPr marL="96838" indent="0">
              <a:buNone/>
            </a:pPr>
            <a:r>
              <a:rPr kumimoji="1" lang="ja-JP" altLang="en-US" dirty="0"/>
              <a:t>親クラスには「処理のないメソッド」が存在することになります。このクラスをインスタンス生成されてしまうと、処理をしないのにあたかも何か処理をするようなメソッドが誕生してしまいます。</a:t>
            </a:r>
            <a:r>
              <a:rPr kumimoji="1" lang="en-US" altLang="ja-JP" dirty="0"/>
              <a:t>Java</a:t>
            </a:r>
            <a:r>
              <a:rPr kumimoji="1" lang="ja-JP" altLang="en-US" dirty="0"/>
              <a:t>では、このような「作成ルールを提供するクラス」に対してインスタンス生成を不可能にする方法があります。</a:t>
            </a:r>
          </a:p>
        </p:txBody>
      </p:sp>
      <p:pic>
        <p:nvPicPr>
          <p:cNvPr id="8" name="図 7" descr="コンピュータ が含まれている画像&#10;&#10;自動的に生成された説明">
            <a:extLst>
              <a:ext uri="{FF2B5EF4-FFF2-40B4-BE49-F238E27FC236}">
                <a16:creationId xmlns:a16="http://schemas.microsoft.com/office/drawing/2014/main" id="{29FF03F7-1371-400F-AC7B-4D871A5E5BF7}"/>
              </a:ext>
            </a:extLst>
          </p:cNvPr>
          <p:cNvPicPr>
            <a:picLocks noChangeAspect="1"/>
          </p:cNvPicPr>
          <p:nvPr/>
        </p:nvPicPr>
        <p:blipFill>
          <a:blip r:embed="rId2"/>
          <a:stretch>
            <a:fillRect/>
          </a:stretch>
        </p:blipFill>
        <p:spPr>
          <a:xfrm>
            <a:off x="3486881" y="3162747"/>
            <a:ext cx="1669360" cy="1518173"/>
          </a:xfrm>
          <a:prstGeom prst="rect">
            <a:avLst/>
          </a:prstGeom>
        </p:spPr>
      </p:pic>
      <p:sp>
        <p:nvSpPr>
          <p:cNvPr id="9" name="思考の吹き出し: 雲形 8">
            <a:extLst>
              <a:ext uri="{FF2B5EF4-FFF2-40B4-BE49-F238E27FC236}">
                <a16:creationId xmlns:a16="http://schemas.microsoft.com/office/drawing/2014/main" id="{8FC76D82-7A00-432D-AFD7-B58BFA82640D}"/>
              </a:ext>
            </a:extLst>
          </p:cNvPr>
          <p:cNvSpPr/>
          <p:nvPr/>
        </p:nvSpPr>
        <p:spPr>
          <a:xfrm>
            <a:off x="5314278" y="3189751"/>
            <a:ext cx="2865969" cy="1094258"/>
          </a:xfrm>
          <a:prstGeom prst="cloudCallout">
            <a:avLst>
              <a:gd name="adj1" fmla="val -61633"/>
              <a:gd name="adj2" fmla="val 31041"/>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わかりやすい</a:t>
            </a:r>
            <a:endParaRPr kumimoji="1" lang="en-US" altLang="ja-JP" sz="1400" dirty="0">
              <a:solidFill>
                <a:schemeClr val="tx1"/>
              </a:solidFill>
            </a:endParaRPr>
          </a:p>
          <a:p>
            <a:pPr algn="ctr"/>
            <a:r>
              <a:rPr kumimoji="1" lang="ja-JP" altLang="en-US" sz="1400" dirty="0">
                <a:solidFill>
                  <a:schemeClr val="tx1"/>
                </a:solidFill>
              </a:rPr>
              <a:t>ソースにするには？</a:t>
            </a:r>
            <a:endParaRPr kumimoji="1" lang="en-US" altLang="ja-JP" sz="1400" dirty="0">
              <a:solidFill>
                <a:schemeClr val="tx1"/>
              </a:solidFill>
            </a:endParaRPr>
          </a:p>
        </p:txBody>
      </p:sp>
      <p:sp>
        <p:nvSpPr>
          <p:cNvPr id="10" name="思考の吹き出し: 雲形 9">
            <a:extLst>
              <a:ext uri="{FF2B5EF4-FFF2-40B4-BE49-F238E27FC236}">
                <a16:creationId xmlns:a16="http://schemas.microsoft.com/office/drawing/2014/main" id="{D9CAAADB-15D8-4993-8EC9-E1832E6B20D4}"/>
              </a:ext>
            </a:extLst>
          </p:cNvPr>
          <p:cNvSpPr/>
          <p:nvPr/>
        </p:nvSpPr>
        <p:spPr>
          <a:xfrm>
            <a:off x="541893" y="3189751"/>
            <a:ext cx="2865969" cy="1094258"/>
          </a:xfrm>
          <a:prstGeom prst="cloudCallout">
            <a:avLst>
              <a:gd name="adj1" fmla="val 54353"/>
              <a:gd name="adj2" fmla="val 49720"/>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誰でも同じように</a:t>
            </a:r>
            <a:endParaRPr kumimoji="1" lang="en-US" altLang="ja-JP" sz="1400" dirty="0">
              <a:solidFill>
                <a:schemeClr val="tx1"/>
              </a:solidFill>
            </a:endParaRPr>
          </a:p>
          <a:p>
            <a:pPr algn="ctr"/>
            <a:r>
              <a:rPr kumimoji="1" lang="ja-JP" altLang="en-US" sz="1400" dirty="0">
                <a:solidFill>
                  <a:schemeClr val="tx1"/>
                </a:solidFill>
              </a:rPr>
              <a:t>作るには？</a:t>
            </a:r>
            <a:endParaRPr kumimoji="1" lang="en-US" altLang="ja-JP" sz="1400" dirty="0">
              <a:solidFill>
                <a:schemeClr val="tx1"/>
              </a:solidFill>
            </a:endParaRPr>
          </a:p>
        </p:txBody>
      </p:sp>
    </p:spTree>
    <p:extLst>
      <p:ext uri="{BB962C8B-B14F-4D97-AF65-F5344CB8AC3E}">
        <p14:creationId xmlns:p14="http://schemas.microsoft.com/office/powerpoint/2010/main" val="3202997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254F6B3-777C-4B63-B012-1817E158388E}"/>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3532F861-E7B1-4B2B-97BD-6DE98627E1F1}"/>
              </a:ext>
            </a:extLst>
          </p:cNvPr>
          <p:cNvSpPr>
            <a:spLocks noGrp="1"/>
          </p:cNvSpPr>
          <p:nvPr>
            <p:ph type="ctrTitle"/>
          </p:nvPr>
        </p:nvSpPr>
        <p:spPr/>
        <p:txBody>
          <a:bodyPr/>
          <a:lstStyle/>
          <a:p>
            <a:r>
              <a:rPr lang="ja-JP" altLang="en-US" dirty="0"/>
              <a:t>中身のないメソッドの作り方</a:t>
            </a:r>
            <a:endParaRPr kumimoji="1" lang="ja-JP" altLang="en-US" dirty="0"/>
          </a:p>
        </p:txBody>
      </p:sp>
      <p:sp>
        <p:nvSpPr>
          <p:cNvPr id="4" name="スライド番号プレースホルダー 3">
            <a:extLst>
              <a:ext uri="{FF2B5EF4-FFF2-40B4-BE49-F238E27FC236}">
                <a16:creationId xmlns:a16="http://schemas.microsoft.com/office/drawing/2014/main" id="{D120359C-27F1-4FEC-851B-871A4AA9C89F}"/>
              </a:ext>
            </a:extLst>
          </p:cNvPr>
          <p:cNvSpPr>
            <a:spLocks noGrp="1"/>
          </p:cNvSpPr>
          <p:nvPr>
            <p:ph type="sldNum" sz="quarter" idx="4"/>
          </p:nvPr>
        </p:nvSpPr>
        <p:spPr/>
        <p:txBody>
          <a:bodyPr/>
          <a:lstStyle/>
          <a:p>
            <a:fld id="{00000000-1234-1234-1234-123412341234}" type="slidenum">
              <a:rPr lang="en" smtClean="0"/>
              <a:pPr/>
              <a:t>7</a:t>
            </a:fld>
            <a:endParaRPr lang="en" dirty="0"/>
          </a:p>
        </p:txBody>
      </p:sp>
      <p:sp>
        <p:nvSpPr>
          <p:cNvPr id="5" name="テキスト プレースホルダー 4">
            <a:extLst>
              <a:ext uri="{FF2B5EF4-FFF2-40B4-BE49-F238E27FC236}">
                <a16:creationId xmlns:a16="http://schemas.microsoft.com/office/drawing/2014/main" id="{1395E66A-BAA2-4267-A007-E01128823ECA}"/>
              </a:ext>
            </a:extLst>
          </p:cNvPr>
          <p:cNvSpPr>
            <a:spLocks noGrp="1"/>
          </p:cNvSpPr>
          <p:nvPr>
            <p:ph type="body" sz="quarter" idx="14"/>
          </p:nvPr>
        </p:nvSpPr>
        <p:spPr/>
        <p:txBody>
          <a:bodyPr/>
          <a:lstStyle/>
          <a:p>
            <a:pPr marL="96838" indent="0">
              <a:buNone/>
            </a:pPr>
            <a:r>
              <a:rPr kumimoji="1" lang="ja-JP" altLang="en-US" dirty="0"/>
              <a:t>詳細未定のメソッドは、</a:t>
            </a:r>
            <a:r>
              <a:rPr kumimoji="1" lang="ja-JP" altLang="en-US" b="1" dirty="0">
                <a:solidFill>
                  <a:schemeClr val="tx2"/>
                </a:solidFill>
              </a:rPr>
              <a:t>抽象メソッド</a:t>
            </a:r>
            <a:r>
              <a:rPr kumimoji="1" lang="ja-JP" altLang="en-US" dirty="0"/>
              <a:t>といいます。</a:t>
            </a:r>
          </a:p>
          <a:p>
            <a:pPr marL="96838" indent="0">
              <a:buNone/>
            </a:pPr>
            <a:endParaRPr kumimoji="1" lang="ja-JP" altLang="en-US" dirty="0"/>
          </a:p>
          <a:p>
            <a:pPr marL="452438" lvl="1" indent="0">
              <a:buNone/>
            </a:pPr>
            <a:r>
              <a:rPr kumimoji="1" lang="ja-JP" altLang="en-US" b="1" dirty="0">
                <a:solidFill>
                  <a:schemeClr val="accent1"/>
                </a:solidFill>
              </a:rPr>
              <a:t>アクセス修飾子 </a:t>
            </a:r>
            <a:r>
              <a:rPr kumimoji="1" lang="en-US" altLang="ja-JP" b="1" dirty="0">
                <a:solidFill>
                  <a:schemeClr val="accent1"/>
                </a:solidFill>
              </a:rPr>
              <a:t>abstract </a:t>
            </a:r>
            <a:r>
              <a:rPr kumimoji="1" lang="ja-JP" altLang="en-US" b="1" dirty="0">
                <a:solidFill>
                  <a:schemeClr val="accent1"/>
                </a:solidFill>
              </a:rPr>
              <a:t>戻り値 メソッド名</a:t>
            </a:r>
            <a:r>
              <a:rPr kumimoji="1" lang="en-US" altLang="ja-JP" b="1" dirty="0">
                <a:solidFill>
                  <a:schemeClr val="accent1"/>
                </a:solidFill>
              </a:rPr>
              <a:t>(</a:t>
            </a:r>
            <a:r>
              <a:rPr kumimoji="1" lang="ja-JP" altLang="en-US" b="1" dirty="0">
                <a:solidFill>
                  <a:schemeClr val="accent1"/>
                </a:solidFill>
              </a:rPr>
              <a:t>引数リスト</a:t>
            </a:r>
            <a:r>
              <a:rPr kumimoji="1" lang="en-US" altLang="ja-JP" b="1" dirty="0">
                <a:solidFill>
                  <a:schemeClr val="accent1"/>
                </a:solidFill>
              </a:rPr>
              <a:t>);</a:t>
            </a:r>
          </a:p>
          <a:p>
            <a:pPr marL="817563" lvl="2" indent="0">
              <a:buNone/>
            </a:pPr>
            <a:r>
              <a:rPr kumimoji="1" lang="en-US" altLang="ja-JP" dirty="0"/>
              <a:t>(</a:t>
            </a:r>
            <a:r>
              <a:rPr kumimoji="1" lang="ja-JP" altLang="en-US" dirty="0"/>
              <a:t>例</a:t>
            </a:r>
            <a:r>
              <a:rPr kumimoji="1" lang="en-US" altLang="ja-JP" dirty="0"/>
              <a:t>)public abstract void introduce();</a:t>
            </a:r>
          </a:p>
          <a:p>
            <a:pPr marL="96838" indent="0">
              <a:buNone/>
            </a:pPr>
            <a:endParaRPr kumimoji="1" lang="en-US" altLang="ja-JP" dirty="0"/>
          </a:p>
          <a:p>
            <a:pPr marL="96838" indent="0">
              <a:buNone/>
            </a:pPr>
            <a:r>
              <a:rPr kumimoji="1" lang="ja-JP" altLang="en-US" dirty="0"/>
              <a:t>上記のように抽象メソッドには</a:t>
            </a:r>
            <a:r>
              <a:rPr kumimoji="1" lang="en-US" altLang="ja-JP" dirty="0"/>
              <a:t>abstract</a:t>
            </a:r>
            <a:r>
              <a:rPr kumimoji="1" lang="ja-JP" altLang="en-US" dirty="0"/>
              <a:t>という修飾子をつけます。</a:t>
            </a:r>
          </a:p>
          <a:p>
            <a:pPr marL="96838" indent="0">
              <a:buNone/>
            </a:pPr>
            <a:r>
              <a:rPr kumimoji="1" lang="ja-JP" altLang="en-US" dirty="0"/>
              <a:t>詳細の処理部分はオーバーライドした子クラスに委ねます。</a:t>
            </a:r>
          </a:p>
          <a:p>
            <a:pPr marL="96838" indent="0">
              <a:buNone/>
            </a:pPr>
            <a:endParaRPr kumimoji="1" lang="ja-JP" altLang="en-US" dirty="0"/>
          </a:p>
          <a:p>
            <a:pPr marL="96838" indent="0">
              <a:buNone/>
            </a:pPr>
            <a:r>
              <a:rPr kumimoji="1" lang="ja-JP" altLang="en-US" dirty="0"/>
              <a:t>抽象メソッドを持つ親クラスを、継承した子クラスが抽象メソッドに記載する詳細処理を書かないとコンパイルエラーになります。</a:t>
            </a:r>
          </a:p>
          <a:p>
            <a:pPr marL="96838" indent="0">
              <a:buNone/>
            </a:pPr>
            <a:r>
              <a:rPr kumimoji="1" lang="ja-JP" altLang="en-US" dirty="0"/>
              <a:t>結果的にオーバーライドを強制させるため、</a:t>
            </a:r>
            <a:r>
              <a:rPr lang="ja-JP" altLang="en-US" dirty="0"/>
              <a:t>オーバーライド</a:t>
            </a:r>
            <a:r>
              <a:rPr kumimoji="1" lang="ja-JP" altLang="en-US" dirty="0"/>
              <a:t>忘れを未然に防ぐことができます。</a:t>
            </a:r>
          </a:p>
          <a:p>
            <a:pPr marL="96838" indent="0">
              <a:buNone/>
            </a:pPr>
            <a:endParaRPr kumimoji="1" lang="ja-JP" altLang="en-US" dirty="0"/>
          </a:p>
        </p:txBody>
      </p:sp>
    </p:spTree>
    <p:extLst>
      <p:ext uri="{BB962C8B-B14F-4D97-AF65-F5344CB8AC3E}">
        <p14:creationId xmlns:p14="http://schemas.microsoft.com/office/powerpoint/2010/main" val="1111243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A1703344-A246-4A43-86F4-93CC3151D21E}"/>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4189AC14-084C-4852-A4AD-81F5A902D092}"/>
              </a:ext>
            </a:extLst>
          </p:cNvPr>
          <p:cNvSpPr>
            <a:spLocks noGrp="1"/>
          </p:cNvSpPr>
          <p:nvPr>
            <p:ph type="ctrTitle"/>
          </p:nvPr>
        </p:nvSpPr>
        <p:spPr/>
        <p:txBody>
          <a:bodyPr/>
          <a:lstStyle/>
          <a:p>
            <a:r>
              <a:rPr kumimoji="1" lang="ja-JP" altLang="en-US" dirty="0"/>
              <a:t>インスタンス生成させないための仕組み</a:t>
            </a:r>
          </a:p>
        </p:txBody>
      </p:sp>
      <p:sp>
        <p:nvSpPr>
          <p:cNvPr id="4" name="スライド番号プレースホルダー 3">
            <a:extLst>
              <a:ext uri="{FF2B5EF4-FFF2-40B4-BE49-F238E27FC236}">
                <a16:creationId xmlns:a16="http://schemas.microsoft.com/office/drawing/2014/main" id="{1A65E64A-5190-4A27-A911-65624220C670}"/>
              </a:ext>
            </a:extLst>
          </p:cNvPr>
          <p:cNvSpPr>
            <a:spLocks noGrp="1"/>
          </p:cNvSpPr>
          <p:nvPr>
            <p:ph type="sldNum" sz="quarter" idx="4"/>
          </p:nvPr>
        </p:nvSpPr>
        <p:spPr/>
        <p:txBody>
          <a:bodyPr/>
          <a:lstStyle/>
          <a:p>
            <a:fld id="{00000000-1234-1234-1234-123412341234}" type="slidenum">
              <a:rPr lang="en" smtClean="0"/>
              <a:pPr/>
              <a:t>8</a:t>
            </a:fld>
            <a:endParaRPr lang="en" dirty="0"/>
          </a:p>
        </p:txBody>
      </p:sp>
      <p:sp>
        <p:nvSpPr>
          <p:cNvPr id="5" name="テキスト プレースホルダー 4">
            <a:extLst>
              <a:ext uri="{FF2B5EF4-FFF2-40B4-BE49-F238E27FC236}">
                <a16:creationId xmlns:a16="http://schemas.microsoft.com/office/drawing/2014/main" id="{FAF1A558-FF89-4EE5-8096-45D587714621}"/>
              </a:ext>
            </a:extLst>
          </p:cNvPr>
          <p:cNvSpPr>
            <a:spLocks noGrp="1"/>
          </p:cNvSpPr>
          <p:nvPr>
            <p:ph type="body" sz="quarter" idx="14"/>
          </p:nvPr>
        </p:nvSpPr>
        <p:spPr/>
        <p:txBody>
          <a:bodyPr/>
          <a:lstStyle/>
          <a:p>
            <a:pPr marL="96838" indent="0">
              <a:buNone/>
            </a:pPr>
            <a:r>
              <a:rPr kumimoji="1" lang="en-US" altLang="ja-JP" dirty="0"/>
              <a:t>new</a:t>
            </a:r>
            <a:r>
              <a:rPr kumimoji="1" lang="ja-JP" altLang="en-US" dirty="0"/>
              <a:t>でインスタンス生成できないようにするには、コンストラクタを</a:t>
            </a:r>
            <a:r>
              <a:rPr kumimoji="1" lang="en-US" altLang="ja-JP" dirty="0"/>
              <a:t>private</a:t>
            </a:r>
            <a:r>
              <a:rPr kumimoji="1" lang="ja-JP" altLang="en-US" dirty="0"/>
              <a:t>に</a:t>
            </a:r>
            <a:br>
              <a:rPr kumimoji="1" lang="ja-JP" altLang="en-US" dirty="0"/>
            </a:br>
            <a:r>
              <a:rPr kumimoji="1" lang="ja-JP" altLang="en-US" dirty="0"/>
              <a:t>することを考えました。</a:t>
            </a:r>
          </a:p>
          <a:p>
            <a:pPr marL="96838" indent="0">
              <a:buNone/>
            </a:pPr>
            <a:r>
              <a:rPr kumimoji="1" lang="ja-JP" altLang="en-US" dirty="0"/>
              <a:t>しかし、</a:t>
            </a:r>
            <a:r>
              <a:rPr kumimoji="1" lang="en-US" altLang="ja-JP" dirty="0"/>
              <a:t>private</a:t>
            </a:r>
            <a:r>
              <a:rPr kumimoji="1" lang="ja-JP" altLang="en-US" dirty="0"/>
              <a:t>のコンストラクタしかないクラスは継承先でコンストラクタを呼び出せないので継承ができません。そこでインスタンス生成できないクラスを作るルールが必要になります。それを</a:t>
            </a:r>
            <a:r>
              <a:rPr kumimoji="1" lang="ja-JP" altLang="en-US" b="1" dirty="0">
                <a:solidFill>
                  <a:schemeClr val="tx2"/>
                </a:solidFill>
              </a:rPr>
              <a:t>抽象クラス</a:t>
            </a:r>
            <a:r>
              <a:rPr kumimoji="1" lang="ja-JP" altLang="en-US" dirty="0"/>
              <a:t>といいます。</a:t>
            </a:r>
          </a:p>
          <a:p>
            <a:pPr marL="96838" indent="0">
              <a:buNone/>
            </a:pPr>
            <a:endParaRPr kumimoji="1" lang="ja-JP" altLang="en-US" dirty="0"/>
          </a:p>
          <a:p>
            <a:pPr marL="96838" indent="0">
              <a:buNone/>
            </a:pPr>
            <a:r>
              <a:rPr kumimoji="1" lang="ja-JP" altLang="en-US" b="1" dirty="0">
                <a:solidFill>
                  <a:schemeClr val="accent1"/>
                </a:solidFill>
              </a:rPr>
              <a:t>アクセス修飾子 </a:t>
            </a:r>
            <a:r>
              <a:rPr kumimoji="1" lang="en-US" altLang="ja-JP" b="1" dirty="0">
                <a:solidFill>
                  <a:schemeClr val="accent1"/>
                </a:solidFill>
              </a:rPr>
              <a:t>abstract class </a:t>
            </a:r>
            <a:r>
              <a:rPr kumimoji="1" lang="ja-JP" altLang="en-US" b="1" dirty="0">
                <a:solidFill>
                  <a:schemeClr val="accent1"/>
                </a:solidFill>
              </a:rPr>
              <a:t>クラス名 </a:t>
            </a:r>
            <a:r>
              <a:rPr kumimoji="1" lang="en-US" altLang="ja-JP" b="1" dirty="0">
                <a:solidFill>
                  <a:schemeClr val="accent1"/>
                </a:solidFill>
              </a:rPr>
              <a:t>{</a:t>
            </a:r>
          </a:p>
          <a:p>
            <a:pPr marL="96838" indent="0">
              <a:buNone/>
            </a:pPr>
            <a:r>
              <a:rPr kumimoji="1" lang="en-US" altLang="ja-JP" b="1" dirty="0">
                <a:solidFill>
                  <a:schemeClr val="accent1"/>
                </a:solidFill>
              </a:rPr>
              <a:t>}</a:t>
            </a:r>
          </a:p>
          <a:p>
            <a:pPr marL="452438" lvl="1" indent="0">
              <a:buNone/>
            </a:pPr>
            <a:r>
              <a:rPr kumimoji="1" lang="en-US" altLang="ja-JP" dirty="0"/>
              <a:t>(</a:t>
            </a:r>
            <a:r>
              <a:rPr kumimoji="1" lang="ja-JP" altLang="en-US" dirty="0"/>
              <a:t>例</a:t>
            </a:r>
            <a:r>
              <a:rPr kumimoji="1" lang="en-US" altLang="ja-JP" dirty="0"/>
              <a:t>)</a:t>
            </a:r>
          </a:p>
          <a:p>
            <a:pPr marL="817563" lvl="2" indent="0">
              <a:buNone/>
            </a:pPr>
            <a:r>
              <a:rPr kumimoji="1" lang="en-US" altLang="ja-JP" dirty="0"/>
              <a:t>public abstract class Student {</a:t>
            </a:r>
          </a:p>
          <a:p>
            <a:pPr marL="817563" lvl="2" indent="0">
              <a:buNone/>
            </a:pPr>
            <a:r>
              <a:rPr kumimoji="1" lang="en-US" altLang="ja-JP" dirty="0"/>
              <a:t>}</a:t>
            </a:r>
          </a:p>
          <a:p>
            <a:pPr marL="96838" indent="0">
              <a:buNone/>
            </a:pPr>
            <a:endParaRPr kumimoji="1" lang="en-US" altLang="ja-JP" dirty="0"/>
          </a:p>
          <a:p>
            <a:pPr marL="96838" indent="0">
              <a:buNone/>
            </a:pPr>
            <a:r>
              <a:rPr kumimoji="1" lang="ja-JP" altLang="en-US" dirty="0"/>
              <a:t>抽象メソッドを持ったクラスは必ず抽象クラスにしなければなりません。</a:t>
            </a:r>
          </a:p>
          <a:p>
            <a:pPr marL="96838" indent="0">
              <a:buNone/>
            </a:pPr>
            <a:r>
              <a:rPr kumimoji="1" lang="ja-JP" altLang="en-US" dirty="0"/>
              <a:t>この抽象クラスは、</a:t>
            </a:r>
            <a:r>
              <a:rPr kumimoji="1" lang="en-US" altLang="ja-JP" dirty="0"/>
              <a:t>new</a:t>
            </a:r>
            <a:r>
              <a:rPr kumimoji="1" lang="ja-JP" altLang="en-US" dirty="0"/>
              <a:t>によるインスタンス化が禁止された特殊なクラスです。</a:t>
            </a:r>
            <a:endParaRPr kumimoji="1" lang="en-US" altLang="ja-JP" dirty="0"/>
          </a:p>
        </p:txBody>
      </p:sp>
    </p:spTree>
    <p:extLst>
      <p:ext uri="{BB962C8B-B14F-4D97-AF65-F5344CB8AC3E}">
        <p14:creationId xmlns:p14="http://schemas.microsoft.com/office/powerpoint/2010/main" val="456779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0ABB418A-705E-41FB-84EA-6BDED636104E}"/>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CC9F3572-63AE-4507-8DBD-68D54706735C}"/>
              </a:ext>
            </a:extLst>
          </p:cNvPr>
          <p:cNvSpPr>
            <a:spLocks noGrp="1"/>
          </p:cNvSpPr>
          <p:nvPr>
            <p:ph type="ctrTitle"/>
          </p:nvPr>
        </p:nvSpPr>
        <p:spPr/>
        <p:txBody>
          <a:bodyPr/>
          <a:lstStyle/>
          <a:p>
            <a:r>
              <a:rPr lang="ja-JP" altLang="ja-JP" dirty="0"/>
              <a:t>サンプルプログラム</a:t>
            </a:r>
            <a:endParaRPr kumimoji="1" lang="ja-JP" altLang="en-US" dirty="0"/>
          </a:p>
        </p:txBody>
      </p:sp>
      <p:sp>
        <p:nvSpPr>
          <p:cNvPr id="4" name="スライド番号プレースホルダー 3">
            <a:extLst>
              <a:ext uri="{FF2B5EF4-FFF2-40B4-BE49-F238E27FC236}">
                <a16:creationId xmlns:a16="http://schemas.microsoft.com/office/drawing/2014/main" id="{30801140-BC82-4867-9DF4-BBE32CF24C22}"/>
              </a:ext>
            </a:extLst>
          </p:cNvPr>
          <p:cNvSpPr>
            <a:spLocks noGrp="1"/>
          </p:cNvSpPr>
          <p:nvPr>
            <p:ph type="sldNum" sz="quarter" idx="4"/>
          </p:nvPr>
        </p:nvSpPr>
        <p:spPr/>
        <p:txBody>
          <a:bodyPr/>
          <a:lstStyle/>
          <a:p>
            <a:fld id="{00000000-1234-1234-1234-123412341234}" type="slidenum">
              <a:rPr lang="en" smtClean="0"/>
              <a:pPr/>
              <a:t>9</a:t>
            </a:fld>
            <a:endParaRPr lang="en" dirty="0"/>
          </a:p>
        </p:txBody>
      </p:sp>
      <p:sp>
        <p:nvSpPr>
          <p:cNvPr id="5" name="テキスト プレースホルダー 4">
            <a:extLst>
              <a:ext uri="{FF2B5EF4-FFF2-40B4-BE49-F238E27FC236}">
                <a16:creationId xmlns:a16="http://schemas.microsoft.com/office/drawing/2014/main" id="{40A7AB8E-C31C-4632-93DE-B085A6C87B3F}"/>
              </a:ext>
            </a:extLst>
          </p:cNvPr>
          <p:cNvSpPr>
            <a:spLocks noGrp="1"/>
          </p:cNvSpPr>
          <p:nvPr>
            <p:ph type="body" sz="quarter" idx="14"/>
          </p:nvPr>
        </p:nvSpPr>
        <p:spPr>
          <a:xfrm>
            <a:off x="462875" y="859491"/>
            <a:ext cx="8216900" cy="254493"/>
          </a:xfrm>
        </p:spPr>
        <p:txBody>
          <a:bodyPr/>
          <a:lstStyle/>
          <a:p>
            <a:pPr marL="96838" indent="0">
              <a:buNone/>
            </a:pPr>
            <a:r>
              <a:rPr lang="ja-JP" altLang="en-US" dirty="0"/>
              <a:t>抽象クラスである</a:t>
            </a:r>
            <a:r>
              <a:rPr kumimoji="1" lang="en-US" altLang="ja-JP" dirty="0"/>
              <a:t>Student</a:t>
            </a:r>
            <a:r>
              <a:rPr kumimoji="1" lang="ja-JP" altLang="en-US" dirty="0"/>
              <a:t>クラスを継承した</a:t>
            </a:r>
            <a:r>
              <a:rPr kumimoji="1" lang="en-US" altLang="ja-JP" dirty="0" err="1"/>
              <a:t>JavaStudent</a:t>
            </a:r>
            <a:r>
              <a:rPr kumimoji="1" lang="ja-JP" altLang="en-US" dirty="0"/>
              <a:t>クラスと</a:t>
            </a:r>
            <a:r>
              <a:rPr kumimoji="1" lang="en-US" altLang="ja-JP" dirty="0" err="1"/>
              <a:t>PhpStudent</a:t>
            </a:r>
            <a:r>
              <a:rPr kumimoji="1" lang="ja-JP" altLang="en-US" dirty="0"/>
              <a:t>クラスを作成しました</a:t>
            </a:r>
          </a:p>
        </p:txBody>
      </p:sp>
      <p:sp>
        <p:nvSpPr>
          <p:cNvPr id="6" name="テキスト プレースホルダー 4">
            <a:extLst>
              <a:ext uri="{FF2B5EF4-FFF2-40B4-BE49-F238E27FC236}">
                <a16:creationId xmlns:a16="http://schemas.microsoft.com/office/drawing/2014/main" id="{B4D44712-3924-4D02-B8CE-80C40F83BE37}"/>
              </a:ext>
            </a:extLst>
          </p:cNvPr>
          <p:cNvSpPr txBox="1">
            <a:spLocks/>
          </p:cNvSpPr>
          <p:nvPr/>
        </p:nvSpPr>
        <p:spPr>
          <a:xfrm>
            <a:off x="910292" y="1144464"/>
            <a:ext cx="7323416" cy="1515486"/>
          </a:xfrm>
          <a:prstGeom prst="rect">
            <a:avLst/>
          </a:prstGeom>
          <a:solidFill>
            <a:schemeClr val="bg1"/>
          </a:solidFill>
          <a:ln>
            <a:solidFill>
              <a:schemeClr val="accent1"/>
            </a:solidFill>
          </a:ln>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200" dirty="0"/>
              <a:t>public abstract class Student {</a:t>
            </a:r>
          </a:p>
          <a:p>
            <a:pPr marL="96838" indent="0">
              <a:buFont typeface="Arial" panose="020B0604020202020204" pitchFamily="34" charset="0"/>
              <a:buNone/>
            </a:pPr>
            <a:r>
              <a:rPr lang="en-US" altLang="ja-JP" sz="1200" dirty="0"/>
              <a:t>	// </a:t>
            </a:r>
            <a:r>
              <a:rPr lang="ja-JP" altLang="en-US" sz="1200" dirty="0"/>
              <a:t>フィールド</a:t>
            </a:r>
          </a:p>
          <a:p>
            <a:pPr marL="96838" indent="0">
              <a:buFont typeface="Arial" panose="020B0604020202020204" pitchFamily="34" charset="0"/>
              <a:buNone/>
            </a:pPr>
            <a:r>
              <a:rPr lang="ja-JP" altLang="en-US" sz="1200" dirty="0"/>
              <a:t>	</a:t>
            </a:r>
            <a:r>
              <a:rPr lang="en-US" altLang="ja-JP" sz="1200" dirty="0"/>
              <a:t>final String comment = "</a:t>
            </a:r>
            <a:r>
              <a:rPr lang="ja-JP" altLang="en-US" sz="1200" dirty="0"/>
              <a:t>今日からよろしくお願いします！</a:t>
            </a:r>
            <a:r>
              <a:rPr lang="en-US" altLang="ja-JP" sz="1200" dirty="0"/>
              <a:t>";</a:t>
            </a:r>
          </a:p>
          <a:p>
            <a:pPr marL="96838" indent="0">
              <a:buFont typeface="Arial" panose="020B0604020202020204" pitchFamily="34" charset="0"/>
              <a:buNone/>
            </a:pPr>
            <a:r>
              <a:rPr lang="en-US" altLang="ja-JP" sz="1200" dirty="0"/>
              <a:t>	// </a:t>
            </a:r>
            <a:r>
              <a:rPr lang="ja-JP" altLang="en-US" sz="1200" dirty="0"/>
              <a:t>メソッド</a:t>
            </a:r>
          </a:p>
          <a:p>
            <a:pPr marL="96838" indent="0">
              <a:buFont typeface="Arial" panose="020B0604020202020204" pitchFamily="34" charset="0"/>
              <a:buNone/>
            </a:pPr>
            <a:r>
              <a:rPr lang="ja-JP" altLang="en-US" sz="1200" dirty="0"/>
              <a:t>	</a:t>
            </a:r>
            <a:r>
              <a:rPr lang="en-US" altLang="ja-JP" sz="1200" dirty="0"/>
              <a:t>public abstract void introduce();</a:t>
            </a:r>
          </a:p>
          <a:p>
            <a:pPr marL="96838" indent="0">
              <a:buFont typeface="Arial" panose="020B0604020202020204" pitchFamily="34" charset="0"/>
              <a:buNone/>
            </a:pPr>
            <a:r>
              <a:rPr lang="en-US" altLang="ja-JP" sz="1200" dirty="0"/>
              <a:t>}</a:t>
            </a:r>
          </a:p>
        </p:txBody>
      </p:sp>
      <p:sp>
        <p:nvSpPr>
          <p:cNvPr id="7" name="テキスト プレースホルダー 4">
            <a:extLst>
              <a:ext uri="{FF2B5EF4-FFF2-40B4-BE49-F238E27FC236}">
                <a16:creationId xmlns:a16="http://schemas.microsoft.com/office/drawing/2014/main" id="{B9E4A589-99ED-4E4B-9E3D-FE43FDF20147}"/>
              </a:ext>
            </a:extLst>
          </p:cNvPr>
          <p:cNvSpPr txBox="1">
            <a:spLocks/>
          </p:cNvSpPr>
          <p:nvPr/>
        </p:nvSpPr>
        <p:spPr>
          <a:xfrm>
            <a:off x="910292" y="2663999"/>
            <a:ext cx="3661707" cy="2200102"/>
          </a:xfrm>
          <a:prstGeom prst="rect">
            <a:avLst/>
          </a:prstGeom>
          <a:solidFill>
            <a:schemeClr val="bg1"/>
          </a:solidFill>
          <a:ln>
            <a:solidFill>
              <a:schemeClr val="accent1"/>
            </a:solidFill>
          </a:ln>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000" dirty="0"/>
              <a:t>public class </a:t>
            </a:r>
            <a:r>
              <a:rPr lang="en-US" altLang="ja-JP" sz="1000" dirty="0" err="1"/>
              <a:t>JavaStudent</a:t>
            </a:r>
            <a:r>
              <a:rPr lang="en-US" altLang="ja-JP" sz="1000" dirty="0"/>
              <a:t> extends Student{</a:t>
            </a:r>
          </a:p>
          <a:p>
            <a:pPr marL="96838" indent="0">
              <a:buFont typeface="Arial" panose="020B0604020202020204" pitchFamily="34" charset="0"/>
              <a:buNone/>
            </a:pPr>
            <a:r>
              <a:rPr lang="en-US" altLang="ja-JP" sz="1000" dirty="0"/>
              <a:t>    public void introduce() {</a:t>
            </a:r>
          </a:p>
          <a:p>
            <a:pPr marL="96838" indent="0">
              <a:buFont typeface="Arial" panose="020B0604020202020204" pitchFamily="34" charset="0"/>
              <a:buNone/>
            </a:pPr>
            <a:r>
              <a:rPr lang="en-US" altLang="ja-JP" sz="1000" dirty="0"/>
              <a:t>        </a:t>
            </a:r>
            <a:r>
              <a:rPr lang="en-US" altLang="ja-JP" sz="1000" dirty="0" err="1"/>
              <a:t>System.out.println</a:t>
            </a:r>
            <a:r>
              <a:rPr lang="en-US" altLang="ja-JP" sz="1000" dirty="0"/>
              <a:t>(comment);</a:t>
            </a:r>
          </a:p>
          <a:p>
            <a:pPr marL="96838" indent="0">
              <a:buFont typeface="Arial" panose="020B0604020202020204" pitchFamily="34" charset="0"/>
              <a:buNone/>
            </a:pPr>
            <a:r>
              <a:rPr lang="en-US" altLang="ja-JP" sz="1000" dirty="0"/>
              <a:t>        </a:t>
            </a:r>
            <a:r>
              <a:rPr lang="en-US" altLang="ja-JP" sz="1000" dirty="0" err="1"/>
              <a:t>System.out.println</a:t>
            </a:r>
            <a:r>
              <a:rPr lang="en-US" altLang="ja-JP" sz="1000" dirty="0"/>
              <a:t>("Java</a:t>
            </a:r>
            <a:r>
              <a:rPr lang="ja-JP" altLang="en-US" sz="1000" dirty="0"/>
              <a:t>の勉強をします。</a:t>
            </a:r>
            <a:r>
              <a:rPr lang="en-US" altLang="ja-JP" sz="1000" dirty="0"/>
              <a:t>");</a:t>
            </a:r>
          </a:p>
          <a:p>
            <a:pPr marL="96838" indent="0">
              <a:buFont typeface="Arial" panose="020B0604020202020204" pitchFamily="34" charset="0"/>
              <a:buNone/>
            </a:pPr>
            <a:r>
              <a:rPr lang="en-US" altLang="ja-JP" sz="1000" dirty="0"/>
              <a:t>    }</a:t>
            </a:r>
          </a:p>
          <a:p>
            <a:pPr marL="96838" indent="0">
              <a:buFont typeface="Arial" panose="020B0604020202020204" pitchFamily="34" charset="0"/>
              <a:buNone/>
            </a:pPr>
            <a:r>
              <a:rPr lang="en-US" altLang="ja-JP" sz="1000" dirty="0"/>
              <a:t>    void </a:t>
            </a:r>
            <a:r>
              <a:rPr lang="en-US" altLang="ja-JP" sz="1000" dirty="0" err="1"/>
              <a:t>learnJava</a:t>
            </a:r>
            <a:r>
              <a:rPr lang="en-US" altLang="ja-JP" sz="1000" dirty="0"/>
              <a:t>(String subject) {</a:t>
            </a:r>
          </a:p>
          <a:p>
            <a:pPr marL="96838" indent="0">
              <a:buFont typeface="Arial" panose="020B0604020202020204" pitchFamily="34" charset="0"/>
              <a:buNone/>
            </a:pPr>
            <a:r>
              <a:rPr lang="en-US" altLang="ja-JP" sz="1000" dirty="0"/>
              <a:t>        </a:t>
            </a:r>
            <a:r>
              <a:rPr lang="en-US" altLang="ja-JP" sz="1000" dirty="0" err="1"/>
              <a:t>System.out.println</a:t>
            </a:r>
            <a:r>
              <a:rPr lang="en-US" altLang="ja-JP" sz="1000" dirty="0"/>
              <a:t>("</a:t>
            </a:r>
            <a:r>
              <a:rPr lang="ja-JP" altLang="en-US" sz="1000" dirty="0"/>
              <a:t>今日は</a:t>
            </a:r>
            <a:r>
              <a:rPr lang="en-US" altLang="ja-JP" sz="1000" dirty="0"/>
              <a:t>Java</a:t>
            </a:r>
            <a:r>
              <a:rPr lang="ja-JP" altLang="en-US" sz="1000" dirty="0"/>
              <a:t>の</a:t>
            </a:r>
            <a:r>
              <a:rPr lang="en-US" altLang="ja-JP" sz="1000" dirty="0"/>
              <a:t>" + subject + </a:t>
            </a:r>
          </a:p>
          <a:p>
            <a:pPr marL="96838" indent="0">
              <a:buFont typeface="Arial" panose="020B0604020202020204" pitchFamily="34" charset="0"/>
              <a:buNone/>
            </a:pPr>
            <a:r>
              <a:rPr lang="en-US" altLang="ja-JP" sz="1000" dirty="0"/>
              <a:t>                                     "</a:t>
            </a:r>
            <a:r>
              <a:rPr lang="ja-JP" altLang="en-US" sz="1000" dirty="0"/>
              <a:t>を学習します</a:t>
            </a:r>
            <a:r>
              <a:rPr lang="en-US" altLang="ja-JP" sz="1000" dirty="0"/>
              <a:t>");</a:t>
            </a:r>
          </a:p>
          <a:p>
            <a:pPr marL="96838" indent="0">
              <a:buFont typeface="Arial" panose="020B0604020202020204" pitchFamily="34" charset="0"/>
              <a:buNone/>
            </a:pPr>
            <a:r>
              <a:rPr lang="en-US" altLang="ja-JP" sz="1000" dirty="0"/>
              <a:t>    }</a:t>
            </a:r>
          </a:p>
          <a:p>
            <a:pPr marL="96838" indent="0">
              <a:buFont typeface="Arial" panose="020B0604020202020204" pitchFamily="34" charset="0"/>
              <a:buNone/>
            </a:pPr>
            <a:r>
              <a:rPr lang="en-US" altLang="ja-JP" sz="1000" dirty="0"/>
              <a:t>}</a:t>
            </a:r>
          </a:p>
        </p:txBody>
      </p:sp>
      <p:sp>
        <p:nvSpPr>
          <p:cNvPr id="8" name="テキスト プレースホルダー 4">
            <a:extLst>
              <a:ext uri="{FF2B5EF4-FFF2-40B4-BE49-F238E27FC236}">
                <a16:creationId xmlns:a16="http://schemas.microsoft.com/office/drawing/2014/main" id="{E6A16668-7D2E-4A55-9DF5-E63E6934B6BF}"/>
              </a:ext>
            </a:extLst>
          </p:cNvPr>
          <p:cNvSpPr txBox="1">
            <a:spLocks/>
          </p:cNvSpPr>
          <p:nvPr/>
        </p:nvSpPr>
        <p:spPr>
          <a:xfrm>
            <a:off x="4571325" y="2663999"/>
            <a:ext cx="3661707" cy="2198077"/>
          </a:xfrm>
          <a:prstGeom prst="rect">
            <a:avLst/>
          </a:prstGeom>
          <a:solidFill>
            <a:schemeClr val="bg1"/>
          </a:solidFill>
          <a:ln>
            <a:solidFill>
              <a:schemeClr val="accent1"/>
            </a:solidFill>
          </a:ln>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000" dirty="0"/>
              <a:t>public class </a:t>
            </a:r>
            <a:r>
              <a:rPr lang="en-US" altLang="ja-JP" sz="1000" dirty="0" err="1"/>
              <a:t>PhpStudent</a:t>
            </a:r>
            <a:r>
              <a:rPr lang="en-US" altLang="ja-JP" sz="1000" dirty="0"/>
              <a:t> extends Student{</a:t>
            </a:r>
          </a:p>
          <a:p>
            <a:pPr marL="96838" indent="0">
              <a:buFont typeface="Arial" panose="020B0604020202020204" pitchFamily="34" charset="0"/>
              <a:buNone/>
            </a:pPr>
            <a:r>
              <a:rPr lang="ja-JP" altLang="en-US" sz="1000" dirty="0"/>
              <a:t>    </a:t>
            </a:r>
            <a:r>
              <a:rPr lang="en-US" altLang="ja-JP" sz="1000" dirty="0"/>
              <a:t>public void introduce() {</a:t>
            </a:r>
          </a:p>
          <a:p>
            <a:pPr marL="96838" indent="0">
              <a:buFont typeface="Arial" panose="020B0604020202020204" pitchFamily="34" charset="0"/>
              <a:buNone/>
            </a:pPr>
            <a:r>
              <a:rPr lang="en-US" altLang="ja-JP" sz="1000" dirty="0"/>
              <a:t>        </a:t>
            </a:r>
            <a:r>
              <a:rPr lang="en-US" altLang="ja-JP" sz="1000" dirty="0" err="1"/>
              <a:t>System.out.println</a:t>
            </a:r>
            <a:r>
              <a:rPr lang="en-US" altLang="ja-JP" sz="1000" dirty="0"/>
              <a:t>(comment);</a:t>
            </a:r>
          </a:p>
          <a:p>
            <a:pPr marL="96838" indent="0">
              <a:buFont typeface="Arial" panose="020B0604020202020204" pitchFamily="34" charset="0"/>
              <a:buNone/>
            </a:pPr>
            <a:r>
              <a:rPr lang="en-US" altLang="ja-JP" sz="1000" dirty="0"/>
              <a:t>        </a:t>
            </a:r>
            <a:r>
              <a:rPr lang="en-US" altLang="ja-JP" sz="1000" dirty="0" err="1"/>
              <a:t>System.out.println</a:t>
            </a:r>
            <a:r>
              <a:rPr lang="en-US" altLang="ja-JP" sz="1000" dirty="0"/>
              <a:t>("PHP</a:t>
            </a:r>
            <a:r>
              <a:rPr lang="ja-JP" altLang="en-US" sz="1000" dirty="0"/>
              <a:t>の勉強をします。</a:t>
            </a:r>
            <a:r>
              <a:rPr lang="en-US" altLang="ja-JP" sz="1000" dirty="0"/>
              <a:t>");</a:t>
            </a:r>
          </a:p>
          <a:p>
            <a:pPr marL="96838" indent="0">
              <a:buFont typeface="Arial" panose="020B0604020202020204" pitchFamily="34" charset="0"/>
              <a:buNone/>
            </a:pPr>
            <a:r>
              <a:rPr lang="en-US" altLang="ja-JP" sz="1000" dirty="0"/>
              <a:t>    }</a:t>
            </a:r>
          </a:p>
          <a:p>
            <a:pPr marL="96838" indent="0">
              <a:buFont typeface="Arial" panose="020B0604020202020204" pitchFamily="34" charset="0"/>
              <a:buNone/>
            </a:pPr>
            <a:r>
              <a:rPr lang="en-US" altLang="ja-JP" sz="1000" dirty="0"/>
              <a:t>    void </a:t>
            </a:r>
            <a:r>
              <a:rPr lang="en-US" altLang="ja-JP" sz="1000" dirty="0" err="1"/>
              <a:t>learnPhp</a:t>
            </a:r>
            <a:r>
              <a:rPr lang="en-US" altLang="ja-JP" sz="1000" dirty="0"/>
              <a:t>(String subject) {</a:t>
            </a:r>
          </a:p>
          <a:p>
            <a:pPr marL="96838" indent="0">
              <a:buFont typeface="Arial" panose="020B0604020202020204" pitchFamily="34" charset="0"/>
              <a:buNone/>
            </a:pPr>
            <a:r>
              <a:rPr lang="en-US" altLang="ja-JP" sz="1000" dirty="0"/>
              <a:t>        </a:t>
            </a:r>
            <a:r>
              <a:rPr lang="en-US" altLang="ja-JP" sz="1000" dirty="0" err="1"/>
              <a:t>System.out.println</a:t>
            </a:r>
            <a:r>
              <a:rPr lang="en-US" altLang="ja-JP" sz="1000" dirty="0"/>
              <a:t>("</a:t>
            </a:r>
            <a:r>
              <a:rPr lang="ja-JP" altLang="en-US" sz="1000" dirty="0"/>
              <a:t>今日は</a:t>
            </a:r>
            <a:r>
              <a:rPr lang="en-US" altLang="ja-JP" sz="1000" dirty="0" err="1"/>
              <a:t>Php</a:t>
            </a:r>
            <a:r>
              <a:rPr lang="ja-JP" altLang="en-US" sz="1000" dirty="0"/>
              <a:t>の</a:t>
            </a:r>
            <a:r>
              <a:rPr lang="en-US" altLang="ja-JP" sz="1000" dirty="0"/>
              <a:t>" + subject +</a:t>
            </a:r>
          </a:p>
          <a:p>
            <a:pPr marL="96838" indent="0">
              <a:buFont typeface="Arial" panose="020B0604020202020204" pitchFamily="34" charset="0"/>
              <a:buNone/>
            </a:pPr>
            <a:r>
              <a:rPr lang="en-US" altLang="ja-JP" sz="1000" dirty="0"/>
              <a:t>                                     "</a:t>
            </a:r>
            <a:r>
              <a:rPr lang="ja-JP" altLang="en-US" sz="1000" dirty="0"/>
              <a:t>を学習します</a:t>
            </a:r>
            <a:r>
              <a:rPr lang="en-US" altLang="ja-JP" sz="1000" dirty="0"/>
              <a:t>");</a:t>
            </a:r>
          </a:p>
          <a:p>
            <a:pPr marL="96838" indent="0">
              <a:buFont typeface="Arial" panose="020B0604020202020204" pitchFamily="34" charset="0"/>
              <a:buNone/>
            </a:pPr>
            <a:r>
              <a:rPr lang="en-US" altLang="ja-JP" sz="1000" dirty="0"/>
              <a:t>    }</a:t>
            </a:r>
          </a:p>
          <a:p>
            <a:pPr marL="96838" indent="0">
              <a:buFont typeface="Arial" panose="020B0604020202020204" pitchFamily="34" charset="0"/>
              <a:buNone/>
            </a:pPr>
            <a:r>
              <a:rPr lang="en-US" altLang="ja-JP" sz="1000" dirty="0"/>
              <a:t>}</a:t>
            </a:r>
          </a:p>
        </p:txBody>
      </p:sp>
    </p:spTree>
    <p:extLst>
      <p:ext uri="{BB962C8B-B14F-4D97-AF65-F5344CB8AC3E}">
        <p14:creationId xmlns:p14="http://schemas.microsoft.com/office/powerpoint/2010/main" val="2430396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61C0CC1E-BC6C-44BD-B418-DA829116E537}"/>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9C12B630-5626-4346-8946-72FBF2065713}"/>
              </a:ext>
            </a:extLst>
          </p:cNvPr>
          <p:cNvSpPr>
            <a:spLocks noGrp="1"/>
          </p:cNvSpPr>
          <p:nvPr>
            <p:ph type="ctrTitle"/>
          </p:nvPr>
        </p:nvSpPr>
        <p:spPr/>
        <p:txBody>
          <a:bodyPr/>
          <a:lstStyle/>
          <a:p>
            <a:r>
              <a:rPr lang="ja-JP" altLang="ja-JP" dirty="0"/>
              <a:t>より抽象的なもの</a:t>
            </a:r>
            <a:endParaRPr kumimoji="1" lang="ja-JP" altLang="en-US" dirty="0"/>
          </a:p>
        </p:txBody>
      </p:sp>
      <p:sp>
        <p:nvSpPr>
          <p:cNvPr id="4" name="スライド番号プレースホルダー 3">
            <a:extLst>
              <a:ext uri="{FF2B5EF4-FFF2-40B4-BE49-F238E27FC236}">
                <a16:creationId xmlns:a16="http://schemas.microsoft.com/office/drawing/2014/main" id="{F7731D57-1A46-4779-94B3-E236C9E62DAD}"/>
              </a:ext>
            </a:extLst>
          </p:cNvPr>
          <p:cNvSpPr>
            <a:spLocks noGrp="1"/>
          </p:cNvSpPr>
          <p:nvPr>
            <p:ph type="sldNum" sz="quarter" idx="4"/>
          </p:nvPr>
        </p:nvSpPr>
        <p:spPr/>
        <p:txBody>
          <a:bodyPr/>
          <a:lstStyle/>
          <a:p>
            <a:fld id="{00000000-1234-1234-1234-123412341234}" type="slidenum">
              <a:rPr lang="en" smtClean="0"/>
              <a:pPr/>
              <a:t>10</a:t>
            </a:fld>
            <a:endParaRPr lang="en" dirty="0"/>
          </a:p>
        </p:txBody>
      </p:sp>
      <p:sp>
        <p:nvSpPr>
          <p:cNvPr id="5" name="テキスト プレースホルダー 4">
            <a:extLst>
              <a:ext uri="{FF2B5EF4-FFF2-40B4-BE49-F238E27FC236}">
                <a16:creationId xmlns:a16="http://schemas.microsoft.com/office/drawing/2014/main" id="{A2F9C608-6A87-46A5-A1F9-4A1E5C7619D6}"/>
              </a:ext>
            </a:extLst>
          </p:cNvPr>
          <p:cNvSpPr>
            <a:spLocks noGrp="1"/>
          </p:cNvSpPr>
          <p:nvPr>
            <p:ph type="body" sz="quarter" idx="14"/>
          </p:nvPr>
        </p:nvSpPr>
        <p:spPr>
          <a:xfrm>
            <a:off x="462875" y="859491"/>
            <a:ext cx="8216900" cy="1370091"/>
          </a:xfrm>
        </p:spPr>
        <p:txBody>
          <a:bodyPr/>
          <a:lstStyle/>
          <a:p>
            <a:pPr marL="96838" indent="0">
              <a:buNone/>
            </a:pPr>
            <a:r>
              <a:rPr kumimoji="1" lang="ja-JP" altLang="en-US" dirty="0"/>
              <a:t>抽象クラスの中でもより抽象的で、抽象メソッドしか持っていないものを</a:t>
            </a:r>
            <a:br>
              <a:rPr kumimoji="1" lang="ja-JP" altLang="en-US" dirty="0"/>
            </a:br>
            <a:r>
              <a:rPr kumimoji="1" lang="ja-JP" altLang="en-US" dirty="0"/>
              <a:t>インタフェースというクラスの親戚みたいなもので記載することができます。</a:t>
            </a:r>
          </a:p>
          <a:p>
            <a:pPr marL="96838" indent="0">
              <a:buNone/>
            </a:pPr>
            <a:r>
              <a:rPr kumimoji="1" lang="ja-JP" altLang="en-US" dirty="0"/>
              <a:t>インタフェースは特徴があります。覚えましょう。</a:t>
            </a:r>
          </a:p>
          <a:p>
            <a:pPr marL="795338" lvl="1" indent="-342900">
              <a:buFont typeface="+mj-lt"/>
              <a:buAutoNum type="arabicPeriod"/>
            </a:pPr>
            <a:r>
              <a:rPr kumimoji="1" lang="ja-JP" altLang="en-US" b="1" dirty="0">
                <a:solidFill>
                  <a:schemeClr val="tx2"/>
                </a:solidFill>
              </a:rPr>
              <a:t>抽象メソッドしか定義できません。</a:t>
            </a:r>
          </a:p>
          <a:p>
            <a:pPr marL="795338" lvl="1" indent="-342900">
              <a:buFont typeface="+mj-lt"/>
              <a:buAutoNum type="arabicPeriod"/>
            </a:pPr>
            <a:r>
              <a:rPr kumimoji="1" lang="ja-JP" altLang="en-US" b="1" dirty="0">
                <a:solidFill>
                  <a:schemeClr val="tx2"/>
                </a:solidFill>
              </a:rPr>
              <a:t>フィールドは定数のみ記述が許されています。</a:t>
            </a:r>
          </a:p>
        </p:txBody>
      </p:sp>
      <p:sp>
        <p:nvSpPr>
          <p:cNvPr id="6" name="テキスト プレースホルダー 4">
            <a:extLst>
              <a:ext uri="{FF2B5EF4-FFF2-40B4-BE49-F238E27FC236}">
                <a16:creationId xmlns:a16="http://schemas.microsoft.com/office/drawing/2014/main" id="{17E26B0D-4309-4529-8CD2-2FE5CF4FAC6E}"/>
              </a:ext>
            </a:extLst>
          </p:cNvPr>
          <p:cNvSpPr txBox="1">
            <a:spLocks/>
          </p:cNvSpPr>
          <p:nvPr/>
        </p:nvSpPr>
        <p:spPr>
          <a:xfrm>
            <a:off x="1329015" y="3128576"/>
            <a:ext cx="6484620" cy="1484463"/>
          </a:xfrm>
          <a:prstGeom prst="rect">
            <a:avLst/>
          </a:prstGeom>
          <a:solidFill>
            <a:schemeClr val="bg1"/>
          </a:solidFill>
          <a:ln>
            <a:solidFill>
              <a:schemeClr val="accent1"/>
            </a:solidFill>
          </a:ln>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200" dirty="0"/>
              <a:t>public </a:t>
            </a:r>
            <a:r>
              <a:rPr lang="en-US" altLang="ja-JP" sz="1200" dirty="0">
                <a:solidFill>
                  <a:schemeClr val="tx2"/>
                </a:solidFill>
              </a:rPr>
              <a:t>interface</a:t>
            </a:r>
            <a:r>
              <a:rPr lang="en-US" altLang="ja-JP" sz="1200" dirty="0"/>
              <a:t> Student {</a:t>
            </a:r>
          </a:p>
          <a:p>
            <a:pPr marL="96838" indent="0">
              <a:buFont typeface="Arial" panose="020B0604020202020204" pitchFamily="34" charset="0"/>
              <a:buNone/>
            </a:pPr>
            <a:r>
              <a:rPr lang="en-US" altLang="ja-JP" sz="1200" dirty="0"/>
              <a:t>	// </a:t>
            </a:r>
            <a:r>
              <a:rPr lang="ja-JP" altLang="en-US" sz="1200" dirty="0"/>
              <a:t>フィールド</a:t>
            </a:r>
          </a:p>
          <a:p>
            <a:pPr marL="96838" indent="0">
              <a:buFont typeface="Arial" panose="020B0604020202020204" pitchFamily="34" charset="0"/>
              <a:buNone/>
            </a:pPr>
            <a:r>
              <a:rPr lang="ja-JP" altLang="en-US" sz="1200" dirty="0"/>
              <a:t>	</a:t>
            </a:r>
            <a:r>
              <a:rPr lang="en-US" altLang="ja-JP" sz="1200" dirty="0">
                <a:solidFill>
                  <a:schemeClr val="tx2"/>
                </a:solidFill>
              </a:rPr>
              <a:t>String COMMENT</a:t>
            </a:r>
            <a:r>
              <a:rPr lang="en-US" altLang="ja-JP" sz="1200" dirty="0"/>
              <a:t> = "</a:t>
            </a:r>
            <a:r>
              <a:rPr lang="ja-JP" altLang="en-US" sz="1200" dirty="0"/>
              <a:t>今日からよろしくお願いします！</a:t>
            </a:r>
            <a:r>
              <a:rPr lang="en-US" altLang="ja-JP" sz="1200" dirty="0"/>
              <a:t>";</a:t>
            </a:r>
          </a:p>
          <a:p>
            <a:pPr marL="96838" indent="0">
              <a:buFont typeface="Arial" panose="020B0604020202020204" pitchFamily="34" charset="0"/>
              <a:buNone/>
            </a:pPr>
            <a:r>
              <a:rPr lang="en-US" altLang="ja-JP" sz="1200" dirty="0"/>
              <a:t>	// </a:t>
            </a:r>
            <a:r>
              <a:rPr lang="ja-JP" altLang="en-US" sz="1200" dirty="0"/>
              <a:t>メソッド</a:t>
            </a:r>
          </a:p>
          <a:p>
            <a:pPr marL="96838" indent="0">
              <a:buFont typeface="Arial" panose="020B0604020202020204" pitchFamily="34" charset="0"/>
              <a:buNone/>
            </a:pPr>
            <a:r>
              <a:rPr lang="ja-JP" altLang="en-US" sz="1200" dirty="0"/>
              <a:t>	</a:t>
            </a:r>
            <a:r>
              <a:rPr lang="en-US" altLang="ja-JP" sz="1200" dirty="0">
                <a:solidFill>
                  <a:schemeClr val="tx2"/>
                </a:solidFill>
              </a:rPr>
              <a:t>void introduce();</a:t>
            </a:r>
          </a:p>
          <a:p>
            <a:pPr marL="96838" indent="0">
              <a:buFont typeface="Arial" panose="020B0604020202020204" pitchFamily="34" charset="0"/>
              <a:buNone/>
            </a:pPr>
            <a:r>
              <a:rPr lang="en-US" altLang="ja-JP" sz="1200" dirty="0"/>
              <a:t>}</a:t>
            </a:r>
          </a:p>
        </p:txBody>
      </p:sp>
      <p:sp>
        <p:nvSpPr>
          <p:cNvPr id="7" name="テキスト プレースホルダー 4">
            <a:extLst>
              <a:ext uri="{FF2B5EF4-FFF2-40B4-BE49-F238E27FC236}">
                <a16:creationId xmlns:a16="http://schemas.microsoft.com/office/drawing/2014/main" id="{5305D873-7A4A-46FC-8C8D-53578AB2C64C}"/>
              </a:ext>
            </a:extLst>
          </p:cNvPr>
          <p:cNvSpPr txBox="1">
            <a:spLocks/>
          </p:cNvSpPr>
          <p:nvPr/>
        </p:nvSpPr>
        <p:spPr>
          <a:xfrm>
            <a:off x="533400" y="2229582"/>
            <a:ext cx="8216900" cy="61722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これまで使用していた</a:t>
            </a:r>
            <a:r>
              <a:rPr lang="en-US" altLang="ja-JP" dirty="0"/>
              <a:t>class</a:t>
            </a:r>
            <a:r>
              <a:rPr lang="ja-JP" altLang="en-US" dirty="0"/>
              <a:t>ではなく</a:t>
            </a:r>
            <a:r>
              <a:rPr lang="en-US" altLang="ja-JP" dirty="0"/>
              <a:t>interface</a:t>
            </a:r>
            <a:r>
              <a:rPr lang="ja-JP" altLang="en-US" dirty="0"/>
              <a:t>という記述で作成できます。</a:t>
            </a:r>
          </a:p>
          <a:p>
            <a:pPr marL="96838" indent="0">
              <a:buFont typeface="Arial" panose="020B0604020202020204" pitchFamily="34" charset="0"/>
              <a:buNone/>
            </a:pPr>
            <a:r>
              <a:rPr lang="ja-JP" altLang="en-US" dirty="0"/>
              <a:t>また、抽象メソッドを</a:t>
            </a:r>
            <a:r>
              <a:rPr lang="en-US" altLang="ja-JP" dirty="0"/>
              <a:t>public abstract</a:t>
            </a:r>
            <a:r>
              <a:rPr lang="ja-JP" altLang="en-US" dirty="0"/>
              <a:t>を省略して書くこともできます。</a:t>
            </a:r>
            <a:endParaRPr lang="en-US" altLang="ja-JP" dirty="0"/>
          </a:p>
          <a:p>
            <a:pPr marL="96838" indent="0">
              <a:buFont typeface="Arial" panose="020B0604020202020204" pitchFamily="34" charset="0"/>
              <a:buNone/>
            </a:pPr>
            <a:r>
              <a:rPr lang="ja-JP" altLang="en-US" dirty="0"/>
              <a:t>同じく、フィールドの</a:t>
            </a:r>
            <a:r>
              <a:rPr lang="en-US" altLang="ja-JP" dirty="0"/>
              <a:t>final</a:t>
            </a:r>
            <a:r>
              <a:rPr lang="ja-JP" altLang="en-US" dirty="0"/>
              <a:t>も省略できます。</a:t>
            </a:r>
          </a:p>
        </p:txBody>
      </p:sp>
      <p:sp>
        <p:nvSpPr>
          <p:cNvPr id="9" name="吹き出し: 角を丸めた四角形 8">
            <a:extLst>
              <a:ext uri="{FF2B5EF4-FFF2-40B4-BE49-F238E27FC236}">
                <a16:creationId xmlns:a16="http://schemas.microsoft.com/office/drawing/2014/main" id="{C9DFE2D8-0D94-44B0-860E-7BF2B538024A}"/>
              </a:ext>
            </a:extLst>
          </p:cNvPr>
          <p:cNvSpPr/>
          <p:nvPr/>
        </p:nvSpPr>
        <p:spPr>
          <a:xfrm>
            <a:off x="4125468" y="3938833"/>
            <a:ext cx="2850777" cy="607251"/>
          </a:xfrm>
          <a:prstGeom prst="wedgeRoundRectCallout">
            <a:avLst>
              <a:gd name="adj1" fmla="val -72973"/>
              <a:gd name="adj2" fmla="val -4071"/>
              <a:gd name="adj3" fmla="val 16667"/>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solidFill>
              </a:rPr>
              <a:t>省略されているが実際は↓</a:t>
            </a:r>
            <a:endParaRPr kumimoji="1" lang="en-US" altLang="ja-JP" sz="1200" dirty="0">
              <a:solidFill>
                <a:schemeClr val="tx1"/>
              </a:solidFill>
            </a:endParaRPr>
          </a:p>
          <a:p>
            <a:r>
              <a:rPr kumimoji="1" lang="en-US" altLang="ja-JP" sz="1200" dirty="0">
                <a:solidFill>
                  <a:schemeClr val="tx1"/>
                </a:solidFill>
              </a:rPr>
              <a:t>public abstract void introduce();</a:t>
            </a:r>
            <a:endParaRPr kumimoji="1" lang="ja-JP" altLang="en-US" sz="1200" dirty="0">
              <a:solidFill>
                <a:schemeClr val="tx1"/>
              </a:solidFill>
            </a:endParaRPr>
          </a:p>
        </p:txBody>
      </p:sp>
      <p:sp>
        <p:nvSpPr>
          <p:cNvPr id="10" name="吹き出し: 角を丸めた四角形 9">
            <a:extLst>
              <a:ext uri="{FF2B5EF4-FFF2-40B4-BE49-F238E27FC236}">
                <a16:creationId xmlns:a16="http://schemas.microsoft.com/office/drawing/2014/main" id="{36B1C3A7-2DC4-4936-80FC-032DBD3EFB38}"/>
              </a:ext>
            </a:extLst>
          </p:cNvPr>
          <p:cNvSpPr/>
          <p:nvPr/>
        </p:nvSpPr>
        <p:spPr>
          <a:xfrm>
            <a:off x="4689661" y="2796262"/>
            <a:ext cx="3824892" cy="607251"/>
          </a:xfrm>
          <a:prstGeom prst="wedgeRoundRectCallout">
            <a:avLst>
              <a:gd name="adj1" fmla="val -87229"/>
              <a:gd name="adj2" fmla="val 77194"/>
              <a:gd name="adj3" fmla="val 16667"/>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solidFill>
              </a:rPr>
              <a:t>省略されているが実際は↓</a:t>
            </a:r>
            <a:endParaRPr kumimoji="1" lang="en-US" altLang="ja-JP" sz="1200" dirty="0">
              <a:solidFill>
                <a:schemeClr val="tx1"/>
              </a:solidFill>
            </a:endParaRPr>
          </a:p>
          <a:p>
            <a:r>
              <a:rPr kumimoji="1" lang="en-US" altLang="ja-JP" sz="1200" dirty="0">
                <a:solidFill>
                  <a:schemeClr val="tx1"/>
                </a:solidFill>
              </a:rPr>
              <a:t>public static final String COMMENT = “</a:t>
            </a:r>
            <a:r>
              <a:rPr kumimoji="1" lang="ja-JP" altLang="en-US" sz="1200" dirty="0">
                <a:solidFill>
                  <a:schemeClr val="tx1"/>
                </a:solidFill>
              </a:rPr>
              <a:t>～～～</a:t>
            </a:r>
            <a:r>
              <a:rPr kumimoji="1" lang="en-US" altLang="ja-JP" sz="1200" dirty="0">
                <a:solidFill>
                  <a:schemeClr val="tx1"/>
                </a:solidFill>
              </a:rPr>
              <a:t>”;</a:t>
            </a:r>
          </a:p>
        </p:txBody>
      </p:sp>
    </p:spTree>
    <p:extLst>
      <p:ext uri="{BB962C8B-B14F-4D97-AF65-F5344CB8AC3E}">
        <p14:creationId xmlns:p14="http://schemas.microsoft.com/office/powerpoint/2010/main" val="2092557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8FA1980-7823-447E-9915-C1ACB3FEC7F4}"/>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7D8E6E7E-E819-4301-AB90-D1B730D07DB8}"/>
              </a:ext>
            </a:extLst>
          </p:cNvPr>
          <p:cNvSpPr>
            <a:spLocks noGrp="1"/>
          </p:cNvSpPr>
          <p:nvPr>
            <p:ph type="ctrTitle"/>
          </p:nvPr>
        </p:nvSpPr>
        <p:spPr/>
        <p:txBody>
          <a:bodyPr/>
          <a:lstStyle/>
          <a:p>
            <a:r>
              <a:rPr lang="ja-JP" altLang="ja-JP" dirty="0"/>
              <a:t>インタフェースの実装</a:t>
            </a:r>
            <a:endParaRPr kumimoji="1" lang="ja-JP" altLang="en-US" dirty="0"/>
          </a:p>
        </p:txBody>
      </p:sp>
      <p:sp>
        <p:nvSpPr>
          <p:cNvPr id="4" name="スライド番号プレースホルダー 3">
            <a:extLst>
              <a:ext uri="{FF2B5EF4-FFF2-40B4-BE49-F238E27FC236}">
                <a16:creationId xmlns:a16="http://schemas.microsoft.com/office/drawing/2014/main" id="{B921EA6E-6701-443E-B072-17AF5BC4FA4B}"/>
              </a:ext>
            </a:extLst>
          </p:cNvPr>
          <p:cNvSpPr>
            <a:spLocks noGrp="1"/>
          </p:cNvSpPr>
          <p:nvPr>
            <p:ph type="sldNum" sz="quarter" idx="4"/>
          </p:nvPr>
        </p:nvSpPr>
        <p:spPr/>
        <p:txBody>
          <a:bodyPr/>
          <a:lstStyle/>
          <a:p>
            <a:fld id="{00000000-1234-1234-1234-123412341234}" type="slidenum">
              <a:rPr lang="en" smtClean="0"/>
              <a:pPr/>
              <a:t>11</a:t>
            </a:fld>
            <a:endParaRPr lang="en" dirty="0"/>
          </a:p>
        </p:txBody>
      </p:sp>
      <p:sp>
        <p:nvSpPr>
          <p:cNvPr id="5" name="テキスト プレースホルダー 4">
            <a:extLst>
              <a:ext uri="{FF2B5EF4-FFF2-40B4-BE49-F238E27FC236}">
                <a16:creationId xmlns:a16="http://schemas.microsoft.com/office/drawing/2014/main" id="{EE252208-B370-41F9-B76C-E8E90FE44219}"/>
              </a:ext>
            </a:extLst>
          </p:cNvPr>
          <p:cNvSpPr>
            <a:spLocks noGrp="1"/>
          </p:cNvSpPr>
          <p:nvPr>
            <p:ph type="body" sz="quarter" idx="14"/>
          </p:nvPr>
        </p:nvSpPr>
        <p:spPr/>
        <p:txBody>
          <a:bodyPr/>
          <a:lstStyle/>
          <a:p>
            <a:pPr marL="96838" indent="0">
              <a:buNone/>
            </a:pPr>
            <a:r>
              <a:rPr kumimoji="1" lang="ja-JP" altLang="en-US" dirty="0"/>
              <a:t>抽象クラスは</a:t>
            </a:r>
            <a:r>
              <a:rPr kumimoji="1" lang="en-US" altLang="ja-JP" dirty="0"/>
              <a:t>extends</a:t>
            </a:r>
            <a:r>
              <a:rPr kumimoji="1" lang="ja-JP" altLang="en-US" dirty="0"/>
              <a:t>で</a:t>
            </a:r>
            <a:r>
              <a:rPr kumimoji="1" lang="ja-JP" altLang="en-US" b="1" dirty="0">
                <a:solidFill>
                  <a:schemeClr val="tx2"/>
                </a:solidFill>
              </a:rPr>
              <a:t>継承</a:t>
            </a:r>
            <a:r>
              <a:rPr kumimoji="1" lang="ja-JP" altLang="en-US" dirty="0"/>
              <a:t>してオーバーライドを行いました。</a:t>
            </a:r>
          </a:p>
          <a:p>
            <a:pPr marL="96838" indent="0">
              <a:buNone/>
            </a:pPr>
            <a:r>
              <a:rPr kumimoji="1" lang="en-US" altLang="ja-JP" dirty="0"/>
              <a:t>interface</a:t>
            </a:r>
            <a:r>
              <a:rPr kumimoji="1" lang="ja-JP" altLang="en-US" dirty="0"/>
              <a:t>の場合は、</a:t>
            </a:r>
            <a:r>
              <a:rPr kumimoji="1" lang="en-US" altLang="ja-JP" b="1" dirty="0">
                <a:solidFill>
                  <a:schemeClr val="accent1"/>
                </a:solidFill>
              </a:rPr>
              <a:t>implements</a:t>
            </a:r>
            <a:r>
              <a:rPr kumimoji="1" lang="ja-JP" altLang="en-US" dirty="0"/>
              <a:t>というキーワードを使い</a:t>
            </a:r>
            <a:r>
              <a:rPr kumimoji="1" lang="ja-JP" altLang="en-US" b="1" dirty="0">
                <a:solidFill>
                  <a:schemeClr val="tx2"/>
                </a:solidFill>
              </a:rPr>
              <a:t>実装</a:t>
            </a:r>
            <a:r>
              <a:rPr kumimoji="1" lang="ja-JP" altLang="en-US" dirty="0"/>
              <a:t>し、オーバーライドを行います。</a:t>
            </a:r>
          </a:p>
          <a:p>
            <a:pPr marL="96838" indent="0">
              <a:buNone/>
            </a:pPr>
            <a:r>
              <a:rPr kumimoji="1" lang="ja-JP" altLang="en-US" dirty="0"/>
              <a:t>書き方は以下の通りです。</a:t>
            </a:r>
          </a:p>
          <a:p>
            <a:pPr marL="96838" indent="0">
              <a:buNone/>
            </a:pPr>
            <a:endParaRPr kumimoji="1" lang="ja-JP" altLang="en-US" dirty="0"/>
          </a:p>
          <a:p>
            <a:pPr marL="96838" indent="0">
              <a:buNone/>
            </a:pPr>
            <a:r>
              <a:rPr kumimoji="1" lang="ja-JP" altLang="en-US" b="1" dirty="0">
                <a:solidFill>
                  <a:schemeClr val="accent1"/>
                </a:solidFill>
              </a:rPr>
              <a:t>アクセス修飾子 </a:t>
            </a:r>
            <a:r>
              <a:rPr kumimoji="1" lang="en-US" altLang="ja-JP" b="1" dirty="0">
                <a:solidFill>
                  <a:schemeClr val="accent1"/>
                </a:solidFill>
              </a:rPr>
              <a:t>class </a:t>
            </a:r>
            <a:r>
              <a:rPr kumimoji="1" lang="ja-JP" altLang="en-US" b="1" dirty="0">
                <a:solidFill>
                  <a:schemeClr val="accent1"/>
                </a:solidFill>
              </a:rPr>
              <a:t>クラス名 </a:t>
            </a:r>
            <a:r>
              <a:rPr kumimoji="1" lang="en-US" altLang="ja-JP" b="1" dirty="0">
                <a:solidFill>
                  <a:schemeClr val="accent1"/>
                </a:solidFill>
              </a:rPr>
              <a:t>implements </a:t>
            </a:r>
            <a:r>
              <a:rPr kumimoji="1" lang="ja-JP" altLang="en-US" b="1" dirty="0">
                <a:solidFill>
                  <a:schemeClr val="accent1"/>
                </a:solidFill>
              </a:rPr>
              <a:t>インタフェース名</a:t>
            </a:r>
          </a:p>
          <a:p>
            <a:pPr marL="96838" indent="0">
              <a:buNone/>
            </a:pPr>
            <a:endParaRPr kumimoji="1" lang="ja-JP" altLang="en-US" dirty="0"/>
          </a:p>
          <a:p>
            <a:pPr marL="452438" lvl="1" indent="0">
              <a:buNone/>
            </a:pPr>
            <a:r>
              <a:rPr kumimoji="1" lang="en-US" altLang="ja-JP" dirty="0"/>
              <a:t>(</a:t>
            </a:r>
            <a:r>
              <a:rPr kumimoji="1" lang="ja-JP" altLang="en-US" dirty="0"/>
              <a:t>例</a:t>
            </a:r>
            <a:r>
              <a:rPr kumimoji="1" lang="en-US" altLang="ja-JP" dirty="0"/>
              <a:t>)</a:t>
            </a:r>
          </a:p>
          <a:p>
            <a:pPr marL="817563" lvl="2" indent="0">
              <a:buNone/>
            </a:pPr>
            <a:r>
              <a:rPr kumimoji="1" lang="en-US" altLang="ja-JP" b="1" dirty="0">
                <a:solidFill>
                  <a:schemeClr val="tx2"/>
                </a:solidFill>
              </a:rPr>
              <a:t>public class </a:t>
            </a:r>
            <a:r>
              <a:rPr kumimoji="1" lang="en-US" altLang="ja-JP" b="1" dirty="0" err="1">
                <a:solidFill>
                  <a:schemeClr val="tx2"/>
                </a:solidFill>
              </a:rPr>
              <a:t>JavaStudent</a:t>
            </a:r>
            <a:r>
              <a:rPr kumimoji="1" lang="en-US" altLang="ja-JP" b="1" dirty="0">
                <a:solidFill>
                  <a:schemeClr val="tx2"/>
                </a:solidFill>
              </a:rPr>
              <a:t> implements Student { </a:t>
            </a:r>
          </a:p>
          <a:p>
            <a:pPr marL="817563" lvl="2" indent="0">
              <a:buNone/>
            </a:pPr>
            <a:r>
              <a:rPr kumimoji="1" lang="en-US" altLang="ja-JP" b="1" dirty="0">
                <a:solidFill>
                  <a:schemeClr val="tx2"/>
                </a:solidFill>
              </a:rPr>
              <a:t>}</a:t>
            </a:r>
          </a:p>
          <a:p>
            <a:pPr marL="96838" indent="0">
              <a:buNone/>
            </a:pPr>
            <a:endParaRPr kumimoji="1" lang="en-US" altLang="ja-JP" dirty="0"/>
          </a:p>
          <a:p>
            <a:pPr marL="96838" indent="0">
              <a:buNone/>
            </a:pPr>
            <a:endParaRPr kumimoji="1" lang="ja-JP" altLang="en-US" dirty="0"/>
          </a:p>
        </p:txBody>
      </p:sp>
    </p:spTree>
    <p:extLst>
      <p:ext uri="{BB962C8B-B14F-4D97-AF65-F5344CB8AC3E}">
        <p14:creationId xmlns:p14="http://schemas.microsoft.com/office/powerpoint/2010/main" val="360899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553D529-CA2B-44E3-AE40-529878EB25EC}"/>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1719FC50-025D-41A0-B13D-8813F7A3D89E}"/>
              </a:ext>
            </a:extLst>
          </p:cNvPr>
          <p:cNvSpPr>
            <a:spLocks noGrp="1"/>
          </p:cNvSpPr>
          <p:nvPr>
            <p:ph type="ctrTitle"/>
          </p:nvPr>
        </p:nvSpPr>
        <p:spPr/>
        <p:txBody>
          <a:bodyPr/>
          <a:lstStyle/>
          <a:p>
            <a:r>
              <a:rPr lang="ja-JP" altLang="ja-JP" dirty="0"/>
              <a:t>インタフェースの実装</a:t>
            </a:r>
            <a:endParaRPr kumimoji="1" lang="ja-JP" altLang="en-US" dirty="0"/>
          </a:p>
        </p:txBody>
      </p:sp>
      <p:sp>
        <p:nvSpPr>
          <p:cNvPr id="4" name="スライド番号プレースホルダー 3">
            <a:extLst>
              <a:ext uri="{FF2B5EF4-FFF2-40B4-BE49-F238E27FC236}">
                <a16:creationId xmlns:a16="http://schemas.microsoft.com/office/drawing/2014/main" id="{3F357697-A81C-4E8C-BFB0-BD28779991FD}"/>
              </a:ext>
            </a:extLst>
          </p:cNvPr>
          <p:cNvSpPr>
            <a:spLocks noGrp="1"/>
          </p:cNvSpPr>
          <p:nvPr>
            <p:ph type="sldNum" sz="quarter" idx="4"/>
          </p:nvPr>
        </p:nvSpPr>
        <p:spPr/>
        <p:txBody>
          <a:bodyPr/>
          <a:lstStyle/>
          <a:p>
            <a:fld id="{00000000-1234-1234-1234-123412341234}" type="slidenum">
              <a:rPr lang="en" smtClean="0"/>
              <a:pPr/>
              <a:t>12</a:t>
            </a:fld>
            <a:endParaRPr lang="en" dirty="0"/>
          </a:p>
        </p:txBody>
      </p:sp>
      <p:sp>
        <p:nvSpPr>
          <p:cNvPr id="5" name="テキスト プレースホルダー 4">
            <a:extLst>
              <a:ext uri="{FF2B5EF4-FFF2-40B4-BE49-F238E27FC236}">
                <a16:creationId xmlns:a16="http://schemas.microsoft.com/office/drawing/2014/main" id="{2244E8A3-F648-4B7C-BD0C-260FE6A1C10D}"/>
              </a:ext>
            </a:extLst>
          </p:cNvPr>
          <p:cNvSpPr>
            <a:spLocks noGrp="1"/>
          </p:cNvSpPr>
          <p:nvPr>
            <p:ph type="body" sz="quarter" idx="14"/>
          </p:nvPr>
        </p:nvSpPr>
        <p:spPr/>
        <p:txBody>
          <a:bodyPr/>
          <a:lstStyle/>
          <a:p>
            <a:pPr marL="96838" indent="0">
              <a:buNone/>
            </a:pPr>
            <a:r>
              <a:rPr kumimoji="1" lang="ja-JP" altLang="en-US" dirty="0"/>
              <a:t>継承と実装の違いは、継承は単一継承で親と子が</a:t>
            </a:r>
            <a:r>
              <a:rPr kumimoji="1" lang="en-US" altLang="ja-JP" dirty="0"/>
              <a:t>1</a:t>
            </a:r>
            <a:r>
              <a:rPr kumimoji="1" lang="ja-JP" altLang="en-US" dirty="0"/>
              <a:t>対</a:t>
            </a:r>
            <a:r>
              <a:rPr kumimoji="1" lang="en-US" altLang="ja-JP" dirty="0"/>
              <a:t>1</a:t>
            </a:r>
            <a:r>
              <a:rPr kumimoji="1" lang="ja-JP" altLang="en-US" dirty="0"/>
              <a:t>になりましたが、実装は親を複数作ることができます。</a:t>
            </a:r>
            <a:r>
              <a:rPr kumimoji="1" lang="en-US" altLang="ja-JP" dirty="0"/>
              <a:t>(</a:t>
            </a:r>
            <a:r>
              <a:rPr kumimoji="1" lang="ja-JP" altLang="en-US" dirty="0"/>
              <a:t>多重実装</a:t>
            </a:r>
            <a:r>
              <a:rPr kumimoji="1" lang="en-US" altLang="ja-JP" dirty="0"/>
              <a:t>)</a:t>
            </a:r>
          </a:p>
          <a:p>
            <a:pPr marL="96838" indent="0">
              <a:buNone/>
            </a:pPr>
            <a:endParaRPr kumimoji="1" lang="en-US" altLang="ja-JP" dirty="0"/>
          </a:p>
          <a:p>
            <a:pPr marL="96838" indent="0">
              <a:buNone/>
            </a:pPr>
            <a:r>
              <a:rPr kumimoji="1" lang="ja-JP" altLang="en-US" b="1" dirty="0">
                <a:solidFill>
                  <a:schemeClr val="accent1"/>
                </a:solidFill>
              </a:rPr>
              <a:t>アクセス修飾子 </a:t>
            </a:r>
            <a:r>
              <a:rPr kumimoji="1" lang="en-US" altLang="ja-JP" b="1" dirty="0">
                <a:solidFill>
                  <a:schemeClr val="accent1"/>
                </a:solidFill>
              </a:rPr>
              <a:t>class </a:t>
            </a:r>
            <a:r>
              <a:rPr kumimoji="1" lang="ja-JP" altLang="en-US" b="1" dirty="0">
                <a:solidFill>
                  <a:schemeClr val="accent1"/>
                </a:solidFill>
              </a:rPr>
              <a:t>クラス名</a:t>
            </a:r>
          </a:p>
          <a:p>
            <a:pPr marL="96838" indent="0">
              <a:buNone/>
            </a:pPr>
            <a:r>
              <a:rPr kumimoji="1" lang="ja-JP" altLang="en-US" b="1" dirty="0">
                <a:solidFill>
                  <a:schemeClr val="accent1"/>
                </a:solidFill>
              </a:rPr>
              <a:t>　　　　　　  </a:t>
            </a:r>
            <a:r>
              <a:rPr kumimoji="1" lang="en-US" altLang="ja-JP" b="1" dirty="0">
                <a:solidFill>
                  <a:schemeClr val="accent1"/>
                </a:solidFill>
              </a:rPr>
              <a:t>implements </a:t>
            </a:r>
            <a:r>
              <a:rPr kumimoji="1" lang="ja-JP" altLang="en-US" b="1" dirty="0">
                <a:solidFill>
                  <a:schemeClr val="accent1"/>
                </a:solidFill>
              </a:rPr>
              <a:t>インタフェース名</a:t>
            </a:r>
            <a:r>
              <a:rPr kumimoji="1" lang="en-US" altLang="ja-JP" b="1" dirty="0">
                <a:solidFill>
                  <a:schemeClr val="accent1"/>
                </a:solidFill>
              </a:rPr>
              <a:t>1,</a:t>
            </a:r>
            <a:r>
              <a:rPr kumimoji="1" lang="ja-JP" altLang="en-US" b="1" dirty="0">
                <a:solidFill>
                  <a:schemeClr val="accent1"/>
                </a:solidFill>
              </a:rPr>
              <a:t>インタフェース名</a:t>
            </a:r>
            <a:r>
              <a:rPr kumimoji="1" lang="en-US" altLang="ja-JP" b="1" dirty="0">
                <a:solidFill>
                  <a:schemeClr val="accent1"/>
                </a:solidFill>
              </a:rPr>
              <a:t>2</a:t>
            </a:r>
          </a:p>
          <a:p>
            <a:pPr marL="96838" indent="0">
              <a:buNone/>
            </a:pPr>
            <a:endParaRPr kumimoji="1" lang="en-US" altLang="ja-JP" dirty="0"/>
          </a:p>
          <a:p>
            <a:pPr marL="452438" lvl="1" indent="0">
              <a:buNone/>
            </a:pPr>
            <a:r>
              <a:rPr kumimoji="1" lang="en-US" altLang="ja-JP" dirty="0"/>
              <a:t>(</a:t>
            </a:r>
            <a:r>
              <a:rPr kumimoji="1" lang="ja-JP" altLang="en-US" dirty="0"/>
              <a:t>例</a:t>
            </a:r>
            <a:r>
              <a:rPr kumimoji="1" lang="en-US" altLang="ja-JP" dirty="0"/>
              <a:t>)</a:t>
            </a:r>
          </a:p>
          <a:p>
            <a:pPr marL="817563" lvl="2" indent="0">
              <a:buNone/>
            </a:pPr>
            <a:r>
              <a:rPr kumimoji="1" lang="en-US" altLang="ja-JP" b="1" dirty="0">
                <a:solidFill>
                  <a:schemeClr val="tx2"/>
                </a:solidFill>
              </a:rPr>
              <a:t>public class </a:t>
            </a:r>
            <a:r>
              <a:rPr kumimoji="1" lang="en-US" altLang="ja-JP" b="1" dirty="0" err="1">
                <a:solidFill>
                  <a:schemeClr val="tx2"/>
                </a:solidFill>
              </a:rPr>
              <a:t>JavaStudent</a:t>
            </a:r>
            <a:r>
              <a:rPr kumimoji="1" lang="en-US" altLang="ja-JP" b="1" dirty="0">
                <a:solidFill>
                  <a:schemeClr val="tx2"/>
                </a:solidFill>
              </a:rPr>
              <a:t> implements Student, </a:t>
            </a:r>
            <a:r>
              <a:rPr kumimoji="1" lang="en-US" altLang="ja-JP" b="1" dirty="0" err="1">
                <a:solidFill>
                  <a:schemeClr val="tx2"/>
                </a:solidFill>
              </a:rPr>
              <a:t>NewEmployee</a:t>
            </a:r>
            <a:r>
              <a:rPr kumimoji="1" lang="en-US" altLang="ja-JP" b="1" dirty="0">
                <a:solidFill>
                  <a:schemeClr val="tx2"/>
                </a:solidFill>
              </a:rPr>
              <a:t> {</a:t>
            </a:r>
          </a:p>
          <a:p>
            <a:pPr marL="817563" lvl="2" indent="0">
              <a:buNone/>
            </a:pPr>
            <a:r>
              <a:rPr kumimoji="1" lang="en-US" altLang="ja-JP" b="1" dirty="0">
                <a:solidFill>
                  <a:schemeClr val="tx2"/>
                </a:solidFill>
              </a:rPr>
              <a:t>}</a:t>
            </a:r>
          </a:p>
          <a:p>
            <a:pPr marL="96838" indent="0">
              <a:buNone/>
            </a:pPr>
            <a:endParaRPr kumimoji="1" lang="ja-JP" altLang="en-US" dirty="0"/>
          </a:p>
        </p:txBody>
      </p:sp>
      <p:sp>
        <p:nvSpPr>
          <p:cNvPr id="6" name="吹き出し: 四角形 5">
            <a:extLst>
              <a:ext uri="{FF2B5EF4-FFF2-40B4-BE49-F238E27FC236}">
                <a16:creationId xmlns:a16="http://schemas.microsoft.com/office/drawing/2014/main" id="{78499EB8-8729-45A5-B71A-7B6DA54EEB65}"/>
              </a:ext>
            </a:extLst>
          </p:cNvPr>
          <p:cNvSpPr/>
          <p:nvPr/>
        </p:nvSpPr>
        <p:spPr>
          <a:xfrm>
            <a:off x="1936375" y="3485478"/>
            <a:ext cx="4421393" cy="798531"/>
          </a:xfrm>
          <a:prstGeom prst="wedgeRectCallout">
            <a:avLst>
              <a:gd name="adj1" fmla="val 24898"/>
              <a:gd name="adj2" fmla="val -122064"/>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Java</a:t>
            </a:r>
            <a:r>
              <a:rPr kumimoji="1" lang="ja-JP" altLang="en-US" sz="1400" dirty="0">
                <a:solidFill>
                  <a:schemeClr val="tx1"/>
                </a:solidFill>
              </a:rPr>
              <a:t>を学ぶ皆さんは</a:t>
            </a:r>
            <a:endParaRPr kumimoji="1" lang="en-US" altLang="ja-JP" sz="1400" dirty="0">
              <a:solidFill>
                <a:schemeClr val="tx1"/>
              </a:solidFill>
            </a:endParaRPr>
          </a:p>
          <a:p>
            <a:pPr algn="ctr"/>
            <a:r>
              <a:rPr kumimoji="1" lang="ja-JP" altLang="en-US" sz="1400" dirty="0">
                <a:solidFill>
                  <a:schemeClr val="tx1"/>
                </a:solidFill>
              </a:rPr>
              <a:t>「受講生」でもあり「新入社員」でもありますよね。</a:t>
            </a:r>
          </a:p>
        </p:txBody>
      </p:sp>
    </p:spTree>
    <p:extLst>
      <p:ext uri="{BB962C8B-B14F-4D97-AF65-F5344CB8AC3E}">
        <p14:creationId xmlns:p14="http://schemas.microsoft.com/office/powerpoint/2010/main" val="10525881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C49E228-9040-41BD-850A-53DCEF16F086}"/>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330077B5-BD01-4783-B4AA-22BEF0D1C698}"/>
              </a:ext>
            </a:extLst>
          </p:cNvPr>
          <p:cNvSpPr>
            <a:spLocks noGrp="1"/>
          </p:cNvSpPr>
          <p:nvPr>
            <p:ph type="ctrTitle"/>
          </p:nvPr>
        </p:nvSpPr>
        <p:spPr/>
        <p:txBody>
          <a:bodyPr/>
          <a:lstStyle/>
          <a:p>
            <a:r>
              <a:rPr lang="ja-JP" altLang="ja-JP" dirty="0"/>
              <a:t>高度な継承のまとめ</a:t>
            </a:r>
            <a:endParaRPr kumimoji="1" lang="ja-JP" altLang="en-US" dirty="0"/>
          </a:p>
        </p:txBody>
      </p:sp>
      <p:sp>
        <p:nvSpPr>
          <p:cNvPr id="4" name="スライド番号プレースホルダー 3">
            <a:extLst>
              <a:ext uri="{FF2B5EF4-FFF2-40B4-BE49-F238E27FC236}">
                <a16:creationId xmlns:a16="http://schemas.microsoft.com/office/drawing/2014/main" id="{237B3C5E-086F-406C-92D6-70BC2E4F2135}"/>
              </a:ext>
            </a:extLst>
          </p:cNvPr>
          <p:cNvSpPr>
            <a:spLocks noGrp="1"/>
          </p:cNvSpPr>
          <p:nvPr>
            <p:ph type="sldNum" sz="quarter" idx="4"/>
          </p:nvPr>
        </p:nvSpPr>
        <p:spPr/>
        <p:txBody>
          <a:bodyPr/>
          <a:lstStyle/>
          <a:p>
            <a:fld id="{00000000-1234-1234-1234-123412341234}" type="slidenum">
              <a:rPr lang="en" smtClean="0"/>
              <a:pPr/>
              <a:t>13</a:t>
            </a:fld>
            <a:endParaRPr lang="en" dirty="0"/>
          </a:p>
        </p:txBody>
      </p:sp>
      <p:sp>
        <p:nvSpPr>
          <p:cNvPr id="5" name="テキスト プレースホルダー 4">
            <a:extLst>
              <a:ext uri="{FF2B5EF4-FFF2-40B4-BE49-F238E27FC236}">
                <a16:creationId xmlns:a16="http://schemas.microsoft.com/office/drawing/2014/main" id="{B1D8D607-F4E5-4397-820F-736FF41DC082}"/>
              </a:ext>
            </a:extLst>
          </p:cNvPr>
          <p:cNvSpPr>
            <a:spLocks noGrp="1"/>
          </p:cNvSpPr>
          <p:nvPr>
            <p:ph type="body" sz="quarter" idx="14"/>
          </p:nvPr>
        </p:nvSpPr>
        <p:spPr/>
        <p:txBody>
          <a:bodyPr/>
          <a:lstStyle/>
          <a:p>
            <a:pPr marL="101600" indent="0">
              <a:buNone/>
            </a:pPr>
            <a:r>
              <a:rPr lang="ja-JP" altLang="en-US" dirty="0">
                <a:solidFill>
                  <a:schemeClr val="tx2"/>
                </a:solidFill>
              </a:rPr>
              <a:t>高度な継承とは何かについての理解</a:t>
            </a:r>
            <a:endParaRPr lang="en-US" altLang="ja-JP" dirty="0">
              <a:solidFill>
                <a:schemeClr val="tx2"/>
              </a:solidFill>
            </a:endParaRPr>
          </a:p>
          <a:p>
            <a:pPr marL="101600" indent="0">
              <a:buNone/>
            </a:pPr>
            <a:r>
              <a:rPr lang="ja-JP" altLang="en-US" dirty="0"/>
              <a:t>　　継承前提のクラスを作成して、プログラム作成のルールを決めてしまおうとする考え方や</a:t>
            </a:r>
            <a:endParaRPr lang="en-US" altLang="ja-JP" dirty="0"/>
          </a:p>
          <a:p>
            <a:pPr marL="101600" indent="0">
              <a:buNone/>
            </a:pPr>
            <a:r>
              <a:rPr lang="ja-JP" altLang="en-US" dirty="0"/>
              <a:t>　　手法のこと。</a:t>
            </a:r>
            <a:endParaRPr lang="en-US" altLang="ja-JP" dirty="0"/>
          </a:p>
          <a:p>
            <a:pPr marL="101600" indent="0">
              <a:buNone/>
            </a:pPr>
            <a:endParaRPr lang="en-US" altLang="ja-JP" dirty="0"/>
          </a:p>
          <a:p>
            <a:pPr marL="101600" indent="0">
              <a:buNone/>
            </a:pPr>
            <a:r>
              <a:rPr lang="ja-JP" altLang="en-US" dirty="0">
                <a:solidFill>
                  <a:schemeClr val="tx2"/>
                </a:solidFill>
              </a:rPr>
              <a:t>抽象クラスの利用と理解</a:t>
            </a:r>
            <a:endParaRPr lang="en-US" altLang="ja-JP" dirty="0">
              <a:solidFill>
                <a:schemeClr val="tx2"/>
              </a:solidFill>
            </a:endParaRPr>
          </a:p>
          <a:p>
            <a:pPr marL="101600" indent="0">
              <a:buNone/>
            </a:pPr>
            <a:r>
              <a:rPr lang="ja-JP" altLang="en-US" dirty="0"/>
              <a:t>　　継承を前提としているため、インスタンス化できないのが抽象クラス。</a:t>
            </a:r>
            <a:endParaRPr lang="en-US" altLang="ja-JP" dirty="0"/>
          </a:p>
          <a:p>
            <a:pPr marL="101600" indent="0">
              <a:buNone/>
            </a:pPr>
            <a:r>
              <a:rPr lang="ja-JP" altLang="en-US" dirty="0"/>
              <a:t>　　抽象クラスにはオーバーライドして使うことが前提の抽象メソッドが存在する。</a:t>
            </a:r>
            <a:endParaRPr lang="en-US" altLang="ja-JP" dirty="0"/>
          </a:p>
          <a:p>
            <a:pPr marL="101600" indent="0">
              <a:buNone/>
            </a:pPr>
            <a:endParaRPr lang="en-US" altLang="ja-JP" dirty="0"/>
          </a:p>
          <a:p>
            <a:pPr marL="101600" indent="0">
              <a:buNone/>
            </a:pPr>
            <a:r>
              <a:rPr lang="ja-JP" altLang="en-US" dirty="0">
                <a:solidFill>
                  <a:schemeClr val="tx2"/>
                </a:solidFill>
              </a:rPr>
              <a:t>インタフェースの利用と理解</a:t>
            </a:r>
            <a:endParaRPr lang="en-US" altLang="ja-JP" dirty="0">
              <a:solidFill>
                <a:schemeClr val="tx2"/>
              </a:solidFill>
            </a:endParaRPr>
          </a:p>
          <a:p>
            <a:pPr marL="101600" indent="0">
              <a:buNone/>
            </a:pPr>
            <a:r>
              <a:rPr lang="ja-JP" altLang="en-US" dirty="0"/>
              <a:t>　　インタフェースは</a:t>
            </a:r>
            <a:r>
              <a:rPr lang="en-US" altLang="ja-JP" dirty="0"/>
              <a:t>class</a:t>
            </a:r>
            <a:r>
              <a:rPr lang="ja-JP" altLang="en-US" dirty="0"/>
              <a:t>ではないため、継承が出来ない。そのため</a:t>
            </a:r>
            <a:r>
              <a:rPr lang="en-US" altLang="ja-JP" dirty="0"/>
              <a:t>extends</a:t>
            </a:r>
            <a:r>
              <a:rPr lang="ja-JP" altLang="en-US" dirty="0"/>
              <a:t>ではなく</a:t>
            </a:r>
            <a:r>
              <a:rPr lang="en-US" altLang="ja-JP" dirty="0"/>
              <a:t>implements</a:t>
            </a:r>
          </a:p>
          <a:p>
            <a:pPr marL="101600" indent="0">
              <a:buNone/>
            </a:pPr>
            <a:r>
              <a:rPr lang="ja-JP" altLang="en-US" dirty="0"/>
              <a:t>　　を利用して対象クラスに実装する。インタフェースはインスタンス化が出来ず、定数フィール</a:t>
            </a:r>
            <a:endParaRPr lang="en-US" altLang="ja-JP" dirty="0"/>
          </a:p>
          <a:p>
            <a:pPr marL="101600" indent="0">
              <a:buNone/>
            </a:pPr>
            <a:r>
              <a:rPr lang="ja-JP" altLang="en-US" dirty="0"/>
              <a:t>　　ドと抽象メソッドしか用意出来ないことに注意する。</a:t>
            </a:r>
            <a:endParaRPr lang="en-US" altLang="ja-JP" dirty="0"/>
          </a:p>
        </p:txBody>
      </p:sp>
    </p:spTree>
    <p:extLst>
      <p:ext uri="{BB962C8B-B14F-4D97-AF65-F5344CB8AC3E}">
        <p14:creationId xmlns:p14="http://schemas.microsoft.com/office/powerpoint/2010/main" val="31669137"/>
      </p:ext>
    </p:extLst>
  </p:cSld>
  <p:clrMapOvr>
    <a:masterClrMapping/>
  </p:clrMapOvr>
</p:sld>
</file>

<file path=ppt/theme/theme1.xml><?xml version="1.0" encoding="utf-8"?>
<a:theme xmlns:a="http://schemas.openxmlformats.org/drawingml/2006/main" name="template">
  <a:themeElements>
    <a:clrScheme name="ユーザー定義 2">
      <a:dk1>
        <a:sysClr val="windowText" lastClr="000000"/>
      </a:dk1>
      <a:lt1>
        <a:sysClr val="window" lastClr="FFFFFF"/>
      </a:lt1>
      <a:dk2>
        <a:srgbClr val="E10000"/>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954F72"/>
      </a:folHlink>
    </a:clrScheme>
    <a:fontScheme name="ユーザー定義 4">
      <a:majorFont>
        <a:latin typeface="MyricaM M"/>
        <a:ea typeface="BIZ UDゴシック"/>
        <a:cs typeface=""/>
      </a:majorFont>
      <a:minorFont>
        <a:latin typeface="MyricaM M"/>
        <a:ea typeface="BIZ UDゴシック"/>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3175">
          <a:solidFill>
            <a:schemeClr val="tx1"/>
          </a:solidFill>
        </a:ln>
      </a:spPr>
      <a:bodyPr rtlCol="0" anchor="ctr"/>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square" rtlCol="0">
        <a:noAutofit/>
      </a:bodyPr>
      <a:lstStyle>
        <a:defPPr algn="l">
          <a:defRPr kumimoji="1" sz="1400" baseline="0" dirty="0">
            <a:solidFill>
              <a:schemeClr val="tx1"/>
            </a:solidFill>
          </a:defRPr>
        </a:defPPr>
      </a:lstStyle>
    </a:txDef>
  </a:objectDefaults>
  <a:extraClrSchemeLst/>
  <a:extLst>
    <a:ext uri="{05A4C25C-085E-4340-85A3-A5531E510DB2}">
      <thm15:themeFamily xmlns:thm15="http://schemas.microsoft.com/office/thememl/2012/main" name="プレゼンテーション1" id="{F0295CA2-4D04-418E-9880-A080A4FA0EA6}" vid="{795711FB-1E41-4FEF-B680-294A3F6A0EB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Template>
  <TotalTime>2230</TotalTime>
  <Words>1570</Words>
  <Application>Microsoft Office PowerPoint</Application>
  <PresentationFormat>画面に合わせる (16:9)</PresentationFormat>
  <Paragraphs>188</Paragraphs>
  <Slides>14</Slides>
  <Notes>1</Notes>
  <HiddenSlides>1</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14</vt:i4>
      </vt:variant>
    </vt:vector>
  </HeadingPairs>
  <TitlesOfParts>
    <vt:vector size="21" baseType="lpstr">
      <vt:lpstr>Gill Sans Ultra Bold</vt:lpstr>
      <vt:lpstr>MyricaM M</vt:lpstr>
      <vt:lpstr>Arial</vt:lpstr>
      <vt:lpstr>Montserrat</vt:lpstr>
      <vt:lpstr>BIZ UDゴシック</vt:lpstr>
      <vt:lpstr>游ゴシック</vt:lpstr>
      <vt:lpstr>template</vt:lpstr>
      <vt:lpstr>改訂履歴</vt:lpstr>
      <vt:lpstr>高度な継承</vt:lpstr>
      <vt:lpstr>テキストの ゴール</vt:lpstr>
      <vt:lpstr>テキストの 流れ</vt:lpstr>
      <vt:lpstr>高度な継承とは</vt:lpstr>
      <vt:lpstr>複数人数での開発を想像する</vt:lpstr>
      <vt:lpstr>継承を利用した開発手法</vt:lpstr>
      <vt:lpstr>中身のないメソッドの作り方</vt:lpstr>
      <vt:lpstr>インスタンス生成させないための仕組み</vt:lpstr>
      <vt:lpstr>サンプルプログラム</vt:lpstr>
      <vt:lpstr>より抽象的なもの</vt:lpstr>
      <vt:lpstr>インタフェースの実装</vt:lpstr>
      <vt:lpstr>インタフェースの実装</vt:lpstr>
      <vt:lpstr>高度な継承のまとめ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営業サーバ</dc:creator>
  <cp:lastModifiedBy>a031-031</cp:lastModifiedBy>
  <cp:revision>33</cp:revision>
  <dcterms:created xsi:type="dcterms:W3CDTF">2020-11-26T07:05:51Z</dcterms:created>
  <dcterms:modified xsi:type="dcterms:W3CDTF">2025-03-19T07:54:10Z</dcterms:modified>
</cp:coreProperties>
</file>