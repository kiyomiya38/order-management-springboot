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15"/>
  </p:notesMasterIdLst>
  <p:handoutMasterIdLst>
    <p:handoutMasterId r:id="rId16"/>
  </p:handoutMasterIdLst>
  <p:sldIdLst>
    <p:sldId id="386" r:id="rId2"/>
    <p:sldId id="256" r:id="rId3"/>
    <p:sldId id="360" r:id="rId4"/>
    <p:sldId id="361" r:id="rId5"/>
    <p:sldId id="377" r:id="rId6"/>
    <p:sldId id="378" r:id="rId7"/>
    <p:sldId id="379" r:id="rId8"/>
    <p:sldId id="380" r:id="rId9"/>
    <p:sldId id="381" r:id="rId10"/>
    <p:sldId id="382" r:id="rId11"/>
    <p:sldId id="383" r:id="rId12"/>
    <p:sldId id="384" r:id="rId13"/>
    <p:sldId id="385" r:id="rId14"/>
  </p:sldIdLst>
  <p:sldSz cx="9144000" cy="5143500" type="screen16x9"/>
  <p:notesSz cx="6858000" cy="9144000"/>
  <p:embeddedFontLst>
    <p:embeddedFont>
      <p:font typeface="MyricaM M" panose="020B0600070205080204" charset="-128"/>
      <p:regular r:id="rId17"/>
    </p:embeddedFont>
    <p:embeddedFont>
      <p:font typeface="BIZ UDゴシック" panose="020B0400000000000000" pitchFamily="49" charset="-128"/>
      <p:regular r:id="rId18"/>
      <p:bold r:id="rId19"/>
    </p:embeddedFont>
    <p:embeddedFont>
      <p:font typeface="Gill Sans Ultra Bold" panose="020B0A02020104020203" pitchFamily="34" charset="0"/>
      <p:regular r:id="rId20"/>
    </p:embeddedFont>
    <p:embeddedFont>
      <p:font typeface="Montserrat" panose="00000500000000000000" pitchFamily="2" charset="0"/>
      <p:regular r:id="rId21"/>
      <p:bold r:id="rId22"/>
      <p:italic r:id="rId23"/>
      <p:boldItalic r:id="rId24"/>
    </p:embeddedFont>
    <p:embeddedFont>
      <p:font typeface="游ゴシック" panose="020B0400000000000000" pitchFamily="50" charset="-128"/>
      <p:regular r:id="rId25"/>
      <p:bold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FF0000"/>
    <a:srgbClr val="FF9900"/>
    <a:srgbClr val="0000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5" autoAdjust="0"/>
    <p:restoredTop sz="95728" autoAdjust="0"/>
  </p:normalViewPr>
  <p:slideViewPr>
    <p:cSldViewPr snapToGrid="0">
      <p:cViewPr varScale="1">
        <p:scale>
          <a:sx n="104" d="100"/>
          <a:sy n="104" d="100"/>
        </p:scale>
        <p:origin x="288"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稔章 今野" userId="9659808f-245f-46a7-991e-983cdf43b7a2" providerId="ADAL" clId="{E75126CF-3A96-47BE-92CA-138B5BA368A6}"/>
    <pc:docChg chg="addSld delSld modSld">
      <pc:chgData name="稔章 今野" userId="9659808f-245f-46a7-991e-983cdf43b7a2" providerId="ADAL" clId="{E75126CF-3A96-47BE-92CA-138B5BA368A6}" dt="2021-12-23T03:59:27.740" v="34" actId="2696"/>
      <pc:docMkLst>
        <pc:docMk/>
      </pc:docMkLst>
      <pc:sldChg chg="new">
        <pc:chgData name="稔章 今野" userId="9659808f-245f-46a7-991e-983cdf43b7a2" providerId="ADAL" clId="{E75126CF-3A96-47BE-92CA-138B5BA368A6}" dt="2021-12-23T03:56:09.112" v="0" actId="680"/>
        <pc:sldMkLst>
          <pc:docMk/>
          <pc:sldMk cId="3667626434" sldId="386"/>
        </pc:sldMkLst>
      </pc:sldChg>
      <pc:sldChg chg="new">
        <pc:chgData name="稔章 今野" userId="9659808f-245f-46a7-991e-983cdf43b7a2" providerId="ADAL" clId="{E75126CF-3A96-47BE-92CA-138B5BA368A6}" dt="2021-12-23T03:56:15.529" v="1" actId="680"/>
        <pc:sldMkLst>
          <pc:docMk/>
          <pc:sldMk cId="895656476" sldId="387"/>
        </pc:sldMkLst>
      </pc:sldChg>
      <pc:sldChg chg="new">
        <pc:chgData name="稔章 今野" userId="9659808f-245f-46a7-991e-983cdf43b7a2" providerId="ADAL" clId="{E75126CF-3A96-47BE-92CA-138B5BA368A6}" dt="2021-12-23T03:56:33.560" v="2" actId="680"/>
        <pc:sldMkLst>
          <pc:docMk/>
          <pc:sldMk cId="2842707125" sldId="388"/>
        </pc:sldMkLst>
      </pc:sldChg>
      <pc:sldChg chg="new">
        <pc:chgData name="稔章 今野" userId="9659808f-245f-46a7-991e-983cdf43b7a2" providerId="ADAL" clId="{E75126CF-3A96-47BE-92CA-138B5BA368A6}" dt="2021-12-23T03:56:48.617" v="3" actId="680"/>
        <pc:sldMkLst>
          <pc:docMk/>
          <pc:sldMk cId="2918265439" sldId="389"/>
        </pc:sldMkLst>
      </pc:sldChg>
      <pc:sldChg chg="new">
        <pc:chgData name="稔章 今野" userId="9659808f-245f-46a7-991e-983cdf43b7a2" providerId="ADAL" clId="{E75126CF-3A96-47BE-92CA-138B5BA368A6}" dt="2021-12-23T03:56:59.425" v="4" actId="680"/>
        <pc:sldMkLst>
          <pc:docMk/>
          <pc:sldMk cId="2005155125" sldId="390"/>
        </pc:sldMkLst>
      </pc:sldChg>
      <pc:sldChg chg="new">
        <pc:chgData name="稔章 今野" userId="9659808f-245f-46a7-991e-983cdf43b7a2" providerId="ADAL" clId="{E75126CF-3A96-47BE-92CA-138B5BA368A6}" dt="2021-12-23T03:57:10.527" v="5" actId="680"/>
        <pc:sldMkLst>
          <pc:docMk/>
          <pc:sldMk cId="2792617054" sldId="391"/>
        </pc:sldMkLst>
      </pc:sldChg>
      <pc:sldChg chg="modSp new mod">
        <pc:chgData name="稔章 今野" userId="9659808f-245f-46a7-991e-983cdf43b7a2" providerId="ADAL" clId="{E75126CF-3A96-47BE-92CA-138B5BA368A6}" dt="2021-12-23T03:58:08.447" v="31" actId="20577"/>
        <pc:sldMkLst>
          <pc:docMk/>
          <pc:sldMk cId="3484163060" sldId="392"/>
        </pc:sldMkLst>
        <pc:spChg chg="mod">
          <ac:chgData name="稔章 今野" userId="9659808f-245f-46a7-991e-983cdf43b7a2" providerId="ADAL" clId="{E75126CF-3A96-47BE-92CA-138B5BA368A6}" dt="2021-12-23T03:58:08.447" v="31" actId="20577"/>
          <ac:spMkLst>
            <pc:docMk/>
            <pc:sldMk cId="3484163060" sldId="392"/>
            <ac:spMk id="5" creationId="{F3C4E151-3248-4FF6-B110-1F7A998BD5D8}"/>
          </ac:spMkLst>
        </pc:spChg>
      </pc:sldChg>
      <pc:sldChg chg="new">
        <pc:chgData name="稔章 今野" userId="9659808f-245f-46a7-991e-983cdf43b7a2" providerId="ADAL" clId="{E75126CF-3A96-47BE-92CA-138B5BA368A6}" dt="2021-12-23T03:58:45.710" v="32" actId="680"/>
        <pc:sldMkLst>
          <pc:docMk/>
          <pc:sldMk cId="3460239660" sldId="393"/>
        </pc:sldMkLst>
      </pc:sldChg>
      <pc:sldChg chg="new del">
        <pc:chgData name="稔章 今野" userId="9659808f-245f-46a7-991e-983cdf43b7a2" providerId="ADAL" clId="{E75126CF-3A96-47BE-92CA-138B5BA368A6}" dt="2021-12-23T03:59:27.740" v="34" actId="2696"/>
        <pc:sldMkLst>
          <pc:docMk/>
          <pc:sldMk cId="4068601349" sldId="394"/>
        </pc:sldMkLst>
      </pc:sldChg>
    </pc:docChg>
  </pc:docChgLst>
  <pc:docChgLst>
    <pc:chgData name="営業サーバ" userId="c35045ed-c185-45de-8f58-be20a28877d8" providerId="ADAL" clId="{1E5C75B6-8183-48C5-A68E-FDEACC87256C}"/>
    <pc:docChg chg="modSld">
      <pc:chgData name="営業サーバ" userId="c35045ed-c185-45de-8f58-be20a28877d8" providerId="ADAL" clId="{1E5C75B6-8183-48C5-A68E-FDEACC87256C}" dt="2023-04-18T00:52:08.356" v="0" actId="1036"/>
      <pc:docMkLst>
        <pc:docMk/>
      </pc:docMkLst>
      <pc:sldChg chg="modSp mod">
        <pc:chgData name="営業サーバ" userId="c35045ed-c185-45de-8f58-be20a28877d8" providerId="ADAL" clId="{1E5C75B6-8183-48C5-A68E-FDEACC87256C}" dt="2023-04-18T00:52:08.356" v="0" actId="1036"/>
        <pc:sldMkLst>
          <pc:docMk/>
          <pc:sldMk cId="1003752797" sldId="380"/>
        </pc:sldMkLst>
        <pc:spChg chg="mod">
          <ac:chgData name="営業サーバ" userId="c35045ed-c185-45de-8f58-be20a28877d8" providerId="ADAL" clId="{1E5C75B6-8183-48C5-A68E-FDEACC87256C}" dt="2023-04-18T00:52:08.356" v="0" actId="1036"/>
          <ac:spMkLst>
            <pc:docMk/>
            <pc:sldMk cId="1003752797" sldId="380"/>
            <ac:spMk id="5" creationId="{A04F5A0A-D700-4503-AA4B-9F9FF34EA903}"/>
          </ac:spMkLst>
        </pc:sp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鈴木 秀規" userId="f68c5fd9-22d5-4c0a-9833-7fb0f5135313" providerId="ADAL" clId="{4CE17306-9EB8-412D-9E7A-B4A6F617BD08}"/>
    <pc:docChg chg="modSld">
      <pc:chgData name="鈴木 秀規" userId="f68c5fd9-22d5-4c0a-9833-7fb0f5135313" providerId="ADAL" clId="{4CE17306-9EB8-412D-9E7A-B4A6F617BD08}" dt="2021-11-04T07:45:11.702" v="2" actId="1036"/>
      <pc:docMkLst>
        <pc:docMk/>
      </pc:docMkLst>
      <pc:sldChg chg="modSp mod">
        <pc:chgData name="鈴木 秀規" userId="f68c5fd9-22d5-4c0a-9833-7fb0f5135313" providerId="ADAL" clId="{4CE17306-9EB8-412D-9E7A-B4A6F617BD08}" dt="2021-11-04T06:07:09.081" v="0" actId="1036"/>
        <pc:sldMkLst>
          <pc:docMk/>
          <pc:sldMk cId="793301096" sldId="363"/>
        </pc:sldMkLst>
        <pc:graphicFrameChg chg="mod">
          <ac:chgData name="鈴木 秀規" userId="f68c5fd9-22d5-4c0a-9833-7fb0f5135313" providerId="ADAL" clId="{4CE17306-9EB8-412D-9E7A-B4A6F617BD08}" dt="2021-11-04T06:07:09.081" v="0" actId="1036"/>
          <ac:graphicFrameMkLst>
            <pc:docMk/>
            <pc:sldMk cId="793301096" sldId="363"/>
            <ac:graphicFrameMk id="6" creationId="{5E38C811-DE1D-4334-A5BC-95985E1285ED}"/>
          </ac:graphicFrameMkLst>
        </pc:graphicFrameChg>
      </pc:sldChg>
      <pc:sldChg chg="modSp mod">
        <pc:chgData name="鈴木 秀規" userId="f68c5fd9-22d5-4c0a-9833-7fb0f5135313" providerId="ADAL" clId="{4CE17306-9EB8-412D-9E7A-B4A6F617BD08}" dt="2021-11-04T07:45:11.702" v="2" actId="1036"/>
        <pc:sldMkLst>
          <pc:docMk/>
          <pc:sldMk cId="761714059" sldId="365"/>
        </pc:sldMkLst>
        <pc:graphicFrameChg chg="mod">
          <ac:chgData name="鈴木 秀規" userId="f68c5fd9-22d5-4c0a-9833-7fb0f5135313" providerId="ADAL" clId="{4CE17306-9EB8-412D-9E7A-B4A6F617BD08}" dt="2021-11-04T07:45:11.702" v="2" actId="1036"/>
          <ac:graphicFrameMkLst>
            <pc:docMk/>
            <pc:sldMk cId="761714059" sldId="365"/>
            <ac:graphicFrameMk id="8" creationId="{24A77B15-E2C0-47AB-8182-DE4F73A9C347}"/>
          </ac:graphicFrameMkLst>
        </pc:graphicFrame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稔章 今野" userId="9659808f-245f-46a7-991e-983cdf43b7a2" providerId="ADAL" clId="{007C6981-C371-416C-B8AF-6B9150441529}"/>
    <pc:docChg chg="undo redo custSel addSld delSld modSld">
      <pc:chgData name="稔章 今野" userId="9659808f-245f-46a7-991e-983cdf43b7a2" providerId="ADAL" clId="{007C6981-C371-416C-B8AF-6B9150441529}" dt="2021-12-27T06:34:10.287" v="928" actId="20577"/>
      <pc:docMkLst>
        <pc:docMk/>
      </pc:docMkLst>
      <pc:sldChg chg="add del">
        <pc:chgData name="稔章 今野" userId="9659808f-245f-46a7-991e-983cdf43b7a2" providerId="ADAL" clId="{007C6981-C371-416C-B8AF-6B9150441529}" dt="2021-12-27T05:40:29.609" v="303" actId="47"/>
        <pc:sldMkLst>
          <pc:docMk/>
          <pc:sldMk cId="1859091905" sldId="362"/>
        </pc:sldMkLst>
      </pc:sldChg>
      <pc:sldChg chg="modSp mod">
        <pc:chgData name="稔章 今野" userId="9659808f-245f-46a7-991e-983cdf43b7a2" providerId="ADAL" clId="{007C6981-C371-416C-B8AF-6B9150441529}" dt="2021-12-27T06:17:20.865" v="434" actId="14100"/>
        <pc:sldMkLst>
          <pc:docMk/>
          <pc:sldMk cId="793301096" sldId="363"/>
        </pc:sldMkLst>
        <pc:spChg chg="mod">
          <ac:chgData name="稔章 今野" userId="9659808f-245f-46a7-991e-983cdf43b7a2" providerId="ADAL" clId="{007C6981-C371-416C-B8AF-6B9150441529}" dt="2021-12-27T06:16:29.166" v="427" actId="14100"/>
          <ac:spMkLst>
            <pc:docMk/>
            <pc:sldMk cId="793301096" sldId="363"/>
            <ac:spMk id="5" creationId="{3C545612-3038-40B1-A295-2CFF199741DE}"/>
          </ac:spMkLst>
        </pc:spChg>
        <pc:graphicFrameChg chg="mod modGraphic">
          <ac:chgData name="稔章 今野" userId="9659808f-245f-46a7-991e-983cdf43b7a2" providerId="ADAL" clId="{007C6981-C371-416C-B8AF-6B9150441529}" dt="2021-12-27T06:17:20.865" v="434" actId="14100"/>
          <ac:graphicFrameMkLst>
            <pc:docMk/>
            <pc:sldMk cId="793301096" sldId="363"/>
            <ac:graphicFrameMk id="6" creationId="{5E38C811-DE1D-4334-A5BC-95985E1285ED}"/>
          </ac:graphicFrameMkLst>
        </pc:graphicFrameChg>
      </pc:sldChg>
      <pc:sldChg chg="modSp mod">
        <pc:chgData name="稔章 今野" userId="9659808f-245f-46a7-991e-983cdf43b7a2" providerId="ADAL" clId="{007C6981-C371-416C-B8AF-6B9150441529}" dt="2021-12-24T05:57:46.724" v="29" actId="20577"/>
        <pc:sldMkLst>
          <pc:docMk/>
          <pc:sldMk cId="2315279680" sldId="381"/>
        </pc:sldMkLst>
        <pc:spChg chg="mod">
          <ac:chgData name="稔章 今野" userId="9659808f-245f-46a7-991e-983cdf43b7a2" providerId="ADAL" clId="{007C6981-C371-416C-B8AF-6B9150441529}" dt="2021-12-24T05:57:46.724" v="29" actId="20577"/>
          <ac:spMkLst>
            <pc:docMk/>
            <pc:sldMk cId="2315279680" sldId="381"/>
            <ac:spMk id="5" creationId="{608B9E3C-5E1C-4FFD-81A1-35C10C8DAB11}"/>
          </ac:spMkLst>
        </pc:spChg>
      </pc:sldChg>
      <pc:sldChg chg="addSp modSp mod">
        <pc:chgData name="稔章 今野" userId="9659808f-245f-46a7-991e-983cdf43b7a2" providerId="ADAL" clId="{007C6981-C371-416C-B8AF-6B9150441529}" dt="2021-12-24T06:14:24.595" v="166" actId="20577"/>
        <pc:sldMkLst>
          <pc:docMk/>
          <pc:sldMk cId="2193843838" sldId="383"/>
        </pc:sldMkLst>
        <pc:spChg chg="add mod">
          <ac:chgData name="稔章 今野" userId="9659808f-245f-46a7-991e-983cdf43b7a2" providerId="ADAL" clId="{007C6981-C371-416C-B8AF-6B9150441529}" dt="2021-12-24T06:14:24.595" v="166" actId="20577"/>
          <ac:spMkLst>
            <pc:docMk/>
            <pc:sldMk cId="2193843838" sldId="383"/>
            <ac:spMk id="6" creationId="{433999E4-7D58-4437-B9D0-986CEB1378F8}"/>
          </ac:spMkLst>
        </pc:spChg>
      </pc:sldChg>
      <pc:sldChg chg="modSp mod">
        <pc:chgData name="稔章 今野" userId="9659808f-245f-46a7-991e-983cdf43b7a2" providerId="ADAL" clId="{007C6981-C371-416C-B8AF-6B9150441529}" dt="2021-12-24T06:12:12.778" v="132" actId="14100"/>
        <pc:sldMkLst>
          <pc:docMk/>
          <pc:sldMk cId="1703172032" sldId="384"/>
        </pc:sldMkLst>
        <pc:spChg chg="mod">
          <ac:chgData name="稔章 今野" userId="9659808f-245f-46a7-991e-983cdf43b7a2" providerId="ADAL" clId="{007C6981-C371-416C-B8AF-6B9150441529}" dt="2021-12-24T06:12:12.778" v="132" actId="14100"/>
          <ac:spMkLst>
            <pc:docMk/>
            <pc:sldMk cId="1703172032" sldId="384"/>
            <ac:spMk id="6" creationId="{95B1C548-0F5B-4737-A0BD-405E70558ED2}"/>
          </ac:spMkLst>
        </pc:spChg>
      </pc:sldChg>
      <pc:sldChg chg="modSp mod">
        <pc:chgData name="稔章 今野" userId="9659808f-245f-46a7-991e-983cdf43b7a2" providerId="ADAL" clId="{007C6981-C371-416C-B8AF-6B9150441529}" dt="2021-12-27T05:40:37.266" v="318" actId="20577"/>
        <pc:sldMkLst>
          <pc:docMk/>
          <pc:sldMk cId="3667626434" sldId="386"/>
        </pc:sldMkLst>
        <pc:spChg chg="mod">
          <ac:chgData name="稔章 今野" userId="9659808f-245f-46a7-991e-983cdf43b7a2" providerId="ADAL" clId="{007C6981-C371-416C-B8AF-6B9150441529}" dt="2021-12-27T05:40:37.266" v="318" actId="20577"/>
          <ac:spMkLst>
            <pc:docMk/>
            <pc:sldMk cId="3667626434" sldId="386"/>
            <ac:spMk id="3" creationId="{E1B89F42-4077-49CE-ABDF-0886981C9D74}"/>
          </ac:spMkLst>
        </pc:spChg>
        <pc:spChg chg="mod">
          <ac:chgData name="稔章 今野" userId="9659808f-245f-46a7-991e-983cdf43b7a2" providerId="ADAL" clId="{007C6981-C371-416C-B8AF-6B9150441529}" dt="2021-12-27T05:39:59.704" v="300"/>
          <ac:spMkLst>
            <pc:docMk/>
            <pc:sldMk cId="3667626434" sldId="386"/>
            <ac:spMk id="5" creationId="{E165ECC5-D908-44DC-80D0-BB640BA0DC8C}"/>
          </ac:spMkLst>
        </pc:spChg>
        <pc:spChg chg="mod">
          <ac:chgData name="稔章 今野" userId="9659808f-245f-46a7-991e-983cdf43b7a2" providerId="ADAL" clId="{007C6981-C371-416C-B8AF-6B9150441529}" dt="2021-12-27T05:39:37.408" v="298" actId="207"/>
          <ac:spMkLst>
            <pc:docMk/>
            <pc:sldMk cId="3667626434" sldId="386"/>
            <ac:spMk id="6" creationId="{EFE4F14F-528B-4A7F-945D-8919CE7B39A6}"/>
          </ac:spMkLst>
        </pc:spChg>
      </pc:sldChg>
      <pc:sldChg chg="modSp mod">
        <pc:chgData name="稔章 今野" userId="9659808f-245f-46a7-991e-983cdf43b7a2" providerId="ADAL" clId="{007C6981-C371-416C-B8AF-6B9150441529}" dt="2021-12-27T06:17:46.768" v="457" actId="20577"/>
        <pc:sldMkLst>
          <pc:docMk/>
          <pc:sldMk cId="895656476" sldId="387"/>
        </pc:sldMkLst>
        <pc:spChg chg="mod">
          <ac:chgData name="稔章 今野" userId="9659808f-245f-46a7-991e-983cdf43b7a2" providerId="ADAL" clId="{007C6981-C371-416C-B8AF-6B9150441529}" dt="2021-12-27T05:41:05.071" v="328" actId="20577"/>
          <ac:spMkLst>
            <pc:docMk/>
            <pc:sldMk cId="895656476" sldId="387"/>
            <ac:spMk id="3" creationId="{8EA57DF6-D85F-41A1-8759-9D24B837B8B6}"/>
          </ac:spMkLst>
        </pc:spChg>
        <pc:spChg chg="mod">
          <ac:chgData name="稔章 今野" userId="9659808f-245f-46a7-991e-983cdf43b7a2" providerId="ADAL" clId="{007C6981-C371-416C-B8AF-6B9150441529}" dt="2021-12-27T06:17:46.768" v="457" actId="20577"/>
          <ac:spMkLst>
            <pc:docMk/>
            <pc:sldMk cId="895656476" sldId="387"/>
            <ac:spMk id="5" creationId="{F51E18B2-C25B-487F-BC68-6DE00E011EEB}"/>
          </ac:spMkLst>
        </pc:spChg>
        <pc:spChg chg="mod">
          <ac:chgData name="稔章 今野" userId="9659808f-245f-46a7-991e-983cdf43b7a2" providerId="ADAL" clId="{007C6981-C371-416C-B8AF-6B9150441529}" dt="2021-12-27T05:48:13.626" v="391" actId="14100"/>
          <ac:spMkLst>
            <pc:docMk/>
            <pc:sldMk cId="895656476" sldId="387"/>
            <ac:spMk id="6" creationId="{E73D5FD5-0BB1-495D-AAE4-674E22C67DD2}"/>
          </ac:spMkLst>
        </pc:spChg>
      </pc:sldChg>
      <pc:sldChg chg="modSp mod">
        <pc:chgData name="稔章 今野" userId="9659808f-245f-46a7-991e-983cdf43b7a2" providerId="ADAL" clId="{007C6981-C371-416C-B8AF-6B9150441529}" dt="2021-12-27T06:22:13.289" v="571" actId="14100"/>
        <pc:sldMkLst>
          <pc:docMk/>
          <pc:sldMk cId="2842707125" sldId="388"/>
        </pc:sldMkLst>
        <pc:spChg chg="mod">
          <ac:chgData name="稔章 今野" userId="9659808f-245f-46a7-991e-983cdf43b7a2" providerId="ADAL" clId="{007C6981-C371-416C-B8AF-6B9150441529}" dt="2021-12-27T06:18:23.202" v="468" actId="20577"/>
          <ac:spMkLst>
            <pc:docMk/>
            <pc:sldMk cId="2842707125" sldId="388"/>
            <ac:spMk id="3" creationId="{2DC4B8CA-34F0-4306-BF5E-CF84832B9FAB}"/>
          </ac:spMkLst>
        </pc:spChg>
        <pc:spChg chg="mod">
          <ac:chgData name="稔章 今野" userId="9659808f-245f-46a7-991e-983cdf43b7a2" providerId="ADAL" clId="{007C6981-C371-416C-B8AF-6B9150441529}" dt="2021-12-27T06:22:13.289" v="571" actId="14100"/>
          <ac:spMkLst>
            <pc:docMk/>
            <pc:sldMk cId="2842707125" sldId="388"/>
            <ac:spMk id="6" creationId="{9979D651-6F5B-4680-968E-5493DF841745}"/>
          </ac:spMkLst>
        </pc:spChg>
      </pc:sldChg>
      <pc:sldChg chg="modSp mod">
        <pc:chgData name="稔章 今野" userId="9659808f-245f-46a7-991e-983cdf43b7a2" providerId="ADAL" clId="{007C6981-C371-416C-B8AF-6B9150441529}" dt="2021-12-27T06:32:45.397" v="899" actId="14100"/>
        <pc:sldMkLst>
          <pc:docMk/>
          <pc:sldMk cId="2918265439" sldId="389"/>
        </pc:sldMkLst>
        <pc:spChg chg="mod">
          <ac:chgData name="稔章 今野" userId="9659808f-245f-46a7-991e-983cdf43b7a2" providerId="ADAL" clId="{007C6981-C371-416C-B8AF-6B9150441529}" dt="2021-12-27T06:32:35.803" v="898" actId="20577"/>
          <ac:spMkLst>
            <pc:docMk/>
            <pc:sldMk cId="2918265439" sldId="389"/>
            <ac:spMk id="3" creationId="{2783BF46-9520-415F-945D-824AB7419297}"/>
          </ac:spMkLst>
        </pc:spChg>
        <pc:spChg chg="mod">
          <ac:chgData name="稔章 今野" userId="9659808f-245f-46a7-991e-983cdf43b7a2" providerId="ADAL" clId="{007C6981-C371-416C-B8AF-6B9150441529}" dt="2021-12-27T06:32:45.397" v="899" actId="14100"/>
          <ac:spMkLst>
            <pc:docMk/>
            <pc:sldMk cId="2918265439" sldId="389"/>
            <ac:spMk id="6" creationId="{4BA7693A-67F4-4830-9134-3A04F773769B}"/>
          </ac:spMkLst>
        </pc:spChg>
      </pc:sldChg>
      <pc:sldChg chg="modSp mod">
        <pc:chgData name="稔章 今野" userId="9659808f-245f-46a7-991e-983cdf43b7a2" providerId="ADAL" clId="{007C6981-C371-416C-B8AF-6B9150441529}" dt="2021-12-27T06:34:10.287" v="928" actId="20577"/>
        <pc:sldMkLst>
          <pc:docMk/>
          <pc:sldMk cId="2005155125" sldId="390"/>
        </pc:sldMkLst>
        <pc:spChg chg="mod">
          <ac:chgData name="稔章 今野" userId="9659808f-245f-46a7-991e-983cdf43b7a2" providerId="ADAL" clId="{007C6981-C371-416C-B8AF-6B9150441529}" dt="2021-12-27T06:34:10.287" v="928" actId="20577"/>
          <ac:spMkLst>
            <pc:docMk/>
            <pc:sldMk cId="2005155125" sldId="390"/>
            <ac:spMk id="3" creationId="{1DE579F0-721E-41F1-8604-25494BF75CC5}"/>
          </ac:spMkLst>
        </pc:spChg>
      </pc:sldChg>
    </pc:docChg>
  </pc:docChgLst>
  <pc:docChgLst>
    <pc:chgData name="半田 拓哉" userId="1e4433e6-5c02-4084-a745-ce0b57f2b267" providerId="ADAL" clId="{AEB528B1-2AB1-4B6A-99A1-8D84B748D291}"/>
    <pc:docChg chg="undo custSel addSld delSld modSld">
      <pc:chgData name="半田 拓哉" userId="1e4433e6-5c02-4084-a745-ce0b57f2b267" providerId="ADAL" clId="{AEB528B1-2AB1-4B6A-99A1-8D84B748D291}" dt="2022-03-29T01:20:59.444" v="550"/>
      <pc:docMkLst>
        <pc:docMk/>
      </pc:docMkLst>
      <pc:sldChg chg="modSp add del mod">
        <pc:chgData name="半田 拓哉" userId="1e4433e6-5c02-4084-a745-ce0b57f2b267" providerId="ADAL" clId="{AEB528B1-2AB1-4B6A-99A1-8D84B748D291}" dt="2022-03-29T01:20:59.444" v="550"/>
        <pc:sldMkLst>
          <pc:docMk/>
          <pc:sldMk cId="405086457" sldId="385"/>
        </pc:sldMkLst>
        <pc:spChg chg="mod">
          <ac:chgData name="半田 拓哉" userId="1e4433e6-5c02-4084-a745-ce0b57f2b267" providerId="ADAL" clId="{AEB528B1-2AB1-4B6A-99A1-8D84B748D291}" dt="2022-03-29T00:43:32.887" v="71"/>
          <ac:spMkLst>
            <pc:docMk/>
            <pc:sldMk cId="405086457" sldId="385"/>
            <ac:spMk id="3" creationId="{3160D83B-ECD4-4212-832C-905B76595963}"/>
          </ac:spMkLst>
        </pc:spChg>
        <pc:spChg chg="mod">
          <ac:chgData name="半田 拓哉" userId="1e4433e6-5c02-4084-a745-ce0b57f2b267" providerId="ADAL" clId="{AEB528B1-2AB1-4B6A-99A1-8D84B748D291}" dt="2022-03-29T01:20:59.444" v="550"/>
          <ac:spMkLst>
            <pc:docMk/>
            <pc:sldMk cId="405086457" sldId="385"/>
            <ac:spMk id="5" creationId="{24EF08D6-A88C-4E3D-A14F-34B27436FAEC}"/>
          </ac:spMkLst>
        </pc:spChg>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2-01T04:26:11.523" v="1440" actId="2057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2-01T04:24:27.236" v="1313" actId="20577"/>
        <pc:sldMkLst>
          <pc:docMk/>
          <pc:sldMk cId="1668843990" sldId="360"/>
        </pc:sldMkLst>
        <pc:spChg chg="mod">
          <ac:chgData name="鈴木 秀規" userId="f68c5fd9-22d5-4c0a-9833-7fb0f5135313" providerId="ADAL" clId="{E853165E-E035-4511-B5B4-308A168A0417}" dt="2021-02-01T04:24:27.236" v="1313" actId="20577"/>
          <ac:spMkLst>
            <pc:docMk/>
            <pc:sldMk cId="1668843990" sldId="360"/>
            <ac:spMk id="9" creationId="{A4832727-EA7F-44D6-A9F2-E4AE0246960A}"/>
          </ac:spMkLst>
        </pc:spChg>
      </pc:sldChg>
      <pc:sldChg chg="modSp mod">
        <pc:chgData name="鈴木 秀規" userId="f68c5fd9-22d5-4c0a-9833-7fb0f5135313" providerId="ADAL" clId="{E853165E-E035-4511-B5B4-308A168A0417}" dt="2021-02-01T04:26:11.523" v="1440" actId="20577"/>
        <pc:sldMkLst>
          <pc:docMk/>
          <pc:sldMk cId="267129399" sldId="361"/>
        </pc:sldMkLst>
        <pc:spChg chg="mod">
          <ac:chgData name="鈴木 秀規" userId="f68c5fd9-22d5-4c0a-9833-7fb0f5135313" providerId="ADAL" clId="{E853165E-E035-4511-B5B4-308A168A0417}" dt="2021-02-01T04:26:11.523" v="1440" actId="20577"/>
          <ac:spMkLst>
            <pc:docMk/>
            <pc:sldMk cId="267129399" sldId="361"/>
            <ac:spMk id="6" creationId="{D0F3BEAC-A5EA-4EE4-95C7-0AEC1107FD29}"/>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212058" cy="3150600"/>
          </a:xfrm>
        </p:spPr>
        <p:txBody>
          <a:bodyPr/>
          <a:lstStyle/>
          <a:p>
            <a:r>
              <a:rPr lang="ja-JP" altLang="en-US" dirty="0"/>
              <a:t>クラスライブラリ</a:t>
            </a:r>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en-US" altLang="ja-JP" dirty="0"/>
              <a:t>Java</a:t>
            </a:r>
            <a:r>
              <a:rPr lang="ja-JP" altLang="en-US" dirty="0"/>
              <a:t>にはクラスライブラリがあることを理解すること</a:t>
            </a:r>
          </a:p>
          <a:p>
            <a:pPr marL="444500" indent="-342900">
              <a:buFont typeface="+mj-lt"/>
              <a:buAutoNum type="arabicPeriod"/>
            </a:pPr>
            <a:r>
              <a:rPr lang="ja-JP" altLang="en-US" dirty="0"/>
              <a:t>代表的な命令文を理解すること</a:t>
            </a: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en-US" altLang="ja-JP" dirty="0"/>
              <a:t>Java</a:t>
            </a:r>
            <a:r>
              <a:rPr lang="ja-JP" altLang="en-US" dirty="0"/>
              <a:t>が用意してくれた代表的な命令文</a:t>
            </a:r>
            <a:r>
              <a:rPr lang="ja-JP" altLang="ja-JP" dirty="0"/>
              <a:t>演算子</a:t>
            </a:r>
            <a:endParaRPr lang="en-US" altLang="ja-JP" dirty="0"/>
          </a:p>
          <a:p>
            <a:pPr marL="444500" indent="-342900">
              <a:buFont typeface="+mj-lt"/>
              <a:buAutoNum type="arabicPeriod"/>
            </a:pPr>
            <a:r>
              <a:rPr lang="ja-JP" altLang="en-US" dirty="0"/>
              <a:t>画面に表示するための命令文</a:t>
            </a:r>
            <a:endParaRPr lang="en-US" altLang="ja-JP" dirty="0"/>
          </a:p>
          <a:p>
            <a:pPr marL="444500" indent="-342900">
              <a:buFont typeface="+mj-lt"/>
              <a:buAutoNum type="arabicPeriod"/>
            </a:pPr>
            <a:r>
              <a:rPr lang="ja-JP" altLang="en-US" dirty="0"/>
              <a:t>最大値を取得するための命令文</a:t>
            </a:r>
            <a:endParaRPr lang="en-US" altLang="ja-JP" dirty="0"/>
          </a:p>
          <a:p>
            <a:pPr marL="444500" indent="-342900">
              <a:buFont typeface="+mj-lt"/>
              <a:buAutoNum type="arabicPeriod"/>
            </a:pPr>
            <a:r>
              <a:rPr lang="ja-JP" altLang="en-US" dirty="0"/>
              <a:t>文字列を数値型に変更するための命令文</a:t>
            </a:r>
            <a:endParaRPr lang="en-US" altLang="ja-JP" dirty="0"/>
          </a:p>
          <a:p>
            <a:pPr marL="444500" indent="-342900">
              <a:buFont typeface="+mj-lt"/>
              <a:buAutoNum type="arabicPeriod"/>
            </a:pPr>
            <a:r>
              <a:rPr lang="ja-JP" altLang="en-US" dirty="0"/>
              <a:t>乱数を生み出すための命令文</a:t>
            </a:r>
            <a:endParaRPr lang="en-US" altLang="ja-JP" dirty="0"/>
          </a:p>
          <a:p>
            <a:pPr marL="444500" indent="-342900">
              <a:buFont typeface="+mj-lt"/>
              <a:buAutoNum type="arabicPeriod"/>
            </a:pPr>
            <a:r>
              <a:rPr lang="ja-JP" altLang="en-US" dirty="0"/>
              <a:t>画面に入力を求める命令文</a:t>
            </a:r>
            <a:endParaRPr lang="en-US" altLang="ja-JP" dirty="0"/>
          </a:p>
          <a:p>
            <a:pPr marL="444500" indent="-342900">
              <a:buFont typeface="+mj-lt"/>
              <a:buAutoNum type="arabicPeriod"/>
            </a:pPr>
            <a:endParaRPr lang="ja-JP" altLang="en-US" dirty="0"/>
          </a:p>
          <a:p>
            <a:pPr marL="96838" indent="0">
              <a:buNone/>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3DC89A3-221D-4418-9BE0-FE8274BACE98}"/>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0665AB20-5634-4D5D-BE5B-3E4D60E5D7CB}"/>
              </a:ext>
            </a:extLst>
          </p:cNvPr>
          <p:cNvSpPr>
            <a:spLocks noGrp="1"/>
          </p:cNvSpPr>
          <p:nvPr>
            <p:ph type="ctrTitle"/>
          </p:nvPr>
        </p:nvSpPr>
        <p:spPr/>
        <p:txBody>
          <a:bodyPr/>
          <a:lstStyle/>
          <a:p>
            <a:r>
              <a:rPr lang="ja-JP" altLang="ja-JP" dirty="0"/>
              <a:t>命令実行の文</a:t>
            </a:r>
            <a:endParaRPr kumimoji="1" lang="ja-JP" altLang="en-US" dirty="0"/>
          </a:p>
        </p:txBody>
      </p:sp>
      <p:sp>
        <p:nvSpPr>
          <p:cNvPr id="4" name="スライド番号プレースホルダー 3">
            <a:extLst>
              <a:ext uri="{FF2B5EF4-FFF2-40B4-BE49-F238E27FC236}">
                <a16:creationId xmlns:a16="http://schemas.microsoft.com/office/drawing/2014/main" id="{99786F97-D16C-4BC6-A97A-4A90F6BBF12F}"/>
              </a:ext>
            </a:extLst>
          </p:cNvPr>
          <p:cNvSpPr>
            <a:spLocks noGrp="1"/>
          </p:cNvSpPr>
          <p:nvPr>
            <p:ph type="sldNum" sz="quarter" idx="4"/>
          </p:nvPr>
        </p:nvSpPr>
        <p:spPr/>
        <p:txBody>
          <a:bodyPr/>
          <a:lstStyle/>
          <a:p>
            <a:fld id="{00000000-1234-1234-1234-123412341234}" type="slidenum">
              <a:rPr lang="en" smtClean="0"/>
              <a:pPr/>
              <a:t>4</a:t>
            </a:fld>
            <a:endParaRPr lang="en" dirty="0"/>
          </a:p>
        </p:txBody>
      </p:sp>
      <p:sp>
        <p:nvSpPr>
          <p:cNvPr id="5" name="テキスト プレースホルダー 4">
            <a:extLst>
              <a:ext uri="{FF2B5EF4-FFF2-40B4-BE49-F238E27FC236}">
                <a16:creationId xmlns:a16="http://schemas.microsoft.com/office/drawing/2014/main" id="{63F330CA-F3E7-4D06-A9A4-0E49DCF88952}"/>
              </a:ext>
            </a:extLst>
          </p:cNvPr>
          <p:cNvSpPr>
            <a:spLocks noGrp="1"/>
          </p:cNvSpPr>
          <p:nvPr>
            <p:ph type="body" sz="quarter" idx="14"/>
          </p:nvPr>
        </p:nvSpPr>
        <p:spPr/>
        <p:txBody>
          <a:bodyPr/>
          <a:lstStyle/>
          <a:p>
            <a:pPr marL="96838" indent="0">
              <a:buNone/>
            </a:pPr>
            <a:r>
              <a:rPr kumimoji="1" lang="en-US" altLang="ja-JP" dirty="0"/>
              <a:t>Java</a:t>
            </a:r>
            <a:r>
              <a:rPr kumimoji="1" lang="ja-JP" altLang="en-US" dirty="0"/>
              <a:t>の開発者たちが便利な機能をたくさん作ってくれています。それらはクラスライブラリと呼ばれています。</a:t>
            </a:r>
          </a:p>
          <a:p>
            <a:pPr marL="96838" indent="0">
              <a:buNone/>
            </a:pPr>
            <a:r>
              <a:rPr kumimoji="1" lang="en-US" altLang="ja-JP" dirty="0"/>
              <a:t>Java</a:t>
            </a:r>
            <a:r>
              <a:rPr kumimoji="1" lang="ja-JP" altLang="en-US" dirty="0"/>
              <a:t>のプログラマは本来なら複雑な処理を書かなければならないときも、このクラスライブラリの機能を使うと簡単に書くことができます。</a:t>
            </a:r>
            <a:br>
              <a:rPr kumimoji="1" lang="ja-JP" altLang="en-US" dirty="0"/>
            </a:br>
            <a:r>
              <a:rPr kumimoji="1" lang="ja-JP" altLang="en-US" dirty="0"/>
              <a:t>ここでは代表的なものを紹介します。</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画面出力の命令</a:t>
            </a:r>
          </a:p>
          <a:p>
            <a:pPr marL="452438" lvl="1" indent="0">
              <a:buNone/>
            </a:pPr>
            <a:r>
              <a:rPr kumimoji="1" lang="en-US" altLang="ja-JP" b="1" dirty="0" err="1">
                <a:solidFill>
                  <a:schemeClr val="accent1"/>
                </a:solidFill>
              </a:rPr>
              <a:t>System.out.println</a:t>
            </a:r>
            <a:r>
              <a:rPr kumimoji="1" lang="en-US" altLang="ja-JP" b="1" dirty="0">
                <a:solidFill>
                  <a:schemeClr val="accent1"/>
                </a:solidFill>
              </a:rPr>
              <a:t>(①);</a:t>
            </a:r>
          </a:p>
          <a:p>
            <a:pPr marL="452438" lvl="1" indent="0">
              <a:buNone/>
            </a:pPr>
            <a:r>
              <a:rPr kumimoji="1" lang="ja-JP" altLang="en-US" dirty="0"/>
              <a:t>既に何度も出てきた、この命令もクラスライブラリの機能です。</a:t>
            </a:r>
            <a:br>
              <a:rPr kumimoji="1" lang="ja-JP" altLang="en-US" dirty="0"/>
            </a:br>
            <a:r>
              <a:rPr kumimoji="1" lang="ja-JP" altLang="en-US" dirty="0"/>
              <a:t>ここでは</a:t>
            </a:r>
            <a:r>
              <a:rPr kumimoji="1" lang="en-US" altLang="ja-JP" dirty="0"/>
              <a:t>(</a:t>
            </a:r>
            <a:r>
              <a:rPr kumimoji="1" lang="ja-JP" altLang="en-US" dirty="0"/>
              <a:t>　</a:t>
            </a:r>
            <a:r>
              <a:rPr kumimoji="1" lang="en-US" altLang="ja-JP" dirty="0"/>
              <a:t>)</a:t>
            </a:r>
            <a:r>
              <a:rPr kumimoji="1" lang="ja-JP" altLang="en-US" dirty="0"/>
              <a:t>の中に表示させたいデータを書きます。</a:t>
            </a:r>
            <a:br>
              <a:rPr kumimoji="1" lang="ja-JP" altLang="en-US" dirty="0"/>
            </a:br>
            <a:r>
              <a:rPr kumimoji="1" lang="ja-JP" altLang="en-US" dirty="0"/>
              <a:t>このように</a:t>
            </a:r>
            <a:r>
              <a:rPr kumimoji="1" lang="en-US" altLang="ja-JP" dirty="0"/>
              <a:t>(</a:t>
            </a:r>
            <a:r>
              <a:rPr kumimoji="1" lang="ja-JP" altLang="en-US" dirty="0"/>
              <a:t>　</a:t>
            </a:r>
            <a:r>
              <a:rPr kumimoji="1" lang="en-US" altLang="ja-JP" dirty="0"/>
              <a:t>)</a:t>
            </a:r>
            <a:r>
              <a:rPr kumimoji="1" lang="ja-JP" altLang="en-US" dirty="0"/>
              <a:t>の中に書くデータのことを</a:t>
            </a:r>
          </a:p>
          <a:p>
            <a:pPr marL="452438" lvl="1" indent="0">
              <a:buNone/>
            </a:pPr>
            <a:r>
              <a:rPr kumimoji="1" lang="ja-JP" altLang="en-US" b="1" dirty="0">
                <a:solidFill>
                  <a:schemeClr val="accent1"/>
                </a:solidFill>
              </a:rPr>
              <a:t>引数（ひきすう）</a:t>
            </a:r>
            <a:r>
              <a:rPr kumimoji="1" lang="ja-JP" altLang="en-US" dirty="0"/>
              <a:t>または　</a:t>
            </a:r>
            <a:r>
              <a:rPr kumimoji="1" lang="ja-JP" altLang="en-US" b="1" dirty="0">
                <a:solidFill>
                  <a:schemeClr val="accent1"/>
                </a:solidFill>
              </a:rPr>
              <a:t>パラメータ</a:t>
            </a:r>
            <a:r>
              <a:rPr kumimoji="1" lang="ja-JP" altLang="en-US" dirty="0"/>
              <a:t>　といいます。</a:t>
            </a:r>
          </a:p>
          <a:p>
            <a:pPr marL="452438" lvl="1" indent="0">
              <a:buNone/>
            </a:pPr>
            <a:r>
              <a:rPr kumimoji="1" lang="ja-JP" altLang="en-US" dirty="0"/>
              <a:t>この言葉は今後もたくさん出てきますのでしっかり覚えておきましょう。</a:t>
            </a:r>
          </a:p>
          <a:p>
            <a:pPr marL="96838" indent="0">
              <a:buNone/>
            </a:pPr>
            <a:endParaRPr kumimoji="1" lang="ja-JP" altLang="en-US" dirty="0"/>
          </a:p>
        </p:txBody>
      </p:sp>
    </p:spTree>
    <p:extLst>
      <p:ext uri="{BB962C8B-B14F-4D97-AF65-F5344CB8AC3E}">
        <p14:creationId xmlns:p14="http://schemas.microsoft.com/office/powerpoint/2010/main" val="4201067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9AE2C7A-4FAE-404A-991F-F289EC7A0A3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0DA8AECB-9949-437E-B1D6-39595C07B0D8}"/>
              </a:ext>
            </a:extLst>
          </p:cNvPr>
          <p:cNvSpPr>
            <a:spLocks noGrp="1"/>
          </p:cNvSpPr>
          <p:nvPr>
            <p:ph type="ctrTitle"/>
          </p:nvPr>
        </p:nvSpPr>
        <p:spPr/>
        <p:txBody>
          <a:bodyPr/>
          <a:lstStyle/>
          <a:p>
            <a:r>
              <a:rPr lang="ja-JP" altLang="ja-JP" dirty="0"/>
              <a:t>命令実行の文</a:t>
            </a:r>
            <a:endParaRPr kumimoji="1" lang="ja-JP" altLang="en-US" dirty="0"/>
          </a:p>
        </p:txBody>
      </p:sp>
      <p:sp>
        <p:nvSpPr>
          <p:cNvPr id="4" name="スライド番号プレースホルダー 3">
            <a:extLst>
              <a:ext uri="{FF2B5EF4-FFF2-40B4-BE49-F238E27FC236}">
                <a16:creationId xmlns:a16="http://schemas.microsoft.com/office/drawing/2014/main" id="{FE7DD541-576B-4942-8355-AFE0BAE677B8}"/>
              </a:ext>
            </a:extLst>
          </p:cNvPr>
          <p:cNvSpPr>
            <a:spLocks noGrp="1"/>
          </p:cNvSpPr>
          <p:nvPr>
            <p:ph type="sldNum" sz="quarter" idx="4"/>
          </p:nvPr>
        </p:nvSpPr>
        <p:spPr/>
        <p:txBody>
          <a:bodyPr/>
          <a:lstStyle/>
          <a:p>
            <a:fld id="{00000000-1234-1234-1234-123412341234}" type="slidenum">
              <a:rPr lang="en" smtClean="0"/>
              <a:pPr/>
              <a:t>5</a:t>
            </a:fld>
            <a:endParaRPr lang="en" dirty="0"/>
          </a:p>
        </p:txBody>
      </p:sp>
      <p:sp>
        <p:nvSpPr>
          <p:cNvPr id="5" name="テキスト プレースホルダー 4">
            <a:extLst>
              <a:ext uri="{FF2B5EF4-FFF2-40B4-BE49-F238E27FC236}">
                <a16:creationId xmlns:a16="http://schemas.microsoft.com/office/drawing/2014/main" id="{4FDEE744-CA72-4937-ADAC-29EBAB9434D3}"/>
              </a:ext>
            </a:extLst>
          </p:cNvPr>
          <p:cNvSpPr>
            <a:spLocks noGrp="1"/>
          </p:cNvSpPr>
          <p:nvPr>
            <p:ph type="body" sz="quarter" idx="14"/>
          </p:nvPr>
        </p:nvSpPr>
        <p:spPr/>
        <p:txBody>
          <a:bodyPr/>
          <a:lstStyle/>
          <a:p>
            <a:pPr marL="439738" indent="-342900">
              <a:buFont typeface="+mj-lt"/>
              <a:buAutoNum type="arabicPeriod" startAt="2"/>
            </a:pPr>
            <a:r>
              <a:rPr kumimoji="1" lang="ja-JP" altLang="en-US" b="1" dirty="0">
                <a:solidFill>
                  <a:schemeClr val="tx2"/>
                </a:solidFill>
              </a:rPr>
              <a:t>改行せずに画面表示する命令</a:t>
            </a:r>
          </a:p>
          <a:p>
            <a:pPr marL="96838" indent="0">
              <a:buNone/>
            </a:pPr>
            <a:r>
              <a:rPr kumimoji="1" lang="en-US" altLang="ja-JP" b="1" dirty="0">
                <a:solidFill>
                  <a:schemeClr val="accent1"/>
                </a:solidFill>
              </a:rPr>
              <a:t>	</a:t>
            </a:r>
            <a:r>
              <a:rPr kumimoji="1" lang="en-US" altLang="ja-JP" b="1" dirty="0" err="1">
                <a:solidFill>
                  <a:schemeClr val="accent1"/>
                </a:solidFill>
              </a:rPr>
              <a:t>System.out.print</a:t>
            </a:r>
            <a:r>
              <a:rPr kumimoji="1" lang="en-US" altLang="ja-JP" b="1" dirty="0">
                <a:solidFill>
                  <a:schemeClr val="accent1"/>
                </a:solidFill>
              </a:rPr>
              <a:t>(①);</a:t>
            </a:r>
          </a:p>
          <a:p>
            <a:pPr marL="96838" indent="0">
              <a:buNone/>
            </a:pPr>
            <a:r>
              <a:rPr kumimoji="1" lang="ja-JP" altLang="en-US" dirty="0"/>
              <a:t>先ほどの例と似ていますが</a:t>
            </a:r>
            <a:r>
              <a:rPr kumimoji="1" lang="en-US" altLang="ja-JP" dirty="0" err="1"/>
              <a:t>println</a:t>
            </a:r>
            <a:r>
              <a:rPr kumimoji="1" lang="ja-JP" altLang="en-US" dirty="0"/>
              <a:t>ではなく、</a:t>
            </a:r>
            <a:r>
              <a:rPr kumimoji="1" lang="en-US" altLang="ja-JP" dirty="0"/>
              <a:t>print</a:t>
            </a:r>
            <a:r>
              <a:rPr kumimoji="1" lang="ja-JP" altLang="en-US" dirty="0"/>
              <a:t>になっています。</a:t>
            </a:r>
            <a:br>
              <a:rPr kumimoji="1" lang="ja-JP" altLang="en-US" dirty="0"/>
            </a:br>
            <a:r>
              <a:rPr kumimoji="1" lang="en-US" altLang="ja-JP" dirty="0" err="1"/>
              <a:t>println</a:t>
            </a:r>
            <a:r>
              <a:rPr kumimoji="1" lang="en-US" altLang="ja-JP" dirty="0"/>
              <a:t>(①)</a:t>
            </a:r>
            <a:r>
              <a:rPr kumimoji="1" lang="ja-JP" altLang="en-US" dirty="0"/>
              <a:t>の場合は①を表示したあと、改行します。</a:t>
            </a:r>
          </a:p>
          <a:p>
            <a:pPr marL="96838" indent="0">
              <a:buNone/>
            </a:pPr>
            <a:r>
              <a:rPr kumimoji="1" lang="ja-JP" altLang="en-US" dirty="0"/>
              <a:t>しかし、 </a:t>
            </a:r>
            <a:r>
              <a:rPr kumimoji="1" lang="en-US" altLang="ja-JP" dirty="0"/>
              <a:t>print(①)</a:t>
            </a:r>
            <a:r>
              <a:rPr kumimoji="1" lang="ja-JP" altLang="en-US" dirty="0"/>
              <a:t>の場合は改行しません。</a:t>
            </a:r>
          </a:p>
          <a:p>
            <a:pPr marL="96838" indent="0">
              <a:buNone/>
            </a:pPr>
            <a:r>
              <a:rPr kumimoji="1" lang="ja-JP" altLang="en-US" dirty="0"/>
              <a:t>そのため、複数回この命令を実行すると違いがでてきます。</a:t>
            </a:r>
          </a:p>
          <a:p>
            <a:pPr marL="452438" lvl="1" indent="0">
              <a:buNone/>
            </a:pPr>
            <a:r>
              <a:rPr kumimoji="1" lang="en-US" altLang="ja-JP" b="1" dirty="0" err="1">
                <a:solidFill>
                  <a:schemeClr val="accent1"/>
                </a:solidFill>
              </a:rPr>
              <a:t>System.out.println</a:t>
            </a:r>
            <a:r>
              <a:rPr kumimoji="1" lang="en-US" altLang="ja-JP" b="1" dirty="0">
                <a:solidFill>
                  <a:schemeClr val="accent1"/>
                </a:solidFill>
              </a:rPr>
              <a:t>(“Hello ”);</a:t>
            </a:r>
            <a:br>
              <a:rPr kumimoji="1" lang="en-US" altLang="ja-JP" b="1" dirty="0">
                <a:solidFill>
                  <a:schemeClr val="accent1"/>
                </a:solidFill>
              </a:rPr>
            </a:br>
            <a:r>
              <a:rPr kumimoji="1" lang="en-US" altLang="ja-JP" b="1" dirty="0" err="1">
                <a:solidFill>
                  <a:schemeClr val="accent1"/>
                </a:solidFill>
              </a:rPr>
              <a:t>System.out.println</a:t>
            </a:r>
            <a:r>
              <a:rPr kumimoji="1" lang="en-US" altLang="ja-JP" b="1" dirty="0">
                <a:solidFill>
                  <a:schemeClr val="accent1"/>
                </a:solidFill>
              </a:rPr>
              <a:t>(“World!”);</a:t>
            </a:r>
          </a:p>
          <a:p>
            <a:pPr marL="96838" indent="0">
              <a:buNone/>
            </a:pPr>
            <a:r>
              <a:rPr kumimoji="1" lang="ja-JP" altLang="en-US" dirty="0"/>
              <a:t>と</a:t>
            </a:r>
          </a:p>
          <a:p>
            <a:pPr marL="452438" lvl="1" indent="0">
              <a:buNone/>
            </a:pPr>
            <a:r>
              <a:rPr kumimoji="1" lang="en-US" altLang="ja-JP" b="1" dirty="0" err="1">
                <a:solidFill>
                  <a:schemeClr val="accent1"/>
                </a:solidFill>
              </a:rPr>
              <a:t>System.out.print</a:t>
            </a:r>
            <a:r>
              <a:rPr kumimoji="1" lang="en-US" altLang="ja-JP" b="1" dirty="0">
                <a:solidFill>
                  <a:schemeClr val="accent1"/>
                </a:solidFill>
              </a:rPr>
              <a:t>(“Hello ”);</a:t>
            </a:r>
            <a:br>
              <a:rPr kumimoji="1" lang="en-US" altLang="ja-JP" b="1" dirty="0">
                <a:solidFill>
                  <a:schemeClr val="accent1"/>
                </a:solidFill>
              </a:rPr>
            </a:br>
            <a:r>
              <a:rPr kumimoji="1" lang="en-US" altLang="ja-JP" b="1" dirty="0" err="1">
                <a:solidFill>
                  <a:schemeClr val="accent1"/>
                </a:solidFill>
              </a:rPr>
              <a:t>System.out.print</a:t>
            </a:r>
            <a:r>
              <a:rPr kumimoji="1" lang="en-US" altLang="ja-JP" b="1" dirty="0">
                <a:solidFill>
                  <a:schemeClr val="accent1"/>
                </a:solidFill>
              </a:rPr>
              <a:t>(“World!”);</a:t>
            </a:r>
          </a:p>
          <a:p>
            <a:pPr marL="96838" indent="0">
              <a:buNone/>
            </a:pPr>
            <a:r>
              <a:rPr kumimoji="1" lang="ja-JP" altLang="en-US" dirty="0"/>
              <a:t>をそれぞれ実行して、結果を比べてみてください。</a:t>
            </a:r>
          </a:p>
          <a:p>
            <a:pPr marL="96838" indent="0">
              <a:buNone/>
            </a:pPr>
            <a:endParaRPr kumimoji="1" lang="ja-JP" altLang="en-US" dirty="0"/>
          </a:p>
        </p:txBody>
      </p:sp>
    </p:spTree>
    <p:extLst>
      <p:ext uri="{BB962C8B-B14F-4D97-AF65-F5344CB8AC3E}">
        <p14:creationId xmlns:p14="http://schemas.microsoft.com/office/powerpoint/2010/main" val="2170260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DEAE8A0-845D-444F-A184-3E0A8DBD879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AB4C576-1A20-40B6-9482-425697740EAC}"/>
              </a:ext>
            </a:extLst>
          </p:cNvPr>
          <p:cNvSpPr>
            <a:spLocks noGrp="1"/>
          </p:cNvSpPr>
          <p:nvPr>
            <p:ph type="ctrTitle"/>
          </p:nvPr>
        </p:nvSpPr>
        <p:spPr/>
        <p:txBody>
          <a:bodyPr/>
          <a:lstStyle/>
          <a:p>
            <a:r>
              <a:rPr lang="ja-JP" altLang="ja-JP" dirty="0"/>
              <a:t>命令実行の文</a:t>
            </a:r>
            <a:endParaRPr kumimoji="1" lang="ja-JP" altLang="en-US" dirty="0"/>
          </a:p>
        </p:txBody>
      </p:sp>
      <p:sp>
        <p:nvSpPr>
          <p:cNvPr id="4" name="スライド番号プレースホルダー 3">
            <a:extLst>
              <a:ext uri="{FF2B5EF4-FFF2-40B4-BE49-F238E27FC236}">
                <a16:creationId xmlns:a16="http://schemas.microsoft.com/office/drawing/2014/main" id="{782A7D47-9C1C-492F-8EB5-457F9E3AEEC0}"/>
              </a:ext>
            </a:extLst>
          </p:cNvPr>
          <p:cNvSpPr>
            <a:spLocks noGrp="1"/>
          </p:cNvSpPr>
          <p:nvPr>
            <p:ph type="sldNum" sz="quarter" idx="4"/>
          </p:nvPr>
        </p:nvSpPr>
        <p:spPr/>
        <p:txBody>
          <a:bodyPr/>
          <a:lstStyle/>
          <a:p>
            <a:fld id="{00000000-1234-1234-1234-123412341234}" type="slidenum">
              <a:rPr lang="en" smtClean="0"/>
              <a:pPr/>
              <a:t>6</a:t>
            </a:fld>
            <a:endParaRPr lang="en" dirty="0"/>
          </a:p>
        </p:txBody>
      </p:sp>
      <p:sp>
        <p:nvSpPr>
          <p:cNvPr id="5" name="テキスト プレースホルダー 4">
            <a:extLst>
              <a:ext uri="{FF2B5EF4-FFF2-40B4-BE49-F238E27FC236}">
                <a16:creationId xmlns:a16="http://schemas.microsoft.com/office/drawing/2014/main" id="{411E77CC-7B52-4ADF-9369-7EE2F4FF9FB4}"/>
              </a:ext>
            </a:extLst>
          </p:cNvPr>
          <p:cNvSpPr>
            <a:spLocks noGrp="1"/>
          </p:cNvSpPr>
          <p:nvPr>
            <p:ph type="body" sz="quarter" idx="14"/>
          </p:nvPr>
        </p:nvSpPr>
        <p:spPr/>
        <p:txBody>
          <a:bodyPr/>
          <a:lstStyle/>
          <a:p>
            <a:pPr marL="439738" indent="-342900">
              <a:buFont typeface="+mj-lt"/>
              <a:buAutoNum type="arabicPeriod" startAt="3"/>
            </a:pPr>
            <a:r>
              <a:rPr kumimoji="1" lang="en-US" altLang="ja-JP" b="1" dirty="0">
                <a:solidFill>
                  <a:schemeClr val="tx2"/>
                </a:solidFill>
              </a:rPr>
              <a:t>2</a:t>
            </a:r>
            <a:r>
              <a:rPr kumimoji="1" lang="ja-JP" altLang="en-US" b="1" dirty="0">
                <a:solidFill>
                  <a:schemeClr val="tx2"/>
                </a:solidFill>
              </a:rPr>
              <a:t>つの値を比較して大きいほうの値を代入する命令</a:t>
            </a:r>
          </a:p>
          <a:p>
            <a:pPr marL="452438" lvl="1" indent="0">
              <a:buNone/>
            </a:pPr>
            <a:r>
              <a:rPr kumimoji="1" lang="en-US" altLang="ja-JP" b="1" dirty="0">
                <a:solidFill>
                  <a:schemeClr val="accent1"/>
                </a:solidFill>
              </a:rPr>
              <a:t>num = </a:t>
            </a:r>
            <a:r>
              <a:rPr kumimoji="1" lang="en-US" altLang="ja-JP" b="1" dirty="0" err="1">
                <a:solidFill>
                  <a:schemeClr val="accent1"/>
                </a:solidFill>
              </a:rPr>
              <a:t>Math.max</a:t>
            </a:r>
            <a:r>
              <a:rPr kumimoji="1" lang="en-US" altLang="ja-JP" b="1" dirty="0">
                <a:solidFill>
                  <a:schemeClr val="accent1"/>
                </a:solidFill>
              </a:rPr>
              <a:t>(①,②);</a:t>
            </a:r>
          </a:p>
          <a:p>
            <a:pPr marL="96838" indent="0">
              <a:buNone/>
            </a:pPr>
            <a:r>
              <a:rPr kumimoji="1" lang="ja-JP" altLang="en-US" dirty="0"/>
              <a:t>このように命令によっては引数が複数の場合もあります。</a:t>
            </a:r>
          </a:p>
          <a:p>
            <a:pPr marL="96838" indent="0">
              <a:buNone/>
            </a:pPr>
            <a:r>
              <a:rPr kumimoji="1" lang="ja-JP" altLang="en-US" dirty="0"/>
              <a:t>引数が複数の場合はカンマ「，」で区切ります。</a:t>
            </a:r>
          </a:p>
          <a:p>
            <a:pPr marL="96838" indent="0">
              <a:buNone/>
            </a:pPr>
            <a:r>
              <a:rPr kumimoji="1" lang="ja-JP" altLang="en-US" dirty="0"/>
              <a:t>この</a:t>
            </a:r>
            <a:r>
              <a:rPr kumimoji="1" lang="en-US" altLang="ja-JP" dirty="0" err="1"/>
              <a:t>Math.max</a:t>
            </a:r>
            <a:r>
              <a:rPr kumimoji="1" lang="en-US" altLang="ja-JP" dirty="0"/>
              <a:t>(  )</a:t>
            </a:r>
            <a:r>
              <a:rPr kumimoji="1" lang="ja-JP" altLang="en-US" dirty="0"/>
              <a:t>は</a:t>
            </a:r>
            <a:r>
              <a:rPr kumimoji="1" lang="en-US" altLang="ja-JP" dirty="0"/>
              <a:t>2</a:t>
            </a:r>
            <a:r>
              <a:rPr kumimoji="1" lang="ja-JP" altLang="en-US" dirty="0"/>
              <a:t>つの引数を指定しなければなりません。</a:t>
            </a:r>
          </a:p>
          <a:p>
            <a:pPr marL="96838" indent="0">
              <a:buNone/>
            </a:pPr>
            <a:r>
              <a:rPr kumimoji="1" lang="ja-JP" altLang="en-US" dirty="0"/>
              <a:t>①と②のうち、大きな数を</a:t>
            </a:r>
            <a:r>
              <a:rPr kumimoji="1" lang="en-US" altLang="ja-JP" dirty="0"/>
              <a:t>num</a:t>
            </a:r>
            <a:r>
              <a:rPr kumimoji="1" lang="ja-JP" altLang="en-US" dirty="0"/>
              <a:t>に代入します。</a:t>
            </a:r>
          </a:p>
          <a:p>
            <a:pPr marL="96838" indent="0">
              <a:buNone/>
            </a:pPr>
            <a:r>
              <a:rPr kumimoji="1" lang="ja-JP" altLang="en-US" dirty="0"/>
              <a:t>代入先の変数（ここでは</a:t>
            </a:r>
            <a:r>
              <a:rPr kumimoji="1" lang="en-US" altLang="ja-JP" dirty="0"/>
              <a:t>num</a:t>
            </a:r>
            <a:r>
              <a:rPr kumimoji="1" lang="ja-JP" altLang="en-US" dirty="0"/>
              <a:t>）と①と②のデータ型は合わせておきましょう。</a:t>
            </a:r>
          </a:p>
          <a:p>
            <a:pPr marL="452438" lvl="1" indent="0">
              <a:buNone/>
            </a:pPr>
            <a:r>
              <a:rPr kumimoji="1" lang="ja-JP" altLang="en-US" dirty="0"/>
              <a:t>例）</a:t>
            </a:r>
            <a:endParaRPr kumimoji="1" lang="en-US" altLang="ja-JP" dirty="0"/>
          </a:p>
          <a:p>
            <a:pPr marL="817563" lvl="2" indent="0">
              <a:buNone/>
            </a:pPr>
            <a:r>
              <a:rPr kumimoji="1" lang="en-US" altLang="ja-JP" b="1" dirty="0">
                <a:solidFill>
                  <a:schemeClr val="accent1"/>
                </a:solidFill>
              </a:rPr>
              <a:t>int num = </a:t>
            </a:r>
            <a:r>
              <a:rPr kumimoji="1" lang="en-US" altLang="ja-JP" b="1" dirty="0" err="1">
                <a:solidFill>
                  <a:schemeClr val="accent1"/>
                </a:solidFill>
              </a:rPr>
              <a:t>Math.max</a:t>
            </a:r>
            <a:r>
              <a:rPr kumimoji="1" lang="en-US" altLang="ja-JP" b="1" dirty="0">
                <a:solidFill>
                  <a:schemeClr val="accent1"/>
                </a:solidFill>
              </a:rPr>
              <a:t>(5, -3);</a:t>
            </a:r>
          </a:p>
          <a:p>
            <a:pPr marL="817563" lvl="2" indent="0">
              <a:buNone/>
            </a:pPr>
            <a:r>
              <a:rPr kumimoji="1" lang="en-US" altLang="ja-JP" b="1" dirty="0" err="1">
                <a:solidFill>
                  <a:schemeClr val="accent1"/>
                </a:solidFill>
              </a:rPr>
              <a:t>System.out.println</a:t>
            </a:r>
            <a:r>
              <a:rPr kumimoji="1" lang="en-US" altLang="ja-JP" b="1" dirty="0">
                <a:solidFill>
                  <a:schemeClr val="accent1"/>
                </a:solidFill>
              </a:rPr>
              <a:t>(num);</a:t>
            </a:r>
            <a:r>
              <a:rPr kumimoji="1" lang="ja-JP" altLang="en-US" b="1" dirty="0">
                <a:solidFill>
                  <a:schemeClr val="accent1"/>
                </a:solidFill>
              </a:rPr>
              <a:t>　</a:t>
            </a:r>
            <a:r>
              <a:rPr kumimoji="1" lang="ja-JP" altLang="en-US" dirty="0"/>
              <a:t>　　　→</a:t>
            </a:r>
            <a:r>
              <a:rPr kumimoji="1" lang="en-US" altLang="ja-JP" dirty="0"/>
              <a:t>5</a:t>
            </a:r>
            <a:r>
              <a:rPr kumimoji="1" lang="ja-JP" altLang="en-US" dirty="0"/>
              <a:t>が表示されます。</a:t>
            </a:r>
          </a:p>
          <a:p>
            <a:pPr marL="96838" indent="0">
              <a:buNone/>
            </a:pPr>
            <a:endParaRPr kumimoji="1" lang="ja-JP" altLang="en-US" dirty="0"/>
          </a:p>
          <a:p>
            <a:pPr marL="96838" indent="0">
              <a:buNone/>
            </a:pPr>
            <a:endParaRPr kumimoji="1" lang="ja-JP" altLang="en-US" dirty="0"/>
          </a:p>
        </p:txBody>
      </p:sp>
    </p:spTree>
    <p:extLst>
      <p:ext uri="{BB962C8B-B14F-4D97-AF65-F5344CB8AC3E}">
        <p14:creationId xmlns:p14="http://schemas.microsoft.com/office/powerpoint/2010/main" val="4171248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3A82E93-887F-44C0-896F-C3B3232279C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DD7817D-51CC-4908-AFA3-B8716B0E7C8D}"/>
              </a:ext>
            </a:extLst>
          </p:cNvPr>
          <p:cNvSpPr>
            <a:spLocks noGrp="1"/>
          </p:cNvSpPr>
          <p:nvPr>
            <p:ph type="ctrTitle"/>
          </p:nvPr>
        </p:nvSpPr>
        <p:spPr/>
        <p:txBody>
          <a:bodyPr/>
          <a:lstStyle/>
          <a:p>
            <a:r>
              <a:rPr lang="ja-JP" altLang="ja-JP" dirty="0"/>
              <a:t>命令実行の文</a:t>
            </a:r>
            <a:endParaRPr kumimoji="1" lang="ja-JP" altLang="en-US" dirty="0"/>
          </a:p>
        </p:txBody>
      </p:sp>
      <p:sp>
        <p:nvSpPr>
          <p:cNvPr id="4" name="スライド番号プレースホルダー 3">
            <a:extLst>
              <a:ext uri="{FF2B5EF4-FFF2-40B4-BE49-F238E27FC236}">
                <a16:creationId xmlns:a16="http://schemas.microsoft.com/office/drawing/2014/main" id="{9D6E9C65-267E-4741-8447-7FB6EA9A472B}"/>
              </a:ext>
            </a:extLst>
          </p:cNvPr>
          <p:cNvSpPr>
            <a:spLocks noGrp="1"/>
          </p:cNvSpPr>
          <p:nvPr>
            <p:ph type="sldNum" sz="quarter" idx="4"/>
          </p:nvPr>
        </p:nvSpPr>
        <p:spPr/>
        <p:txBody>
          <a:bodyPr/>
          <a:lstStyle/>
          <a:p>
            <a:fld id="{00000000-1234-1234-1234-123412341234}" type="slidenum">
              <a:rPr lang="en" smtClean="0"/>
              <a:pPr/>
              <a:t>7</a:t>
            </a:fld>
            <a:endParaRPr lang="en" dirty="0"/>
          </a:p>
        </p:txBody>
      </p:sp>
      <p:sp>
        <p:nvSpPr>
          <p:cNvPr id="5" name="テキスト プレースホルダー 4">
            <a:extLst>
              <a:ext uri="{FF2B5EF4-FFF2-40B4-BE49-F238E27FC236}">
                <a16:creationId xmlns:a16="http://schemas.microsoft.com/office/drawing/2014/main" id="{A04F5A0A-D700-4503-AA4B-9F9FF34EA903}"/>
              </a:ext>
            </a:extLst>
          </p:cNvPr>
          <p:cNvSpPr>
            <a:spLocks noGrp="1"/>
          </p:cNvSpPr>
          <p:nvPr>
            <p:ph type="body" sz="quarter" idx="14"/>
          </p:nvPr>
        </p:nvSpPr>
        <p:spPr>
          <a:xfrm>
            <a:off x="462875" y="867655"/>
            <a:ext cx="8216900" cy="3924598"/>
          </a:xfrm>
        </p:spPr>
        <p:txBody>
          <a:bodyPr/>
          <a:lstStyle/>
          <a:p>
            <a:pPr marL="439738" indent="-342900">
              <a:buFont typeface="+mj-lt"/>
              <a:buAutoNum type="arabicPeriod" startAt="4"/>
            </a:pPr>
            <a:r>
              <a:rPr kumimoji="1" lang="ja-JP" altLang="en-US" b="1" dirty="0">
                <a:solidFill>
                  <a:schemeClr val="tx2"/>
                </a:solidFill>
              </a:rPr>
              <a:t>文字列を</a:t>
            </a:r>
            <a:r>
              <a:rPr kumimoji="1" lang="en-US" altLang="ja-JP" b="1" dirty="0">
                <a:solidFill>
                  <a:schemeClr val="tx2"/>
                </a:solidFill>
              </a:rPr>
              <a:t>int</a:t>
            </a:r>
            <a:r>
              <a:rPr kumimoji="1" lang="ja-JP" altLang="en-US" b="1" dirty="0">
                <a:solidFill>
                  <a:schemeClr val="tx2"/>
                </a:solidFill>
              </a:rPr>
              <a:t>型に変換する命令</a:t>
            </a:r>
          </a:p>
          <a:p>
            <a:pPr marL="817563" lvl="2" indent="0">
              <a:buNone/>
            </a:pPr>
            <a:r>
              <a:rPr kumimoji="1" lang="en-US" altLang="ja-JP" b="1" dirty="0">
                <a:solidFill>
                  <a:schemeClr val="accent1"/>
                </a:solidFill>
              </a:rPr>
              <a:t>int num = </a:t>
            </a:r>
            <a:r>
              <a:rPr kumimoji="1" lang="en-US" altLang="ja-JP" b="1" dirty="0" err="1">
                <a:solidFill>
                  <a:schemeClr val="accent1"/>
                </a:solidFill>
              </a:rPr>
              <a:t>Integer.parseInt</a:t>
            </a:r>
            <a:r>
              <a:rPr kumimoji="1" lang="en-US" altLang="ja-JP" b="1" dirty="0">
                <a:solidFill>
                  <a:schemeClr val="accent1"/>
                </a:solidFill>
              </a:rPr>
              <a:t>(①);</a:t>
            </a:r>
          </a:p>
          <a:p>
            <a:pPr marL="452438" lvl="1" indent="0">
              <a:buNone/>
            </a:pPr>
            <a:r>
              <a:rPr kumimoji="1" lang="en-US" altLang="ja-JP" dirty="0"/>
              <a:t>“10”</a:t>
            </a:r>
            <a:r>
              <a:rPr kumimoji="1" lang="ja-JP" altLang="en-US" dirty="0"/>
              <a:t>のような文字列は数値ではないので、足し算、引き算などには使えません。そのため、 </a:t>
            </a:r>
            <a:r>
              <a:rPr kumimoji="1" lang="en-US" altLang="ja-JP" dirty="0"/>
              <a:t>String</a:t>
            </a:r>
            <a:r>
              <a:rPr kumimoji="1" lang="ja-JP" altLang="en-US" dirty="0"/>
              <a:t>型→</a:t>
            </a:r>
            <a:r>
              <a:rPr kumimoji="1" lang="en-US" altLang="ja-JP" dirty="0"/>
              <a:t>int</a:t>
            </a:r>
            <a:r>
              <a:rPr kumimoji="1" lang="ja-JP" altLang="en-US" dirty="0"/>
              <a:t>型の変換を行う必要があります。</a:t>
            </a:r>
          </a:p>
          <a:p>
            <a:pPr marL="452438" lvl="1" indent="0">
              <a:buNone/>
            </a:pPr>
            <a:r>
              <a:rPr kumimoji="1" lang="ja-JP" altLang="en-US" dirty="0"/>
              <a:t>逆の、</a:t>
            </a:r>
            <a:r>
              <a:rPr kumimoji="1" lang="en-US" altLang="ja-JP" dirty="0"/>
              <a:t>int</a:t>
            </a:r>
            <a:r>
              <a:rPr kumimoji="1" lang="ja-JP" altLang="en-US" dirty="0"/>
              <a:t>型→</a:t>
            </a:r>
            <a:r>
              <a:rPr kumimoji="1" lang="en-US" altLang="ja-JP" dirty="0"/>
              <a:t>String</a:t>
            </a:r>
            <a:r>
              <a:rPr kumimoji="1" lang="ja-JP" altLang="en-US" dirty="0"/>
              <a:t>型の変換は、例えば</a:t>
            </a:r>
          </a:p>
          <a:p>
            <a:pPr marL="817563" lvl="2" indent="0">
              <a:buNone/>
            </a:pPr>
            <a:r>
              <a:rPr kumimoji="1" lang="en-US" altLang="ja-JP" b="1" dirty="0">
                <a:solidFill>
                  <a:schemeClr val="accent1"/>
                </a:solidFill>
              </a:rPr>
              <a:t>String str = 10 + “”;</a:t>
            </a:r>
          </a:p>
          <a:p>
            <a:pPr marL="452438" lvl="1" indent="0">
              <a:buNone/>
            </a:pPr>
            <a:r>
              <a:rPr kumimoji="1" lang="ja-JP" altLang="en-US" dirty="0"/>
              <a:t>のように演算時の自動変換を使えば可能です。しかし、</a:t>
            </a:r>
            <a:r>
              <a:rPr kumimoji="1" lang="en-US" altLang="ja-JP" dirty="0"/>
              <a:t>String</a:t>
            </a:r>
            <a:r>
              <a:rPr kumimoji="1" lang="ja-JP" altLang="en-US" dirty="0"/>
              <a:t>型→</a:t>
            </a:r>
            <a:r>
              <a:rPr kumimoji="1" lang="en-US" altLang="ja-JP" dirty="0"/>
              <a:t>int</a:t>
            </a:r>
            <a:r>
              <a:rPr kumimoji="1" lang="ja-JP" altLang="en-US" dirty="0"/>
              <a:t>型の変換はキャスト演算子を使っても出来ませんでした。そのため、変換する必要がある場合は変換するための命令を使う必要があります。</a:t>
            </a:r>
            <a:r>
              <a:rPr kumimoji="1" lang="en-US" altLang="ja-JP" dirty="0" err="1"/>
              <a:t>Integer.parseInt</a:t>
            </a:r>
            <a:r>
              <a:rPr kumimoji="1" lang="en-US" altLang="ja-JP" dirty="0"/>
              <a:t>(  )</a:t>
            </a:r>
            <a:r>
              <a:rPr kumimoji="1" lang="ja-JP" altLang="en-US" dirty="0"/>
              <a:t>を使って①に変換したい文字列を指定すると</a:t>
            </a:r>
            <a:r>
              <a:rPr kumimoji="1" lang="en-US" altLang="ja-JP" dirty="0"/>
              <a:t>int</a:t>
            </a:r>
            <a:r>
              <a:rPr kumimoji="1" lang="ja-JP" altLang="en-US" dirty="0"/>
              <a:t>型に変換されて</a:t>
            </a:r>
            <a:r>
              <a:rPr kumimoji="1" lang="en-US" altLang="ja-JP" dirty="0"/>
              <a:t>num</a:t>
            </a:r>
            <a:r>
              <a:rPr kumimoji="1" lang="ja-JP" altLang="en-US" dirty="0"/>
              <a:t>に代入されます。</a:t>
            </a:r>
          </a:p>
          <a:p>
            <a:pPr marL="817563" lvl="2" indent="0">
              <a:buNone/>
            </a:pPr>
            <a:r>
              <a:rPr kumimoji="1" lang="ja-JP" altLang="en-US" dirty="0"/>
              <a:t>例）</a:t>
            </a:r>
            <a:endParaRPr kumimoji="1" lang="en-US" altLang="ja-JP" dirty="0"/>
          </a:p>
          <a:p>
            <a:pPr marL="1173163" lvl="3" indent="0">
              <a:buNone/>
            </a:pPr>
            <a:r>
              <a:rPr kumimoji="1" lang="en-US" altLang="ja-JP" b="1" dirty="0">
                <a:solidFill>
                  <a:schemeClr val="accent1"/>
                </a:solidFill>
              </a:rPr>
              <a:t>String str = “2” + “5”;</a:t>
            </a:r>
            <a:br>
              <a:rPr kumimoji="1" lang="en-US" altLang="ja-JP" b="1" dirty="0">
                <a:solidFill>
                  <a:schemeClr val="accent1"/>
                </a:solidFill>
              </a:rPr>
            </a:br>
            <a:r>
              <a:rPr kumimoji="1" lang="en-US" altLang="ja-JP" b="1" dirty="0">
                <a:solidFill>
                  <a:schemeClr val="accent1"/>
                </a:solidFill>
              </a:rPr>
              <a:t>int num = </a:t>
            </a:r>
            <a:r>
              <a:rPr kumimoji="1" lang="en-US" altLang="ja-JP" b="1" dirty="0" err="1">
                <a:solidFill>
                  <a:schemeClr val="accent1"/>
                </a:solidFill>
              </a:rPr>
              <a:t>Integer.parseInt</a:t>
            </a:r>
            <a:r>
              <a:rPr kumimoji="1" lang="en-US" altLang="ja-JP" b="1" dirty="0">
                <a:solidFill>
                  <a:schemeClr val="accent1"/>
                </a:solidFill>
              </a:rPr>
              <a:t>(str);</a:t>
            </a:r>
            <a:br>
              <a:rPr kumimoji="1" lang="en-US" altLang="ja-JP" b="1" dirty="0">
                <a:solidFill>
                  <a:schemeClr val="accent1"/>
                </a:solidFill>
              </a:rPr>
            </a:br>
            <a:r>
              <a:rPr kumimoji="1" lang="en-US" altLang="ja-JP" b="1" dirty="0" err="1">
                <a:solidFill>
                  <a:schemeClr val="accent1"/>
                </a:solidFill>
              </a:rPr>
              <a:t>System.out.println</a:t>
            </a:r>
            <a:r>
              <a:rPr kumimoji="1" lang="en-US" altLang="ja-JP" b="1" dirty="0">
                <a:solidFill>
                  <a:schemeClr val="accent1"/>
                </a:solidFill>
              </a:rPr>
              <a:t>(num * 2);</a:t>
            </a:r>
            <a:endParaRPr lang="en-US" altLang="ja-JP" b="1" dirty="0">
              <a:solidFill>
                <a:schemeClr val="accent1"/>
              </a:solidFill>
            </a:endParaRPr>
          </a:p>
          <a:p>
            <a:pPr marL="1528763" lvl="4" indent="0">
              <a:buNone/>
            </a:pPr>
            <a:r>
              <a:rPr kumimoji="1" lang="ja-JP" altLang="en-US" dirty="0"/>
              <a:t>→</a:t>
            </a:r>
            <a:r>
              <a:rPr kumimoji="1" lang="en-US" altLang="ja-JP" dirty="0"/>
              <a:t>num</a:t>
            </a:r>
            <a:r>
              <a:rPr kumimoji="1" lang="ja-JP" altLang="en-US" dirty="0"/>
              <a:t>の中身は</a:t>
            </a:r>
            <a:r>
              <a:rPr kumimoji="1" lang="en-US" altLang="ja-JP" dirty="0"/>
              <a:t>25</a:t>
            </a:r>
            <a:r>
              <a:rPr kumimoji="1" lang="ja-JP" altLang="en-US" dirty="0"/>
              <a:t>なので</a:t>
            </a:r>
            <a:r>
              <a:rPr kumimoji="1" lang="en-US" altLang="ja-JP" dirty="0"/>
              <a:t>50</a:t>
            </a:r>
            <a:r>
              <a:rPr kumimoji="1" lang="ja-JP" altLang="en-US" dirty="0"/>
              <a:t>が表示されます。</a:t>
            </a:r>
          </a:p>
          <a:p>
            <a:pPr marL="439738" indent="-342900">
              <a:buFont typeface="+mj-lt"/>
              <a:buAutoNum type="arabicPeriod" startAt="4"/>
            </a:pPr>
            <a:endParaRPr kumimoji="1" lang="ja-JP" altLang="en-US" dirty="0"/>
          </a:p>
        </p:txBody>
      </p:sp>
    </p:spTree>
    <p:extLst>
      <p:ext uri="{BB962C8B-B14F-4D97-AF65-F5344CB8AC3E}">
        <p14:creationId xmlns:p14="http://schemas.microsoft.com/office/powerpoint/2010/main" val="100375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FA99FEA-ADAF-4F8B-BFCD-913C88AC6C6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AA44DE9-1882-47A0-A1B1-12AE5F0F2CA2}"/>
              </a:ext>
            </a:extLst>
          </p:cNvPr>
          <p:cNvSpPr>
            <a:spLocks noGrp="1"/>
          </p:cNvSpPr>
          <p:nvPr>
            <p:ph type="ctrTitle"/>
          </p:nvPr>
        </p:nvSpPr>
        <p:spPr/>
        <p:txBody>
          <a:bodyPr/>
          <a:lstStyle/>
          <a:p>
            <a:r>
              <a:rPr kumimoji="1" lang="ja-JP" altLang="en-US" dirty="0"/>
              <a:t>命令実行の文</a:t>
            </a:r>
          </a:p>
        </p:txBody>
      </p:sp>
      <p:sp>
        <p:nvSpPr>
          <p:cNvPr id="4" name="スライド番号プレースホルダー 3">
            <a:extLst>
              <a:ext uri="{FF2B5EF4-FFF2-40B4-BE49-F238E27FC236}">
                <a16:creationId xmlns:a16="http://schemas.microsoft.com/office/drawing/2014/main" id="{847E91E1-E8AB-4FB2-A1FC-877F00D6E8D0}"/>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608B9E3C-5E1C-4FFD-81A1-35C10C8DAB11}"/>
              </a:ext>
            </a:extLst>
          </p:cNvPr>
          <p:cNvSpPr>
            <a:spLocks noGrp="1"/>
          </p:cNvSpPr>
          <p:nvPr>
            <p:ph type="body" sz="quarter" idx="14"/>
          </p:nvPr>
        </p:nvSpPr>
        <p:spPr/>
        <p:txBody>
          <a:bodyPr/>
          <a:lstStyle/>
          <a:p>
            <a:pPr marL="439738" indent="-342900">
              <a:buFont typeface="+mj-lt"/>
              <a:buAutoNum type="arabicPeriod" startAt="5"/>
            </a:pPr>
            <a:r>
              <a:rPr kumimoji="1" lang="ja-JP" altLang="en-US" b="1" dirty="0">
                <a:solidFill>
                  <a:schemeClr val="tx2"/>
                </a:solidFill>
              </a:rPr>
              <a:t>乱数を生み出す命令</a:t>
            </a:r>
          </a:p>
          <a:p>
            <a:pPr marL="817563" lvl="2" indent="0">
              <a:buNone/>
            </a:pPr>
            <a:r>
              <a:rPr kumimoji="1" lang="en-US" altLang="ja-JP" b="1" dirty="0">
                <a:solidFill>
                  <a:schemeClr val="accent1"/>
                </a:solidFill>
              </a:rPr>
              <a:t>int num = new </a:t>
            </a:r>
            <a:r>
              <a:rPr kumimoji="1" lang="en-US" altLang="ja-JP" b="1" dirty="0" err="1">
                <a:solidFill>
                  <a:schemeClr val="accent1"/>
                </a:solidFill>
              </a:rPr>
              <a:t>java.util.Random</a:t>
            </a:r>
            <a:r>
              <a:rPr kumimoji="1" lang="en-US" altLang="ja-JP" b="1" dirty="0">
                <a:solidFill>
                  <a:schemeClr val="accent1"/>
                </a:solidFill>
              </a:rPr>
              <a:t>().</a:t>
            </a:r>
            <a:r>
              <a:rPr kumimoji="1" lang="en-US" altLang="ja-JP" b="1" dirty="0" err="1">
                <a:solidFill>
                  <a:schemeClr val="accent1"/>
                </a:solidFill>
              </a:rPr>
              <a:t>nextInt</a:t>
            </a:r>
            <a:r>
              <a:rPr kumimoji="1" lang="en-US" altLang="ja-JP" b="1" dirty="0">
                <a:solidFill>
                  <a:schemeClr val="accent1"/>
                </a:solidFill>
              </a:rPr>
              <a:t>(①);</a:t>
            </a:r>
          </a:p>
          <a:p>
            <a:pPr marL="452438" lvl="1" indent="0">
              <a:buNone/>
            </a:pPr>
            <a:r>
              <a:rPr kumimoji="1" lang="ja-JP" altLang="en-US" dirty="0"/>
              <a:t>サイコロを振ると</a:t>
            </a:r>
            <a:r>
              <a:rPr kumimoji="1" lang="en-US" altLang="ja-JP" dirty="0"/>
              <a:t>1</a:t>
            </a:r>
            <a:r>
              <a:rPr kumimoji="1" lang="ja-JP" altLang="en-US" dirty="0"/>
              <a:t>～</a:t>
            </a:r>
            <a:r>
              <a:rPr kumimoji="1" lang="en-US" altLang="ja-JP" dirty="0"/>
              <a:t>6</a:t>
            </a:r>
            <a:r>
              <a:rPr kumimoji="1" lang="ja-JP" altLang="en-US" dirty="0"/>
              <a:t>の数がランダムに出てきます。</a:t>
            </a:r>
          </a:p>
          <a:p>
            <a:pPr marL="452438" lvl="1" indent="0">
              <a:buNone/>
            </a:pPr>
            <a:r>
              <a:rPr kumimoji="1" lang="ja-JP" altLang="en-US" dirty="0"/>
              <a:t>コンピュータに同じことをさせようとすると、</a:t>
            </a:r>
            <a:r>
              <a:rPr kumimoji="1" lang="en-US" altLang="ja-JP" dirty="0"/>
              <a:t>1</a:t>
            </a:r>
            <a:r>
              <a:rPr kumimoji="1" lang="ja-JP" altLang="en-US" dirty="0"/>
              <a:t>～</a:t>
            </a:r>
            <a:r>
              <a:rPr kumimoji="1" lang="en-US" altLang="ja-JP" dirty="0"/>
              <a:t>6</a:t>
            </a:r>
            <a:r>
              <a:rPr kumimoji="1" lang="ja-JP" altLang="en-US" dirty="0"/>
              <a:t>の数がランダムに出る命令が必要になります。</a:t>
            </a:r>
          </a:p>
          <a:p>
            <a:pPr marL="452438" lvl="1" indent="0">
              <a:buNone/>
            </a:pPr>
            <a:endParaRPr kumimoji="1" lang="ja-JP" altLang="en-US" dirty="0"/>
          </a:p>
          <a:p>
            <a:pPr marL="452438" lvl="1" indent="0">
              <a:buNone/>
            </a:pPr>
            <a:r>
              <a:rPr kumimoji="1" lang="ja-JP" altLang="en-US" dirty="0"/>
              <a:t>この命令は①に</a:t>
            </a:r>
            <a:r>
              <a:rPr kumimoji="1" lang="en-US" altLang="ja-JP" dirty="0"/>
              <a:t>1</a:t>
            </a:r>
            <a:r>
              <a:rPr kumimoji="1" lang="ja-JP" altLang="en-US" dirty="0"/>
              <a:t>以上の整数を指定します。</a:t>
            </a:r>
          </a:p>
          <a:p>
            <a:pPr marL="452438" lvl="1" indent="0">
              <a:buNone/>
            </a:pPr>
            <a:r>
              <a:rPr kumimoji="1" lang="ja-JP" altLang="en-US" dirty="0"/>
              <a:t>すると「</a:t>
            </a:r>
            <a:r>
              <a:rPr kumimoji="1" lang="en-US" altLang="ja-JP" dirty="0"/>
              <a:t>0</a:t>
            </a:r>
            <a:r>
              <a:rPr kumimoji="1" lang="ja-JP" altLang="en-US" dirty="0"/>
              <a:t>以上、①で指定した数未満」のランダムな数が代入されます。</a:t>
            </a:r>
          </a:p>
          <a:p>
            <a:pPr marL="452438" lvl="1" indent="0">
              <a:buNone/>
            </a:pPr>
            <a:r>
              <a:rPr kumimoji="1" lang="ja-JP" altLang="en-US" dirty="0"/>
              <a:t>例えば①に</a:t>
            </a:r>
            <a:r>
              <a:rPr kumimoji="1" lang="en-US" altLang="ja-JP" dirty="0"/>
              <a:t>5</a:t>
            </a:r>
            <a:r>
              <a:rPr kumimoji="1" lang="ja-JP" altLang="en-US" dirty="0"/>
              <a:t>を指定すると、代入されるのは</a:t>
            </a:r>
            <a:r>
              <a:rPr kumimoji="1" lang="en-US" altLang="ja-JP" dirty="0"/>
              <a:t>0</a:t>
            </a:r>
            <a:r>
              <a:rPr kumimoji="1" lang="ja-JP" altLang="en-US" dirty="0"/>
              <a:t>～</a:t>
            </a:r>
            <a:r>
              <a:rPr kumimoji="1" lang="en-US" altLang="ja-JP" dirty="0"/>
              <a:t>4</a:t>
            </a:r>
            <a:r>
              <a:rPr kumimoji="1" lang="ja-JP" altLang="en-US" dirty="0"/>
              <a:t>のいずれかの数であり、</a:t>
            </a:r>
            <a:r>
              <a:rPr kumimoji="1" lang="en-US" altLang="ja-JP" dirty="0"/>
              <a:t>5</a:t>
            </a:r>
            <a:r>
              <a:rPr kumimoji="1" lang="ja-JP" altLang="en-US" dirty="0"/>
              <a:t>が代入されることはないことに注意しましょう。</a:t>
            </a:r>
          </a:p>
          <a:p>
            <a:pPr marL="96838" indent="0">
              <a:buNone/>
            </a:pPr>
            <a:endParaRPr kumimoji="1" lang="ja-JP" altLang="en-US" dirty="0"/>
          </a:p>
        </p:txBody>
      </p:sp>
    </p:spTree>
    <p:extLst>
      <p:ext uri="{BB962C8B-B14F-4D97-AF65-F5344CB8AC3E}">
        <p14:creationId xmlns:p14="http://schemas.microsoft.com/office/powerpoint/2010/main" val="2315279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AF81648-81B5-4860-A073-ED247891D23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BF686A8-918B-4F3E-8480-FEA5F57E528A}"/>
              </a:ext>
            </a:extLst>
          </p:cNvPr>
          <p:cNvSpPr>
            <a:spLocks noGrp="1"/>
          </p:cNvSpPr>
          <p:nvPr>
            <p:ph type="ctrTitle"/>
          </p:nvPr>
        </p:nvSpPr>
        <p:spPr/>
        <p:txBody>
          <a:bodyPr/>
          <a:lstStyle/>
          <a:p>
            <a:r>
              <a:rPr lang="ja-JP" altLang="ja-JP" dirty="0"/>
              <a:t>命令実行の文</a:t>
            </a:r>
            <a:endParaRPr kumimoji="1" lang="ja-JP" altLang="en-US" dirty="0"/>
          </a:p>
        </p:txBody>
      </p:sp>
      <p:sp>
        <p:nvSpPr>
          <p:cNvPr id="4" name="スライド番号プレースホルダー 3">
            <a:extLst>
              <a:ext uri="{FF2B5EF4-FFF2-40B4-BE49-F238E27FC236}">
                <a16:creationId xmlns:a16="http://schemas.microsoft.com/office/drawing/2014/main" id="{E4D0A043-51E1-4943-A183-A27E93361F97}"/>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1316296B-B24E-4F7F-9D1A-245D14D29C41}"/>
              </a:ext>
            </a:extLst>
          </p:cNvPr>
          <p:cNvSpPr>
            <a:spLocks noGrp="1"/>
          </p:cNvSpPr>
          <p:nvPr>
            <p:ph type="body" sz="quarter" idx="14"/>
          </p:nvPr>
        </p:nvSpPr>
        <p:spPr>
          <a:xfrm>
            <a:off x="462875" y="859491"/>
            <a:ext cx="8216900" cy="541192"/>
          </a:xfrm>
        </p:spPr>
        <p:txBody>
          <a:bodyPr/>
          <a:lstStyle/>
          <a:p>
            <a:pPr marL="439738" indent="-342900">
              <a:buFont typeface="+mj-lt"/>
              <a:buAutoNum type="arabicPeriod" startAt="5"/>
            </a:pPr>
            <a:r>
              <a:rPr kumimoji="1" lang="ja-JP" altLang="en-US" b="1" dirty="0">
                <a:solidFill>
                  <a:schemeClr val="tx2"/>
                </a:solidFill>
              </a:rPr>
              <a:t>乱数を生み出す命令</a:t>
            </a:r>
          </a:p>
          <a:p>
            <a:pPr marL="452438" lvl="1" indent="0">
              <a:buNone/>
            </a:pPr>
            <a:r>
              <a:rPr kumimoji="1" lang="ja-JP" altLang="en-US" dirty="0"/>
              <a:t>前ページの例）</a:t>
            </a:r>
          </a:p>
          <a:p>
            <a:endParaRPr kumimoji="1" lang="ja-JP" altLang="en-US" dirty="0"/>
          </a:p>
        </p:txBody>
      </p:sp>
      <p:sp>
        <p:nvSpPr>
          <p:cNvPr id="6" name="テキスト プレースホルダー 4">
            <a:extLst>
              <a:ext uri="{FF2B5EF4-FFF2-40B4-BE49-F238E27FC236}">
                <a16:creationId xmlns:a16="http://schemas.microsoft.com/office/drawing/2014/main" id="{95B1C548-0F5B-4737-A0BD-405E70558ED2}"/>
              </a:ext>
            </a:extLst>
          </p:cNvPr>
          <p:cNvSpPr txBox="1">
            <a:spLocks/>
          </p:cNvSpPr>
          <p:nvPr/>
        </p:nvSpPr>
        <p:spPr>
          <a:xfrm>
            <a:off x="1478280" y="1438782"/>
            <a:ext cx="6134100" cy="167017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en-US" altLang="ja-JP" dirty="0"/>
              <a:t>public class Rand {</a:t>
            </a:r>
          </a:p>
          <a:p>
            <a:pPr marL="96838" indent="0">
              <a:buNone/>
            </a:pPr>
            <a:r>
              <a:rPr lang="en-US" altLang="ja-JP" dirty="0"/>
              <a:t>    public static void main(String[] </a:t>
            </a:r>
            <a:r>
              <a:rPr lang="en-US" altLang="ja-JP" dirty="0" err="1"/>
              <a:t>args</a:t>
            </a:r>
            <a:r>
              <a:rPr lang="en-US" altLang="ja-JP" dirty="0"/>
              <a:t>) {</a:t>
            </a:r>
          </a:p>
          <a:p>
            <a:pPr marL="96838" indent="0">
              <a:buNone/>
            </a:pPr>
            <a:r>
              <a:rPr lang="en-US" altLang="ja-JP" dirty="0"/>
              <a:t>        </a:t>
            </a:r>
            <a:r>
              <a:rPr lang="en-US" altLang="ja-JP" b="1" dirty="0">
                <a:solidFill>
                  <a:schemeClr val="accent1"/>
                </a:solidFill>
              </a:rPr>
              <a:t>int dice = new </a:t>
            </a:r>
            <a:r>
              <a:rPr lang="en-US" altLang="ja-JP" b="1" dirty="0" err="1">
                <a:solidFill>
                  <a:schemeClr val="accent1"/>
                </a:solidFill>
              </a:rPr>
              <a:t>java.util.Random</a:t>
            </a:r>
            <a:r>
              <a:rPr lang="en-US" altLang="ja-JP" b="1" dirty="0">
                <a:solidFill>
                  <a:schemeClr val="accent1"/>
                </a:solidFill>
              </a:rPr>
              <a:t>().</a:t>
            </a:r>
            <a:r>
              <a:rPr lang="en-US" altLang="ja-JP" b="1" dirty="0" err="1">
                <a:solidFill>
                  <a:schemeClr val="accent1"/>
                </a:solidFill>
              </a:rPr>
              <a:t>nextInt</a:t>
            </a:r>
            <a:r>
              <a:rPr lang="en-US" altLang="ja-JP" b="1" dirty="0">
                <a:solidFill>
                  <a:schemeClr val="accent1"/>
                </a:solidFill>
              </a:rPr>
              <a:t>(6) + 1;</a:t>
            </a:r>
          </a:p>
          <a:p>
            <a:pPr marL="96838" indent="0">
              <a:buNone/>
            </a:pPr>
            <a:r>
              <a:rPr lang="en-US" altLang="ja-JP" b="1" dirty="0">
                <a:solidFill>
                  <a:schemeClr val="accent1"/>
                </a:solidFill>
              </a:rPr>
              <a:t>        </a:t>
            </a:r>
            <a:r>
              <a:rPr lang="en-US" altLang="ja-JP" b="1" dirty="0" err="1">
                <a:solidFill>
                  <a:schemeClr val="accent1"/>
                </a:solidFill>
              </a:rPr>
              <a:t>System.out.println</a:t>
            </a:r>
            <a:r>
              <a:rPr lang="en-US" altLang="ja-JP" b="1" dirty="0">
                <a:solidFill>
                  <a:schemeClr val="accent1"/>
                </a:solidFill>
              </a:rPr>
              <a:t>("</a:t>
            </a:r>
            <a:r>
              <a:rPr lang="ja-JP" altLang="en-US" b="1" dirty="0">
                <a:solidFill>
                  <a:schemeClr val="accent1"/>
                </a:solidFill>
              </a:rPr>
              <a:t>サイコロの目は</a:t>
            </a:r>
            <a:r>
              <a:rPr lang="en-US" altLang="ja-JP" b="1" dirty="0">
                <a:solidFill>
                  <a:schemeClr val="accent1"/>
                </a:solidFill>
              </a:rPr>
              <a:t>" + dice + "</a:t>
            </a:r>
            <a:r>
              <a:rPr lang="ja-JP" altLang="en-US" b="1" dirty="0">
                <a:solidFill>
                  <a:schemeClr val="accent1"/>
                </a:solidFill>
              </a:rPr>
              <a:t>です</a:t>
            </a:r>
            <a:r>
              <a:rPr lang="en-US" altLang="ja-JP" b="1" dirty="0">
                <a:solidFill>
                  <a:schemeClr val="accent1"/>
                </a:solidFill>
              </a:rPr>
              <a:t>");</a:t>
            </a:r>
          </a:p>
          <a:p>
            <a:pPr marL="96838" indent="0">
              <a:buNone/>
            </a:pPr>
            <a:r>
              <a:rPr lang="en-US" altLang="ja-JP" dirty="0"/>
              <a:t>    }</a:t>
            </a:r>
          </a:p>
          <a:p>
            <a:pPr marL="96838" indent="0">
              <a:buNone/>
            </a:pPr>
            <a:r>
              <a:rPr lang="en-US" altLang="ja-JP" dirty="0"/>
              <a:t>}</a:t>
            </a:r>
          </a:p>
        </p:txBody>
      </p:sp>
      <p:sp>
        <p:nvSpPr>
          <p:cNvPr id="7" name="テキスト プレースホルダー 4">
            <a:extLst>
              <a:ext uri="{FF2B5EF4-FFF2-40B4-BE49-F238E27FC236}">
                <a16:creationId xmlns:a16="http://schemas.microsoft.com/office/drawing/2014/main" id="{AF0ACB7C-680B-4722-98C7-CBF77C542C99}"/>
              </a:ext>
            </a:extLst>
          </p:cNvPr>
          <p:cNvSpPr txBox="1">
            <a:spLocks/>
          </p:cNvSpPr>
          <p:nvPr/>
        </p:nvSpPr>
        <p:spPr>
          <a:xfrm>
            <a:off x="462875" y="3171519"/>
            <a:ext cx="8216900" cy="111249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452438" lvl="1" indent="0">
              <a:buFont typeface="Arial" panose="020B0604020202020204" pitchFamily="34" charset="0"/>
              <a:buNone/>
            </a:pPr>
            <a:r>
              <a:rPr lang="ja-JP" altLang="en-US" dirty="0"/>
              <a:t>上記の例では、</a:t>
            </a:r>
          </a:p>
          <a:p>
            <a:pPr marL="452438" lvl="1" indent="0">
              <a:buFont typeface="Arial" panose="020B0604020202020204" pitchFamily="34" charset="0"/>
              <a:buNone/>
            </a:pPr>
            <a:r>
              <a:rPr lang="en-US" altLang="ja-JP" dirty="0"/>
              <a:t>	</a:t>
            </a:r>
            <a:r>
              <a:rPr lang="ja-JP" altLang="en-US" dirty="0">
                <a:solidFill>
                  <a:schemeClr val="bg1"/>
                </a:solidFill>
                <a:highlight>
                  <a:srgbClr val="000000"/>
                </a:highlight>
              </a:rPr>
              <a:t>サイコロの目は</a:t>
            </a:r>
            <a:r>
              <a:rPr lang="en-US" altLang="ja-JP" dirty="0">
                <a:solidFill>
                  <a:schemeClr val="bg1"/>
                </a:solidFill>
                <a:highlight>
                  <a:srgbClr val="000000"/>
                </a:highlight>
              </a:rPr>
              <a:t>4</a:t>
            </a:r>
            <a:r>
              <a:rPr lang="ja-JP" altLang="en-US" dirty="0">
                <a:solidFill>
                  <a:schemeClr val="bg1"/>
                </a:solidFill>
                <a:highlight>
                  <a:srgbClr val="000000"/>
                </a:highlight>
              </a:rPr>
              <a:t>です</a:t>
            </a:r>
            <a:r>
              <a:rPr lang="ja-JP" altLang="en-US" dirty="0">
                <a:solidFill>
                  <a:schemeClr val="bg1"/>
                </a:solidFill>
              </a:rPr>
              <a:t>　</a:t>
            </a:r>
          </a:p>
          <a:p>
            <a:pPr marL="452438" lvl="1" indent="0">
              <a:buFont typeface="Arial" panose="020B0604020202020204" pitchFamily="34" charset="0"/>
              <a:buNone/>
            </a:pPr>
            <a:r>
              <a:rPr lang="ja-JP" altLang="en-US" dirty="0"/>
              <a:t>などと</a:t>
            </a:r>
            <a:r>
              <a:rPr lang="en-US" altLang="ja-JP" dirty="0"/>
              <a:t>1</a:t>
            </a:r>
            <a:r>
              <a:rPr lang="ja-JP" altLang="en-US" dirty="0"/>
              <a:t>～</a:t>
            </a:r>
            <a:r>
              <a:rPr lang="en-US" altLang="ja-JP" dirty="0"/>
              <a:t>6</a:t>
            </a:r>
            <a:r>
              <a:rPr lang="ja-JP" altLang="en-US" dirty="0"/>
              <a:t>の数がランダムで表示されます。</a:t>
            </a:r>
          </a:p>
          <a:p>
            <a:pPr marL="452438" lvl="1" indent="0">
              <a:buFont typeface="Arial" panose="020B0604020202020204" pitchFamily="34" charset="0"/>
              <a:buNone/>
            </a:pPr>
            <a:endParaRPr lang="ja-JP" altLang="en-US" dirty="0"/>
          </a:p>
          <a:p>
            <a:endParaRPr lang="ja-JP" altLang="en-US" dirty="0"/>
          </a:p>
        </p:txBody>
      </p:sp>
    </p:spTree>
    <p:extLst>
      <p:ext uri="{BB962C8B-B14F-4D97-AF65-F5344CB8AC3E}">
        <p14:creationId xmlns:p14="http://schemas.microsoft.com/office/powerpoint/2010/main" val="3359842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5079247-E723-4643-AC52-C79CA7788F2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71F9F1C-E73B-4FDA-97E3-F6FA05DF4201}"/>
              </a:ext>
            </a:extLst>
          </p:cNvPr>
          <p:cNvSpPr>
            <a:spLocks noGrp="1"/>
          </p:cNvSpPr>
          <p:nvPr>
            <p:ph type="ctrTitle"/>
          </p:nvPr>
        </p:nvSpPr>
        <p:spPr/>
        <p:txBody>
          <a:bodyPr/>
          <a:lstStyle/>
          <a:p>
            <a:r>
              <a:rPr lang="ja-JP" altLang="ja-JP" dirty="0"/>
              <a:t>命令実行の文</a:t>
            </a:r>
            <a:endParaRPr kumimoji="1" lang="ja-JP" altLang="en-US" dirty="0"/>
          </a:p>
        </p:txBody>
      </p:sp>
      <p:sp>
        <p:nvSpPr>
          <p:cNvPr id="4" name="スライド番号プレースホルダー 3">
            <a:extLst>
              <a:ext uri="{FF2B5EF4-FFF2-40B4-BE49-F238E27FC236}">
                <a16:creationId xmlns:a16="http://schemas.microsoft.com/office/drawing/2014/main" id="{CE6EFCE1-C079-4D28-A692-F81390B35B2B}"/>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ECFFFE50-9C3A-41A8-A1A8-E9307DCB243E}"/>
              </a:ext>
            </a:extLst>
          </p:cNvPr>
          <p:cNvSpPr>
            <a:spLocks noGrp="1"/>
          </p:cNvSpPr>
          <p:nvPr>
            <p:ph type="body" sz="quarter" idx="14"/>
          </p:nvPr>
        </p:nvSpPr>
        <p:spPr/>
        <p:txBody>
          <a:bodyPr/>
          <a:lstStyle/>
          <a:p>
            <a:pPr marL="439738" indent="-342900">
              <a:buFont typeface="+mj-lt"/>
              <a:buAutoNum type="arabicPeriod" startAt="6"/>
            </a:pPr>
            <a:r>
              <a:rPr kumimoji="1" lang="ja-JP" altLang="en-US" b="1" dirty="0">
                <a:solidFill>
                  <a:schemeClr val="tx2"/>
                </a:solidFill>
              </a:rPr>
              <a:t>キーボードから</a:t>
            </a:r>
            <a:r>
              <a:rPr kumimoji="1" lang="en-US" altLang="ja-JP" b="1" dirty="0">
                <a:solidFill>
                  <a:schemeClr val="tx2"/>
                </a:solidFill>
              </a:rPr>
              <a:t>1</a:t>
            </a:r>
            <a:r>
              <a:rPr kumimoji="1" lang="ja-JP" altLang="en-US" b="1" dirty="0">
                <a:solidFill>
                  <a:schemeClr val="tx2"/>
                </a:solidFill>
              </a:rPr>
              <a:t>行の入力を受け取る命令</a:t>
            </a:r>
          </a:p>
          <a:p>
            <a:pPr marL="817563" lvl="2" indent="0">
              <a:buNone/>
            </a:pPr>
            <a:r>
              <a:rPr kumimoji="1" lang="en-US" altLang="ja-JP" b="1" dirty="0">
                <a:solidFill>
                  <a:schemeClr val="accent1"/>
                </a:solidFill>
              </a:rPr>
              <a:t>String line = new </a:t>
            </a:r>
            <a:r>
              <a:rPr kumimoji="1" lang="en-US" altLang="ja-JP" b="1" dirty="0" err="1">
                <a:solidFill>
                  <a:schemeClr val="accent1"/>
                </a:solidFill>
              </a:rPr>
              <a:t>java.util.Scanner</a:t>
            </a:r>
            <a:r>
              <a:rPr kumimoji="1" lang="en-US" altLang="ja-JP" b="1" dirty="0">
                <a:solidFill>
                  <a:schemeClr val="accent1"/>
                </a:solidFill>
              </a:rPr>
              <a:t>(System.in).</a:t>
            </a:r>
            <a:r>
              <a:rPr kumimoji="1" lang="en-US" altLang="ja-JP" b="1" dirty="0" err="1">
                <a:solidFill>
                  <a:schemeClr val="accent1"/>
                </a:solidFill>
              </a:rPr>
              <a:t>nextLine</a:t>
            </a:r>
            <a:r>
              <a:rPr kumimoji="1" lang="en-US" altLang="ja-JP" b="1" dirty="0">
                <a:solidFill>
                  <a:schemeClr val="accent1"/>
                </a:solidFill>
              </a:rPr>
              <a:t>();</a:t>
            </a:r>
            <a:endParaRPr kumimoji="1" lang="en-US" altLang="ja-JP" dirty="0"/>
          </a:p>
          <a:p>
            <a:pPr marL="452438" lvl="1" indent="0">
              <a:buNone/>
            </a:pPr>
            <a:r>
              <a:rPr kumimoji="1" lang="ja-JP" altLang="en-US" dirty="0"/>
              <a:t>画面に表示するのは１．や２．で学習しましたので、コマンドプロンプトの画面からキーボードでデータを入力する命令を学習します。</a:t>
            </a:r>
          </a:p>
          <a:p>
            <a:pPr marL="452438" lvl="1" indent="0">
              <a:buNone/>
            </a:pPr>
            <a:r>
              <a:rPr kumimoji="1" lang="ja-JP" altLang="en-US" dirty="0"/>
              <a:t>この命令は画面から文字列を受け取るための命令になっています。</a:t>
            </a:r>
            <a:endParaRPr lang="en-US" altLang="ja-JP" dirty="0"/>
          </a:p>
          <a:p>
            <a:pPr marL="452438" lvl="1" indent="0">
              <a:buNone/>
            </a:pPr>
            <a:endParaRPr kumimoji="1" lang="en-US" altLang="ja-JP" dirty="0"/>
          </a:p>
          <a:p>
            <a:pPr marL="452438" lvl="1" indent="0">
              <a:buNone/>
            </a:pPr>
            <a:r>
              <a:rPr lang="ja-JP" altLang="en-US" dirty="0"/>
              <a:t>受け取った文字列を</a:t>
            </a:r>
            <a:r>
              <a:rPr lang="en-US" altLang="ja-JP" dirty="0"/>
              <a:t>int</a:t>
            </a:r>
            <a:r>
              <a:rPr lang="ja-JP" altLang="en-US" dirty="0"/>
              <a:t>型にしたい場合は、前項で勉強した命令（</a:t>
            </a:r>
            <a:r>
              <a:rPr lang="en-US" altLang="ja-JP" dirty="0" err="1"/>
              <a:t>Integer.parseInt</a:t>
            </a:r>
            <a:r>
              <a:rPr lang="ja-JP" altLang="en-US" dirty="0"/>
              <a:t>）を使用しましょう。</a:t>
            </a:r>
            <a:endParaRPr lang="en-US" altLang="ja-JP" dirty="0"/>
          </a:p>
        </p:txBody>
      </p:sp>
    </p:spTree>
    <p:extLst>
      <p:ext uri="{BB962C8B-B14F-4D97-AF65-F5344CB8AC3E}">
        <p14:creationId xmlns:p14="http://schemas.microsoft.com/office/powerpoint/2010/main" val="2193843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AAF81648-81B5-4860-A073-ED247891D23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BF686A8-918B-4F3E-8480-FEA5F57E528A}"/>
              </a:ext>
            </a:extLst>
          </p:cNvPr>
          <p:cNvSpPr>
            <a:spLocks noGrp="1"/>
          </p:cNvSpPr>
          <p:nvPr>
            <p:ph type="ctrTitle"/>
          </p:nvPr>
        </p:nvSpPr>
        <p:spPr/>
        <p:txBody>
          <a:bodyPr/>
          <a:lstStyle/>
          <a:p>
            <a:r>
              <a:rPr lang="ja-JP" altLang="ja-JP" dirty="0"/>
              <a:t>命令実行の文</a:t>
            </a:r>
            <a:endParaRPr kumimoji="1" lang="ja-JP" altLang="en-US" dirty="0"/>
          </a:p>
        </p:txBody>
      </p:sp>
      <p:sp>
        <p:nvSpPr>
          <p:cNvPr id="4" name="スライド番号プレースホルダー 3">
            <a:extLst>
              <a:ext uri="{FF2B5EF4-FFF2-40B4-BE49-F238E27FC236}">
                <a16:creationId xmlns:a16="http://schemas.microsoft.com/office/drawing/2014/main" id="{E4D0A043-51E1-4943-A183-A27E93361F97}"/>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1316296B-B24E-4F7F-9D1A-245D14D29C41}"/>
              </a:ext>
            </a:extLst>
          </p:cNvPr>
          <p:cNvSpPr>
            <a:spLocks noGrp="1"/>
          </p:cNvSpPr>
          <p:nvPr>
            <p:ph type="body" sz="quarter" idx="14"/>
          </p:nvPr>
        </p:nvSpPr>
        <p:spPr>
          <a:xfrm>
            <a:off x="462875" y="859491"/>
            <a:ext cx="8216900" cy="541192"/>
          </a:xfrm>
        </p:spPr>
        <p:txBody>
          <a:bodyPr/>
          <a:lstStyle/>
          <a:p>
            <a:pPr marL="439738" indent="-342900">
              <a:buFont typeface="+mj-lt"/>
              <a:buAutoNum type="arabicPeriod" startAt="6"/>
            </a:pPr>
            <a:r>
              <a:rPr kumimoji="1" lang="ja-JP" altLang="en-US" b="1" dirty="0">
                <a:solidFill>
                  <a:schemeClr val="tx2"/>
                </a:solidFill>
              </a:rPr>
              <a:t>キーボードから</a:t>
            </a:r>
            <a:r>
              <a:rPr kumimoji="1" lang="en-US" altLang="ja-JP" b="1" dirty="0">
                <a:solidFill>
                  <a:schemeClr val="tx2"/>
                </a:solidFill>
              </a:rPr>
              <a:t>1</a:t>
            </a:r>
            <a:r>
              <a:rPr kumimoji="1" lang="ja-JP" altLang="en-US" b="1" dirty="0">
                <a:solidFill>
                  <a:schemeClr val="tx2"/>
                </a:solidFill>
              </a:rPr>
              <a:t>行の入力を受け取る命令</a:t>
            </a:r>
          </a:p>
          <a:p>
            <a:pPr marL="452438" lvl="1" indent="0">
              <a:buNone/>
            </a:pPr>
            <a:r>
              <a:rPr kumimoji="1" lang="ja-JP" altLang="en-US" dirty="0"/>
              <a:t>前ページの例）</a:t>
            </a:r>
          </a:p>
          <a:p>
            <a:endParaRPr kumimoji="1" lang="ja-JP" altLang="en-US" dirty="0"/>
          </a:p>
        </p:txBody>
      </p:sp>
      <p:sp>
        <p:nvSpPr>
          <p:cNvPr id="6" name="テキスト プレースホルダー 4">
            <a:extLst>
              <a:ext uri="{FF2B5EF4-FFF2-40B4-BE49-F238E27FC236}">
                <a16:creationId xmlns:a16="http://schemas.microsoft.com/office/drawing/2014/main" id="{95B1C548-0F5B-4737-A0BD-405E70558ED2}"/>
              </a:ext>
            </a:extLst>
          </p:cNvPr>
          <p:cNvSpPr txBox="1">
            <a:spLocks/>
          </p:cNvSpPr>
          <p:nvPr/>
        </p:nvSpPr>
        <p:spPr>
          <a:xfrm>
            <a:off x="1234440" y="1438781"/>
            <a:ext cx="7299960" cy="2574631"/>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en-US" altLang="ja-JP" dirty="0"/>
              <a:t>public class </a:t>
            </a:r>
            <a:r>
              <a:rPr lang="en-US" altLang="ja-JP" dirty="0" err="1"/>
              <a:t>Inp</a:t>
            </a:r>
            <a:r>
              <a:rPr lang="en-US" altLang="ja-JP" dirty="0"/>
              <a:t> {</a:t>
            </a:r>
          </a:p>
          <a:p>
            <a:pPr marL="96838" indent="0">
              <a:buNone/>
            </a:pPr>
            <a:r>
              <a:rPr lang="en-US" altLang="ja-JP" dirty="0"/>
              <a:t>    public static void main(String[] </a:t>
            </a:r>
            <a:r>
              <a:rPr lang="en-US" altLang="ja-JP" dirty="0" err="1"/>
              <a:t>args</a:t>
            </a:r>
            <a:r>
              <a:rPr lang="en-US" altLang="ja-JP" dirty="0"/>
              <a:t>) {</a:t>
            </a:r>
          </a:p>
          <a:p>
            <a:pPr marL="96838" indent="0">
              <a:buNone/>
            </a:pPr>
            <a:r>
              <a:rPr lang="ja-JP" altLang="en-US" dirty="0"/>
              <a:t>　　  　</a:t>
            </a:r>
            <a:r>
              <a:rPr lang="en-US" altLang="ja-JP" dirty="0">
                <a:solidFill>
                  <a:schemeClr val="accent6"/>
                </a:solidFill>
              </a:rPr>
              <a:t>// </a:t>
            </a:r>
            <a:r>
              <a:rPr lang="ja-JP" altLang="en-US" dirty="0">
                <a:solidFill>
                  <a:schemeClr val="accent6"/>
                </a:solidFill>
              </a:rPr>
              <a:t>国語と入力</a:t>
            </a:r>
            <a:br>
              <a:rPr lang="ja-JP" altLang="en-US" dirty="0"/>
            </a:br>
            <a:r>
              <a:rPr lang="ja-JP" altLang="en-US" dirty="0"/>
              <a:t>　　　  </a:t>
            </a:r>
            <a:r>
              <a:rPr lang="en-US" altLang="ja-JP" b="1" dirty="0">
                <a:solidFill>
                  <a:schemeClr val="accent1"/>
                </a:solidFill>
              </a:rPr>
              <a:t>String </a:t>
            </a:r>
            <a:r>
              <a:rPr lang="en-US" altLang="ja-JP" b="1" dirty="0" err="1">
                <a:solidFill>
                  <a:schemeClr val="accent1"/>
                </a:solidFill>
              </a:rPr>
              <a:t>kamoku</a:t>
            </a:r>
            <a:r>
              <a:rPr lang="en-US" altLang="ja-JP" b="1" dirty="0">
                <a:solidFill>
                  <a:schemeClr val="accent1"/>
                </a:solidFill>
              </a:rPr>
              <a:t> = new </a:t>
            </a:r>
            <a:r>
              <a:rPr lang="en-US" altLang="ja-JP" b="1" dirty="0" err="1">
                <a:solidFill>
                  <a:schemeClr val="accent1"/>
                </a:solidFill>
              </a:rPr>
              <a:t>java.util.Scanner</a:t>
            </a:r>
            <a:r>
              <a:rPr lang="en-US" altLang="ja-JP" b="1" dirty="0">
                <a:solidFill>
                  <a:schemeClr val="accent1"/>
                </a:solidFill>
              </a:rPr>
              <a:t>(System.in).</a:t>
            </a:r>
            <a:r>
              <a:rPr lang="en-US" altLang="ja-JP" b="1" dirty="0" err="1">
                <a:solidFill>
                  <a:schemeClr val="accent1"/>
                </a:solidFill>
              </a:rPr>
              <a:t>nextLine</a:t>
            </a:r>
            <a:r>
              <a:rPr lang="en-US" altLang="ja-JP" b="1" dirty="0">
                <a:solidFill>
                  <a:schemeClr val="accent1"/>
                </a:solidFill>
              </a:rPr>
              <a:t>();</a:t>
            </a:r>
            <a:r>
              <a:rPr lang="ja-JP" altLang="en-US" b="1" dirty="0">
                <a:solidFill>
                  <a:schemeClr val="accent1"/>
                </a:solidFill>
              </a:rPr>
              <a:t>　</a:t>
            </a:r>
          </a:p>
          <a:p>
            <a:pPr marL="96838" indent="0">
              <a:buNone/>
            </a:pPr>
            <a:r>
              <a:rPr lang="ja-JP" altLang="en-US" dirty="0"/>
              <a:t>　　　  </a:t>
            </a:r>
            <a:r>
              <a:rPr lang="en-US" altLang="ja-JP" dirty="0">
                <a:solidFill>
                  <a:schemeClr val="accent6"/>
                </a:solidFill>
              </a:rPr>
              <a:t>//90</a:t>
            </a:r>
            <a:r>
              <a:rPr lang="ja-JP" altLang="en-US" dirty="0">
                <a:solidFill>
                  <a:schemeClr val="accent6"/>
                </a:solidFill>
              </a:rPr>
              <a:t>と入力すると</a:t>
            </a:r>
            <a:br>
              <a:rPr lang="ja-JP" altLang="en-US" dirty="0">
                <a:solidFill>
                  <a:schemeClr val="accent6"/>
                </a:solidFill>
              </a:rPr>
            </a:br>
            <a:r>
              <a:rPr lang="ja-JP" altLang="en-US" dirty="0"/>
              <a:t>　　　 </a:t>
            </a:r>
            <a:r>
              <a:rPr lang="ja-JP" altLang="en-US" b="1" dirty="0">
                <a:solidFill>
                  <a:schemeClr val="accent1"/>
                </a:solidFill>
              </a:rPr>
              <a:t> </a:t>
            </a:r>
            <a:r>
              <a:rPr lang="en-US" altLang="ja-JP" b="1" dirty="0">
                <a:solidFill>
                  <a:schemeClr val="accent1"/>
                </a:solidFill>
              </a:rPr>
              <a:t>String </a:t>
            </a:r>
            <a:r>
              <a:rPr lang="en-US" altLang="ja-JP" b="1" dirty="0" err="1">
                <a:solidFill>
                  <a:schemeClr val="accent1"/>
                </a:solidFill>
              </a:rPr>
              <a:t>inputTokuten</a:t>
            </a:r>
            <a:r>
              <a:rPr lang="en-US" altLang="ja-JP" b="1" dirty="0">
                <a:solidFill>
                  <a:schemeClr val="accent1"/>
                </a:solidFill>
              </a:rPr>
              <a:t> = new </a:t>
            </a:r>
            <a:r>
              <a:rPr lang="en-US" altLang="ja-JP" b="1" dirty="0" err="1">
                <a:solidFill>
                  <a:schemeClr val="accent1"/>
                </a:solidFill>
              </a:rPr>
              <a:t>java.util.Scanner</a:t>
            </a:r>
            <a:r>
              <a:rPr lang="en-US" altLang="ja-JP" b="1" dirty="0">
                <a:solidFill>
                  <a:schemeClr val="accent1"/>
                </a:solidFill>
              </a:rPr>
              <a:t>(System.in).</a:t>
            </a:r>
            <a:r>
              <a:rPr lang="en-US" altLang="ja-JP" b="1" dirty="0" err="1">
                <a:solidFill>
                  <a:schemeClr val="accent1"/>
                </a:solidFill>
              </a:rPr>
              <a:t>nextLine</a:t>
            </a:r>
            <a:r>
              <a:rPr lang="en-US" altLang="ja-JP" b="1" dirty="0">
                <a:solidFill>
                  <a:schemeClr val="accent1"/>
                </a:solidFill>
              </a:rPr>
              <a:t>();</a:t>
            </a:r>
            <a:r>
              <a:rPr lang="ja-JP" altLang="en-US" b="1" dirty="0">
                <a:solidFill>
                  <a:schemeClr val="accent1"/>
                </a:solidFill>
              </a:rPr>
              <a:t>　</a:t>
            </a:r>
            <a:endParaRPr lang="en-US" altLang="ja-JP" b="1" dirty="0">
              <a:solidFill>
                <a:schemeClr val="accent1"/>
              </a:solidFill>
            </a:endParaRPr>
          </a:p>
          <a:p>
            <a:pPr marL="96838" indent="0">
              <a:buNone/>
            </a:pPr>
            <a:r>
              <a:rPr lang="en-US" altLang="ja-JP" b="1" dirty="0">
                <a:solidFill>
                  <a:schemeClr val="accent1"/>
                </a:solidFill>
              </a:rPr>
              <a:t>        int </a:t>
            </a:r>
            <a:r>
              <a:rPr lang="en-US" altLang="ja-JP" b="1" dirty="0" err="1">
                <a:solidFill>
                  <a:schemeClr val="accent1"/>
                </a:solidFill>
              </a:rPr>
              <a:t>tokuten</a:t>
            </a:r>
            <a:r>
              <a:rPr lang="en-US" altLang="ja-JP" b="1" dirty="0">
                <a:solidFill>
                  <a:schemeClr val="accent1"/>
                </a:solidFill>
              </a:rPr>
              <a:t> = </a:t>
            </a:r>
            <a:r>
              <a:rPr kumimoji="1" lang="en-US" altLang="ja-JP" b="1" dirty="0" err="1">
                <a:solidFill>
                  <a:schemeClr val="accent1"/>
                </a:solidFill>
              </a:rPr>
              <a:t>Integer.parseInt</a:t>
            </a:r>
            <a:r>
              <a:rPr lang="en-US" altLang="ja-JP" b="1" dirty="0">
                <a:solidFill>
                  <a:schemeClr val="accent1"/>
                </a:solidFill>
              </a:rPr>
              <a:t>(</a:t>
            </a:r>
            <a:r>
              <a:rPr lang="en-US" altLang="ja-JP" b="1" dirty="0" err="1">
                <a:solidFill>
                  <a:schemeClr val="accent1"/>
                </a:solidFill>
              </a:rPr>
              <a:t>inputTokuten</a:t>
            </a:r>
            <a:r>
              <a:rPr lang="en-US" altLang="ja-JP" b="1" dirty="0">
                <a:solidFill>
                  <a:schemeClr val="accent1"/>
                </a:solidFill>
              </a:rPr>
              <a:t>);</a:t>
            </a:r>
          </a:p>
          <a:p>
            <a:pPr marL="96838" indent="0">
              <a:buNone/>
            </a:pPr>
            <a:r>
              <a:rPr lang="ja-JP" altLang="en-US" b="1" dirty="0">
                <a:solidFill>
                  <a:schemeClr val="accent1"/>
                </a:solidFill>
              </a:rPr>
              <a:t>　　　  </a:t>
            </a:r>
            <a:r>
              <a:rPr lang="en-US" altLang="ja-JP" b="1" dirty="0" err="1">
                <a:solidFill>
                  <a:schemeClr val="accent1"/>
                </a:solidFill>
              </a:rPr>
              <a:t>System.out.println</a:t>
            </a:r>
            <a:r>
              <a:rPr lang="en-US" altLang="ja-JP" b="1" dirty="0">
                <a:solidFill>
                  <a:schemeClr val="accent1"/>
                </a:solidFill>
              </a:rPr>
              <a:t>(</a:t>
            </a:r>
            <a:r>
              <a:rPr lang="en-US" altLang="ja-JP" b="1" dirty="0" err="1">
                <a:solidFill>
                  <a:schemeClr val="accent1"/>
                </a:solidFill>
              </a:rPr>
              <a:t>kamoku</a:t>
            </a:r>
            <a:r>
              <a:rPr lang="en-US" altLang="ja-JP" b="1" dirty="0">
                <a:solidFill>
                  <a:schemeClr val="accent1"/>
                </a:solidFill>
              </a:rPr>
              <a:t> + "</a:t>
            </a:r>
            <a:r>
              <a:rPr lang="ja-JP" altLang="en-US" b="1" dirty="0">
                <a:solidFill>
                  <a:schemeClr val="accent1"/>
                </a:solidFill>
              </a:rPr>
              <a:t>のテストは</a:t>
            </a:r>
            <a:r>
              <a:rPr lang="en-US" altLang="ja-JP" b="1" dirty="0">
                <a:solidFill>
                  <a:schemeClr val="accent1"/>
                </a:solidFill>
              </a:rPr>
              <a:t>" + </a:t>
            </a:r>
            <a:r>
              <a:rPr lang="en-US" altLang="ja-JP" b="1" dirty="0" err="1">
                <a:solidFill>
                  <a:schemeClr val="accent1"/>
                </a:solidFill>
              </a:rPr>
              <a:t>tokuten</a:t>
            </a:r>
            <a:r>
              <a:rPr lang="en-US" altLang="ja-JP" b="1" dirty="0">
                <a:solidFill>
                  <a:schemeClr val="accent1"/>
                </a:solidFill>
              </a:rPr>
              <a:t> + "</a:t>
            </a:r>
            <a:r>
              <a:rPr lang="ja-JP" altLang="en-US" b="1" dirty="0">
                <a:solidFill>
                  <a:schemeClr val="accent1"/>
                </a:solidFill>
              </a:rPr>
              <a:t>点でした。</a:t>
            </a:r>
            <a:r>
              <a:rPr lang="en-US" altLang="ja-JP" b="1" dirty="0">
                <a:solidFill>
                  <a:schemeClr val="accent1"/>
                </a:solidFill>
              </a:rPr>
              <a:t>");</a:t>
            </a:r>
          </a:p>
          <a:p>
            <a:pPr marL="96838" indent="0">
              <a:buNone/>
            </a:pPr>
            <a:r>
              <a:rPr lang="en-US" altLang="ja-JP" dirty="0"/>
              <a:t>    }</a:t>
            </a:r>
          </a:p>
          <a:p>
            <a:pPr marL="96838" indent="0">
              <a:buNone/>
            </a:pPr>
            <a:r>
              <a:rPr lang="en-US" altLang="ja-JP" dirty="0"/>
              <a:t>}</a:t>
            </a:r>
          </a:p>
        </p:txBody>
      </p:sp>
      <p:sp>
        <p:nvSpPr>
          <p:cNvPr id="7" name="テキスト プレースホルダー 4">
            <a:extLst>
              <a:ext uri="{FF2B5EF4-FFF2-40B4-BE49-F238E27FC236}">
                <a16:creationId xmlns:a16="http://schemas.microsoft.com/office/drawing/2014/main" id="{AF0ACB7C-680B-4722-98C7-CBF77C542C99}"/>
              </a:ext>
            </a:extLst>
          </p:cNvPr>
          <p:cNvSpPr txBox="1">
            <a:spLocks/>
          </p:cNvSpPr>
          <p:nvPr/>
        </p:nvSpPr>
        <p:spPr>
          <a:xfrm>
            <a:off x="462875" y="4013413"/>
            <a:ext cx="8216900" cy="54119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452438" lvl="1" indent="0">
              <a:buFont typeface="Arial" panose="020B0604020202020204" pitchFamily="34" charset="0"/>
              <a:buNone/>
            </a:pPr>
            <a:r>
              <a:rPr lang="en-US" altLang="ja-JP" dirty="0"/>
              <a:t>	</a:t>
            </a:r>
            <a:r>
              <a:rPr lang="ja-JP" altLang="en-US" dirty="0">
                <a:solidFill>
                  <a:schemeClr val="bg1"/>
                </a:solidFill>
                <a:highlight>
                  <a:srgbClr val="000000"/>
                </a:highlight>
              </a:rPr>
              <a:t>国語のテストは</a:t>
            </a:r>
            <a:r>
              <a:rPr lang="en-US" altLang="ja-JP" dirty="0">
                <a:solidFill>
                  <a:schemeClr val="bg1"/>
                </a:solidFill>
                <a:highlight>
                  <a:srgbClr val="000000"/>
                </a:highlight>
              </a:rPr>
              <a:t>90</a:t>
            </a:r>
            <a:r>
              <a:rPr lang="ja-JP" altLang="en-US" dirty="0">
                <a:solidFill>
                  <a:schemeClr val="bg1"/>
                </a:solidFill>
                <a:highlight>
                  <a:srgbClr val="000000"/>
                </a:highlight>
              </a:rPr>
              <a:t>点でした。</a:t>
            </a:r>
          </a:p>
          <a:p>
            <a:pPr marL="452438" lvl="1" indent="0">
              <a:buFont typeface="Arial" panose="020B0604020202020204" pitchFamily="34" charset="0"/>
              <a:buNone/>
            </a:pPr>
            <a:r>
              <a:rPr lang="ja-JP" altLang="en-US" dirty="0"/>
              <a:t>上記のように入力した内容が表示されます。</a:t>
            </a:r>
          </a:p>
          <a:p>
            <a:pPr marL="452438" lvl="1" indent="0">
              <a:buFont typeface="Arial" panose="020B0604020202020204" pitchFamily="34" charset="0"/>
              <a:buNone/>
            </a:pPr>
            <a:endParaRPr lang="ja-JP" altLang="en-US" dirty="0"/>
          </a:p>
          <a:p>
            <a:endParaRPr lang="ja-JP" altLang="en-US" dirty="0"/>
          </a:p>
        </p:txBody>
      </p:sp>
    </p:spTree>
    <p:extLst>
      <p:ext uri="{BB962C8B-B14F-4D97-AF65-F5344CB8AC3E}">
        <p14:creationId xmlns:p14="http://schemas.microsoft.com/office/powerpoint/2010/main" val="1703172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B38C263-B763-4A1A-B73B-390D804B7E4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160D83B-ECD4-4212-832C-905B76595963}"/>
              </a:ext>
            </a:extLst>
          </p:cNvPr>
          <p:cNvSpPr>
            <a:spLocks noGrp="1"/>
          </p:cNvSpPr>
          <p:nvPr>
            <p:ph type="ctrTitle"/>
          </p:nvPr>
        </p:nvSpPr>
        <p:spPr/>
        <p:txBody>
          <a:bodyPr/>
          <a:lstStyle/>
          <a:p>
            <a:r>
              <a:rPr lang="ja-JP" altLang="en-US" dirty="0"/>
              <a:t>代表的なクラスライブラリ</a:t>
            </a:r>
            <a:r>
              <a:rPr kumimoji="1" lang="ja-JP" altLang="en-US" dirty="0"/>
              <a:t>まとめ</a:t>
            </a:r>
          </a:p>
        </p:txBody>
      </p:sp>
      <p:sp>
        <p:nvSpPr>
          <p:cNvPr id="4" name="スライド番号プレースホルダー 3">
            <a:extLst>
              <a:ext uri="{FF2B5EF4-FFF2-40B4-BE49-F238E27FC236}">
                <a16:creationId xmlns:a16="http://schemas.microsoft.com/office/drawing/2014/main" id="{4CD9F944-F5CA-476E-8C9B-B35D5B856F54}"/>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24EF08D6-A88C-4E3D-A14F-34B27436FAEC}"/>
              </a:ext>
            </a:extLst>
          </p:cNvPr>
          <p:cNvSpPr>
            <a:spLocks noGrp="1"/>
          </p:cNvSpPr>
          <p:nvPr>
            <p:ph type="body" sz="quarter" idx="14"/>
          </p:nvPr>
        </p:nvSpPr>
        <p:spPr/>
        <p:txBody>
          <a:bodyPr/>
          <a:lstStyle/>
          <a:p>
            <a:pPr marL="96838" indent="0">
              <a:buNone/>
            </a:pPr>
            <a:r>
              <a:rPr lang="ja-JP" altLang="en-US" b="1" dirty="0">
                <a:solidFill>
                  <a:schemeClr val="tx2"/>
                </a:solidFill>
              </a:rPr>
              <a:t>命令・クラスライブラリ</a:t>
            </a:r>
            <a:endParaRPr kumimoji="1" lang="ja-JP" altLang="en-US" b="1" dirty="0">
              <a:solidFill>
                <a:schemeClr val="tx2"/>
              </a:solidFill>
            </a:endParaRPr>
          </a:p>
          <a:p>
            <a:pPr marL="452438" lvl="1" indent="0">
              <a:buNone/>
            </a:pPr>
            <a:r>
              <a:rPr kumimoji="1" lang="en-US" altLang="ja-JP" dirty="0"/>
              <a:t>Java</a:t>
            </a:r>
            <a:r>
              <a:rPr kumimoji="1" lang="ja-JP" altLang="en-US" dirty="0"/>
              <a:t>にはいろいろな処理を行う命令が用意されています。</a:t>
            </a:r>
            <a:endParaRPr kumimoji="1" lang="en-US" altLang="ja-JP" dirty="0"/>
          </a:p>
          <a:p>
            <a:pPr marL="452438" lvl="1" indent="0">
              <a:buNone/>
            </a:pPr>
            <a:r>
              <a:rPr lang="ja-JP" altLang="en-US" dirty="0"/>
              <a:t>クラスライブラリと呼ばれており、私たちはその命令群を活用して楽に開発ができるようになります。</a:t>
            </a:r>
            <a:endParaRPr lang="en-US" altLang="ja-JP" dirty="0"/>
          </a:p>
          <a:p>
            <a:pPr marL="452438" lvl="1" indent="0">
              <a:buNone/>
            </a:pPr>
            <a:r>
              <a:rPr kumimoji="1" lang="ja-JP" altLang="en-US" dirty="0"/>
              <a:t>このテキストには載っていない</a:t>
            </a:r>
            <a:r>
              <a:rPr lang="ja-JP" altLang="en-US" dirty="0"/>
              <a:t>命令もたくさん用意されていますので、気になった方は検索して調べてみましょう。</a:t>
            </a:r>
            <a:endParaRPr lang="en-US" altLang="ja-JP" dirty="0"/>
          </a:p>
        </p:txBody>
      </p:sp>
    </p:spTree>
    <p:extLst>
      <p:ext uri="{BB962C8B-B14F-4D97-AF65-F5344CB8AC3E}">
        <p14:creationId xmlns:p14="http://schemas.microsoft.com/office/powerpoint/2010/main" val="405086457"/>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solidFill>
            <a:schemeClr val="tx2"/>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1148</TotalTime>
  <Words>1352</Words>
  <Application>Microsoft Office PowerPoint</Application>
  <PresentationFormat>画面に合わせる (16:9)</PresentationFormat>
  <Paragraphs>142</Paragraphs>
  <Slides>13</Slides>
  <Notes>1</Notes>
  <HiddenSlides>1</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13</vt:i4>
      </vt:variant>
    </vt:vector>
  </HeadingPairs>
  <TitlesOfParts>
    <vt:vector size="20" baseType="lpstr">
      <vt:lpstr>BIZ UDゴシック</vt:lpstr>
      <vt:lpstr>MyricaM M</vt:lpstr>
      <vt:lpstr>Gill Sans Ultra Bold</vt:lpstr>
      <vt:lpstr>Arial</vt:lpstr>
      <vt:lpstr>Montserrat</vt:lpstr>
      <vt:lpstr>游ゴシック</vt:lpstr>
      <vt:lpstr>template</vt:lpstr>
      <vt:lpstr>改訂履歴</vt:lpstr>
      <vt:lpstr>クラスライブラリ</vt:lpstr>
      <vt:lpstr>テキストの ゴール</vt:lpstr>
      <vt:lpstr>テキストの 流れ</vt:lpstr>
      <vt:lpstr>命令実行の文</vt:lpstr>
      <vt:lpstr>命令実行の文</vt:lpstr>
      <vt:lpstr>命令実行の文</vt:lpstr>
      <vt:lpstr>命令実行の文</vt:lpstr>
      <vt:lpstr>命令実行の文</vt:lpstr>
      <vt:lpstr>命令実行の文</vt:lpstr>
      <vt:lpstr>命令実行の文</vt:lpstr>
      <vt:lpstr>命令実行の文</vt:lpstr>
      <vt:lpstr>代表的なクラスライブラリまとめ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32</cp:revision>
  <dcterms:created xsi:type="dcterms:W3CDTF">2020-11-26T07:05:51Z</dcterms:created>
  <dcterms:modified xsi:type="dcterms:W3CDTF">2025-03-19T07:51:48Z</dcterms:modified>
</cp:coreProperties>
</file>