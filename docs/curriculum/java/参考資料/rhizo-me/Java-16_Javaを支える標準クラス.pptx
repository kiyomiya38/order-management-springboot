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5"/>
  </p:notesMasterIdLst>
  <p:handoutMasterIdLst>
    <p:handoutMasterId r:id="rId16"/>
  </p:handoutMasterIdLst>
  <p:sldIdLst>
    <p:sldId id="382" r:id="rId2"/>
    <p:sldId id="256" r:id="rId3"/>
    <p:sldId id="360" r:id="rId4"/>
    <p:sldId id="361" r:id="rId5"/>
    <p:sldId id="388" r:id="rId6"/>
    <p:sldId id="370" r:id="rId7"/>
    <p:sldId id="371" r:id="rId8"/>
    <p:sldId id="372" r:id="rId9"/>
    <p:sldId id="379" r:id="rId10"/>
    <p:sldId id="374" r:id="rId11"/>
    <p:sldId id="375" r:id="rId12"/>
    <p:sldId id="376" r:id="rId13"/>
    <p:sldId id="378" r:id="rId14"/>
  </p:sldIdLst>
  <p:sldSz cx="9144000" cy="5143500" type="screen16x9"/>
  <p:notesSz cx="6858000" cy="9144000"/>
  <p:embeddedFontLst>
    <p:embeddedFont>
      <p:font typeface="MyricaM M" panose="020B0600070205080204" charset="-128"/>
      <p:regular r:id="rId17"/>
    </p:embeddedFont>
    <p:embeddedFont>
      <p:font typeface="Meiryo" panose="020B0604030504040204" pitchFamily="50" charset="-128"/>
      <p:regular r:id="rId18"/>
      <p:bold r:id="rId19"/>
      <p:italic r:id="rId20"/>
      <p:boldItalic r:id="rId21"/>
    </p:embeddedFont>
    <p:embeddedFont>
      <p:font typeface="BIZ UDゴシック" panose="020B0400000000000000" pitchFamily="49" charset="-128"/>
      <p:regular r:id="rId22"/>
      <p:bold r:id="rId23"/>
    </p:embeddedFont>
    <p:embeddedFont>
      <p:font typeface="Gill Sans Ultra Bold" panose="020B0A02020104020203" pitchFamily="34" charset="0"/>
      <p:regular r:id="rId24"/>
    </p:embeddedFont>
    <p:embeddedFont>
      <p:font typeface="HGP創英角ﾎﾟｯﾌﾟ体" panose="040B0A00000000000000" pitchFamily="50" charset="-128"/>
      <p:regular r:id="rId25"/>
    </p:embeddedFont>
    <p:embeddedFont>
      <p:font typeface="Montserrat" panose="00000500000000000000" pitchFamily="2" charset="0"/>
      <p:regular r:id="rId26"/>
      <p:bold r:id="rId27"/>
      <p:italic r:id="rId28"/>
      <p:boldItalic r:id="rId29"/>
    </p:embeddedFont>
    <p:embeddedFont>
      <p:font typeface="游ゴシック" panose="020B0400000000000000" pitchFamily="50" charset="-128"/>
      <p:regular r:id="rId30"/>
      <p:bold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432BB3-FDEE-4FBA-8D1C-FD0D78E4DD8C}" v="71" dt="2021-02-01T06:47:45.508"/>
  </p1510:revLst>
</p1510:revInfo>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font" Target="fonts/font12.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1-29T02:13:33.664" v="359" actId="403"/>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鈴木 秀規" userId="f68c5fd9-22d5-4c0a-9833-7fb0f5135313" providerId="ADAL" clId="{F575BF5D-9AAF-4582-948B-24FD2BFE6BEB}"/>
    <pc:docChg chg="undo custSel addSld delSld modSld">
      <pc:chgData name="鈴木 秀規" userId="f68c5fd9-22d5-4c0a-9833-7fb0f5135313" providerId="ADAL" clId="{F575BF5D-9AAF-4582-948B-24FD2BFE6BEB}" dt="2021-01-29T04:31:07.658" v="563" actId="12"/>
      <pc:docMkLst>
        <pc:docMk/>
      </pc:docMkLst>
      <pc:sldChg chg="modSp mod">
        <pc:chgData name="鈴木 秀規" userId="f68c5fd9-22d5-4c0a-9833-7fb0f5135313" providerId="ADAL" clId="{F575BF5D-9AAF-4582-948B-24FD2BFE6BEB}" dt="2021-01-29T03:53:09.400" v="17" actId="20577"/>
        <pc:sldMkLst>
          <pc:docMk/>
          <pc:sldMk cId="0" sldId="256"/>
        </pc:sldMkLst>
        <pc:spChg chg="mod">
          <ac:chgData name="鈴木 秀規" userId="f68c5fd9-22d5-4c0a-9833-7fb0f5135313" providerId="ADAL" clId="{F575BF5D-9AAF-4582-948B-24FD2BFE6BEB}" dt="2021-01-29T03:53:09.400" v="17" actId="20577"/>
          <ac:spMkLst>
            <pc:docMk/>
            <pc:sldMk cId="0" sldId="256"/>
            <ac:spMk id="56" creationId="{00000000-0000-0000-0000-000000000000}"/>
          </ac:spMkLst>
        </pc:spChg>
      </pc:sldChg>
      <pc:sldChg chg="addSp delSp modSp mod">
        <pc:chgData name="鈴木 秀規" userId="f68c5fd9-22d5-4c0a-9833-7fb0f5135313" providerId="ADAL" clId="{F575BF5D-9AAF-4582-948B-24FD2BFE6BEB}" dt="2021-01-29T03:57:52.873" v="187" actId="1076"/>
        <pc:sldMkLst>
          <pc:docMk/>
          <pc:sldMk cId="2397736379" sldId="363"/>
        </pc:sldMkLst>
        <pc:spChg chg="mod">
          <ac:chgData name="鈴木 秀規" userId="f68c5fd9-22d5-4c0a-9833-7fb0f5135313" providerId="ADAL" clId="{F575BF5D-9AAF-4582-948B-24FD2BFE6BEB}" dt="2021-01-29T03:53:38.253" v="18"/>
          <ac:spMkLst>
            <pc:docMk/>
            <pc:sldMk cId="2397736379" sldId="363"/>
            <ac:spMk id="7" creationId="{9630AD22-E64D-4A96-B059-2AF9F6580C25}"/>
          </ac:spMkLst>
        </pc:spChg>
        <pc:spChg chg="mod">
          <ac:chgData name="鈴木 秀規" userId="f68c5fd9-22d5-4c0a-9833-7fb0f5135313" providerId="ADAL" clId="{F575BF5D-9AAF-4582-948B-24FD2BFE6BEB}" dt="2021-01-29T03:54:14.140" v="23" actId="14100"/>
          <ac:spMkLst>
            <pc:docMk/>
            <pc:sldMk cId="2397736379" sldId="363"/>
            <ac:spMk id="8" creationId="{787CF02A-01AB-4517-BA3E-25572FA82648}"/>
          </ac:spMkLst>
        </pc:spChg>
        <pc:spChg chg="del">
          <ac:chgData name="鈴木 秀規" userId="f68c5fd9-22d5-4c0a-9833-7fb0f5135313" providerId="ADAL" clId="{F575BF5D-9AAF-4582-948B-24FD2BFE6BEB}" dt="2021-01-29T03:53:51.006" v="20" actId="478"/>
          <ac:spMkLst>
            <pc:docMk/>
            <pc:sldMk cId="2397736379" sldId="363"/>
            <ac:spMk id="13" creationId="{C4AF9A3A-8E4D-4361-A0C9-F0B17B39BF47}"/>
          </ac:spMkLst>
        </pc:spChg>
        <pc:spChg chg="add mod">
          <ac:chgData name="鈴木 秀規" userId="f68c5fd9-22d5-4c0a-9833-7fb0f5135313" providerId="ADAL" clId="{F575BF5D-9AAF-4582-948B-24FD2BFE6BEB}" dt="2021-01-29T03:57:31.891" v="185" actId="1036"/>
          <ac:spMkLst>
            <pc:docMk/>
            <pc:sldMk cId="2397736379" sldId="363"/>
            <ac:spMk id="20" creationId="{6A1F2DC2-FEFB-4B55-B9A8-804C2356BC0A}"/>
          </ac:spMkLst>
        </pc:spChg>
        <pc:spChg chg="add mod">
          <ac:chgData name="鈴木 秀規" userId="f68c5fd9-22d5-4c0a-9833-7fb0f5135313" providerId="ADAL" clId="{F575BF5D-9AAF-4582-948B-24FD2BFE6BEB}" dt="2021-01-29T03:57:26.033" v="180" actId="1037"/>
          <ac:spMkLst>
            <pc:docMk/>
            <pc:sldMk cId="2397736379" sldId="363"/>
            <ac:spMk id="24" creationId="{61AABCE4-8C06-4464-A1FE-C5479533A73A}"/>
          </ac:spMkLst>
        </pc:spChg>
        <pc:spChg chg="add mod">
          <ac:chgData name="鈴木 秀規" userId="f68c5fd9-22d5-4c0a-9833-7fb0f5135313" providerId="ADAL" clId="{F575BF5D-9AAF-4582-948B-24FD2BFE6BEB}" dt="2021-01-29T03:56:54.594" v="109" actId="1036"/>
          <ac:spMkLst>
            <pc:docMk/>
            <pc:sldMk cId="2397736379" sldId="363"/>
            <ac:spMk id="25" creationId="{677A1649-EFA4-4EA5-8C5D-068AF05E4B79}"/>
          </ac:spMkLst>
        </pc:spChg>
        <pc:spChg chg="add mod">
          <ac:chgData name="鈴木 秀規" userId="f68c5fd9-22d5-4c0a-9833-7fb0f5135313" providerId="ADAL" clId="{F575BF5D-9AAF-4582-948B-24FD2BFE6BEB}" dt="2021-01-29T03:57:52.873" v="187" actId="1076"/>
          <ac:spMkLst>
            <pc:docMk/>
            <pc:sldMk cId="2397736379" sldId="363"/>
            <ac:spMk id="26" creationId="{253EF062-A8F9-4BBC-BDA6-D5B078E1987D}"/>
          </ac:spMkLst>
        </pc:spChg>
        <pc:spChg chg="add mod">
          <ac:chgData name="鈴木 秀規" userId="f68c5fd9-22d5-4c0a-9833-7fb0f5135313" providerId="ADAL" clId="{F575BF5D-9AAF-4582-948B-24FD2BFE6BEB}" dt="2021-01-29T03:57:40.399" v="186" actId="1076"/>
          <ac:spMkLst>
            <pc:docMk/>
            <pc:sldMk cId="2397736379" sldId="363"/>
            <ac:spMk id="27" creationId="{6A1432DB-78A9-4BE3-A629-23DE9FE630BF}"/>
          </ac:spMkLst>
        </pc:spChg>
        <pc:spChg chg="add mod">
          <ac:chgData name="鈴木 秀規" userId="f68c5fd9-22d5-4c0a-9833-7fb0f5135313" providerId="ADAL" clId="{F575BF5D-9AAF-4582-948B-24FD2BFE6BEB}" dt="2021-01-29T03:54:57.394" v="32" actId="1076"/>
          <ac:spMkLst>
            <pc:docMk/>
            <pc:sldMk cId="2397736379" sldId="363"/>
            <ac:spMk id="28" creationId="{08A8B2D8-85EE-40F4-B59A-3B08250F23C2}"/>
          </ac:spMkLst>
        </pc:spChg>
        <pc:picChg chg="add mod">
          <ac:chgData name="鈴木 秀規" userId="f68c5fd9-22d5-4c0a-9833-7fb0f5135313" providerId="ADAL" clId="{F575BF5D-9AAF-4582-948B-24FD2BFE6BEB}" dt="2021-01-29T03:56:48.472" v="98" actId="1037"/>
          <ac:picMkLst>
            <pc:docMk/>
            <pc:sldMk cId="2397736379" sldId="363"/>
            <ac:picMk id="9" creationId="{5D4595B8-BA8B-4104-A32F-708AA3722776}"/>
          </ac:picMkLst>
        </pc:picChg>
        <pc:picChg chg="add mod">
          <ac:chgData name="鈴木 秀規" userId="f68c5fd9-22d5-4c0a-9833-7fb0f5135313" providerId="ADAL" clId="{F575BF5D-9AAF-4582-948B-24FD2BFE6BEB}" dt="2021-01-29T03:54:50.950" v="30" actId="1076"/>
          <ac:picMkLst>
            <pc:docMk/>
            <pc:sldMk cId="2397736379" sldId="363"/>
            <ac:picMk id="10" creationId="{9C10110C-4318-4828-9309-07270703879C}"/>
          </ac:picMkLst>
        </pc:picChg>
        <pc:picChg chg="del">
          <ac:chgData name="鈴木 秀規" userId="f68c5fd9-22d5-4c0a-9833-7fb0f5135313" providerId="ADAL" clId="{F575BF5D-9AAF-4582-948B-24FD2BFE6BEB}" dt="2021-01-29T03:53:51.006" v="20" actId="478"/>
          <ac:picMkLst>
            <pc:docMk/>
            <pc:sldMk cId="2397736379" sldId="363"/>
            <ac:picMk id="11" creationId="{F9049B9F-DE3A-4846-B27B-333755B11A36}"/>
          </ac:picMkLst>
        </pc:picChg>
        <pc:picChg chg="del">
          <ac:chgData name="鈴木 秀規" userId="f68c5fd9-22d5-4c0a-9833-7fb0f5135313" providerId="ADAL" clId="{F575BF5D-9AAF-4582-948B-24FD2BFE6BEB}" dt="2021-01-29T03:53:51.006" v="20" actId="478"/>
          <ac:picMkLst>
            <pc:docMk/>
            <pc:sldMk cId="2397736379" sldId="363"/>
            <ac:picMk id="12" creationId="{4794F4AC-6B8F-4B15-AB6F-B06FD356050F}"/>
          </ac:picMkLst>
        </pc:picChg>
        <pc:picChg chg="add mod">
          <ac:chgData name="鈴木 秀規" userId="f68c5fd9-22d5-4c0a-9833-7fb0f5135313" providerId="ADAL" clId="{F575BF5D-9AAF-4582-948B-24FD2BFE6BEB}" dt="2021-01-29T03:56:54.594" v="109" actId="1036"/>
          <ac:picMkLst>
            <pc:docMk/>
            <pc:sldMk cId="2397736379" sldId="363"/>
            <ac:picMk id="14" creationId="{43CCCDA8-5505-4805-9C7F-C752E5EBE1F2}"/>
          </ac:picMkLst>
        </pc:picChg>
        <pc:picChg chg="add mod">
          <ac:chgData name="鈴木 秀規" userId="f68c5fd9-22d5-4c0a-9833-7fb0f5135313" providerId="ADAL" clId="{F575BF5D-9AAF-4582-948B-24FD2BFE6BEB}" dt="2021-01-29T03:56:54.594" v="109" actId="1036"/>
          <ac:picMkLst>
            <pc:docMk/>
            <pc:sldMk cId="2397736379" sldId="363"/>
            <ac:picMk id="17" creationId="{B36B4205-DF15-42AC-A2A3-723FFAEE6AEC}"/>
          </ac:picMkLst>
        </pc:picChg>
        <pc:picChg chg="add mod">
          <ac:chgData name="鈴木 秀規" userId="f68c5fd9-22d5-4c0a-9833-7fb0f5135313" providerId="ADAL" clId="{F575BF5D-9AAF-4582-948B-24FD2BFE6BEB}" dt="2021-01-29T03:55:00.868" v="33" actId="1076"/>
          <ac:picMkLst>
            <pc:docMk/>
            <pc:sldMk cId="2397736379" sldId="363"/>
            <ac:picMk id="18" creationId="{17935D42-2E25-4D1B-B497-6E4A51F12C93}"/>
          </ac:picMkLst>
        </pc:picChg>
        <pc:picChg chg="add mod">
          <ac:chgData name="鈴木 秀規" userId="f68c5fd9-22d5-4c0a-9833-7fb0f5135313" providerId="ADAL" clId="{F575BF5D-9AAF-4582-948B-24FD2BFE6BEB}" dt="2021-01-29T03:57:01.593" v="126" actId="1036"/>
          <ac:picMkLst>
            <pc:docMk/>
            <pc:sldMk cId="2397736379" sldId="363"/>
            <ac:picMk id="23" creationId="{46268FDB-CE61-4EF9-86B3-DF2D58C588E0}"/>
          </ac:picMkLst>
        </pc:picChg>
        <pc:cxnChg chg="add mod">
          <ac:chgData name="鈴木 秀規" userId="f68c5fd9-22d5-4c0a-9833-7fb0f5135313" providerId="ADAL" clId="{F575BF5D-9AAF-4582-948B-24FD2BFE6BEB}" dt="2021-01-29T03:56:54.594" v="109" actId="1036"/>
          <ac:cxnSpMkLst>
            <pc:docMk/>
            <pc:sldMk cId="2397736379" sldId="363"/>
            <ac:cxnSpMk id="15" creationId="{7C29249F-F388-4808-BA65-4C232F1BAE0E}"/>
          </ac:cxnSpMkLst>
        </pc:cxnChg>
        <pc:cxnChg chg="add mod">
          <ac:chgData name="鈴木 秀規" userId="f68c5fd9-22d5-4c0a-9833-7fb0f5135313" providerId="ADAL" clId="{F575BF5D-9AAF-4582-948B-24FD2BFE6BEB}" dt="2021-01-29T03:56:54.594" v="109" actId="1036"/>
          <ac:cxnSpMkLst>
            <pc:docMk/>
            <pc:sldMk cId="2397736379" sldId="363"/>
            <ac:cxnSpMk id="16" creationId="{337FCC9E-C631-4412-B174-1C6680E7F517}"/>
          </ac:cxnSpMkLst>
        </pc:cxnChg>
        <pc:cxnChg chg="add mod">
          <ac:chgData name="鈴木 秀規" userId="f68c5fd9-22d5-4c0a-9833-7fb0f5135313" providerId="ADAL" clId="{F575BF5D-9AAF-4582-948B-24FD2BFE6BEB}" dt="2021-01-29T03:57:01.593" v="126" actId="1036"/>
          <ac:cxnSpMkLst>
            <pc:docMk/>
            <pc:sldMk cId="2397736379" sldId="363"/>
            <ac:cxnSpMk id="19" creationId="{8C0777B4-17C4-482E-A9A7-55B472CCB402}"/>
          </ac:cxnSpMkLst>
        </pc:cxnChg>
        <pc:cxnChg chg="add mod">
          <ac:chgData name="鈴木 秀規" userId="f68c5fd9-22d5-4c0a-9833-7fb0f5135313" providerId="ADAL" clId="{F575BF5D-9AAF-4582-948B-24FD2BFE6BEB}" dt="2021-01-29T03:56:54.594" v="109" actId="1036"/>
          <ac:cxnSpMkLst>
            <pc:docMk/>
            <pc:sldMk cId="2397736379" sldId="363"/>
            <ac:cxnSpMk id="21" creationId="{360F1E30-C410-4664-A44C-D76CDE558B86}"/>
          </ac:cxnSpMkLst>
        </pc:cxnChg>
        <pc:cxnChg chg="add mod">
          <ac:chgData name="鈴木 秀規" userId="f68c5fd9-22d5-4c0a-9833-7fb0f5135313" providerId="ADAL" clId="{F575BF5D-9AAF-4582-948B-24FD2BFE6BEB}" dt="2021-01-29T03:55:00.868" v="33" actId="1076"/>
          <ac:cxnSpMkLst>
            <pc:docMk/>
            <pc:sldMk cId="2397736379" sldId="363"/>
            <ac:cxnSpMk id="22" creationId="{D8D0C633-EA00-468C-BF8F-D1BE99765D8F}"/>
          </ac:cxnSpMkLst>
        </pc:cxnChg>
      </pc:sldChg>
      <pc:sldChg chg="del">
        <pc:chgData name="鈴木 秀規" userId="f68c5fd9-22d5-4c0a-9833-7fb0f5135313" providerId="ADAL" clId="{F575BF5D-9AAF-4582-948B-24FD2BFE6BEB}" dt="2021-01-29T03:53:45.227" v="19" actId="2696"/>
        <pc:sldMkLst>
          <pc:docMk/>
          <pc:sldMk cId="1780867631" sldId="364"/>
        </pc:sldMkLst>
      </pc:sldChg>
      <pc:sldChg chg="addSp modSp new mod">
        <pc:chgData name="鈴木 秀規" userId="f68c5fd9-22d5-4c0a-9833-7fb0f5135313" providerId="ADAL" clId="{F575BF5D-9AAF-4582-948B-24FD2BFE6BEB}" dt="2021-01-29T04:00:27.336" v="250" actId="1036"/>
        <pc:sldMkLst>
          <pc:docMk/>
          <pc:sldMk cId="1835643292" sldId="364"/>
        </pc:sldMkLst>
        <pc:spChg chg="mod">
          <ac:chgData name="鈴木 秀規" userId="f68c5fd9-22d5-4c0a-9833-7fb0f5135313" providerId="ADAL" clId="{F575BF5D-9AAF-4582-948B-24FD2BFE6BEB}" dt="2021-01-29T03:58:06.499" v="189"/>
          <ac:spMkLst>
            <pc:docMk/>
            <pc:sldMk cId="1835643292" sldId="364"/>
            <ac:spMk id="3" creationId="{06EF8FDA-99E5-46E1-96FB-8B2F2813B31F}"/>
          </ac:spMkLst>
        </pc:spChg>
        <pc:spChg chg="mod">
          <ac:chgData name="鈴木 秀規" userId="f68c5fd9-22d5-4c0a-9833-7fb0f5135313" providerId="ADAL" clId="{F575BF5D-9AAF-4582-948B-24FD2BFE6BEB}" dt="2021-01-29T03:58:14.786" v="191"/>
          <ac:spMkLst>
            <pc:docMk/>
            <pc:sldMk cId="1835643292" sldId="364"/>
            <ac:spMk id="5" creationId="{09D91883-349E-4379-B8C7-570CD62FCA31}"/>
          </ac:spMkLst>
        </pc:spChg>
        <pc:spChg chg="add mod">
          <ac:chgData name="鈴木 秀規" userId="f68c5fd9-22d5-4c0a-9833-7fb0f5135313" providerId="ADAL" clId="{F575BF5D-9AAF-4582-948B-24FD2BFE6BEB}" dt="2021-01-29T04:00:19.869" v="247" actId="207"/>
          <ac:spMkLst>
            <pc:docMk/>
            <pc:sldMk cId="1835643292" sldId="364"/>
            <ac:spMk id="9" creationId="{7B05CDF5-A4E6-4BB3-97AA-9D5FB3E5EB9F}"/>
          </ac:spMkLst>
        </pc:spChg>
        <pc:spChg chg="add mod">
          <ac:chgData name="鈴木 秀規" userId="f68c5fd9-22d5-4c0a-9833-7fb0f5135313" providerId="ADAL" clId="{F575BF5D-9AAF-4582-948B-24FD2BFE6BEB}" dt="2021-01-29T04:00:19.869" v="247" actId="207"/>
          <ac:spMkLst>
            <pc:docMk/>
            <pc:sldMk cId="1835643292" sldId="364"/>
            <ac:spMk id="10" creationId="{061A445F-942A-48C3-ADAC-419889055630}"/>
          </ac:spMkLst>
        </pc:spChg>
        <pc:spChg chg="add mod">
          <ac:chgData name="鈴木 秀規" userId="f68c5fd9-22d5-4c0a-9833-7fb0f5135313" providerId="ADAL" clId="{F575BF5D-9AAF-4582-948B-24FD2BFE6BEB}" dt="2021-01-29T04:00:15.037" v="246" actId="207"/>
          <ac:spMkLst>
            <pc:docMk/>
            <pc:sldMk cId="1835643292" sldId="364"/>
            <ac:spMk id="13" creationId="{B1EAB290-EBD3-43CC-8A86-3583A7A02F59}"/>
          </ac:spMkLst>
        </pc:spChg>
        <pc:spChg chg="add mod">
          <ac:chgData name="鈴木 秀規" userId="f68c5fd9-22d5-4c0a-9833-7fb0f5135313" providerId="ADAL" clId="{F575BF5D-9AAF-4582-948B-24FD2BFE6BEB}" dt="2021-01-29T04:00:27.336" v="250" actId="1036"/>
          <ac:spMkLst>
            <pc:docMk/>
            <pc:sldMk cId="1835643292" sldId="364"/>
            <ac:spMk id="14" creationId="{E89F0D49-DCFC-4238-874F-9EB95E96CFF9}"/>
          </ac:spMkLst>
        </pc:spChg>
        <pc:spChg chg="add mod">
          <ac:chgData name="鈴木 秀規" userId="f68c5fd9-22d5-4c0a-9833-7fb0f5135313" providerId="ADAL" clId="{F575BF5D-9AAF-4582-948B-24FD2BFE6BEB}" dt="2021-01-29T04:00:19.869" v="247" actId="207"/>
          <ac:spMkLst>
            <pc:docMk/>
            <pc:sldMk cId="1835643292" sldId="364"/>
            <ac:spMk id="15" creationId="{7302AFCA-DE7B-4A6C-B043-3F42F1209AD9}"/>
          </ac:spMkLst>
        </pc:spChg>
        <pc:picChg chg="add mod">
          <ac:chgData name="鈴木 秀規" userId="f68c5fd9-22d5-4c0a-9833-7fb0f5135313" providerId="ADAL" clId="{F575BF5D-9AAF-4582-948B-24FD2BFE6BEB}" dt="2021-01-29T04:00:07.352" v="244" actId="1035"/>
          <ac:picMkLst>
            <pc:docMk/>
            <pc:sldMk cId="1835643292" sldId="364"/>
            <ac:picMk id="6" creationId="{74A68859-B0EF-42BC-8488-AACBB2EBCAE5}"/>
          </ac:picMkLst>
        </pc:picChg>
        <pc:picChg chg="add mod">
          <ac:chgData name="鈴木 秀規" userId="f68c5fd9-22d5-4c0a-9833-7fb0f5135313" providerId="ADAL" clId="{F575BF5D-9AAF-4582-948B-24FD2BFE6BEB}" dt="2021-01-29T04:00:07.352" v="244" actId="1035"/>
          <ac:picMkLst>
            <pc:docMk/>
            <pc:sldMk cId="1835643292" sldId="364"/>
            <ac:picMk id="7" creationId="{FFF1A7B1-508D-4A90-897D-3AEF77EDC208}"/>
          </ac:picMkLst>
        </pc:picChg>
        <pc:picChg chg="add mod">
          <ac:chgData name="鈴木 秀規" userId="f68c5fd9-22d5-4c0a-9833-7fb0f5135313" providerId="ADAL" clId="{F575BF5D-9AAF-4582-948B-24FD2BFE6BEB}" dt="2021-01-29T04:00:07.352" v="244" actId="1035"/>
          <ac:picMkLst>
            <pc:docMk/>
            <pc:sldMk cId="1835643292" sldId="364"/>
            <ac:picMk id="11" creationId="{C584244A-1702-48E7-AB5A-AC04C5558AC6}"/>
          </ac:picMkLst>
        </pc:picChg>
        <pc:picChg chg="add mod">
          <ac:chgData name="鈴木 秀規" userId="f68c5fd9-22d5-4c0a-9833-7fb0f5135313" providerId="ADAL" clId="{F575BF5D-9AAF-4582-948B-24FD2BFE6BEB}" dt="2021-01-29T04:00:27.336" v="250" actId="1036"/>
          <ac:picMkLst>
            <pc:docMk/>
            <pc:sldMk cId="1835643292" sldId="364"/>
            <ac:picMk id="12" creationId="{D21C9FCE-1C6B-47AD-8163-16B600D72E4B}"/>
          </ac:picMkLst>
        </pc:picChg>
        <pc:picChg chg="add mod">
          <ac:chgData name="鈴木 秀規" userId="f68c5fd9-22d5-4c0a-9833-7fb0f5135313" providerId="ADAL" clId="{F575BF5D-9AAF-4582-948B-24FD2BFE6BEB}" dt="2021-01-29T04:00:07.352" v="244" actId="1035"/>
          <ac:picMkLst>
            <pc:docMk/>
            <pc:sldMk cId="1835643292" sldId="364"/>
            <ac:picMk id="18" creationId="{D92ABB49-C22A-484B-BA3A-DD0255A1967B}"/>
          </ac:picMkLst>
        </pc:picChg>
        <pc:picChg chg="add mod">
          <ac:chgData name="鈴木 秀規" userId="f68c5fd9-22d5-4c0a-9833-7fb0f5135313" providerId="ADAL" clId="{F575BF5D-9AAF-4582-948B-24FD2BFE6BEB}" dt="2021-01-29T04:00:07.352" v="244" actId="1035"/>
          <ac:picMkLst>
            <pc:docMk/>
            <pc:sldMk cId="1835643292" sldId="364"/>
            <ac:picMk id="19" creationId="{833D0E5C-1A69-4D0C-924F-FB9DA81E7623}"/>
          </ac:picMkLst>
        </pc:picChg>
        <pc:cxnChg chg="add mod">
          <ac:chgData name="鈴木 秀規" userId="f68c5fd9-22d5-4c0a-9833-7fb0f5135313" providerId="ADAL" clId="{F575BF5D-9AAF-4582-948B-24FD2BFE6BEB}" dt="2021-01-29T04:00:07.352" v="244" actId="1035"/>
          <ac:cxnSpMkLst>
            <pc:docMk/>
            <pc:sldMk cId="1835643292" sldId="364"/>
            <ac:cxnSpMk id="8" creationId="{B6ECDDAE-0B9A-4E1C-9082-8BA927633D5F}"/>
          </ac:cxnSpMkLst>
        </pc:cxnChg>
        <pc:cxnChg chg="add mod">
          <ac:chgData name="鈴木 秀規" userId="f68c5fd9-22d5-4c0a-9833-7fb0f5135313" providerId="ADAL" clId="{F575BF5D-9AAF-4582-948B-24FD2BFE6BEB}" dt="2021-01-29T04:00:07.352" v="244" actId="1035"/>
          <ac:cxnSpMkLst>
            <pc:docMk/>
            <pc:sldMk cId="1835643292" sldId="364"/>
            <ac:cxnSpMk id="16" creationId="{6ADC0FCC-7CFF-478E-A3E2-4C6704FBE753}"/>
          </ac:cxnSpMkLst>
        </pc:cxnChg>
        <pc:cxnChg chg="add mod">
          <ac:chgData name="鈴木 秀規" userId="f68c5fd9-22d5-4c0a-9833-7fb0f5135313" providerId="ADAL" clId="{F575BF5D-9AAF-4582-948B-24FD2BFE6BEB}" dt="2021-01-29T04:00:27.336" v="250" actId="1036"/>
          <ac:cxnSpMkLst>
            <pc:docMk/>
            <pc:sldMk cId="1835643292" sldId="364"/>
            <ac:cxnSpMk id="17" creationId="{F9DDC079-CC82-4D22-9B06-9C0284214E27}"/>
          </ac:cxnSpMkLst>
        </pc:cxnChg>
      </pc:sldChg>
      <pc:sldChg chg="addSp modSp new mod">
        <pc:chgData name="鈴木 秀規" userId="f68c5fd9-22d5-4c0a-9833-7fb0f5135313" providerId="ADAL" clId="{F575BF5D-9AAF-4582-948B-24FD2BFE6BEB}" dt="2021-01-29T04:01:32.930" v="264" actId="207"/>
        <pc:sldMkLst>
          <pc:docMk/>
          <pc:sldMk cId="1277167566" sldId="365"/>
        </pc:sldMkLst>
        <pc:spChg chg="mod">
          <ac:chgData name="鈴木 秀規" userId="f68c5fd9-22d5-4c0a-9833-7fb0f5135313" providerId="ADAL" clId="{F575BF5D-9AAF-4582-948B-24FD2BFE6BEB}" dt="2021-01-29T04:00:44.314" v="252"/>
          <ac:spMkLst>
            <pc:docMk/>
            <pc:sldMk cId="1277167566" sldId="365"/>
            <ac:spMk id="3" creationId="{1F1E3EE4-E367-4019-8666-AC013DECCA39}"/>
          </ac:spMkLst>
        </pc:spChg>
        <pc:spChg chg="mod">
          <ac:chgData name="鈴木 秀規" userId="f68c5fd9-22d5-4c0a-9833-7fb0f5135313" providerId="ADAL" clId="{F575BF5D-9AAF-4582-948B-24FD2BFE6BEB}" dt="2021-01-29T04:01:32.930" v="264" actId="207"/>
          <ac:spMkLst>
            <pc:docMk/>
            <pc:sldMk cId="1277167566" sldId="365"/>
            <ac:spMk id="5" creationId="{6994C8CA-0BE1-4319-A8F8-EA45D6CAEB97}"/>
          </ac:spMkLst>
        </pc:spChg>
        <pc:spChg chg="add mod">
          <ac:chgData name="鈴木 秀規" userId="f68c5fd9-22d5-4c0a-9833-7fb0f5135313" providerId="ADAL" clId="{F575BF5D-9AAF-4582-948B-24FD2BFE6BEB}" dt="2021-01-29T04:01:07.222" v="257" actId="1076"/>
          <ac:spMkLst>
            <pc:docMk/>
            <pc:sldMk cId="1277167566" sldId="365"/>
            <ac:spMk id="8" creationId="{AF06CAC8-3477-46A8-92CE-3FCE1A9C4118}"/>
          </ac:spMkLst>
        </pc:spChg>
        <pc:picChg chg="add mod">
          <ac:chgData name="鈴木 秀規" userId="f68c5fd9-22d5-4c0a-9833-7fb0f5135313" providerId="ADAL" clId="{F575BF5D-9AAF-4582-948B-24FD2BFE6BEB}" dt="2021-01-29T04:01:07.222" v="257" actId="1076"/>
          <ac:picMkLst>
            <pc:docMk/>
            <pc:sldMk cId="1277167566" sldId="365"/>
            <ac:picMk id="6" creationId="{238C6003-B98F-42C0-A4C4-299E97BC232B}"/>
          </ac:picMkLst>
        </pc:picChg>
        <pc:picChg chg="add mod">
          <ac:chgData name="鈴木 秀規" userId="f68c5fd9-22d5-4c0a-9833-7fb0f5135313" providerId="ADAL" clId="{F575BF5D-9AAF-4582-948B-24FD2BFE6BEB}" dt="2021-01-29T04:01:07.222" v="257" actId="1076"/>
          <ac:picMkLst>
            <pc:docMk/>
            <pc:sldMk cId="1277167566" sldId="365"/>
            <ac:picMk id="7" creationId="{1A06B121-EDB1-4B0A-B3A2-1CA0E06FC10A}"/>
          </ac:picMkLst>
        </pc:picChg>
      </pc:sldChg>
      <pc:sldChg chg="del">
        <pc:chgData name="鈴木 秀規" userId="f68c5fd9-22d5-4c0a-9833-7fb0f5135313" providerId="ADAL" clId="{F575BF5D-9AAF-4582-948B-24FD2BFE6BEB}" dt="2021-01-29T03:53:45.227" v="19" actId="2696"/>
        <pc:sldMkLst>
          <pc:docMk/>
          <pc:sldMk cId="3777598103" sldId="365"/>
        </pc:sldMkLst>
      </pc:sldChg>
      <pc:sldChg chg="del">
        <pc:chgData name="鈴木 秀規" userId="f68c5fd9-22d5-4c0a-9833-7fb0f5135313" providerId="ADAL" clId="{F575BF5D-9AAF-4582-948B-24FD2BFE6BEB}" dt="2021-01-29T03:53:45.227" v="19" actId="2696"/>
        <pc:sldMkLst>
          <pc:docMk/>
          <pc:sldMk cId="2854614525" sldId="366"/>
        </pc:sldMkLst>
      </pc:sldChg>
      <pc:sldChg chg="addSp modSp new mod">
        <pc:chgData name="鈴木 秀規" userId="f68c5fd9-22d5-4c0a-9833-7fb0f5135313" providerId="ADAL" clId="{F575BF5D-9AAF-4582-948B-24FD2BFE6BEB}" dt="2021-01-29T04:04:26.657" v="289" actId="1076"/>
        <pc:sldMkLst>
          <pc:docMk/>
          <pc:sldMk cId="3202997917" sldId="366"/>
        </pc:sldMkLst>
        <pc:spChg chg="mod">
          <ac:chgData name="鈴木 秀規" userId="f68c5fd9-22d5-4c0a-9833-7fb0f5135313" providerId="ADAL" clId="{F575BF5D-9AAF-4582-948B-24FD2BFE6BEB}" dt="2021-01-29T04:03:14.964" v="266"/>
          <ac:spMkLst>
            <pc:docMk/>
            <pc:sldMk cId="3202997917" sldId="366"/>
            <ac:spMk id="3" creationId="{84CB9A3C-E606-4B3E-BB9D-AD20A42EB867}"/>
          </ac:spMkLst>
        </pc:spChg>
        <pc:spChg chg="mod">
          <ac:chgData name="鈴木 秀規" userId="f68c5fd9-22d5-4c0a-9833-7fb0f5135313" providerId="ADAL" clId="{F575BF5D-9AAF-4582-948B-24FD2BFE6BEB}" dt="2021-01-29T04:04:14.397" v="285" actId="207"/>
          <ac:spMkLst>
            <pc:docMk/>
            <pc:sldMk cId="3202997917" sldId="366"/>
            <ac:spMk id="5" creationId="{BBD7BA7D-5971-4D72-9993-A03A70C1A4E8}"/>
          </ac:spMkLst>
        </pc:spChg>
        <pc:picChg chg="add mod">
          <ac:chgData name="鈴木 秀規" userId="f68c5fd9-22d5-4c0a-9833-7fb0f5135313" providerId="ADAL" clId="{F575BF5D-9AAF-4582-948B-24FD2BFE6BEB}" dt="2021-01-29T04:04:26.657" v="289" actId="1076"/>
          <ac:picMkLst>
            <pc:docMk/>
            <pc:sldMk cId="3202997917" sldId="366"/>
            <ac:picMk id="6" creationId="{0044A0DD-6747-475C-A8CC-67C415036C65}"/>
          </ac:picMkLst>
        </pc:picChg>
      </pc:sldChg>
      <pc:sldChg chg="modSp new mod">
        <pc:chgData name="鈴木 秀規" userId="f68c5fd9-22d5-4c0a-9833-7fb0f5135313" providerId="ADAL" clId="{F575BF5D-9AAF-4582-948B-24FD2BFE6BEB}" dt="2021-01-29T04:06:02.943" v="311" actId="12"/>
        <pc:sldMkLst>
          <pc:docMk/>
          <pc:sldMk cId="1111243588" sldId="367"/>
        </pc:sldMkLst>
        <pc:spChg chg="mod">
          <ac:chgData name="鈴木 秀規" userId="f68c5fd9-22d5-4c0a-9833-7fb0f5135313" providerId="ADAL" clId="{F575BF5D-9AAF-4582-948B-24FD2BFE6BEB}" dt="2021-01-29T04:04:53.642" v="291"/>
          <ac:spMkLst>
            <pc:docMk/>
            <pc:sldMk cId="1111243588" sldId="367"/>
            <ac:spMk id="3" creationId="{3532F861-E7B1-4B2B-97BD-6DE98627E1F1}"/>
          </ac:spMkLst>
        </pc:spChg>
        <pc:spChg chg="mod">
          <ac:chgData name="鈴木 秀規" userId="f68c5fd9-22d5-4c0a-9833-7fb0f5135313" providerId="ADAL" clId="{F575BF5D-9AAF-4582-948B-24FD2BFE6BEB}" dt="2021-01-29T04:06:02.943" v="311" actId="12"/>
          <ac:spMkLst>
            <pc:docMk/>
            <pc:sldMk cId="1111243588" sldId="367"/>
            <ac:spMk id="5" creationId="{1395E66A-BAA2-4267-A007-E01128823ECA}"/>
          </ac:spMkLst>
        </pc:spChg>
      </pc:sldChg>
      <pc:sldChg chg="del">
        <pc:chgData name="鈴木 秀規" userId="f68c5fd9-22d5-4c0a-9833-7fb0f5135313" providerId="ADAL" clId="{F575BF5D-9AAF-4582-948B-24FD2BFE6BEB}" dt="2021-01-29T03:53:45.227" v="19" actId="2696"/>
        <pc:sldMkLst>
          <pc:docMk/>
          <pc:sldMk cId="2453149005" sldId="367"/>
        </pc:sldMkLst>
      </pc:sldChg>
      <pc:sldChg chg="modSp new mod">
        <pc:chgData name="鈴木 秀規" userId="f68c5fd9-22d5-4c0a-9833-7fb0f5135313" providerId="ADAL" clId="{F575BF5D-9AAF-4582-948B-24FD2BFE6BEB}" dt="2021-01-29T04:09:38.411" v="323" actId="20577"/>
        <pc:sldMkLst>
          <pc:docMk/>
          <pc:sldMk cId="456779390" sldId="368"/>
        </pc:sldMkLst>
        <pc:spChg chg="mod">
          <ac:chgData name="鈴木 秀規" userId="f68c5fd9-22d5-4c0a-9833-7fb0f5135313" providerId="ADAL" clId="{F575BF5D-9AAF-4582-948B-24FD2BFE6BEB}" dt="2021-01-29T04:08:37.280" v="313"/>
          <ac:spMkLst>
            <pc:docMk/>
            <pc:sldMk cId="456779390" sldId="368"/>
            <ac:spMk id="3" creationId="{4189AC14-084C-4852-A4AD-81F5A902D092}"/>
          </ac:spMkLst>
        </pc:spChg>
        <pc:spChg chg="mod">
          <ac:chgData name="鈴木 秀規" userId="f68c5fd9-22d5-4c0a-9833-7fb0f5135313" providerId="ADAL" clId="{F575BF5D-9AAF-4582-948B-24FD2BFE6BEB}" dt="2021-01-29T04:09:38.411" v="323" actId="20577"/>
          <ac:spMkLst>
            <pc:docMk/>
            <pc:sldMk cId="456779390" sldId="368"/>
            <ac:spMk id="5" creationId="{FAF1A558-FF89-4EE5-8096-45D587714621}"/>
          </ac:spMkLst>
        </pc:spChg>
      </pc:sldChg>
      <pc:sldChg chg="del">
        <pc:chgData name="鈴木 秀規" userId="f68c5fd9-22d5-4c0a-9833-7fb0f5135313" providerId="ADAL" clId="{F575BF5D-9AAF-4582-948B-24FD2BFE6BEB}" dt="2021-01-29T03:53:45.227" v="19" actId="2696"/>
        <pc:sldMkLst>
          <pc:docMk/>
          <pc:sldMk cId="2090493252" sldId="368"/>
        </pc:sldMkLst>
      </pc:sldChg>
      <pc:sldChg chg="addSp modSp new del mod">
        <pc:chgData name="鈴木 秀規" userId="f68c5fd9-22d5-4c0a-9833-7fb0f5135313" providerId="ADAL" clId="{F575BF5D-9AAF-4582-948B-24FD2BFE6BEB}" dt="2021-01-29T04:16:21.766" v="432" actId="2696"/>
        <pc:sldMkLst>
          <pc:docMk/>
          <pc:sldMk cId="108376523" sldId="369"/>
        </pc:sldMkLst>
        <pc:spChg chg="mod">
          <ac:chgData name="鈴木 秀規" userId="f68c5fd9-22d5-4c0a-9833-7fb0f5135313" providerId="ADAL" clId="{F575BF5D-9AAF-4582-948B-24FD2BFE6BEB}" dt="2021-01-29T04:09:51.266" v="325"/>
          <ac:spMkLst>
            <pc:docMk/>
            <pc:sldMk cId="108376523" sldId="369"/>
            <ac:spMk id="3" creationId="{07B7EB16-27E1-4752-8A64-68D7E922DC06}"/>
          </ac:spMkLst>
        </pc:spChg>
        <pc:spChg chg="mod">
          <ac:chgData name="鈴木 秀規" userId="f68c5fd9-22d5-4c0a-9833-7fb0f5135313" providerId="ADAL" clId="{F575BF5D-9AAF-4582-948B-24FD2BFE6BEB}" dt="2021-01-29T04:10:09.837" v="328" actId="14100"/>
          <ac:spMkLst>
            <pc:docMk/>
            <pc:sldMk cId="108376523" sldId="369"/>
            <ac:spMk id="5" creationId="{71E29695-2D44-4290-87C6-573F744A95BA}"/>
          </ac:spMkLst>
        </pc:spChg>
        <pc:spChg chg="add mod">
          <ac:chgData name="鈴木 秀規" userId="f68c5fd9-22d5-4c0a-9833-7fb0f5135313" providerId="ADAL" clId="{F575BF5D-9AAF-4582-948B-24FD2BFE6BEB}" dt="2021-01-29T04:14:26.868" v="377" actId="14100"/>
          <ac:spMkLst>
            <pc:docMk/>
            <pc:sldMk cId="108376523" sldId="369"/>
            <ac:spMk id="6" creationId="{4BED9817-3563-49D2-92A2-D911F3A5C48B}"/>
          </ac:spMkLst>
        </pc:spChg>
        <pc:spChg chg="add mod">
          <ac:chgData name="鈴木 秀規" userId="f68c5fd9-22d5-4c0a-9833-7fb0f5135313" providerId="ADAL" clId="{F575BF5D-9AAF-4582-948B-24FD2BFE6BEB}" dt="2021-01-29T04:13:00.824" v="366" actId="14100"/>
          <ac:spMkLst>
            <pc:docMk/>
            <pc:sldMk cId="108376523" sldId="369"/>
            <ac:spMk id="7" creationId="{A02CE9B6-FCE5-4ABA-A722-7C024D06DC20}"/>
          </ac:spMkLst>
        </pc:spChg>
        <pc:spChg chg="add mod">
          <ac:chgData name="鈴木 秀規" userId="f68c5fd9-22d5-4c0a-9833-7fb0f5135313" providerId="ADAL" clId="{F575BF5D-9AAF-4582-948B-24FD2BFE6BEB}" dt="2021-01-29T04:13:08.777" v="368" actId="14100"/>
          <ac:spMkLst>
            <pc:docMk/>
            <pc:sldMk cId="108376523" sldId="369"/>
            <ac:spMk id="8" creationId="{776AC007-C5E9-481E-8D1C-5BF1AEC1EBA0}"/>
          </ac:spMkLst>
        </pc:spChg>
      </pc:sldChg>
      <pc:sldChg chg="del">
        <pc:chgData name="鈴木 秀規" userId="f68c5fd9-22d5-4c0a-9833-7fb0f5135313" providerId="ADAL" clId="{F575BF5D-9AAF-4582-948B-24FD2BFE6BEB}" dt="2021-01-29T03:53:45.227" v="19" actId="2696"/>
        <pc:sldMkLst>
          <pc:docMk/>
          <pc:sldMk cId="1828494026" sldId="369"/>
        </pc:sldMkLst>
      </pc:sldChg>
      <pc:sldChg chg="addSp modSp new add del mod">
        <pc:chgData name="鈴木 秀規" userId="f68c5fd9-22d5-4c0a-9833-7fb0f5135313" providerId="ADAL" clId="{F575BF5D-9AAF-4582-948B-24FD2BFE6BEB}" dt="2021-01-29T04:16:30.594" v="434" actId="2696"/>
        <pc:sldMkLst>
          <pc:docMk/>
          <pc:sldMk cId="626248736" sldId="370"/>
        </pc:sldMkLst>
        <pc:spChg chg="mod">
          <ac:chgData name="鈴木 秀規" userId="f68c5fd9-22d5-4c0a-9833-7fb0f5135313" providerId="ADAL" clId="{F575BF5D-9AAF-4582-948B-24FD2BFE6BEB}" dt="2021-01-29T04:14:23.169" v="376"/>
          <ac:spMkLst>
            <pc:docMk/>
            <pc:sldMk cId="626248736" sldId="370"/>
            <ac:spMk id="3" creationId="{CC9F3572-63AE-4507-8DBD-68D54706735C}"/>
          </ac:spMkLst>
        </pc:spChg>
        <pc:spChg chg="mod">
          <ac:chgData name="鈴木 秀規" userId="f68c5fd9-22d5-4c0a-9833-7fb0f5135313" providerId="ADAL" clId="{F575BF5D-9AAF-4582-948B-24FD2BFE6BEB}" dt="2021-01-29T04:14:19.187" v="375" actId="14100"/>
          <ac:spMkLst>
            <pc:docMk/>
            <pc:sldMk cId="626248736" sldId="370"/>
            <ac:spMk id="5" creationId="{40A7AB8E-C31C-4632-93DE-B085A6C87B3F}"/>
          </ac:spMkLst>
        </pc:spChg>
        <pc:spChg chg="add mod">
          <ac:chgData name="鈴木 秀規" userId="f68c5fd9-22d5-4c0a-9833-7fb0f5135313" providerId="ADAL" clId="{F575BF5D-9AAF-4582-948B-24FD2BFE6BEB}" dt="2021-01-29T04:16:18.382" v="431" actId="1076"/>
          <ac:spMkLst>
            <pc:docMk/>
            <pc:sldMk cId="626248736" sldId="370"/>
            <ac:spMk id="6" creationId="{B4D44712-3924-4D02-B8CE-80C40F83BE37}"/>
          </ac:spMkLst>
        </pc:spChg>
        <pc:spChg chg="add mod">
          <ac:chgData name="鈴木 秀規" userId="f68c5fd9-22d5-4c0a-9833-7fb0f5135313" providerId="ADAL" clId="{F575BF5D-9AAF-4582-948B-24FD2BFE6BEB}" dt="2021-01-29T04:16:18.382" v="431" actId="1076"/>
          <ac:spMkLst>
            <pc:docMk/>
            <pc:sldMk cId="626248736" sldId="370"/>
            <ac:spMk id="7" creationId="{B9E4A589-99ED-4E4B-9E3D-FE43FDF20147}"/>
          </ac:spMkLst>
        </pc:spChg>
        <pc:spChg chg="add mod">
          <ac:chgData name="鈴木 秀規" userId="f68c5fd9-22d5-4c0a-9833-7fb0f5135313" providerId="ADAL" clId="{F575BF5D-9AAF-4582-948B-24FD2BFE6BEB}" dt="2021-01-29T04:16:18.382" v="431" actId="1076"/>
          <ac:spMkLst>
            <pc:docMk/>
            <pc:sldMk cId="626248736" sldId="370"/>
            <ac:spMk id="8" creationId="{E6A16668-7D2E-4A55-9DF5-E63E6934B6BF}"/>
          </ac:spMkLst>
        </pc:spChg>
      </pc:sldChg>
      <pc:sldChg chg="del">
        <pc:chgData name="鈴木 秀規" userId="f68c5fd9-22d5-4c0a-9833-7fb0f5135313" providerId="ADAL" clId="{F575BF5D-9AAF-4582-948B-24FD2BFE6BEB}" dt="2021-01-29T03:53:45.227" v="19" actId="2696"/>
        <pc:sldMkLst>
          <pc:docMk/>
          <pc:sldMk cId="1301075000" sldId="370"/>
        </pc:sldMkLst>
      </pc:sldChg>
      <pc:sldChg chg="del">
        <pc:chgData name="鈴木 秀規" userId="f68c5fd9-22d5-4c0a-9833-7fb0f5135313" providerId="ADAL" clId="{F575BF5D-9AAF-4582-948B-24FD2BFE6BEB}" dt="2021-01-29T03:53:45.227" v="19" actId="2696"/>
        <pc:sldMkLst>
          <pc:docMk/>
          <pc:sldMk cId="1939820756" sldId="371"/>
        </pc:sldMkLst>
      </pc:sldChg>
      <pc:sldChg chg="addSp modSp add mod">
        <pc:chgData name="鈴木 秀規" userId="f68c5fd9-22d5-4c0a-9833-7fb0f5135313" providerId="ADAL" clId="{F575BF5D-9AAF-4582-948B-24FD2BFE6BEB}" dt="2021-01-29T04:18:08.322" v="470" actId="1037"/>
        <pc:sldMkLst>
          <pc:docMk/>
          <pc:sldMk cId="2430396932" sldId="371"/>
        </pc:sldMkLst>
        <pc:spChg chg="mod">
          <ac:chgData name="鈴木 秀規" userId="f68c5fd9-22d5-4c0a-9833-7fb0f5135313" providerId="ADAL" clId="{F575BF5D-9AAF-4582-948B-24FD2BFE6BEB}" dt="2021-01-29T04:16:56.059" v="438" actId="207"/>
          <ac:spMkLst>
            <pc:docMk/>
            <pc:sldMk cId="2430396932" sldId="371"/>
            <ac:spMk id="5" creationId="{40A7AB8E-C31C-4632-93DE-B085A6C87B3F}"/>
          </ac:spMkLst>
        </pc:spChg>
        <pc:spChg chg="mod">
          <ac:chgData name="鈴木 秀規" userId="f68c5fd9-22d5-4c0a-9833-7fb0f5135313" providerId="ADAL" clId="{F575BF5D-9AAF-4582-948B-24FD2BFE6BEB}" dt="2021-01-29T04:17:09.661" v="443" actId="1076"/>
          <ac:spMkLst>
            <pc:docMk/>
            <pc:sldMk cId="2430396932" sldId="371"/>
            <ac:spMk id="7" creationId="{B9E4A589-99ED-4E4B-9E3D-FE43FDF20147}"/>
          </ac:spMkLst>
        </pc:spChg>
        <pc:spChg chg="add mod">
          <ac:chgData name="鈴木 秀規" userId="f68c5fd9-22d5-4c0a-9833-7fb0f5135313" providerId="ADAL" clId="{F575BF5D-9AAF-4582-948B-24FD2BFE6BEB}" dt="2021-01-29T04:18:03.879" v="469" actId="207"/>
          <ac:spMkLst>
            <pc:docMk/>
            <pc:sldMk cId="2430396932" sldId="371"/>
            <ac:spMk id="9" creationId="{7069D539-FAB0-424C-B1F8-7C9469D6F7CE}"/>
          </ac:spMkLst>
        </pc:spChg>
        <pc:spChg chg="add mod">
          <ac:chgData name="鈴木 秀規" userId="f68c5fd9-22d5-4c0a-9833-7fb0f5135313" providerId="ADAL" clId="{F575BF5D-9AAF-4582-948B-24FD2BFE6BEB}" dt="2021-01-29T04:17:46.516" v="454" actId="14100"/>
          <ac:spMkLst>
            <pc:docMk/>
            <pc:sldMk cId="2430396932" sldId="371"/>
            <ac:spMk id="10" creationId="{C08BA81F-012B-49D9-9621-6D7150662906}"/>
          </ac:spMkLst>
        </pc:spChg>
        <pc:spChg chg="add mod">
          <ac:chgData name="鈴木 秀規" userId="f68c5fd9-22d5-4c0a-9833-7fb0f5135313" providerId="ADAL" clId="{F575BF5D-9AAF-4582-948B-24FD2BFE6BEB}" dt="2021-01-29T04:18:08.322" v="470" actId="1037"/>
          <ac:spMkLst>
            <pc:docMk/>
            <pc:sldMk cId="2430396932" sldId="371"/>
            <ac:spMk id="11" creationId="{58313332-362A-42E0-A7DF-1682283099C1}"/>
          </ac:spMkLst>
        </pc:spChg>
      </pc:sldChg>
      <pc:sldChg chg="addSp modSp new mod">
        <pc:chgData name="鈴木 秀規" userId="f68c5fd9-22d5-4c0a-9833-7fb0f5135313" providerId="ADAL" clId="{F575BF5D-9AAF-4582-948B-24FD2BFE6BEB}" dt="2021-01-29T04:26:44.882" v="502" actId="207"/>
        <pc:sldMkLst>
          <pc:docMk/>
          <pc:sldMk cId="2092557008" sldId="372"/>
        </pc:sldMkLst>
        <pc:spChg chg="mod">
          <ac:chgData name="鈴木 秀規" userId="f68c5fd9-22d5-4c0a-9833-7fb0f5135313" providerId="ADAL" clId="{F575BF5D-9AAF-4582-948B-24FD2BFE6BEB}" dt="2021-01-29T04:18:37.638" v="472"/>
          <ac:spMkLst>
            <pc:docMk/>
            <pc:sldMk cId="2092557008" sldId="372"/>
            <ac:spMk id="3" creationId="{9C12B630-5626-4346-8946-72FBF2065713}"/>
          </ac:spMkLst>
        </pc:spChg>
        <pc:spChg chg="mod">
          <ac:chgData name="鈴木 秀規" userId="f68c5fd9-22d5-4c0a-9833-7fb0f5135313" providerId="ADAL" clId="{F575BF5D-9AAF-4582-948B-24FD2BFE6BEB}" dt="2021-01-29T04:26:44.882" v="502" actId="207"/>
          <ac:spMkLst>
            <pc:docMk/>
            <pc:sldMk cId="2092557008" sldId="372"/>
            <ac:spMk id="5" creationId="{A2F9C608-6A87-46A5-A1F9-4A1E5C7619D6}"/>
          </ac:spMkLst>
        </pc:spChg>
        <pc:spChg chg="add mod">
          <ac:chgData name="鈴木 秀規" userId="f68c5fd9-22d5-4c0a-9833-7fb0f5135313" providerId="ADAL" clId="{F575BF5D-9AAF-4582-948B-24FD2BFE6BEB}" dt="2021-01-29T04:26:39.910" v="501" actId="207"/>
          <ac:spMkLst>
            <pc:docMk/>
            <pc:sldMk cId="2092557008" sldId="372"/>
            <ac:spMk id="6" creationId="{17E26B0D-4309-4529-8CD2-2FE5CF4FAC6E}"/>
          </ac:spMkLst>
        </pc:spChg>
        <pc:spChg chg="add mod">
          <ac:chgData name="鈴木 秀規" userId="f68c5fd9-22d5-4c0a-9833-7fb0f5135313" providerId="ADAL" clId="{F575BF5D-9AAF-4582-948B-24FD2BFE6BEB}" dt="2021-01-29T04:26:05.844" v="494" actId="1076"/>
          <ac:spMkLst>
            <pc:docMk/>
            <pc:sldMk cId="2092557008" sldId="372"/>
            <ac:spMk id="7" creationId="{5305D873-7A4A-46FC-8C8D-53578AB2C64C}"/>
          </ac:spMkLst>
        </pc:spChg>
        <pc:spChg chg="add mod">
          <ac:chgData name="鈴木 秀規" userId="f68c5fd9-22d5-4c0a-9833-7fb0f5135313" providerId="ADAL" clId="{F575BF5D-9AAF-4582-948B-24FD2BFE6BEB}" dt="2021-01-29T04:26:20.660" v="498" actId="207"/>
          <ac:spMkLst>
            <pc:docMk/>
            <pc:sldMk cId="2092557008" sldId="372"/>
            <ac:spMk id="8" creationId="{0DAF38C4-7040-482D-935A-69A3EAAC76CE}"/>
          </ac:spMkLst>
        </pc:spChg>
      </pc:sldChg>
      <pc:sldChg chg="del">
        <pc:chgData name="鈴木 秀規" userId="f68c5fd9-22d5-4c0a-9833-7fb0f5135313" providerId="ADAL" clId="{F575BF5D-9AAF-4582-948B-24FD2BFE6BEB}" dt="2021-01-29T03:53:45.227" v="19" actId="2696"/>
        <pc:sldMkLst>
          <pc:docMk/>
          <pc:sldMk cId="3679262217" sldId="372"/>
        </pc:sldMkLst>
      </pc:sldChg>
      <pc:sldChg chg="del">
        <pc:chgData name="鈴木 秀規" userId="f68c5fd9-22d5-4c0a-9833-7fb0f5135313" providerId="ADAL" clId="{F575BF5D-9AAF-4582-948B-24FD2BFE6BEB}" dt="2021-01-29T03:53:45.227" v="19" actId="2696"/>
        <pc:sldMkLst>
          <pc:docMk/>
          <pc:sldMk cId="295493128" sldId="373"/>
        </pc:sldMkLst>
      </pc:sldChg>
      <pc:sldChg chg="modSp new mod">
        <pc:chgData name="鈴木 秀規" userId="f68c5fd9-22d5-4c0a-9833-7fb0f5135313" providerId="ADAL" clId="{F575BF5D-9AAF-4582-948B-24FD2BFE6BEB}" dt="2021-01-29T04:29:03.150" v="530" actId="207"/>
        <pc:sldMkLst>
          <pc:docMk/>
          <pc:sldMk cId="360899116" sldId="373"/>
        </pc:sldMkLst>
        <pc:spChg chg="mod">
          <ac:chgData name="鈴木 秀規" userId="f68c5fd9-22d5-4c0a-9833-7fb0f5135313" providerId="ADAL" clId="{F575BF5D-9AAF-4582-948B-24FD2BFE6BEB}" dt="2021-01-29T04:26:57.530" v="504"/>
          <ac:spMkLst>
            <pc:docMk/>
            <pc:sldMk cId="360899116" sldId="373"/>
            <ac:spMk id="3" creationId="{7D8E6E7E-E819-4301-AB90-D1B730D07DB8}"/>
          </ac:spMkLst>
        </pc:spChg>
        <pc:spChg chg="mod">
          <ac:chgData name="鈴木 秀規" userId="f68c5fd9-22d5-4c0a-9833-7fb0f5135313" providerId="ADAL" clId="{F575BF5D-9AAF-4582-948B-24FD2BFE6BEB}" dt="2021-01-29T04:29:03.150" v="530" actId="207"/>
          <ac:spMkLst>
            <pc:docMk/>
            <pc:sldMk cId="360899116" sldId="373"/>
            <ac:spMk id="5" creationId="{EE252208-B370-41F9-B76C-E8E90FE44219}"/>
          </ac:spMkLst>
        </pc:spChg>
      </pc:sldChg>
      <pc:sldChg chg="modSp new mod">
        <pc:chgData name="鈴木 秀規" userId="f68c5fd9-22d5-4c0a-9833-7fb0f5135313" providerId="ADAL" clId="{F575BF5D-9AAF-4582-948B-24FD2BFE6BEB}" dt="2021-01-29T04:30:09.066" v="548" actId="207"/>
        <pc:sldMkLst>
          <pc:docMk/>
          <pc:sldMk cId="1052588155" sldId="374"/>
        </pc:sldMkLst>
        <pc:spChg chg="mod">
          <ac:chgData name="鈴木 秀規" userId="f68c5fd9-22d5-4c0a-9833-7fb0f5135313" providerId="ADAL" clId="{F575BF5D-9AAF-4582-948B-24FD2BFE6BEB}" dt="2021-01-29T04:29:15.980" v="532"/>
          <ac:spMkLst>
            <pc:docMk/>
            <pc:sldMk cId="1052588155" sldId="374"/>
            <ac:spMk id="3" creationId="{1719FC50-025D-41A0-B13D-8813F7A3D89E}"/>
          </ac:spMkLst>
        </pc:spChg>
        <pc:spChg chg="mod">
          <ac:chgData name="鈴木 秀規" userId="f68c5fd9-22d5-4c0a-9833-7fb0f5135313" providerId="ADAL" clId="{F575BF5D-9AAF-4582-948B-24FD2BFE6BEB}" dt="2021-01-29T04:30:09.066" v="548" actId="207"/>
          <ac:spMkLst>
            <pc:docMk/>
            <pc:sldMk cId="1052588155" sldId="374"/>
            <ac:spMk id="5" creationId="{2244E8A3-F648-4B7C-BD0C-260FE6A1C10D}"/>
          </ac:spMkLst>
        </pc:spChg>
      </pc:sldChg>
      <pc:sldChg chg="del">
        <pc:chgData name="鈴木 秀規" userId="f68c5fd9-22d5-4c0a-9833-7fb0f5135313" providerId="ADAL" clId="{F575BF5D-9AAF-4582-948B-24FD2BFE6BEB}" dt="2021-01-29T03:53:45.227" v="19" actId="2696"/>
        <pc:sldMkLst>
          <pc:docMk/>
          <pc:sldMk cId="1376688274" sldId="374"/>
        </pc:sldMkLst>
      </pc:sldChg>
      <pc:sldChg chg="modSp new mod">
        <pc:chgData name="鈴木 秀規" userId="f68c5fd9-22d5-4c0a-9833-7fb0f5135313" providerId="ADAL" clId="{F575BF5D-9AAF-4582-948B-24FD2BFE6BEB}" dt="2021-01-29T04:31:07.658" v="563" actId="12"/>
        <pc:sldMkLst>
          <pc:docMk/>
          <pc:sldMk cId="31669137" sldId="375"/>
        </pc:sldMkLst>
        <pc:spChg chg="mod">
          <ac:chgData name="鈴木 秀規" userId="f68c5fd9-22d5-4c0a-9833-7fb0f5135313" providerId="ADAL" clId="{F575BF5D-9AAF-4582-948B-24FD2BFE6BEB}" dt="2021-01-29T04:30:22.070" v="550"/>
          <ac:spMkLst>
            <pc:docMk/>
            <pc:sldMk cId="31669137" sldId="375"/>
            <ac:spMk id="3" creationId="{330077B5-BD01-4783-B4AA-22BEF0D1C698}"/>
          </ac:spMkLst>
        </pc:spChg>
        <pc:spChg chg="mod">
          <ac:chgData name="鈴木 秀規" userId="f68c5fd9-22d5-4c0a-9833-7fb0f5135313" providerId="ADAL" clId="{F575BF5D-9AAF-4582-948B-24FD2BFE6BEB}" dt="2021-01-29T04:31:07.658" v="563" actId="12"/>
          <ac:spMkLst>
            <pc:docMk/>
            <pc:sldMk cId="31669137" sldId="375"/>
            <ac:spMk id="5" creationId="{B1D8D607-F4E5-4397-820F-736FF41DC082}"/>
          </ac:spMkLst>
        </pc:spChg>
      </pc:sldChg>
      <pc:sldChg chg="del">
        <pc:chgData name="鈴木 秀規" userId="f68c5fd9-22d5-4c0a-9833-7fb0f5135313" providerId="ADAL" clId="{F575BF5D-9AAF-4582-948B-24FD2BFE6BEB}" dt="2021-01-29T03:53:45.227" v="19" actId="2696"/>
        <pc:sldMkLst>
          <pc:docMk/>
          <pc:sldMk cId="1089892823" sldId="375"/>
        </pc:sldMkLst>
      </pc:sldChg>
      <pc:sldChg chg="del">
        <pc:chgData name="鈴木 秀規" userId="f68c5fd9-22d5-4c0a-9833-7fb0f5135313" providerId="ADAL" clId="{F575BF5D-9AAF-4582-948B-24FD2BFE6BEB}" dt="2021-01-29T03:53:45.227" v="19" actId="2696"/>
        <pc:sldMkLst>
          <pc:docMk/>
          <pc:sldMk cId="2589480947" sldId="376"/>
        </pc:sldMkLst>
      </pc:sldChg>
      <pc:sldChg chg="del">
        <pc:chgData name="鈴木 秀規" userId="f68c5fd9-22d5-4c0a-9833-7fb0f5135313" providerId="ADAL" clId="{F575BF5D-9AAF-4582-948B-24FD2BFE6BEB}" dt="2021-01-29T03:53:45.227" v="19" actId="2696"/>
        <pc:sldMkLst>
          <pc:docMk/>
          <pc:sldMk cId="546674919" sldId="377"/>
        </pc:sldMkLst>
      </pc:sldChg>
      <pc:sldChg chg="del">
        <pc:chgData name="鈴木 秀規" userId="f68c5fd9-22d5-4c0a-9833-7fb0f5135313" providerId="ADAL" clId="{F575BF5D-9AAF-4582-948B-24FD2BFE6BEB}" dt="2021-01-29T03:53:45.227" v="19" actId="2696"/>
        <pc:sldMkLst>
          <pc:docMk/>
          <pc:sldMk cId="1244196573" sldId="378"/>
        </pc:sldMkLst>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鈴木 秀規" userId="f68c5fd9-22d5-4c0a-9833-7fb0f5135313" providerId="ADAL" clId="{B1941030-844F-49C0-8176-6B84A3851D11}"/>
    <pc:docChg chg="custSel addSld delSld modSld">
      <pc:chgData name="鈴木 秀規" userId="f68c5fd9-22d5-4c0a-9833-7fb0f5135313" providerId="ADAL" clId="{B1941030-844F-49C0-8176-6B84A3851D11}" dt="2021-01-29T05:02:32.735" v="329" actId="1076"/>
      <pc:docMkLst>
        <pc:docMk/>
      </pc:docMkLst>
      <pc:sldChg chg="modSp mod">
        <pc:chgData name="鈴木 秀規" userId="f68c5fd9-22d5-4c0a-9833-7fb0f5135313" providerId="ADAL" clId="{B1941030-844F-49C0-8176-6B84A3851D11}" dt="2021-01-29T04:32:43.061" v="9" actId="20577"/>
        <pc:sldMkLst>
          <pc:docMk/>
          <pc:sldMk cId="0" sldId="256"/>
        </pc:sldMkLst>
        <pc:spChg chg="mod">
          <ac:chgData name="鈴木 秀規" userId="f68c5fd9-22d5-4c0a-9833-7fb0f5135313" providerId="ADAL" clId="{B1941030-844F-49C0-8176-6B84A3851D11}" dt="2021-01-29T04:32:43.061" v="9" actId="20577"/>
          <ac:spMkLst>
            <pc:docMk/>
            <pc:sldMk cId="0" sldId="256"/>
            <ac:spMk id="56" creationId="{00000000-0000-0000-0000-000000000000}"/>
          </ac:spMkLst>
        </pc:spChg>
      </pc:sldChg>
      <pc:sldChg chg="addSp delSp modSp mod">
        <pc:chgData name="鈴木 秀規" userId="f68c5fd9-22d5-4c0a-9833-7fb0f5135313" providerId="ADAL" clId="{B1941030-844F-49C0-8176-6B84A3851D11}" dt="2021-01-29T04:34:25.052" v="28" actId="1582"/>
        <pc:sldMkLst>
          <pc:docMk/>
          <pc:sldMk cId="2397736379" sldId="363"/>
        </pc:sldMkLst>
        <pc:spChg chg="mod">
          <ac:chgData name="鈴木 秀規" userId="f68c5fd9-22d5-4c0a-9833-7fb0f5135313" providerId="ADAL" clId="{B1941030-844F-49C0-8176-6B84A3851D11}" dt="2021-01-29T04:33:35.753" v="16"/>
          <ac:spMkLst>
            <pc:docMk/>
            <pc:sldMk cId="2397736379" sldId="363"/>
            <ac:spMk id="7" creationId="{9630AD22-E64D-4A96-B059-2AF9F6580C25}"/>
          </ac:spMkLst>
        </pc:spChg>
        <pc:spChg chg="mod">
          <ac:chgData name="鈴木 秀規" userId="f68c5fd9-22d5-4c0a-9833-7fb0f5135313" providerId="ADAL" clId="{B1941030-844F-49C0-8176-6B84A3851D11}" dt="2021-01-29T04:33:28.224" v="15" actId="14100"/>
          <ac:spMkLst>
            <pc:docMk/>
            <pc:sldMk cId="2397736379" sldId="363"/>
            <ac:spMk id="8" creationId="{787CF02A-01AB-4517-BA3E-25572FA82648}"/>
          </ac:spMkLst>
        </pc:spChg>
        <pc:spChg chg="del">
          <ac:chgData name="鈴木 秀規" userId="f68c5fd9-22d5-4c0a-9833-7fb0f5135313" providerId="ADAL" clId="{B1941030-844F-49C0-8176-6B84A3851D11}" dt="2021-01-29T04:33:02.439" v="11" actId="478"/>
          <ac:spMkLst>
            <pc:docMk/>
            <pc:sldMk cId="2397736379" sldId="363"/>
            <ac:spMk id="20" creationId="{6A1F2DC2-FEFB-4B55-B9A8-804C2356BC0A}"/>
          </ac:spMkLst>
        </pc:spChg>
        <pc:spChg chg="del">
          <ac:chgData name="鈴木 秀規" userId="f68c5fd9-22d5-4c0a-9833-7fb0f5135313" providerId="ADAL" clId="{B1941030-844F-49C0-8176-6B84A3851D11}" dt="2021-01-29T04:33:02.439" v="11" actId="478"/>
          <ac:spMkLst>
            <pc:docMk/>
            <pc:sldMk cId="2397736379" sldId="363"/>
            <ac:spMk id="24" creationId="{61AABCE4-8C06-4464-A1FE-C5479533A73A}"/>
          </ac:spMkLst>
        </pc:spChg>
        <pc:spChg chg="del">
          <ac:chgData name="鈴木 秀規" userId="f68c5fd9-22d5-4c0a-9833-7fb0f5135313" providerId="ADAL" clId="{B1941030-844F-49C0-8176-6B84A3851D11}" dt="2021-01-29T04:33:02.439" v="11" actId="478"/>
          <ac:spMkLst>
            <pc:docMk/>
            <pc:sldMk cId="2397736379" sldId="363"/>
            <ac:spMk id="25" creationId="{677A1649-EFA4-4EA5-8C5D-068AF05E4B79}"/>
          </ac:spMkLst>
        </pc:spChg>
        <pc:spChg chg="del">
          <ac:chgData name="鈴木 秀規" userId="f68c5fd9-22d5-4c0a-9833-7fb0f5135313" providerId="ADAL" clId="{B1941030-844F-49C0-8176-6B84A3851D11}" dt="2021-01-29T04:33:02.439" v="11" actId="478"/>
          <ac:spMkLst>
            <pc:docMk/>
            <pc:sldMk cId="2397736379" sldId="363"/>
            <ac:spMk id="26" creationId="{253EF062-A8F9-4BBC-BDA6-D5B078E1987D}"/>
          </ac:spMkLst>
        </pc:spChg>
        <pc:spChg chg="del">
          <ac:chgData name="鈴木 秀規" userId="f68c5fd9-22d5-4c0a-9833-7fb0f5135313" providerId="ADAL" clId="{B1941030-844F-49C0-8176-6B84A3851D11}" dt="2021-01-29T04:33:02.439" v="11" actId="478"/>
          <ac:spMkLst>
            <pc:docMk/>
            <pc:sldMk cId="2397736379" sldId="363"/>
            <ac:spMk id="27" creationId="{6A1432DB-78A9-4BE3-A629-23DE9FE630BF}"/>
          </ac:spMkLst>
        </pc:spChg>
        <pc:spChg chg="del">
          <ac:chgData name="鈴木 秀規" userId="f68c5fd9-22d5-4c0a-9833-7fb0f5135313" providerId="ADAL" clId="{B1941030-844F-49C0-8176-6B84A3851D11}" dt="2021-01-29T04:33:02.439" v="11" actId="478"/>
          <ac:spMkLst>
            <pc:docMk/>
            <pc:sldMk cId="2397736379" sldId="363"/>
            <ac:spMk id="28" creationId="{08A8B2D8-85EE-40F4-B59A-3B08250F23C2}"/>
          </ac:spMkLst>
        </pc:spChg>
        <pc:spChg chg="add mod">
          <ac:chgData name="鈴木 秀規" userId="f68c5fd9-22d5-4c0a-9833-7fb0f5135313" providerId="ADAL" clId="{B1941030-844F-49C0-8176-6B84A3851D11}" dt="2021-01-29T04:34:15.472" v="26" actId="1076"/>
          <ac:spMkLst>
            <pc:docMk/>
            <pc:sldMk cId="2397736379" sldId="363"/>
            <ac:spMk id="34" creationId="{1C06E9C8-223A-47F7-8B68-D146EC444E50}"/>
          </ac:spMkLst>
        </pc:spChg>
        <pc:picChg chg="del">
          <ac:chgData name="鈴木 秀規" userId="f68c5fd9-22d5-4c0a-9833-7fb0f5135313" providerId="ADAL" clId="{B1941030-844F-49C0-8176-6B84A3851D11}" dt="2021-01-29T04:33:02.439" v="11" actId="478"/>
          <ac:picMkLst>
            <pc:docMk/>
            <pc:sldMk cId="2397736379" sldId="363"/>
            <ac:picMk id="9" creationId="{5D4595B8-BA8B-4104-A32F-708AA3722776}"/>
          </ac:picMkLst>
        </pc:picChg>
        <pc:picChg chg="del">
          <ac:chgData name="鈴木 秀規" userId="f68c5fd9-22d5-4c0a-9833-7fb0f5135313" providerId="ADAL" clId="{B1941030-844F-49C0-8176-6B84A3851D11}" dt="2021-01-29T04:33:02.439" v="11" actId="478"/>
          <ac:picMkLst>
            <pc:docMk/>
            <pc:sldMk cId="2397736379" sldId="363"/>
            <ac:picMk id="10" creationId="{9C10110C-4318-4828-9309-07270703879C}"/>
          </ac:picMkLst>
        </pc:picChg>
        <pc:picChg chg="del">
          <ac:chgData name="鈴木 秀規" userId="f68c5fd9-22d5-4c0a-9833-7fb0f5135313" providerId="ADAL" clId="{B1941030-844F-49C0-8176-6B84A3851D11}" dt="2021-01-29T04:33:02.439" v="11" actId="478"/>
          <ac:picMkLst>
            <pc:docMk/>
            <pc:sldMk cId="2397736379" sldId="363"/>
            <ac:picMk id="14" creationId="{43CCCDA8-5505-4805-9C7F-C752E5EBE1F2}"/>
          </ac:picMkLst>
        </pc:picChg>
        <pc:picChg chg="del">
          <ac:chgData name="鈴木 秀規" userId="f68c5fd9-22d5-4c0a-9833-7fb0f5135313" providerId="ADAL" clId="{B1941030-844F-49C0-8176-6B84A3851D11}" dt="2021-01-29T04:33:02.439" v="11" actId="478"/>
          <ac:picMkLst>
            <pc:docMk/>
            <pc:sldMk cId="2397736379" sldId="363"/>
            <ac:picMk id="17" creationId="{B36B4205-DF15-42AC-A2A3-723FFAEE6AEC}"/>
          </ac:picMkLst>
        </pc:picChg>
        <pc:picChg chg="del">
          <ac:chgData name="鈴木 秀規" userId="f68c5fd9-22d5-4c0a-9833-7fb0f5135313" providerId="ADAL" clId="{B1941030-844F-49C0-8176-6B84A3851D11}" dt="2021-01-29T04:33:02.439" v="11" actId="478"/>
          <ac:picMkLst>
            <pc:docMk/>
            <pc:sldMk cId="2397736379" sldId="363"/>
            <ac:picMk id="18" creationId="{17935D42-2E25-4D1B-B497-6E4A51F12C93}"/>
          </ac:picMkLst>
        </pc:picChg>
        <pc:picChg chg="del">
          <ac:chgData name="鈴木 秀規" userId="f68c5fd9-22d5-4c0a-9833-7fb0f5135313" providerId="ADAL" clId="{B1941030-844F-49C0-8176-6B84A3851D11}" dt="2021-01-29T04:33:04.755" v="12" actId="478"/>
          <ac:picMkLst>
            <pc:docMk/>
            <pc:sldMk cId="2397736379" sldId="363"/>
            <ac:picMk id="23" creationId="{46268FDB-CE61-4EF9-86B3-DF2D58C588E0}"/>
          </ac:picMkLst>
        </pc:picChg>
        <pc:picChg chg="add mod">
          <ac:chgData name="鈴木 秀規" userId="f68c5fd9-22d5-4c0a-9833-7fb0f5135313" providerId="ADAL" clId="{B1941030-844F-49C0-8176-6B84A3851D11}" dt="2021-01-29T04:33:47.393" v="18" actId="1076"/>
          <ac:picMkLst>
            <pc:docMk/>
            <pc:sldMk cId="2397736379" sldId="363"/>
            <ac:picMk id="29" creationId="{80E7F3C6-5DC7-463C-A0EF-8573F737A9D1}"/>
          </ac:picMkLst>
        </pc:picChg>
        <pc:picChg chg="add mod">
          <ac:chgData name="鈴木 秀規" userId="f68c5fd9-22d5-4c0a-9833-7fb0f5135313" providerId="ADAL" clId="{B1941030-844F-49C0-8176-6B84A3851D11}" dt="2021-01-29T04:33:47.393" v="18" actId="1076"/>
          <ac:picMkLst>
            <pc:docMk/>
            <pc:sldMk cId="2397736379" sldId="363"/>
            <ac:picMk id="30" creationId="{7643834D-6A1C-462B-B036-0560B2F07007}"/>
          </ac:picMkLst>
        </pc:picChg>
        <pc:picChg chg="add mod">
          <ac:chgData name="鈴木 秀規" userId="f68c5fd9-22d5-4c0a-9833-7fb0f5135313" providerId="ADAL" clId="{B1941030-844F-49C0-8176-6B84A3851D11}" dt="2021-01-29T04:33:47.393" v="18" actId="1076"/>
          <ac:picMkLst>
            <pc:docMk/>
            <pc:sldMk cId="2397736379" sldId="363"/>
            <ac:picMk id="35" creationId="{628A3F31-8B36-4855-8C45-D2424F78FCE2}"/>
          </ac:picMkLst>
        </pc:picChg>
        <pc:cxnChg chg="del mod">
          <ac:chgData name="鈴木 秀規" userId="f68c5fd9-22d5-4c0a-9833-7fb0f5135313" providerId="ADAL" clId="{B1941030-844F-49C0-8176-6B84A3851D11}" dt="2021-01-29T04:33:02.439" v="11" actId="478"/>
          <ac:cxnSpMkLst>
            <pc:docMk/>
            <pc:sldMk cId="2397736379" sldId="363"/>
            <ac:cxnSpMk id="15" creationId="{7C29249F-F388-4808-BA65-4C232F1BAE0E}"/>
          </ac:cxnSpMkLst>
        </pc:cxnChg>
        <pc:cxnChg chg="del mod">
          <ac:chgData name="鈴木 秀規" userId="f68c5fd9-22d5-4c0a-9833-7fb0f5135313" providerId="ADAL" clId="{B1941030-844F-49C0-8176-6B84A3851D11}" dt="2021-01-29T04:33:02.439" v="11" actId="478"/>
          <ac:cxnSpMkLst>
            <pc:docMk/>
            <pc:sldMk cId="2397736379" sldId="363"/>
            <ac:cxnSpMk id="16" creationId="{337FCC9E-C631-4412-B174-1C6680E7F517}"/>
          </ac:cxnSpMkLst>
        </pc:cxnChg>
        <pc:cxnChg chg="del mod">
          <ac:chgData name="鈴木 秀規" userId="f68c5fd9-22d5-4c0a-9833-7fb0f5135313" providerId="ADAL" clId="{B1941030-844F-49C0-8176-6B84A3851D11}" dt="2021-01-29T04:33:02.439" v="11" actId="478"/>
          <ac:cxnSpMkLst>
            <pc:docMk/>
            <pc:sldMk cId="2397736379" sldId="363"/>
            <ac:cxnSpMk id="19" creationId="{8C0777B4-17C4-482E-A9A7-55B472CCB402}"/>
          </ac:cxnSpMkLst>
        </pc:cxnChg>
        <pc:cxnChg chg="del mod">
          <ac:chgData name="鈴木 秀規" userId="f68c5fd9-22d5-4c0a-9833-7fb0f5135313" providerId="ADAL" clId="{B1941030-844F-49C0-8176-6B84A3851D11}" dt="2021-01-29T04:33:02.439" v="11" actId="478"/>
          <ac:cxnSpMkLst>
            <pc:docMk/>
            <pc:sldMk cId="2397736379" sldId="363"/>
            <ac:cxnSpMk id="21" creationId="{360F1E30-C410-4664-A44C-D76CDE558B86}"/>
          </ac:cxnSpMkLst>
        </pc:cxnChg>
        <pc:cxnChg chg="del mod">
          <ac:chgData name="鈴木 秀規" userId="f68c5fd9-22d5-4c0a-9833-7fb0f5135313" providerId="ADAL" clId="{B1941030-844F-49C0-8176-6B84A3851D11}" dt="2021-01-29T04:33:02.439" v="11" actId="478"/>
          <ac:cxnSpMkLst>
            <pc:docMk/>
            <pc:sldMk cId="2397736379" sldId="363"/>
            <ac:cxnSpMk id="22" creationId="{D8D0C633-EA00-468C-BF8F-D1BE99765D8F}"/>
          </ac:cxnSpMkLst>
        </pc:cxnChg>
        <pc:cxnChg chg="add mod">
          <ac:chgData name="鈴木 秀規" userId="f68c5fd9-22d5-4c0a-9833-7fb0f5135313" providerId="ADAL" clId="{B1941030-844F-49C0-8176-6B84A3851D11}" dt="2021-01-29T04:34:25.052" v="28" actId="1582"/>
          <ac:cxnSpMkLst>
            <pc:docMk/>
            <pc:sldMk cId="2397736379" sldId="363"/>
            <ac:cxnSpMk id="31" creationId="{8F947215-C8CC-41B9-8A27-03D5881027A1}"/>
          </ac:cxnSpMkLst>
        </pc:cxnChg>
        <pc:cxnChg chg="add mod">
          <ac:chgData name="鈴木 秀規" userId="f68c5fd9-22d5-4c0a-9833-7fb0f5135313" providerId="ADAL" clId="{B1941030-844F-49C0-8176-6B84A3851D11}" dt="2021-01-29T04:34:25.052" v="28" actId="1582"/>
          <ac:cxnSpMkLst>
            <pc:docMk/>
            <pc:sldMk cId="2397736379" sldId="363"/>
            <ac:cxnSpMk id="32" creationId="{5D6F1C64-5153-471D-8D40-1FA6BCFD2CFA}"/>
          </ac:cxnSpMkLst>
        </pc:cxnChg>
        <pc:cxnChg chg="add mod">
          <ac:chgData name="鈴木 秀規" userId="f68c5fd9-22d5-4c0a-9833-7fb0f5135313" providerId="ADAL" clId="{B1941030-844F-49C0-8176-6B84A3851D11}" dt="2021-01-29T04:34:25.052" v="28" actId="1582"/>
          <ac:cxnSpMkLst>
            <pc:docMk/>
            <pc:sldMk cId="2397736379" sldId="363"/>
            <ac:cxnSpMk id="33" creationId="{F9768C17-188C-41E2-BC18-CE589979801B}"/>
          </ac:cxnSpMkLst>
        </pc:cxnChg>
      </pc:sldChg>
      <pc:sldChg chg="del">
        <pc:chgData name="鈴木 秀規" userId="f68c5fd9-22d5-4c0a-9833-7fb0f5135313" providerId="ADAL" clId="{B1941030-844F-49C0-8176-6B84A3851D11}" dt="2021-01-29T04:32:56.477" v="10" actId="2696"/>
        <pc:sldMkLst>
          <pc:docMk/>
          <pc:sldMk cId="1835643292" sldId="364"/>
        </pc:sldMkLst>
      </pc:sldChg>
      <pc:sldChg chg="addSp modSp new mod">
        <pc:chgData name="鈴木 秀規" userId="f68c5fd9-22d5-4c0a-9833-7fb0f5135313" providerId="ADAL" clId="{B1941030-844F-49C0-8176-6B84A3851D11}" dt="2021-01-29T04:36:11.453" v="53" actId="14100"/>
        <pc:sldMkLst>
          <pc:docMk/>
          <pc:sldMk cId="3656570752" sldId="364"/>
        </pc:sldMkLst>
        <pc:spChg chg="mod">
          <ac:chgData name="鈴木 秀規" userId="f68c5fd9-22d5-4c0a-9833-7fb0f5135313" providerId="ADAL" clId="{B1941030-844F-49C0-8176-6B84A3851D11}" dt="2021-01-29T04:34:49.281" v="30"/>
          <ac:spMkLst>
            <pc:docMk/>
            <pc:sldMk cId="3656570752" sldId="364"/>
            <ac:spMk id="3" creationId="{E7A34BD7-0B67-44D2-AC7F-EAEB23F455A9}"/>
          </ac:spMkLst>
        </pc:spChg>
        <pc:spChg chg="mod">
          <ac:chgData name="鈴木 秀規" userId="f68c5fd9-22d5-4c0a-9833-7fb0f5135313" providerId="ADAL" clId="{B1941030-844F-49C0-8176-6B84A3851D11}" dt="2021-01-29T04:35:05.253" v="34" actId="14100"/>
          <ac:spMkLst>
            <pc:docMk/>
            <pc:sldMk cId="3656570752" sldId="364"/>
            <ac:spMk id="5" creationId="{8839F937-886E-403A-9D9F-10CE6CEE1622}"/>
          </ac:spMkLst>
        </pc:spChg>
        <pc:spChg chg="add mod">
          <ac:chgData name="鈴木 秀規" userId="f68c5fd9-22d5-4c0a-9833-7fb0f5135313" providerId="ADAL" clId="{B1941030-844F-49C0-8176-6B84A3851D11}" dt="2021-01-29T04:35:19.128" v="37" actId="207"/>
          <ac:spMkLst>
            <pc:docMk/>
            <pc:sldMk cId="3656570752" sldId="364"/>
            <ac:spMk id="7" creationId="{16DB3080-3F9B-440F-93CC-791BF79AFAFD}"/>
          </ac:spMkLst>
        </pc:spChg>
        <pc:spChg chg="add mod">
          <ac:chgData name="鈴木 秀規" userId="f68c5fd9-22d5-4c0a-9833-7fb0f5135313" providerId="ADAL" clId="{B1941030-844F-49C0-8176-6B84A3851D11}" dt="2021-01-29T04:36:11.453" v="53" actId="14100"/>
          <ac:spMkLst>
            <pc:docMk/>
            <pc:sldMk cId="3656570752" sldId="364"/>
            <ac:spMk id="9" creationId="{809F64C8-9946-4BE0-84FE-7595C38DC268}"/>
          </ac:spMkLst>
        </pc:spChg>
        <pc:picChg chg="add mod">
          <ac:chgData name="鈴木 秀規" userId="f68c5fd9-22d5-4c0a-9833-7fb0f5135313" providerId="ADAL" clId="{B1941030-844F-49C0-8176-6B84A3851D11}" dt="2021-01-29T04:35:13.788" v="36" actId="1076"/>
          <ac:picMkLst>
            <pc:docMk/>
            <pc:sldMk cId="3656570752" sldId="364"/>
            <ac:picMk id="6" creationId="{32754BFD-1651-4694-86E4-BF8110A3AF7E}"/>
          </ac:picMkLst>
        </pc:picChg>
        <pc:cxnChg chg="add mod">
          <ac:chgData name="鈴木 秀規" userId="f68c5fd9-22d5-4c0a-9833-7fb0f5135313" providerId="ADAL" clId="{B1941030-844F-49C0-8176-6B84A3851D11}" dt="2021-01-29T04:35:13.788" v="36" actId="1076"/>
          <ac:cxnSpMkLst>
            <pc:docMk/>
            <pc:sldMk cId="3656570752" sldId="364"/>
            <ac:cxnSpMk id="8" creationId="{67739BA0-05C5-4431-BD0A-E88CED578282}"/>
          </ac:cxnSpMkLst>
        </pc:cxnChg>
      </pc:sldChg>
      <pc:sldChg chg="addSp modSp new mod">
        <pc:chgData name="鈴木 秀規" userId="f68c5fd9-22d5-4c0a-9833-7fb0f5135313" providerId="ADAL" clId="{B1941030-844F-49C0-8176-6B84A3851D11}" dt="2021-01-29T04:39:09.482" v="76" actId="207"/>
        <pc:sldMkLst>
          <pc:docMk/>
          <pc:sldMk cId="803925699" sldId="365"/>
        </pc:sldMkLst>
        <pc:spChg chg="mod">
          <ac:chgData name="鈴木 秀規" userId="f68c5fd9-22d5-4c0a-9833-7fb0f5135313" providerId="ADAL" clId="{B1941030-844F-49C0-8176-6B84A3851D11}" dt="2021-01-29T04:36:29.654" v="55"/>
          <ac:spMkLst>
            <pc:docMk/>
            <pc:sldMk cId="803925699" sldId="365"/>
            <ac:spMk id="3" creationId="{35FF79BE-3181-4F0C-95F8-A36C8472501D}"/>
          </ac:spMkLst>
        </pc:spChg>
        <pc:spChg chg="mod">
          <ac:chgData name="鈴木 秀規" userId="f68c5fd9-22d5-4c0a-9833-7fb0f5135313" providerId="ADAL" clId="{B1941030-844F-49C0-8176-6B84A3851D11}" dt="2021-01-29T04:37:44.657" v="59" actId="14100"/>
          <ac:spMkLst>
            <pc:docMk/>
            <pc:sldMk cId="803925699" sldId="365"/>
            <ac:spMk id="5" creationId="{758FB996-0B31-407F-B995-F9C4E9CE07AD}"/>
          </ac:spMkLst>
        </pc:spChg>
        <pc:spChg chg="add mod">
          <ac:chgData name="鈴木 秀規" userId="f68c5fd9-22d5-4c0a-9833-7fb0f5135313" providerId="ADAL" clId="{B1941030-844F-49C0-8176-6B84A3851D11}" dt="2021-01-29T04:38:42.635" v="69" actId="1076"/>
          <ac:spMkLst>
            <pc:docMk/>
            <pc:sldMk cId="803925699" sldId="365"/>
            <ac:spMk id="6" creationId="{A3773D9E-5C9A-433D-9BF3-C408AB5B0D9D}"/>
          </ac:spMkLst>
        </pc:spChg>
        <pc:spChg chg="add mod">
          <ac:chgData name="鈴木 秀規" userId="f68c5fd9-22d5-4c0a-9833-7fb0f5135313" providerId="ADAL" clId="{B1941030-844F-49C0-8176-6B84A3851D11}" dt="2021-01-29T04:38:36.093" v="67" actId="14100"/>
          <ac:spMkLst>
            <pc:docMk/>
            <pc:sldMk cId="803925699" sldId="365"/>
            <ac:spMk id="8" creationId="{85950DD6-933B-4F9B-A4B0-9A0EECED1164}"/>
          </ac:spMkLst>
        </pc:spChg>
        <pc:spChg chg="add mod">
          <ac:chgData name="鈴木 秀規" userId="f68c5fd9-22d5-4c0a-9833-7fb0f5135313" providerId="ADAL" clId="{B1941030-844F-49C0-8176-6B84A3851D11}" dt="2021-01-29T04:38:32.746" v="66" actId="14100"/>
          <ac:spMkLst>
            <pc:docMk/>
            <pc:sldMk cId="803925699" sldId="365"/>
            <ac:spMk id="9" creationId="{43BF35A5-2940-4C84-A271-A984049173E9}"/>
          </ac:spMkLst>
        </pc:spChg>
        <pc:spChg chg="add mod">
          <ac:chgData name="鈴木 秀規" userId="f68c5fd9-22d5-4c0a-9833-7fb0f5135313" providerId="ADAL" clId="{B1941030-844F-49C0-8176-6B84A3851D11}" dt="2021-01-29T04:39:09.482" v="76" actId="207"/>
          <ac:spMkLst>
            <pc:docMk/>
            <pc:sldMk cId="803925699" sldId="365"/>
            <ac:spMk id="10" creationId="{E71A9877-6BF1-403D-B11D-E9C97F7AAA30}"/>
          </ac:spMkLst>
        </pc:spChg>
        <pc:cxnChg chg="add mod">
          <ac:chgData name="鈴木 秀規" userId="f68c5fd9-22d5-4c0a-9833-7fb0f5135313" providerId="ADAL" clId="{B1941030-844F-49C0-8176-6B84A3851D11}" dt="2021-01-29T04:38:42.635" v="69" actId="1076"/>
          <ac:cxnSpMkLst>
            <pc:docMk/>
            <pc:sldMk cId="803925699" sldId="365"/>
            <ac:cxnSpMk id="7" creationId="{11B15088-48EB-412D-87B1-CF70EA9E58AF}"/>
          </ac:cxnSpMkLst>
        </pc:cxnChg>
      </pc:sldChg>
      <pc:sldChg chg="del">
        <pc:chgData name="鈴木 秀規" userId="f68c5fd9-22d5-4c0a-9833-7fb0f5135313" providerId="ADAL" clId="{B1941030-844F-49C0-8176-6B84A3851D11}" dt="2021-01-29T04:32:56.477" v="10" actId="2696"/>
        <pc:sldMkLst>
          <pc:docMk/>
          <pc:sldMk cId="1277167566" sldId="365"/>
        </pc:sldMkLst>
      </pc:sldChg>
      <pc:sldChg chg="addSp modSp new mod">
        <pc:chgData name="鈴木 秀規" userId="f68c5fd9-22d5-4c0a-9833-7fb0f5135313" providerId="ADAL" clId="{B1941030-844F-49C0-8176-6B84A3851D11}" dt="2021-01-29T04:42:18.327" v="114" actId="207"/>
        <pc:sldMkLst>
          <pc:docMk/>
          <pc:sldMk cId="2587155910" sldId="366"/>
        </pc:sldMkLst>
        <pc:spChg chg="mod">
          <ac:chgData name="鈴木 秀規" userId="f68c5fd9-22d5-4c0a-9833-7fb0f5135313" providerId="ADAL" clId="{B1941030-844F-49C0-8176-6B84A3851D11}" dt="2021-01-29T04:40:23.057" v="78"/>
          <ac:spMkLst>
            <pc:docMk/>
            <pc:sldMk cId="2587155910" sldId="366"/>
            <ac:spMk id="3" creationId="{9729685D-75BD-4E16-B040-6B8F3803FD94}"/>
          </ac:spMkLst>
        </pc:spChg>
        <pc:spChg chg="mod">
          <ac:chgData name="鈴木 秀規" userId="f68c5fd9-22d5-4c0a-9833-7fb0f5135313" providerId="ADAL" clId="{B1941030-844F-49C0-8176-6B84A3851D11}" dt="2021-01-29T04:40:55.148" v="86" actId="207"/>
          <ac:spMkLst>
            <pc:docMk/>
            <pc:sldMk cId="2587155910" sldId="366"/>
            <ac:spMk id="5" creationId="{24F84416-527E-4DDF-9128-A102A8D1E173}"/>
          </ac:spMkLst>
        </pc:spChg>
        <pc:spChg chg="add mod">
          <ac:chgData name="鈴木 秀規" userId="f68c5fd9-22d5-4c0a-9833-7fb0f5135313" providerId="ADAL" clId="{B1941030-844F-49C0-8176-6B84A3851D11}" dt="2021-01-29T04:41:46.363" v="103" actId="207"/>
          <ac:spMkLst>
            <pc:docMk/>
            <pc:sldMk cId="2587155910" sldId="366"/>
            <ac:spMk id="6" creationId="{DB7CE7C8-6A31-4E41-A456-54318A701731}"/>
          </ac:spMkLst>
        </pc:spChg>
        <pc:spChg chg="add mod">
          <ac:chgData name="鈴木 秀規" userId="f68c5fd9-22d5-4c0a-9833-7fb0f5135313" providerId="ADAL" clId="{B1941030-844F-49C0-8176-6B84A3851D11}" dt="2021-01-29T04:41:51.728" v="104" actId="207"/>
          <ac:spMkLst>
            <pc:docMk/>
            <pc:sldMk cId="2587155910" sldId="366"/>
            <ac:spMk id="8" creationId="{91A49978-A71D-46D7-A954-C876A5F08E5B}"/>
          </ac:spMkLst>
        </pc:spChg>
        <pc:spChg chg="add mod">
          <ac:chgData name="鈴木 秀規" userId="f68c5fd9-22d5-4c0a-9833-7fb0f5135313" providerId="ADAL" clId="{B1941030-844F-49C0-8176-6B84A3851D11}" dt="2021-01-29T04:41:27.768" v="92" actId="2711"/>
          <ac:spMkLst>
            <pc:docMk/>
            <pc:sldMk cId="2587155910" sldId="366"/>
            <ac:spMk id="9" creationId="{72054600-A83D-4029-A3CF-2D5E967528AD}"/>
          </ac:spMkLst>
        </pc:spChg>
        <pc:spChg chg="add mod">
          <ac:chgData name="鈴木 秀規" userId="f68c5fd9-22d5-4c0a-9833-7fb0f5135313" providerId="ADAL" clId="{B1941030-844F-49C0-8176-6B84A3851D11}" dt="2021-01-29T04:41:27.768" v="92" actId="2711"/>
          <ac:spMkLst>
            <pc:docMk/>
            <pc:sldMk cId="2587155910" sldId="366"/>
            <ac:spMk id="10" creationId="{0C5F4B85-189E-4135-B6B3-BB6B9E289C9F}"/>
          </ac:spMkLst>
        </pc:spChg>
        <pc:spChg chg="add mod">
          <ac:chgData name="鈴木 秀規" userId="f68c5fd9-22d5-4c0a-9833-7fb0f5135313" providerId="ADAL" clId="{B1941030-844F-49C0-8176-6B84A3851D11}" dt="2021-01-29T04:42:10.699" v="112" actId="207"/>
          <ac:spMkLst>
            <pc:docMk/>
            <pc:sldMk cId="2587155910" sldId="366"/>
            <ac:spMk id="11" creationId="{D3D587A0-0DFE-4902-AA54-A283C7FA73A2}"/>
          </ac:spMkLst>
        </pc:spChg>
        <pc:spChg chg="add mod">
          <ac:chgData name="鈴木 秀規" userId="f68c5fd9-22d5-4c0a-9833-7fb0f5135313" providerId="ADAL" clId="{B1941030-844F-49C0-8176-6B84A3851D11}" dt="2021-01-29T04:42:18.327" v="114" actId="207"/>
          <ac:spMkLst>
            <pc:docMk/>
            <pc:sldMk cId="2587155910" sldId="366"/>
            <ac:spMk id="12" creationId="{BBE22E54-744F-493D-82EB-677D9EC69218}"/>
          </ac:spMkLst>
        </pc:spChg>
        <pc:spChg chg="add mod">
          <ac:chgData name="鈴木 秀規" userId="f68c5fd9-22d5-4c0a-9833-7fb0f5135313" providerId="ADAL" clId="{B1941030-844F-49C0-8176-6B84A3851D11}" dt="2021-01-29T04:42:15.017" v="113" actId="207"/>
          <ac:spMkLst>
            <pc:docMk/>
            <pc:sldMk cId="2587155910" sldId="366"/>
            <ac:spMk id="13" creationId="{FC9FD184-A6DA-4BE2-868D-9EB445A5F842}"/>
          </ac:spMkLst>
        </pc:spChg>
        <pc:spChg chg="add mod">
          <ac:chgData name="鈴木 秀規" userId="f68c5fd9-22d5-4c0a-9833-7fb0f5135313" providerId="ADAL" clId="{B1941030-844F-49C0-8176-6B84A3851D11}" dt="2021-01-29T04:42:01" v="111" actId="1038"/>
          <ac:spMkLst>
            <pc:docMk/>
            <pc:sldMk cId="2587155910" sldId="366"/>
            <ac:spMk id="14" creationId="{898B0CBA-5301-4755-8360-3C2F8F8B3BA7}"/>
          </ac:spMkLst>
        </pc:spChg>
        <pc:cxnChg chg="add mod">
          <ac:chgData name="鈴木 秀規" userId="f68c5fd9-22d5-4c0a-9833-7fb0f5135313" providerId="ADAL" clId="{B1941030-844F-49C0-8176-6B84A3851D11}" dt="2021-01-29T04:41:38.823" v="102" actId="1037"/>
          <ac:cxnSpMkLst>
            <pc:docMk/>
            <pc:sldMk cId="2587155910" sldId="366"/>
            <ac:cxnSpMk id="7" creationId="{207C225F-1F7B-4FBB-AC66-96F0CDFCBBCF}"/>
          </ac:cxnSpMkLst>
        </pc:cxnChg>
        <pc:cxnChg chg="add mod">
          <ac:chgData name="鈴木 秀規" userId="f68c5fd9-22d5-4c0a-9833-7fb0f5135313" providerId="ADAL" clId="{B1941030-844F-49C0-8176-6B84A3851D11}" dt="2021-01-29T04:41:14.965" v="89" actId="14100"/>
          <ac:cxnSpMkLst>
            <pc:docMk/>
            <pc:sldMk cId="2587155910" sldId="366"/>
            <ac:cxnSpMk id="15" creationId="{DEF88B7D-06B4-4E17-994A-54572C5B5416}"/>
          </ac:cxnSpMkLst>
        </pc:cxnChg>
      </pc:sldChg>
      <pc:sldChg chg="del">
        <pc:chgData name="鈴木 秀規" userId="f68c5fd9-22d5-4c0a-9833-7fb0f5135313" providerId="ADAL" clId="{B1941030-844F-49C0-8176-6B84A3851D11}" dt="2021-01-29T04:32:56.477" v="10" actId="2696"/>
        <pc:sldMkLst>
          <pc:docMk/>
          <pc:sldMk cId="3202997917" sldId="366"/>
        </pc:sldMkLst>
      </pc:sldChg>
      <pc:sldChg chg="del">
        <pc:chgData name="鈴木 秀規" userId="f68c5fd9-22d5-4c0a-9833-7fb0f5135313" providerId="ADAL" clId="{B1941030-844F-49C0-8176-6B84A3851D11}" dt="2021-01-29T04:32:56.477" v="10" actId="2696"/>
        <pc:sldMkLst>
          <pc:docMk/>
          <pc:sldMk cId="1111243588" sldId="367"/>
        </pc:sldMkLst>
      </pc:sldChg>
      <pc:sldChg chg="modSp new mod">
        <pc:chgData name="鈴木 秀規" userId="f68c5fd9-22d5-4c0a-9833-7fb0f5135313" providerId="ADAL" clId="{B1941030-844F-49C0-8176-6B84A3851D11}" dt="2021-01-29T04:43:33.885" v="128" actId="207"/>
        <pc:sldMkLst>
          <pc:docMk/>
          <pc:sldMk cId="2894058037" sldId="367"/>
        </pc:sldMkLst>
        <pc:spChg chg="mod">
          <ac:chgData name="鈴木 秀規" userId="f68c5fd9-22d5-4c0a-9833-7fb0f5135313" providerId="ADAL" clId="{B1941030-844F-49C0-8176-6B84A3851D11}" dt="2021-01-29T04:42:32.638" v="116"/>
          <ac:spMkLst>
            <pc:docMk/>
            <pc:sldMk cId="2894058037" sldId="367"/>
            <ac:spMk id="3" creationId="{6FB07722-94F1-42C6-812B-FF5800DB0794}"/>
          </ac:spMkLst>
        </pc:spChg>
        <pc:spChg chg="mod">
          <ac:chgData name="鈴木 秀規" userId="f68c5fd9-22d5-4c0a-9833-7fb0f5135313" providerId="ADAL" clId="{B1941030-844F-49C0-8176-6B84A3851D11}" dt="2021-01-29T04:43:33.885" v="128" actId="207"/>
          <ac:spMkLst>
            <pc:docMk/>
            <pc:sldMk cId="2894058037" sldId="367"/>
            <ac:spMk id="5" creationId="{A647997F-BE6E-4DA2-B66F-8086795CD439}"/>
          </ac:spMkLst>
        </pc:spChg>
      </pc:sldChg>
      <pc:sldChg chg="del">
        <pc:chgData name="鈴木 秀規" userId="f68c5fd9-22d5-4c0a-9833-7fb0f5135313" providerId="ADAL" clId="{B1941030-844F-49C0-8176-6B84A3851D11}" dt="2021-01-29T04:32:56.477" v="10" actId="2696"/>
        <pc:sldMkLst>
          <pc:docMk/>
          <pc:sldMk cId="456779390" sldId="368"/>
        </pc:sldMkLst>
      </pc:sldChg>
      <pc:sldChg chg="addSp modSp new mod">
        <pc:chgData name="鈴木 秀規" userId="f68c5fd9-22d5-4c0a-9833-7fb0f5135313" providerId="ADAL" clId="{B1941030-844F-49C0-8176-6B84A3851D11}" dt="2021-01-29T04:47:19.783" v="187" actId="1076"/>
        <pc:sldMkLst>
          <pc:docMk/>
          <pc:sldMk cId="2878348738" sldId="368"/>
        </pc:sldMkLst>
        <pc:spChg chg="mod">
          <ac:chgData name="鈴木 秀規" userId="f68c5fd9-22d5-4c0a-9833-7fb0f5135313" providerId="ADAL" clId="{B1941030-844F-49C0-8176-6B84A3851D11}" dt="2021-01-29T04:43:52.910" v="130"/>
          <ac:spMkLst>
            <pc:docMk/>
            <pc:sldMk cId="2878348738" sldId="368"/>
            <ac:spMk id="3" creationId="{C9C2170A-495C-470F-A6BF-0F600FE15AEB}"/>
          </ac:spMkLst>
        </pc:spChg>
        <pc:spChg chg="mod">
          <ac:chgData name="鈴木 秀規" userId="f68c5fd9-22d5-4c0a-9833-7fb0f5135313" providerId="ADAL" clId="{B1941030-844F-49C0-8176-6B84A3851D11}" dt="2021-01-29T04:44:16.357" v="136" actId="14100"/>
          <ac:spMkLst>
            <pc:docMk/>
            <pc:sldMk cId="2878348738" sldId="368"/>
            <ac:spMk id="5" creationId="{DCC07C12-3A67-4E82-B3CE-E6ADEFE8C655}"/>
          </ac:spMkLst>
        </pc:spChg>
        <pc:spChg chg="add mod">
          <ac:chgData name="鈴木 秀規" userId="f68c5fd9-22d5-4c0a-9833-7fb0f5135313" providerId="ADAL" clId="{B1941030-844F-49C0-8176-6B84A3851D11}" dt="2021-01-29T04:46:45.038" v="179" actId="1076"/>
          <ac:spMkLst>
            <pc:docMk/>
            <pc:sldMk cId="2878348738" sldId="368"/>
            <ac:spMk id="6" creationId="{8A87698A-6CBA-475E-AF31-B3DBC697A5ED}"/>
          </ac:spMkLst>
        </pc:spChg>
        <pc:spChg chg="add mod">
          <ac:chgData name="鈴木 秀規" userId="f68c5fd9-22d5-4c0a-9833-7fb0f5135313" providerId="ADAL" clId="{B1941030-844F-49C0-8176-6B84A3851D11}" dt="2021-01-29T04:46:45.038" v="179" actId="1076"/>
          <ac:spMkLst>
            <pc:docMk/>
            <pc:sldMk cId="2878348738" sldId="368"/>
            <ac:spMk id="7" creationId="{E90D5458-8595-4189-8EAA-7C4F79C79390}"/>
          </ac:spMkLst>
        </pc:spChg>
        <pc:spChg chg="add mod">
          <ac:chgData name="鈴木 秀規" userId="f68c5fd9-22d5-4c0a-9833-7fb0f5135313" providerId="ADAL" clId="{B1941030-844F-49C0-8176-6B84A3851D11}" dt="2021-01-29T04:46:45.038" v="179" actId="1076"/>
          <ac:spMkLst>
            <pc:docMk/>
            <pc:sldMk cId="2878348738" sldId="368"/>
            <ac:spMk id="8" creationId="{E31986FB-D036-41FE-8DC1-5EA4CE2605B9}"/>
          </ac:spMkLst>
        </pc:spChg>
        <pc:spChg chg="add mod">
          <ac:chgData name="鈴木 秀規" userId="f68c5fd9-22d5-4c0a-9833-7fb0f5135313" providerId="ADAL" clId="{B1941030-844F-49C0-8176-6B84A3851D11}" dt="2021-01-29T04:46:45.038" v="179" actId="1076"/>
          <ac:spMkLst>
            <pc:docMk/>
            <pc:sldMk cId="2878348738" sldId="368"/>
            <ac:spMk id="9" creationId="{138FBC47-714C-4122-BDFA-66E3CF43D307}"/>
          </ac:spMkLst>
        </pc:spChg>
        <pc:spChg chg="add mod">
          <ac:chgData name="鈴木 秀規" userId="f68c5fd9-22d5-4c0a-9833-7fb0f5135313" providerId="ADAL" clId="{B1941030-844F-49C0-8176-6B84A3851D11}" dt="2021-01-29T04:47:19.783" v="187" actId="1076"/>
          <ac:spMkLst>
            <pc:docMk/>
            <pc:sldMk cId="2878348738" sldId="368"/>
            <ac:spMk id="10" creationId="{53A2F49A-37A2-4BA3-B466-F1948CDFB3D6}"/>
          </ac:spMkLst>
        </pc:spChg>
      </pc:sldChg>
      <pc:sldChg chg="addSp modSp new mod">
        <pc:chgData name="鈴木 秀規" userId="f68c5fd9-22d5-4c0a-9833-7fb0f5135313" providerId="ADAL" clId="{B1941030-844F-49C0-8176-6B84A3851D11}" dt="2021-01-29T04:53:48.273" v="240" actId="1035"/>
        <pc:sldMkLst>
          <pc:docMk/>
          <pc:sldMk cId="36233667" sldId="369"/>
        </pc:sldMkLst>
        <pc:spChg chg="mod">
          <ac:chgData name="鈴木 秀規" userId="f68c5fd9-22d5-4c0a-9833-7fb0f5135313" providerId="ADAL" clId="{B1941030-844F-49C0-8176-6B84A3851D11}" dt="2021-01-29T04:48:13.303" v="190"/>
          <ac:spMkLst>
            <pc:docMk/>
            <pc:sldMk cId="36233667" sldId="369"/>
            <ac:spMk id="3" creationId="{B2185212-E85A-4AB2-89AC-876C7AD006BD}"/>
          </ac:spMkLst>
        </pc:spChg>
        <pc:spChg chg="mod">
          <ac:chgData name="鈴木 秀規" userId="f68c5fd9-22d5-4c0a-9833-7fb0f5135313" providerId="ADAL" clId="{B1941030-844F-49C0-8176-6B84A3851D11}" dt="2021-01-29T04:53:43.832" v="234" actId="20577"/>
          <ac:spMkLst>
            <pc:docMk/>
            <pc:sldMk cId="36233667" sldId="369"/>
            <ac:spMk id="5" creationId="{64C8375D-887C-4D77-9784-62155D090015}"/>
          </ac:spMkLst>
        </pc:spChg>
        <pc:spChg chg="add mod">
          <ac:chgData name="鈴木 秀規" userId="f68c5fd9-22d5-4c0a-9833-7fb0f5135313" providerId="ADAL" clId="{B1941030-844F-49C0-8176-6B84A3851D11}" dt="2021-01-29T04:53:48.273" v="240" actId="1035"/>
          <ac:spMkLst>
            <pc:docMk/>
            <pc:sldMk cId="36233667" sldId="369"/>
            <ac:spMk id="6" creationId="{E9A5E7DC-4965-4A98-AEC1-73346F46DD98}"/>
          </ac:spMkLst>
        </pc:spChg>
        <pc:spChg chg="add mod">
          <ac:chgData name="鈴木 秀規" userId="f68c5fd9-22d5-4c0a-9833-7fb0f5135313" providerId="ADAL" clId="{B1941030-844F-49C0-8176-6B84A3851D11}" dt="2021-01-29T04:53:48.273" v="240" actId="1035"/>
          <ac:spMkLst>
            <pc:docMk/>
            <pc:sldMk cId="36233667" sldId="369"/>
            <ac:spMk id="7" creationId="{25941947-7AA7-445F-A1F0-030C4A6C2C83}"/>
          </ac:spMkLst>
        </pc:spChg>
        <pc:spChg chg="add mod">
          <ac:chgData name="鈴木 秀規" userId="f68c5fd9-22d5-4c0a-9833-7fb0f5135313" providerId="ADAL" clId="{B1941030-844F-49C0-8176-6B84A3851D11}" dt="2021-01-29T04:53:48.273" v="240" actId="1035"/>
          <ac:spMkLst>
            <pc:docMk/>
            <pc:sldMk cId="36233667" sldId="369"/>
            <ac:spMk id="8" creationId="{200813EB-9CA7-4C5C-AEC9-71D69F32D85F}"/>
          </ac:spMkLst>
        </pc:spChg>
      </pc:sldChg>
      <pc:sldChg chg="del">
        <pc:chgData name="鈴木 秀規" userId="f68c5fd9-22d5-4c0a-9833-7fb0f5135313" providerId="ADAL" clId="{B1941030-844F-49C0-8176-6B84A3851D11}" dt="2021-01-29T04:32:56.477" v="10" actId="2696"/>
        <pc:sldMkLst>
          <pc:docMk/>
          <pc:sldMk cId="626248736" sldId="370"/>
        </pc:sldMkLst>
      </pc:sldChg>
      <pc:sldChg chg="addSp modSp new mod">
        <pc:chgData name="鈴木 秀規" userId="f68c5fd9-22d5-4c0a-9833-7fb0f5135313" providerId="ADAL" clId="{B1941030-844F-49C0-8176-6B84A3851D11}" dt="2021-01-29T04:58:13.143" v="277" actId="1036"/>
        <pc:sldMkLst>
          <pc:docMk/>
          <pc:sldMk cId="3279262032" sldId="370"/>
        </pc:sldMkLst>
        <pc:spChg chg="mod">
          <ac:chgData name="鈴木 秀規" userId="f68c5fd9-22d5-4c0a-9833-7fb0f5135313" providerId="ADAL" clId="{B1941030-844F-49C0-8176-6B84A3851D11}" dt="2021-01-29T04:51:53.344" v="223"/>
          <ac:spMkLst>
            <pc:docMk/>
            <pc:sldMk cId="3279262032" sldId="370"/>
            <ac:spMk id="3" creationId="{F0A9B0F2-95E9-4694-9890-156E9D963498}"/>
          </ac:spMkLst>
        </pc:spChg>
        <pc:spChg chg="mod">
          <ac:chgData name="鈴木 秀規" userId="f68c5fd9-22d5-4c0a-9833-7fb0f5135313" providerId="ADAL" clId="{B1941030-844F-49C0-8176-6B84A3851D11}" dt="2021-01-29T04:52:09.323" v="227" actId="14100"/>
          <ac:spMkLst>
            <pc:docMk/>
            <pc:sldMk cId="3279262032" sldId="370"/>
            <ac:spMk id="5" creationId="{5D32B261-C1D5-42A1-841A-E71B9F1AF7EB}"/>
          </ac:spMkLst>
        </pc:spChg>
        <pc:spChg chg="add mod">
          <ac:chgData name="鈴木 秀規" userId="f68c5fd9-22d5-4c0a-9833-7fb0f5135313" providerId="ADAL" clId="{B1941030-844F-49C0-8176-6B84A3851D11}" dt="2021-01-29T04:57:55.779" v="264" actId="14100"/>
          <ac:spMkLst>
            <pc:docMk/>
            <pc:sldMk cId="3279262032" sldId="370"/>
            <ac:spMk id="6" creationId="{9933ADFF-8902-4437-9933-7CA1DCCB5639}"/>
          </ac:spMkLst>
        </pc:spChg>
        <pc:spChg chg="add mod">
          <ac:chgData name="鈴木 秀規" userId="f68c5fd9-22d5-4c0a-9833-7fb0f5135313" providerId="ADAL" clId="{B1941030-844F-49C0-8176-6B84A3851D11}" dt="2021-01-29T04:58:08.871" v="271" actId="1036"/>
          <ac:spMkLst>
            <pc:docMk/>
            <pc:sldMk cId="3279262032" sldId="370"/>
            <ac:spMk id="7" creationId="{48886F9A-F627-4BD8-90B7-6A89AB182ED9}"/>
          </ac:spMkLst>
        </pc:spChg>
        <pc:spChg chg="add mod">
          <ac:chgData name="鈴木 秀規" userId="f68c5fd9-22d5-4c0a-9833-7fb0f5135313" providerId="ADAL" clId="{B1941030-844F-49C0-8176-6B84A3851D11}" dt="2021-01-29T04:58:13.143" v="277" actId="1036"/>
          <ac:spMkLst>
            <pc:docMk/>
            <pc:sldMk cId="3279262032" sldId="370"/>
            <ac:spMk id="8" creationId="{A810F367-15B6-4369-BFC4-B0E8163B9935}"/>
          </ac:spMkLst>
        </pc:spChg>
        <pc:spChg chg="add mod">
          <ac:chgData name="鈴木 秀規" userId="f68c5fd9-22d5-4c0a-9833-7fb0f5135313" providerId="ADAL" clId="{B1941030-844F-49C0-8176-6B84A3851D11}" dt="2021-01-29T04:58:13.143" v="277" actId="1036"/>
          <ac:spMkLst>
            <pc:docMk/>
            <pc:sldMk cId="3279262032" sldId="370"/>
            <ac:spMk id="9" creationId="{B48928C1-746B-48FE-A44F-9DA888AA7931}"/>
          </ac:spMkLst>
        </pc:spChg>
      </pc:sldChg>
      <pc:sldChg chg="addSp modSp new mod">
        <pc:chgData name="鈴木 秀規" userId="f68c5fd9-22d5-4c0a-9833-7fb0f5135313" providerId="ADAL" clId="{B1941030-844F-49C0-8176-6B84A3851D11}" dt="2021-01-29T04:59:58.673" v="297" actId="20577"/>
        <pc:sldMkLst>
          <pc:docMk/>
          <pc:sldMk cId="1944304840" sldId="371"/>
        </pc:sldMkLst>
        <pc:spChg chg="mod">
          <ac:chgData name="鈴木 秀規" userId="f68c5fd9-22d5-4c0a-9833-7fb0f5135313" providerId="ADAL" clId="{B1941030-844F-49C0-8176-6B84A3851D11}" dt="2021-01-29T04:58:29.450" v="279"/>
          <ac:spMkLst>
            <pc:docMk/>
            <pc:sldMk cId="1944304840" sldId="371"/>
            <ac:spMk id="3" creationId="{B178443A-0174-4CE5-BFC8-9F1EAE1E64EA}"/>
          </ac:spMkLst>
        </pc:spChg>
        <pc:spChg chg="mod">
          <ac:chgData name="鈴木 秀規" userId="f68c5fd9-22d5-4c0a-9833-7fb0f5135313" providerId="ADAL" clId="{B1941030-844F-49C0-8176-6B84A3851D11}" dt="2021-01-29T04:58:40.675" v="283" actId="14100"/>
          <ac:spMkLst>
            <pc:docMk/>
            <pc:sldMk cId="1944304840" sldId="371"/>
            <ac:spMk id="5" creationId="{444E21AB-9103-41B5-BC7A-F4FA729983FF}"/>
          </ac:spMkLst>
        </pc:spChg>
        <pc:spChg chg="add mod">
          <ac:chgData name="鈴木 秀規" userId="f68c5fd9-22d5-4c0a-9833-7fb0f5135313" providerId="ADAL" clId="{B1941030-844F-49C0-8176-6B84A3851D11}" dt="2021-01-29T04:59:26.380" v="291" actId="207"/>
          <ac:spMkLst>
            <pc:docMk/>
            <pc:sldMk cId="1944304840" sldId="371"/>
            <ac:spMk id="6" creationId="{6B93690F-C3A0-4233-AD86-5C66FE167541}"/>
          </ac:spMkLst>
        </pc:spChg>
        <pc:spChg chg="add mod">
          <ac:chgData name="鈴木 秀規" userId="f68c5fd9-22d5-4c0a-9833-7fb0f5135313" providerId="ADAL" clId="{B1941030-844F-49C0-8176-6B84A3851D11}" dt="2021-01-29T04:59:58.673" v="297" actId="20577"/>
          <ac:spMkLst>
            <pc:docMk/>
            <pc:sldMk cId="1944304840" sldId="371"/>
            <ac:spMk id="7" creationId="{69868DCD-7386-4C99-ACE7-D84C66035A42}"/>
          </ac:spMkLst>
        </pc:spChg>
      </pc:sldChg>
      <pc:sldChg chg="del">
        <pc:chgData name="鈴木 秀規" userId="f68c5fd9-22d5-4c0a-9833-7fb0f5135313" providerId="ADAL" clId="{B1941030-844F-49C0-8176-6B84A3851D11}" dt="2021-01-29T04:32:56.477" v="10" actId="2696"/>
        <pc:sldMkLst>
          <pc:docMk/>
          <pc:sldMk cId="2430396932" sldId="371"/>
        </pc:sldMkLst>
      </pc:sldChg>
      <pc:sldChg chg="addSp modSp new mod">
        <pc:chgData name="鈴木 秀規" userId="f68c5fd9-22d5-4c0a-9833-7fb0f5135313" providerId="ADAL" clId="{B1941030-844F-49C0-8176-6B84A3851D11}" dt="2021-01-29T05:02:32.735" v="329" actId="1076"/>
        <pc:sldMkLst>
          <pc:docMk/>
          <pc:sldMk cId="266285334" sldId="372"/>
        </pc:sldMkLst>
        <pc:spChg chg="mod">
          <ac:chgData name="鈴木 秀規" userId="f68c5fd9-22d5-4c0a-9833-7fb0f5135313" providerId="ADAL" clId="{B1941030-844F-49C0-8176-6B84A3851D11}" dt="2021-01-29T05:00:08.808" v="299"/>
          <ac:spMkLst>
            <pc:docMk/>
            <pc:sldMk cId="266285334" sldId="372"/>
            <ac:spMk id="3" creationId="{6900C04E-5E05-43A5-860E-A7DAF534B056}"/>
          </ac:spMkLst>
        </pc:spChg>
        <pc:spChg chg="mod">
          <ac:chgData name="鈴木 秀規" userId="f68c5fd9-22d5-4c0a-9833-7fb0f5135313" providerId="ADAL" clId="{B1941030-844F-49C0-8176-6B84A3851D11}" dt="2021-01-29T05:01:34.888" v="315" actId="207"/>
          <ac:spMkLst>
            <pc:docMk/>
            <pc:sldMk cId="266285334" sldId="372"/>
            <ac:spMk id="5" creationId="{9877612E-74EE-4115-BC1E-E0CF3FFCCA59}"/>
          </ac:spMkLst>
        </pc:spChg>
        <pc:spChg chg="add mod">
          <ac:chgData name="鈴木 秀規" userId="f68c5fd9-22d5-4c0a-9833-7fb0f5135313" providerId="ADAL" clId="{B1941030-844F-49C0-8176-6B84A3851D11}" dt="2021-01-29T05:02:32.735" v="329" actId="1076"/>
          <ac:spMkLst>
            <pc:docMk/>
            <pc:sldMk cId="266285334" sldId="372"/>
            <ac:spMk id="6" creationId="{343E0368-256F-4A61-908A-413304D52929}"/>
          </ac:spMkLst>
        </pc:spChg>
        <pc:spChg chg="add mod">
          <ac:chgData name="鈴木 秀規" userId="f68c5fd9-22d5-4c0a-9833-7fb0f5135313" providerId="ADAL" clId="{B1941030-844F-49C0-8176-6B84A3851D11}" dt="2021-01-29T05:02:32.735" v="329" actId="1076"/>
          <ac:spMkLst>
            <pc:docMk/>
            <pc:sldMk cId="266285334" sldId="372"/>
            <ac:spMk id="7" creationId="{98A88DE6-9BB6-4229-8CC7-11C91689EC13}"/>
          </ac:spMkLst>
        </pc:spChg>
      </pc:sldChg>
      <pc:sldChg chg="del">
        <pc:chgData name="鈴木 秀規" userId="f68c5fd9-22d5-4c0a-9833-7fb0f5135313" providerId="ADAL" clId="{B1941030-844F-49C0-8176-6B84A3851D11}" dt="2021-01-29T04:32:56.477" v="10" actId="2696"/>
        <pc:sldMkLst>
          <pc:docMk/>
          <pc:sldMk cId="2092557008" sldId="372"/>
        </pc:sldMkLst>
      </pc:sldChg>
      <pc:sldChg chg="add del">
        <pc:chgData name="鈴木 秀規" userId="f68c5fd9-22d5-4c0a-9833-7fb0f5135313" providerId="ADAL" clId="{B1941030-844F-49C0-8176-6B84A3851D11}" dt="2021-01-29T04:59:01.325" v="285"/>
        <pc:sldMkLst>
          <pc:docMk/>
          <pc:sldMk cId="3668625027" sldId="372"/>
        </pc:sldMkLst>
      </pc:sldChg>
      <pc:sldChg chg="del">
        <pc:chgData name="鈴木 秀規" userId="f68c5fd9-22d5-4c0a-9833-7fb0f5135313" providerId="ADAL" clId="{B1941030-844F-49C0-8176-6B84A3851D11}" dt="2021-01-29T04:32:56.477" v="10" actId="2696"/>
        <pc:sldMkLst>
          <pc:docMk/>
          <pc:sldMk cId="360899116" sldId="373"/>
        </pc:sldMkLst>
      </pc:sldChg>
      <pc:sldChg chg="del">
        <pc:chgData name="鈴木 秀規" userId="f68c5fd9-22d5-4c0a-9833-7fb0f5135313" providerId="ADAL" clId="{B1941030-844F-49C0-8176-6B84A3851D11}" dt="2021-01-29T04:32:56.477" v="10" actId="2696"/>
        <pc:sldMkLst>
          <pc:docMk/>
          <pc:sldMk cId="1052588155" sldId="374"/>
        </pc:sldMkLst>
      </pc:sldChg>
      <pc:sldChg chg="del">
        <pc:chgData name="鈴木 秀規" userId="f68c5fd9-22d5-4c0a-9833-7fb0f5135313" providerId="ADAL" clId="{B1941030-844F-49C0-8176-6B84A3851D11}" dt="2021-01-29T04:32:56.477" v="10" actId="2696"/>
        <pc:sldMkLst>
          <pc:docMk/>
          <pc:sldMk cId="31669137" sldId="375"/>
        </pc:sldMkLst>
      </pc:sldChg>
    </pc:docChg>
  </pc:docChgLst>
  <pc:docChgLst>
    <pc:chgData name="鈴木 秀規" userId="f68c5fd9-22d5-4c0a-9833-7fb0f5135313" providerId="ADAL" clId="{DB432BB3-FDEE-4FBA-8D1C-FD0D78E4DD8C}"/>
    <pc:docChg chg="undo custSel addSld delSld modSld">
      <pc:chgData name="鈴木 秀規" userId="f68c5fd9-22d5-4c0a-9833-7fb0f5135313" providerId="ADAL" clId="{DB432BB3-FDEE-4FBA-8D1C-FD0D78E4DD8C}" dt="2021-02-01T06:47:47.213" v="1356" actId="20577"/>
      <pc:docMkLst>
        <pc:docMk/>
      </pc:docMkLst>
      <pc:sldChg chg="modSp mod">
        <pc:chgData name="鈴木 秀規" userId="f68c5fd9-22d5-4c0a-9833-7fb0f5135313" providerId="ADAL" clId="{DB432BB3-FDEE-4FBA-8D1C-FD0D78E4DD8C}" dt="2021-01-29T05:04:19.537" v="1" actId="20577"/>
        <pc:sldMkLst>
          <pc:docMk/>
          <pc:sldMk cId="0" sldId="256"/>
        </pc:sldMkLst>
        <pc:spChg chg="mod">
          <ac:chgData name="鈴木 秀規" userId="f68c5fd9-22d5-4c0a-9833-7fb0f5135313" providerId="ADAL" clId="{DB432BB3-FDEE-4FBA-8D1C-FD0D78E4DD8C}" dt="2021-01-29T05:04:19.537" v="1" actId="20577"/>
          <ac:spMkLst>
            <pc:docMk/>
            <pc:sldMk cId="0" sldId="256"/>
            <ac:spMk id="56" creationId="{00000000-0000-0000-0000-000000000000}"/>
          </ac:spMkLst>
        </pc:spChg>
      </pc:sldChg>
      <pc:sldChg chg="modSp mod">
        <pc:chgData name="鈴木 秀規" userId="f68c5fd9-22d5-4c0a-9833-7fb0f5135313" providerId="ADAL" clId="{DB432BB3-FDEE-4FBA-8D1C-FD0D78E4DD8C}" dt="2021-02-01T06:47:47.213" v="1356" actId="20577"/>
        <pc:sldMkLst>
          <pc:docMk/>
          <pc:sldMk cId="1668843990" sldId="360"/>
        </pc:sldMkLst>
        <pc:spChg chg="mod">
          <ac:chgData name="鈴木 秀規" userId="f68c5fd9-22d5-4c0a-9833-7fb0f5135313" providerId="ADAL" clId="{DB432BB3-FDEE-4FBA-8D1C-FD0D78E4DD8C}" dt="2021-02-01T06:47:47.213" v="1356" actId="20577"/>
          <ac:spMkLst>
            <pc:docMk/>
            <pc:sldMk cId="1668843990" sldId="360"/>
            <ac:spMk id="9" creationId="{A4832727-EA7F-44D6-A9F2-E4AE0246960A}"/>
          </ac:spMkLst>
        </pc:spChg>
      </pc:sldChg>
      <pc:sldChg chg="modSp mod">
        <pc:chgData name="鈴木 秀規" userId="f68c5fd9-22d5-4c0a-9833-7fb0f5135313" providerId="ADAL" clId="{DB432BB3-FDEE-4FBA-8D1C-FD0D78E4DD8C}" dt="2021-02-01T06:43:53.683" v="782"/>
        <pc:sldMkLst>
          <pc:docMk/>
          <pc:sldMk cId="267129399" sldId="361"/>
        </pc:sldMkLst>
        <pc:spChg chg="mod">
          <ac:chgData name="鈴木 秀規" userId="f68c5fd9-22d5-4c0a-9833-7fb0f5135313" providerId="ADAL" clId="{DB432BB3-FDEE-4FBA-8D1C-FD0D78E4DD8C}" dt="2021-02-01T06:43:53.683" v="782"/>
          <ac:spMkLst>
            <pc:docMk/>
            <pc:sldMk cId="267129399" sldId="361"/>
            <ac:spMk id="6" creationId="{D0F3BEAC-A5EA-4EE4-95C7-0AEC1107FD29}"/>
          </ac:spMkLst>
        </pc:spChg>
      </pc:sldChg>
      <pc:sldChg chg="addSp delSp modSp mod">
        <pc:chgData name="鈴木 秀規" userId="f68c5fd9-22d5-4c0a-9833-7fb0f5135313" providerId="ADAL" clId="{DB432BB3-FDEE-4FBA-8D1C-FD0D78E4DD8C}" dt="2021-01-29T05:05:27.386" v="17" actId="1076"/>
        <pc:sldMkLst>
          <pc:docMk/>
          <pc:sldMk cId="2397736379" sldId="363"/>
        </pc:sldMkLst>
        <pc:spChg chg="mod">
          <ac:chgData name="鈴木 秀規" userId="f68c5fd9-22d5-4c0a-9833-7fb0f5135313" providerId="ADAL" clId="{DB432BB3-FDEE-4FBA-8D1C-FD0D78E4DD8C}" dt="2021-01-29T05:04:41.920" v="3"/>
          <ac:spMkLst>
            <pc:docMk/>
            <pc:sldMk cId="2397736379" sldId="363"/>
            <ac:spMk id="7" creationId="{9630AD22-E64D-4A96-B059-2AF9F6580C25}"/>
          </ac:spMkLst>
        </pc:spChg>
        <pc:spChg chg="mod">
          <ac:chgData name="鈴木 秀規" userId="f68c5fd9-22d5-4c0a-9833-7fb0f5135313" providerId="ADAL" clId="{DB432BB3-FDEE-4FBA-8D1C-FD0D78E4DD8C}" dt="2021-01-29T05:05:14.347" v="11" actId="207"/>
          <ac:spMkLst>
            <pc:docMk/>
            <pc:sldMk cId="2397736379" sldId="363"/>
            <ac:spMk id="8" creationId="{787CF02A-01AB-4517-BA3E-25572FA82648}"/>
          </ac:spMkLst>
        </pc:spChg>
        <pc:spChg chg="del">
          <ac:chgData name="鈴木 秀規" userId="f68c5fd9-22d5-4c0a-9833-7fb0f5135313" providerId="ADAL" clId="{DB432BB3-FDEE-4FBA-8D1C-FD0D78E4DD8C}" dt="2021-01-29T05:04:55.509" v="5" actId="478"/>
          <ac:spMkLst>
            <pc:docMk/>
            <pc:sldMk cId="2397736379" sldId="363"/>
            <ac:spMk id="34" creationId="{1C06E9C8-223A-47F7-8B68-D146EC444E50}"/>
          </ac:spMkLst>
        </pc:spChg>
        <pc:picChg chg="add mod">
          <ac:chgData name="鈴木 秀規" userId="f68c5fd9-22d5-4c0a-9833-7fb0f5135313" providerId="ADAL" clId="{DB432BB3-FDEE-4FBA-8D1C-FD0D78E4DD8C}" dt="2021-01-29T05:05:27.386" v="17" actId="1076"/>
          <ac:picMkLst>
            <pc:docMk/>
            <pc:sldMk cId="2397736379" sldId="363"/>
            <ac:picMk id="13" creationId="{AFECEB6F-9A85-4FBA-A728-91A16F11502C}"/>
          </ac:picMkLst>
        </pc:picChg>
        <pc:picChg chg="del">
          <ac:chgData name="鈴木 秀規" userId="f68c5fd9-22d5-4c0a-9833-7fb0f5135313" providerId="ADAL" clId="{DB432BB3-FDEE-4FBA-8D1C-FD0D78E4DD8C}" dt="2021-01-29T05:04:55.509" v="5" actId="478"/>
          <ac:picMkLst>
            <pc:docMk/>
            <pc:sldMk cId="2397736379" sldId="363"/>
            <ac:picMk id="29" creationId="{80E7F3C6-5DC7-463C-A0EF-8573F737A9D1}"/>
          </ac:picMkLst>
        </pc:picChg>
        <pc:picChg chg="del">
          <ac:chgData name="鈴木 秀規" userId="f68c5fd9-22d5-4c0a-9833-7fb0f5135313" providerId="ADAL" clId="{DB432BB3-FDEE-4FBA-8D1C-FD0D78E4DD8C}" dt="2021-01-29T05:04:55.509" v="5" actId="478"/>
          <ac:picMkLst>
            <pc:docMk/>
            <pc:sldMk cId="2397736379" sldId="363"/>
            <ac:picMk id="30" creationId="{7643834D-6A1C-462B-B036-0560B2F07007}"/>
          </ac:picMkLst>
        </pc:picChg>
        <pc:picChg chg="del">
          <ac:chgData name="鈴木 秀規" userId="f68c5fd9-22d5-4c0a-9833-7fb0f5135313" providerId="ADAL" clId="{DB432BB3-FDEE-4FBA-8D1C-FD0D78E4DD8C}" dt="2021-01-29T05:04:57.337" v="6" actId="478"/>
          <ac:picMkLst>
            <pc:docMk/>
            <pc:sldMk cId="2397736379" sldId="363"/>
            <ac:picMk id="35" creationId="{628A3F31-8B36-4855-8C45-D2424F78FCE2}"/>
          </ac:picMkLst>
        </pc:picChg>
        <pc:cxnChg chg="del mod">
          <ac:chgData name="鈴木 秀規" userId="f68c5fd9-22d5-4c0a-9833-7fb0f5135313" providerId="ADAL" clId="{DB432BB3-FDEE-4FBA-8D1C-FD0D78E4DD8C}" dt="2021-01-29T05:04:55.509" v="5" actId="478"/>
          <ac:cxnSpMkLst>
            <pc:docMk/>
            <pc:sldMk cId="2397736379" sldId="363"/>
            <ac:cxnSpMk id="31" creationId="{8F947215-C8CC-41B9-8A27-03D5881027A1}"/>
          </ac:cxnSpMkLst>
        </pc:cxnChg>
        <pc:cxnChg chg="del mod">
          <ac:chgData name="鈴木 秀規" userId="f68c5fd9-22d5-4c0a-9833-7fb0f5135313" providerId="ADAL" clId="{DB432BB3-FDEE-4FBA-8D1C-FD0D78E4DD8C}" dt="2021-01-29T05:04:55.509" v="5" actId="478"/>
          <ac:cxnSpMkLst>
            <pc:docMk/>
            <pc:sldMk cId="2397736379" sldId="363"/>
            <ac:cxnSpMk id="32" creationId="{5D6F1C64-5153-471D-8D40-1FA6BCFD2CFA}"/>
          </ac:cxnSpMkLst>
        </pc:cxnChg>
        <pc:cxnChg chg="del mod">
          <ac:chgData name="鈴木 秀規" userId="f68c5fd9-22d5-4c0a-9833-7fb0f5135313" providerId="ADAL" clId="{DB432BB3-FDEE-4FBA-8D1C-FD0D78E4DD8C}" dt="2021-01-29T05:04:55.509" v="5" actId="478"/>
          <ac:cxnSpMkLst>
            <pc:docMk/>
            <pc:sldMk cId="2397736379" sldId="363"/>
            <ac:cxnSpMk id="33" creationId="{F9768C17-188C-41E2-BC18-CE589979801B}"/>
          </ac:cxnSpMkLst>
        </pc:cxnChg>
      </pc:sldChg>
      <pc:sldChg chg="modSp new mod">
        <pc:chgData name="鈴木 秀規" userId="f68c5fd9-22d5-4c0a-9833-7fb0f5135313" providerId="ADAL" clId="{DB432BB3-FDEE-4FBA-8D1C-FD0D78E4DD8C}" dt="2021-01-29T05:06:46.478" v="39" actId="207"/>
        <pc:sldMkLst>
          <pc:docMk/>
          <pc:sldMk cId="2546841439" sldId="364"/>
        </pc:sldMkLst>
        <pc:spChg chg="mod">
          <ac:chgData name="鈴木 秀規" userId="f68c5fd9-22d5-4c0a-9833-7fb0f5135313" providerId="ADAL" clId="{DB432BB3-FDEE-4FBA-8D1C-FD0D78E4DD8C}" dt="2021-01-29T05:05:36.979" v="19"/>
          <ac:spMkLst>
            <pc:docMk/>
            <pc:sldMk cId="2546841439" sldId="364"/>
            <ac:spMk id="3" creationId="{42867393-5B64-4B5A-998A-498C939019DC}"/>
          </ac:spMkLst>
        </pc:spChg>
        <pc:spChg chg="mod">
          <ac:chgData name="鈴木 秀規" userId="f68c5fd9-22d5-4c0a-9833-7fb0f5135313" providerId="ADAL" clId="{DB432BB3-FDEE-4FBA-8D1C-FD0D78E4DD8C}" dt="2021-01-29T05:06:46.478" v="39" actId="207"/>
          <ac:spMkLst>
            <pc:docMk/>
            <pc:sldMk cId="2546841439" sldId="364"/>
            <ac:spMk id="5" creationId="{44D78387-7316-4A97-BCD5-9E58D1BD0D27}"/>
          </ac:spMkLst>
        </pc:spChg>
      </pc:sldChg>
      <pc:sldChg chg="del">
        <pc:chgData name="鈴木 秀規" userId="f68c5fd9-22d5-4c0a-9833-7fb0f5135313" providerId="ADAL" clId="{DB432BB3-FDEE-4FBA-8D1C-FD0D78E4DD8C}" dt="2021-01-29T05:04:38.268" v="2" actId="2696"/>
        <pc:sldMkLst>
          <pc:docMk/>
          <pc:sldMk cId="3656570752" sldId="364"/>
        </pc:sldMkLst>
      </pc:sldChg>
      <pc:sldChg chg="del">
        <pc:chgData name="鈴木 秀規" userId="f68c5fd9-22d5-4c0a-9833-7fb0f5135313" providerId="ADAL" clId="{DB432BB3-FDEE-4FBA-8D1C-FD0D78E4DD8C}" dt="2021-01-29T05:04:38.268" v="2" actId="2696"/>
        <pc:sldMkLst>
          <pc:docMk/>
          <pc:sldMk cId="803925699" sldId="365"/>
        </pc:sldMkLst>
      </pc:sldChg>
      <pc:sldChg chg="addSp modSp new mod">
        <pc:chgData name="鈴木 秀規" userId="f68c5fd9-22d5-4c0a-9833-7fb0f5135313" providerId="ADAL" clId="{DB432BB3-FDEE-4FBA-8D1C-FD0D78E4DD8C}" dt="2021-01-29T05:15:39.143" v="95" actId="1076"/>
        <pc:sldMkLst>
          <pc:docMk/>
          <pc:sldMk cId="3132048954" sldId="365"/>
        </pc:sldMkLst>
        <pc:spChg chg="mod">
          <ac:chgData name="鈴木 秀規" userId="f68c5fd9-22d5-4c0a-9833-7fb0f5135313" providerId="ADAL" clId="{DB432BB3-FDEE-4FBA-8D1C-FD0D78E4DD8C}" dt="2021-01-29T05:06:59.290" v="41"/>
          <ac:spMkLst>
            <pc:docMk/>
            <pc:sldMk cId="3132048954" sldId="365"/>
            <ac:spMk id="3" creationId="{0F9E0484-B998-46FC-8259-A6D3AB83A443}"/>
          </ac:spMkLst>
        </pc:spChg>
        <pc:spChg chg="mod">
          <ac:chgData name="鈴木 秀規" userId="f68c5fd9-22d5-4c0a-9833-7fb0f5135313" providerId="ADAL" clId="{DB432BB3-FDEE-4FBA-8D1C-FD0D78E4DD8C}" dt="2021-01-29T05:07:14.298" v="46" actId="14100"/>
          <ac:spMkLst>
            <pc:docMk/>
            <pc:sldMk cId="3132048954" sldId="365"/>
            <ac:spMk id="5" creationId="{DC43F25C-434F-4818-B3E6-FD3F5CAC70A8}"/>
          </ac:spMkLst>
        </pc:spChg>
        <pc:spChg chg="add mod">
          <ac:chgData name="鈴木 秀規" userId="f68c5fd9-22d5-4c0a-9833-7fb0f5135313" providerId="ADAL" clId="{DB432BB3-FDEE-4FBA-8D1C-FD0D78E4DD8C}" dt="2021-01-29T05:11:26.770" v="78" actId="113"/>
          <ac:spMkLst>
            <pc:docMk/>
            <pc:sldMk cId="3132048954" sldId="365"/>
            <ac:spMk id="6" creationId="{C57EEBD2-4D72-43BA-B92B-74B6016B8BF0}"/>
          </ac:spMkLst>
        </pc:spChg>
        <pc:spChg chg="add mod">
          <ac:chgData name="鈴木 秀規" userId="f68c5fd9-22d5-4c0a-9833-7fb0f5135313" providerId="ADAL" clId="{DB432BB3-FDEE-4FBA-8D1C-FD0D78E4DD8C}" dt="2021-01-29T05:15:35.732" v="94" actId="1076"/>
          <ac:spMkLst>
            <pc:docMk/>
            <pc:sldMk cId="3132048954" sldId="365"/>
            <ac:spMk id="7" creationId="{869A7519-C570-4451-A88D-56A966C891FA}"/>
          </ac:spMkLst>
        </pc:spChg>
        <pc:spChg chg="add mod">
          <ac:chgData name="鈴木 秀規" userId="f68c5fd9-22d5-4c0a-9833-7fb0f5135313" providerId="ADAL" clId="{DB432BB3-FDEE-4FBA-8D1C-FD0D78E4DD8C}" dt="2021-01-29T05:15:39.143" v="95" actId="1076"/>
          <ac:spMkLst>
            <pc:docMk/>
            <pc:sldMk cId="3132048954" sldId="365"/>
            <ac:spMk id="8" creationId="{0196EBEB-0249-4704-83D8-3890EAC3D4E2}"/>
          </ac:spMkLst>
        </pc:spChg>
        <pc:spChg chg="add mod">
          <ac:chgData name="鈴木 秀規" userId="f68c5fd9-22d5-4c0a-9833-7fb0f5135313" providerId="ADAL" clId="{DB432BB3-FDEE-4FBA-8D1C-FD0D78E4DD8C}" dt="2021-01-29T05:10:44.604" v="74" actId="1076"/>
          <ac:spMkLst>
            <pc:docMk/>
            <pc:sldMk cId="3132048954" sldId="365"/>
            <ac:spMk id="11" creationId="{B2D152C0-AC13-4E26-B565-2B2542EACD3E}"/>
          </ac:spMkLst>
        </pc:spChg>
        <pc:spChg chg="add mod">
          <ac:chgData name="鈴木 秀規" userId="f68c5fd9-22d5-4c0a-9833-7fb0f5135313" providerId="ADAL" clId="{DB432BB3-FDEE-4FBA-8D1C-FD0D78E4DD8C}" dt="2021-01-29T05:10:13.162" v="67" actId="1076"/>
          <ac:spMkLst>
            <pc:docMk/>
            <pc:sldMk cId="3132048954" sldId="365"/>
            <ac:spMk id="12" creationId="{548BAB67-794A-45C8-A244-8F82AE573A1F}"/>
          </ac:spMkLst>
        </pc:spChg>
        <pc:cxnChg chg="add mod">
          <ac:chgData name="鈴木 秀規" userId="f68c5fd9-22d5-4c0a-9833-7fb0f5135313" providerId="ADAL" clId="{DB432BB3-FDEE-4FBA-8D1C-FD0D78E4DD8C}" dt="2021-01-29T05:15:39.143" v="95" actId="1076"/>
          <ac:cxnSpMkLst>
            <pc:docMk/>
            <pc:sldMk cId="3132048954" sldId="365"/>
            <ac:cxnSpMk id="9" creationId="{9EC9DF08-109B-4C5B-88D8-B7E3D1A91E43}"/>
          </ac:cxnSpMkLst>
        </pc:cxnChg>
        <pc:cxnChg chg="add mod">
          <ac:chgData name="鈴木 秀規" userId="f68c5fd9-22d5-4c0a-9833-7fb0f5135313" providerId="ADAL" clId="{DB432BB3-FDEE-4FBA-8D1C-FD0D78E4DD8C}" dt="2021-01-29T05:15:39.143" v="95" actId="1076"/>
          <ac:cxnSpMkLst>
            <pc:docMk/>
            <pc:sldMk cId="3132048954" sldId="365"/>
            <ac:cxnSpMk id="10" creationId="{8EF2545A-71E4-4FD8-AA3F-9D1CCDB5BCCB}"/>
          </ac:cxnSpMkLst>
        </pc:cxnChg>
      </pc:sldChg>
      <pc:sldChg chg="del">
        <pc:chgData name="鈴木 秀規" userId="f68c5fd9-22d5-4c0a-9833-7fb0f5135313" providerId="ADAL" clId="{DB432BB3-FDEE-4FBA-8D1C-FD0D78E4DD8C}" dt="2021-01-29T05:04:38.268" v="2" actId="2696"/>
        <pc:sldMkLst>
          <pc:docMk/>
          <pc:sldMk cId="2587155910" sldId="366"/>
        </pc:sldMkLst>
      </pc:sldChg>
      <pc:sldChg chg="addSp modSp new mod">
        <pc:chgData name="鈴木 秀規" userId="f68c5fd9-22d5-4c0a-9833-7fb0f5135313" providerId="ADAL" clId="{DB432BB3-FDEE-4FBA-8D1C-FD0D78E4DD8C}" dt="2021-01-29T05:23:18.569" v="132" actId="1076"/>
        <pc:sldMkLst>
          <pc:docMk/>
          <pc:sldMk cId="3547344613" sldId="366"/>
        </pc:sldMkLst>
        <pc:spChg chg="mod">
          <ac:chgData name="鈴木 秀規" userId="f68c5fd9-22d5-4c0a-9833-7fb0f5135313" providerId="ADAL" clId="{DB432BB3-FDEE-4FBA-8D1C-FD0D78E4DD8C}" dt="2021-01-29T05:13:04.277" v="80"/>
          <ac:spMkLst>
            <pc:docMk/>
            <pc:sldMk cId="3547344613" sldId="366"/>
            <ac:spMk id="3" creationId="{27671F2D-AB01-4658-953F-2A36343D8D88}"/>
          </ac:spMkLst>
        </pc:spChg>
        <pc:spChg chg="mod">
          <ac:chgData name="鈴木 秀規" userId="f68c5fd9-22d5-4c0a-9833-7fb0f5135313" providerId="ADAL" clId="{DB432BB3-FDEE-4FBA-8D1C-FD0D78E4DD8C}" dt="2021-01-29T05:15:57.508" v="98" actId="14100"/>
          <ac:spMkLst>
            <pc:docMk/>
            <pc:sldMk cId="3547344613" sldId="366"/>
            <ac:spMk id="5" creationId="{7CC8800E-E723-455C-81F8-54FD5FB64738}"/>
          </ac:spMkLst>
        </pc:spChg>
        <pc:spChg chg="add mod">
          <ac:chgData name="鈴木 秀規" userId="f68c5fd9-22d5-4c0a-9833-7fb0f5135313" providerId="ADAL" clId="{DB432BB3-FDEE-4FBA-8D1C-FD0D78E4DD8C}" dt="2021-01-29T05:23:18.569" v="132" actId="1076"/>
          <ac:spMkLst>
            <pc:docMk/>
            <pc:sldMk cId="3547344613" sldId="366"/>
            <ac:spMk id="6" creationId="{6B0DFDA4-B9A7-4F6C-B241-D47E2CA692E5}"/>
          </ac:spMkLst>
        </pc:spChg>
        <pc:spChg chg="add mod">
          <ac:chgData name="鈴木 秀規" userId="f68c5fd9-22d5-4c0a-9833-7fb0f5135313" providerId="ADAL" clId="{DB432BB3-FDEE-4FBA-8D1C-FD0D78E4DD8C}" dt="2021-01-29T05:23:18.569" v="132" actId="1076"/>
          <ac:spMkLst>
            <pc:docMk/>
            <pc:sldMk cId="3547344613" sldId="366"/>
            <ac:spMk id="7" creationId="{8FDA7C6D-D71C-4EC5-8997-BE9DF2F8DDBB}"/>
          </ac:spMkLst>
        </pc:spChg>
        <pc:spChg chg="add mod">
          <ac:chgData name="鈴木 秀規" userId="f68c5fd9-22d5-4c0a-9833-7fb0f5135313" providerId="ADAL" clId="{DB432BB3-FDEE-4FBA-8D1C-FD0D78E4DD8C}" dt="2021-01-29T05:23:18.569" v="132" actId="1076"/>
          <ac:spMkLst>
            <pc:docMk/>
            <pc:sldMk cId="3547344613" sldId="366"/>
            <ac:spMk id="10" creationId="{D2EC44C4-F147-4C2A-82EB-61E64F6C630F}"/>
          </ac:spMkLst>
        </pc:spChg>
        <pc:spChg chg="add mod">
          <ac:chgData name="鈴木 秀規" userId="f68c5fd9-22d5-4c0a-9833-7fb0f5135313" providerId="ADAL" clId="{DB432BB3-FDEE-4FBA-8D1C-FD0D78E4DD8C}" dt="2021-01-29T05:23:18.569" v="132" actId="1076"/>
          <ac:spMkLst>
            <pc:docMk/>
            <pc:sldMk cId="3547344613" sldId="366"/>
            <ac:spMk id="11" creationId="{0FD6F459-0AE2-4FEC-ACA2-A6E6D718B157}"/>
          </ac:spMkLst>
        </pc:spChg>
        <pc:spChg chg="add mod">
          <ac:chgData name="鈴木 秀規" userId="f68c5fd9-22d5-4c0a-9833-7fb0f5135313" providerId="ADAL" clId="{DB432BB3-FDEE-4FBA-8D1C-FD0D78E4DD8C}" dt="2021-01-29T05:23:18.569" v="132" actId="1076"/>
          <ac:spMkLst>
            <pc:docMk/>
            <pc:sldMk cId="3547344613" sldId="366"/>
            <ac:spMk id="12" creationId="{D0F769C6-2568-481A-83B9-8284B1EF0911}"/>
          </ac:spMkLst>
        </pc:spChg>
        <pc:spChg chg="add mod">
          <ac:chgData name="鈴木 秀規" userId="f68c5fd9-22d5-4c0a-9833-7fb0f5135313" providerId="ADAL" clId="{DB432BB3-FDEE-4FBA-8D1C-FD0D78E4DD8C}" dt="2021-01-29T05:23:18.569" v="132" actId="1076"/>
          <ac:spMkLst>
            <pc:docMk/>
            <pc:sldMk cId="3547344613" sldId="366"/>
            <ac:spMk id="13" creationId="{0FB95A1C-A351-4DD3-AABA-114B56A2A85E}"/>
          </ac:spMkLst>
        </pc:spChg>
        <pc:spChg chg="add mod">
          <ac:chgData name="鈴木 秀規" userId="f68c5fd9-22d5-4c0a-9833-7fb0f5135313" providerId="ADAL" clId="{DB432BB3-FDEE-4FBA-8D1C-FD0D78E4DD8C}" dt="2021-01-29T05:23:18.569" v="132" actId="1076"/>
          <ac:spMkLst>
            <pc:docMk/>
            <pc:sldMk cId="3547344613" sldId="366"/>
            <ac:spMk id="20" creationId="{251D4368-0943-4E9B-91F3-552D6A10BE84}"/>
          </ac:spMkLst>
        </pc:spChg>
        <pc:spChg chg="add mod">
          <ac:chgData name="鈴木 秀規" userId="f68c5fd9-22d5-4c0a-9833-7fb0f5135313" providerId="ADAL" clId="{DB432BB3-FDEE-4FBA-8D1C-FD0D78E4DD8C}" dt="2021-01-29T05:23:18.569" v="132" actId="1076"/>
          <ac:spMkLst>
            <pc:docMk/>
            <pc:sldMk cId="3547344613" sldId="366"/>
            <ac:spMk id="21" creationId="{FF4AAB56-0B78-4CC3-8AA1-D40286FEEDEE}"/>
          </ac:spMkLst>
        </pc:spChg>
        <pc:cxnChg chg="add mod">
          <ac:chgData name="鈴木 秀規" userId="f68c5fd9-22d5-4c0a-9833-7fb0f5135313" providerId="ADAL" clId="{DB432BB3-FDEE-4FBA-8D1C-FD0D78E4DD8C}" dt="2021-01-29T05:23:18.569" v="132" actId="1076"/>
          <ac:cxnSpMkLst>
            <pc:docMk/>
            <pc:sldMk cId="3547344613" sldId="366"/>
            <ac:cxnSpMk id="8" creationId="{FA81E702-99C5-44A1-8A6C-20E00F35D9F2}"/>
          </ac:cxnSpMkLst>
        </pc:cxnChg>
        <pc:cxnChg chg="add mod">
          <ac:chgData name="鈴木 秀規" userId="f68c5fd9-22d5-4c0a-9833-7fb0f5135313" providerId="ADAL" clId="{DB432BB3-FDEE-4FBA-8D1C-FD0D78E4DD8C}" dt="2021-01-29T05:23:18.569" v="132" actId="1076"/>
          <ac:cxnSpMkLst>
            <pc:docMk/>
            <pc:sldMk cId="3547344613" sldId="366"/>
            <ac:cxnSpMk id="9" creationId="{E463F2FA-1D68-4057-864C-2F5C4867D936}"/>
          </ac:cxnSpMkLst>
        </pc:cxnChg>
        <pc:cxnChg chg="add mod">
          <ac:chgData name="鈴木 秀規" userId="f68c5fd9-22d5-4c0a-9833-7fb0f5135313" providerId="ADAL" clId="{DB432BB3-FDEE-4FBA-8D1C-FD0D78E4DD8C}" dt="2021-01-29T05:23:18.569" v="132" actId="1076"/>
          <ac:cxnSpMkLst>
            <pc:docMk/>
            <pc:sldMk cId="3547344613" sldId="366"/>
            <ac:cxnSpMk id="14" creationId="{7F9892F8-E633-4D0E-8E01-8B5AFDA4C024}"/>
          </ac:cxnSpMkLst>
        </pc:cxnChg>
        <pc:cxnChg chg="add mod">
          <ac:chgData name="鈴木 秀規" userId="f68c5fd9-22d5-4c0a-9833-7fb0f5135313" providerId="ADAL" clId="{DB432BB3-FDEE-4FBA-8D1C-FD0D78E4DD8C}" dt="2021-01-29T05:23:18.569" v="132" actId="1076"/>
          <ac:cxnSpMkLst>
            <pc:docMk/>
            <pc:sldMk cId="3547344613" sldId="366"/>
            <ac:cxnSpMk id="17" creationId="{E2ACFA5A-6001-417D-AC87-6172481849A6}"/>
          </ac:cxnSpMkLst>
        </pc:cxnChg>
      </pc:sldChg>
      <pc:sldChg chg="modSp new mod">
        <pc:chgData name="鈴木 秀規" userId="f68c5fd9-22d5-4c0a-9833-7fb0f5135313" providerId="ADAL" clId="{DB432BB3-FDEE-4FBA-8D1C-FD0D78E4DD8C}" dt="2021-01-29T05:24:00.837" v="141" actId="207"/>
        <pc:sldMkLst>
          <pc:docMk/>
          <pc:sldMk cId="1081764745" sldId="367"/>
        </pc:sldMkLst>
        <pc:spChg chg="mod">
          <ac:chgData name="鈴木 秀規" userId="f68c5fd9-22d5-4c0a-9833-7fb0f5135313" providerId="ADAL" clId="{DB432BB3-FDEE-4FBA-8D1C-FD0D78E4DD8C}" dt="2021-01-29T05:23:28.825" v="134"/>
          <ac:spMkLst>
            <pc:docMk/>
            <pc:sldMk cId="1081764745" sldId="367"/>
            <ac:spMk id="3" creationId="{BEE6BC14-C5B6-4F88-9D10-F1B9758C48C6}"/>
          </ac:spMkLst>
        </pc:spChg>
        <pc:spChg chg="mod">
          <ac:chgData name="鈴木 秀規" userId="f68c5fd9-22d5-4c0a-9833-7fb0f5135313" providerId="ADAL" clId="{DB432BB3-FDEE-4FBA-8D1C-FD0D78E4DD8C}" dt="2021-01-29T05:24:00.837" v="141" actId="207"/>
          <ac:spMkLst>
            <pc:docMk/>
            <pc:sldMk cId="1081764745" sldId="367"/>
            <ac:spMk id="5" creationId="{E03A89D4-8681-423D-AE92-65DAB22E68DE}"/>
          </ac:spMkLst>
        </pc:spChg>
      </pc:sldChg>
      <pc:sldChg chg="del">
        <pc:chgData name="鈴木 秀規" userId="f68c5fd9-22d5-4c0a-9833-7fb0f5135313" providerId="ADAL" clId="{DB432BB3-FDEE-4FBA-8D1C-FD0D78E4DD8C}" dt="2021-01-29T05:04:38.268" v="2" actId="2696"/>
        <pc:sldMkLst>
          <pc:docMk/>
          <pc:sldMk cId="2894058037" sldId="367"/>
        </pc:sldMkLst>
      </pc:sldChg>
      <pc:sldChg chg="addSp modSp new mod">
        <pc:chgData name="鈴木 秀規" userId="f68c5fd9-22d5-4c0a-9833-7fb0f5135313" providerId="ADAL" clId="{DB432BB3-FDEE-4FBA-8D1C-FD0D78E4DD8C}" dt="2021-01-29T05:26:03.274" v="161" actId="12385"/>
        <pc:sldMkLst>
          <pc:docMk/>
          <pc:sldMk cId="47343938" sldId="368"/>
        </pc:sldMkLst>
        <pc:spChg chg="mod">
          <ac:chgData name="鈴木 秀規" userId="f68c5fd9-22d5-4c0a-9833-7fb0f5135313" providerId="ADAL" clId="{DB432BB3-FDEE-4FBA-8D1C-FD0D78E4DD8C}" dt="2021-01-29T05:24:32.301" v="143"/>
          <ac:spMkLst>
            <pc:docMk/>
            <pc:sldMk cId="47343938" sldId="368"/>
            <ac:spMk id="3" creationId="{AFFFFD8D-E323-43F7-8241-818684FB11FA}"/>
          </ac:spMkLst>
        </pc:spChg>
        <pc:spChg chg="mod">
          <ac:chgData name="鈴木 秀規" userId="f68c5fd9-22d5-4c0a-9833-7fb0f5135313" providerId="ADAL" clId="{DB432BB3-FDEE-4FBA-8D1C-FD0D78E4DD8C}" dt="2021-01-29T05:25:25.329" v="154" actId="14100"/>
          <ac:spMkLst>
            <pc:docMk/>
            <pc:sldMk cId="47343938" sldId="368"/>
            <ac:spMk id="5" creationId="{D83F637A-3447-4A73-B16C-70E45276B0EB}"/>
          </ac:spMkLst>
        </pc:spChg>
        <pc:graphicFrameChg chg="add mod modGraphic">
          <ac:chgData name="鈴木 秀規" userId="f68c5fd9-22d5-4c0a-9833-7fb0f5135313" providerId="ADAL" clId="{DB432BB3-FDEE-4FBA-8D1C-FD0D78E4DD8C}" dt="2021-01-29T05:26:03.274" v="161" actId="12385"/>
          <ac:graphicFrameMkLst>
            <pc:docMk/>
            <pc:sldMk cId="47343938" sldId="368"/>
            <ac:graphicFrameMk id="6" creationId="{C100E4D4-72EA-4488-BD95-AA35E3548276}"/>
          </ac:graphicFrameMkLst>
        </pc:graphicFrameChg>
      </pc:sldChg>
      <pc:sldChg chg="del">
        <pc:chgData name="鈴木 秀規" userId="f68c5fd9-22d5-4c0a-9833-7fb0f5135313" providerId="ADAL" clId="{DB432BB3-FDEE-4FBA-8D1C-FD0D78E4DD8C}" dt="2021-01-29T05:04:38.268" v="2" actId="2696"/>
        <pc:sldMkLst>
          <pc:docMk/>
          <pc:sldMk cId="2878348738" sldId="368"/>
        </pc:sldMkLst>
      </pc:sldChg>
      <pc:sldChg chg="del">
        <pc:chgData name="鈴木 秀規" userId="f68c5fd9-22d5-4c0a-9833-7fb0f5135313" providerId="ADAL" clId="{DB432BB3-FDEE-4FBA-8D1C-FD0D78E4DD8C}" dt="2021-01-29T05:04:38.268" v="2" actId="2696"/>
        <pc:sldMkLst>
          <pc:docMk/>
          <pc:sldMk cId="36233667" sldId="369"/>
        </pc:sldMkLst>
      </pc:sldChg>
      <pc:sldChg chg="addSp delSp modSp new mod">
        <pc:chgData name="鈴木 秀規" userId="f68c5fd9-22d5-4c0a-9833-7fb0f5135313" providerId="ADAL" clId="{DB432BB3-FDEE-4FBA-8D1C-FD0D78E4DD8C}" dt="2021-01-29T05:30:51.476" v="180" actId="478"/>
        <pc:sldMkLst>
          <pc:docMk/>
          <pc:sldMk cId="782233904" sldId="369"/>
        </pc:sldMkLst>
        <pc:spChg chg="mod">
          <ac:chgData name="鈴木 秀規" userId="f68c5fd9-22d5-4c0a-9833-7fb0f5135313" providerId="ADAL" clId="{DB432BB3-FDEE-4FBA-8D1C-FD0D78E4DD8C}" dt="2021-01-29T05:26:58.402" v="163"/>
          <ac:spMkLst>
            <pc:docMk/>
            <pc:sldMk cId="782233904" sldId="369"/>
            <ac:spMk id="3" creationId="{495416A4-F520-4E36-9497-49DEAAC3581D}"/>
          </ac:spMkLst>
        </pc:spChg>
        <pc:spChg chg="mod">
          <ac:chgData name="鈴木 秀規" userId="f68c5fd9-22d5-4c0a-9833-7fb0f5135313" providerId="ADAL" clId="{DB432BB3-FDEE-4FBA-8D1C-FD0D78E4DD8C}" dt="2021-01-29T05:27:17.744" v="167" actId="14100"/>
          <ac:spMkLst>
            <pc:docMk/>
            <pc:sldMk cId="782233904" sldId="369"/>
            <ac:spMk id="5" creationId="{0EAF823F-3D63-4873-AF1C-478A5E6B854B}"/>
          </ac:spMkLst>
        </pc:spChg>
        <pc:spChg chg="add mod">
          <ac:chgData name="鈴木 秀規" userId="f68c5fd9-22d5-4c0a-9833-7fb0f5135313" providerId="ADAL" clId="{DB432BB3-FDEE-4FBA-8D1C-FD0D78E4DD8C}" dt="2021-01-29T05:27:54.709" v="176" actId="207"/>
          <ac:spMkLst>
            <pc:docMk/>
            <pc:sldMk cId="782233904" sldId="369"/>
            <ac:spMk id="6" creationId="{7E91C1A6-3808-4E43-87AF-CE95D75AFE29}"/>
          </ac:spMkLst>
        </pc:spChg>
        <pc:spChg chg="add del mod">
          <ac:chgData name="鈴木 秀規" userId="f68c5fd9-22d5-4c0a-9833-7fb0f5135313" providerId="ADAL" clId="{DB432BB3-FDEE-4FBA-8D1C-FD0D78E4DD8C}" dt="2021-01-29T05:30:51.476" v="180" actId="478"/>
          <ac:spMkLst>
            <pc:docMk/>
            <pc:sldMk cId="782233904" sldId="369"/>
            <ac:spMk id="7" creationId="{29747825-0104-4A7B-AA4D-02AB6A3D1BCF}"/>
          </ac:spMkLst>
        </pc:spChg>
        <pc:spChg chg="add del mod">
          <ac:chgData name="鈴木 秀規" userId="f68c5fd9-22d5-4c0a-9833-7fb0f5135313" providerId="ADAL" clId="{DB432BB3-FDEE-4FBA-8D1C-FD0D78E4DD8C}" dt="2021-01-29T05:30:51.476" v="180" actId="478"/>
          <ac:spMkLst>
            <pc:docMk/>
            <pc:sldMk cId="782233904" sldId="369"/>
            <ac:spMk id="8" creationId="{2C11455E-730B-43AF-8796-4611E817A637}"/>
          </ac:spMkLst>
        </pc:spChg>
        <pc:spChg chg="add del mod">
          <ac:chgData name="鈴木 秀規" userId="f68c5fd9-22d5-4c0a-9833-7fb0f5135313" providerId="ADAL" clId="{DB432BB3-FDEE-4FBA-8D1C-FD0D78E4DD8C}" dt="2021-01-29T05:30:51.476" v="180" actId="478"/>
          <ac:spMkLst>
            <pc:docMk/>
            <pc:sldMk cId="782233904" sldId="369"/>
            <ac:spMk id="11" creationId="{6E8794DD-7268-4B4C-8CE9-EB3884CAF55A}"/>
          </ac:spMkLst>
        </pc:spChg>
        <pc:spChg chg="add del mod">
          <ac:chgData name="鈴木 秀規" userId="f68c5fd9-22d5-4c0a-9833-7fb0f5135313" providerId="ADAL" clId="{DB432BB3-FDEE-4FBA-8D1C-FD0D78E4DD8C}" dt="2021-01-29T05:30:51.476" v="180" actId="478"/>
          <ac:spMkLst>
            <pc:docMk/>
            <pc:sldMk cId="782233904" sldId="369"/>
            <ac:spMk id="12" creationId="{FB21264C-BFD9-4A38-A232-315996615901}"/>
          </ac:spMkLst>
        </pc:spChg>
        <pc:cxnChg chg="add del mod">
          <ac:chgData name="鈴木 秀規" userId="f68c5fd9-22d5-4c0a-9833-7fb0f5135313" providerId="ADAL" clId="{DB432BB3-FDEE-4FBA-8D1C-FD0D78E4DD8C}" dt="2021-01-29T05:30:51.476" v="180" actId="478"/>
          <ac:cxnSpMkLst>
            <pc:docMk/>
            <pc:sldMk cId="782233904" sldId="369"/>
            <ac:cxnSpMk id="9" creationId="{2DE22BC8-837A-48DD-B160-68F5B9390879}"/>
          </ac:cxnSpMkLst>
        </pc:cxnChg>
        <pc:cxnChg chg="add del mod">
          <ac:chgData name="鈴木 秀規" userId="f68c5fd9-22d5-4c0a-9833-7fb0f5135313" providerId="ADAL" clId="{DB432BB3-FDEE-4FBA-8D1C-FD0D78E4DD8C}" dt="2021-01-29T05:30:51.476" v="180" actId="478"/>
          <ac:cxnSpMkLst>
            <pc:docMk/>
            <pc:sldMk cId="782233904" sldId="369"/>
            <ac:cxnSpMk id="10" creationId="{B7751DBE-239A-4820-BE67-A422F505A407}"/>
          </ac:cxnSpMkLst>
        </pc:cxnChg>
      </pc:sldChg>
      <pc:sldChg chg="addSp modSp new mod">
        <pc:chgData name="鈴木 秀規" userId="f68c5fd9-22d5-4c0a-9833-7fb0f5135313" providerId="ADAL" clId="{DB432BB3-FDEE-4FBA-8D1C-FD0D78E4DD8C}" dt="2021-01-29T05:33:25.967" v="213" actId="207"/>
        <pc:sldMkLst>
          <pc:docMk/>
          <pc:sldMk cId="1737792014" sldId="370"/>
        </pc:sldMkLst>
        <pc:spChg chg="mod">
          <ac:chgData name="鈴木 秀規" userId="f68c5fd9-22d5-4c0a-9833-7fb0f5135313" providerId="ADAL" clId="{DB432BB3-FDEE-4FBA-8D1C-FD0D78E4DD8C}" dt="2021-01-29T05:31:33.543" v="181"/>
          <ac:spMkLst>
            <pc:docMk/>
            <pc:sldMk cId="1737792014" sldId="370"/>
            <ac:spMk id="3" creationId="{E0AAD46C-E691-4BC7-9048-40BF92C11C09}"/>
          </ac:spMkLst>
        </pc:spChg>
        <pc:spChg chg="mod">
          <ac:chgData name="鈴木 秀規" userId="f68c5fd9-22d5-4c0a-9833-7fb0f5135313" providerId="ADAL" clId="{DB432BB3-FDEE-4FBA-8D1C-FD0D78E4DD8C}" dt="2021-01-29T05:32:20.865" v="189" actId="14100"/>
          <ac:spMkLst>
            <pc:docMk/>
            <pc:sldMk cId="1737792014" sldId="370"/>
            <ac:spMk id="5" creationId="{0486243C-EF04-4A71-9532-6A74B5EBDF69}"/>
          </ac:spMkLst>
        </pc:spChg>
        <pc:spChg chg="add mod">
          <ac:chgData name="鈴木 秀規" userId="f68c5fd9-22d5-4c0a-9833-7fb0f5135313" providerId="ADAL" clId="{DB432BB3-FDEE-4FBA-8D1C-FD0D78E4DD8C}" dt="2021-01-29T05:32:13.412" v="188" actId="14100"/>
          <ac:spMkLst>
            <pc:docMk/>
            <pc:sldMk cId="1737792014" sldId="370"/>
            <ac:spMk id="6" creationId="{3AE039A5-FCCD-4FE0-8AEB-7D1B306E4E11}"/>
          </ac:spMkLst>
        </pc:spChg>
        <pc:spChg chg="add mod">
          <ac:chgData name="鈴木 秀規" userId="f68c5fd9-22d5-4c0a-9833-7fb0f5135313" providerId="ADAL" clId="{DB432BB3-FDEE-4FBA-8D1C-FD0D78E4DD8C}" dt="2021-01-29T05:32:36.092" v="202" actId="14100"/>
          <ac:spMkLst>
            <pc:docMk/>
            <pc:sldMk cId="1737792014" sldId="370"/>
            <ac:spMk id="7" creationId="{E3399015-1D4D-465C-88A3-5C5681DAFE5E}"/>
          </ac:spMkLst>
        </pc:spChg>
        <pc:spChg chg="add mod">
          <ac:chgData name="鈴木 秀規" userId="f68c5fd9-22d5-4c0a-9833-7fb0f5135313" providerId="ADAL" clId="{DB432BB3-FDEE-4FBA-8D1C-FD0D78E4DD8C}" dt="2021-01-29T05:33:01.298" v="208" actId="207"/>
          <ac:spMkLst>
            <pc:docMk/>
            <pc:sldMk cId="1737792014" sldId="370"/>
            <ac:spMk id="8" creationId="{FCCEA2E3-9A05-42E9-A5C8-11521BD50B77}"/>
          </ac:spMkLst>
        </pc:spChg>
        <pc:spChg chg="add mod">
          <ac:chgData name="鈴木 秀規" userId="f68c5fd9-22d5-4c0a-9833-7fb0f5135313" providerId="ADAL" clId="{DB432BB3-FDEE-4FBA-8D1C-FD0D78E4DD8C}" dt="2021-01-29T05:33:25.967" v="213" actId="207"/>
          <ac:spMkLst>
            <pc:docMk/>
            <pc:sldMk cId="1737792014" sldId="370"/>
            <ac:spMk id="9" creationId="{70DF5C5F-B970-4B00-A841-02D8C578289D}"/>
          </ac:spMkLst>
        </pc:spChg>
      </pc:sldChg>
      <pc:sldChg chg="del">
        <pc:chgData name="鈴木 秀規" userId="f68c5fd9-22d5-4c0a-9833-7fb0f5135313" providerId="ADAL" clId="{DB432BB3-FDEE-4FBA-8D1C-FD0D78E4DD8C}" dt="2021-01-29T05:04:38.268" v="2" actId="2696"/>
        <pc:sldMkLst>
          <pc:docMk/>
          <pc:sldMk cId="3279262032" sldId="370"/>
        </pc:sldMkLst>
      </pc:sldChg>
      <pc:sldChg chg="del">
        <pc:chgData name="鈴木 秀規" userId="f68c5fd9-22d5-4c0a-9833-7fb0f5135313" providerId="ADAL" clId="{DB432BB3-FDEE-4FBA-8D1C-FD0D78E4DD8C}" dt="2021-01-29T05:04:38.268" v="2" actId="2696"/>
        <pc:sldMkLst>
          <pc:docMk/>
          <pc:sldMk cId="1944304840" sldId="371"/>
        </pc:sldMkLst>
      </pc:sldChg>
      <pc:sldChg chg="addSp modSp new mod">
        <pc:chgData name="鈴木 秀規" userId="f68c5fd9-22d5-4c0a-9833-7fb0f5135313" providerId="ADAL" clId="{DB432BB3-FDEE-4FBA-8D1C-FD0D78E4DD8C}" dt="2021-01-29T05:37:36.982" v="275" actId="14100"/>
        <pc:sldMkLst>
          <pc:docMk/>
          <pc:sldMk cId="2455826938" sldId="371"/>
        </pc:sldMkLst>
        <pc:spChg chg="mod">
          <ac:chgData name="鈴木 秀規" userId="f68c5fd9-22d5-4c0a-9833-7fb0f5135313" providerId="ADAL" clId="{DB432BB3-FDEE-4FBA-8D1C-FD0D78E4DD8C}" dt="2021-01-29T05:33:53.037" v="215"/>
          <ac:spMkLst>
            <pc:docMk/>
            <pc:sldMk cId="2455826938" sldId="371"/>
            <ac:spMk id="3" creationId="{1AD5C23C-B005-4C8D-81B4-35029C390C71}"/>
          </ac:spMkLst>
        </pc:spChg>
        <pc:spChg chg="mod">
          <ac:chgData name="鈴木 秀規" userId="f68c5fd9-22d5-4c0a-9833-7fb0f5135313" providerId="ADAL" clId="{DB432BB3-FDEE-4FBA-8D1C-FD0D78E4DD8C}" dt="2021-01-29T05:34:30.067" v="222" actId="14100"/>
          <ac:spMkLst>
            <pc:docMk/>
            <pc:sldMk cId="2455826938" sldId="371"/>
            <ac:spMk id="5" creationId="{A3199AFB-613F-4B3C-9122-E63651660BDF}"/>
          </ac:spMkLst>
        </pc:spChg>
        <pc:spChg chg="add mod">
          <ac:chgData name="鈴木 秀規" userId="f68c5fd9-22d5-4c0a-9833-7fb0f5135313" providerId="ADAL" clId="{DB432BB3-FDEE-4FBA-8D1C-FD0D78E4DD8C}" dt="2021-01-29T05:35:40.698" v="242" actId="1076"/>
          <ac:spMkLst>
            <pc:docMk/>
            <pc:sldMk cId="2455826938" sldId="371"/>
            <ac:spMk id="6" creationId="{54DCB293-B2A3-44F4-AC0F-B9E6561DCC1F}"/>
          </ac:spMkLst>
        </pc:spChg>
        <pc:spChg chg="add mod">
          <ac:chgData name="鈴木 秀規" userId="f68c5fd9-22d5-4c0a-9833-7fb0f5135313" providerId="ADAL" clId="{DB432BB3-FDEE-4FBA-8D1C-FD0D78E4DD8C}" dt="2021-01-29T05:35:29.399" v="238" actId="1076"/>
          <ac:spMkLst>
            <pc:docMk/>
            <pc:sldMk cId="2455826938" sldId="371"/>
            <ac:spMk id="7" creationId="{5D9A6AD8-1F5E-49EE-9B95-F0F8ECB2F985}"/>
          </ac:spMkLst>
        </pc:spChg>
        <pc:spChg chg="add mod">
          <ac:chgData name="鈴木 秀規" userId="f68c5fd9-22d5-4c0a-9833-7fb0f5135313" providerId="ADAL" clId="{DB432BB3-FDEE-4FBA-8D1C-FD0D78E4DD8C}" dt="2021-01-29T05:35:53.720" v="249" actId="20577"/>
          <ac:spMkLst>
            <pc:docMk/>
            <pc:sldMk cId="2455826938" sldId="371"/>
            <ac:spMk id="8" creationId="{3006B7FE-D325-4C49-9E3D-F1728C021A27}"/>
          </ac:spMkLst>
        </pc:spChg>
        <pc:spChg chg="add mod">
          <ac:chgData name="鈴木 秀規" userId="f68c5fd9-22d5-4c0a-9833-7fb0f5135313" providerId="ADAL" clId="{DB432BB3-FDEE-4FBA-8D1C-FD0D78E4DD8C}" dt="2021-01-29T05:35:59.701" v="254" actId="20577"/>
          <ac:spMkLst>
            <pc:docMk/>
            <pc:sldMk cId="2455826938" sldId="371"/>
            <ac:spMk id="9" creationId="{60C5571B-DB79-46AF-A9D9-D844C8780873}"/>
          </ac:spMkLst>
        </pc:spChg>
        <pc:spChg chg="add mod">
          <ac:chgData name="鈴木 秀規" userId="f68c5fd9-22d5-4c0a-9833-7fb0f5135313" providerId="ADAL" clId="{DB432BB3-FDEE-4FBA-8D1C-FD0D78E4DD8C}" dt="2021-01-29T05:37:36.982" v="275" actId="14100"/>
          <ac:spMkLst>
            <pc:docMk/>
            <pc:sldMk cId="2455826938" sldId="371"/>
            <ac:spMk id="18" creationId="{FA026018-EF62-46B9-BE02-731A37D9403A}"/>
          </ac:spMkLst>
        </pc:spChg>
        <pc:cxnChg chg="add mod">
          <ac:chgData name="鈴木 秀規" userId="f68c5fd9-22d5-4c0a-9833-7fb0f5135313" providerId="ADAL" clId="{DB432BB3-FDEE-4FBA-8D1C-FD0D78E4DD8C}" dt="2021-01-29T05:36:47.771" v="262" actId="1582"/>
          <ac:cxnSpMkLst>
            <pc:docMk/>
            <pc:sldMk cId="2455826938" sldId="371"/>
            <ac:cxnSpMk id="11" creationId="{B502B5E2-4283-4AFB-A165-A6E8ACC46F64}"/>
          </ac:cxnSpMkLst>
        </pc:cxnChg>
        <pc:cxnChg chg="add mod">
          <ac:chgData name="鈴木 秀規" userId="f68c5fd9-22d5-4c0a-9833-7fb0f5135313" providerId="ADAL" clId="{DB432BB3-FDEE-4FBA-8D1C-FD0D78E4DD8C}" dt="2021-01-29T05:36:47.771" v="262" actId="1582"/>
          <ac:cxnSpMkLst>
            <pc:docMk/>
            <pc:sldMk cId="2455826938" sldId="371"/>
            <ac:cxnSpMk id="13" creationId="{29E26D68-6985-4BFB-BBFA-409684373882}"/>
          </ac:cxnSpMkLst>
        </pc:cxnChg>
        <pc:cxnChg chg="add mod">
          <ac:chgData name="鈴木 秀規" userId="f68c5fd9-22d5-4c0a-9833-7fb0f5135313" providerId="ADAL" clId="{DB432BB3-FDEE-4FBA-8D1C-FD0D78E4DD8C}" dt="2021-01-29T05:36:47.771" v="262" actId="1582"/>
          <ac:cxnSpMkLst>
            <pc:docMk/>
            <pc:sldMk cId="2455826938" sldId="371"/>
            <ac:cxnSpMk id="17" creationId="{AE3B5ED6-AB17-4929-B720-B589EAD7FDA2}"/>
          </ac:cxnSpMkLst>
        </pc:cxnChg>
      </pc:sldChg>
      <pc:sldChg chg="del">
        <pc:chgData name="鈴木 秀規" userId="f68c5fd9-22d5-4c0a-9833-7fb0f5135313" providerId="ADAL" clId="{DB432BB3-FDEE-4FBA-8D1C-FD0D78E4DD8C}" dt="2021-01-29T05:04:38.268" v="2" actId="2696"/>
        <pc:sldMkLst>
          <pc:docMk/>
          <pc:sldMk cId="266285334" sldId="372"/>
        </pc:sldMkLst>
      </pc:sldChg>
      <pc:sldChg chg="addSp modSp new mod">
        <pc:chgData name="鈴木 秀規" userId="f68c5fd9-22d5-4c0a-9833-7fb0f5135313" providerId="ADAL" clId="{DB432BB3-FDEE-4FBA-8D1C-FD0D78E4DD8C}" dt="2021-01-29T05:39:29.443" v="294" actId="207"/>
        <pc:sldMkLst>
          <pc:docMk/>
          <pc:sldMk cId="1391664772" sldId="372"/>
        </pc:sldMkLst>
        <pc:spChg chg="mod">
          <ac:chgData name="鈴木 秀規" userId="f68c5fd9-22d5-4c0a-9833-7fb0f5135313" providerId="ADAL" clId="{DB432BB3-FDEE-4FBA-8D1C-FD0D78E4DD8C}" dt="2021-01-29T05:37:48.493" v="277"/>
          <ac:spMkLst>
            <pc:docMk/>
            <pc:sldMk cId="1391664772" sldId="372"/>
            <ac:spMk id="3" creationId="{3A132253-9F07-4A48-ACB5-0476FEF5D81E}"/>
          </ac:spMkLst>
        </pc:spChg>
        <pc:spChg chg="mod">
          <ac:chgData name="鈴木 秀規" userId="f68c5fd9-22d5-4c0a-9833-7fb0f5135313" providerId="ADAL" clId="{DB432BB3-FDEE-4FBA-8D1C-FD0D78E4DD8C}" dt="2021-01-29T05:38:03.424" v="281" actId="14100"/>
          <ac:spMkLst>
            <pc:docMk/>
            <pc:sldMk cId="1391664772" sldId="372"/>
            <ac:spMk id="5" creationId="{22F501FF-9916-451B-ABB1-F649178EE7BF}"/>
          </ac:spMkLst>
        </pc:spChg>
        <pc:spChg chg="add mod">
          <ac:chgData name="鈴木 秀規" userId="f68c5fd9-22d5-4c0a-9833-7fb0f5135313" providerId="ADAL" clId="{DB432BB3-FDEE-4FBA-8D1C-FD0D78E4DD8C}" dt="2021-01-29T05:38:20.915" v="284" actId="14100"/>
          <ac:spMkLst>
            <pc:docMk/>
            <pc:sldMk cId="1391664772" sldId="372"/>
            <ac:spMk id="6" creationId="{7AC1C33E-C262-48EA-889B-8F1AF8B23DDB}"/>
          </ac:spMkLst>
        </pc:spChg>
        <pc:spChg chg="add mod">
          <ac:chgData name="鈴木 秀規" userId="f68c5fd9-22d5-4c0a-9833-7fb0f5135313" providerId="ADAL" clId="{DB432BB3-FDEE-4FBA-8D1C-FD0D78E4DD8C}" dt="2021-01-29T05:39:29.443" v="294" actId="207"/>
          <ac:spMkLst>
            <pc:docMk/>
            <pc:sldMk cId="1391664772" sldId="372"/>
            <ac:spMk id="7" creationId="{2B736A55-7D5E-4427-B31B-084CDCE7572F}"/>
          </ac:spMkLst>
        </pc:spChg>
        <pc:spChg chg="add mod">
          <ac:chgData name="鈴木 秀規" userId="f68c5fd9-22d5-4c0a-9833-7fb0f5135313" providerId="ADAL" clId="{DB432BB3-FDEE-4FBA-8D1C-FD0D78E4DD8C}" dt="2021-01-29T05:38:51.367" v="290" actId="14100"/>
          <ac:spMkLst>
            <pc:docMk/>
            <pc:sldMk cId="1391664772" sldId="372"/>
            <ac:spMk id="8" creationId="{788DD199-01D9-44FB-88AB-2A8BA62A7A07}"/>
          </ac:spMkLst>
        </pc:spChg>
      </pc:sldChg>
      <pc:sldChg chg="addSp modSp new mod">
        <pc:chgData name="鈴木 秀規" userId="f68c5fd9-22d5-4c0a-9833-7fb0f5135313" providerId="ADAL" clId="{DB432BB3-FDEE-4FBA-8D1C-FD0D78E4DD8C}" dt="2021-01-29T05:40:36.350" v="306" actId="207"/>
        <pc:sldMkLst>
          <pc:docMk/>
          <pc:sldMk cId="3705183717" sldId="373"/>
        </pc:sldMkLst>
        <pc:spChg chg="mod">
          <ac:chgData name="鈴木 秀規" userId="f68c5fd9-22d5-4c0a-9833-7fb0f5135313" providerId="ADAL" clId="{DB432BB3-FDEE-4FBA-8D1C-FD0D78E4DD8C}" dt="2021-01-29T05:39:46.488" v="296"/>
          <ac:spMkLst>
            <pc:docMk/>
            <pc:sldMk cId="3705183717" sldId="373"/>
            <ac:spMk id="3" creationId="{7365F174-5FBC-4DD9-9948-59F773CCDDB2}"/>
          </ac:spMkLst>
        </pc:spChg>
        <pc:spChg chg="mod">
          <ac:chgData name="鈴木 秀規" userId="f68c5fd9-22d5-4c0a-9833-7fb0f5135313" providerId="ADAL" clId="{DB432BB3-FDEE-4FBA-8D1C-FD0D78E4DD8C}" dt="2021-01-29T05:40:01.338" v="299" actId="14100"/>
          <ac:spMkLst>
            <pc:docMk/>
            <pc:sldMk cId="3705183717" sldId="373"/>
            <ac:spMk id="5" creationId="{BEE8D780-59FA-48B1-997F-AF7C2ED0F6AD}"/>
          </ac:spMkLst>
        </pc:spChg>
        <pc:spChg chg="add mod">
          <ac:chgData name="鈴木 秀規" userId="f68c5fd9-22d5-4c0a-9833-7fb0f5135313" providerId="ADAL" clId="{DB432BB3-FDEE-4FBA-8D1C-FD0D78E4DD8C}" dt="2021-01-29T05:40:36.350" v="306" actId="207"/>
          <ac:spMkLst>
            <pc:docMk/>
            <pc:sldMk cId="3705183717" sldId="373"/>
            <ac:spMk id="6" creationId="{1EE159D3-F4D4-4D98-8150-2CE0B5E52E9E}"/>
          </ac:spMkLst>
        </pc:spChg>
      </pc:sldChg>
      <pc:sldChg chg="addSp modSp new mod">
        <pc:chgData name="鈴木 秀規" userId="f68c5fd9-22d5-4c0a-9833-7fb0f5135313" providerId="ADAL" clId="{DB432BB3-FDEE-4FBA-8D1C-FD0D78E4DD8C}" dt="2021-01-29T05:42:48.308" v="322" actId="12385"/>
        <pc:sldMkLst>
          <pc:docMk/>
          <pc:sldMk cId="2354486160" sldId="374"/>
        </pc:sldMkLst>
        <pc:spChg chg="mod">
          <ac:chgData name="鈴木 秀規" userId="f68c5fd9-22d5-4c0a-9833-7fb0f5135313" providerId="ADAL" clId="{DB432BB3-FDEE-4FBA-8D1C-FD0D78E4DD8C}" dt="2021-01-29T05:41:37.631" v="308"/>
          <ac:spMkLst>
            <pc:docMk/>
            <pc:sldMk cId="2354486160" sldId="374"/>
            <ac:spMk id="3" creationId="{BBCD852E-6D3F-4225-8505-8F857171C028}"/>
          </ac:spMkLst>
        </pc:spChg>
        <pc:spChg chg="mod">
          <ac:chgData name="鈴木 秀規" userId="f68c5fd9-22d5-4c0a-9833-7fb0f5135313" providerId="ADAL" clId="{DB432BB3-FDEE-4FBA-8D1C-FD0D78E4DD8C}" dt="2021-01-29T05:42:06.755" v="312" actId="14100"/>
          <ac:spMkLst>
            <pc:docMk/>
            <pc:sldMk cId="2354486160" sldId="374"/>
            <ac:spMk id="5" creationId="{0911996D-F7E3-45D4-80DA-0884510BC9DE}"/>
          </ac:spMkLst>
        </pc:spChg>
        <pc:graphicFrameChg chg="add mod modGraphic">
          <ac:chgData name="鈴木 秀規" userId="f68c5fd9-22d5-4c0a-9833-7fb0f5135313" providerId="ADAL" clId="{DB432BB3-FDEE-4FBA-8D1C-FD0D78E4DD8C}" dt="2021-01-29T05:42:48.308" v="322" actId="12385"/>
          <ac:graphicFrameMkLst>
            <pc:docMk/>
            <pc:sldMk cId="2354486160" sldId="374"/>
            <ac:graphicFrameMk id="6" creationId="{49E3433F-252B-48EE-9F58-4D9D617F9D5C}"/>
          </ac:graphicFrameMkLst>
        </pc:graphicFrameChg>
      </pc:sldChg>
      <pc:sldChg chg="modSp new mod">
        <pc:chgData name="鈴木 秀規" userId="f68c5fd9-22d5-4c0a-9833-7fb0f5135313" providerId="ADAL" clId="{DB432BB3-FDEE-4FBA-8D1C-FD0D78E4DD8C}" dt="2021-01-29T05:47:31.707" v="361" actId="6549"/>
        <pc:sldMkLst>
          <pc:docMk/>
          <pc:sldMk cId="1909491314" sldId="375"/>
        </pc:sldMkLst>
        <pc:spChg chg="mod">
          <ac:chgData name="鈴木 秀規" userId="f68c5fd9-22d5-4c0a-9833-7fb0f5135313" providerId="ADAL" clId="{DB432BB3-FDEE-4FBA-8D1C-FD0D78E4DD8C}" dt="2021-01-29T05:43:03.309" v="324"/>
          <ac:spMkLst>
            <pc:docMk/>
            <pc:sldMk cId="1909491314" sldId="375"/>
            <ac:spMk id="3" creationId="{87365B4C-CE15-43AF-94F3-5D195C249F07}"/>
          </ac:spMkLst>
        </pc:spChg>
        <pc:spChg chg="mod">
          <ac:chgData name="鈴木 秀規" userId="f68c5fd9-22d5-4c0a-9833-7fb0f5135313" providerId="ADAL" clId="{DB432BB3-FDEE-4FBA-8D1C-FD0D78E4DD8C}" dt="2021-01-29T05:47:31.707" v="361" actId="6549"/>
          <ac:spMkLst>
            <pc:docMk/>
            <pc:sldMk cId="1909491314" sldId="375"/>
            <ac:spMk id="5" creationId="{D97C5F0E-4810-4773-89E1-5D7BF0C5D209}"/>
          </ac:spMkLst>
        </pc:spChg>
      </pc:sldChg>
      <pc:sldChg chg="addSp modSp new mod">
        <pc:chgData name="鈴木 秀規" userId="f68c5fd9-22d5-4c0a-9833-7fb0f5135313" providerId="ADAL" clId="{DB432BB3-FDEE-4FBA-8D1C-FD0D78E4DD8C}" dt="2021-01-29T05:49:21.366" v="385" actId="14100"/>
        <pc:sldMkLst>
          <pc:docMk/>
          <pc:sldMk cId="976327208" sldId="376"/>
        </pc:sldMkLst>
        <pc:spChg chg="mod">
          <ac:chgData name="鈴木 秀規" userId="f68c5fd9-22d5-4c0a-9833-7fb0f5135313" providerId="ADAL" clId="{DB432BB3-FDEE-4FBA-8D1C-FD0D78E4DD8C}" dt="2021-01-29T05:47:52.688" v="363"/>
          <ac:spMkLst>
            <pc:docMk/>
            <pc:sldMk cId="976327208" sldId="376"/>
            <ac:spMk id="3" creationId="{36E714A2-F5B3-40AF-BE59-21096808AE8C}"/>
          </ac:spMkLst>
        </pc:spChg>
        <pc:spChg chg="mod">
          <ac:chgData name="鈴木 秀規" userId="f68c5fd9-22d5-4c0a-9833-7fb0f5135313" providerId="ADAL" clId="{DB432BB3-FDEE-4FBA-8D1C-FD0D78E4DD8C}" dt="2021-01-29T05:48:59.652" v="379" actId="14100"/>
          <ac:spMkLst>
            <pc:docMk/>
            <pc:sldMk cId="976327208" sldId="376"/>
            <ac:spMk id="5" creationId="{A47E207A-E369-4491-987F-8B9A6C720134}"/>
          </ac:spMkLst>
        </pc:spChg>
        <pc:spChg chg="add mod">
          <ac:chgData name="鈴木 秀規" userId="f68c5fd9-22d5-4c0a-9833-7fb0f5135313" providerId="ADAL" clId="{DB432BB3-FDEE-4FBA-8D1C-FD0D78E4DD8C}" dt="2021-01-29T05:49:01.504" v="380" actId="1076"/>
          <ac:spMkLst>
            <pc:docMk/>
            <pc:sldMk cId="976327208" sldId="376"/>
            <ac:spMk id="6" creationId="{2445B583-2B82-4005-A8AE-A3A61FB7AD35}"/>
          </ac:spMkLst>
        </pc:spChg>
        <pc:spChg chg="add mod">
          <ac:chgData name="鈴木 秀規" userId="f68c5fd9-22d5-4c0a-9833-7fb0f5135313" providerId="ADAL" clId="{DB432BB3-FDEE-4FBA-8D1C-FD0D78E4DD8C}" dt="2021-01-29T05:49:21.366" v="385" actId="14100"/>
          <ac:spMkLst>
            <pc:docMk/>
            <pc:sldMk cId="976327208" sldId="376"/>
            <ac:spMk id="7" creationId="{868C05B3-9476-426C-9B95-35AB8EF05B0E}"/>
          </ac:spMkLst>
        </pc:spChg>
      </pc:sldChg>
      <pc:sldChg chg="modSp new mod">
        <pc:chgData name="鈴木 秀規" userId="f68c5fd9-22d5-4c0a-9833-7fb0f5135313" providerId="ADAL" clId="{DB432BB3-FDEE-4FBA-8D1C-FD0D78E4DD8C}" dt="2021-01-29T05:50:45.714" v="404" actId="20577"/>
        <pc:sldMkLst>
          <pc:docMk/>
          <pc:sldMk cId="2448739060" sldId="377"/>
        </pc:sldMkLst>
        <pc:spChg chg="mod">
          <ac:chgData name="鈴木 秀規" userId="f68c5fd9-22d5-4c0a-9833-7fb0f5135313" providerId="ADAL" clId="{DB432BB3-FDEE-4FBA-8D1C-FD0D78E4DD8C}" dt="2021-01-29T05:49:53.574" v="387"/>
          <ac:spMkLst>
            <pc:docMk/>
            <pc:sldMk cId="2448739060" sldId="377"/>
            <ac:spMk id="3" creationId="{6C1924C2-1CA9-41CF-8774-DCFC6236CE5C}"/>
          </ac:spMkLst>
        </pc:spChg>
        <pc:spChg chg="mod">
          <ac:chgData name="鈴木 秀規" userId="f68c5fd9-22d5-4c0a-9833-7fb0f5135313" providerId="ADAL" clId="{DB432BB3-FDEE-4FBA-8D1C-FD0D78E4DD8C}" dt="2021-01-29T05:50:45.714" v="404" actId="20577"/>
          <ac:spMkLst>
            <pc:docMk/>
            <pc:sldMk cId="2448739060" sldId="377"/>
            <ac:spMk id="5" creationId="{6638F186-29D0-41BB-A9BB-77655A718835}"/>
          </ac:spMkLst>
        </pc:spChg>
      </pc:sldChg>
      <pc:sldChg chg="modSp new mod">
        <pc:chgData name="鈴木 秀規" userId="f68c5fd9-22d5-4c0a-9833-7fb0f5135313" providerId="ADAL" clId="{DB432BB3-FDEE-4FBA-8D1C-FD0D78E4DD8C}" dt="2021-01-29T05:52:25.042" v="426" actId="6549"/>
        <pc:sldMkLst>
          <pc:docMk/>
          <pc:sldMk cId="1911133861" sldId="378"/>
        </pc:sldMkLst>
        <pc:spChg chg="mod">
          <ac:chgData name="鈴木 秀規" userId="f68c5fd9-22d5-4c0a-9833-7fb0f5135313" providerId="ADAL" clId="{DB432BB3-FDEE-4FBA-8D1C-FD0D78E4DD8C}" dt="2021-01-29T05:51:09.964" v="406"/>
          <ac:spMkLst>
            <pc:docMk/>
            <pc:sldMk cId="1911133861" sldId="378"/>
            <ac:spMk id="3" creationId="{FF7E2322-4B0F-400F-8655-0ECB59ACB5FA}"/>
          </ac:spMkLst>
        </pc:spChg>
        <pc:spChg chg="mod">
          <ac:chgData name="鈴木 秀規" userId="f68c5fd9-22d5-4c0a-9833-7fb0f5135313" providerId="ADAL" clId="{DB432BB3-FDEE-4FBA-8D1C-FD0D78E4DD8C}" dt="2021-01-29T05:52:25.042" v="426" actId="6549"/>
          <ac:spMkLst>
            <pc:docMk/>
            <pc:sldMk cId="1911133861" sldId="378"/>
            <ac:spMk id="5" creationId="{7E51E901-8F58-4551-A7CF-32C25B37845C}"/>
          </ac:spMkLst>
        </pc:spChg>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6A56FB10-BD31-4A36-9DC1-80D965E09775}"/>
    <pc:docChg chg="undo custSel addSld delSld modSld">
      <pc:chgData name="鈴木 秀規" userId="f68c5fd9-22d5-4c0a-9833-7fb0f5135313" providerId="ADAL" clId="{6A56FB10-BD31-4A36-9DC1-80D965E09775}" dt="2021-01-29T03:51:48.443" v="417" actId="2696"/>
      <pc:docMkLst>
        <pc:docMk/>
      </pc:docMkLst>
      <pc:sldChg chg="modSp mod">
        <pc:chgData name="鈴木 秀規" userId="f68c5fd9-22d5-4c0a-9833-7fb0f5135313" providerId="ADAL" clId="{6A56FB10-BD31-4A36-9DC1-80D965E09775}" dt="2021-01-29T02:16:05.720" v="20" actId="20577"/>
        <pc:sldMkLst>
          <pc:docMk/>
          <pc:sldMk cId="0" sldId="256"/>
        </pc:sldMkLst>
        <pc:spChg chg="mod">
          <ac:chgData name="鈴木 秀規" userId="f68c5fd9-22d5-4c0a-9833-7fb0f5135313" providerId="ADAL" clId="{6A56FB10-BD31-4A36-9DC1-80D965E09775}" dt="2021-01-29T02:16:05.720" v="20" actId="20577"/>
          <ac:spMkLst>
            <pc:docMk/>
            <pc:sldMk cId="0" sldId="256"/>
            <ac:spMk id="56" creationId="{00000000-0000-0000-0000-000000000000}"/>
          </ac:spMkLst>
        </pc:spChg>
      </pc:sldChg>
      <pc:sldChg chg="addSp delSp modSp mod">
        <pc:chgData name="鈴木 秀規" userId="f68c5fd9-22d5-4c0a-9833-7fb0f5135313" providerId="ADAL" clId="{6A56FB10-BD31-4A36-9DC1-80D965E09775}" dt="2021-01-29T02:18:04.150" v="36" actId="1076"/>
        <pc:sldMkLst>
          <pc:docMk/>
          <pc:sldMk cId="2397736379" sldId="363"/>
        </pc:sldMkLst>
        <pc:spChg chg="mod">
          <ac:chgData name="鈴木 秀規" userId="f68c5fd9-22d5-4c0a-9833-7fb0f5135313" providerId="ADAL" clId="{6A56FB10-BD31-4A36-9DC1-80D965E09775}" dt="2021-01-29T02:16:28.700" v="22"/>
          <ac:spMkLst>
            <pc:docMk/>
            <pc:sldMk cId="2397736379" sldId="363"/>
            <ac:spMk id="7" creationId="{9630AD22-E64D-4A96-B059-2AF9F6580C25}"/>
          </ac:spMkLst>
        </pc:spChg>
        <pc:spChg chg="mod">
          <ac:chgData name="鈴木 秀規" userId="f68c5fd9-22d5-4c0a-9833-7fb0f5135313" providerId="ADAL" clId="{6A56FB10-BD31-4A36-9DC1-80D965E09775}" dt="2021-01-29T02:17:16.222" v="29" actId="14100"/>
          <ac:spMkLst>
            <pc:docMk/>
            <pc:sldMk cId="2397736379" sldId="363"/>
            <ac:spMk id="8" creationId="{787CF02A-01AB-4517-BA3E-25572FA82648}"/>
          </ac:spMkLst>
        </pc:spChg>
        <pc:spChg chg="add mod">
          <ac:chgData name="鈴木 秀規" userId="f68c5fd9-22d5-4c0a-9833-7fb0f5135313" providerId="ADAL" clId="{6A56FB10-BD31-4A36-9DC1-80D965E09775}" dt="2021-01-29T02:18:04.150" v="36" actId="1076"/>
          <ac:spMkLst>
            <pc:docMk/>
            <pc:sldMk cId="2397736379" sldId="363"/>
            <ac:spMk id="13" creationId="{C4AF9A3A-8E4D-4361-A0C9-F0B17B39BF47}"/>
          </ac:spMkLst>
        </pc:spChg>
        <pc:spChg chg="del">
          <ac:chgData name="鈴木 秀規" userId="f68c5fd9-22d5-4c0a-9833-7fb0f5135313" providerId="ADAL" clId="{6A56FB10-BD31-4A36-9DC1-80D965E09775}" dt="2021-01-29T02:17:01.732" v="25" actId="478"/>
          <ac:spMkLst>
            <pc:docMk/>
            <pc:sldMk cId="2397736379" sldId="363"/>
            <ac:spMk id="25" creationId="{6F73D290-1A37-4666-AE4E-056CFDBF2963}"/>
          </ac:spMkLst>
        </pc:spChg>
        <pc:spChg chg="del">
          <ac:chgData name="鈴木 秀規" userId="f68c5fd9-22d5-4c0a-9833-7fb0f5135313" providerId="ADAL" clId="{6A56FB10-BD31-4A36-9DC1-80D965E09775}" dt="2021-01-29T02:17:06.489" v="26" actId="478"/>
          <ac:spMkLst>
            <pc:docMk/>
            <pc:sldMk cId="2397736379" sldId="363"/>
            <ac:spMk id="26" creationId="{D8B69E42-1911-4122-BBB0-EB93A222E3E7}"/>
          </ac:spMkLst>
        </pc:spChg>
        <pc:picChg chg="add mod">
          <ac:chgData name="鈴木 秀規" userId="f68c5fd9-22d5-4c0a-9833-7fb0f5135313" providerId="ADAL" clId="{6A56FB10-BD31-4A36-9DC1-80D965E09775}" dt="2021-01-29T02:17:49.050" v="32" actId="14100"/>
          <ac:picMkLst>
            <pc:docMk/>
            <pc:sldMk cId="2397736379" sldId="363"/>
            <ac:picMk id="11" creationId="{F9049B9F-DE3A-4846-B27B-333755B11A36}"/>
          </ac:picMkLst>
        </pc:picChg>
        <pc:picChg chg="add mod">
          <ac:chgData name="鈴木 秀規" userId="f68c5fd9-22d5-4c0a-9833-7fb0f5135313" providerId="ADAL" clId="{6A56FB10-BD31-4A36-9DC1-80D965E09775}" dt="2021-01-29T02:17:56.499" v="35" actId="1076"/>
          <ac:picMkLst>
            <pc:docMk/>
            <pc:sldMk cId="2397736379" sldId="363"/>
            <ac:picMk id="12" creationId="{4794F4AC-6B8F-4B15-AB6F-B06FD356050F}"/>
          </ac:picMkLst>
        </pc:picChg>
        <pc:picChg chg="del">
          <ac:chgData name="鈴木 秀規" userId="f68c5fd9-22d5-4c0a-9833-7fb0f5135313" providerId="ADAL" clId="{6A56FB10-BD31-4A36-9DC1-80D965E09775}" dt="2021-01-29T02:17:01.732" v="25" actId="478"/>
          <ac:picMkLst>
            <pc:docMk/>
            <pc:sldMk cId="2397736379" sldId="363"/>
            <ac:picMk id="22" creationId="{EBCFE6B6-3674-4542-897A-054F57AF9940}"/>
          </ac:picMkLst>
        </pc:picChg>
        <pc:picChg chg="del">
          <ac:chgData name="鈴木 秀規" userId="f68c5fd9-22d5-4c0a-9833-7fb0f5135313" providerId="ADAL" clId="{6A56FB10-BD31-4A36-9DC1-80D965E09775}" dt="2021-01-29T02:17:01.732" v="25" actId="478"/>
          <ac:picMkLst>
            <pc:docMk/>
            <pc:sldMk cId="2397736379" sldId="363"/>
            <ac:picMk id="23" creationId="{50430609-0E30-4E04-A0AB-4BEFD5706BAC}"/>
          </ac:picMkLst>
        </pc:picChg>
        <pc:cxnChg chg="del mod">
          <ac:chgData name="鈴木 秀規" userId="f68c5fd9-22d5-4c0a-9833-7fb0f5135313" providerId="ADAL" clId="{6A56FB10-BD31-4A36-9DC1-80D965E09775}" dt="2021-01-29T02:17:01.732" v="25" actId="478"/>
          <ac:cxnSpMkLst>
            <pc:docMk/>
            <pc:sldMk cId="2397736379" sldId="363"/>
            <ac:cxnSpMk id="24" creationId="{2971CE02-4FF4-45F7-8B9C-E59D75CEAF1D}"/>
          </ac:cxnSpMkLst>
        </pc:cxnChg>
      </pc:sldChg>
      <pc:sldChg chg="del">
        <pc:chgData name="鈴木 秀規" userId="f68c5fd9-22d5-4c0a-9833-7fb0f5135313" providerId="ADAL" clId="{6A56FB10-BD31-4A36-9DC1-80D965E09775}" dt="2021-01-29T02:16:21.792" v="21" actId="2696"/>
        <pc:sldMkLst>
          <pc:docMk/>
          <pc:sldMk cId="1491796703" sldId="364"/>
        </pc:sldMkLst>
      </pc:sldChg>
      <pc:sldChg chg="addSp modSp new mod">
        <pc:chgData name="鈴木 秀規" userId="f68c5fd9-22d5-4c0a-9833-7fb0f5135313" providerId="ADAL" clId="{6A56FB10-BD31-4A36-9DC1-80D965E09775}" dt="2021-01-29T02:20:43.427" v="67" actId="1076"/>
        <pc:sldMkLst>
          <pc:docMk/>
          <pc:sldMk cId="1780867631" sldId="364"/>
        </pc:sldMkLst>
        <pc:spChg chg="mod">
          <ac:chgData name="鈴木 秀規" userId="f68c5fd9-22d5-4c0a-9833-7fb0f5135313" providerId="ADAL" clId="{6A56FB10-BD31-4A36-9DC1-80D965E09775}" dt="2021-01-29T02:18:20.300" v="38"/>
          <ac:spMkLst>
            <pc:docMk/>
            <pc:sldMk cId="1780867631" sldId="364"/>
            <ac:spMk id="3" creationId="{05C6DAF3-7CB5-46CF-B20F-F9FAA3199561}"/>
          </ac:spMkLst>
        </pc:spChg>
        <pc:spChg chg="mod">
          <ac:chgData name="鈴木 秀規" userId="f68c5fd9-22d5-4c0a-9833-7fb0f5135313" providerId="ADAL" clId="{6A56FB10-BD31-4A36-9DC1-80D965E09775}" dt="2021-01-29T02:18:29.384" v="41" actId="14100"/>
          <ac:spMkLst>
            <pc:docMk/>
            <pc:sldMk cId="1780867631" sldId="364"/>
            <ac:spMk id="5" creationId="{CF3D8E7F-5CEC-499E-8636-A3A5D79534C4}"/>
          </ac:spMkLst>
        </pc:spChg>
        <pc:spChg chg="add mod">
          <ac:chgData name="鈴木 秀規" userId="f68c5fd9-22d5-4c0a-9833-7fb0f5135313" providerId="ADAL" clId="{6A56FB10-BD31-4A36-9DC1-80D965E09775}" dt="2021-01-29T02:19:10.335" v="50" actId="14100"/>
          <ac:spMkLst>
            <pc:docMk/>
            <pc:sldMk cId="1780867631" sldId="364"/>
            <ac:spMk id="6" creationId="{80B1E86E-5207-44A5-B3D9-04B2D950F351}"/>
          </ac:spMkLst>
        </pc:spChg>
        <pc:spChg chg="add mod">
          <ac:chgData name="鈴木 秀規" userId="f68c5fd9-22d5-4c0a-9833-7fb0f5135313" providerId="ADAL" clId="{6A56FB10-BD31-4A36-9DC1-80D965E09775}" dt="2021-01-29T02:20:33.748" v="65" actId="207"/>
          <ac:spMkLst>
            <pc:docMk/>
            <pc:sldMk cId="1780867631" sldId="364"/>
            <ac:spMk id="7" creationId="{976DEC37-B0EA-49B3-B5E6-88A193ABF843}"/>
          </ac:spMkLst>
        </pc:spChg>
        <pc:spChg chg="add mod">
          <ac:chgData name="鈴木 秀規" userId="f68c5fd9-22d5-4c0a-9833-7fb0f5135313" providerId="ADAL" clId="{6A56FB10-BD31-4A36-9DC1-80D965E09775}" dt="2021-01-29T02:20:43.427" v="67" actId="1076"/>
          <ac:spMkLst>
            <pc:docMk/>
            <pc:sldMk cId="1780867631" sldId="364"/>
            <ac:spMk id="8" creationId="{6363893C-210D-4BFB-B929-2ADEA0179212}"/>
          </ac:spMkLst>
        </pc:spChg>
      </pc:sldChg>
      <pc:sldChg chg="del">
        <pc:chgData name="鈴木 秀規" userId="f68c5fd9-22d5-4c0a-9833-7fb0f5135313" providerId="ADAL" clId="{6A56FB10-BD31-4A36-9DC1-80D965E09775}" dt="2021-01-29T02:16:21.792" v="21" actId="2696"/>
        <pc:sldMkLst>
          <pc:docMk/>
          <pc:sldMk cId="2862888682" sldId="365"/>
        </pc:sldMkLst>
      </pc:sldChg>
      <pc:sldChg chg="addSp modSp new mod">
        <pc:chgData name="鈴木 秀規" userId="f68c5fd9-22d5-4c0a-9833-7fb0f5135313" providerId="ADAL" clId="{6A56FB10-BD31-4A36-9DC1-80D965E09775}" dt="2021-01-29T02:22:18.693" v="89" actId="208"/>
        <pc:sldMkLst>
          <pc:docMk/>
          <pc:sldMk cId="3777598103" sldId="365"/>
        </pc:sldMkLst>
        <pc:spChg chg="mod">
          <ac:chgData name="鈴木 秀規" userId="f68c5fd9-22d5-4c0a-9833-7fb0f5135313" providerId="ADAL" clId="{6A56FB10-BD31-4A36-9DC1-80D965E09775}" dt="2021-01-29T02:20:56.347" v="69"/>
          <ac:spMkLst>
            <pc:docMk/>
            <pc:sldMk cId="3777598103" sldId="365"/>
            <ac:spMk id="3" creationId="{E14777EE-8ED7-46CA-A6C6-111DEB024EE8}"/>
          </ac:spMkLst>
        </pc:spChg>
        <pc:spChg chg="mod">
          <ac:chgData name="鈴木 秀規" userId="f68c5fd9-22d5-4c0a-9833-7fb0f5135313" providerId="ADAL" clId="{6A56FB10-BD31-4A36-9DC1-80D965E09775}" dt="2021-01-29T02:21:31.909" v="80" actId="207"/>
          <ac:spMkLst>
            <pc:docMk/>
            <pc:sldMk cId="3777598103" sldId="365"/>
            <ac:spMk id="5" creationId="{54922C1B-CE01-4FF3-8A24-510B28360527}"/>
          </ac:spMkLst>
        </pc:spChg>
        <pc:spChg chg="add mod">
          <ac:chgData name="鈴木 秀規" userId="f68c5fd9-22d5-4c0a-9833-7fb0f5135313" providerId="ADAL" clId="{6A56FB10-BD31-4A36-9DC1-80D965E09775}" dt="2021-01-29T02:22:18.693" v="89" actId="208"/>
          <ac:spMkLst>
            <pc:docMk/>
            <pc:sldMk cId="3777598103" sldId="365"/>
            <ac:spMk id="6" creationId="{ECD1A4C1-0817-42A8-8445-B6129AA18923}"/>
          </ac:spMkLst>
        </pc:spChg>
        <pc:spChg chg="add mod">
          <ac:chgData name="鈴木 秀規" userId="f68c5fd9-22d5-4c0a-9833-7fb0f5135313" providerId="ADAL" clId="{6A56FB10-BD31-4A36-9DC1-80D965E09775}" dt="2021-01-29T02:22:09.564" v="87" actId="2711"/>
          <ac:spMkLst>
            <pc:docMk/>
            <pc:sldMk cId="3777598103" sldId="365"/>
            <ac:spMk id="7" creationId="{5ED15124-E5A6-4D52-A378-AF238726DB9B}"/>
          </ac:spMkLst>
        </pc:spChg>
      </pc:sldChg>
      <pc:sldChg chg="del">
        <pc:chgData name="鈴木 秀規" userId="f68c5fd9-22d5-4c0a-9833-7fb0f5135313" providerId="ADAL" clId="{6A56FB10-BD31-4A36-9DC1-80D965E09775}" dt="2021-01-29T02:16:21.792" v="21" actId="2696"/>
        <pc:sldMkLst>
          <pc:docMk/>
          <pc:sldMk cId="805013935" sldId="366"/>
        </pc:sldMkLst>
      </pc:sldChg>
      <pc:sldChg chg="addSp modSp new mod">
        <pc:chgData name="鈴木 秀規" userId="f68c5fd9-22d5-4c0a-9833-7fb0f5135313" providerId="ADAL" clId="{6A56FB10-BD31-4A36-9DC1-80D965E09775}" dt="2021-01-29T02:23:59.551" v="116" actId="207"/>
        <pc:sldMkLst>
          <pc:docMk/>
          <pc:sldMk cId="2854614525" sldId="366"/>
        </pc:sldMkLst>
        <pc:spChg chg="mod">
          <ac:chgData name="鈴木 秀規" userId="f68c5fd9-22d5-4c0a-9833-7fb0f5135313" providerId="ADAL" clId="{6A56FB10-BD31-4A36-9DC1-80D965E09775}" dt="2021-01-29T02:22:31.758" v="91"/>
          <ac:spMkLst>
            <pc:docMk/>
            <pc:sldMk cId="2854614525" sldId="366"/>
            <ac:spMk id="3" creationId="{F26CE814-F8ED-4E8E-A63A-8048770B7C44}"/>
          </ac:spMkLst>
        </pc:spChg>
        <pc:spChg chg="mod">
          <ac:chgData name="鈴木 秀規" userId="f68c5fd9-22d5-4c0a-9833-7fb0f5135313" providerId="ADAL" clId="{6A56FB10-BD31-4A36-9DC1-80D965E09775}" dt="2021-01-29T02:22:43.200" v="95" actId="14100"/>
          <ac:spMkLst>
            <pc:docMk/>
            <pc:sldMk cId="2854614525" sldId="366"/>
            <ac:spMk id="5" creationId="{DBE2286B-08E7-4462-9777-B5C96BD424CB}"/>
          </ac:spMkLst>
        </pc:spChg>
        <pc:spChg chg="add mod">
          <ac:chgData name="鈴木 秀規" userId="f68c5fd9-22d5-4c0a-9833-7fb0f5135313" providerId="ADAL" clId="{6A56FB10-BD31-4A36-9DC1-80D965E09775}" dt="2021-01-29T02:23:09.798" v="104" actId="207"/>
          <ac:spMkLst>
            <pc:docMk/>
            <pc:sldMk cId="2854614525" sldId="366"/>
            <ac:spMk id="6" creationId="{544418F5-1007-42F1-B373-39B2A96668F3}"/>
          </ac:spMkLst>
        </pc:spChg>
        <pc:spChg chg="add mod">
          <ac:chgData name="鈴木 秀規" userId="f68c5fd9-22d5-4c0a-9833-7fb0f5135313" providerId="ADAL" clId="{6A56FB10-BD31-4A36-9DC1-80D965E09775}" dt="2021-01-29T02:23:59.551" v="116" actId="207"/>
          <ac:spMkLst>
            <pc:docMk/>
            <pc:sldMk cId="2854614525" sldId="366"/>
            <ac:spMk id="7" creationId="{8C8E1B9C-823D-4F81-8667-D896519534C2}"/>
          </ac:spMkLst>
        </pc:spChg>
      </pc:sldChg>
      <pc:sldChg chg="del">
        <pc:chgData name="鈴木 秀規" userId="f68c5fd9-22d5-4c0a-9833-7fb0f5135313" providerId="ADAL" clId="{6A56FB10-BD31-4A36-9DC1-80D965E09775}" dt="2021-01-29T02:16:21.792" v="21" actId="2696"/>
        <pc:sldMkLst>
          <pc:docMk/>
          <pc:sldMk cId="1837428979" sldId="367"/>
        </pc:sldMkLst>
      </pc:sldChg>
      <pc:sldChg chg="addSp modSp new mod">
        <pc:chgData name="鈴木 秀規" userId="f68c5fd9-22d5-4c0a-9833-7fb0f5135313" providerId="ADAL" clId="{6A56FB10-BD31-4A36-9DC1-80D965E09775}" dt="2021-01-29T02:29:27.799" v="166" actId="164"/>
        <pc:sldMkLst>
          <pc:docMk/>
          <pc:sldMk cId="2453149005" sldId="367"/>
        </pc:sldMkLst>
        <pc:spChg chg="mod">
          <ac:chgData name="鈴木 秀規" userId="f68c5fd9-22d5-4c0a-9833-7fb0f5135313" providerId="ADAL" clId="{6A56FB10-BD31-4A36-9DC1-80D965E09775}" dt="2021-01-29T02:24:14.315" v="118"/>
          <ac:spMkLst>
            <pc:docMk/>
            <pc:sldMk cId="2453149005" sldId="367"/>
            <ac:spMk id="3" creationId="{D0091356-C820-41AD-86D2-84EA01CD9E85}"/>
          </ac:spMkLst>
        </pc:spChg>
        <pc:spChg chg="mod">
          <ac:chgData name="鈴木 秀規" userId="f68c5fd9-22d5-4c0a-9833-7fb0f5135313" providerId="ADAL" clId="{6A56FB10-BD31-4A36-9DC1-80D965E09775}" dt="2021-01-29T02:24:29.408" v="122" actId="14100"/>
          <ac:spMkLst>
            <pc:docMk/>
            <pc:sldMk cId="2453149005" sldId="367"/>
            <ac:spMk id="5" creationId="{2D30FFA8-0C0A-48CA-B916-97E6ACAD6DF5}"/>
          </ac:spMkLst>
        </pc:spChg>
        <pc:spChg chg="add mod">
          <ac:chgData name="鈴木 秀規" userId="f68c5fd9-22d5-4c0a-9833-7fb0f5135313" providerId="ADAL" clId="{6A56FB10-BD31-4A36-9DC1-80D965E09775}" dt="2021-01-29T02:24:54.052" v="128" actId="14100"/>
          <ac:spMkLst>
            <pc:docMk/>
            <pc:sldMk cId="2453149005" sldId="367"/>
            <ac:spMk id="6" creationId="{317F3DF3-1429-4428-969E-60EC6C9672AE}"/>
          </ac:spMkLst>
        </pc:spChg>
        <pc:spChg chg="add mod">
          <ac:chgData name="鈴木 秀規" userId="f68c5fd9-22d5-4c0a-9833-7fb0f5135313" providerId="ADAL" clId="{6A56FB10-BD31-4A36-9DC1-80D965E09775}" dt="2021-01-29T02:24:57.203" v="129" actId="14100"/>
          <ac:spMkLst>
            <pc:docMk/>
            <pc:sldMk cId="2453149005" sldId="367"/>
            <ac:spMk id="7" creationId="{FF061B3F-A959-4958-88FF-530E3549AA32}"/>
          </ac:spMkLst>
        </pc:spChg>
        <pc:spChg chg="add mod">
          <ac:chgData name="鈴木 秀規" userId="f68c5fd9-22d5-4c0a-9833-7fb0f5135313" providerId="ADAL" clId="{6A56FB10-BD31-4A36-9DC1-80D965E09775}" dt="2021-01-29T02:25:24.398" v="135" actId="1076"/>
          <ac:spMkLst>
            <pc:docMk/>
            <pc:sldMk cId="2453149005" sldId="367"/>
            <ac:spMk id="9" creationId="{2122A104-6869-4C74-9178-377170F8F3B1}"/>
          </ac:spMkLst>
        </pc:spChg>
        <pc:spChg chg="add mod">
          <ac:chgData name="鈴木 秀規" userId="f68c5fd9-22d5-4c0a-9833-7fb0f5135313" providerId="ADAL" clId="{6A56FB10-BD31-4A36-9DC1-80D965E09775}" dt="2021-01-29T02:25:24.398" v="135" actId="1076"/>
          <ac:spMkLst>
            <pc:docMk/>
            <pc:sldMk cId="2453149005" sldId="367"/>
            <ac:spMk id="10" creationId="{CBF11251-8CD1-4DA3-AB64-65C50947954B}"/>
          </ac:spMkLst>
        </pc:spChg>
        <pc:spChg chg="add mod">
          <ac:chgData name="鈴木 秀規" userId="f68c5fd9-22d5-4c0a-9833-7fb0f5135313" providerId="ADAL" clId="{6A56FB10-BD31-4A36-9DC1-80D965E09775}" dt="2021-01-29T02:25:24.398" v="135" actId="1076"/>
          <ac:spMkLst>
            <pc:docMk/>
            <pc:sldMk cId="2453149005" sldId="367"/>
            <ac:spMk id="11" creationId="{BEDEE338-071D-412E-82E8-853F4F016164}"/>
          </ac:spMkLst>
        </pc:spChg>
        <pc:spChg chg="add mod">
          <ac:chgData name="鈴木 秀規" userId="f68c5fd9-22d5-4c0a-9833-7fb0f5135313" providerId="ADAL" clId="{6A56FB10-BD31-4A36-9DC1-80D965E09775}" dt="2021-01-29T02:26:23.956" v="155" actId="207"/>
          <ac:spMkLst>
            <pc:docMk/>
            <pc:sldMk cId="2453149005" sldId="367"/>
            <ac:spMk id="12" creationId="{9FEF644D-C7C7-48FD-B6CD-24B0D92ED79A}"/>
          </ac:spMkLst>
        </pc:spChg>
        <pc:spChg chg="add mod">
          <ac:chgData name="鈴木 秀規" userId="f68c5fd9-22d5-4c0a-9833-7fb0f5135313" providerId="ADAL" clId="{6A56FB10-BD31-4A36-9DC1-80D965E09775}" dt="2021-01-29T02:29:27.799" v="166" actId="164"/>
          <ac:spMkLst>
            <pc:docMk/>
            <pc:sldMk cId="2453149005" sldId="367"/>
            <ac:spMk id="13" creationId="{705A0502-1898-41AF-B209-F762DD4471C3}"/>
          </ac:spMkLst>
        </pc:spChg>
        <pc:spChg chg="add mod">
          <ac:chgData name="鈴木 秀規" userId="f68c5fd9-22d5-4c0a-9833-7fb0f5135313" providerId="ADAL" clId="{6A56FB10-BD31-4A36-9DC1-80D965E09775}" dt="2021-01-29T02:29:27.799" v="166" actId="164"/>
          <ac:spMkLst>
            <pc:docMk/>
            <pc:sldMk cId="2453149005" sldId="367"/>
            <ac:spMk id="14" creationId="{D011B804-B192-4DDF-9994-BC02DE481749}"/>
          </ac:spMkLst>
        </pc:spChg>
        <pc:grpChg chg="add mod">
          <ac:chgData name="鈴木 秀規" userId="f68c5fd9-22d5-4c0a-9833-7fb0f5135313" providerId="ADAL" clId="{6A56FB10-BD31-4A36-9DC1-80D965E09775}" dt="2021-01-29T02:29:27.799" v="166" actId="164"/>
          <ac:grpSpMkLst>
            <pc:docMk/>
            <pc:sldMk cId="2453149005" sldId="367"/>
            <ac:grpSpMk id="15" creationId="{11307DA1-FF3D-4D0B-9BD1-D5E7030BEC61}"/>
          </ac:grpSpMkLst>
        </pc:grpChg>
        <pc:cxnChg chg="add mod">
          <ac:chgData name="鈴木 秀規" userId="f68c5fd9-22d5-4c0a-9833-7fb0f5135313" providerId="ADAL" clId="{6A56FB10-BD31-4A36-9DC1-80D965E09775}" dt="2021-01-29T02:25:24.398" v="135" actId="1076"/>
          <ac:cxnSpMkLst>
            <pc:docMk/>
            <pc:sldMk cId="2453149005" sldId="367"/>
            <ac:cxnSpMk id="8" creationId="{7B4697CD-89B0-4E4E-8F95-12C818983E75}"/>
          </ac:cxnSpMkLst>
        </pc:cxnChg>
      </pc:sldChg>
      <pc:sldChg chg="del">
        <pc:chgData name="鈴木 秀規" userId="f68c5fd9-22d5-4c0a-9833-7fb0f5135313" providerId="ADAL" clId="{6A56FB10-BD31-4A36-9DC1-80D965E09775}" dt="2021-01-29T02:16:21.792" v="21" actId="2696"/>
        <pc:sldMkLst>
          <pc:docMk/>
          <pc:sldMk cId="1713287924" sldId="368"/>
        </pc:sldMkLst>
      </pc:sldChg>
      <pc:sldChg chg="addSp modSp new mod">
        <pc:chgData name="鈴木 秀規" userId="f68c5fd9-22d5-4c0a-9833-7fb0f5135313" providerId="ADAL" clId="{6A56FB10-BD31-4A36-9DC1-80D965E09775}" dt="2021-01-29T03:30:57.592" v="203" actId="1037"/>
        <pc:sldMkLst>
          <pc:docMk/>
          <pc:sldMk cId="2090493252" sldId="368"/>
        </pc:sldMkLst>
        <pc:spChg chg="mod">
          <ac:chgData name="鈴木 秀規" userId="f68c5fd9-22d5-4c0a-9833-7fb0f5135313" providerId="ADAL" clId="{6A56FB10-BD31-4A36-9DC1-80D965E09775}" dt="2021-01-29T02:27:33.849" v="158"/>
          <ac:spMkLst>
            <pc:docMk/>
            <pc:sldMk cId="2090493252" sldId="368"/>
            <ac:spMk id="3" creationId="{4BC3EEF1-DC5E-45B1-B45A-1A0DFA784A48}"/>
          </ac:spMkLst>
        </pc:spChg>
        <pc:spChg chg="mod">
          <ac:chgData name="鈴木 秀規" userId="f68c5fd9-22d5-4c0a-9833-7fb0f5135313" providerId="ADAL" clId="{6A56FB10-BD31-4A36-9DC1-80D965E09775}" dt="2021-01-29T02:27:54.673" v="163" actId="207"/>
          <ac:spMkLst>
            <pc:docMk/>
            <pc:sldMk cId="2090493252" sldId="368"/>
            <ac:spMk id="5" creationId="{CD665B1E-1AF3-45CD-983D-707141164AC9}"/>
          </ac:spMkLst>
        </pc:spChg>
        <pc:spChg chg="add mod">
          <ac:chgData name="鈴木 秀規" userId="f68c5fd9-22d5-4c0a-9833-7fb0f5135313" providerId="ADAL" clId="{6A56FB10-BD31-4A36-9DC1-80D965E09775}" dt="2021-01-29T02:30:12.329" v="174" actId="255"/>
          <ac:spMkLst>
            <pc:docMk/>
            <pc:sldMk cId="2090493252" sldId="368"/>
            <ac:spMk id="6" creationId="{590C535E-96ED-4316-8A0A-95A0AE80C35C}"/>
          </ac:spMkLst>
        </pc:spChg>
        <pc:spChg chg="mod">
          <ac:chgData name="鈴木 秀規" userId="f68c5fd9-22d5-4c0a-9833-7fb0f5135313" providerId="ADAL" clId="{6A56FB10-BD31-4A36-9DC1-80D965E09775}" dt="2021-01-29T02:30:12.329" v="174" actId="255"/>
          <ac:spMkLst>
            <pc:docMk/>
            <pc:sldMk cId="2090493252" sldId="368"/>
            <ac:spMk id="8" creationId="{7B0A61E9-C160-43C7-B07D-528FF8FB100F}"/>
          </ac:spMkLst>
        </pc:spChg>
        <pc:spChg chg="mod">
          <ac:chgData name="鈴木 秀規" userId="f68c5fd9-22d5-4c0a-9833-7fb0f5135313" providerId="ADAL" clId="{6A56FB10-BD31-4A36-9DC1-80D965E09775}" dt="2021-01-29T02:30:12.329" v="174" actId="255"/>
          <ac:spMkLst>
            <pc:docMk/>
            <pc:sldMk cId="2090493252" sldId="368"/>
            <ac:spMk id="9" creationId="{5C9176F4-B3C0-437A-858A-B6FC77237D84}"/>
          </ac:spMkLst>
        </pc:spChg>
        <pc:spChg chg="mod">
          <ac:chgData name="鈴木 秀規" userId="f68c5fd9-22d5-4c0a-9833-7fb0f5135313" providerId="ADAL" clId="{6A56FB10-BD31-4A36-9DC1-80D965E09775}" dt="2021-01-29T02:30:12.329" v="174" actId="255"/>
          <ac:spMkLst>
            <pc:docMk/>
            <pc:sldMk cId="2090493252" sldId="368"/>
            <ac:spMk id="11" creationId="{245001DF-B028-40E0-8E36-EE20A69396C1}"/>
          </ac:spMkLst>
        </pc:spChg>
        <pc:spChg chg="mod">
          <ac:chgData name="鈴木 秀規" userId="f68c5fd9-22d5-4c0a-9833-7fb0f5135313" providerId="ADAL" clId="{6A56FB10-BD31-4A36-9DC1-80D965E09775}" dt="2021-01-29T02:30:12.329" v="174" actId="255"/>
          <ac:spMkLst>
            <pc:docMk/>
            <pc:sldMk cId="2090493252" sldId="368"/>
            <ac:spMk id="12" creationId="{57886454-3690-4F0F-AC53-85CF4B1BCEF5}"/>
          </ac:spMkLst>
        </pc:spChg>
        <pc:spChg chg="add mod">
          <ac:chgData name="鈴木 秀規" userId="f68c5fd9-22d5-4c0a-9833-7fb0f5135313" providerId="ADAL" clId="{6A56FB10-BD31-4A36-9DC1-80D965E09775}" dt="2021-01-29T03:30:57.592" v="203" actId="1037"/>
          <ac:spMkLst>
            <pc:docMk/>
            <pc:sldMk cId="2090493252" sldId="368"/>
            <ac:spMk id="13" creationId="{EA0997C3-8B59-40B1-ACB4-B83FF094C491}"/>
          </ac:spMkLst>
        </pc:spChg>
        <pc:spChg chg="add mod">
          <ac:chgData name="鈴木 秀規" userId="f68c5fd9-22d5-4c0a-9833-7fb0f5135313" providerId="ADAL" clId="{6A56FB10-BD31-4A36-9DC1-80D965E09775}" dt="2021-01-29T03:30:57.592" v="203" actId="1037"/>
          <ac:spMkLst>
            <pc:docMk/>
            <pc:sldMk cId="2090493252" sldId="368"/>
            <ac:spMk id="14" creationId="{A255DE68-E431-40A5-BC50-F21400D17870}"/>
          </ac:spMkLst>
        </pc:spChg>
        <pc:spChg chg="mod">
          <ac:chgData name="鈴木 秀規" userId="f68c5fd9-22d5-4c0a-9833-7fb0f5135313" providerId="ADAL" clId="{6A56FB10-BD31-4A36-9DC1-80D965E09775}" dt="2021-01-29T02:30:25.732" v="176" actId="571"/>
          <ac:spMkLst>
            <pc:docMk/>
            <pc:sldMk cId="2090493252" sldId="368"/>
            <ac:spMk id="16" creationId="{A549F3E6-2BB6-479F-AB19-0780EEF02547}"/>
          </ac:spMkLst>
        </pc:spChg>
        <pc:spChg chg="mod">
          <ac:chgData name="鈴木 秀規" userId="f68c5fd9-22d5-4c0a-9833-7fb0f5135313" providerId="ADAL" clId="{6A56FB10-BD31-4A36-9DC1-80D965E09775}" dt="2021-01-29T02:30:25.732" v="176" actId="571"/>
          <ac:spMkLst>
            <pc:docMk/>
            <pc:sldMk cId="2090493252" sldId="368"/>
            <ac:spMk id="17" creationId="{88C650CE-661A-4034-92DE-99541258986B}"/>
          </ac:spMkLst>
        </pc:spChg>
        <pc:grpChg chg="add mod">
          <ac:chgData name="鈴木 秀規" userId="f68c5fd9-22d5-4c0a-9833-7fb0f5135313" providerId="ADAL" clId="{6A56FB10-BD31-4A36-9DC1-80D965E09775}" dt="2021-01-29T02:29:33.839" v="168" actId="1076"/>
          <ac:grpSpMkLst>
            <pc:docMk/>
            <pc:sldMk cId="2090493252" sldId="368"/>
            <ac:grpSpMk id="7" creationId="{574B1123-8EB3-41AE-9CBA-8D4B6120438B}"/>
          </ac:grpSpMkLst>
        </pc:grpChg>
        <pc:grpChg chg="add mod">
          <ac:chgData name="鈴木 秀規" userId="f68c5fd9-22d5-4c0a-9833-7fb0f5135313" providerId="ADAL" clId="{6A56FB10-BD31-4A36-9DC1-80D965E09775}" dt="2021-01-29T02:29:45.435" v="170" actId="1076"/>
          <ac:grpSpMkLst>
            <pc:docMk/>
            <pc:sldMk cId="2090493252" sldId="368"/>
            <ac:grpSpMk id="10" creationId="{171A3A17-E962-4E57-A36D-60FB03619C31}"/>
          </ac:grpSpMkLst>
        </pc:grpChg>
        <pc:grpChg chg="add mod">
          <ac:chgData name="鈴木 秀規" userId="f68c5fd9-22d5-4c0a-9833-7fb0f5135313" providerId="ADAL" clId="{6A56FB10-BD31-4A36-9DC1-80D965E09775}" dt="2021-01-29T03:30:57.592" v="203" actId="1037"/>
          <ac:grpSpMkLst>
            <pc:docMk/>
            <pc:sldMk cId="2090493252" sldId="368"/>
            <ac:grpSpMk id="15" creationId="{71761FFD-6D50-4C41-AFAA-1482D23B90A6}"/>
          </ac:grpSpMkLst>
        </pc:grpChg>
        <pc:cxnChg chg="add mod">
          <ac:chgData name="鈴木 秀規" userId="f68c5fd9-22d5-4c0a-9833-7fb0f5135313" providerId="ADAL" clId="{6A56FB10-BD31-4A36-9DC1-80D965E09775}" dt="2021-01-29T03:30:17.556" v="180" actId="1582"/>
          <ac:cxnSpMkLst>
            <pc:docMk/>
            <pc:sldMk cId="2090493252" sldId="368"/>
            <ac:cxnSpMk id="19" creationId="{BD5C9672-D908-4F5F-BC1A-6C5C9AF3338E}"/>
          </ac:cxnSpMkLst>
        </pc:cxnChg>
        <pc:cxnChg chg="add mod">
          <ac:chgData name="鈴木 秀規" userId="f68c5fd9-22d5-4c0a-9833-7fb0f5135313" providerId="ADAL" clId="{6A56FB10-BD31-4A36-9DC1-80D965E09775}" dt="2021-01-29T03:30:25.576" v="183" actId="14100"/>
          <ac:cxnSpMkLst>
            <pc:docMk/>
            <pc:sldMk cId="2090493252" sldId="368"/>
            <ac:cxnSpMk id="20" creationId="{EA8CFA22-1F2E-4184-B940-364099F5C6D0}"/>
          </ac:cxnSpMkLst>
        </pc:cxnChg>
        <pc:cxnChg chg="add mod">
          <ac:chgData name="鈴木 秀規" userId="f68c5fd9-22d5-4c0a-9833-7fb0f5135313" providerId="ADAL" clId="{6A56FB10-BD31-4A36-9DC1-80D965E09775}" dt="2021-01-29T03:30:57.592" v="203" actId="1037"/>
          <ac:cxnSpMkLst>
            <pc:docMk/>
            <pc:sldMk cId="2090493252" sldId="368"/>
            <ac:cxnSpMk id="23" creationId="{E0B95278-A353-4FF0-999C-E9D83A96F679}"/>
          </ac:cxnSpMkLst>
        </pc:cxnChg>
        <pc:cxnChg chg="add mod">
          <ac:chgData name="鈴木 秀規" userId="f68c5fd9-22d5-4c0a-9833-7fb0f5135313" providerId="ADAL" clId="{6A56FB10-BD31-4A36-9DC1-80D965E09775}" dt="2021-01-29T03:30:57.592" v="203" actId="1037"/>
          <ac:cxnSpMkLst>
            <pc:docMk/>
            <pc:sldMk cId="2090493252" sldId="368"/>
            <ac:cxnSpMk id="26" creationId="{D73036CF-2F5F-4501-AD91-44E93578703D}"/>
          </ac:cxnSpMkLst>
        </pc:cxnChg>
      </pc:sldChg>
      <pc:sldChg chg="modSp new mod">
        <pc:chgData name="鈴木 秀規" userId="f68c5fd9-22d5-4c0a-9833-7fb0f5135313" providerId="ADAL" clId="{6A56FB10-BD31-4A36-9DC1-80D965E09775}" dt="2021-01-29T03:32:13.291" v="207"/>
        <pc:sldMkLst>
          <pc:docMk/>
          <pc:sldMk cId="1828494026" sldId="369"/>
        </pc:sldMkLst>
        <pc:spChg chg="mod">
          <ac:chgData name="鈴木 秀規" userId="f68c5fd9-22d5-4c0a-9833-7fb0f5135313" providerId="ADAL" clId="{6A56FB10-BD31-4A36-9DC1-80D965E09775}" dt="2021-01-29T03:32:03.048" v="205"/>
          <ac:spMkLst>
            <pc:docMk/>
            <pc:sldMk cId="1828494026" sldId="369"/>
            <ac:spMk id="3" creationId="{148CCD29-7F49-46E3-9F53-727A0A15587A}"/>
          </ac:spMkLst>
        </pc:spChg>
        <pc:spChg chg="mod">
          <ac:chgData name="鈴木 秀規" userId="f68c5fd9-22d5-4c0a-9833-7fb0f5135313" providerId="ADAL" clId="{6A56FB10-BD31-4A36-9DC1-80D965E09775}" dt="2021-01-29T03:32:13.291" v="207"/>
          <ac:spMkLst>
            <pc:docMk/>
            <pc:sldMk cId="1828494026" sldId="369"/>
            <ac:spMk id="5" creationId="{116A975A-3C54-45C8-876C-6B2805CEA61C}"/>
          </ac:spMkLst>
        </pc:spChg>
      </pc:sldChg>
      <pc:sldChg chg="del">
        <pc:chgData name="鈴木 秀規" userId="f68c5fd9-22d5-4c0a-9833-7fb0f5135313" providerId="ADAL" clId="{6A56FB10-BD31-4A36-9DC1-80D965E09775}" dt="2021-01-29T02:16:21.792" v="21" actId="2696"/>
        <pc:sldMkLst>
          <pc:docMk/>
          <pc:sldMk cId="2427838374" sldId="369"/>
        </pc:sldMkLst>
      </pc:sldChg>
      <pc:sldChg chg="addSp modSp new mod">
        <pc:chgData name="鈴木 秀規" userId="f68c5fd9-22d5-4c0a-9833-7fb0f5135313" providerId="ADAL" clId="{6A56FB10-BD31-4A36-9DC1-80D965E09775}" dt="2021-01-29T03:36:52.138" v="245" actId="207"/>
        <pc:sldMkLst>
          <pc:docMk/>
          <pc:sldMk cId="1301075000" sldId="370"/>
        </pc:sldMkLst>
        <pc:spChg chg="mod">
          <ac:chgData name="鈴木 秀規" userId="f68c5fd9-22d5-4c0a-9833-7fb0f5135313" providerId="ADAL" clId="{6A56FB10-BD31-4A36-9DC1-80D965E09775}" dt="2021-01-29T03:32:27.793" v="209"/>
          <ac:spMkLst>
            <pc:docMk/>
            <pc:sldMk cId="1301075000" sldId="370"/>
            <ac:spMk id="3" creationId="{A8E036A3-4A54-4CF7-A59C-DF5E25038E61}"/>
          </ac:spMkLst>
        </pc:spChg>
        <pc:spChg chg="mod">
          <ac:chgData name="鈴木 秀規" userId="f68c5fd9-22d5-4c0a-9833-7fb0f5135313" providerId="ADAL" clId="{6A56FB10-BD31-4A36-9DC1-80D965E09775}" dt="2021-01-29T03:34:44.127" v="213" actId="20577"/>
          <ac:spMkLst>
            <pc:docMk/>
            <pc:sldMk cId="1301075000" sldId="370"/>
            <ac:spMk id="5" creationId="{F6EFE619-88C8-4A96-93DE-F1E2FFDAF6A9}"/>
          </ac:spMkLst>
        </pc:spChg>
        <pc:spChg chg="add mod">
          <ac:chgData name="鈴木 秀規" userId="f68c5fd9-22d5-4c0a-9833-7fb0f5135313" providerId="ADAL" clId="{6A56FB10-BD31-4A36-9DC1-80D965E09775}" dt="2021-01-29T03:36:52.138" v="245" actId="207"/>
          <ac:spMkLst>
            <pc:docMk/>
            <pc:sldMk cId="1301075000" sldId="370"/>
            <ac:spMk id="6" creationId="{6D593FF8-9881-455D-969D-377EF3BF1769}"/>
          </ac:spMkLst>
        </pc:spChg>
        <pc:spChg chg="add mod">
          <ac:chgData name="鈴木 秀規" userId="f68c5fd9-22d5-4c0a-9833-7fb0f5135313" providerId="ADAL" clId="{6A56FB10-BD31-4A36-9DC1-80D965E09775}" dt="2021-01-29T03:35:51.649" v="222" actId="14100"/>
          <ac:spMkLst>
            <pc:docMk/>
            <pc:sldMk cId="1301075000" sldId="370"/>
            <ac:spMk id="7" creationId="{9FF437E3-9FEA-47E7-A603-8CB2A7C86DC3}"/>
          </ac:spMkLst>
        </pc:spChg>
        <pc:spChg chg="add mod">
          <ac:chgData name="鈴木 秀規" userId="f68c5fd9-22d5-4c0a-9833-7fb0f5135313" providerId="ADAL" clId="{6A56FB10-BD31-4A36-9DC1-80D965E09775}" dt="2021-01-29T03:36:22.068" v="239" actId="14100"/>
          <ac:spMkLst>
            <pc:docMk/>
            <pc:sldMk cId="1301075000" sldId="370"/>
            <ac:spMk id="8" creationId="{7EF53F83-F641-4FCB-A6C1-92E425EA5529}"/>
          </ac:spMkLst>
        </pc:spChg>
        <pc:spChg chg="add mod">
          <ac:chgData name="鈴木 秀規" userId="f68c5fd9-22d5-4c0a-9833-7fb0f5135313" providerId="ADAL" clId="{6A56FB10-BD31-4A36-9DC1-80D965E09775}" dt="2021-01-29T03:36:24.482" v="240" actId="571"/>
          <ac:spMkLst>
            <pc:docMk/>
            <pc:sldMk cId="1301075000" sldId="370"/>
            <ac:spMk id="9" creationId="{70624BBB-AA9C-4AE3-8675-A987191230A8}"/>
          </ac:spMkLst>
        </pc:spChg>
        <pc:cxnChg chg="add mod">
          <ac:chgData name="鈴木 秀規" userId="f68c5fd9-22d5-4c0a-9833-7fb0f5135313" providerId="ADAL" clId="{6A56FB10-BD31-4A36-9DC1-80D965E09775}" dt="2021-01-29T03:36:37.360" v="243" actId="14100"/>
          <ac:cxnSpMkLst>
            <pc:docMk/>
            <pc:sldMk cId="1301075000" sldId="370"/>
            <ac:cxnSpMk id="10" creationId="{EE2C543A-244E-4C6C-A2FD-6501A471B78D}"/>
          </ac:cxnSpMkLst>
        </pc:cxnChg>
      </pc:sldChg>
      <pc:sldChg chg="del">
        <pc:chgData name="鈴木 秀規" userId="f68c5fd9-22d5-4c0a-9833-7fb0f5135313" providerId="ADAL" clId="{6A56FB10-BD31-4A36-9DC1-80D965E09775}" dt="2021-01-29T02:16:21.792" v="21" actId="2696"/>
        <pc:sldMkLst>
          <pc:docMk/>
          <pc:sldMk cId="1375847763" sldId="370"/>
        </pc:sldMkLst>
      </pc:sldChg>
      <pc:sldChg chg="del">
        <pc:chgData name="鈴木 秀規" userId="f68c5fd9-22d5-4c0a-9833-7fb0f5135313" providerId="ADAL" clId="{6A56FB10-BD31-4A36-9DC1-80D965E09775}" dt="2021-01-29T02:16:21.792" v="21" actId="2696"/>
        <pc:sldMkLst>
          <pc:docMk/>
          <pc:sldMk cId="88774120" sldId="371"/>
        </pc:sldMkLst>
      </pc:sldChg>
      <pc:sldChg chg="addSp modSp new mod">
        <pc:chgData name="鈴木 秀規" userId="f68c5fd9-22d5-4c0a-9833-7fb0f5135313" providerId="ADAL" clId="{6A56FB10-BD31-4A36-9DC1-80D965E09775}" dt="2021-01-29T03:39:13.368" v="275" actId="20577"/>
        <pc:sldMkLst>
          <pc:docMk/>
          <pc:sldMk cId="1939820756" sldId="371"/>
        </pc:sldMkLst>
        <pc:spChg chg="mod">
          <ac:chgData name="鈴木 秀規" userId="f68c5fd9-22d5-4c0a-9833-7fb0f5135313" providerId="ADAL" clId="{6A56FB10-BD31-4A36-9DC1-80D965E09775}" dt="2021-01-29T03:37:04.442" v="247"/>
          <ac:spMkLst>
            <pc:docMk/>
            <pc:sldMk cId="1939820756" sldId="371"/>
            <ac:spMk id="3" creationId="{E8C96A04-39FD-441A-962A-FA81A8B3A993}"/>
          </ac:spMkLst>
        </pc:spChg>
        <pc:spChg chg="mod">
          <ac:chgData name="鈴木 秀規" userId="f68c5fd9-22d5-4c0a-9833-7fb0f5135313" providerId="ADAL" clId="{6A56FB10-BD31-4A36-9DC1-80D965E09775}" dt="2021-01-29T03:39:13.368" v="275" actId="20577"/>
          <ac:spMkLst>
            <pc:docMk/>
            <pc:sldMk cId="1939820756" sldId="371"/>
            <ac:spMk id="5" creationId="{70E219BC-5247-44DD-8DD7-158CE82AF0CF}"/>
          </ac:spMkLst>
        </pc:spChg>
        <pc:spChg chg="add mod">
          <ac:chgData name="鈴木 秀規" userId="f68c5fd9-22d5-4c0a-9833-7fb0f5135313" providerId="ADAL" clId="{6A56FB10-BD31-4A36-9DC1-80D965E09775}" dt="2021-01-29T03:37:58.003" v="257" actId="1076"/>
          <ac:spMkLst>
            <pc:docMk/>
            <pc:sldMk cId="1939820756" sldId="371"/>
            <ac:spMk id="6" creationId="{FFB1B3FE-6A29-4639-A1A5-337B6FBF225B}"/>
          </ac:spMkLst>
        </pc:spChg>
        <pc:spChg chg="add mod">
          <ac:chgData name="鈴木 秀規" userId="f68c5fd9-22d5-4c0a-9833-7fb0f5135313" providerId="ADAL" clId="{6A56FB10-BD31-4A36-9DC1-80D965E09775}" dt="2021-01-29T03:39:03.655" v="272" actId="14100"/>
          <ac:spMkLst>
            <pc:docMk/>
            <pc:sldMk cId="1939820756" sldId="371"/>
            <ac:spMk id="7" creationId="{37C4AC0A-3C0A-4D06-9F0B-FDEAE1E8F1BF}"/>
          </ac:spMkLst>
        </pc:spChg>
        <pc:spChg chg="add mod">
          <ac:chgData name="鈴木 秀規" userId="f68c5fd9-22d5-4c0a-9833-7fb0f5135313" providerId="ADAL" clId="{6A56FB10-BD31-4A36-9DC1-80D965E09775}" dt="2021-01-29T03:39:08.242" v="273" actId="1076"/>
          <ac:spMkLst>
            <pc:docMk/>
            <pc:sldMk cId="1939820756" sldId="371"/>
            <ac:spMk id="8" creationId="{ED2A6511-C410-49B8-A836-6BB64278F73B}"/>
          </ac:spMkLst>
        </pc:spChg>
        <pc:spChg chg="add mod">
          <ac:chgData name="鈴木 秀規" userId="f68c5fd9-22d5-4c0a-9833-7fb0f5135313" providerId="ADAL" clId="{6A56FB10-BD31-4A36-9DC1-80D965E09775}" dt="2021-01-29T03:39:11.459" v="274" actId="1076"/>
          <ac:spMkLst>
            <pc:docMk/>
            <pc:sldMk cId="1939820756" sldId="371"/>
            <ac:spMk id="9" creationId="{99BCD06E-20B0-4B16-B60A-ACAFCDCA9345}"/>
          </ac:spMkLst>
        </pc:spChg>
      </pc:sldChg>
      <pc:sldChg chg="del">
        <pc:chgData name="鈴木 秀規" userId="f68c5fd9-22d5-4c0a-9833-7fb0f5135313" providerId="ADAL" clId="{6A56FB10-BD31-4A36-9DC1-80D965E09775}" dt="2021-01-29T02:16:21.792" v="21" actId="2696"/>
        <pc:sldMkLst>
          <pc:docMk/>
          <pc:sldMk cId="1789203375" sldId="372"/>
        </pc:sldMkLst>
      </pc:sldChg>
      <pc:sldChg chg="addSp modSp new mod">
        <pc:chgData name="鈴木 秀規" userId="f68c5fd9-22d5-4c0a-9833-7fb0f5135313" providerId="ADAL" clId="{6A56FB10-BD31-4A36-9DC1-80D965E09775}" dt="2021-01-29T03:41:03.963" v="295" actId="1076"/>
        <pc:sldMkLst>
          <pc:docMk/>
          <pc:sldMk cId="3679262217" sldId="372"/>
        </pc:sldMkLst>
        <pc:spChg chg="mod">
          <ac:chgData name="鈴木 秀規" userId="f68c5fd9-22d5-4c0a-9833-7fb0f5135313" providerId="ADAL" clId="{6A56FB10-BD31-4A36-9DC1-80D965E09775}" dt="2021-01-29T03:39:33.647" v="277"/>
          <ac:spMkLst>
            <pc:docMk/>
            <pc:sldMk cId="3679262217" sldId="372"/>
            <ac:spMk id="3" creationId="{F2C00D08-0381-42F1-9C02-397C7D954805}"/>
          </ac:spMkLst>
        </pc:spChg>
        <pc:spChg chg="mod">
          <ac:chgData name="鈴木 秀規" userId="f68c5fd9-22d5-4c0a-9833-7fb0f5135313" providerId="ADAL" clId="{6A56FB10-BD31-4A36-9DC1-80D965E09775}" dt="2021-01-29T03:40:52.989" v="294" actId="20577"/>
          <ac:spMkLst>
            <pc:docMk/>
            <pc:sldMk cId="3679262217" sldId="372"/>
            <ac:spMk id="5" creationId="{2327367B-F082-41A5-B2A7-B5E1D186EF02}"/>
          </ac:spMkLst>
        </pc:spChg>
        <pc:picChg chg="add mod">
          <ac:chgData name="鈴木 秀規" userId="f68c5fd9-22d5-4c0a-9833-7fb0f5135313" providerId="ADAL" clId="{6A56FB10-BD31-4A36-9DC1-80D965E09775}" dt="2021-01-29T03:41:03.963" v="295" actId="1076"/>
          <ac:picMkLst>
            <pc:docMk/>
            <pc:sldMk cId="3679262217" sldId="372"/>
            <ac:picMk id="6" creationId="{FEBFD8F5-7354-4016-9849-0D637F3F9150}"/>
          </ac:picMkLst>
        </pc:picChg>
      </pc:sldChg>
      <pc:sldChg chg="addSp modSp new mod">
        <pc:chgData name="鈴木 秀規" userId="f68c5fd9-22d5-4c0a-9833-7fb0f5135313" providerId="ADAL" clId="{6A56FB10-BD31-4A36-9DC1-80D965E09775}" dt="2021-01-29T03:42:22.190" v="311" actId="1076"/>
        <pc:sldMkLst>
          <pc:docMk/>
          <pc:sldMk cId="295493128" sldId="373"/>
        </pc:sldMkLst>
        <pc:spChg chg="mod">
          <ac:chgData name="鈴木 秀規" userId="f68c5fd9-22d5-4c0a-9833-7fb0f5135313" providerId="ADAL" clId="{6A56FB10-BD31-4A36-9DC1-80D965E09775}" dt="2021-01-29T03:41:13.541" v="297"/>
          <ac:spMkLst>
            <pc:docMk/>
            <pc:sldMk cId="295493128" sldId="373"/>
            <ac:spMk id="3" creationId="{501AB490-D50B-4AEE-89E0-AD05289C3A8E}"/>
          </ac:spMkLst>
        </pc:spChg>
        <pc:spChg chg="mod">
          <ac:chgData name="鈴木 秀規" userId="f68c5fd9-22d5-4c0a-9833-7fb0f5135313" providerId="ADAL" clId="{6A56FB10-BD31-4A36-9DC1-80D965E09775}" dt="2021-01-29T03:41:23.380" v="300" actId="14100"/>
          <ac:spMkLst>
            <pc:docMk/>
            <pc:sldMk cId="295493128" sldId="373"/>
            <ac:spMk id="5" creationId="{35593FF5-7533-4F63-AFBD-F0D1DABB09A5}"/>
          </ac:spMkLst>
        </pc:spChg>
        <pc:spChg chg="add mod">
          <ac:chgData name="鈴木 秀規" userId="f68c5fd9-22d5-4c0a-9833-7fb0f5135313" providerId="ADAL" clId="{6A56FB10-BD31-4A36-9DC1-80D965E09775}" dt="2021-01-29T03:41:47.784" v="303"/>
          <ac:spMkLst>
            <pc:docMk/>
            <pc:sldMk cId="295493128" sldId="373"/>
            <ac:spMk id="6" creationId="{9F9AD4E2-CC6B-4E47-B0CE-5F08FF471A4E}"/>
          </ac:spMkLst>
        </pc:spChg>
        <pc:spChg chg="add mod">
          <ac:chgData name="鈴木 秀規" userId="f68c5fd9-22d5-4c0a-9833-7fb0f5135313" providerId="ADAL" clId="{6A56FB10-BD31-4A36-9DC1-80D965E09775}" dt="2021-01-29T03:42:07.954" v="307" actId="1076"/>
          <ac:spMkLst>
            <pc:docMk/>
            <pc:sldMk cId="295493128" sldId="373"/>
            <ac:spMk id="7" creationId="{A191A2A4-32E8-4928-992E-5D8D1FC66106}"/>
          </ac:spMkLst>
        </pc:spChg>
        <pc:spChg chg="add mod">
          <ac:chgData name="鈴木 秀規" userId="f68c5fd9-22d5-4c0a-9833-7fb0f5135313" providerId="ADAL" clId="{6A56FB10-BD31-4A36-9DC1-80D965E09775}" dt="2021-01-29T03:42:15.419" v="309" actId="1076"/>
          <ac:spMkLst>
            <pc:docMk/>
            <pc:sldMk cId="295493128" sldId="373"/>
            <ac:spMk id="8" creationId="{C2D5ECC3-2959-480F-9893-94050790A832}"/>
          </ac:spMkLst>
        </pc:spChg>
        <pc:spChg chg="add mod">
          <ac:chgData name="鈴木 秀規" userId="f68c5fd9-22d5-4c0a-9833-7fb0f5135313" providerId="ADAL" clId="{6A56FB10-BD31-4A36-9DC1-80D965E09775}" dt="2021-01-29T03:42:22.190" v="311" actId="1076"/>
          <ac:spMkLst>
            <pc:docMk/>
            <pc:sldMk cId="295493128" sldId="373"/>
            <ac:spMk id="9" creationId="{76DB8F2E-83D3-45FF-BFB7-03DF9FC5A9F1}"/>
          </ac:spMkLst>
        </pc:spChg>
      </pc:sldChg>
      <pc:sldChg chg="del">
        <pc:chgData name="鈴木 秀規" userId="f68c5fd9-22d5-4c0a-9833-7fb0f5135313" providerId="ADAL" clId="{6A56FB10-BD31-4A36-9DC1-80D965E09775}" dt="2021-01-29T02:16:21.792" v="21" actId="2696"/>
        <pc:sldMkLst>
          <pc:docMk/>
          <pc:sldMk cId="2979480215" sldId="373"/>
        </pc:sldMkLst>
      </pc:sldChg>
      <pc:sldChg chg="addSp modSp new mod">
        <pc:chgData name="鈴木 秀規" userId="f68c5fd9-22d5-4c0a-9833-7fb0f5135313" providerId="ADAL" clId="{6A56FB10-BD31-4A36-9DC1-80D965E09775}" dt="2021-01-29T03:44:42.383" v="331" actId="1035"/>
        <pc:sldMkLst>
          <pc:docMk/>
          <pc:sldMk cId="1376688274" sldId="374"/>
        </pc:sldMkLst>
        <pc:spChg chg="mod">
          <ac:chgData name="鈴木 秀規" userId="f68c5fd9-22d5-4c0a-9833-7fb0f5135313" providerId="ADAL" clId="{6A56FB10-BD31-4A36-9DC1-80D965E09775}" dt="2021-01-29T03:43:25.517" v="313"/>
          <ac:spMkLst>
            <pc:docMk/>
            <pc:sldMk cId="1376688274" sldId="374"/>
            <ac:spMk id="3" creationId="{FC54BC8C-791D-48D7-834B-CBAD69DFFE5C}"/>
          </ac:spMkLst>
        </pc:spChg>
        <pc:spChg chg="mod">
          <ac:chgData name="鈴木 秀規" userId="f68c5fd9-22d5-4c0a-9833-7fb0f5135313" providerId="ADAL" clId="{6A56FB10-BD31-4A36-9DC1-80D965E09775}" dt="2021-01-29T03:43:39.389" v="316" actId="14100"/>
          <ac:spMkLst>
            <pc:docMk/>
            <pc:sldMk cId="1376688274" sldId="374"/>
            <ac:spMk id="5" creationId="{99B40666-FE6B-4F98-A58C-E72188F3071D}"/>
          </ac:spMkLst>
        </pc:spChg>
        <pc:spChg chg="add mod">
          <ac:chgData name="鈴木 秀規" userId="f68c5fd9-22d5-4c0a-9833-7fb0f5135313" providerId="ADAL" clId="{6A56FB10-BD31-4A36-9DC1-80D965E09775}" dt="2021-01-29T03:44:42.383" v="331" actId="1035"/>
          <ac:spMkLst>
            <pc:docMk/>
            <pc:sldMk cId="1376688274" sldId="374"/>
            <ac:spMk id="6" creationId="{C975963D-4ADE-4DC6-B10D-4B90DEF5AD0D}"/>
          </ac:spMkLst>
        </pc:spChg>
        <pc:spChg chg="add mod">
          <ac:chgData name="鈴木 秀規" userId="f68c5fd9-22d5-4c0a-9833-7fb0f5135313" providerId="ADAL" clId="{6A56FB10-BD31-4A36-9DC1-80D965E09775}" dt="2021-01-29T03:44:33.383" v="329" actId="1035"/>
          <ac:spMkLst>
            <pc:docMk/>
            <pc:sldMk cId="1376688274" sldId="374"/>
            <ac:spMk id="7" creationId="{87DA50C7-3D7E-4022-862F-778CA1726CEF}"/>
          </ac:spMkLst>
        </pc:spChg>
      </pc:sldChg>
      <pc:sldChg chg="del">
        <pc:chgData name="鈴木 秀規" userId="f68c5fd9-22d5-4c0a-9833-7fb0f5135313" providerId="ADAL" clId="{6A56FB10-BD31-4A36-9DC1-80D965E09775}" dt="2021-01-29T02:16:21.792" v="21" actId="2696"/>
        <pc:sldMkLst>
          <pc:docMk/>
          <pc:sldMk cId="3198692090" sldId="374"/>
        </pc:sldMkLst>
      </pc:sldChg>
      <pc:sldChg chg="modSp new mod">
        <pc:chgData name="鈴木 秀規" userId="f68c5fd9-22d5-4c0a-9833-7fb0f5135313" providerId="ADAL" clId="{6A56FB10-BD31-4A36-9DC1-80D965E09775}" dt="2021-01-29T03:46:58.624" v="342" actId="20577"/>
        <pc:sldMkLst>
          <pc:docMk/>
          <pc:sldMk cId="1089892823" sldId="375"/>
        </pc:sldMkLst>
        <pc:spChg chg="mod">
          <ac:chgData name="鈴木 秀規" userId="f68c5fd9-22d5-4c0a-9833-7fb0f5135313" providerId="ADAL" clId="{6A56FB10-BD31-4A36-9DC1-80D965E09775}" dt="2021-01-29T03:46:15.664" v="333"/>
          <ac:spMkLst>
            <pc:docMk/>
            <pc:sldMk cId="1089892823" sldId="375"/>
            <ac:spMk id="3" creationId="{9EE757FC-3A7F-45A1-9212-AB3FF36CE6FF}"/>
          </ac:spMkLst>
        </pc:spChg>
        <pc:spChg chg="mod">
          <ac:chgData name="鈴木 秀規" userId="f68c5fd9-22d5-4c0a-9833-7fb0f5135313" providerId="ADAL" clId="{6A56FB10-BD31-4A36-9DC1-80D965E09775}" dt="2021-01-29T03:46:58.624" v="342" actId="20577"/>
          <ac:spMkLst>
            <pc:docMk/>
            <pc:sldMk cId="1089892823" sldId="375"/>
            <ac:spMk id="5" creationId="{9092D634-F385-4503-B454-56CCFA19FE3C}"/>
          </ac:spMkLst>
        </pc:spChg>
      </pc:sldChg>
      <pc:sldChg chg="addSp modSp new mod">
        <pc:chgData name="鈴木 秀規" userId="f68c5fd9-22d5-4c0a-9833-7fb0f5135313" providerId="ADAL" clId="{6A56FB10-BD31-4A36-9DC1-80D965E09775}" dt="2021-01-29T03:49:30.696" v="387" actId="1035"/>
        <pc:sldMkLst>
          <pc:docMk/>
          <pc:sldMk cId="2589480947" sldId="376"/>
        </pc:sldMkLst>
        <pc:spChg chg="mod">
          <ac:chgData name="鈴木 秀規" userId="f68c5fd9-22d5-4c0a-9833-7fb0f5135313" providerId="ADAL" clId="{6A56FB10-BD31-4A36-9DC1-80D965E09775}" dt="2021-01-29T03:47:11.879" v="344"/>
          <ac:spMkLst>
            <pc:docMk/>
            <pc:sldMk cId="2589480947" sldId="376"/>
            <ac:spMk id="3" creationId="{82A116F0-EE64-4EEB-B551-544C956B306B}"/>
          </ac:spMkLst>
        </pc:spChg>
        <pc:spChg chg="mod">
          <ac:chgData name="鈴木 秀規" userId="f68c5fd9-22d5-4c0a-9833-7fb0f5135313" providerId="ADAL" clId="{6A56FB10-BD31-4A36-9DC1-80D965E09775}" dt="2021-01-29T03:47:37.295" v="353" actId="14100"/>
          <ac:spMkLst>
            <pc:docMk/>
            <pc:sldMk cId="2589480947" sldId="376"/>
            <ac:spMk id="5" creationId="{AD9083A4-02D0-4095-B458-23567A70DC92}"/>
          </ac:spMkLst>
        </pc:spChg>
        <pc:spChg chg="add mod">
          <ac:chgData name="鈴木 秀規" userId="f68c5fd9-22d5-4c0a-9833-7fb0f5135313" providerId="ADAL" clId="{6A56FB10-BD31-4A36-9DC1-80D965E09775}" dt="2021-01-29T03:48:04.470" v="357" actId="14100"/>
          <ac:spMkLst>
            <pc:docMk/>
            <pc:sldMk cId="2589480947" sldId="376"/>
            <ac:spMk id="6" creationId="{E84A9B31-0010-48C8-AFCF-7FB71E5E3236}"/>
          </ac:spMkLst>
        </pc:spChg>
        <pc:spChg chg="add mod">
          <ac:chgData name="鈴木 秀規" userId="f68c5fd9-22d5-4c0a-9833-7fb0f5135313" providerId="ADAL" clId="{6A56FB10-BD31-4A36-9DC1-80D965E09775}" dt="2021-01-29T03:49:30.696" v="387" actId="1035"/>
          <ac:spMkLst>
            <pc:docMk/>
            <pc:sldMk cId="2589480947" sldId="376"/>
            <ac:spMk id="7" creationId="{29C80EC0-F637-45B7-9DCD-C12471C39BB9}"/>
          </ac:spMkLst>
        </pc:spChg>
        <pc:spChg chg="add mod">
          <ac:chgData name="鈴木 秀規" userId="f68c5fd9-22d5-4c0a-9833-7fb0f5135313" providerId="ADAL" clId="{6A56FB10-BD31-4A36-9DC1-80D965E09775}" dt="2021-01-29T03:48:45.030" v="377" actId="2711"/>
          <ac:spMkLst>
            <pc:docMk/>
            <pc:sldMk cId="2589480947" sldId="376"/>
            <ac:spMk id="8" creationId="{158DAD9B-B839-4D99-B619-E6DD82AD1A72}"/>
          </ac:spMkLst>
        </pc:spChg>
        <pc:spChg chg="add mod">
          <ac:chgData name="鈴木 秀規" userId="f68c5fd9-22d5-4c0a-9833-7fb0f5135313" providerId="ADAL" clId="{6A56FB10-BD31-4A36-9DC1-80D965E09775}" dt="2021-01-29T03:49:10.580" v="382" actId="14100"/>
          <ac:spMkLst>
            <pc:docMk/>
            <pc:sldMk cId="2589480947" sldId="376"/>
            <ac:spMk id="9" creationId="{2884E171-A90D-4095-A262-D34B1373CB50}"/>
          </ac:spMkLst>
        </pc:spChg>
        <pc:cxnChg chg="add mod">
          <ac:chgData name="鈴木 秀規" userId="f68c5fd9-22d5-4c0a-9833-7fb0f5135313" providerId="ADAL" clId="{6A56FB10-BD31-4A36-9DC1-80D965E09775}" dt="2021-01-29T03:49:30.696" v="387" actId="1035"/>
          <ac:cxnSpMkLst>
            <pc:docMk/>
            <pc:sldMk cId="2589480947" sldId="376"/>
            <ac:cxnSpMk id="10" creationId="{C6AA73AE-1260-4B7D-9411-13A68982F721}"/>
          </ac:cxnSpMkLst>
        </pc:cxnChg>
      </pc:sldChg>
      <pc:sldChg chg="addSp modSp new mod">
        <pc:chgData name="鈴木 秀規" userId="f68c5fd9-22d5-4c0a-9833-7fb0f5135313" providerId="ADAL" clId="{6A56FB10-BD31-4A36-9DC1-80D965E09775}" dt="2021-01-29T03:50:39.688" v="401" actId="207"/>
        <pc:sldMkLst>
          <pc:docMk/>
          <pc:sldMk cId="546674919" sldId="377"/>
        </pc:sldMkLst>
        <pc:spChg chg="mod">
          <ac:chgData name="鈴木 秀規" userId="f68c5fd9-22d5-4c0a-9833-7fb0f5135313" providerId="ADAL" clId="{6A56FB10-BD31-4A36-9DC1-80D965E09775}" dt="2021-01-29T03:49:49.225" v="389"/>
          <ac:spMkLst>
            <pc:docMk/>
            <pc:sldMk cId="546674919" sldId="377"/>
            <ac:spMk id="3" creationId="{EDAE4E91-904B-4316-BADF-0B4A87DA9915}"/>
          </ac:spMkLst>
        </pc:spChg>
        <pc:spChg chg="mod">
          <ac:chgData name="鈴木 秀規" userId="f68c5fd9-22d5-4c0a-9833-7fb0f5135313" providerId="ADAL" clId="{6A56FB10-BD31-4A36-9DC1-80D965E09775}" dt="2021-01-29T03:50:39.688" v="401" actId="207"/>
          <ac:spMkLst>
            <pc:docMk/>
            <pc:sldMk cId="546674919" sldId="377"/>
            <ac:spMk id="5" creationId="{BF966A2E-7B30-41D7-9485-DDA63B1FB473}"/>
          </ac:spMkLst>
        </pc:spChg>
        <pc:picChg chg="add mod">
          <ac:chgData name="鈴木 秀規" userId="f68c5fd9-22d5-4c0a-9833-7fb0f5135313" providerId="ADAL" clId="{6A56FB10-BD31-4A36-9DC1-80D965E09775}" dt="2021-01-29T03:50:26.488" v="399" actId="1076"/>
          <ac:picMkLst>
            <pc:docMk/>
            <pc:sldMk cId="546674919" sldId="377"/>
            <ac:picMk id="6" creationId="{DABE291E-8F94-4F01-BC78-AF78320DE92E}"/>
          </ac:picMkLst>
        </pc:picChg>
      </pc:sldChg>
      <pc:sldChg chg="modSp new mod">
        <pc:chgData name="鈴木 秀規" userId="f68c5fd9-22d5-4c0a-9833-7fb0f5135313" providerId="ADAL" clId="{6A56FB10-BD31-4A36-9DC1-80D965E09775}" dt="2021-01-29T03:51:38.741" v="415" actId="207"/>
        <pc:sldMkLst>
          <pc:docMk/>
          <pc:sldMk cId="1244196573" sldId="378"/>
        </pc:sldMkLst>
        <pc:spChg chg="mod">
          <ac:chgData name="鈴木 秀規" userId="f68c5fd9-22d5-4c0a-9833-7fb0f5135313" providerId="ADAL" clId="{6A56FB10-BD31-4A36-9DC1-80D965E09775}" dt="2021-01-29T03:50:51.011" v="403"/>
          <ac:spMkLst>
            <pc:docMk/>
            <pc:sldMk cId="1244196573" sldId="378"/>
            <ac:spMk id="3" creationId="{4D352B4F-CE3E-45AE-9790-A92921309129}"/>
          </ac:spMkLst>
        </pc:spChg>
        <pc:spChg chg="mod">
          <ac:chgData name="鈴木 秀規" userId="f68c5fd9-22d5-4c0a-9833-7fb0f5135313" providerId="ADAL" clId="{6A56FB10-BD31-4A36-9DC1-80D965E09775}" dt="2021-01-29T03:51:38.741" v="415" actId="207"/>
          <ac:spMkLst>
            <pc:docMk/>
            <pc:sldMk cId="1244196573" sldId="378"/>
            <ac:spMk id="5" creationId="{8A00F2AB-2E88-427A-B543-71F2EC6D0DA6}"/>
          </ac:spMkLst>
        </pc:spChg>
      </pc:sldChg>
      <pc:sldChg chg="new del">
        <pc:chgData name="鈴木 秀規" userId="f68c5fd9-22d5-4c0a-9833-7fb0f5135313" providerId="ADAL" clId="{6A56FB10-BD31-4A36-9DC1-80D965E09775}" dt="2021-01-29T03:51:48.443" v="417" actId="2696"/>
        <pc:sldMkLst>
          <pc:docMk/>
          <pc:sldMk cId="1704080252" sldId="379"/>
        </pc:sldMkLst>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en-US" altLang="ja-JP" dirty="0"/>
              <a:t>Java</a:t>
            </a:r>
            <a:r>
              <a:rPr lang="ja-JP" altLang="en-US" dirty="0"/>
              <a:t>を支える</a:t>
            </a:r>
            <a:br>
              <a:rPr lang="en-US" altLang="ja-JP" dirty="0"/>
            </a:br>
            <a:r>
              <a:rPr lang="ja-JP" altLang="en-US" dirty="0"/>
              <a:t>標準クラス</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クラスライブラリの利用</a:t>
            </a:r>
            <a:endParaRPr lang="en-US" altLang="ja-JP" dirty="0"/>
          </a:p>
          <a:p>
            <a:pPr marL="444500" indent="-342900">
              <a:buFont typeface="+mj-lt"/>
              <a:buAutoNum type="arabicPeriod"/>
            </a:pPr>
            <a:r>
              <a:rPr lang="en-US" altLang="ja-JP" dirty="0"/>
              <a:t>Object</a:t>
            </a:r>
            <a:r>
              <a:rPr lang="ja-JP" altLang="en-US" dirty="0"/>
              <a:t>クラスの利用と理解</a:t>
            </a:r>
            <a:endParaRPr lang="en-US" altLang="ja-JP" dirty="0"/>
          </a:p>
          <a:p>
            <a:pPr marL="444500" indent="-342900">
              <a:buFont typeface="+mj-lt"/>
              <a:buAutoNum type="arabicPeriod"/>
            </a:pPr>
            <a:r>
              <a:rPr lang="ja-JP" altLang="en-US" dirty="0"/>
              <a:t>ラッパークラスの利用と理解</a:t>
            </a:r>
            <a:endParaRPr lang="en-US" altLang="ja-JP" dirty="0"/>
          </a:p>
          <a:p>
            <a:pPr marL="444500" indent="-342900">
              <a:buFont typeface="+mj-lt"/>
              <a:buAutoNum type="arabicPeriod"/>
            </a:pPr>
            <a:r>
              <a:rPr lang="ja-JP" altLang="en-US" dirty="0"/>
              <a:t>基本型と参照型の自動変換について</a:t>
            </a: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en-US" altLang="ja-JP" dirty="0"/>
              <a:t>Object</a:t>
            </a:r>
            <a:r>
              <a:rPr lang="ja-JP" altLang="en-US" dirty="0"/>
              <a:t>クラスについて</a:t>
            </a:r>
            <a:endParaRPr lang="en-US" altLang="ja-JP" dirty="0"/>
          </a:p>
          <a:p>
            <a:pPr marL="444500" indent="-342900">
              <a:buFont typeface="+mj-lt"/>
              <a:buAutoNum type="arabicPeriod"/>
            </a:pPr>
            <a:r>
              <a:rPr lang="ja-JP" altLang="en-US" dirty="0"/>
              <a:t>ラッパークラスについて</a:t>
            </a:r>
            <a:endParaRPr lang="en-US" altLang="ja-JP" dirty="0"/>
          </a:p>
          <a:p>
            <a:pPr marL="444500" indent="-342900">
              <a:buFont typeface="+mj-lt"/>
              <a:buAutoNum type="arabicPeriod"/>
            </a:pPr>
            <a:r>
              <a:rPr lang="en-US" altLang="ja-JP" dirty="0" err="1"/>
              <a:t>AutoBoxing</a:t>
            </a:r>
            <a:r>
              <a:rPr lang="en-US" altLang="ja-JP" dirty="0"/>
              <a:t> / </a:t>
            </a:r>
            <a:r>
              <a:rPr lang="en-US" altLang="ja-JP" dirty="0" err="1"/>
              <a:t>AutoUnBoxing</a:t>
            </a: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en-US" altLang="ja-JP" dirty="0"/>
              <a:t>API</a:t>
            </a:r>
            <a:r>
              <a:rPr kumimoji="1" lang="ja-JP" altLang="en-US" dirty="0"/>
              <a:t>と便利なクラスたち</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6" name="テキスト プレースホルダー 5">
            <a:extLst>
              <a:ext uri="{FF2B5EF4-FFF2-40B4-BE49-F238E27FC236}">
                <a16:creationId xmlns:a16="http://schemas.microsoft.com/office/drawing/2014/main" id="{B0A725D4-41F6-4C87-A1CC-DF4294CC5C35}"/>
              </a:ext>
            </a:extLst>
          </p:cNvPr>
          <p:cNvSpPr>
            <a:spLocks noGrp="1"/>
          </p:cNvSpPr>
          <p:nvPr>
            <p:ph type="body" sz="quarter" idx="15"/>
          </p:nvPr>
        </p:nvSpPr>
        <p:spPr/>
        <p:txBody>
          <a:bodyPr/>
          <a:lstStyle/>
          <a:p>
            <a:r>
              <a:rPr kumimoji="1" lang="ja-JP" altLang="en-US" dirty="0"/>
              <a:t>全てのクラスの祖先は</a:t>
            </a:r>
            <a:r>
              <a:rPr kumimoji="1" lang="en-US" altLang="ja-JP" dirty="0"/>
              <a:t>Object</a:t>
            </a:r>
            <a:r>
              <a:rPr kumimoji="1" lang="ja-JP" altLang="en-US" dirty="0"/>
              <a:t>クラスである</a:t>
            </a:r>
            <a:endParaRPr kumimoji="1" lang="en-US" altLang="ja-JP" dirty="0"/>
          </a:p>
          <a:p>
            <a:r>
              <a:rPr kumimoji="1" lang="ja-JP" altLang="en-US" dirty="0"/>
              <a:t>基本データ型にはそれに対応したクラスが存在する</a:t>
            </a:r>
            <a:endParaRPr kumimoji="1" lang="en-US" altLang="ja-JP" dirty="0"/>
          </a:p>
          <a:p>
            <a:r>
              <a:rPr lang="ja-JP" altLang="en-US" dirty="0"/>
              <a:t>基本データ型⇔ラッパークラスの変換は自動で行われる</a:t>
            </a:r>
            <a:endParaRPr kumimoji="1" lang="ja-JP" altLang="en-US" dirty="0"/>
          </a:p>
        </p:txBody>
      </p:sp>
      <p:sp>
        <p:nvSpPr>
          <p:cNvPr id="7" name="テキスト プレースホルダー 6">
            <a:extLst>
              <a:ext uri="{FF2B5EF4-FFF2-40B4-BE49-F238E27FC236}">
                <a16:creationId xmlns:a16="http://schemas.microsoft.com/office/drawing/2014/main" id="{CAD3891B-A912-4D85-B646-47C677AF6543}"/>
              </a:ext>
            </a:extLst>
          </p:cNvPr>
          <p:cNvSpPr>
            <a:spLocks noGrp="1"/>
          </p:cNvSpPr>
          <p:nvPr>
            <p:ph type="body" sz="quarter" idx="16"/>
          </p:nvPr>
        </p:nvSpPr>
        <p:spPr/>
        <p:txBody>
          <a:bodyPr/>
          <a:lstStyle/>
          <a:p>
            <a:endParaRPr kumimoji="1" lang="ja-JP" altLang="en-US" dirty="0"/>
          </a:p>
        </p:txBody>
      </p:sp>
      <p:sp>
        <p:nvSpPr>
          <p:cNvPr id="8" name="テキスト プレースホルダー 7">
            <a:extLst>
              <a:ext uri="{FF2B5EF4-FFF2-40B4-BE49-F238E27FC236}">
                <a16:creationId xmlns:a16="http://schemas.microsoft.com/office/drawing/2014/main" id="{353C6E5A-DFB1-4DE1-A603-AE8F7DB55C8B}"/>
              </a:ext>
            </a:extLst>
          </p:cNvPr>
          <p:cNvSpPr>
            <a:spLocks noGrp="1"/>
          </p:cNvSpPr>
          <p:nvPr>
            <p:ph type="body" sz="quarter" idx="14"/>
          </p:nvPr>
        </p:nvSpPr>
        <p:spPr>
          <a:xfrm>
            <a:off x="463550" y="2529112"/>
            <a:ext cx="8216900" cy="1564321"/>
          </a:xfrm>
        </p:spPr>
        <p:txBody>
          <a:bodyPr/>
          <a:lstStyle/>
          <a:p>
            <a:pPr marL="96838" indent="0">
              <a:buNone/>
            </a:pPr>
            <a:r>
              <a:rPr lang="en-US" altLang="ja-JP" dirty="0"/>
              <a:t>Java</a:t>
            </a:r>
            <a:r>
              <a:rPr lang="ja-JP" altLang="en-US" dirty="0"/>
              <a:t>のプログラムを作っている時に、あんなことができるクラスはないかな？こんなことができるクラスはないかな？ということがあると思います。</a:t>
            </a:r>
          </a:p>
          <a:p>
            <a:pPr marL="96838" indent="0">
              <a:buNone/>
            </a:pPr>
            <a:r>
              <a:rPr lang="en-US" altLang="ja-JP" dirty="0"/>
              <a:t>Java</a:t>
            </a:r>
            <a:r>
              <a:rPr lang="ja-JP" altLang="en-US" dirty="0"/>
              <a:t>では様々なクラスが提供されており、それらのクラスライブラリを</a:t>
            </a:r>
            <a:br>
              <a:rPr lang="ja-JP" altLang="en-US" dirty="0"/>
            </a:br>
            <a:r>
              <a:rPr lang="en-US" altLang="ja-JP" b="1" dirty="0">
                <a:solidFill>
                  <a:srgbClr val="FF0000"/>
                </a:solidFill>
              </a:rPr>
              <a:t>API</a:t>
            </a:r>
            <a:r>
              <a:rPr lang="ja-JP" altLang="en-US" b="1" dirty="0">
                <a:solidFill>
                  <a:srgbClr val="FF0000"/>
                </a:solidFill>
              </a:rPr>
              <a:t>（</a:t>
            </a:r>
            <a:r>
              <a:rPr lang="en-US" altLang="ja-JP" b="1" dirty="0">
                <a:solidFill>
                  <a:srgbClr val="FF0000"/>
                </a:solidFill>
              </a:rPr>
              <a:t>Application Program Interface</a:t>
            </a:r>
            <a:r>
              <a:rPr lang="ja-JP" altLang="en-US" b="1" dirty="0">
                <a:solidFill>
                  <a:srgbClr val="FF0000"/>
                </a:solidFill>
              </a:rPr>
              <a:t>）</a:t>
            </a:r>
            <a:r>
              <a:rPr lang="ja-JP" altLang="en-US" dirty="0"/>
              <a:t>といいます。</a:t>
            </a:r>
            <a:endParaRPr lang="en-US" altLang="ja-JP" dirty="0"/>
          </a:p>
          <a:p>
            <a:pPr marL="96838" indent="0">
              <a:buNone/>
            </a:pPr>
            <a:r>
              <a:rPr lang="ja-JP" altLang="en-US" dirty="0"/>
              <a:t>提供されている</a:t>
            </a:r>
            <a:r>
              <a:rPr lang="en-US" altLang="ja-JP" dirty="0"/>
              <a:t>API</a:t>
            </a:r>
            <a:r>
              <a:rPr lang="ja-JP" altLang="en-US" dirty="0"/>
              <a:t>を状況によって使い、効率よくプログラムを作っていきます。</a:t>
            </a:r>
          </a:p>
          <a:p>
            <a:pPr marL="96838" indent="0">
              <a:buNone/>
            </a:pPr>
            <a:r>
              <a:rPr lang="ja-JP" altLang="en-US" dirty="0"/>
              <a:t>一部にはなりますが、そういった</a:t>
            </a:r>
            <a:r>
              <a:rPr lang="en-US" altLang="ja-JP" dirty="0"/>
              <a:t>API</a:t>
            </a:r>
            <a:r>
              <a:rPr lang="ja-JP" altLang="en-US" dirty="0"/>
              <a:t>をご紹介していきます。</a:t>
            </a:r>
          </a:p>
        </p:txBody>
      </p:sp>
    </p:spTree>
    <p:extLst>
      <p:ext uri="{BB962C8B-B14F-4D97-AF65-F5344CB8AC3E}">
        <p14:creationId xmlns:p14="http://schemas.microsoft.com/office/powerpoint/2010/main" val="3787880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59D1521-8F27-452A-B43D-D51B1C7AE2C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0AAD46C-E691-4BC7-9048-40BF92C11C09}"/>
              </a:ext>
            </a:extLst>
          </p:cNvPr>
          <p:cNvSpPr>
            <a:spLocks noGrp="1"/>
          </p:cNvSpPr>
          <p:nvPr>
            <p:ph type="ctrTitle"/>
          </p:nvPr>
        </p:nvSpPr>
        <p:spPr/>
        <p:txBody>
          <a:bodyPr/>
          <a:lstStyle/>
          <a:p>
            <a:r>
              <a:rPr lang="en-US" altLang="ja-JP" dirty="0" err="1"/>
              <a:t>すべてのクラスの祖先</a:t>
            </a:r>
            <a:endParaRPr kumimoji="1" lang="ja-JP" altLang="en-US" dirty="0"/>
          </a:p>
        </p:txBody>
      </p:sp>
      <p:sp>
        <p:nvSpPr>
          <p:cNvPr id="4" name="スライド番号プレースホルダー 3">
            <a:extLst>
              <a:ext uri="{FF2B5EF4-FFF2-40B4-BE49-F238E27FC236}">
                <a16:creationId xmlns:a16="http://schemas.microsoft.com/office/drawing/2014/main" id="{CD64A560-E54F-4AE2-A727-0B296C6CCD31}"/>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0486243C-EF04-4A71-9532-6A74B5EBDF69}"/>
              </a:ext>
            </a:extLst>
          </p:cNvPr>
          <p:cNvSpPr>
            <a:spLocks noGrp="1"/>
          </p:cNvSpPr>
          <p:nvPr>
            <p:ph type="body" sz="quarter" idx="14"/>
          </p:nvPr>
        </p:nvSpPr>
        <p:spPr>
          <a:xfrm>
            <a:off x="462875" y="859491"/>
            <a:ext cx="8216900" cy="306369"/>
          </a:xfrm>
        </p:spPr>
        <p:txBody>
          <a:bodyPr/>
          <a:lstStyle/>
          <a:p>
            <a:pPr marL="96838" indent="0">
              <a:buNone/>
            </a:pPr>
            <a:r>
              <a:rPr kumimoji="1" lang="en-US" altLang="ja-JP" dirty="0"/>
              <a:t>User</a:t>
            </a:r>
            <a:r>
              <a:rPr kumimoji="1" lang="ja-JP" altLang="en-US" dirty="0"/>
              <a:t>というクラスを定義してください。と言われたら以下のように書くと思います。</a:t>
            </a:r>
          </a:p>
          <a:p>
            <a:pPr marL="96838" indent="0">
              <a:buNone/>
            </a:pPr>
            <a:endParaRPr kumimoji="1" lang="ja-JP" altLang="en-US" dirty="0"/>
          </a:p>
        </p:txBody>
      </p:sp>
      <p:sp>
        <p:nvSpPr>
          <p:cNvPr id="6" name="Google Shape;117;p17">
            <a:extLst>
              <a:ext uri="{FF2B5EF4-FFF2-40B4-BE49-F238E27FC236}">
                <a16:creationId xmlns:a16="http://schemas.microsoft.com/office/drawing/2014/main" id="{3AE039A5-FCCD-4FE0-8AEB-7D1B306E4E11}"/>
              </a:ext>
            </a:extLst>
          </p:cNvPr>
          <p:cNvSpPr/>
          <p:nvPr/>
        </p:nvSpPr>
        <p:spPr>
          <a:xfrm>
            <a:off x="1016890" y="1165860"/>
            <a:ext cx="7488832" cy="60198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public class User {</a:t>
            </a:r>
            <a:br>
              <a:rPr lang="en-US" sz="1400" i="0" u="none" strike="noStrike" cap="none" dirty="0">
                <a:solidFill>
                  <a:schemeClr val="dk1"/>
                </a:solidFill>
                <a:latin typeface="+mn-ea"/>
                <a:cs typeface="MS Gothic"/>
                <a:sym typeface="MS Gothic"/>
              </a:rPr>
            </a:br>
            <a:r>
              <a:rPr lang="en-US" sz="1400" i="0" u="none" strike="noStrike" cap="none" dirty="0">
                <a:solidFill>
                  <a:schemeClr val="dk1"/>
                </a:solidFill>
                <a:latin typeface="+mn-ea"/>
                <a:cs typeface="MS Gothic"/>
                <a:sym typeface="MS Gothic"/>
              </a:rPr>
              <a:t>}</a:t>
            </a:r>
          </a:p>
        </p:txBody>
      </p:sp>
      <p:sp>
        <p:nvSpPr>
          <p:cNvPr id="7" name="テキスト プレースホルダー 4">
            <a:extLst>
              <a:ext uri="{FF2B5EF4-FFF2-40B4-BE49-F238E27FC236}">
                <a16:creationId xmlns:a16="http://schemas.microsoft.com/office/drawing/2014/main" id="{E3399015-1D4D-465C-88A3-5C5681DAFE5E}"/>
              </a:ext>
            </a:extLst>
          </p:cNvPr>
          <p:cNvSpPr txBox="1">
            <a:spLocks/>
          </p:cNvSpPr>
          <p:nvPr/>
        </p:nvSpPr>
        <p:spPr>
          <a:xfrm>
            <a:off x="462875" y="1827499"/>
            <a:ext cx="8216900" cy="83950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この状態で実は継承が発生します。書いていないのに不思議ですよね。</a:t>
            </a:r>
          </a:p>
          <a:p>
            <a:pPr marL="96838" indent="0">
              <a:buFont typeface="Arial" panose="020B0604020202020204" pitchFamily="34" charset="0"/>
              <a:buNone/>
            </a:pPr>
            <a:r>
              <a:rPr lang="ja-JP" altLang="en-US" dirty="0"/>
              <a:t>実は</a:t>
            </a:r>
            <a:r>
              <a:rPr lang="en-US" altLang="ja-JP" dirty="0"/>
              <a:t>Java</a:t>
            </a:r>
            <a:r>
              <a:rPr lang="ja-JP" altLang="en-US" dirty="0"/>
              <a:t>では「あるクラスを定義する時に</a:t>
            </a:r>
            <a:r>
              <a:rPr lang="en-US" altLang="ja-JP" dirty="0"/>
              <a:t>extends</a:t>
            </a:r>
            <a:r>
              <a:rPr lang="ja-JP" altLang="en-US" dirty="0"/>
              <a:t>で親クラスを指定しなければ、自動的に</a:t>
            </a:r>
            <a:r>
              <a:rPr lang="en-US" altLang="ja-JP" dirty="0"/>
              <a:t>Object</a:t>
            </a:r>
            <a:r>
              <a:rPr lang="ja-JP" altLang="en-US" dirty="0"/>
              <a:t>クラスを継承した」とみなされます。</a:t>
            </a:r>
          </a:p>
        </p:txBody>
      </p:sp>
      <p:sp>
        <p:nvSpPr>
          <p:cNvPr id="8" name="Google Shape;117;p17">
            <a:extLst>
              <a:ext uri="{FF2B5EF4-FFF2-40B4-BE49-F238E27FC236}">
                <a16:creationId xmlns:a16="http://schemas.microsoft.com/office/drawing/2014/main" id="{FCCEA2E3-9A05-42E9-A5C8-11521BD50B77}"/>
              </a:ext>
            </a:extLst>
          </p:cNvPr>
          <p:cNvSpPr/>
          <p:nvPr/>
        </p:nvSpPr>
        <p:spPr>
          <a:xfrm>
            <a:off x="1016890" y="2667000"/>
            <a:ext cx="7488832" cy="60198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public class User </a:t>
            </a:r>
            <a:r>
              <a:rPr lang="en-US" sz="1400" b="1" i="0" u="none" strike="noStrike" cap="none" dirty="0">
                <a:solidFill>
                  <a:schemeClr val="accent1"/>
                </a:solidFill>
                <a:latin typeface="+mn-ea"/>
                <a:cs typeface="MS Gothic"/>
                <a:sym typeface="MS Gothic"/>
              </a:rPr>
              <a:t>extends Object </a:t>
            </a:r>
            <a:r>
              <a:rPr lang="en-US" sz="1400" i="0" u="none" strike="noStrike" cap="none" dirty="0">
                <a:solidFill>
                  <a:schemeClr val="dk1"/>
                </a:solidFill>
                <a:latin typeface="+mn-ea"/>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a:t>
            </a:r>
          </a:p>
        </p:txBody>
      </p:sp>
      <p:sp>
        <p:nvSpPr>
          <p:cNvPr id="9" name="テキスト プレースホルダー 4">
            <a:extLst>
              <a:ext uri="{FF2B5EF4-FFF2-40B4-BE49-F238E27FC236}">
                <a16:creationId xmlns:a16="http://schemas.microsoft.com/office/drawing/2014/main" id="{70DF5C5F-B970-4B00-A841-02D8C578289D}"/>
              </a:ext>
            </a:extLst>
          </p:cNvPr>
          <p:cNvSpPr txBox="1">
            <a:spLocks/>
          </p:cNvSpPr>
          <p:nvPr/>
        </p:nvSpPr>
        <p:spPr>
          <a:xfrm>
            <a:off x="462875" y="3344787"/>
            <a:ext cx="8216900" cy="1280553"/>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extends</a:t>
            </a:r>
            <a:r>
              <a:rPr lang="ja-JP" altLang="en-US" dirty="0"/>
              <a:t>を記述しなくても</a:t>
            </a:r>
            <a:r>
              <a:rPr lang="en-US" altLang="ja-JP" dirty="0"/>
              <a:t>Object</a:t>
            </a:r>
            <a:r>
              <a:rPr lang="ja-JP" altLang="en-US" dirty="0"/>
              <a:t>が継承されるということは、</a:t>
            </a:r>
            <a:r>
              <a:rPr lang="en-US" altLang="ja-JP" dirty="0"/>
              <a:t>Java</a:t>
            </a:r>
            <a:r>
              <a:rPr lang="ja-JP" altLang="en-US" dirty="0"/>
              <a:t>では、「親なしのクラスを定義できない」ということに他なりません。</a:t>
            </a:r>
          </a:p>
          <a:p>
            <a:pPr marL="96838" indent="0">
              <a:buFont typeface="Arial" panose="020B0604020202020204" pitchFamily="34" charset="0"/>
              <a:buNone/>
            </a:pPr>
            <a:r>
              <a:rPr lang="ja-JP" altLang="en-US" dirty="0"/>
              <a:t>ここまで紹介してきた様々なクラスも親を辿っていけばかならず</a:t>
            </a:r>
            <a:r>
              <a:rPr lang="en-US" altLang="ja-JP" dirty="0"/>
              <a:t>Object</a:t>
            </a:r>
            <a:r>
              <a:rPr lang="ja-JP" altLang="en-US" dirty="0"/>
              <a:t>クラスに到達できます。</a:t>
            </a:r>
          </a:p>
          <a:p>
            <a:pPr marL="96838" indent="0">
              <a:buFont typeface="Arial" panose="020B0604020202020204" pitchFamily="34" charset="0"/>
              <a:buNone/>
            </a:pPr>
            <a:r>
              <a:rPr lang="ja-JP" altLang="en-US" dirty="0"/>
              <a:t>では、この</a:t>
            </a:r>
            <a:r>
              <a:rPr lang="en-US" altLang="ja-JP" b="1" dirty="0">
                <a:solidFill>
                  <a:schemeClr val="tx2"/>
                </a:solidFill>
              </a:rPr>
              <a:t>Object</a:t>
            </a:r>
            <a:r>
              <a:rPr lang="ja-JP" altLang="en-US" dirty="0"/>
              <a:t>というクラスが何なのか次ページから見ていきましょう。</a:t>
            </a:r>
          </a:p>
        </p:txBody>
      </p:sp>
    </p:spTree>
    <p:extLst>
      <p:ext uri="{BB962C8B-B14F-4D97-AF65-F5344CB8AC3E}">
        <p14:creationId xmlns:p14="http://schemas.microsoft.com/office/powerpoint/2010/main" val="1737792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52E79F3-61BC-4822-AD79-35F93AA0C99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AD5C23C-B005-4C8D-81B4-35029C390C71}"/>
              </a:ext>
            </a:extLst>
          </p:cNvPr>
          <p:cNvSpPr>
            <a:spLocks noGrp="1"/>
          </p:cNvSpPr>
          <p:nvPr>
            <p:ph type="ctrTitle"/>
          </p:nvPr>
        </p:nvSpPr>
        <p:spPr/>
        <p:txBody>
          <a:bodyPr/>
          <a:lstStyle/>
          <a:p>
            <a:r>
              <a:rPr lang="en-US" altLang="ja-JP" dirty="0" err="1"/>
              <a:t>Objectクラス</a:t>
            </a:r>
            <a:endParaRPr kumimoji="1" lang="ja-JP" altLang="en-US" dirty="0"/>
          </a:p>
        </p:txBody>
      </p:sp>
      <p:sp>
        <p:nvSpPr>
          <p:cNvPr id="4" name="スライド番号プレースホルダー 3">
            <a:extLst>
              <a:ext uri="{FF2B5EF4-FFF2-40B4-BE49-F238E27FC236}">
                <a16:creationId xmlns:a16="http://schemas.microsoft.com/office/drawing/2014/main" id="{0475EDFA-A855-43F0-A6FD-5FE2C2E3DDF8}"/>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A3199AFB-613F-4B3C-9122-E63651660BDF}"/>
              </a:ext>
            </a:extLst>
          </p:cNvPr>
          <p:cNvSpPr>
            <a:spLocks noGrp="1"/>
          </p:cNvSpPr>
          <p:nvPr>
            <p:ph type="body" sz="quarter" idx="14"/>
          </p:nvPr>
        </p:nvSpPr>
        <p:spPr>
          <a:xfrm>
            <a:off x="462875" y="859491"/>
            <a:ext cx="8216900" cy="1418889"/>
          </a:xfrm>
        </p:spPr>
        <p:txBody>
          <a:bodyPr/>
          <a:lstStyle/>
          <a:p>
            <a:pPr marL="96838" indent="0">
              <a:buNone/>
            </a:pPr>
            <a:r>
              <a:rPr kumimoji="1" lang="en-US" altLang="ja-JP" dirty="0"/>
              <a:t>Object</a:t>
            </a:r>
            <a:r>
              <a:rPr kumimoji="1" lang="ja-JP" altLang="en-US" dirty="0"/>
              <a:t>クラスはすべてのクラスにとっての親クラスです。</a:t>
            </a:r>
          </a:p>
          <a:p>
            <a:pPr marL="96838" indent="0">
              <a:buNone/>
            </a:pPr>
            <a:r>
              <a:rPr kumimoji="1" lang="ja-JP" altLang="en-US" dirty="0"/>
              <a:t>なんでこのようなクラスを作成したのかというと</a:t>
            </a:r>
            <a:r>
              <a:rPr kumimoji="1" lang="en-US" altLang="ja-JP" dirty="0"/>
              <a:t>…</a:t>
            </a:r>
          </a:p>
          <a:p>
            <a:pPr marL="795338" lvl="1" indent="-342900">
              <a:buFont typeface="+mj-lt"/>
              <a:buAutoNum type="arabicPeriod"/>
            </a:pPr>
            <a:r>
              <a:rPr kumimoji="1" lang="ja-JP" altLang="en-US" b="1" dirty="0">
                <a:solidFill>
                  <a:schemeClr val="accent1"/>
                </a:solidFill>
              </a:rPr>
              <a:t>多態性を利用できるようになるから</a:t>
            </a:r>
          </a:p>
          <a:p>
            <a:pPr marL="795338" lvl="1" indent="-342900">
              <a:buFont typeface="+mj-lt"/>
              <a:buAutoNum type="arabicPeriod"/>
            </a:pPr>
            <a:r>
              <a:rPr kumimoji="1" lang="ja-JP" altLang="en-US" b="1" dirty="0">
                <a:solidFill>
                  <a:schemeClr val="accent1"/>
                </a:solidFill>
              </a:rPr>
              <a:t>すべてのクラスが最低限備えるべきメソッドを定義できるから</a:t>
            </a:r>
          </a:p>
          <a:p>
            <a:pPr marL="96838" indent="0">
              <a:buNone/>
            </a:pPr>
            <a:r>
              <a:rPr kumimoji="1" lang="ja-JP" altLang="en-US" dirty="0"/>
              <a:t>という理由です。</a:t>
            </a:r>
          </a:p>
          <a:p>
            <a:pPr marL="96838" indent="0">
              <a:buNone/>
            </a:pPr>
            <a:endParaRPr kumimoji="1" lang="ja-JP" altLang="en-US" dirty="0"/>
          </a:p>
        </p:txBody>
      </p:sp>
      <p:sp>
        <p:nvSpPr>
          <p:cNvPr id="6" name="Google Shape;197;p23">
            <a:extLst>
              <a:ext uri="{FF2B5EF4-FFF2-40B4-BE49-F238E27FC236}">
                <a16:creationId xmlns:a16="http://schemas.microsoft.com/office/drawing/2014/main" id="{54DCB293-B2A3-44F4-AC0F-B9E6561DCC1F}"/>
              </a:ext>
            </a:extLst>
          </p:cNvPr>
          <p:cNvSpPr/>
          <p:nvPr/>
        </p:nvSpPr>
        <p:spPr>
          <a:xfrm>
            <a:off x="6024932" y="2122643"/>
            <a:ext cx="1669170" cy="576064"/>
          </a:xfrm>
          <a:prstGeom prst="roundRect">
            <a:avLst>
              <a:gd name="adj" fmla="val 40653"/>
            </a:avLst>
          </a:prstGeom>
          <a:solidFill>
            <a:schemeClr val="tx2">
              <a:lumMod val="20000"/>
              <a:lumOff val="80000"/>
            </a:schemeClr>
          </a:solidFill>
          <a:ln w="12700" cap="flat" cmpd="sng">
            <a:solidFill>
              <a:srgbClr val="DA54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cs typeface="Meiryo"/>
                <a:sym typeface="Meiryo"/>
              </a:rPr>
              <a:t>Objectクラス</a:t>
            </a:r>
            <a:endParaRPr sz="1400"/>
          </a:p>
        </p:txBody>
      </p:sp>
      <p:sp>
        <p:nvSpPr>
          <p:cNvPr id="7" name="Google Shape;198;p23">
            <a:extLst>
              <a:ext uri="{FF2B5EF4-FFF2-40B4-BE49-F238E27FC236}">
                <a16:creationId xmlns:a16="http://schemas.microsoft.com/office/drawing/2014/main" id="{5D9A6AD8-1F5E-49EE-9B95-F0F8ECB2F985}"/>
              </a:ext>
            </a:extLst>
          </p:cNvPr>
          <p:cNvSpPr/>
          <p:nvPr/>
        </p:nvSpPr>
        <p:spPr>
          <a:xfrm>
            <a:off x="5111698" y="3119035"/>
            <a:ext cx="1656184" cy="576064"/>
          </a:xfrm>
          <a:prstGeom prst="roundRect">
            <a:avLst>
              <a:gd name="adj" fmla="val 43122"/>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1"/>
                </a:solidFill>
                <a:cs typeface="Meiryo"/>
                <a:sym typeface="Meiryo"/>
              </a:rPr>
              <a:t>String</a:t>
            </a:r>
            <a:endParaRPr sz="1400" dirty="0"/>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sp>
        <p:nvSpPr>
          <p:cNvPr id="8" name="Google Shape;198;p23">
            <a:extLst>
              <a:ext uri="{FF2B5EF4-FFF2-40B4-BE49-F238E27FC236}">
                <a16:creationId xmlns:a16="http://schemas.microsoft.com/office/drawing/2014/main" id="{3006B7FE-D325-4C49-9E3D-F1728C021A27}"/>
              </a:ext>
            </a:extLst>
          </p:cNvPr>
          <p:cNvSpPr/>
          <p:nvPr/>
        </p:nvSpPr>
        <p:spPr>
          <a:xfrm>
            <a:off x="7036138" y="3119035"/>
            <a:ext cx="1656184" cy="576064"/>
          </a:xfrm>
          <a:prstGeom prst="roundRect">
            <a:avLst>
              <a:gd name="adj" fmla="val 43122"/>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1"/>
                </a:solidFill>
                <a:cs typeface="Meiryo"/>
                <a:sym typeface="Meiryo"/>
              </a:rPr>
              <a:t>Animal</a:t>
            </a:r>
            <a:endParaRPr sz="1400" dirty="0"/>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sp>
        <p:nvSpPr>
          <p:cNvPr id="9" name="Google Shape;198;p23">
            <a:extLst>
              <a:ext uri="{FF2B5EF4-FFF2-40B4-BE49-F238E27FC236}">
                <a16:creationId xmlns:a16="http://schemas.microsoft.com/office/drawing/2014/main" id="{60C5571B-DB79-46AF-A9D9-D844C8780873}"/>
              </a:ext>
            </a:extLst>
          </p:cNvPr>
          <p:cNvSpPr/>
          <p:nvPr/>
        </p:nvSpPr>
        <p:spPr>
          <a:xfrm>
            <a:off x="7036138" y="3995977"/>
            <a:ext cx="1656184" cy="576064"/>
          </a:xfrm>
          <a:prstGeom prst="roundRect">
            <a:avLst>
              <a:gd name="adj" fmla="val 43122"/>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1"/>
                </a:solidFill>
                <a:cs typeface="Meiryo"/>
                <a:sym typeface="Meiryo"/>
              </a:rPr>
              <a:t>Human</a:t>
            </a:r>
            <a:endParaRPr sz="1400" dirty="0"/>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cxnSp>
        <p:nvCxnSpPr>
          <p:cNvPr id="11" name="コネクタ: カギ線 10">
            <a:extLst>
              <a:ext uri="{FF2B5EF4-FFF2-40B4-BE49-F238E27FC236}">
                <a16:creationId xmlns:a16="http://schemas.microsoft.com/office/drawing/2014/main" id="{B502B5E2-4283-4AFB-A165-A6E8ACC46F64}"/>
              </a:ext>
            </a:extLst>
          </p:cNvPr>
          <p:cNvCxnSpPr>
            <a:cxnSpLocks/>
            <a:stCxn id="7" idx="0"/>
            <a:endCxn id="6" idx="2"/>
          </p:cNvCxnSpPr>
          <p:nvPr/>
        </p:nvCxnSpPr>
        <p:spPr>
          <a:xfrm rot="5400000" flipH="1" flipV="1">
            <a:off x="6189489" y="2449008"/>
            <a:ext cx="420328" cy="919727"/>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29E26D68-6985-4BFB-BBFA-409684373882}"/>
              </a:ext>
            </a:extLst>
          </p:cNvPr>
          <p:cNvCxnSpPr>
            <a:cxnSpLocks/>
            <a:stCxn id="8" idx="0"/>
            <a:endCxn id="6" idx="2"/>
          </p:cNvCxnSpPr>
          <p:nvPr/>
        </p:nvCxnSpPr>
        <p:spPr>
          <a:xfrm rot="16200000" flipV="1">
            <a:off x="7151710" y="2406514"/>
            <a:ext cx="420328" cy="1004713"/>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E3B5ED6-AB17-4929-B720-B589EAD7FDA2}"/>
              </a:ext>
            </a:extLst>
          </p:cNvPr>
          <p:cNvCxnSpPr>
            <a:stCxn id="9" idx="0"/>
            <a:endCxn id="8" idx="2"/>
          </p:cNvCxnSpPr>
          <p:nvPr/>
        </p:nvCxnSpPr>
        <p:spPr>
          <a:xfrm flipV="1">
            <a:off x="7864230" y="3695099"/>
            <a:ext cx="0" cy="3008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プレースホルダー 4">
            <a:extLst>
              <a:ext uri="{FF2B5EF4-FFF2-40B4-BE49-F238E27FC236}">
                <a16:creationId xmlns:a16="http://schemas.microsoft.com/office/drawing/2014/main" id="{FA026018-EF62-46B9-BE02-731A37D9403A}"/>
              </a:ext>
            </a:extLst>
          </p:cNvPr>
          <p:cNvSpPr txBox="1">
            <a:spLocks/>
          </p:cNvSpPr>
          <p:nvPr/>
        </p:nvSpPr>
        <p:spPr>
          <a:xfrm>
            <a:off x="462874" y="2383816"/>
            <a:ext cx="4380567" cy="237106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①は</a:t>
            </a:r>
            <a:r>
              <a:rPr lang="en-US" altLang="ja-JP" dirty="0"/>
              <a:t>Object</a:t>
            </a:r>
            <a:r>
              <a:rPr lang="ja-JP" altLang="en-US" dirty="0"/>
              <a:t>型の変数には、すべての参照型インスタンスを格納できるため、汎用性が高いです。</a:t>
            </a:r>
            <a:endParaRPr lang="en-US" altLang="ja-JP" dirty="0"/>
          </a:p>
          <a:p>
            <a:pPr marL="96838" indent="0">
              <a:buFont typeface="Arial" panose="020B0604020202020204" pitchFamily="34" charset="0"/>
              <a:buNone/>
            </a:pPr>
            <a:endParaRPr lang="ja-JP" altLang="en-US" dirty="0"/>
          </a:p>
          <a:p>
            <a:pPr marL="96838" indent="0">
              <a:buFont typeface="Arial" panose="020B0604020202020204" pitchFamily="34" charset="0"/>
              <a:buNone/>
            </a:pPr>
            <a:r>
              <a:rPr lang="ja-JP" altLang="en-US" dirty="0"/>
              <a:t>②は</a:t>
            </a:r>
            <a:r>
              <a:rPr lang="en-US" altLang="ja-JP" dirty="0" err="1"/>
              <a:t>toString</a:t>
            </a:r>
            <a:r>
              <a:rPr lang="ja-JP" altLang="en-US" dirty="0"/>
              <a:t>メソッドなどがあるおかげで、クラスの種類関係なく、常に同じ方法で比較したり表示したりすることができるのです。</a:t>
            </a:r>
          </a:p>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2455826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A1CB068-F29B-4187-8B0A-C1261C20F81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A132253-9F07-4A48-ACB5-0476FEF5D81E}"/>
              </a:ext>
            </a:extLst>
          </p:cNvPr>
          <p:cNvSpPr>
            <a:spLocks noGrp="1"/>
          </p:cNvSpPr>
          <p:nvPr>
            <p:ph type="ctrTitle"/>
          </p:nvPr>
        </p:nvSpPr>
        <p:spPr/>
        <p:txBody>
          <a:bodyPr/>
          <a:lstStyle/>
          <a:p>
            <a:r>
              <a:rPr lang="en-US" altLang="ja-JP" dirty="0" err="1"/>
              <a:t>Objectクラス</a:t>
            </a:r>
            <a:endParaRPr kumimoji="1" lang="ja-JP" altLang="en-US" dirty="0"/>
          </a:p>
        </p:txBody>
      </p:sp>
      <p:sp>
        <p:nvSpPr>
          <p:cNvPr id="4" name="スライド番号プレースホルダー 3">
            <a:extLst>
              <a:ext uri="{FF2B5EF4-FFF2-40B4-BE49-F238E27FC236}">
                <a16:creationId xmlns:a16="http://schemas.microsoft.com/office/drawing/2014/main" id="{FDBF1C7C-3EF7-4E48-82EA-56D8ABFB0B0B}"/>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22F501FF-9916-451B-ABB1-F649178EE7BF}"/>
              </a:ext>
            </a:extLst>
          </p:cNvPr>
          <p:cNvSpPr>
            <a:spLocks noGrp="1"/>
          </p:cNvSpPr>
          <p:nvPr>
            <p:ph type="body" sz="quarter" idx="14"/>
          </p:nvPr>
        </p:nvSpPr>
        <p:spPr>
          <a:xfrm>
            <a:off x="462875" y="859491"/>
            <a:ext cx="8216900" cy="254493"/>
          </a:xfrm>
        </p:spPr>
        <p:txBody>
          <a:bodyPr/>
          <a:lstStyle/>
          <a:p>
            <a:pPr marL="96838" indent="0">
              <a:buNone/>
            </a:pPr>
            <a:r>
              <a:rPr kumimoji="1" lang="ja-JP" altLang="en-US" dirty="0"/>
              <a:t>サンプルプログラムを見てみましょう。</a:t>
            </a:r>
          </a:p>
        </p:txBody>
      </p:sp>
      <p:sp>
        <p:nvSpPr>
          <p:cNvPr id="6" name="Google Shape;117;p17">
            <a:extLst>
              <a:ext uri="{FF2B5EF4-FFF2-40B4-BE49-F238E27FC236}">
                <a16:creationId xmlns:a16="http://schemas.microsoft.com/office/drawing/2014/main" id="{7AC1C33E-C262-48EA-889B-8F1AF8B23DDB}"/>
              </a:ext>
            </a:extLst>
          </p:cNvPr>
          <p:cNvSpPr/>
          <p:nvPr/>
        </p:nvSpPr>
        <p:spPr>
          <a:xfrm>
            <a:off x="1016890" y="1143000"/>
            <a:ext cx="7488832" cy="182118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public class Sample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public static void main(String[] </a:t>
            </a:r>
            <a:r>
              <a:rPr lang="en-US" sz="1400" i="0" u="none" strike="noStrike" cap="none" dirty="0" err="1">
                <a:solidFill>
                  <a:schemeClr val="dk1"/>
                </a:solidFill>
                <a:latin typeface="+mn-ea"/>
                <a:cs typeface="MS Gothic"/>
                <a:sym typeface="MS Gothic"/>
              </a:rPr>
              <a:t>args</a:t>
            </a:r>
            <a:r>
              <a:rPr lang="en-US" sz="1400" i="0" u="none" strike="noStrike" cap="none" dirty="0">
                <a:solidFill>
                  <a:schemeClr val="dk1"/>
                </a:solidFill>
                <a:latin typeface="+mn-ea"/>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Sample </a:t>
            </a:r>
            <a:r>
              <a:rPr lang="en-US" sz="1400" i="0" u="none" strike="noStrike" cap="none" dirty="0" err="1">
                <a:solidFill>
                  <a:schemeClr val="dk1"/>
                </a:solidFill>
                <a:latin typeface="+mn-ea"/>
                <a:cs typeface="MS Gothic"/>
                <a:sym typeface="MS Gothic"/>
              </a:rPr>
              <a:t>sa</a:t>
            </a:r>
            <a:r>
              <a:rPr lang="en-US" sz="1400" i="0" u="none" strike="noStrike" cap="none" dirty="0">
                <a:solidFill>
                  <a:schemeClr val="dk1"/>
                </a:solidFill>
                <a:latin typeface="+mn-ea"/>
                <a:cs typeface="MS Gothic"/>
                <a:sym typeface="MS Gothic"/>
              </a:rPr>
              <a:t> = new Sample();</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String s = "</a:t>
            </a:r>
            <a:r>
              <a:rPr lang="ja-JP" altLang="en-US" sz="1400" i="0" u="none" strike="noStrike" cap="none" dirty="0">
                <a:solidFill>
                  <a:schemeClr val="dk1"/>
                </a:solidFill>
                <a:latin typeface="+mn-ea"/>
                <a:cs typeface="MS Gothic"/>
                <a:sym typeface="MS Gothic"/>
              </a:rPr>
              <a:t>こんにちは</a:t>
            </a:r>
            <a:r>
              <a:rPr lang="en-US" altLang="ja-JP" sz="1400" i="0" u="none" strike="noStrike" cap="none" dirty="0">
                <a:solidFill>
                  <a:schemeClr val="dk1"/>
                </a:solidFill>
                <a:latin typeface="+mn-ea"/>
                <a:cs typeface="MS Gothic"/>
                <a:sym typeface="MS Gothic"/>
              </a:rPr>
              <a:t>";</a:t>
            </a:r>
          </a:p>
          <a:p>
            <a:pPr marL="0" marR="0" lvl="0" indent="0" algn="l" rtl="0">
              <a:spcBef>
                <a:spcPts val="0"/>
              </a:spcBef>
              <a:spcAft>
                <a:spcPts val="0"/>
              </a:spcAft>
              <a:buNone/>
            </a:pPr>
            <a:r>
              <a:rPr lang="en-US" altLang="ja-JP" sz="1400" i="0" u="none" strike="noStrike" cap="none" dirty="0">
                <a:solidFill>
                  <a:schemeClr val="dk1"/>
                </a:solidFill>
                <a:latin typeface="+mn-ea"/>
                <a:cs typeface="MS Gothic"/>
                <a:sym typeface="MS Gothic"/>
              </a:rPr>
              <a:t>    </a:t>
            </a:r>
            <a:r>
              <a:rPr lang="en-US" sz="1400" i="0" u="none" strike="noStrike" cap="none" dirty="0" err="1">
                <a:solidFill>
                  <a:schemeClr val="dk1"/>
                </a:solidFill>
                <a:latin typeface="+mn-ea"/>
                <a:cs typeface="MS Gothic"/>
                <a:sym typeface="MS Gothic"/>
              </a:rPr>
              <a:t>Util.print</a:t>
            </a:r>
            <a:r>
              <a:rPr lang="en-US" sz="1400" i="0" u="none" strike="noStrike" cap="none" dirty="0">
                <a:solidFill>
                  <a:schemeClr val="dk1"/>
                </a:solidFill>
                <a:latin typeface="+mn-ea"/>
                <a:cs typeface="MS Gothic"/>
                <a:sym typeface="MS Gothic"/>
              </a:rPr>
              <a:t>(</a:t>
            </a:r>
            <a:r>
              <a:rPr lang="en-US" sz="1400" i="0" u="none" strike="noStrike" cap="none" dirty="0" err="1">
                <a:solidFill>
                  <a:schemeClr val="dk1"/>
                </a:solidFill>
                <a:latin typeface="+mn-ea"/>
                <a:cs typeface="MS Gothic"/>
                <a:sym typeface="MS Gothic"/>
              </a:rPr>
              <a:t>sa</a:t>
            </a:r>
            <a:r>
              <a:rPr lang="en-US" sz="1400" i="0" u="none" strike="noStrike" cap="none" dirty="0">
                <a:solidFill>
                  <a:schemeClr val="dk1"/>
                </a:solidFill>
                <a:latin typeface="+mn-ea"/>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a:t>
            </a:r>
            <a:r>
              <a:rPr lang="en-US" sz="1400" i="0" u="none" strike="noStrike" cap="none" dirty="0" err="1">
                <a:solidFill>
                  <a:schemeClr val="dk1"/>
                </a:solidFill>
                <a:latin typeface="+mn-ea"/>
                <a:cs typeface="MS Gothic"/>
                <a:sym typeface="MS Gothic"/>
              </a:rPr>
              <a:t>Util.print</a:t>
            </a:r>
            <a:r>
              <a:rPr lang="en-US" sz="1400" i="0" u="none" strike="noStrike" cap="none" dirty="0">
                <a:solidFill>
                  <a:schemeClr val="dk1"/>
                </a:solidFill>
                <a:latin typeface="+mn-ea"/>
                <a:cs typeface="MS Gothic"/>
                <a:sym typeface="MS Gothic"/>
              </a:rPr>
              <a:t>(s);</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a:t>
            </a:r>
          </a:p>
        </p:txBody>
      </p:sp>
      <p:sp>
        <p:nvSpPr>
          <p:cNvPr id="7" name="Google Shape;117;p17">
            <a:extLst>
              <a:ext uri="{FF2B5EF4-FFF2-40B4-BE49-F238E27FC236}">
                <a16:creationId xmlns:a16="http://schemas.microsoft.com/office/drawing/2014/main" id="{2B736A55-7D5E-4427-B31B-084CDCE7572F}"/>
              </a:ext>
            </a:extLst>
          </p:cNvPr>
          <p:cNvSpPr/>
          <p:nvPr/>
        </p:nvSpPr>
        <p:spPr>
          <a:xfrm>
            <a:off x="1016890" y="3004562"/>
            <a:ext cx="7488832" cy="1163578"/>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public class Util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public static void print(</a:t>
            </a:r>
            <a:r>
              <a:rPr lang="en-US" sz="1400" b="1" i="0" u="none" strike="noStrike" cap="none" dirty="0">
                <a:solidFill>
                  <a:schemeClr val="accent1"/>
                </a:solidFill>
                <a:latin typeface="+mn-ea"/>
                <a:cs typeface="MS Gothic"/>
                <a:sym typeface="MS Gothic"/>
              </a:rPr>
              <a:t>Object o</a:t>
            </a:r>
            <a:r>
              <a:rPr lang="en-US" sz="1400" i="0" u="none" strike="noStrike" cap="none" dirty="0">
                <a:solidFill>
                  <a:schemeClr val="dk1"/>
                </a:solidFill>
                <a:latin typeface="+mn-ea"/>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a:t>
            </a:r>
            <a:r>
              <a:rPr lang="en-US" sz="1400" i="0" u="none" strike="noStrike" cap="none" dirty="0" err="1">
                <a:solidFill>
                  <a:schemeClr val="dk1"/>
                </a:solidFill>
                <a:latin typeface="+mn-ea"/>
                <a:cs typeface="MS Gothic"/>
                <a:sym typeface="MS Gothic"/>
              </a:rPr>
              <a:t>System.out.println</a:t>
            </a:r>
            <a:r>
              <a:rPr lang="en-US" sz="1400" i="0" u="none" strike="noStrike" cap="none" dirty="0">
                <a:solidFill>
                  <a:schemeClr val="dk1"/>
                </a:solidFill>
                <a:latin typeface="+mn-ea"/>
                <a:cs typeface="MS Gothic"/>
                <a:sym typeface="MS Gothic"/>
              </a:rPr>
              <a:t>(</a:t>
            </a:r>
            <a:r>
              <a:rPr lang="en-US" sz="1400" b="1" i="0" u="none" strike="noStrike" cap="none" dirty="0" err="1">
                <a:solidFill>
                  <a:schemeClr val="accent1"/>
                </a:solidFill>
                <a:latin typeface="+mn-ea"/>
                <a:cs typeface="MS Gothic"/>
                <a:sym typeface="MS Gothic"/>
              </a:rPr>
              <a:t>o.toString</a:t>
            </a:r>
            <a:r>
              <a:rPr lang="en-US" sz="1400" b="1" i="0" u="none" strike="noStrike" cap="none" dirty="0">
                <a:solidFill>
                  <a:schemeClr val="accent1"/>
                </a:solidFill>
                <a:latin typeface="+mn-ea"/>
                <a:cs typeface="MS Gothic"/>
                <a:sym typeface="MS Gothic"/>
              </a:rPr>
              <a:t>()</a:t>
            </a:r>
            <a:r>
              <a:rPr lang="en-US" sz="1400" i="0" u="none" strike="noStrike" cap="none" dirty="0">
                <a:solidFill>
                  <a:schemeClr val="dk1"/>
                </a:solidFill>
                <a:latin typeface="+mn-ea"/>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a:t>
            </a:r>
          </a:p>
        </p:txBody>
      </p:sp>
      <p:sp>
        <p:nvSpPr>
          <p:cNvPr id="8" name="テキスト プレースホルダー 4">
            <a:extLst>
              <a:ext uri="{FF2B5EF4-FFF2-40B4-BE49-F238E27FC236}">
                <a16:creationId xmlns:a16="http://schemas.microsoft.com/office/drawing/2014/main" id="{788DD199-01D9-44FB-88AB-2A8BA62A7A07}"/>
              </a:ext>
            </a:extLst>
          </p:cNvPr>
          <p:cNvSpPr txBox="1">
            <a:spLocks/>
          </p:cNvSpPr>
          <p:nvPr/>
        </p:nvSpPr>
        <p:spPr>
          <a:xfrm>
            <a:off x="462875" y="4214572"/>
            <a:ext cx="8216900" cy="64750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上記のように参照型インスタンスなら何でも格納できます。</a:t>
            </a:r>
          </a:p>
          <a:p>
            <a:pPr marL="96838" indent="0">
              <a:buFont typeface="Arial" panose="020B0604020202020204" pitchFamily="34" charset="0"/>
              <a:buNone/>
            </a:pPr>
            <a:r>
              <a:rPr lang="ja-JP" altLang="en-US" dirty="0"/>
              <a:t>出力結果を予想してから実行してみましょう。</a:t>
            </a:r>
          </a:p>
        </p:txBody>
      </p:sp>
    </p:spTree>
    <p:extLst>
      <p:ext uri="{BB962C8B-B14F-4D97-AF65-F5344CB8AC3E}">
        <p14:creationId xmlns:p14="http://schemas.microsoft.com/office/powerpoint/2010/main" val="1391664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29480D6-B9F7-4B2D-934D-799AF6E609B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B2D0FA9-3BB4-4114-AAA4-EBDB6123205F}"/>
              </a:ext>
            </a:extLst>
          </p:cNvPr>
          <p:cNvSpPr>
            <a:spLocks noGrp="1"/>
          </p:cNvSpPr>
          <p:nvPr>
            <p:ph type="ctr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A363A2-78C6-419B-8D49-36EFEC4DBA33}"/>
              </a:ext>
            </a:extLst>
          </p:cNvPr>
          <p:cNvSpPr>
            <a:spLocks noGrp="1"/>
          </p:cNvSpPr>
          <p:nvPr>
            <p:ph type="sldNum" sz="quarter" idx="4"/>
          </p:nvPr>
        </p:nvSpPr>
        <p:spPr/>
        <p:txBody>
          <a:bodyPr/>
          <a:lstStyle/>
          <a:p>
            <a:fld id="{00000000-1234-1234-1234-123412341234}" type="slidenum">
              <a:rPr lang="en" smtClean="0"/>
              <a:pPr/>
              <a:t>8</a:t>
            </a:fld>
            <a:endParaRPr lang="en" dirty="0"/>
          </a:p>
        </p:txBody>
      </p:sp>
      <p:grpSp>
        <p:nvGrpSpPr>
          <p:cNvPr id="6" name="グループ化 5">
            <a:extLst>
              <a:ext uri="{FF2B5EF4-FFF2-40B4-BE49-F238E27FC236}">
                <a16:creationId xmlns:a16="http://schemas.microsoft.com/office/drawing/2014/main" id="{0C51799A-4BA9-4536-813F-57988FFE1C78}"/>
              </a:ext>
            </a:extLst>
          </p:cNvPr>
          <p:cNvGrpSpPr/>
          <p:nvPr/>
        </p:nvGrpSpPr>
        <p:grpSpPr>
          <a:xfrm>
            <a:off x="268873" y="786891"/>
            <a:ext cx="8411576" cy="4075185"/>
            <a:chOff x="268873" y="786891"/>
            <a:chExt cx="8411576" cy="4132541"/>
          </a:xfrm>
        </p:grpSpPr>
        <p:sp>
          <p:nvSpPr>
            <p:cNvPr id="7" name="四角形: 角を丸くする 6">
              <a:extLst>
                <a:ext uri="{FF2B5EF4-FFF2-40B4-BE49-F238E27FC236}">
                  <a16:creationId xmlns:a16="http://schemas.microsoft.com/office/drawing/2014/main" id="{9693D25A-0BFC-431E-A70C-A281A26FED04}"/>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テキスト ボックス 7">
              <a:extLst>
                <a:ext uri="{FF2B5EF4-FFF2-40B4-BE49-F238E27FC236}">
                  <a16:creationId xmlns:a16="http://schemas.microsoft.com/office/drawing/2014/main" id="{27AE91A4-05DF-49CE-8FF3-A104F5450D5C}"/>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9" name="図 8">
              <a:extLst>
                <a:ext uri="{FF2B5EF4-FFF2-40B4-BE49-F238E27FC236}">
                  <a16:creationId xmlns:a16="http://schemas.microsoft.com/office/drawing/2014/main" id="{B79CCEB8-1057-431B-962B-A7976D1F7534}"/>
                </a:ext>
              </a:extLst>
            </p:cNvPr>
            <p:cNvPicPr>
              <a:picLocks noChangeAspect="1"/>
            </p:cNvPicPr>
            <p:nvPr/>
          </p:nvPicPr>
          <p:blipFill>
            <a:blip r:embed="rId2"/>
            <a:stretch>
              <a:fillRect/>
            </a:stretch>
          </p:blipFill>
          <p:spPr>
            <a:xfrm>
              <a:off x="268873" y="805343"/>
              <a:ext cx="728929" cy="728929"/>
            </a:xfrm>
            <a:prstGeom prst="rect">
              <a:avLst/>
            </a:prstGeom>
          </p:spPr>
        </p:pic>
        <p:sp>
          <p:nvSpPr>
            <p:cNvPr id="10" name="吹き出し: 円形 9">
              <a:extLst>
                <a:ext uri="{FF2B5EF4-FFF2-40B4-BE49-F238E27FC236}">
                  <a16:creationId xmlns:a16="http://schemas.microsoft.com/office/drawing/2014/main" id="{265AF326-E733-419D-B5F3-C51D9147537C}"/>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ボックス 10">
            <a:extLst>
              <a:ext uri="{FF2B5EF4-FFF2-40B4-BE49-F238E27FC236}">
                <a16:creationId xmlns:a16="http://schemas.microsoft.com/office/drawing/2014/main" id="{8E83E20C-7669-4A7A-A8F9-592568AD0586}"/>
              </a:ext>
            </a:extLst>
          </p:cNvPr>
          <p:cNvSpPr txBox="1"/>
          <p:nvPr/>
        </p:nvSpPr>
        <p:spPr>
          <a:xfrm>
            <a:off x="1001091" y="1304691"/>
            <a:ext cx="2849216"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a:t>
            </a:r>
            <a:r>
              <a:rPr kumimoji="1" lang="en-US" altLang="ja-JP" sz="1600" dirty="0" err="1">
                <a:latin typeface="HGP創英角ﾎﾟｯﾌﾟ体" panose="040B0A00000000000000" pitchFamily="50" charset="-128"/>
                <a:ea typeface="HGP創英角ﾎﾟｯﾌﾟ体" panose="040B0A00000000000000" pitchFamily="50" charset="-128"/>
              </a:rPr>
              <a:t>toString</a:t>
            </a:r>
            <a:r>
              <a:rPr kumimoji="1" lang="ja-JP" altLang="en-US" sz="1600" dirty="0">
                <a:latin typeface="HGP創英角ﾎﾟｯﾌﾟ体" panose="040B0A00000000000000" pitchFamily="50" charset="-128"/>
                <a:ea typeface="HGP創英角ﾎﾟｯﾌﾟ体" panose="040B0A00000000000000" pitchFamily="50" charset="-128"/>
              </a:rPr>
              <a:t>メソッドって何者？</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2" name="テキスト ボックス 11">
            <a:extLst>
              <a:ext uri="{FF2B5EF4-FFF2-40B4-BE49-F238E27FC236}">
                <a16:creationId xmlns:a16="http://schemas.microsoft.com/office/drawing/2014/main" id="{365EA12C-89C1-4CAF-B279-CB95998497C7}"/>
              </a:ext>
            </a:extLst>
          </p:cNvPr>
          <p:cNvSpPr txBox="1"/>
          <p:nvPr/>
        </p:nvSpPr>
        <p:spPr>
          <a:xfrm>
            <a:off x="1195766" y="1710409"/>
            <a:ext cx="7147247" cy="2904621"/>
          </a:xfrm>
          <a:prstGeom prst="rect">
            <a:avLst/>
          </a:prstGeom>
          <a:solidFill>
            <a:schemeClr val="bg1">
              <a:lumMod val="95000"/>
            </a:schemeClr>
          </a:solidFill>
        </p:spPr>
        <p:txBody>
          <a:bodyPr wrap="square" rtlCol="0">
            <a:noAutofit/>
          </a:bodyPr>
          <a:lstStyle/>
          <a:p>
            <a:r>
              <a:rPr kumimoji="1" lang="en-US" altLang="ja-JP" sz="1400" dirty="0" err="1">
                <a:latin typeface="HGP創英角ﾎﾟｯﾌﾟ体" panose="040B0A00000000000000" pitchFamily="50" charset="-128"/>
                <a:ea typeface="HGP創英角ﾎﾟｯﾌﾟ体" panose="040B0A00000000000000" pitchFamily="50" charset="-128"/>
              </a:rPr>
              <a:t>toString</a:t>
            </a:r>
            <a:r>
              <a:rPr kumimoji="1" lang="ja-JP" altLang="en-US" sz="1400" dirty="0">
                <a:latin typeface="HGP創英角ﾎﾟｯﾌﾟ体" panose="040B0A00000000000000" pitchFamily="50" charset="-128"/>
                <a:ea typeface="HGP創英角ﾎﾟｯﾌﾟ体" panose="040B0A00000000000000" pitchFamily="50" charset="-128"/>
              </a:rPr>
              <a:t>メソッドは</a:t>
            </a:r>
            <a:r>
              <a:rPr kumimoji="1" lang="en-US" altLang="ja-JP" sz="1400" dirty="0">
                <a:latin typeface="HGP創英角ﾎﾟｯﾌﾟ体" panose="040B0A00000000000000" pitchFamily="50" charset="-128"/>
                <a:ea typeface="HGP創英角ﾎﾟｯﾌﾟ体" panose="040B0A00000000000000" pitchFamily="50" charset="-128"/>
              </a:rPr>
              <a:t>Object</a:t>
            </a:r>
            <a:r>
              <a:rPr kumimoji="1" lang="ja-JP" altLang="en-US" sz="1400" dirty="0">
                <a:latin typeface="HGP創英角ﾎﾟｯﾌﾟ体" panose="040B0A00000000000000" pitchFamily="50" charset="-128"/>
                <a:ea typeface="HGP創英角ﾎﾟｯﾌﾟ体" panose="040B0A00000000000000" pitchFamily="50" charset="-128"/>
              </a:rPr>
              <a:t>クラスの持つメソッドです。詳しくは</a:t>
            </a:r>
            <a:r>
              <a:rPr kumimoji="1" lang="en-US" altLang="ja-JP" sz="1400" dirty="0">
                <a:latin typeface="HGP創英角ﾎﾟｯﾌﾟ体" panose="040B0A00000000000000" pitchFamily="50" charset="-128"/>
                <a:ea typeface="HGP創英角ﾎﾟｯﾌﾟ体" panose="040B0A00000000000000" pitchFamily="50" charset="-128"/>
              </a:rPr>
              <a:t>API</a:t>
            </a:r>
            <a:r>
              <a:rPr kumimoji="1" lang="ja-JP" altLang="en-US" sz="1400" dirty="0">
                <a:latin typeface="HGP創英角ﾎﾟｯﾌﾟ体" panose="040B0A00000000000000" pitchFamily="50" charset="-128"/>
                <a:ea typeface="HGP創英角ﾎﾟｯﾌﾟ体" panose="040B0A00000000000000" pitchFamily="50" charset="-128"/>
              </a:rPr>
              <a:t>仕様書を見ると記載されていますが、「オブジェクトの文字列表現を返す」メソッドです。</a:t>
            </a:r>
            <a:endParaRPr kumimoji="1" lang="en-US" altLang="ja-JP" sz="1400" dirty="0">
              <a:latin typeface="HGP創英角ﾎﾟｯﾌﾟ体" panose="040B0A00000000000000" pitchFamily="50" charset="-128"/>
              <a:ea typeface="HGP創英角ﾎﾟｯﾌﾟ体" panose="040B0A00000000000000" pitchFamily="50" charset="-128"/>
            </a:endParaRPr>
          </a:p>
          <a:p>
            <a:endParaRPr kumimoji="1" lang="en-US" altLang="ja-JP" sz="1400" baseline="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1400" dirty="0">
                <a:latin typeface="HGP創英角ﾎﾟｯﾌﾟ体" panose="040B0A00000000000000" pitchFamily="50" charset="-128"/>
                <a:ea typeface="HGP創英角ﾎﾟｯﾌﾟ体" panose="040B0A00000000000000" pitchFamily="50" charset="-128"/>
              </a:rPr>
              <a:t>多くの場合、これはオブジェクトが格納されているメモリアドレスが表示されるため、プログラマが見ても意味がわからない文字列になります。</a:t>
            </a:r>
            <a:endParaRPr kumimoji="1" lang="en-US" altLang="ja-JP" sz="1400" dirty="0">
              <a:latin typeface="HGP創英角ﾎﾟｯﾌﾟ体" panose="040B0A00000000000000" pitchFamily="50" charset="-128"/>
              <a:ea typeface="HGP創英角ﾎﾟｯﾌﾟ体" panose="040B0A00000000000000" pitchFamily="50" charset="-128"/>
            </a:endParaRPr>
          </a:p>
          <a:p>
            <a:endParaRPr kumimoji="1" lang="en-US" altLang="ja-JP" sz="1400" dirty="0">
              <a:latin typeface="HGP創英角ﾎﾟｯﾌﾟ体" panose="040B0A00000000000000" pitchFamily="50" charset="-128"/>
              <a:ea typeface="HGP創英角ﾎﾟｯﾌﾟ体" panose="040B0A00000000000000" pitchFamily="50" charset="-128"/>
            </a:endParaRPr>
          </a:p>
          <a:p>
            <a:r>
              <a:rPr kumimoji="1" lang="ja-JP" altLang="en-US" sz="1400" dirty="0">
                <a:latin typeface="HGP創英角ﾎﾟｯﾌﾟ体" panose="040B0A00000000000000" pitchFamily="50" charset="-128"/>
                <a:ea typeface="HGP創英角ﾎﾟｯﾌﾟ体" panose="040B0A00000000000000" pitchFamily="50" charset="-128"/>
              </a:rPr>
              <a:t>そのため、どのようなクラスであるかわかるように「他のクラスは</a:t>
            </a:r>
            <a:r>
              <a:rPr kumimoji="1" lang="en-US" altLang="ja-JP" sz="1400" dirty="0" err="1">
                <a:latin typeface="HGP創英角ﾎﾟｯﾌﾟ体" panose="040B0A00000000000000" pitchFamily="50" charset="-128"/>
                <a:ea typeface="HGP創英角ﾎﾟｯﾌﾟ体" panose="040B0A00000000000000" pitchFamily="50" charset="-128"/>
              </a:rPr>
              <a:t>toString</a:t>
            </a:r>
            <a:r>
              <a:rPr kumimoji="1" lang="ja-JP" altLang="en-US" sz="1400" dirty="0">
                <a:latin typeface="HGP創英角ﾎﾟｯﾌﾟ体" panose="040B0A00000000000000" pitchFamily="50" charset="-128"/>
                <a:ea typeface="HGP創英角ﾎﾟｯﾌﾟ体" panose="040B0A00000000000000" pitchFamily="50" charset="-128"/>
              </a:rPr>
              <a:t>メソッドをオーバーライドして使ってね」と推奨されています。</a:t>
            </a:r>
            <a:endParaRPr kumimoji="1" lang="en-US" altLang="ja-JP" sz="1400" dirty="0">
              <a:latin typeface="HGP創英角ﾎﾟｯﾌﾟ体" panose="040B0A00000000000000" pitchFamily="50" charset="-128"/>
              <a:ea typeface="HGP創英角ﾎﾟｯﾌﾟ体" panose="040B0A00000000000000" pitchFamily="50" charset="-128"/>
            </a:endParaRPr>
          </a:p>
          <a:p>
            <a:endParaRPr kumimoji="1" lang="en-US" altLang="ja-JP" sz="1400" dirty="0">
              <a:latin typeface="HGP創英角ﾎﾟｯﾌﾟ体" panose="040B0A00000000000000" pitchFamily="50" charset="-128"/>
              <a:ea typeface="HGP創英角ﾎﾟｯﾌﾟ体" panose="040B0A00000000000000" pitchFamily="50" charset="-128"/>
            </a:endParaRPr>
          </a:p>
          <a:p>
            <a:r>
              <a:rPr kumimoji="1" lang="ja-JP" altLang="en-US" sz="1400" dirty="0">
                <a:latin typeface="HGP創英角ﾎﾟｯﾌﾟ体" panose="040B0A00000000000000" pitchFamily="50" charset="-128"/>
                <a:ea typeface="HGP創英角ﾎﾟｯﾌﾟ体" panose="040B0A00000000000000" pitchFamily="50" charset="-128"/>
              </a:rPr>
              <a:t>わかりやすいのが</a:t>
            </a:r>
            <a:r>
              <a:rPr kumimoji="1" lang="en-US" altLang="ja-JP" sz="1400" dirty="0">
                <a:latin typeface="HGP創英角ﾎﾟｯﾌﾟ体" panose="040B0A00000000000000" pitchFamily="50" charset="-128"/>
                <a:ea typeface="HGP創英角ﾎﾟｯﾌﾟ体" panose="040B0A00000000000000" pitchFamily="50" charset="-128"/>
              </a:rPr>
              <a:t>String</a:t>
            </a:r>
            <a:r>
              <a:rPr kumimoji="1" lang="ja-JP" altLang="en-US" sz="1400" dirty="0">
                <a:latin typeface="HGP創英角ﾎﾟｯﾌﾟ体" panose="040B0A00000000000000" pitchFamily="50" charset="-128"/>
                <a:ea typeface="HGP創英角ﾎﾟｯﾌﾟ体" panose="040B0A00000000000000" pitchFamily="50" charset="-128"/>
              </a:rPr>
              <a:t>クラスです。</a:t>
            </a:r>
            <a:r>
              <a:rPr kumimoji="1" lang="en-US" altLang="ja-JP" sz="1400" dirty="0">
                <a:latin typeface="HGP創英角ﾎﾟｯﾌﾟ体" panose="040B0A00000000000000" pitchFamily="50" charset="-128"/>
                <a:ea typeface="HGP創英角ﾎﾟｯﾌﾟ体" panose="040B0A00000000000000" pitchFamily="50" charset="-128"/>
              </a:rPr>
              <a:t>String</a:t>
            </a:r>
            <a:r>
              <a:rPr kumimoji="1" lang="ja-JP" altLang="en-US" sz="1400" dirty="0">
                <a:latin typeface="HGP創英角ﾎﾟｯﾌﾟ体" panose="040B0A00000000000000" pitchFamily="50" charset="-128"/>
                <a:ea typeface="HGP創英角ﾎﾟｯﾌﾟ体" panose="040B0A00000000000000" pitchFamily="50" charset="-128"/>
              </a:rPr>
              <a:t>クラスの</a:t>
            </a:r>
            <a:r>
              <a:rPr kumimoji="1" lang="en-US" altLang="ja-JP" sz="1400" dirty="0" err="1">
                <a:latin typeface="HGP創英角ﾎﾟｯﾌﾟ体" panose="040B0A00000000000000" pitchFamily="50" charset="-128"/>
                <a:ea typeface="HGP創英角ﾎﾟｯﾌﾟ体" panose="040B0A00000000000000" pitchFamily="50" charset="-128"/>
              </a:rPr>
              <a:t>toString</a:t>
            </a:r>
            <a:r>
              <a:rPr kumimoji="1" lang="ja-JP" altLang="en-US" sz="1400" dirty="0">
                <a:latin typeface="HGP創英角ﾎﾟｯﾌﾟ体" panose="040B0A00000000000000" pitchFamily="50" charset="-128"/>
                <a:ea typeface="HGP創英角ﾎﾟｯﾌﾟ体" panose="040B0A00000000000000" pitchFamily="50" charset="-128"/>
              </a:rPr>
              <a:t>メソッドは自身、つまり保持されている文字列を返すものになっています。</a:t>
            </a:r>
            <a:endParaRPr kumimoji="1" lang="en-US" altLang="ja-JP" sz="1400" dirty="0">
              <a:latin typeface="HGP創英角ﾎﾟｯﾌﾟ体" panose="040B0A00000000000000" pitchFamily="50" charset="-128"/>
              <a:ea typeface="HGP創英角ﾎﾟｯﾌﾟ体" panose="040B0A00000000000000" pitchFamily="50" charset="-128"/>
            </a:endParaRPr>
          </a:p>
          <a:p>
            <a:endParaRPr kumimoji="1" lang="en-US" altLang="ja-JP" sz="1400" dirty="0">
              <a:latin typeface="HGP創英角ﾎﾟｯﾌﾟ体" panose="040B0A00000000000000" pitchFamily="50" charset="-128"/>
              <a:ea typeface="HGP創英角ﾎﾟｯﾌﾟ体" panose="040B0A00000000000000" pitchFamily="50" charset="-128"/>
            </a:endParaRPr>
          </a:p>
          <a:p>
            <a:r>
              <a:rPr kumimoji="1" lang="ja-JP" altLang="en-US" sz="1400" dirty="0">
                <a:latin typeface="HGP創英角ﾎﾟｯﾌﾟ体" panose="040B0A00000000000000" pitchFamily="50" charset="-128"/>
                <a:ea typeface="HGP創英角ﾎﾟｯﾌﾟ体" panose="040B0A00000000000000" pitchFamily="50" charset="-128"/>
              </a:rPr>
              <a:t>大きな決まりではないですが、覚えておくとどこかで役に立つかも！？</a:t>
            </a:r>
            <a:endParaRPr kumimoji="1" lang="en-US" altLang="ja-JP" sz="1400" dirty="0">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2477402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ADD1A94-2807-4D09-AF25-2BC4B20C5D3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BCD852E-6D3F-4225-8505-8F857171C028}"/>
              </a:ext>
            </a:extLst>
          </p:cNvPr>
          <p:cNvSpPr>
            <a:spLocks noGrp="1"/>
          </p:cNvSpPr>
          <p:nvPr>
            <p:ph type="ctrTitle"/>
          </p:nvPr>
        </p:nvSpPr>
        <p:spPr/>
        <p:txBody>
          <a:bodyPr/>
          <a:lstStyle/>
          <a:p>
            <a:r>
              <a:rPr lang="en-US" altLang="ja-JP" dirty="0" err="1"/>
              <a:t>基本データ型に対応するクラス</a:t>
            </a:r>
            <a:endParaRPr kumimoji="1" lang="ja-JP" altLang="en-US" dirty="0"/>
          </a:p>
        </p:txBody>
      </p:sp>
      <p:sp>
        <p:nvSpPr>
          <p:cNvPr id="4" name="スライド番号プレースホルダー 3">
            <a:extLst>
              <a:ext uri="{FF2B5EF4-FFF2-40B4-BE49-F238E27FC236}">
                <a16:creationId xmlns:a16="http://schemas.microsoft.com/office/drawing/2014/main" id="{079A59CF-DD58-4A04-9562-748F0ED00B60}"/>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0911996D-F7E3-45D4-80DA-0884510BC9DE}"/>
              </a:ext>
            </a:extLst>
          </p:cNvPr>
          <p:cNvSpPr>
            <a:spLocks noGrp="1"/>
          </p:cNvSpPr>
          <p:nvPr>
            <p:ph type="body" sz="quarter" idx="14"/>
          </p:nvPr>
        </p:nvSpPr>
        <p:spPr>
          <a:xfrm>
            <a:off x="462875" y="859491"/>
            <a:ext cx="8216900" cy="1205080"/>
          </a:xfrm>
        </p:spPr>
        <p:txBody>
          <a:bodyPr/>
          <a:lstStyle/>
          <a:p>
            <a:pPr marL="96838" indent="0">
              <a:buNone/>
            </a:pPr>
            <a:r>
              <a:rPr kumimoji="1" lang="ja-JP" altLang="en-US" dirty="0"/>
              <a:t>基本データ型は値そのものを保持する型でした。そのためインスタンスを保持することができません。</a:t>
            </a:r>
            <a:endParaRPr kumimoji="1" lang="en-US" altLang="ja-JP" dirty="0"/>
          </a:p>
          <a:p>
            <a:pPr marL="96838" indent="0">
              <a:buNone/>
            </a:pPr>
            <a:r>
              <a:rPr kumimoji="1" lang="ja-JP" altLang="en-US" dirty="0"/>
              <a:t>基本型のインスタンスが必要だ！（コレクションを学習すると必要な場面があります）という場合に対応できるよう、</a:t>
            </a:r>
            <a:r>
              <a:rPr kumimoji="1" lang="en-US" altLang="ja-JP" dirty="0"/>
              <a:t>Java</a:t>
            </a:r>
            <a:r>
              <a:rPr kumimoji="1" lang="ja-JP" altLang="en-US" dirty="0"/>
              <a:t>には基本データ型に対応するクラスが用意されています。</a:t>
            </a:r>
            <a:endParaRPr kumimoji="1" lang="en-US" altLang="ja-JP" dirty="0"/>
          </a:p>
          <a:p>
            <a:pPr marL="96838" indent="0">
              <a:buNone/>
            </a:pPr>
            <a:r>
              <a:rPr lang="ja-JP" altLang="en-US" dirty="0"/>
              <a:t>これを</a:t>
            </a:r>
            <a:r>
              <a:rPr lang="ja-JP" altLang="en-US" dirty="0">
                <a:solidFill>
                  <a:schemeClr val="tx2"/>
                </a:solidFill>
              </a:rPr>
              <a:t>ラッパークラス</a:t>
            </a:r>
            <a:r>
              <a:rPr lang="ja-JP" altLang="en-US" dirty="0"/>
              <a:t>といいます。</a:t>
            </a:r>
            <a:endParaRPr kumimoji="1" lang="ja-JP" altLang="en-US" dirty="0"/>
          </a:p>
        </p:txBody>
      </p:sp>
      <p:graphicFrame>
        <p:nvGraphicFramePr>
          <p:cNvPr id="6" name="Google Shape;232;p26">
            <a:extLst>
              <a:ext uri="{FF2B5EF4-FFF2-40B4-BE49-F238E27FC236}">
                <a16:creationId xmlns:a16="http://schemas.microsoft.com/office/drawing/2014/main" id="{49E3433F-252B-48EE-9F58-4D9D617F9D5C}"/>
              </a:ext>
            </a:extLst>
          </p:cNvPr>
          <p:cNvGraphicFramePr/>
          <p:nvPr>
            <p:extLst>
              <p:ext uri="{D42A27DB-BD31-4B8C-83A1-F6EECF244321}">
                <p14:modId xmlns:p14="http://schemas.microsoft.com/office/powerpoint/2010/main" val="627667273"/>
              </p:ext>
            </p:extLst>
          </p:nvPr>
        </p:nvGraphicFramePr>
        <p:xfrm>
          <a:off x="1124621" y="2093703"/>
          <a:ext cx="7056122" cy="2743290"/>
        </p:xfrm>
        <a:graphic>
          <a:graphicData uri="http://schemas.openxmlformats.org/drawingml/2006/table">
            <a:tbl>
              <a:tblPr firstRow="1" bandRow="1">
                <a:tableStyleId>{BDBED569-4797-4DF1-A0F4-6AAB3CD982D8}</a:tableStyleId>
              </a:tblPr>
              <a:tblGrid>
                <a:gridCol w="3528061">
                  <a:extLst>
                    <a:ext uri="{9D8B030D-6E8A-4147-A177-3AD203B41FA5}">
                      <a16:colId xmlns:a16="http://schemas.microsoft.com/office/drawing/2014/main" val="20000"/>
                    </a:ext>
                  </a:extLst>
                </a:gridCol>
                <a:gridCol w="3528061">
                  <a:extLst>
                    <a:ext uri="{9D8B030D-6E8A-4147-A177-3AD203B41FA5}">
                      <a16:colId xmlns:a16="http://schemas.microsoft.com/office/drawing/2014/main" val="20001"/>
                    </a:ext>
                  </a:extLst>
                </a:gridCol>
              </a:tblGrid>
              <a:tr h="231987">
                <a:tc>
                  <a:txBody>
                    <a:bodyPr/>
                    <a:lstStyle/>
                    <a:p>
                      <a:pPr marL="0" marR="0" lvl="0" indent="0" algn="l" rtl="0">
                        <a:spcBef>
                          <a:spcPts val="0"/>
                        </a:spcBef>
                        <a:spcAft>
                          <a:spcPts val="0"/>
                        </a:spcAft>
                        <a:buNone/>
                      </a:pPr>
                      <a:r>
                        <a:rPr lang="en-US" sz="1400" dirty="0" err="1">
                          <a:sym typeface="Arial"/>
                        </a:rPr>
                        <a:t>基本データ型</a:t>
                      </a:r>
                      <a:endParaRPr sz="1400" dirty="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対応するクラス</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0"/>
                  </a:ext>
                </a:extLst>
              </a:tr>
              <a:tr h="231987">
                <a:tc>
                  <a:txBody>
                    <a:bodyPr/>
                    <a:lstStyle/>
                    <a:p>
                      <a:pPr marL="0" marR="0" lvl="0" indent="0" algn="l" rtl="0">
                        <a:spcBef>
                          <a:spcPts val="0"/>
                        </a:spcBef>
                        <a:spcAft>
                          <a:spcPts val="0"/>
                        </a:spcAft>
                        <a:buNone/>
                      </a:pPr>
                      <a:r>
                        <a:rPr lang="en-US" sz="1400">
                          <a:sym typeface="Arial"/>
                        </a:rPr>
                        <a:t>byte</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java.lang.Byte</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1"/>
                  </a:ext>
                </a:extLst>
              </a:tr>
              <a:tr h="231987">
                <a:tc>
                  <a:txBody>
                    <a:bodyPr/>
                    <a:lstStyle/>
                    <a:p>
                      <a:pPr marL="0" marR="0" lvl="0" indent="0" algn="l" rtl="0">
                        <a:spcBef>
                          <a:spcPts val="0"/>
                        </a:spcBef>
                        <a:spcAft>
                          <a:spcPts val="0"/>
                        </a:spcAft>
                        <a:buNone/>
                      </a:pPr>
                      <a:r>
                        <a:rPr lang="en-US" sz="1400">
                          <a:sym typeface="Arial"/>
                        </a:rPr>
                        <a:t>short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java.lang.Short</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2"/>
                  </a:ext>
                </a:extLst>
              </a:tr>
              <a:tr h="231987">
                <a:tc>
                  <a:txBody>
                    <a:bodyPr/>
                    <a:lstStyle/>
                    <a:p>
                      <a:pPr marL="0" marR="0" lvl="0" indent="0" algn="l" rtl="0">
                        <a:spcBef>
                          <a:spcPts val="0"/>
                        </a:spcBef>
                        <a:spcAft>
                          <a:spcPts val="0"/>
                        </a:spcAft>
                        <a:buNone/>
                      </a:pPr>
                      <a:r>
                        <a:rPr lang="en-US" sz="1400">
                          <a:sym typeface="Arial"/>
                        </a:rPr>
                        <a:t>int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java.lang.Integer</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3"/>
                  </a:ext>
                </a:extLst>
              </a:tr>
              <a:tr h="231987">
                <a:tc>
                  <a:txBody>
                    <a:bodyPr/>
                    <a:lstStyle/>
                    <a:p>
                      <a:pPr marL="0" marR="0" lvl="0" indent="0" algn="l" rtl="0">
                        <a:spcBef>
                          <a:spcPts val="0"/>
                        </a:spcBef>
                        <a:spcAft>
                          <a:spcPts val="0"/>
                        </a:spcAft>
                        <a:buNone/>
                      </a:pPr>
                      <a:r>
                        <a:rPr lang="en-US" sz="1400">
                          <a:sym typeface="Arial"/>
                        </a:rPr>
                        <a:t>long</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err="1">
                          <a:sym typeface="Arial"/>
                        </a:rPr>
                        <a:t>java.lang.Long</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4"/>
                  </a:ext>
                </a:extLst>
              </a:tr>
              <a:tr h="231987">
                <a:tc>
                  <a:txBody>
                    <a:bodyPr/>
                    <a:lstStyle/>
                    <a:p>
                      <a:pPr marL="0" marR="0" lvl="0" indent="0" algn="l" rtl="0">
                        <a:spcBef>
                          <a:spcPts val="0"/>
                        </a:spcBef>
                        <a:spcAft>
                          <a:spcPts val="0"/>
                        </a:spcAft>
                        <a:buNone/>
                      </a:pPr>
                      <a:r>
                        <a:rPr lang="en-US" sz="1400">
                          <a:sym typeface="Arial"/>
                        </a:rPr>
                        <a:t>double</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java.lang.Double</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5"/>
                  </a:ext>
                </a:extLst>
              </a:tr>
              <a:tr h="231987">
                <a:tc>
                  <a:txBody>
                    <a:bodyPr/>
                    <a:lstStyle/>
                    <a:p>
                      <a:pPr marL="0" marR="0" lvl="0" indent="0" algn="l" rtl="0">
                        <a:spcBef>
                          <a:spcPts val="0"/>
                        </a:spcBef>
                        <a:spcAft>
                          <a:spcPts val="0"/>
                        </a:spcAft>
                        <a:buNone/>
                      </a:pPr>
                      <a:r>
                        <a:rPr lang="en-US" sz="1400">
                          <a:sym typeface="Arial"/>
                        </a:rPr>
                        <a:t>float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java.lang.Float</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6"/>
                  </a:ext>
                </a:extLst>
              </a:tr>
              <a:tr h="231987">
                <a:tc>
                  <a:txBody>
                    <a:bodyPr/>
                    <a:lstStyle/>
                    <a:p>
                      <a:pPr marL="0" marR="0" lvl="0" indent="0" algn="l" rtl="0">
                        <a:spcBef>
                          <a:spcPts val="0"/>
                        </a:spcBef>
                        <a:spcAft>
                          <a:spcPts val="0"/>
                        </a:spcAft>
                        <a:buNone/>
                      </a:pPr>
                      <a:r>
                        <a:rPr lang="en-US" sz="1400">
                          <a:sym typeface="Arial"/>
                        </a:rPr>
                        <a:t>char</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java.lang.Character</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7"/>
                  </a:ext>
                </a:extLst>
              </a:tr>
              <a:tr h="231987">
                <a:tc>
                  <a:txBody>
                    <a:bodyPr/>
                    <a:lstStyle/>
                    <a:p>
                      <a:pPr marL="0" marR="0" lvl="0" indent="0" algn="l" rtl="0">
                        <a:spcBef>
                          <a:spcPts val="0"/>
                        </a:spcBef>
                        <a:spcAft>
                          <a:spcPts val="0"/>
                        </a:spcAft>
                        <a:buNone/>
                      </a:pPr>
                      <a:r>
                        <a:rPr lang="en-US" sz="1400">
                          <a:sym typeface="Arial"/>
                        </a:rPr>
                        <a:t>boolean</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err="1">
                          <a:sym typeface="Arial"/>
                        </a:rPr>
                        <a:t>java.lang.Boolean</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54486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446D533-5E61-4524-9AEE-D789EC5ABC62}"/>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7365B4C-CE15-43AF-94F3-5D195C249F07}"/>
              </a:ext>
            </a:extLst>
          </p:cNvPr>
          <p:cNvSpPr>
            <a:spLocks noGrp="1"/>
          </p:cNvSpPr>
          <p:nvPr>
            <p:ph type="ctrTitle"/>
          </p:nvPr>
        </p:nvSpPr>
        <p:spPr/>
        <p:txBody>
          <a:bodyPr/>
          <a:lstStyle/>
          <a:p>
            <a:r>
              <a:rPr lang="en-US" altLang="ja-JP" dirty="0" err="1"/>
              <a:t>ラッパークラスのメリット</a:t>
            </a:r>
            <a:endParaRPr kumimoji="1" lang="ja-JP" altLang="en-US" dirty="0"/>
          </a:p>
        </p:txBody>
      </p:sp>
      <p:sp>
        <p:nvSpPr>
          <p:cNvPr id="4" name="スライド番号プレースホルダー 3">
            <a:extLst>
              <a:ext uri="{FF2B5EF4-FFF2-40B4-BE49-F238E27FC236}">
                <a16:creationId xmlns:a16="http://schemas.microsoft.com/office/drawing/2014/main" id="{B54BAF5C-827A-4F6B-9E93-09FEACB9CE50}"/>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D97C5F0E-4810-4773-89E1-5D7BF0C5D209}"/>
              </a:ext>
            </a:extLst>
          </p:cNvPr>
          <p:cNvSpPr>
            <a:spLocks noGrp="1"/>
          </p:cNvSpPr>
          <p:nvPr>
            <p:ph type="body" sz="quarter" idx="14"/>
          </p:nvPr>
        </p:nvSpPr>
        <p:spPr/>
        <p:txBody>
          <a:bodyPr/>
          <a:lstStyle/>
          <a:p>
            <a:pPr marL="96838" indent="0">
              <a:buNone/>
            </a:pPr>
            <a:r>
              <a:rPr kumimoji="1" lang="ja-JP" altLang="en-US" dirty="0"/>
              <a:t>ラッパークラスがあることでどのようなメリットがあるのかをまとめましょう。</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便利なメソッドを提供</a:t>
            </a:r>
          </a:p>
          <a:p>
            <a:pPr marL="452438" lvl="1" indent="0">
              <a:buNone/>
            </a:pPr>
            <a:r>
              <a:rPr kumimoji="1" lang="ja-JP" altLang="en-US" dirty="0"/>
              <a:t>「文字列を数値に変換する」、「二つの数値の大きい方を取得する」といった便利なメソッドを提供してくれます。</a:t>
            </a:r>
            <a:endParaRPr kumimoji="1" lang="en-US" altLang="ja-JP" dirty="0"/>
          </a:p>
          <a:p>
            <a:pPr marL="452438" lvl="1" indent="0">
              <a:buNone/>
            </a:pPr>
            <a:endParaRPr lang="en-US" altLang="ja-JP" dirty="0"/>
          </a:p>
          <a:p>
            <a:pPr marL="452438" lvl="1" indent="0">
              <a:buNone/>
            </a:pPr>
            <a:r>
              <a:rPr kumimoji="1" lang="en-US" altLang="ja-JP" dirty="0"/>
              <a:t>(</a:t>
            </a:r>
            <a:r>
              <a:rPr kumimoji="1" lang="ja-JP" altLang="en-US" dirty="0"/>
              <a:t>例</a:t>
            </a:r>
            <a:r>
              <a:rPr kumimoji="1" lang="en-US" altLang="ja-JP" dirty="0"/>
              <a:t>)</a:t>
            </a:r>
            <a:r>
              <a:rPr kumimoji="1" lang="en-US" altLang="ja-JP" dirty="0" err="1"/>
              <a:t>parseInt</a:t>
            </a:r>
            <a:r>
              <a:rPr kumimoji="1" lang="en-US" altLang="ja-JP" dirty="0"/>
              <a:t>:</a:t>
            </a:r>
            <a:r>
              <a:rPr kumimoji="1" lang="ja-JP" altLang="en-US" dirty="0"/>
              <a:t>文字列を</a:t>
            </a:r>
            <a:r>
              <a:rPr kumimoji="1" lang="en-US" altLang="ja-JP" dirty="0"/>
              <a:t>int</a:t>
            </a:r>
            <a:r>
              <a:rPr kumimoji="1" lang="ja-JP" altLang="en-US" dirty="0"/>
              <a:t>型に変換する。</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インスタンスとして扱えるようにする</a:t>
            </a:r>
          </a:p>
          <a:p>
            <a:pPr marL="452438" lvl="1" indent="0">
              <a:buNone/>
            </a:pPr>
            <a:r>
              <a:rPr kumimoji="1" lang="ja-JP" altLang="en-US" dirty="0"/>
              <a:t>以下のように変換ができます。</a:t>
            </a:r>
          </a:p>
          <a:p>
            <a:pPr marL="817563" lvl="2" indent="0">
              <a:buNone/>
            </a:pPr>
            <a:r>
              <a:rPr kumimoji="1" lang="en-US" altLang="ja-JP" b="1" dirty="0">
                <a:solidFill>
                  <a:schemeClr val="accent1"/>
                </a:solidFill>
              </a:rPr>
              <a:t>int num1 = 10;</a:t>
            </a:r>
            <a:br>
              <a:rPr lang="en-US" altLang="ja-JP" b="1" dirty="0">
                <a:solidFill>
                  <a:schemeClr val="accent1"/>
                </a:solidFill>
              </a:rPr>
            </a:br>
            <a:r>
              <a:rPr kumimoji="1" lang="en-US" altLang="ja-JP" b="1" dirty="0">
                <a:solidFill>
                  <a:schemeClr val="accent1"/>
                </a:solidFill>
              </a:rPr>
              <a:t>Integer in = </a:t>
            </a:r>
            <a:r>
              <a:rPr kumimoji="1" lang="en-US" altLang="ja-JP" b="1" dirty="0" err="1">
                <a:solidFill>
                  <a:schemeClr val="accent1"/>
                </a:solidFill>
              </a:rPr>
              <a:t>Integer.valueOf</a:t>
            </a:r>
            <a:r>
              <a:rPr kumimoji="1" lang="en-US" altLang="ja-JP" b="1" dirty="0">
                <a:solidFill>
                  <a:schemeClr val="accent1"/>
                </a:solidFill>
              </a:rPr>
              <a:t>(num1);</a:t>
            </a:r>
            <a:r>
              <a:rPr kumimoji="1" lang="ja-JP" altLang="en-US" b="1" dirty="0">
                <a:solidFill>
                  <a:schemeClr val="accent1"/>
                </a:solidFill>
              </a:rPr>
              <a:t>　	</a:t>
            </a:r>
            <a:r>
              <a:rPr kumimoji="1" lang="en-US" altLang="ja-JP" b="1" dirty="0">
                <a:solidFill>
                  <a:schemeClr val="accent6"/>
                </a:solidFill>
              </a:rPr>
              <a:t>//Integer</a:t>
            </a:r>
            <a:r>
              <a:rPr kumimoji="1" lang="ja-JP" altLang="en-US" b="1" dirty="0">
                <a:solidFill>
                  <a:schemeClr val="accent6"/>
                </a:solidFill>
              </a:rPr>
              <a:t>型に変換</a:t>
            </a:r>
            <a:br>
              <a:rPr lang="en-US" altLang="ja-JP" b="1" dirty="0">
                <a:solidFill>
                  <a:schemeClr val="accent1"/>
                </a:solidFill>
              </a:rPr>
            </a:br>
            <a:r>
              <a:rPr kumimoji="1" lang="en-US" altLang="ja-JP" b="1" dirty="0">
                <a:solidFill>
                  <a:schemeClr val="accent1"/>
                </a:solidFill>
              </a:rPr>
              <a:t>int num2 = </a:t>
            </a:r>
            <a:r>
              <a:rPr kumimoji="1" lang="en-US" altLang="ja-JP" b="1" dirty="0" err="1">
                <a:solidFill>
                  <a:schemeClr val="accent1"/>
                </a:solidFill>
              </a:rPr>
              <a:t>in.intValue</a:t>
            </a:r>
            <a:r>
              <a:rPr kumimoji="1" lang="en-US" altLang="ja-JP" b="1" dirty="0">
                <a:solidFill>
                  <a:schemeClr val="accent1"/>
                </a:solidFill>
              </a:rPr>
              <a:t>();		</a:t>
            </a:r>
            <a:r>
              <a:rPr kumimoji="1" lang="en-US" altLang="ja-JP" b="1" dirty="0">
                <a:solidFill>
                  <a:schemeClr val="accent6"/>
                </a:solidFill>
              </a:rPr>
              <a:t>//int</a:t>
            </a:r>
            <a:r>
              <a:rPr kumimoji="1" lang="ja-JP" altLang="en-US" b="1" dirty="0">
                <a:solidFill>
                  <a:schemeClr val="accent6"/>
                </a:solidFill>
              </a:rPr>
              <a:t>型に変換</a:t>
            </a:r>
          </a:p>
          <a:p>
            <a:pPr marL="452438" lvl="1" indent="0">
              <a:buNone/>
            </a:pPr>
            <a:r>
              <a:rPr kumimoji="1" lang="ja-JP" altLang="en-US" dirty="0"/>
              <a:t>ただし、上記の方法では手間がかかるため、</a:t>
            </a:r>
            <a:r>
              <a:rPr kumimoji="1" lang="en-US" altLang="ja-JP" dirty="0"/>
              <a:t>Java</a:t>
            </a:r>
            <a:r>
              <a:rPr kumimoji="1" lang="ja-JP" altLang="en-US" dirty="0"/>
              <a:t>には便利な機能が用意されています。</a:t>
            </a:r>
            <a:endParaRPr kumimoji="1" lang="en-US" altLang="ja-JP" dirty="0"/>
          </a:p>
          <a:p>
            <a:pPr marL="452438" lvl="1" indent="0">
              <a:buNone/>
            </a:pPr>
            <a:r>
              <a:rPr lang="ja-JP" altLang="en-US" dirty="0"/>
              <a:t>次のページで、その機能について説明します。</a:t>
            </a:r>
            <a:endParaRPr kumimoji="1" lang="ja-JP" altLang="en-US" dirty="0"/>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1909491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8BFE529-F5DD-4038-894D-8C5E87D7D7F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6E714A2-F5B3-40AF-BE59-21096808AE8C}"/>
              </a:ext>
            </a:extLst>
          </p:cNvPr>
          <p:cNvSpPr>
            <a:spLocks noGrp="1"/>
          </p:cNvSpPr>
          <p:nvPr>
            <p:ph type="ctrTitle"/>
          </p:nvPr>
        </p:nvSpPr>
        <p:spPr/>
        <p:txBody>
          <a:bodyPr/>
          <a:lstStyle/>
          <a:p>
            <a:r>
              <a:rPr lang="en-US" altLang="ja-JP" dirty="0" err="1"/>
              <a:t>自動変換機能</a:t>
            </a:r>
            <a:endParaRPr kumimoji="1" lang="ja-JP" altLang="en-US" dirty="0"/>
          </a:p>
        </p:txBody>
      </p:sp>
      <p:sp>
        <p:nvSpPr>
          <p:cNvPr id="4" name="スライド番号プレースホルダー 3">
            <a:extLst>
              <a:ext uri="{FF2B5EF4-FFF2-40B4-BE49-F238E27FC236}">
                <a16:creationId xmlns:a16="http://schemas.microsoft.com/office/drawing/2014/main" id="{A3833F21-EE6F-4075-A799-FE747C6520E8}"/>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A47E207A-E369-4491-987F-8B9A6C720134}"/>
              </a:ext>
            </a:extLst>
          </p:cNvPr>
          <p:cNvSpPr>
            <a:spLocks noGrp="1"/>
          </p:cNvSpPr>
          <p:nvPr>
            <p:ph type="body" sz="quarter" idx="14"/>
          </p:nvPr>
        </p:nvSpPr>
        <p:spPr>
          <a:xfrm>
            <a:off x="462875" y="859491"/>
            <a:ext cx="8216900" cy="824530"/>
          </a:xfrm>
        </p:spPr>
        <p:txBody>
          <a:bodyPr/>
          <a:lstStyle/>
          <a:p>
            <a:pPr marL="96838" indent="0">
              <a:buNone/>
            </a:pPr>
            <a:r>
              <a:rPr kumimoji="1" lang="ja-JP" altLang="en-US" dirty="0"/>
              <a:t>自動で変換する機能があるため、前ページのような処理は必要ありません。</a:t>
            </a:r>
          </a:p>
          <a:p>
            <a:pPr marL="96838" indent="0">
              <a:buNone/>
            </a:pPr>
            <a:r>
              <a:rPr kumimoji="1" lang="ja-JP" altLang="en-US" dirty="0"/>
              <a:t>これらの機能は、</a:t>
            </a:r>
            <a:r>
              <a:rPr kumimoji="1" lang="en-US" altLang="ja-JP" b="1" dirty="0" err="1">
                <a:solidFill>
                  <a:schemeClr val="tx2"/>
                </a:solidFill>
              </a:rPr>
              <a:t>AutoBoxing</a:t>
            </a:r>
            <a:r>
              <a:rPr kumimoji="1" lang="en-US" altLang="ja-JP" b="1" dirty="0">
                <a:solidFill>
                  <a:schemeClr val="tx2"/>
                </a:solidFill>
              </a:rPr>
              <a:t>/</a:t>
            </a:r>
            <a:r>
              <a:rPr kumimoji="1" lang="en-US" altLang="ja-JP" b="1" dirty="0" err="1">
                <a:solidFill>
                  <a:schemeClr val="tx2"/>
                </a:solidFill>
              </a:rPr>
              <a:t>AutoUnBoxing</a:t>
            </a:r>
            <a:r>
              <a:rPr kumimoji="1" lang="ja-JP" altLang="en-US" dirty="0"/>
              <a:t>と呼ばれます。</a:t>
            </a:r>
          </a:p>
          <a:p>
            <a:pPr marL="96838" indent="0">
              <a:buNone/>
            </a:pPr>
            <a:r>
              <a:rPr kumimoji="1" lang="ja-JP" altLang="en-US" dirty="0"/>
              <a:t>どんなプログラムになるか見てみましょう。</a:t>
            </a:r>
          </a:p>
          <a:p>
            <a:pPr marL="96838" indent="0">
              <a:buNone/>
            </a:pPr>
            <a:endParaRPr kumimoji="1" lang="ja-JP" altLang="en-US" dirty="0"/>
          </a:p>
        </p:txBody>
      </p:sp>
      <p:sp>
        <p:nvSpPr>
          <p:cNvPr id="6" name="Google Shape;117;p17">
            <a:extLst>
              <a:ext uri="{FF2B5EF4-FFF2-40B4-BE49-F238E27FC236}">
                <a16:creationId xmlns:a16="http://schemas.microsoft.com/office/drawing/2014/main" id="{2445B583-2B82-4005-A8AE-A3A61FB7AD35}"/>
              </a:ext>
            </a:extLst>
          </p:cNvPr>
          <p:cNvSpPr/>
          <p:nvPr/>
        </p:nvSpPr>
        <p:spPr>
          <a:xfrm>
            <a:off x="1016890" y="1756410"/>
            <a:ext cx="6961250" cy="163068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public class Sample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public static void main(String[] </a:t>
            </a:r>
            <a:r>
              <a:rPr lang="en-US" sz="1400" i="0" u="none" strike="noStrike" cap="none" dirty="0" err="1">
                <a:solidFill>
                  <a:schemeClr val="dk1"/>
                </a:solidFill>
                <a:latin typeface="+mn-ea"/>
                <a:cs typeface="MS Gothic"/>
                <a:sym typeface="MS Gothic"/>
              </a:rPr>
              <a:t>args</a:t>
            </a:r>
            <a:r>
              <a:rPr lang="en-US" sz="1400" i="0" u="none" strike="noStrike" cap="none" dirty="0">
                <a:solidFill>
                  <a:schemeClr val="dk1"/>
                </a:solidFill>
                <a:latin typeface="+mn-ea"/>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latin typeface="+mn-ea"/>
                <a:cs typeface="MS Gothic"/>
                <a:sym typeface="MS Gothic"/>
              </a:rPr>
              <a:t>　　int num1 = 10;</a:t>
            </a:r>
          </a:p>
          <a:p>
            <a:pPr marL="0" marR="0" lvl="0" indent="0" algn="l" rtl="0">
              <a:spcBef>
                <a:spcPts val="0"/>
              </a:spcBef>
              <a:spcAft>
                <a:spcPts val="0"/>
              </a:spcAft>
              <a:buNone/>
            </a:pPr>
            <a:r>
              <a:rPr lang="en-US" sz="1400" b="1" i="0" u="none" strike="noStrike" cap="none" dirty="0">
                <a:solidFill>
                  <a:schemeClr val="accent1"/>
                </a:solidFill>
                <a:latin typeface="+mn-ea"/>
                <a:cs typeface="MS Gothic"/>
                <a:sym typeface="MS Gothic"/>
              </a:rPr>
              <a:t>　　Integer in = num1;　	</a:t>
            </a:r>
            <a:r>
              <a:rPr lang="en-US" sz="1400" i="0" u="none" strike="noStrike" cap="none" dirty="0">
                <a:solidFill>
                  <a:schemeClr val="accent6"/>
                </a:solidFill>
                <a:latin typeface="+mn-ea"/>
                <a:cs typeface="MS Gothic"/>
                <a:sym typeface="MS Gothic"/>
              </a:rPr>
              <a:t>//Integer</a:t>
            </a:r>
            <a:r>
              <a:rPr lang="ja-JP" altLang="en-US" sz="1400" i="0" u="none" strike="noStrike" cap="none" dirty="0">
                <a:solidFill>
                  <a:schemeClr val="accent6"/>
                </a:solidFill>
                <a:latin typeface="+mn-ea"/>
                <a:cs typeface="MS Gothic"/>
                <a:sym typeface="MS Gothic"/>
              </a:rPr>
              <a:t>型に変換</a:t>
            </a:r>
          </a:p>
          <a:p>
            <a:pPr marL="0" marR="0" lvl="0" indent="0" algn="l" rtl="0">
              <a:spcBef>
                <a:spcPts val="0"/>
              </a:spcBef>
              <a:spcAft>
                <a:spcPts val="0"/>
              </a:spcAft>
              <a:buNone/>
            </a:pPr>
            <a:r>
              <a:rPr lang="ja-JP" altLang="en-US" sz="1400" b="1" i="0" u="none" strike="noStrike" cap="none" dirty="0">
                <a:solidFill>
                  <a:schemeClr val="accent1"/>
                </a:solidFill>
                <a:latin typeface="+mn-ea"/>
                <a:cs typeface="MS Gothic"/>
                <a:sym typeface="MS Gothic"/>
              </a:rPr>
              <a:t>　　</a:t>
            </a:r>
            <a:r>
              <a:rPr lang="en-US" sz="1400" b="1" i="0" u="none" strike="noStrike" cap="none" dirty="0">
                <a:solidFill>
                  <a:schemeClr val="accent1"/>
                </a:solidFill>
                <a:latin typeface="+mn-ea"/>
                <a:cs typeface="MS Gothic"/>
                <a:sym typeface="MS Gothic"/>
              </a:rPr>
              <a:t>int num2 = in;		</a:t>
            </a:r>
            <a:r>
              <a:rPr lang="en-US" sz="1400" i="0" u="none" strike="noStrike" cap="none" dirty="0">
                <a:solidFill>
                  <a:schemeClr val="accent6"/>
                </a:solidFill>
                <a:latin typeface="+mn-ea"/>
                <a:cs typeface="MS Gothic"/>
                <a:sym typeface="MS Gothic"/>
              </a:rPr>
              <a:t>//int</a:t>
            </a:r>
            <a:r>
              <a:rPr lang="ja-JP" altLang="en-US" sz="1400" i="0" u="none" strike="noStrike" cap="none" dirty="0">
                <a:solidFill>
                  <a:schemeClr val="accent6"/>
                </a:solidFill>
                <a:latin typeface="+mn-ea"/>
                <a:cs typeface="MS Gothic"/>
                <a:sym typeface="MS Gothic"/>
              </a:rPr>
              <a:t>型に変換</a:t>
            </a:r>
          </a:p>
          <a:p>
            <a:pPr marL="0" marR="0" lvl="0" indent="0" algn="l" rtl="0">
              <a:spcBef>
                <a:spcPts val="0"/>
              </a:spcBef>
              <a:spcAft>
                <a:spcPts val="0"/>
              </a:spcAft>
              <a:buNone/>
            </a:pPr>
            <a:r>
              <a:rPr lang="ja-JP" altLang="en-US" sz="1400" i="0" u="none" strike="noStrike" cap="none" dirty="0">
                <a:solidFill>
                  <a:schemeClr val="dk1"/>
                </a:solidFill>
                <a:latin typeface="+mn-ea"/>
                <a:cs typeface="MS Gothic"/>
                <a:sym typeface="MS Gothic"/>
              </a:rPr>
              <a:t>　</a:t>
            </a:r>
            <a:r>
              <a:rPr lang="en-US" altLang="ja-JP" sz="1400" i="0" u="none" strike="noStrike" cap="none" dirty="0">
                <a:solidFill>
                  <a:schemeClr val="dk1"/>
                </a:solidFill>
                <a:latin typeface="+mn-ea"/>
                <a:cs typeface="MS Gothic"/>
                <a:sym typeface="MS Gothic"/>
              </a:rPr>
              <a:t>}</a:t>
            </a:r>
          </a:p>
          <a:p>
            <a:pPr marL="0" marR="0" lvl="0" indent="0" algn="l" rtl="0">
              <a:spcBef>
                <a:spcPts val="0"/>
              </a:spcBef>
              <a:spcAft>
                <a:spcPts val="0"/>
              </a:spcAft>
              <a:buNone/>
            </a:pPr>
            <a:r>
              <a:rPr lang="en-US" altLang="ja-JP" sz="1400" i="0" u="none" strike="noStrike" cap="none" dirty="0">
                <a:solidFill>
                  <a:schemeClr val="dk1"/>
                </a:solidFill>
                <a:latin typeface="+mn-ea"/>
                <a:cs typeface="MS Gothic"/>
                <a:sym typeface="MS Gothic"/>
              </a:rPr>
              <a:t>}</a:t>
            </a:r>
          </a:p>
        </p:txBody>
      </p:sp>
      <p:sp>
        <p:nvSpPr>
          <p:cNvPr id="7" name="テキスト プレースホルダー 4">
            <a:extLst>
              <a:ext uri="{FF2B5EF4-FFF2-40B4-BE49-F238E27FC236}">
                <a16:creationId xmlns:a16="http://schemas.microsoft.com/office/drawing/2014/main" id="{868C05B3-9476-426C-9B95-35AB8EF05B0E}"/>
              </a:ext>
            </a:extLst>
          </p:cNvPr>
          <p:cNvSpPr txBox="1">
            <a:spLocks/>
          </p:cNvSpPr>
          <p:nvPr/>
        </p:nvSpPr>
        <p:spPr>
          <a:xfrm>
            <a:off x="462875" y="3459479"/>
            <a:ext cx="8216900" cy="31242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このように自動的に変換をしてくれるため、変換は非常に簡単です。</a:t>
            </a:r>
          </a:p>
        </p:txBody>
      </p:sp>
    </p:spTree>
    <p:extLst>
      <p:ext uri="{BB962C8B-B14F-4D97-AF65-F5344CB8AC3E}">
        <p14:creationId xmlns:p14="http://schemas.microsoft.com/office/powerpoint/2010/main" val="976327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D78911C-CBD1-40E7-82D8-07C49B20BCB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F7E2322-4B0F-400F-8655-0ECB59ACB5FA}"/>
              </a:ext>
            </a:extLst>
          </p:cNvPr>
          <p:cNvSpPr>
            <a:spLocks noGrp="1"/>
          </p:cNvSpPr>
          <p:nvPr>
            <p:ph type="ctrTitle"/>
          </p:nvPr>
        </p:nvSpPr>
        <p:spPr/>
        <p:txBody>
          <a:bodyPr/>
          <a:lstStyle/>
          <a:p>
            <a:r>
              <a:rPr lang="en-US" altLang="ja-JP" dirty="0" err="1"/>
              <a:t>Javaを支える標準クラスまとめ</a:t>
            </a:r>
            <a:endParaRPr kumimoji="1" lang="ja-JP" altLang="en-US" dirty="0"/>
          </a:p>
        </p:txBody>
      </p:sp>
      <p:sp>
        <p:nvSpPr>
          <p:cNvPr id="4" name="スライド番号プレースホルダー 3">
            <a:extLst>
              <a:ext uri="{FF2B5EF4-FFF2-40B4-BE49-F238E27FC236}">
                <a16:creationId xmlns:a16="http://schemas.microsoft.com/office/drawing/2014/main" id="{02E658FE-24C7-447E-BEF3-61FA554AC28E}"/>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7E51E901-8F58-4551-A7CF-32C25B37845C}"/>
              </a:ext>
            </a:extLst>
          </p:cNvPr>
          <p:cNvSpPr>
            <a:spLocks noGrp="1"/>
          </p:cNvSpPr>
          <p:nvPr>
            <p:ph type="body" sz="quarter" idx="14"/>
          </p:nvPr>
        </p:nvSpPr>
        <p:spPr>
          <a:xfrm>
            <a:off x="462875" y="859490"/>
            <a:ext cx="8216900" cy="4002585"/>
          </a:xfrm>
        </p:spPr>
        <p:txBody>
          <a:bodyPr/>
          <a:lstStyle/>
          <a:p>
            <a:pPr marL="101600" indent="0">
              <a:buNone/>
            </a:pPr>
            <a:r>
              <a:rPr lang="ja-JP" altLang="en-US" dirty="0">
                <a:solidFill>
                  <a:schemeClr val="tx2"/>
                </a:solidFill>
              </a:rPr>
              <a:t>クラスライブラリの利用</a:t>
            </a:r>
            <a:endParaRPr lang="en-US" altLang="ja-JP" dirty="0">
              <a:solidFill>
                <a:schemeClr val="tx2"/>
              </a:solidFill>
            </a:endParaRPr>
          </a:p>
          <a:p>
            <a:pPr marL="101600" indent="0">
              <a:buNone/>
            </a:pPr>
            <a:r>
              <a:rPr lang="ja-JP" altLang="en-US" dirty="0"/>
              <a:t>　　</a:t>
            </a:r>
            <a:r>
              <a:rPr lang="en-US" altLang="ja-JP" dirty="0"/>
              <a:t>Java</a:t>
            </a:r>
            <a:r>
              <a:rPr lang="ja-JP" altLang="en-US" dirty="0"/>
              <a:t>には活用できるクラスがすでに準備されており、そのクラス群をクラスライブラリ</a:t>
            </a:r>
            <a:endParaRPr lang="en-US" altLang="ja-JP" dirty="0"/>
          </a:p>
          <a:p>
            <a:pPr marL="101600" indent="0">
              <a:buNone/>
            </a:pPr>
            <a:r>
              <a:rPr lang="ja-JP" altLang="en-US" dirty="0"/>
              <a:t>　　（</a:t>
            </a:r>
            <a:r>
              <a:rPr lang="en-US" altLang="ja-JP" dirty="0"/>
              <a:t>API</a:t>
            </a:r>
            <a:r>
              <a:rPr lang="ja-JP" altLang="en-US" dirty="0"/>
              <a:t>）と呼ぶ。</a:t>
            </a:r>
            <a:endParaRPr lang="en-US" altLang="ja-JP" dirty="0"/>
          </a:p>
          <a:p>
            <a:pPr marL="101600" indent="0">
              <a:buNone/>
            </a:pPr>
            <a:endParaRPr lang="en-US" altLang="ja-JP" dirty="0"/>
          </a:p>
          <a:p>
            <a:pPr marL="101600" indent="0">
              <a:buNone/>
            </a:pPr>
            <a:r>
              <a:rPr lang="en-US" altLang="ja-JP" dirty="0">
                <a:solidFill>
                  <a:schemeClr val="tx2"/>
                </a:solidFill>
              </a:rPr>
              <a:t>Object</a:t>
            </a:r>
            <a:r>
              <a:rPr lang="ja-JP" altLang="en-US" dirty="0">
                <a:solidFill>
                  <a:schemeClr val="tx2"/>
                </a:solidFill>
              </a:rPr>
              <a:t>クラスの利用と理解</a:t>
            </a:r>
            <a:endParaRPr lang="en-US" altLang="ja-JP" dirty="0">
              <a:solidFill>
                <a:schemeClr val="tx2"/>
              </a:solidFill>
            </a:endParaRPr>
          </a:p>
          <a:p>
            <a:pPr marL="101600" indent="0">
              <a:buNone/>
            </a:pPr>
            <a:r>
              <a:rPr lang="ja-JP" altLang="en-US" dirty="0"/>
              <a:t>　　すべてのクラスは</a:t>
            </a:r>
            <a:r>
              <a:rPr lang="en-US" altLang="ja-JP" dirty="0"/>
              <a:t>Object</a:t>
            </a:r>
            <a:r>
              <a:rPr lang="ja-JP" altLang="en-US" dirty="0"/>
              <a:t>クラスを祖先として持っており、自作の継承無しクラスでも必ず継承</a:t>
            </a:r>
            <a:endParaRPr lang="en-US" altLang="ja-JP" dirty="0"/>
          </a:p>
          <a:p>
            <a:pPr marL="101600" indent="0">
              <a:buNone/>
            </a:pPr>
            <a:r>
              <a:rPr lang="ja-JP" altLang="en-US" dirty="0"/>
              <a:t>　　される。</a:t>
            </a:r>
            <a:r>
              <a:rPr lang="en-US" altLang="ja-JP" dirty="0"/>
              <a:t>Object</a:t>
            </a:r>
            <a:r>
              <a:rPr lang="ja-JP" altLang="en-US" dirty="0"/>
              <a:t>クラスで受け取ってしまえば、どんなクラスでも受け取ることが出来てしまう。</a:t>
            </a:r>
            <a:endParaRPr lang="en-US" altLang="ja-JP" dirty="0"/>
          </a:p>
          <a:p>
            <a:pPr marL="101600" indent="0">
              <a:buNone/>
            </a:pPr>
            <a:endParaRPr lang="en-US" altLang="ja-JP" dirty="0"/>
          </a:p>
          <a:p>
            <a:pPr marL="101600" indent="0">
              <a:buNone/>
            </a:pPr>
            <a:r>
              <a:rPr lang="ja-JP" altLang="en-US" dirty="0">
                <a:solidFill>
                  <a:schemeClr val="tx2"/>
                </a:solidFill>
              </a:rPr>
              <a:t>ラッパークラスの利用と理解</a:t>
            </a:r>
            <a:endParaRPr lang="en-US" altLang="ja-JP" dirty="0">
              <a:solidFill>
                <a:schemeClr val="tx2"/>
              </a:solidFill>
            </a:endParaRPr>
          </a:p>
          <a:p>
            <a:pPr marL="101600" indent="0">
              <a:buNone/>
            </a:pPr>
            <a:r>
              <a:rPr lang="ja-JP" altLang="en-US" dirty="0"/>
              <a:t>　　基本データ型はインスタンスが生成されないため、基本データ型のインスタンスが必要な</a:t>
            </a:r>
            <a:endParaRPr lang="en-US" altLang="ja-JP" dirty="0"/>
          </a:p>
          <a:p>
            <a:pPr marL="101600" indent="0">
              <a:buNone/>
            </a:pPr>
            <a:r>
              <a:rPr lang="ja-JP" altLang="en-US" dirty="0"/>
              <a:t>　　場合にラッパークラスという、各基本データ型に対応したクラスが用意されている。</a:t>
            </a:r>
            <a:endParaRPr lang="en-US" altLang="ja-JP" dirty="0"/>
          </a:p>
          <a:p>
            <a:pPr marL="101600" indent="0">
              <a:buNone/>
            </a:pPr>
            <a:endParaRPr lang="en-US" altLang="ja-JP" dirty="0"/>
          </a:p>
          <a:p>
            <a:pPr marL="101600" indent="0">
              <a:buNone/>
            </a:pPr>
            <a:r>
              <a:rPr lang="ja-JP" altLang="en-US" dirty="0">
                <a:solidFill>
                  <a:schemeClr val="tx2"/>
                </a:solidFill>
              </a:rPr>
              <a:t>基本型と参照型の自動変換について</a:t>
            </a:r>
            <a:endParaRPr lang="en-US" altLang="ja-JP" dirty="0">
              <a:solidFill>
                <a:schemeClr val="tx2"/>
              </a:solidFill>
            </a:endParaRPr>
          </a:p>
          <a:p>
            <a:pPr marL="101600" indent="0">
              <a:buNone/>
            </a:pPr>
            <a:r>
              <a:rPr kumimoji="1" lang="ja-JP" altLang="en-US" dirty="0"/>
              <a:t>　　ラッパークラスに変換する場合や、ラッパークラスから基本データ型に変換する場合は、</a:t>
            </a:r>
            <a:endParaRPr kumimoji="1" lang="en-US" altLang="ja-JP" dirty="0"/>
          </a:p>
          <a:p>
            <a:pPr marL="101600" indent="0">
              <a:buNone/>
            </a:pPr>
            <a:r>
              <a:rPr lang="ja-JP" altLang="en-US" dirty="0"/>
              <a:t>　　</a:t>
            </a:r>
            <a:r>
              <a:rPr kumimoji="1" lang="ja-JP" altLang="en-US" dirty="0"/>
              <a:t>代入をするだけで自動的に変換が行われる。</a:t>
            </a:r>
            <a:endParaRPr kumimoji="1" lang="en-US" altLang="ja-JP" dirty="0"/>
          </a:p>
          <a:p>
            <a:pPr marL="96838" indent="0">
              <a:buNone/>
            </a:pPr>
            <a:endParaRPr kumimoji="1" lang="ja-JP" altLang="en-US" dirty="0"/>
          </a:p>
        </p:txBody>
      </p:sp>
    </p:spTree>
    <p:extLst>
      <p:ext uri="{BB962C8B-B14F-4D97-AF65-F5344CB8AC3E}">
        <p14:creationId xmlns:p14="http://schemas.microsoft.com/office/powerpoint/2010/main" val="1911133861"/>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1774</TotalTime>
  <Words>1370</Words>
  <Application>Microsoft Office PowerPoint</Application>
  <PresentationFormat>画面に合わせる (16:9)</PresentationFormat>
  <Paragraphs>178</Paragraphs>
  <Slides>13</Slides>
  <Notes>1</Notes>
  <HiddenSlides>1</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13</vt:i4>
      </vt:variant>
    </vt:vector>
  </HeadingPairs>
  <TitlesOfParts>
    <vt:vector size="22" baseType="lpstr">
      <vt:lpstr>Gill Sans Ultra Bold</vt:lpstr>
      <vt:lpstr>MyricaM M</vt:lpstr>
      <vt:lpstr>Arial</vt:lpstr>
      <vt:lpstr>Meiryo</vt:lpstr>
      <vt:lpstr>HGP創英角ﾎﾟｯﾌﾟ体</vt:lpstr>
      <vt:lpstr>Montserrat</vt:lpstr>
      <vt:lpstr>BIZ UDゴシック</vt:lpstr>
      <vt:lpstr>游ゴシック</vt:lpstr>
      <vt:lpstr>template</vt:lpstr>
      <vt:lpstr>改訂履歴</vt:lpstr>
      <vt:lpstr>Javaを支える 標準クラス</vt:lpstr>
      <vt:lpstr>テキストの ゴール</vt:lpstr>
      <vt:lpstr>テキストの 流れ</vt:lpstr>
      <vt:lpstr>APIと便利なクラスたち</vt:lpstr>
      <vt:lpstr>すべてのクラスの祖先</vt:lpstr>
      <vt:lpstr>Objectクラス</vt:lpstr>
      <vt:lpstr>Objectクラス</vt:lpstr>
      <vt:lpstr>PowerPoint プレゼンテーション</vt:lpstr>
      <vt:lpstr>基本データ型に対応するクラス</vt:lpstr>
      <vt:lpstr>ラッパークラスのメリット</vt:lpstr>
      <vt:lpstr>自動変換機能</vt:lpstr>
      <vt:lpstr>Javaを支える標準クラスまとめ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28</cp:revision>
  <dcterms:created xsi:type="dcterms:W3CDTF">2020-11-26T07:05:51Z</dcterms:created>
  <dcterms:modified xsi:type="dcterms:W3CDTF">2025-03-19T07:54:19Z</dcterms:modified>
</cp:coreProperties>
</file>