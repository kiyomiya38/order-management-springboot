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65" r:id="rId1"/>
  </p:sldMasterIdLst>
  <p:notesMasterIdLst>
    <p:notesMasterId r:id="rId23"/>
  </p:notesMasterIdLst>
  <p:handoutMasterIdLst>
    <p:handoutMasterId r:id="rId24"/>
  </p:handoutMasterIdLst>
  <p:sldIdLst>
    <p:sldId id="382" r:id="rId2"/>
    <p:sldId id="256" r:id="rId3"/>
    <p:sldId id="360" r:id="rId4"/>
    <p:sldId id="361" r:id="rId5"/>
    <p:sldId id="386" r:id="rId6"/>
    <p:sldId id="387" r:id="rId7"/>
    <p:sldId id="363" r:id="rId8"/>
    <p:sldId id="388" r:id="rId9"/>
    <p:sldId id="365" r:id="rId10"/>
    <p:sldId id="389" r:id="rId11"/>
    <p:sldId id="390" r:id="rId12"/>
    <p:sldId id="368" r:id="rId13"/>
    <p:sldId id="369" r:id="rId14"/>
    <p:sldId id="370" r:id="rId15"/>
    <p:sldId id="371" r:id="rId16"/>
    <p:sldId id="372" r:id="rId17"/>
    <p:sldId id="391" r:id="rId18"/>
    <p:sldId id="374" r:id="rId19"/>
    <p:sldId id="375" r:id="rId20"/>
    <p:sldId id="376" r:id="rId21"/>
    <p:sldId id="392" r:id="rId22"/>
  </p:sldIdLst>
  <p:sldSz cx="9144000" cy="5143500" type="screen16x9"/>
  <p:notesSz cx="6858000" cy="9144000"/>
  <p:embeddedFontLst>
    <p:embeddedFont>
      <p:font typeface="MyricaM M" panose="020B0600070205080204" charset="-128"/>
      <p:regular r:id="rId25"/>
    </p:embeddedFont>
    <p:embeddedFont>
      <p:font typeface="BIZ UDゴシック" panose="020B0400000000000000" pitchFamily="49" charset="-128"/>
      <p:regular r:id="rId26"/>
      <p:bold r:id="rId27"/>
    </p:embeddedFont>
    <p:embeddedFont>
      <p:font typeface="Gill Sans Ultra Bold" panose="020B0A02020104020203" pitchFamily="34" charset="0"/>
      <p:regular r:id="rId28"/>
    </p:embeddedFont>
    <p:embeddedFont>
      <p:font typeface="HGP創英角ﾎﾟｯﾌﾟ体" panose="040B0A00000000000000" pitchFamily="50" charset="-128"/>
      <p:regular r:id="rId29"/>
    </p:embeddedFont>
    <p:embeddedFont>
      <p:font typeface="Montserrat" panose="00000500000000000000" pitchFamily="2" charset="0"/>
      <p:regular r:id="rId30"/>
      <p:bold r:id="rId31"/>
      <p:italic r:id="rId32"/>
      <p:boldItalic r:id="rId33"/>
    </p:embeddedFont>
    <p:embeddedFont>
      <p:font typeface="Quattrocento Sans" panose="020B0502050000020003" pitchFamily="34" charset="0"/>
      <p:regular r:id="rId34"/>
      <p:bold r:id="rId35"/>
      <p:italic r:id="rId36"/>
      <p:boldItalic r:id="rId37"/>
    </p:embeddedFont>
    <p:embeddedFont>
      <p:font typeface="游ゴシック" panose="020B0400000000000000" pitchFamily="50" charset="-128"/>
      <p:regular r:id="rId38"/>
      <p:bold r:id="rId3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0000"/>
    <a:srgbClr val="FF0000"/>
    <a:srgbClr val="FF9900"/>
    <a:srgbClr val="000000"/>
    <a:srgbClr val="7D7D7D"/>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DAC1B92-06B8-4DD9-B31C-A81573C5778B}">
  <a:tblStyle styleId="{CDAC1B92-06B8-4DD9-B31C-A81573C5778B}"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55" autoAdjust="0"/>
    <p:restoredTop sz="95728" autoAdjust="0"/>
  </p:normalViewPr>
  <p:slideViewPr>
    <p:cSldViewPr snapToGrid="0">
      <p:cViewPr varScale="1">
        <p:scale>
          <a:sx n="110" d="100"/>
          <a:sy n="110" d="100"/>
        </p:scale>
        <p:origin x="108" y="90"/>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notesViewPr>
    <p:cSldViewPr snapToGrid="0">
      <p:cViewPr varScale="1">
        <p:scale>
          <a:sx n="52" d="100"/>
          <a:sy n="52"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和田 拓朗" userId="2b36ca96-4530-4eaa-8ca1-d8cca6b7d9ae" providerId="ADAL" clId="{40BBB0CB-3F0C-4417-9DEF-05E2EA9DAD95}"/>
    <pc:docChg chg="modSld">
      <pc:chgData name="和田 拓朗" userId="2b36ca96-4530-4eaa-8ca1-d8cca6b7d9ae" providerId="ADAL" clId="{40BBB0CB-3F0C-4417-9DEF-05E2EA9DAD95}" dt="2022-08-09T00:58:13.902" v="198"/>
      <pc:docMkLst>
        <pc:docMk/>
      </pc:docMkLst>
      <pc:sldChg chg="delSp modSp">
        <pc:chgData name="和田 拓朗" userId="2b36ca96-4530-4eaa-8ca1-d8cca6b7d9ae" providerId="ADAL" clId="{40BBB0CB-3F0C-4417-9DEF-05E2EA9DAD95}" dt="2022-08-09T00:56:43.400" v="5"/>
        <pc:sldMkLst>
          <pc:docMk/>
          <pc:sldMk cId="1668843990" sldId="360"/>
        </pc:sldMkLst>
        <pc:grpChg chg="del mod">
          <ac:chgData name="和田 拓朗" userId="2b36ca96-4530-4eaa-8ca1-d8cca6b7d9ae" providerId="ADAL" clId="{40BBB0CB-3F0C-4417-9DEF-05E2EA9DAD95}" dt="2022-08-09T00:56:43.400" v="4"/>
          <ac:grpSpMkLst>
            <pc:docMk/>
            <pc:sldMk cId="1668843990" sldId="360"/>
            <ac:grpSpMk id="11" creationId="{BE0C7754-860C-EAF4-51DC-89E39F17F540}"/>
          </ac:grpSpMkLst>
        </pc:grpChg>
        <pc:grpChg chg="del mod">
          <ac:chgData name="和田 拓朗" userId="2b36ca96-4530-4eaa-8ca1-d8cca6b7d9ae" providerId="ADAL" clId="{40BBB0CB-3F0C-4417-9DEF-05E2EA9DAD95}" dt="2022-08-09T00:56:43.398" v="1"/>
          <ac:grpSpMkLst>
            <pc:docMk/>
            <pc:sldMk cId="1668843990" sldId="360"/>
            <ac:grpSpMk id="14" creationId="{17E850F0-A8F9-DA02-1B4E-1AA6797374AD}"/>
          </ac:grpSpMkLst>
        </pc:grpChg>
        <pc:inkChg chg="del">
          <ac:chgData name="和田 拓朗" userId="2b36ca96-4530-4eaa-8ca1-d8cca6b7d9ae" providerId="ADAL" clId="{40BBB0CB-3F0C-4417-9DEF-05E2EA9DAD95}" dt="2022-08-09T00:56:43.388" v="0"/>
          <ac:inkMkLst>
            <pc:docMk/>
            <pc:sldMk cId="1668843990" sldId="360"/>
            <ac:inkMk id="5" creationId="{1457B738-4CE0-7429-7D06-5701715010D3}"/>
          </ac:inkMkLst>
        </pc:inkChg>
        <pc:inkChg chg="del">
          <ac:chgData name="和田 拓朗" userId="2b36ca96-4530-4eaa-8ca1-d8cca6b7d9ae" providerId="ADAL" clId="{40BBB0CB-3F0C-4417-9DEF-05E2EA9DAD95}" dt="2022-08-09T00:56:43.400" v="4"/>
          <ac:inkMkLst>
            <pc:docMk/>
            <pc:sldMk cId="1668843990" sldId="360"/>
            <ac:inkMk id="8" creationId="{D4BCA234-EC65-B7B1-31E8-D2F7F25C5ECC}"/>
          </ac:inkMkLst>
        </pc:inkChg>
        <pc:inkChg chg="del mod">
          <ac:chgData name="和田 拓朗" userId="2b36ca96-4530-4eaa-8ca1-d8cca6b7d9ae" providerId="ADAL" clId="{40BBB0CB-3F0C-4417-9DEF-05E2EA9DAD95}" dt="2022-08-09T00:56:43.400" v="5"/>
          <ac:inkMkLst>
            <pc:docMk/>
            <pc:sldMk cId="1668843990" sldId="360"/>
            <ac:inkMk id="10" creationId="{9C47107F-5D7C-8780-A135-2D69C2464D8A}"/>
          </ac:inkMkLst>
        </pc:inkChg>
        <pc:inkChg chg="del mod">
          <ac:chgData name="和田 拓朗" userId="2b36ca96-4530-4eaa-8ca1-d8cca6b7d9ae" providerId="ADAL" clId="{40BBB0CB-3F0C-4417-9DEF-05E2EA9DAD95}" dt="2022-08-09T00:56:43.399" v="3"/>
          <ac:inkMkLst>
            <pc:docMk/>
            <pc:sldMk cId="1668843990" sldId="360"/>
            <ac:inkMk id="12" creationId="{7B9FCDE8-06EF-D6C1-9A65-C78DAA138FF1}"/>
          </ac:inkMkLst>
        </pc:inkChg>
        <pc:inkChg chg="del">
          <ac:chgData name="和田 拓朗" userId="2b36ca96-4530-4eaa-8ca1-d8cca6b7d9ae" providerId="ADAL" clId="{40BBB0CB-3F0C-4417-9DEF-05E2EA9DAD95}" dt="2022-08-09T00:56:43.398" v="1"/>
          <ac:inkMkLst>
            <pc:docMk/>
            <pc:sldMk cId="1668843990" sldId="360"/>
            <ac:inkMk id="13" creationId="{BE8C3120-7470-885C-17B7-F3A27E1CA8A3}"/>
          </ac:inkMkLst>
        </pc:inkChg>
        <pc:inkChg chg="del">
          <ac:chgData name="和田 拓朗" userId="2b36ca96-4530-4eaa-8ca1-d8cca6b7d9ae" providerId="ADAL" clId="{40BBB0CB-3F0C-4417-9DEF-05E2EA9DAD95}" dt="2022-08-09T00:56:43.399" v="2"/>
          <ac:inkMkLst>
            <pc:docMk/>
            <pc:sldMk cId="1668843990" sldId="360"/>
            <ac:inkMk id="15" creationId="{DF9051DB-CFFD-D9C1-EC1A-8DDDEE657CCB}"/>
          </ac:inkMkLst>
        </pc:inkChg>
      </pc:sldChg>
      <pc:sldChg chg="delSp">
        <pc:chgData name="和田 拓朗" userId="2b36ca96-4530-4eaa-8ca1-d8cca6b7d9ae" providerId="ADAL" clId="{40BBB0CB-3F0C-4417-9DEF-05E2EA9DAD95}" dt="2022-08-09T00:57:03.091" v="31"/>
        <pc:sldMkLst>
          <pc:docMk/>
          <pc:sldMk cId="761714059" sldId="365"/>
        </pc:sldMkLst>
        <pc:inkChg chg="del">
          <ac:chgData name="和田 拓朗" userId="2b36ca96-4530-4eaa-8ca1-d8cca6b7d9ae" providerId="ADAL" clId="{40BBB0CB-3F0C-4417-9DEF-05E2EA9DAD95}" dt="2022-08-09T00:57:03.090" v="29"/>
          <ac:inkMkLst>
            <pc:docMk/>
            <pc:sldMk cId="761714059" sldId="365"/>
            <ac:inkMk id="6" creationId="{524908C0-0065-7F4A-AD30-0AED7439D1BF}"/>
          </ac:inkMkLst>
        </pc:inkChg>
        <pc:inkChg chg="del">
          <ac:chgData name="和田 拓朗" userId="2b36ca96-4530-4eaa-8ca1-d8cca6b7d9ae" providerId="ADAL" clId="{40BBB0CB-3F0C-4417-9DEF-05E2EA9DAD95}" dt="2022-08-09T00:57:03.090" v="28"/>
          <ac:inkMkLst>
            <pc:docMk/>
            <pc:sldMk cId="761714059" sldId="365"/>
            <ac:inkMk id="7" creationId="{2B44384C-7197-7EBF-C4C2-761DCD512C95}"/>
          </ac:inkMkLst>
        </pc:inkChg>
        <pc:inkChg chg="del">
          <ac:chgData name="和田 拓朗" userId="2b36ca96-4530-4eaa-8ca1-d8cca6b7d9ae" providerId="ADAL" clId="{40BBB0CB-3F0C-4417-9DEF-05E2EA9DAD95}" dt="2022-08-09T00:57:03.091" v="31"/>
          <ac:inkMkLst>
            <pc:docMk/>
            <pc:sldMk cId="761714059" sldId="365"/>
            <ac:inkMk id="13" creationId="{F5F2C598-DF57-58B0-5A6B-6E95CB19BB59}"/>
          </ac:inkMkLst>
        </pc:inkChg>
        <pc:inkChg chg="del">
          <ac:chgData name="和田 拓朗" userId="2b36ca96-4530-4eaa-8ca1-d8cca6b7d9ae" providerId="ADAL" clId="{40BBB0CB-3F0C-4417-9DEF-05E2EA9DAD95}" dt="2022-08-09T00:57:03.090" v="30"/>
          <ac:inkMkLst>
            <pc:docMk/>
            <pc:sldMk cId="761714059" sldId="365"/>
            <ac:inkMk id="16" creationId="{2B47D106-5568-E0D6-DEDF-2504524FEFAE}"/>
          </ac:inkMkLst>
        </pc:inkChg>
      </pc:sldChg>
      <pc:sldChg chg="delSp modSp">
        <pc:chgData name="和田 拓朗" userId="2b36ca96-4530-4eaa-8ca1-d8cca6b7d9ae" providerId="ADAL" clId="{40BBB0CB-3F0C-4417-9DEF-05E2EA9DAD95}" dt="2022-08-09T00:57:31.802" v="81"/>
        <pc:sldMkLst>
          <pc:docMk/>
          <pc:sldMk cId="1322122799" sldId="368"/>
        </pc:sldMkLst>
        <pc:grpChg chg="del mod">
          <ac:chgData name="和田 拓朗" userId="2b36ca96-4530-4eaa-8ca1-d8cca6b7d9ae" providerId="ADAL" clId="{40BBB0CB-3F0C-4417-9DEF-05E2EA9DAD95}" dt="2022-08-09T00:57:31.798" v="72"/>
          <ac:grpSpMkLst>
            <pc:docMk/>
            <pc:sldMk cId="1322122799" sldId="368"/>
            <ac:grpSpMk id="12" creationId="{AB74667D-4D8B-9E95-0FAA-97C6655FB575}"/>
          </ac:grpSpMkLst>
        </pc:grpChg>
        <pc:grpChg chg="del mod">
          <ac:chgData name="和田 拓朗" userId="2b36ca96-4530-4eaa-8ca1-d8cca6b7d9ae" providerId="ADAL" clId="{40BBB0CB-3F0C-4417-9DEF-05E2EA9DAD95}" dt="2022-08-09T00:57:31.798" v="74"/>
          <ac:grpSpMkLst>
            <pc:docMk/>
            <pc:sldMk cId="1322122799" sldId="368"/>
            <ac:grpSpMk id="19" creationId="{81707741-2AD0-6CD5-E810-744086245E55}"/>
          </ac:grpSpMkLst>
        </pc:grpChg>
        <pc:grpChg chg="del mod">
          <ac:chgData name="和田 拓朗" userId="2b36ca96-4530-4eaa-8ca1-d8cca6b7d9ae" providerId="ADAL" clId="{40BBB0CB-3F0C-4417-9DEF-05E2EA9DAD95}" dt="2022-08-09T00:57:31.801" v="78"/>
          <ac:grpSpMkLst>
            <pc:docMk/>
            <pc:sldMk cId="1322122799" sldId="368"/>
            <ac:grpSpMk id="43" creationId="{8AB43B7E-D2ED-D56F-FCDC-18A24D5AC372}"/>
          </ac:grpSpMkLst>
        </pc:grpChg>
        <pc:grpChg chg="del mod">
          <ac:chgData name="和田 拓朗" userId="2b36ca96-4530-4eaa-8ca1-d8cca6b7d9ae" providerId="ADAL" clId="{40BBB0CB-3F0C-4417-9DEF-05E2EA9DAD95}" dt="2022-08-09T00:57:31.797" v="71"/>
          <ac:grpSpMkLst>
            <pc:docMk/>
            <pc:sldMk cId="1322122799" sldId="368"/>
            <ac:grpSpMk id="47" creationId="{B7BA7C20-09EA-5EBD-1A81-DDFA3C838CE3}"/>
          </ac:grpSpMkLst>
        </pc:grpChg>
        <pc:inkChg chg="del">
          <ac:chgData name="和田 拓朗" userId="2b36ca96-4530-4eaa-8ca1-d8cca6b7d9ae" providerId="ADAL" clId="{40BBB0CB-3F0C-4417-9DEF-05E2EA9DAD95}" dt="2022-08-09T00:57:31.802" v="79"/>
          <ac:inkMkLst>
            <pc:docMk/>
            <pc:sldMk cId="1322122799" sldId="368"/>
            <ac:inkMk id="8" creationId="{9A711725-27C1-D803-E843-7B9B22FC4967}"/>
          </ac:inkMkLst>
        </pc:inkChg>
        <pc:inkChg chg="del">
          <ac:chgData name="和田 拓朗" userId="2b36ca96-4530-4eaa-8ca1-d8cca6b7d9ae" providerId="ADAL" clId="{40BBB0CB-3F0C-4417-9DEF-05E2EA9DAD95}" dt="2022-08-09T00:57:31.798" v="72"/>
          <ac:inkMkLst>
            <pc:docMk/>
            <pc:sldMk cId="1322122799" sldId="368"/>
            <ac:inkMk id="9" creationId="{CC499E77-E3B1-69FB-C49B-E7B665CB1E9C}"/>
          </ac:inkMkLst>
        </pc:inkChg>
        <pc:inkChg chg="del">
          <ac:chgData name="和田 拓朗" userId="2b36ca96-4530-4eaa-8ca1-d8cca6b7d9ae" providerId="ADAL" clId="{40BBB0CB-3F0C-4417-9DEF-05E2EA9DAD95}" dt="2022-08-09T00:57:31.797" v="69"/>
          <ac:inkMkLst>
            <pc:docMk/>
            <pc:sldMk cId="1322122799" sldId="368"/>
            <ac:inkMk id="10" creationId="{6DEDC0A6-B55B-0531-FA25-14F485548551}"/>
          </ac:inkMkLst>
        </pc:inkChg>
        <pc:inkChg chg="del mod">
          <ac:chgData name="和田 拓朗" userId="2b36ca96-4530-4eaa-8ca1-d8cca6b7d9ae" providerId="ADAL" clId="{40BBB0CB-3F0C-4417-9DEF-05E2EA9DAD95}" dt="2022-08-09T00:57:31.799" v="76"/>
          <ac:inkMkLst>
            <pc:docMk/>
            <pc:sldMk cId="1322122799" sldId="368"/>
            <ac:inkMk id="11" creationId="{2079DB2B-96A6-6874-4827-E4DB794C076B}"/>
          </ac:inkMkLst>
        </pc:inkChg>
        <pc:inkChg chg="del">
          <ac:chgData name="和田 拓朗" userId="2b36ca96-4530-4eaa-8ca1-d8cca6b7d9ae" providerId="ADAL" clId="{40BBB0CB-3F0C-4417-9DEF-05E2EA9DAD95}" dt="2022-08-09T00:57:31.798" v="75"/>
          <ac:inkMkLst>
            <pc:docMk/>
            <pc:sldMk cId="1322122799" sldId="368"/>
            <ac:inkMk id="13" creationId="{D53AF22E-5278-C34C-F697-B42964BD173B}"/>
          </ac:inkMkLst>
        </pc:inkChg>
        <pc:inkChg chg="del">
          <ac:chgData name="和田 拓朗" userId="2b36ca96-4530-4eaa-8ca1-d8cca6b7d9ae" providerId="ADAL" clId="{40BBB0CB-3F0C-4417-9DEF-05E2EA9DAD95}" dt="2022-08-09T00:57:31.798" v="73"/>
          <ac:inkMkLst>
            <pc:docMk/>
            <pc:sldMk cId="1322122799" sldId="368"/>
            <ac:inkMk id="14" creationId="{040FBA7D-F609-0E35-EF94-CEEBB0402D7E}"/>
          </ac:inkMkLst>
        </pc:inkChg>
        <pc:inkChg chg="del">
          <ac:chgData name="和田 拓朗" userId="2b36ca96-4530-4eaa-8ca1-d8cca6b7d9ae" providerId="ADAL" clId="{40BBB0CB-3F0C-4417-9DEF-05E2EA9DAD95}" dt="2022-08-09T00:57:31.802" v="80"/>
          <ac:inkMkLst>
            <pc:docMk/>
            <pc:sldMk cId="1322122799" sldId="368"/>
            <ac:inkMk id="15" creationId="{93D8DF9C-D874-4E08-3C3A-13EE7DBE7030}"/>
          </ac:inkMkLst>
        </pc:inkChg>
        <pc:inkChg chg="mod">
          <ac:chgData name="和田 拓朗" userId="2b36ca96-4530-4eaa-8ca1-d8cca6b7d9ae" providerId="ADAL" clId="{40BBB0CB-3F0C-4417-9DEF-05E2EA9DAD95}" dt="2022-08-09T00:57:31.798" v="74"/>
          <ac:inkMkLst>
            <pc:docMk/>
            <pc:sldMk cId="1322122799" sldId="368"/>
            <ac:inkMk id="17" creationId="{95ECAFE6-A104-A50E-B5EA-28756C5421A5}"/>
          </ac:inkMkLst>
        </pc:inkChg>
        <pc:inkChg chg="del">
          <ac:chgData name="和田 拓朗" userId="2b36ca96-4530-4eaa-8ca1-d8cca6b7d9ae" providerId="ADAL" clId="{40BBB0CB-3F0C-4417-9DEF-05E2EA9DAD95}" dt="2022-08-09T00:57:31.798" v="74"/>
          <ac:inkMkLst>
            <pc:docMk/>
            <pc:sldMk cId="1322122799" sldId="368"/>
            <ac:inkMk id="18" creationId="{DEFB590D-21E9-1DFE-A05A-850125768E05}"/>
          </ac:inkMkLst>
        </pc:inkChg>
        <pc:inkChg chg="del">
          <ac:chgData name="和田 拓朗" userId="2b36ca96-4530-4eaa-8ca1-d8cca6b7d9ae" providerId="ADAL" clId="{40BBB0CB-3F0C-4417-9DEF-05E2EA9DAD95}" dt="2022-08-09T00:57:31.796" v="67"/>
          <ac:inkMkLst>
            <pc:docMk/>
            <pc:sldMk cId="1322122799" sldId="368"/>
            <ac:inkMk id="20" creationId="{DF5DDC65-146E-B5B7-C0B4-069E9EEF9EF3}"/>
          </ac:inkMkLst>
        </pc:inkChg>
        <pc:inkChg chg="del mod">
          <ac:chgData name="和田 拓朗" userId="2b36ca96-4530-4eaa-8ca1-d8cca6b7d9ae" providerId="ADAL" clId="{40BBB0CB-3F0C-4417-9DEF-05E2EA9DAD95}" dt="2022-08-09T00:57:31.802" v="81"/>
          <ac:inkMkLst>
            <pc:docMk/>
            <pc:sldMk cId="1322122799" sldId="368"/>
            <ac:inkMk id="21" creationId="{5794148D-9CBB-906F-40DD-980433707D57}"/>
          </ac:inkMkLst>
        </pc:inkChg>
        <pc:inkChg chg="del">
          <ac:chgData name="和田 拓朗" userId="2b36ca96-4530-4eaa-8ca1-d8cca6b7d9ae" providerId="ADAL" clId="{40BBB0CB-3F0C-4417-9DEF-05E2EA9DAD95}" dt="2022-08-09T00:57:24.194" v="65"/>
          <ac:inkMkLst>
            <pc:docMk/>
            <pc:sldMk cId="1322122799" sldId="368"/>
            <ac:inkMk id="24" creationId="{E9009093-FAAF-02A0-597B-7061BA605068}"/>
          </ac:inkMkLst>
        </pc:inkChg>
        <pc:inkChg chg="del mod">
          <ac:chgData name="和田 拓朗" userId="2b36ca96-4530-4eaa-8ca1-d8cca6b7d9ae" providerId="ADAL" clId="{40BBB0CB-3F0C-4417-9DEF-05E2EA9DAD95}" dt="2022-08-09T00:57:31.801" v="78"/>
          <ac:inkMkLst>
            <pc:docMk/>
            <pc:sldMk cId="1322122799" sldId="368"/>
            <ac:inkMk id="42" creationId="{39C9C282-6E50-0073-B7B3-B535C9E5D92E}"/>
          </ac:inkMkLst>
        </pc:inkChg>
        <pc:inkChg chg="del">
          <ac:chgData name="和田 拓朗" userId="2b36ca96-4530-4eaa-8ca1-d8cca6b7d9ae" providerId="ADAL" clId="{40BBB0CB-3F0C-4417-9DEF-05E2EA9DAD95}" dt="2022-08-09T00:57:31.796" v="68"/>
          <ac:inkMkLst>
            <pc:docMk/>
            <pc:sldMk cId="1322122799" sldId="368"/>
            <ac:inkMk id="44" creationId="{1E41D9BB-CAB5-1C61-6DA5-D742492C338A}"/>
          </ac:inkMkLst>
        </pc:inkChg>
        <pc:inkChg chg="del">
          <ac:chgData name="和田 拓朗" userId="2b36ca96-4530-4eaa-8ca1-d8cca6b7d9ae" providerId="ADAL" clId="{40BBB0CB-3F0C-4417-9DEF-05E2EA9DAD95}" dt="2022-08-09T00:57:31.797" v="71"/>
          <ac:inkMkLst>
            <pc:docMk/>
            <pc:sldMk cId="1322122799" sldId="368"/>
            <ac:inkMk id="45" creationId="{10F72FD0-293C-C64F-F27A-7950680BAB32}"/>
          </ac:inkMkLst>
        </pc:inkChg>
        <pc:inkChg chg="del mod">
          <ac:chgData name="和田 拓朗" userId="2b36ca96-4530-4eaa-8ca1-d8cca6b7d9ae" providerId="ADAL" clId="{40BBB0CB-3F0C-4417-9DEF-05E2EA9DAD95}" dt="2022-08-09T00:57:31.799" v="77"/>
          <ac:inkMkLst>
            <pc:docMk/>
            <pc:sldMk cId="1322122799" sldId="368"/>
            <ac:inkMk id="46" creationId="{71462376-3883-82E0-455C-0F14FB187133}"/>
          </ac:inkMkLst>
        </pc:inkChg>
        <pc:inkChg chg="del">
          <ac:chgData name="和田 拓朗" userId="2b36ca96-4530-4eaa-8ca1-d8cca6b7d9ae" providerId="ADAL" clId="{40BBB0CB-3F0C-4417-9DEF-05E2EA9DAD95}" dt="2022-08-09T00:57:31.796" v="66"/>
          <ac:inkMkLst>
            <pc:docMk/>
            <pc:sldMk cId="1322122799" sldId="368"/>
            <ac:inkMk id="48" creationId="{A118B797-4D22-BEC2-3870-074633A8CF43}"/>
          </ac:inkMkLst>
        </pc:inkChg>
        <pc:inkChg chg="del">
          <ac:chgData name="和田 拓朗" userId="2b36ca96-4530-4eaa-8ca1-d8cca6b7d9ae" providerId="ADAL" clId="{40BBB0CB-3F0C-4417-9DEF-05E2EA9DAD95}" dt="2022-08-09T00:57:31.797" v="70"/>
          <ac:inkMkLst>
            <pc:docMk/>
            <pc:sldMk cId="1322122799" sldId="368"/>
            <ac:inkMk id="49" creationId="{F31D3274-9583-5927-A6C4-B9AC59A79FBA}"/>
          </ac:inkMkLst>
        </pc:inkChg>
      </pc:sldChg>
      <pc:sldChg chg="delSp modSp">
        <pc:chgData name="和田 拓朗" userId="2b36ca96-4530-4eaa-8ca1-d8cca6b7d9ae" providerId="ADAL" clId="{40BBB0CB-3F0C-4417-9DEF-05E2EA9DAD95}" dt="2022-08-09T00:57:41.611" v="111"/>
        <pc:sldMkLst>
          <pc:docMk/>
          <pc:sldMk cId="315703525" sldId="369"/>
        </pc:sldMkLst>
        <pc:grpChg chg="del mod">
          <ac:chgData name="和田 拓朗" userId="2b36ca96-4530-4eaa-8ca1-d8cca6b7d9ae" providerId="ADAL" clId="{40BBB0CB-3F0C-4417-9DEF-05E2EA9DAD95}" dt="2022-08-09T00:57:41.610" v="108"/>
          <ac:grpSpMkLst>
            <pc:docMk/>
            <pc:sldMk cId="315703525" sldId="369"/>
            <ac:grpSpMk id="24" creationId="{2BBBD0A7-B942-2FE7-78D3-C912C7CB65A6}"/>
          </ac:grpSpMkLst>
        </pc:grpChg>
        <pc:grpChg chg="del mod">
          <ac:chgData name="和田 拓朗" userId="2b36ca96-4530-4eaa-8ca1-d8cca6b7d9ae" providerId="ADAL" clId="{40BBB0CB-3F0C-4417-9DEF-05E2EA9DAD95}" dt="2022-08-09T00:57:41.603" v="88"/>
          <ac:grpSpMkLst>
            <pc:docMk/>
            <pc:sldMk cId="315703525" sldId="369"/>
            <ac:grpSpMk id="35" creationId="{93B2637F-5024-B8D8-F0BA-1CE187984245}"/>
          </ac:grpSpMkLst>
        </pc:grpChg>
        <pc:grpChg chg="del mod">
          <ac:chgData name="和田 拓朗" userId="2b36ca96-4530-4eaa-8ca1-d8cca6b7d9ae" providerId="ADAL" clId="{40BBB0CB-3F0C-4417-9DEF-05E2EA9DAD95}" dt="2022-08-09T00:57:41.608" v="106"/>
          <ac:grpSpMkLst>
            <pc:docMk/>
            <pc:sldMk cId="315703525" sldId="369"/>
            <ac:grpSpMk id="38" creationId="{2F890E1F-33E7-7627-A158-35A6EDB2397A}"/>
          </ac:grpSpMkLst>
        </pc:grpChg>
        <pc:grpChg chg="del mod">
          <ac:chgData name="和田 拓朗" userId="2b36ca96-4530-4eaa-8ca1-d8cca6b7d9ae" providerId="ADAL" clId="{40BBB0CB-3F0C-4417-9DEF-05E2EA9DAD95}" dt="2022-08-09T00:57:41.607" v="102"/>
          <ac:grpSpMkLst>
            <pc:docMk/>
            <pc:sldMk cId="315703525" sldId="369"/>
            <ac:grpSpMk id="42" creationId="{6DF32E8B-2E1F-F873-5EFE-FD63737E0BC5}"/>
          </ac:grpSpMkLst>
        </pc:grpChg>
        <pc:grpChg chg="del mod">
          <ac:chgData name="和田 拓朗" userId="2b36ca96-4530-4eaa-8ca1-d8cca6b7d9ae" providerId="ADAL" clId="{40BBB0CB-3F0C-4417-9DEF-05E2EA9DAD95}" dt="2022-08-09T00:57:41.604" v="94"/>
          <ac:grpSpMkLst>
            <pc:docMk/>
            <pc:sldMk cId="315703525" sldId="369"/>
            <ac:grpSpMk id="53" creationId="{165DF1EE-C575-EEBE-F0D3-585BAD7D6BFC}"/>
          </ac:grpSpMkLst>
        </pc:grpChg>
        <pc:grpChg chg="del mod">
          <ac:chgData name="和田 拓朗" userId="2b36ca96-4530-4eaa-8ca1-d8cca6b7d9ae" providerId="ADAL" clId="{40BBB0CB-3F0C-4417-9DEF-05E2EA9DAD95}" dt="2022-08-09T00:57:41.607" v="104"/>
          <ac:grpSpMkLst>
            <pc:docMk/>
            <pc:sldMk cId="315703525" sldId="369"/>
            <ac:grpSpMk id="63" creationId="{71E7701E-26B4-F111-22A7-D4737A6E62C0}"/>
          </ac:grpSpMkLst>
        </pc:grpChg>
        <pc:inkChg chg="del">
          <ac:chgData name="和田 拓朗" userId="2b36ca96-4530-4eaa-8ca1-d8cca6b7d9ae" providerId="ADAL" clId="{40BBB0CB-3F0C-4417-9DEF-05E2EA9DAD95}" dt="2022-08-09T00:57:41.600" v="82"/>
          <ac:inkMkLst>
            <pc:docMk/>
            <pc:sldMk cId="315703525" sldId="369"/>
            <ac:inkMk id="14" creationId="{E3DDF15B-425F-A15E-6578-50B06A19DAD5}"/>
          </ac:inkMkLst>
        </pc:inkChg>
        <pc:inkChg chg="del">
          <ac:chgData name="和田 拓朗" userId="2b36ca96-4530-4eaa-8ca1-d8cca6b7d9ae" providerId="ADAL" clId="{40BBB0CB-3F0C-4417-9DEF-05E2EA9DAD95}" dt="2022-08-09T00:57:41.604" v="93"/>
          <ac:inkMkLst>
            <pc:docMk/>
            <pc:sldMk cId="315703525" sldId="369"/>
            <ac:inkMk id="15" creationId="{BD047047-CB84-BF8F-9319-64C81F3F9A95}"/>
          </ac:inkMkLst>
        </pc:inkChg>
        <pc:inkChg chg="del">
          <ac:chgData name="和田 拓朗" userId="2b36ca96-4530-4eaa-8ca1-d8cca6b7d9ae" providerId="ADAL" clId="{40BBB0CB-3F0C-4417-9DEF-05E2EA9DAD95}" dt="2022-08-09T00:57:41.606" v="99"/>
          <ac:inkMkLst>
            <pc:docMk/>
            <pc:sldMk cId="315703525" sldId="369"/>
            <ac:inkMk id="19" creationId="{F4A036CA-E38F-B2FF-CA09-D2803BF7332D}"/>
          </ac:inkMkLst>
        </pc:inkChg>
        <pc:inkChg chg="del">
          <ac:chgData name="和田 拓朗" userId="2b36ca96-4530-4eaa-8ca1-d8cca6b7d9ae" providerId="ADAL" clId="{40BBB0CB-3F0C-4417-9DEF-05E2EA9DAD95}" dt="2022-08-09T00:57:41.610" v="108"/>
          <ac:inkMkLst>
            <pc:docMk/>
            <pc:sldMk cId="315703525" sldId="369"/>
            <ac:inkMk id="22" creationId="{78CF4246-314B-C7DB-98B5-18BD8BAB3BE8}"/>
          </ac:inkMkLst>
        </pc:inkChg>
        <pc:inkChg chg="del mod">
          <ac:chgData name="和田 拓朗" userId="2b36ca96-4530-4eaa-8ca1-d8cca6b7d9ae" providerId="ADAL" clId="{40BBB0CB-3F0C-4417-9DEF-05E2EA9DAD95}" dt="2022-08-09T00:57:41.610" v="109"/>
          <ac:inkMkLst>
            <pc:docMk/>
            <pc:sldMk cId="315703525" sldId="369"/>
            <ac:inkMk id="23" creationId="{A1F31495-6D61-3734-1131-4844805D5472}"/>
          </ac:inkMkLst>
        </pc:inkChg>
        <pc:inkChg chg="del">
          <ac:chgData name="和田 拓朗" userId="2b36ca96-4530-4eaa-8ca1-d8cca6b7d9ae" providerId="ADAL" clId="{40BBB0CB-3F0C-4417-9DEF-05E2EA9DAD95}" dt="2022-08-09T00:57:41.606" v="100"/>
          <ac:inkMkLst>
            <pc:docMk/>
            <pc:sldMk cId="315703525" sldId="369"/>
            <ac:inkMk id="25" creationId="{5B490A9C-2CC4-638C-112A-8F52A34565D5}"/>
          </ac:inkMkLst>
        </pc:inkChg>
        <pc:inkChg chg="del">
          <ac:chgData name="和田 拓朗" userId="2b36ca96-4530-4eaa-8ca1-d8cca6b7d9ae" providerId="ADAL" clId="{40BBB0CB-3F0C-4417-9DEF-05E2EA9DAD95}" dt="2022-08-09T00:57:41.607" v="103"/>
          <ac:inkMkLst>
            <pc:docMk/>
            <pc:sldMk cId="315703525" sldId="369"/>
            <ac:inkMk id="32" creationId="{FA26B725-DD18-79FF-1D4E-E8C5DA04D132}"/>
          </ac:inkMkLst>
        </pc:inkChg>
        <pc:inkChg chg="del mod">
          <ac:chgData name="和田 拓朗" userId="2b36ca96-4530-4eaa-8ca1-d8cca6b7d9ae" providerId="ADAL" clId="{40BBB0CB-3F0C-4417-9DEF-05E2EA9DAD95}" dt="2022-08-09T00:57:41.605" v="96"/>
          <ac:inkMkLst>
            <pc:docMk/>
            <pc:sldMk cId="315703525" sldId="369"/>
            <ac:inkMk id="33" creationId="{FAF20D4A-8A97-FDC2-5132-C91707D9E6B2}"/>
          </ac:inkMkLst>
        </pc:inkChg>
        <pc:inkChg chg="del">
          <ac:chgData name="和田 拓朗" userId="2b36ca96-4530-4eaa-8ca1-d8cca6b7d9ae" providerId="ADAL" clId="{40BBB0CB-3F0C-4417-9DEF-05E2EA9DAD95}" dt="2022-08-09T00:57:41.603" v="88"/>
          <ac:inkMkLst>
            <pc:docMk/>
            <pc:sldMk cId="315703525" sldId="369"/>
            <ac:inkMk id="34" creationId="{6EF8A7B3-CC9B-82EF-C68B-B37F280A4BCB}"/>
          </ac:inkMkLst>
        </pc:inkChg>
        <pc:inkChg chg="del mod">
          <ac:chgData name="和田 拓朗" userId="2b36ca96-4530-4eaa-8ca1-d8cca6b7d9ae" providerId="ADAL" clId="{40BBB0CB-3F0C-4417-9DEF-05E2EA9DAD95}" dt="2022-08-09T00:57:41.611" v="111"/>
          <ac:inkMkLst>
            <pc:docMk/>
            <pc:sldMk cId="315703525" sldId="369"/>
            <ac:inkMk id="36" creationId="{A1980E35-86C4-1532-8A28-FE99CEB2C542}"/>
          </ac:inkMkLst>
        </pc:inkChg>
        <pc:inkChg chg="del">
          <ac:chgData name="和田 拓朗" userId="2b36ca96-4530-4eaa-8ca1-d8cca6b7d9ae" providerId="ADAL" clId="{40BBB0CB-3F0C-4417-9DEF-05E2EA9DAD95}" dt="2022-08-09T00:57:41.608" v="106"/>
          <ac:inkMkLst>
            <pc:docMk/>
            <pc:sldMk cId="315703525" sldId="369"/>
            <ac:inkMk id="37" creationId="{3762708A-A5CC-418E-3EC6-D1E878D6A965}"/>
          </ac:inkMkLst>
        </pc:inkChg>
        <pc:inkChg chg="del">
          <ac:chgData name="和田 拓朗" userId="2b36ca96-4530-4eaa-8ca1-d8cca6b7d9ae" providerId="ADAL" clId="{40BBB0CB-3F0C-4417-9DEF-05E2EA9DAD95}" dt="2022-08-09T00:57:41.604" v="91"/>
          <ac:inkMkLst>
            <pc:docMk/>
            <pc:sldMk cId="315703525" sldId="369"/>
            <ac:inkMk id="39" creationId="{9DB9DE34-079D-F35E-1E35-2D4667046648}"/>
          </ac:inkMkLst>
        </pc:inkChg>
        <pc:inkChg chg="del mod">
          <ac:chgData name="和田 拓朗" userId="2b36ca96-4530-4eaa-8ca1-d8cca6b7d9ae" providerId="ADAL" clId="{40BBB0CB-3F0C-4417-9DEF-05E2EA9DAD95}" dt="2022-08-09T00:57:41.609" v="107"/>
          <ac:inkMkLst>
            <pc:docMk/>
            <pc:sldMk cId="315703525" sldId="369"/>
            <ac:inkMk id="40" creationId="{3147299D-7BD5-71C3-4F9C-ECA6F0200588}"/>
          </ac:inkMkLst>
        </pc:inkChg>
        <pc:inkChg chg="del">
          <ac:chgData name="和田 拓朗" userId="2b36ca96-4530-4eaa-8ca1-d8cca6b7d9ae" providerId="ADAL" clId="{40BBB0CB-3F0C-4417-9DEF-05E2EA9DAD95}" dt="2022-08-09T00:57:41.607" v="102"/>
          <ac:inkMkLst>
            <pc:docMk/>
            <pc:sldMk cId="315703525" sldId="369"/>
            <ac:inkMk id="41" creationId="{0C6C4A4B-F932-965F-0EC9-5F93221DFF67}"/>
          </ac:inkMkLst>
        </pc:inkChg>
        <pc:inkChg chg="del mod">
          <ac:chgData name="和田 拓朗" userId="2b36ca96-4530-4eaa-8ca1-d8cca6b7d9ae" providerId="ADAL" clId="{40BBB0CB-3F0C-4417-9DEF-05E2EA9DAD95}" dt="2022-08-09T00:57:41.610" v="110"/>
          <ac:inkMkLst>
            <pc:docMk/>
            <pc:sldMk cId="315703525" sldId="369"/>
            <ac:inkMk id="43" creationId="{4D5E052A-3A51-AF15-3D33-2C137E5CCA04}"/>
          </ac:inkMkLst>
        </pc:inkChg>
        <pc:inkChg chg="del mod">
          <ac:chgData name="和田 拓朗" userId="2b36ca96-4530-4eaa-8ca1-d8cca6b7d9ae" providerId="ADAL" clId="{40BBB0CB-3F0C-4417-9DEF-05E2EA9DAD95}" dt="2022-08-09T00:57:41.603" v="89"/>
          <ac:inkMkLst>
            <pc:docMk/>
            <pc:sldMk cId="315703525" sldId="369"/>
            <ac:inkMk id="44" creationId="{6DC3FE26-77F5-E999-9D48-FA60B3C06D84}"/>
          </ac:inkMkLst>
        </pc:inkChg>
        <pc:inkChg chg="del">
          <ac:chgData name="和田 拓朗" userId="2b36ca96-4530-4eaa-8ca1-d8cca6b7d9ae" providerId="ADAL" clId="{40BBB0CB-3F0C-4417-9DEF-05E2EA9DAD95}" dt="2022-08-09T00:57:41.601" v="83"/>
          <ac:inkMkLst>
            <pc:docMk/>
            <pc:sldMk cId="315703525" sldId="369"/>
            <ac:inkMk id="46" creationId="{5FA475C6-8FCD-DFAF-8265-E8CB4DE8041C}"/>
          </ac:inkMkLst>
        </pc:inkChg>
        <pc:inkChg chg="del">
          <ac:chgData name="和田 拓朗" userId="2b36ca96-4530-4eaa-8ca1-d8cca6b7d9ae" providerId="ADAL" clId="{40BBB0CB-3F0C-4417-9DEF-05E2EA9DAD95}" dt="2022-08-09T00:57:41.604" v="94"/>
          <ac:inkMkLst>
            <pc:docMk/>
            <pc:sldMk cId="315703525" sldId="369"/>
            <ac:inkMk id="48" creationId="{14C46037-4AF8-8471-4A51-1A89336D71B0}"/>
          </ac:inkMkLst>
        </pc:inkChg>
        <pc:inkChg chg="del mod">
          <ac:chgData name="和田 拓朗" userId="2b36ca96-4530-4eaa-8ca1-d8cca6b7d9ae" providerId="ADAL" clId="{40BBB0CB-3F0C-4417-9DEF-05E2EA9DAD95}" dt="2022-08-09T00:57:41.607" v="101"/>
          <ac:inkMkLst>
            <pc:docMk/>
            <pc:sldMk cId="315703525" sldId="369"/>
            <ac:inkMk id="49" creationId="{B982655E-66C8-7E0A-97DE-28C8F02FED6E}"/>
          </ac:inkMkLst>
        </pc:inkChg>
        <pc:inkChg chg="del mod">
          <ac:chgData name="和田 拓朗" userId="2b36ca96-4530-4eaa-8ca1-d8cca6b7d9ae" providerId="ADAL" clId="{40BBB0CB-3F0C-4417-9DEF-05E2EA9DAD95}" dt="2022-08-09T00:57:41.603" v="90"/>
          <ac:inkMkLst>
            <pc:docMk/>
            <pc:sldMk cId="315703525" sldId="369"/>
            <ac:inkMk id="50" creationId="{04B95120-EF31-5474-2102-D67C3F853E2B}"/>
          </ac:inkMkLst>
        </pc:inkChg>
        <pc:inkChg chg="del mod">
          <ac:chgData name="和田 拓朗" userId="2b36ca96-4530-4eaa-8ca1-d8cca6b7d9ae" providerId="ADAL" clId="{40BBB0CB-3F0C-4417-9DEF-05E2EA9DAD95}" dt="2022-08-09T00:57:41.605" v="95"/>
          <ac:inkMkLst>
            <pc:docMk/>
            <pc:sldMk cId="315703525" sldId="369"/>
            <ac:inkMk id="51" creationId="{74923192-2373-5804-EC47-C90061BBA390}"/>
          </ac:inkMkLst>
        </pc:inkChg>
        <pc:inkChg chg="del">
          <ac:chgData name="和田 拓朗" userId="2b36ca96-4530-4eaa-8ca1-d8cca6b7d9ae" providerId="ADAL" clId="{40BBB0CB-3F0C-4417-9DEF-05E2EA9DAD95}" dt="2022-08-09T00:57:41.602" v="85"/>
          <ac:inkMkLst>
            <pc:docMk/>
            <pc:sldMk cId="315703525" sldId="369"/>
            <ac:inkMk id="54" creationId="{DDFA16F1-209B-CF43-0F43-B37B3CC9E367}"/>
          </ac:inkMkLst>
        </pc:inkChg>
        <pc:inkChg chg="del mod">
          <ac:chgData name="和田 拓朗" userId="2b36ca96-4530-4eaa-8ca1-d8cca6b7d9ae" providerId="ADAL" clId="{40BBB0CB-3F0C-4417-9DEF-05E2EA9DAD95}" dt="2022-08-09T00:57:41.605" v="97"/>
          <ac:inkMkLst>
            <pc:docMk/>
            <pc:sldMk cId="315703525" sldId="369"/>
            <ac:inkMk id="55" creationId="{2636D98A-16FE-D67E-361C-E370810702E5}"/>
          </ac:inkMkLst>
        </pc:inkChg>
        <pc:inkChg chg="del mod">
          <ac:chgData name="和田 拓朗" userId="2b36ca96-4530-4eaa-8ca1-d8cca6b7d9ae" providerId="ADAL" clId="{40BBB0CB-3F0C-4417-9DEF-05E2EA9DAD95}" dt="2022-08-09T00:57:41.607" v="104"/>
          <ac:inkMkLst>
            <pc:docMk/>
            <pc:sldMk cId="315703525" sldId="369"/>
            <ac:inkMk id="56" creationId="{20EE1E8D-7983-63DB-ADCB-1F5A594BFB32}"/>
          </ac:inkMkLst>
        </pc:inkChg>
        <pc:inkChg chg="del mod">
          <ac:chgData name="和田 拓朗" userId="2b36ca96-4530-4eaa-8ca1-d8cca6b7d9ae" providerId="ADAL" clId="{40BBB0CB-3F0C-4417-9DEF-05E2EA9DAD95}" dt="2022-08-09T00:57:41.602" v="87"/>
          <ac:inkMkLst>
            <pc:docMk/>
            <pc:sldMk cId="315703525" sldId="369"/>
            <ac:inkMk id="58" creationId="{18680C6A-0DCB-41F0-35C5-2330D22329E1}"/>
          </ac:inkMkLst>
        </pc:inkChg>
        <pc:inkChg chg="del mod">
          <ac:chgData name="和田 拓朗" userId="2b36ca96-4530-4eaa-8ca1-d8cca6b7d9ae" providerId="ADAL" clId="{40BBB0CB-3F0C-4417-9DEF-05E2EA9DAD95}" dt="2022-08-09T00:57:41.602" v="86"/>
          <ac:inkMkLst>
            <pc:docMk/>
            <pc:sldMk cId="315703525" sldId="369"/>
            <ac:inkMk id="59" creationId="{F44DD2E7-5A11-915B-1F14-1C0A37AF1463}"/>
          </ac:inkMkLst>
        </pc:inkChg>
        <pc:inkChg chg="del mod">
          <ac:chgData name="和田 拓朗" userId="2b36ca96-4530-4eaa-8ca1-d8cca6b7d9ae" providerId="ADAL" clId="{40BBB0CB-3F0C-4417-9DEF-05E2EA9DAD95}" dt="2022-08-09T00:57:41.606" v="98"/>
          <ac:inkMkLst>
            <pc:docMk/>
            <pc:sldMk cId="315703525" sldId="369"/>
            <ac:inkMk id="61" creationId="{B1570B93-3EC2-E889-8FD2-0AF51182CE31}"/>
          </ac:inkMkLst>
        </pc:inkChg>
        <pc:inkChg chg="del mod">
          <ac:chgData name="和田 拓朗" userId="2b36ca96-4530-4eaa-8ca1-d8cca6b7d9ae" providerId="ADAL" clId="{40BBB0CB-3F0C-4417-9DEF-05E2EA9DAD95}" dt="2022-08-09T00:57:41.601" v="84"/>
          <ac:inkMkLst>
            <pc:docMk/>
            <pc:sldMk cId="315703525" sldId="369"/>
            <ac:inkMk id="62" creationId="{A0BD5771-EE87-C446-0DBE-6A01F36AA836}"/>
          </ac:inkMkLst>
        </pc:inkChg>
        <pc:inkChg chg="del">
          <ac:chgData name="和田 拓朗" userId="2b36ca96-4530-4eaa-8ca1-d8cca6b7d9ae" providerId="ADAL" clId="{40BBB0CB-3F0C-4417-9DEF-05E2EA9DAD95}" dt="2022-08-09T00:57:41.608" v="105"/>
          <ac:inkMkLst>
            <pc:docMk/>
            <pc:sldMk cId="315703525" sldId="369"/>
            <ac:inkMk id="64" creationId="{3F694813-0D3C-9DEF-B96A-EFB5B19CBD70}"/>
          </ac:inkMkLst>
        </pc:inkChg>
        <pc:inkChg chg="del">
          <ac:chgData name="和田 拓朗" userId="2b36ca96-4530-4eaa-8ca1-d8cca6b7d9ae" providerId="ADAL" clId="{40BBB0CB-3F0C-4417-9DEF-05E2EA9DAD95}" dt="2022-08-09T00:57:41.604" v="92"/>
          <ac:inkMkLst>
            <pc:docMk/>
            <pc:sldMk cId="315703525" sldId="369"/>
            <ac:inkMk id="65" creationId="{EBAA0978-3C13-A899-007B-DE0360D499D6}"/>
          </ac:inkMkLst>
        </pc:inkChg>
      </pc:sldChg>
      <pc:sldChg chg="delSp modSp">
        <pc:chgData name="和田 拓朗" userId="2b36ca96-4530-4eaa-8ca1-d8cca6b7d9ae" providerId="ADAL" clId="{40BBB0CB-3F0C-4417-9DEF-05E2EA9DAD95}" dt="2022-08-09T00:58:01.338" v="141"/>
        <pc:sldMkLst>
          <pc:docMk/>
          <pc:sldMk cId="1875641365" sldId="371"/>
        </pc:sldMkLst>
        <pc:grpChg chg="del mod">
          <ac:chgData name="和田 拓朗" userId="2b36ca96-4530-4eaa-8ca1-d8cca6b7d9ae" providerId="ADAL" clId="{40BBB0CB-3F0C-4417-9DEF-05E2EA9DAD95}" dt="2022-08-09T00:57:51.945" v="115"/>
          <ac:grpSpMkLst>
            <pc:docMk/>
            <pc:sldMk cId="1875641365" sldId="371"/>
            <ac:grpSpMk id="14" creationId="{865DFAAD-82AB-2EB2-C36F-CED3E60B08D1}"/>
          </ac:grpSpMkLst>
        </pc:grpChg>
        <pc:grpChg chg="del mod">
          <ac:chgData name="和田 拓朗" userId="2b36ca96-4530-4eaa-8ca1-d8cca6b7d9ae" providerId="ADAL" clId="{40BBB0CB-3F0C-4417-9DEF-05E2EA9DAD95}" dt="2022-08-09T00:57:51.948" v="124"/>
          <ac:grpSpMkLst>
            <pc:docMk/>
            <pc:sldMk cId="1875641365" sldId="371"/>
            <ac:grpSpMk id="44" creationId="{6B6DC522-F2A6-2389-149A-E3BD3156DBF2}"/>
          </ac:grpSpMkLst>
        </pc:grpChg>
        <pc:grpChg chg="del mod">
          <ac:chgData name="和田 拓朗" userId="2b36ca96-4530-4eaa-8ca1-d8cca6b7d9ae" providerId="ADAL" clId="{40BBB0CB-3F0C-4417-9DEF-05E2EA9DAD95}" dt="2022-08-09T00:58:01.338" v="140"/>
          <ac:grpSpMkLst>
            <pc:docMk/>
            <pc:sldMk cId="1875641365" sldId="371"/>
            <ac:grpSpMk id="50" creationId="{69A0BDA7-A213-26DB-F594-5297B4435B8F}"/>
          </ac:grpSpMkLst>
        </pc:grpChg>
        <pc:grpChg chg="del mod">
          <ac:chgData name="和田 拓朗" userId="2b36ca96-4530-4eaa-8ca1-d8cca6b7d9ae" providerId="ADAL" clId="{40BBB0CB-3F0C-4417-9DEF-05E2EA9DAD95}" dt="2022-08-09T00:57:51.946" v="119"/>
          <ac:grpSpMkLst>
            <pc:docMk/>
            <pc:sldMk cId="1875641365" sldId="371"/>
            <ac:grpSpMk id="55" creationId="{34678C2D-6B62-B675-A438-46DBC6E7D0CD}"/>
          </ac:grpSpMkLst>
        </pc:grpChg>
        <pc:inkChg chg="del">
          <ac:chgData name="和田 拓朗" userId="2b36ca96-4530-4eaa-8ca1-d8cca6b7d9ae" providerId="ADAL" clId="{40BBB0CB-3F0C-4417-9DEF-05E2EA9DAD95}" dt="2022-08-09T00:57:51.949" v="127"/>
          <ac:inkMkLst>
            <pc:docMk/>
            <pc:sldMk cId="1875641365" sldId="371"/>
            <ac:inkMk id="8" creationId="{36D93E15-B4AC-1BD8-DE97-925CCA5A3457}"/>
          </ac:inkMkLst>
        </pc:inkChg>
        <pc:inkChg chg="del">
          <ac:chgData name="和田 拓朗" userId="2b36ca96-4530-4eaa-8ca1-d8cca6b7d9ae" providerId="ADAL" clId="{40BBB0CB-3F0C-4417-9DEF-05E2EA9DAD95}" dt="2022-08-09T00:57:51.952" v="131"/>
          <ac:inkMkLst>
            <pc:docMk/>
            <pc:sldMk cId="1875641365" sldId="371"/>
            <ac:inkMk id="9" creationId="{BDA5BC41-17C1-6F7B-04C4-3240D1F2ABDA}"/>
          </ac:inkMkLst>
        </pc:inkChg>
        <pc:inkChg chg="del">
          <ac:chgData name="和田 拓朗" userId="2b36ca96-4530-4eaa-8ca1-d8cca6b7d9ae" providerId="ADAL" clId="{40BBB0CB-3F0C-4417-9DEF-05E2EA9DAD95}" dt="2022-08-09T00:57:51.948" v="123"/>
          <ac:inkMkLst>
            <pc:docMk/>
            <pc:sldMk cId="1875641365" sldId="371"/>
            <ac:inkMk id="10" creationId="{5D204D93-5923-5C2A-5F2B-C558A5FCE893}"/>
          </ac:inkMkLst>
        </pc:inkChg>
        <pc:inkChg chg="del">
          <ac:chgData name="和田 拓朗" userId="2b36ca96-4530-4eaa-8ca1-d8cca6b7d9ae" providerId="ADAL" clId="{40BBB0CB-3F0C-4417-9DEF-05E2EA9DAD95}" dt="2022-08-09T00:57:51.950" v="128"/>
          <ac:inkMkLst>
            <pc:docMk/>
            <pc:sldMk cId="1875641365" sldId="371"/>
            <ac:inkMk id="11" creationId="{D65F7F0C-0805-F716-0F58-CAC29C51BB35}"/>
          </ac:inkMkLst>
        </pc:inkChg>
        <pc:inkChg chg="mod">
          <ac:chgData name="和田 拓朗" userId="2b36ca96-4530-4eaa-8ca1-d8cca6b7d9ae" providerId="ADAL" clId="{40BBB0CB-3F0C-4417-9DEF-05E2EA9DAD95}" dt="2022-08-09T00:57:51.945" v="115"/>
          <ac:inkMkLst>
            <pc:docMk/>
            <pc:sldMk cId="1875641365" sldId="371"/>
            <ac:inkMk id="12" creationId="{A0E400B5-9B1F-F874-5C62-7F60C24F12E3}"/>
          </ac:inkMkLst>
        </pc:inkChg>
        <pc:inkChg chg="del">
          <ac:chgData name="和田 拓朗" userId="2b36ca96-4530-4eaa-8ca1-d8cca6b7d9ae" providerId="ADAL" clId="{40BBB0CB-3F0C-4417-9DEF-05E2EA9DAD95}" dt="2022-08-09T00:57:51.945" v="115"/>
          <ac:inkMkLst>
            <pc:docMk/>
            <pc:sldMk cId="1875641365" sldId="371"/>
            <ac:inkMk id="13" creationId="{391F4B6B-2298-B19D-D89E-F328EB73297B}"/>
          </ac:inkMkLst>
        </pc:inkChg>
        <pc:inkChg chg="del">
          <ac:chgData name="和田 拓朗" userId="2b36ca96-4530-4eaa-8ca1-d8cca6b7d9ae" providerId="ADAL" clId="{40BBB0CB-3F0C-4417-9DEF-05E2EA9DAD95}" dt="2022-08-09T00:57:51.945" v="117"/>
          <ac:inkMkLst>
            <pc:docMk/>
            <pc:sldMk cId="1875641365" sldId="371"/>
            <ac:inkMk id="15" creationId="{793E1765-3FF2-51F2-A8F7-047353EC9D4A}"/>
          </ac:inkMkLst>
        </pc:inkChg>
        <pc:inkChg chg="del">
          <ac:chgData name="和田 拓朗" userId="2b36ca96-4530-4eaa-8ca1-d8cca6b7d9ae" providerId="ADAL" clId="{40BBB0CB-3F0C-4417-9DEF-05E2EA9DAD95}" dt="2022-08-09T00:57:51.944" v="112"/>
          <ac:inkMkLst>
            <pc:docMk/>
            <pc:sldMk cId="1875641365" sldId="371"/>
            <ac:inkMk id="17" creationId="{17A0CEA1-7A53-1BB1-D6FC-4299A30E451F}"/>
          </ac:inkMkLst>
        </pc:inkChg>
        <pc:inkChg chg="del mod">
          <ac:chgData name="和田 拓朗" userId="2b36ca96-4530-4eaa-8ca1-d8cca6b7d9ae" providerId="ADAL" clId="{40BBB0CB-3F0C-4417-9DEF-05E2EA9DAD95}" dt="2022-08-09T00:58:01.333" v="132"/>
          <ac:inkMkLst>
            <pc:docMk/>
            <pc:sldMk cId="1875641365" sldId="371"/>
            <ac:inkMk id="19" creationId="{63D456D3-BB6B-7D9B-D82C-7AE528E5B306}"/>
          </ac:inkMkLst>
        </pc:inkChg>
        <pc:inkChg chg="del mod">
          <ac:chgData name="和田 拓朗" userId="2b36ca96-4530-4eaa-8ca1-d8cca6b7d9ae" providerId="ADAL" clId="{40BBB0CB-3F0C-4417-9DEF-05E2EA9DAD95}" dt="2022-08-09T00:58:01.337" v="138"/>
          <ac:inkMkLst>
            <pc:docMk/>
            <pc:sldMk cId="1875641365" sldId="371"/>
            <ac:inkMk id="20" creationId="{A31C38E4-523C-4324-AEE2-1A6ACE79A351}"/>
          </ac:inkMkLst>
        </pc:inkChg>
        <pc:inkChg chg="del mod">
          <ac:chgData name="和田 拓朗" userId="2b36ca96-4530-4eaa-8ca1-d8cca6b7d9ae" providerId="ADAL" clId="{40BBB0CB-3F0C-4417-9DEF-05E2EA9DAD95}" dt="2022-08-09T00:57:51.947" v="120"/>
          <ac:inkMkLst>
            <pc:docMk/>
            <pc:sldMk cId="1875641365" sldId="371"/>
            <ac:inkMk id="21" creationId="{A809CBAA-16D0-481A-BC47-BAD4CC7419EB}"/>
          </ac:inkMkLst>
        </pc:inkChg>
        <pc:inkChg chg="del mod">
          <ac:chgData name="和田 拓朗" userId="2b36ca96-4530-4eaa-8ca1-d8cca6b7d9ae" providerId="ADAL" clId="{40BBB0CB-3F0C-4417-9DEF-05E2EA9DAD95}" dt="2022-08-09T00:58:01.336" v="135"/>
          <ac:inkMkLst>
            <pc:docMk/>
            <pc:sldMk cId="1875641365" sldId="371"/>
            <ac:inkMk id="23" creationId="{46DBF18B-02F5-5965-5AF8-BB0B08F83307}"/>
          </ac:inkMkLst>
        </pc:inkChg>
        <pc:inkChg chg="del mod">
          <ac:chgData name="和田 拓朗" userId="2b36ca96-4530-4eaa-8ca1-d8cca6b7d9ae" providerId="ADAL" clId="{40BBB0CB-3F0C-4417-9DEF-05E2EA9DAD95}" dt="2022-08-09T00:58:01.336" v="136"/>
          <ac:inkMkLst>
            <pc:docMk/>
            <pc:sldMk cId="1875641365" sldId="371"/>
            <ac:inkMk id="24" creationId="{557DC593-49A1-BB70-ECB9-B8E2F2FD4675}"/>
          </ac:inkMkLst>
        </pc:inkChg>
        <pc:inkChg chg="del mod">
          <ac:chgData name="和田 拓朗" userId="2b36ca96-4530-4eaa-8ca1-d8cca6b7d9ae" providerId="ADAL" clId="{40BBB0CB-3F0C-4417-9DEF-05E2EA9DAD95}" dt="2022-08-09T00:57:51.951" v="129"/>
          <ac:inkMkLst>
            <pc:docMk/>
            <pc:sldMk cId="1875641365" sldId="371"/>
            <ac:inkMk id="26" creationId="{4236AB1E-754F-0967-6AB0-F2304AD3C6F4}"/>
          </ac:inkMkLst>
        </pc:inkChg>
        <pc:inkChg chg="del mod">
          <ac:chgData name="和田 拓朗" userId="2b36ca96-4530-4eaa-8ca1-d8cca6b7d9ae" providerId="ADAL" clId="{40BBB0CB-3F0C-4417-9DEF-05E2EA9DAD95}" dt="2022-08-09T00:58:01.338" v="141"/>
          <ac:inkMkLst>
            <pc:docMk/>
            <pc:sldMk cId="1875641365" sldId="371"/>
            <ac:inkMk id="27" creationId="{E107AEA7-59EC-B992-C6B7-50BAABC0C0F1}"/>
          </ac:inkMkLst>
        </pc:inkChg>
        <pc:inkChg chg="del mod">
          <ac:chgData name="和田 拓朗" userId="2b36ca96-4530-4eaa-8ca1-d8cca6b7d9ae" providerId="ADAL" clId="{40BBB0CB-3F0C-4417-9DEF-05E2EA9DAD95}" dt="2022-08-09T00:58:01.335" v="134"/>
          <ac:inkMkLst>
            <pc:docMk/>
            <pc:sldMk cId="1875641365" sldId="371"/>
            <ac:inkMk id="28" creationId="{ED61BCD3-C6B7-765F-EC56-72A9945ECFAC}"/>
          </ac:inkMkLst>
        </pc:inkChg>
        <pc:inkChg chg="del mod">
          <ac:chgData name="和田 拓朗" userId="2b36ca96-4530-4eaa-8ca1-d8cca6b7d9ae" providerId="ADAL" clId="{40BBB0CB-3F0C-4417-9DEF-05E2EA9DAD95}" dt="2022-08-09T00:58:01.338" v="140"/>
          <ac:inkMkLst>
            <pc:docMk/>
            <pc:sldMk cId="1875641365" sldId="371"/>
            <ac:inkMk id="29" creationId="{5D448109-E138-CBDE-3091-3917E3E2882B}"/>
          </ac:inkMkLst>
        </pc:inkChg>
        <pc:inkChg chg="del mod">
          <ac:chgData name="和田 拓朗" userId="2b36ca96-4530-4eaa-8ca1-d8cca6b7d9ae" providerId="ADAL" clId="{40BBB0CB-3F0C-4417-9DEF-05E2EA9DAD95}" dt="2022-08-09T00:58:01.337" v="139"/>
          <ac:inkMkLst>
            <pc:docMk/>
            <pc:sldMk cId="1875641365" sldId="371"/>
            <ac:inkMk id="30" creationId="{A00E1D41-2535-8518-F1E8-632D1BCE418C}"/>
          </ac:inkMkLst>
        </pc:inkChg>
        <pc:inkChg chg="del mod">
          <ac:chgData name="和田 拓朗" userId="2b36ca96-4530-4eaa-8ca1-d8cca6b7d9ae" providerId="ADAL" clId="{40BBB0CB-3F0C-4417-9DEF-05E2EA9DAD95}" dt="2022-08-09T00:58:01.337" v="137"/>
          <ac:inkMkLst>
            <pc:docMk/>
            <pc:sldMk cId="1875641365" sldId="371"/>
            <ac:inkMk id="31" creationId="{800B74DB-2C0A-5B31-6488-7248B8948E10}"/>
          </ac:inkMkLst>
        </pc:inkChg>
        <pc:inkChg chg="del mod">
          <ac:chgData name="和田 拓朗" userId="2b36ca96-4530-4eaa-8ca1-d8cca6b7d9ae" providerId="ADAL" clId="{40BBB0CB-3F0C-4417-9DEF-05E2EA9DAD95}" dt="2022-08-09T00:58:01.334" v="133"/>
          <ac:inkMkLst>
            <pc:docMk/>
            <pc:sldMk cId="1875641365" sldId="371"/>
            <ac:inkMk id="32" creationId="{2524FECE-B1ED-65EB-4433-35F30A8AFDF5}"/>
          </ac:inkMkLst>
        </pc:inkChg>
        <pc:inkChg chg="del">
          <ac:chgData name="和田 拓朗" userId="2b36ca96-4530-4eaa-8ca1-d8cca6b7d9ae" providerId="ADAL" clId="{40BBB0CB-3F0C-4417-9DEF-05E2EA9DAD95}" dt="2022-08-09T00:57:51.949" v="126"/>
          <ac:inkMkLst>
            <pc:docMk/>
            <pc:sldMk cId="1875641365" sldId="371"/>
            <ac:inkMk id="34" creationId="{A25724BE-60E8-8202-3497-5B027C5DA4CD}"/>
          </ac:inkMkLst>
        </pc:inkChg>
        <pc:inkChg chg="del">
          <ac:chgData name="和田 拓朗" userId="2b36ca96-4530-4eaa-8ca1-d8cca6b7d9ae" providerId="ADAL" clId="{40BBB0CB-3F0C-4417-9DEF-05E2EA9DAD95}" dt="2022-08-09T00:57:51.946" v="118"/>
          <ac:inkMkLst>
            <pc:docMk/>
            <pc:sldMk cId="1875641365" sldId="371"/>
            <ac:inkMk id="36" creationId="{4BC07080-C5AC-3E94-9398-89FF5A82CC81}"/>
          </ac:inkMkLst>
        </pc:inkChg>
        <pc:inkChg chg="mod">
          <ac:chgData name="和田 拓朗" userId="2b36ca96-4530-4eaa-8ca1-d8cca6b7d9ae" providerId="ADAL" clId="{40BBB0CB-3F0C-4417-9DEF-05E2EA9DAD95}" dt="2022-08-09T00:57:51.948" v="124"/>
          <ac:inkMkLst>
            <pc:docMk/>
            <pc:sldMk cId="1875641365" sldId="371"/>
            <ac:inkMk id="37" creationId="{F626BA87-D885-258B-0E6C-DFCDDD4CC196}"/>
          </ac:inkMkLst>
        </pc:inkChg>
        <pc:inkChg chg="del">
          <ac:chgData name="和田 拓朗" userId="2b36ca96-4530-4eaa-8ca1-d8cca6b7d9ae" providerId="ADAL" clId="{40BBB0CB-3F0C-4417-9DEF-05E2EA9DAD95}" dt="2022-08-09T00:57:51.948" v="124"/>
          <ac:inkMkLst>
            <pc:docMk/>
            <pc:sldMk cId="1875641365" sldId="371"/>
            <ac:inkMk id="40" creationId="{091AC20A-6453-71FD-5B9B-DEA368255E4B}"/>
          </ac:inkMkLst>
        </pc:inkChg>
        <pc:inkChg chg="del">
          <ac:chgData name="和田 拓朗" userId="2b36ca96-4530-4eaa-8ca1-d8cca6b7d9ae" providerId="ADAL" clId="{40BBB0CB-3F0C-4417-9DEF-05E2EA9DAD95}" dt="2022-08-09T00:57:51.947" v="121"/>
          <ac:inkMkLst>
            <pc:docMk/>
            <pc:sldMk cId="1875641365" sldId="371"/>
            <ac:inkMk id="45" creationId="{D1AE51AE-20AB-E4B5-4A10-1B1C2630F097}"/>
          </ac:inkMkLst>
        </pc:inkChg>
        <pc:inkChg chg="del">
          <ac:chgData name="和田 拓朗" userId="2b36ca96-4530-4eaa-8ca1-d8cca6b7d9ae" providerId="ADAL" clId="{40BBB0CB-3F0C-4417-9DEF-05E2EA9DAD95}" dt="2022-08-09T00:57:51.945" v="116"/>
          <ac:inkMkLst>
            <pc:docMk/>
            <pc:sldMk cId="1875641365" sldId="371"/>
            <ac:inkMk id="46" creationId="{367B9B61-88F6-5ACA-346A-4EABCF4EBDCB}"/>
          </ac:inkMkLst>
        </pc:inkChg>
        <pc:inkChg chg="del">
          <ac:chgData name="和田 拓朗" userId="2b36ca96-4530-4eaa-8ca1-d8cca6b7d9ae" providerId="ADAL" clId="{40BBB0CB-3F0C-4417-9DEF-05E2EA9DAD95}" dt="2022-08-09T00:57:51.952" v="130"/>
          <ac:inkMkLst>
            <pc:docMk/>
            <pc:sldMk cId="1875641365" sldId="371"/>
            <ac:inkMk id="47" creationId="{6D603209-2E93-9E05-D67E-62A32DF63B32}"/>
          </ac:inkMkLst>
        </pc:inkChg>
        <pc:inkChg chg="del">
          <ac:chgData name="和田 拓朗" userId="2b36ca96-4530-4eaa-8ca1-d8cca6b7d9ae" providerId="ADAL" clId="{40BBB0CB-3F0C-4417-9DEF-05E2EA9DAD95}" dt="2022-08-09T00:57:51.947" v="122"/>
          <ac:inkMkLst>
            <pc:docMk/>
            <pc:sldMk cId="1875641365" sldId="371"/>
            <ac:inkMk id="48" creationId="{568A14AA-A646-3A41-7271-25428F0D38A9}"/>
          </ac:inkMkLst>
        </pc:inkChg>
        <pc:inkChg chg="del mod">
          <ac:chgData name="和田 拓朗" userId="2b36ca96-4530-4eaa-8ca1-d8cca6b7d9ae" providerId="ADAL" clId="{40BBB0CB-3F0C-4417-9DEF-05E2EA9DAD95}" dt="2022-08-09T00:57:51.948" v="125"/>
          <ac:inkMkLst>
            <pc:docMk/>
            <pc:sldMk cId="1875641365" sldId="371"/>
            <ac:inkMk id="49" creationId="{A97347D7-CBE1-9E11-0BF1-DAC59910B591}"/>
          </ac:inkMkLst>
        </pc:inkChg>
        <pc:inkChg chg="del">
          <ac:chgData name="和田 拓朗" userId="2b36ca96-4530-4eaa-8ca1-d8cca6b7d9ae" providerId="ADAL" clId="{40BBB0CB-3F0C-4417-9DEF-05E2EA9DAD95}" dt="2022-08-09T00:57:51.944" v="114"/>
          <ac:inkMkLst>
            <pc:docMk/>
            <pc:sldMk cId="1875641365" sldId="371"/>
            <ac:inkMk id="51" creationId="{3FB1EBA7-D0C8-DE83-8FEC-68EF56B505BB}"/>
          </ac:inkMkLst>
        </pc:inkChg>
        <pc:inkChg chg="mod">
          <ac:chgData name="和田 拓朗" userId="2b36ca96-4530-4eaa-8ca1-d8cca6b7d9ae" providerId="ADAL" clId="{40BBB0CB-3F0C-4417-9DEF-05E2EA9DAD95}" dt="2022-08-09T00:57:51.946" v="119"/>
          <ac:inkMkLst>
            <pc:docMk/>
            <pc:sldMk cId="1875641365" sldId="371"/>
            <ac:inkMk id="52" creationId="{0BABA72D-FD36-1FEE-BAD9-E8A72E888B13}"/>
          </ac:inkMkLst>
        </pc:inkChg>
        <pc:inkChg chg="del mod">
          <ac:chgData name="和田 拓朗" userId="2b36ca96-4530-4eaa-8ca1-d8cca6b7d9ae" providerId="ADAL" clId="{40BBB0CB-3F0C-4417-9DEF-05E2EA9DAD95}" dt="2022-08-09T00:57:51.946" v="119"/>
          <ac:inkMkLst>
            <pc:docMk/>
            <pc:sldMk cId="1875641365" sldId="371"/>
            <ac:inkMk id="53" creationId="{610E751B-C2F2-9515-A5E5-A8B3EAB22F08}"/>
          </ac:inkMkLst>
        </pc:inkChg>
        <pc:inkChg chg="del">
          <ac:chgData name="和田 拓朗" userId="2b36ca96-4530-4eaa-8ca1-d8cca6b7d9ae" providerId="ADAL" clId="{40BBB0CB-3F0C-4417-9DEF-05E2EA9DAD95}" dt="2022-08-09T00:57:51.944" v="113"/>
          <ac:inkMkLst>
            <pc:docMk/>
            <pc:sldMk cId="1875641365" sldId="371"/>
            <ac:inkMk id="54" creationId="{B5772CE6-22BC-B015-9DD1-87DD6E021561}"/>
          </ac:inkMkLst>
        </pc:inkChg>
      </pc:sldChg>
      <pc:sldChg chg="delSp modSp">
        <pc:chgData name="和田 拓朗" userId="2b36ca96-4530-4eaa-8ca1-d8cca6b7d9ae" providerId="ADAL" clId="{40BBB0CB-3F0C-4417-9DEF-05E2EA9DAD95}" dt="2022-08-09T00:58:13.902" v="198"/>
        <pc:sldMkLst>
          <pc:docMk/>
          <pc:sldMk cId="4147123060" sldId="372"/>
        </pc:sldMkLst>
        <pc:grpChg chg="del mod">
          <ac:chgData name="和田 拓朗" userId="2b36ca96-4530-4eaa-8ca1-d8cca6b7d9ae" providerId="ADAL" clId="{40BBB0CB-3F0C-4417-9DEF-05E2EA9DAD95}" dt="2022-08-09T00:58:13.890" v="171"/>
          <ac:grpSpMkLst>
            <pc:docMk/>
            <pc:sldMk cId="4147123060" sldId="372"/>
            <ac:grpSpMk id="15" creationId="{9CBE48F3-D269-EBA9-3307-1C3CA051C209}"/>
          </ac:grpSpMkLst>
        </pc:grpChg>
        <pc:grpChg chg="del mod">
          <ac:chgData name="和田 拓朗" userId="2b36ca96-4530-4eaa-8ca1-d8cca6b7d9ae" providerId="ADAL" clId="{40BBB0CB-3F0C-4417-9DEF-05E2EA9DAD95}" dt="2022-08-09T00:58:13.900" v="193"/>
          <ac:grpSpMkLst>
            <pc:docMk/>
            <pc:sldMk cId="4147123060" sldId="372"/>
            <ac:grpSpMk id="36" creationId="{D5F2056A-2506-4352-A0B2-9FC500650638}"/>
          </ac:grpSpMkLst>
        </pc:grpChg>
        <pc:grpChg chg="del mod">
          <ac:chgData name="和田 拓朗" userId="2b36ca96-4530-4eaa-8ca1-d8cca6b7d9ae" providerId="ADAL" clId="{40BBB0CB-3F0C-4417-9DEF-05E2EA9DAD95}" dt="2022-08-09T00:58:13.901" v="196"/>
          <ac:grpSpMkLst>
            <pc:docMk/>
            <pc:sldMk cId="4147123060" sldId="372"/>
            <ac:grpSpMk id="58" creationId="{47838617-EE33-6536-977D-F616EB561CF8}"/>
          </ac:grpSpMkLst>
        </pc:grpChg>
        <pc:grpChg chg="del mod">
          <ac:chgData name="和田 拓朗" userId="2b36ca96-4530-4eaa-8ca1-d8cca6b7d9ae" providerId="ADAL" clId="{40BBB0CB-3F0C-4417-9DEF-05E2EA9DAD95}" dt="2022-08-09T00:58:13.900" v="194"/>
          <ac:grpSpMkLst>
            <pc:docMk/>
            <pc:sldMk cId="4147123060" sldId="372"/>
            <ac:grpSpMk id="78" creationId="{26B622B6-0CC6-33D3-A249-82A7B70B70E7}"/>
          </ac:grpSpMkLst>
        </pc:grpChg>
        <pc:inkChg chg="del mod">
          <ac:chgData name="和田 拓朗" userId="2b36ca96-4530-4eaa-8ca1-d8cca6b7d9ae" providerId="ADAL" clId="{40BBB0CB-3F0C-4417-9DEF-05E2EA9DAD95}" dt="2022-08-09T00:58:13.893" v="179"/>
          <ac:inkMkLst>
            <pc:docMk/>
            <pc:sldMk cId="4147123060" sldId="372"/>
            <ac:inkMk id="10" creationId="{42AB3885-DF48-32D0-0A99-D6973DAE2599}"/>
          </ac:inkMkLst>
        </pc:inkChg>
        <pc:inkChg chg="del mod">
          <ac:chgData name="和田 拓朗" userId="2b36ca96-4530-4eaa-8ca1-d8cca6b7d9ae" providerId="ADAL" clId="{40BBB0CB-3F0C-4417-9DEF-05E2EA9DAD95}" dt="2022-08-09T00:58:13.890" v="171"/>
          <ac:inkMkLst>
            <pc:docMk/>
            <pc:sldMk cId="4147123060" sldId="372"/>
            <ac:inkMk id="11" creationId="{D97E0540-A88C-F02B-CA4C-AC236A94F703}"/>
          </ac:inkMkLst>
        </pc:inkChg>
        <pc:inkChg chg="del">
          <ac:chgData name="和田 拓朗" userId="2b36ca96-4530-4eaa-8ca1-d8cca6b7d9ae" providerId="ADAL" clId="{40BBB0CB-3F0C-4417-9DEF-05E2EA9DAD95}" dt="2022-08-09T00:58:13.885" v="162"/>
          <ac:inkMkLst>
            <pc:docMk/>
            <pc:sldMk cId="4147123060" sldId="372"/>
            <ac:inkMk id="12" creationId="{CB3E62A4-55F9-0BF3-6F51-7DCCA3AB31F5}"/>
          </ac:inkMkLst>
        </pc:inkChg>
        <pc:inkChg chg="del mod">
          <ac:chgData name="和田 拓朗" userId="2b36ca96-4530-4eaa-8ca1-d8cca6b7d9ae" providerId="ADAL" clId="{40BBB0CB-3F0C-4417-9DEF-05E2EA9DAD95}" dt="2022-08-09T00:58:13.887" v="166"/>
          <ac:inkMkLst>
            <pc:docMk/>
            <pc:sldMk cId="4147123060" sldId="372"/>
            <ac:inkMk id="14" creationId="{725F0C7A-8A13-A2B2-9DC8-9592A6A1E5B6}"/>
          </ac:inkMkLst>
        </pc:inkChg>
        <pc:inkChg chg="del">
          <ac:chgData name="和田 拓朗" userId="2b36ca96-4530-4eaa-8ca1-d8cca6b7d9ae" providerId="ADAL" clId="{40BBB0CB-3F0C-4417-9DEF-05E2EA9DAD95}" dt="2022-08-09T00:58:13.899" v="190"/>
          <ac:inkMkLst>
            <pc:docMk/>
            <pc:sldMk cId="4147123060" sldId="372"/>
            <ac:inkMk id="16" creationId="{EFE7C850-25B4-4672-E409-66EA840D18D4}"/>
          </ac:inkMkLst>
        </pc:inkChg>
        <pc:inkChg chg="del mod">
          <ac:chgData name="和田 拓朗" userId="2b36ca96-4530-4eaa-8ca1-d8cca6b7d9ae" providerId="ADAL" clId="{40BBB0CB-3F0C-4417-9DEF-05E2EA9DAD95}" dt="2022-08-09T00:58:13.884" v="158"/>
          <ac:inkMkLst>
            <pc:docMk/>
            <pc:sldMk cId="4147123060" sldId="372"/>
            <ac:inkMk id="18" creationId="{845CABD4-4F63-1B46-B907-15B0A2967929}"/>
          </ac:inkMkLst>
        </pc:inkChg>
        <pc:inkChg chg="del mod">
          <ac:chgData name="和田 拓朗" userId="2b36ca96-4530-4eaa-8ca1-d8cca6b7d9ae" providerId="ADAL" clId="{40BBB0CB-3F0C-4417-9DEF-05E2EA9DAD95}" dt="2022-08-09T00:58:13.881" v="150"/>
          <ac:inkMkLst>
            <pc:docMk/>
            <pc:sldMk cId="4147123060" sldId="372"/>
            <ac:inkMk id="19" creationId="{F790470C-D94F-BD33-CCF2-68B92703D12A}"/>
          </ac:inkMkLst>
        </pc:inkChg>
        <pc:inkChg chg="del mod">
          <ac:chgData name="和田 拓朗" userId="2b36ca96-4530-4eaa-8ca1-d8cca6b7d9ae" providerId="ADAL" clId="{40BBB0CB-3F0C-4417-9DEF-05E2EA9DAD95}" dt="2022-08-09T00:58:13.886" v="163"/>
          <ac:inkMkLst>
            <pc:docMk/>
            <pc:sldMk cId="4147123060" sldId="372"/>
            <ac:inkMk id="20" creationId="{A8FA887B-1406-28BD-D254-EB1868D7E7F6}"/>
          </ac:inkMkLst>
        </pc:inkChg>
        <pc:inkChg chg="del mod">
          <ac:chgData name="和田 拓朗" userId="2b36ca96-4530-4eaa-8ca1-d8cca6b7d9ae" providerId="ADAL" clId="{40BBB0CB-3F0C-4417-9DEF-05E2EA9DAD95}" dt="2022-08-09T00:58:13.878" v="145"/>
          <ac:inkMkLst>
            <pc:docMk/>
            <pc:sldMk cId="4147123060" sldId="372"/>
            <ac:inkMk id="21" creationId="{BD025722-BD7F-A062-91E2-D9269D0852E8}"/>
          </ac:inkMkLst>
        </pc:inkChg>
        <pc:inkChg chg="del mod">
          <ac:chgData name="和田 拓朗" userId="2b36ca96-4530-4eaa-8ca1-d8cca6b7d9ae" providerId="ADAL" clId="{40BBB0CB-3F0C-4417-9DEF-05E2EA9DAD95}" dt="2022-08-09T00:58:13.900" v="192"/>
          <ac:inkMkLst>
            <pc:docMk/>
            <pc:sldMk cId="4147123060" sldId="372"/>
            <ac:inkMk id="22" creationId="{E0ED8848-208F-37C1-2EB9-2E4512C1E86D}"/>
          </ac:inkMkLst>
        </pc:inkChg>
        <pc:inkChg chg="del mod">
          <ac:chgData name="和田 拓朗" userId="2b36ca96-4530-4eaa-8ca1-d8cca6b7d9ae" providerId="ADAL" clId="{40BBB0CB-3F0C-4417-9DEF-05E2EA9DAD95}" dt="2022-08-09T00:58:13.897" v="185"/>
          <ac:inkMkLst>
            <pc:docMk/>
            <pc:sldMk cId="4147123060" sldId="372"/>
            <ac:inkMk id="23" creationId="{E3742DA8-BBBE-0A7B-D84E-56186A86D8BE}"/>
          </ac:inkMkLst>
        </pc:inkChg>
        <pc:inkChg chg="del mod">
          <ac:chgData name="和田 拓朗" userId="2b36ca96-4530-4eaa-8ca1-d8cca6b7d9ae" providerId="ADAL" clId="{40BBB0CB-3F0C-4417-9DEF-05E2EA9DAD95}" dt="2022-08-09T00:58:13.898" v="187"/>
          <ac:inkMkLst>
            <pc:docMk/>
            <pc:sldMk cId="4147123060" sldId="372"/>
            <ac:inkMk id="24" creationId="{E3E271A4-63EB-5321-5F29-35C56E22F9E5}"/>
          </ac:inkMkLst>
        </pc:inkChg>
        <pc:inkChg chg="del mod">
          <ac:chgData name="和田 拓朗" userId="2b36ca96-4530-4eaa-8ca1-d8cca6b7d9ae" providerId="ADAL" clId="{40BBB0CB-3F0C-4417-9DEF-05E2EA9DAD95}" dt="2022-08-09T00:58:13.895" v="182"/>
          <ac:inkMkLst>
            <pc:docMk/>
            <pc:sldMk cId="4147123060" sldId="372"/>
            <ac:inkMk id="25" creationId="{AC61CDCA-8196-9060-88B2-6EEFCECBBAC7}"/>
          </ac:inkMkLst>
        </pc:inkChg>
        <pc:inkChg chg="del mod">
          <ac:chgData name="和田 拓朗" userId="2b36ca96-4530-4eaa-8ca1-d8cca6b7d9ae" providerId="ADAL" clId="{40BBB0CB-3F0C-4417-9DEF-05E2EA9DAD95}" dt="2022-08-09T00:58:13.891" v="176"/>
          <ac:inkMkLst>
            <pc:docMk/>
            <pc:sldMk cId="4147123060" sldId="372"/>
            <ac:inkMk id="26" creationId="{C0784515-3D6A-3718-8C09-D49D2A3F745B}"/>
          </ac:inkMkLst>
        </pc:inkChg>
        <pc:inkChg chg="del">
          <ac:chgData name="和田 拓朗" userId="2b36ca96-4530-4eaa-8ca1-d8cca6b7d9ae" providerId="ADAL" clId="{40BBB0CB-3F0C-4417-9DEF-05E2EA9DAD95}" dt="2022-08-09T00:58:13.877" v="144"/>
          <ac:inkMkLst>
            <pc:docMk/>
            <pc:sldMk cId="4147123060" sldId="372"/>
            <ac:inkMk id="27" creationId="{A99A0417-80C6-9AFE-01CA-83E55EE1F0D0}"/>
          </ac:inkMkLst>
        </pc:inkChg>
        <pc:inkChg chg="del mod">
          <ac:chgData name="和田 拓朗" userId="2b36ca96-4530-4eaa-8ca1-d8cca6b7d9ae" providerId="ADAL" clId="{40BBB0CB-3F0C-4417-9DEF-05E2EA9DAD95}" dt="2022-08-09T00:58:13.901" v="195"/>
          <ac:inkMkLst>
            <pc:docMk/>
            <pc:sldMk cId="4147123060" sldId="372"/>
            <ac:inkMk id="28" creationId="{0D495E89-BB82-1490-A31B-C761813E6C78}"/>
          </ac:inkMkLst>
        </pc:inkChg>
        <pc:inkChg chg="del mod">
          <ac:chgData name="和田 拓朗" userId="2b36ca96-4530-4eaa-8ca1-d8cca6b7d9ae" providerId="ADAL" clId="{40BBB0CB-3F0C-4417-9DEF-05E2EA9DAD95}" dt="2022-08-09T00:58:13.880" v="149"/>
          <ac:inkMkLst>
            <pc:docMk/>
            <pc:sldMk cId="4147123060" sldId="372"/>
            <ac:inkMk id="29" creationId="{8BE0E098-6309-45E4-ECDD-D111D798EAA8}"/>
          </ac:inkMkLst>
        </pc:inkChg>
        <pc:inkChg chg="del mod">
          <ac:chgData name="和田 拓朗" userId="2b36ca96-4530-4eaa-8ca1-d8cca6b7d9ae" providerId="ADAL" clId="{40BBB0CB-3F0C-4417-9DEF-05E2EA9DAD95}" dt="2022-08-09T00:58:13.892" v="177"/>
          <ac:inkMkLst>
            <pc:docMk/>
            <pc:sldMk cId="4147123060" sldId="372"/>
            <ac:inkMk id="30" creationId="{0ACEEE25-89CB-360F-741E-0255EA5D67C7}"/>
          </ac:inkMkLst>
        </pc:inkChg>
        <pc:inkChg chg="del mod">
          <ac:chgData name="和田 拓朗" userId="2b36ca96-4530-4eaa-8ca1-d8cca6b7d9ae" providerId="ADAL" clId="{40BBB0CB-3F0C-4417-9DEF-05E2EA9DAD95}" dt="2022-08-09T00:58:13.886" v="164"/>
          <ac:inkMkLst>
            <pc:docMk/>
            <pc:sldMk cId="4147123060" sldId="372"/>
            <ac:inkMk id="31" creationId="{F5495434-648E-DE91-1FD9-DA2DFB54807A}"/>
          </ac:inkMkLst>
        </pc:inkChg>
        <pc:inkChg chg="del mod">
          <ac:chgData name="和田 拓朗" userId="2b36ca96-4530-4eaa-8ca1-d8cca6b7d9ae" providerId="ADAL" clId="{40BBB0CB-3F0C-4417-9DEF-05E2EA9DAD95}" dt="2022-08-09T00:58:13.892" v="178"/>
          <ac:inkMkLst>
            <pc:docMk/>
            <pc:sldMk cId="4147123060" sldId="372"/>
            <ac:inkMk id="32" creationId="{958135D8-85C7-8972-FB38-3D62F0AEEA86}"/>
          </ac:inkMkLst>
        </pc:inkChg>
        <pc:inkChg chg="del mod">
          <ac:chgData name="和田 拓朗" userId="2b36ca96-4530-4eaa-8ca1-d8cca6b7d9ae" providerId="ADAL" clId="{40BBB0CB-3F0C-4417-9DEF-05E2EA9DAD95}" dt="2022-08-09T00:58:13.883" v="156"/>
          <ac:inkMkLst>
            <pc:docMk/>
            <pc:sldMk cId="4147123060" sldId="372"/>
            <ac:inkMk id="33" creationId="{A01CFA1D-97FE-809E-7AA8-65E9E48F73A9}"/>
          </ac:inkMkLst>
        </pc:inkChg>
        <pc:inkChg chg="del mod">
          <ac:chgData name="和田 拓朗" userId="2b36ca96-4530-4eaa-8ca1-d8cca6b7d9ae" providerId="ADAL" clId="{40BBB0CB-3F0C-4417-9DEF-05E2EA9DAD95}" dt="2022-08-09T00:58:13.881" v="151"/>
          <ac:inkMkLst>
            <pc:docMk/>
            <pc:sldMk cId="4147123060" sldId="372"/>
            <ac:inkMk id="34" creationId="{888A477C-7F86-7DB2-3AA3-3CC5822A5EB3}"/>
          </ac:inkMkLst>
        </pc:inkChg>
        <pc:inkChg chg="del mod">
          <ac:chgData name="和田 拓朗" userId="2b36ca96-4530-4eaa-8ca1-d8cca6b7d9ae" providerId="ADAL" clId="{40BBB0CB-3F0C-4417-9DEF-05E2EA9DAD95}" dt="2022-08-09T00:58:13.900" v="193"/>
          <ac:inkMkLst>
            <pc:docMk/>
            <pc:sldMk cId="4147123060" sldId="372"/>
            <ac:inkMk id="35" creationId="{B3661BCD-AE89-76D5-71C5-A998839A2E1D}"/>
          </ac:inkMkLst>
        </pc:inkChg>
        <pc:inkChg chg="del mod">
          <ac:chgData name="和田 拓朗" userId="2b36ca96-4530-4eaa-8ca1-d8cca6b7d9ae" providerId="ADAL" clId="{40BBB0CB-3F0C-4417-9DEF-05E2EA9DAD95}" dt="2022-08-09T00:58:13.879" v="147"/>
          <ac:inkMkLst>
            <pc:docMk/>
            <pc:sldMk cId="4147123060" sldId="372"/>
            <ac:inkMk id="37" creationId="{E9B2D321-4DA9-479E-F454-5A7ED71698A0}"/>
          </ac:inkMkLst>
        </pc:inkChg>
        <pc:inkChg chg="del mod">
          <ac:chgData name="和田 拓朗" userId="2b36ca96-4530-4eaa-8ca1-d8cca6b7d9ae" providerId="ADAL" clId="{40BBB0CB-3F0C-4417-9DEF-05E2EA9DAD95}" dt="2022-08-09T00:58:13.887" v="165"/>
          <ac:inkMkLst>
            <pc:docMk/>
            <pc:sldMk cId="4147123060" sldId="372"/>
            <ac:inkMk id="38" creationId="{1576C9B4-6025-F5DB-A6A4-3E4D2437A873}"/>
          </ac:inkMkLst>
        </pc:inkChg>
        <pc:inkChg chg="del mod">
          <ac:chgData name="和田 拓朗" userId="2b36ca96-4530-4eaa-8ca1-d8cca6b7d9ae" providerId="ADAL" clId="{40BBB0CB-3F0C-4417-9DEF-05E2EA9DAD95}" dt="2022-08-09T00:58:13.885" v="161"/>
          <ac:inkMkLst>
            <pc:docMk/>
            <pc:sldMk cId="4147123060" sldId="372"/>
            <ac:inkMk id="39" creationId="{18118960-9FF0-BFC9-5D27-014B0F352BB2}"/>
          </ac:inkMkLst>
        </pc:inkChg>
        <pc:inkChg chg="del mod">
          <ac:chgData name="和田 拓朗" userId="2b36ca96-4530-4eaa-8ca1-d8cca6b7d9ae" providerId="ADAL" clId="{40BBB0CB-3F0C-4417-9DEF-05E2EA9DAD95}" dt="2022-08-09T00:58:13.884" v="157"/>
          <ac:inkMkLst>
            <pc:docMk/>
            <pc:sldMk cId="4147123060" sldId="372"/>
            <ac:inkMk id="41" creationId="{54CBF334-EEC3-970D-ECDC-71DA8B3AB60C}"/>
          </ac:inkMkLst>
        </pc:inkChg>
        <pc:inkChg chg="del mod">
          <ac:chgData name="和田 拓朗" userId="2b36ca96-4530-4eaa-8ca1-d8cca6b7d9ae" providerId="ADAL" clId="{40BBB0CB-3F0C-4417-9DEF-05E2EA9DAD95}" dt="2022-08-09T00:58:13.894" v="180"/>
          <ac:inkMkLst>
            <pc:docMk/>
            <pc:sldMk cId="4147123060" sldId="372"/>
            <ac:inkMk id="42" creationId="{79D8FC2B-A049-8E30-9406-FD2F55FD9478}"/>
          </ac:inkMkLst>
        </pc:inkChg>
        <pc:inkChg chg="del mod">
          <ac:chgData name="和田 拓朗" userId="2b36ca96-4530-4eaa-8ca1-d8cca6b7d9ae" providerId="ADAL" clId="{40BBB0CB-3F0C-4417-9DEF-05E2EA9DAD95}" dt="2022-08-09T00:58:13.891" v="175"/>
          <ac:inkMkLst>
            <pc:docMk/>
            <pc:sldMk cId="4147123060" sldId="372"/>
            <ac:inkMk id="43" creationId="{F3C2BCC1-E01C-81C0-8FBB-65B0D350DD02}"/>
          </ac:inkMkLst>
        </pc:inkChg>
        <pc:inkChg chg="del mod">
          <ac:chgData name="和田 拓朗" userId="2b36ca96-4530-4eaa-8ca1-d8cca6b7d9ae" providerId="ADAL" clId="{40BBB0CB-3F0C-4417-9DEF-05E2EA9DAD95}" dt="2022-08-09T00:58:13.894" v="181"/>
          <ac:inkMkLst>
            <pc:docMk/>
            <pc:sldMk cId="4147123060" sldId="372"/>
            <ac:inkMk id="44" creationId="{BB6C829C-1FA5-F28F-60BC-33F0BDD55CEE}"/>
          </ac:inkMkLst>
        </pc:inkChg>
        <pc:inkChg chg="del mod">
          <ac:chgData name="和田 拓朗" userId="2b36ca96-4530-4eaa-8ca1-d8cca6b7d9ae" providerId="ADAL" clId="{40BBB0CB-3F0C-4417-9DEF-05E2EA9DAD95}" dt="2022-08-09T00:58:13.897" v="186"/>
          <ac:inkMkLst>
            <pc:docMk/>
            <pc:sldMk cId="4147123060" sldId="372"/>
            <ac:inkMk id="45" creationId="{6CD2B659-8DE2-9BF8-CABD-0BFA0F9DBD6A}"/>
          </ac:inkMkLst>
        </pc:inkChg>
        <pc:inkChg chg="del mod">
          <ac:chgData name="和田 拓朗" userId="2b36ca96-4530-4eaa-8ca1-d8cca6b7d9ae" providerId="ADAL" clId="{40BBB0CB-3F0C-4417-9DEF-05E2EA9DAD95}" dt="2022-08-09T00:58:13.884" v="159"/>
          <ac:inkMkLst>
            <pc:docMk/>
            <pc:sldMk cId="4147123060" sldId="372"/>
            <ac:inkMk id="47" creationId="{6344A4B1-635F-2713-C02E-8B7A605FC065}"/>
          </ac:inkMkLst>
        </pc:inkChg>
        <pc:inkChg chg="del">
          <ac:chgData name="和田 拓朗" userId="2b36ca96-4530-4eaa-8ca1-d8cca6b7d9ae" providerId="ADAL" clId="{40BBB0CB-3F0C-4417-9DEF-05E2EA9DAD95}" dt="2022-08-09T00:58:13.876" v="143"/>
          <ac:inkMkLst>
            <pc:docMk/>
            <pc:sldMk cId="4147123060" sldId="372"/>
            <ac:inkMk id="48" creationId="{AAF9CC83-B755-6D31-A434-69969B97B455}"/>
          </ac:inkMkLst>
        </pc:inkChg>
        <pc:inkChg chg="del mod">
          <ac:chgData name="和田 拓朗" userId="2b36ca96-4530-4eaa-8ca1-d8cca6b7d9ae" providerId="ADAL" clId="{40BBB0CB-3F0C-4417-9DEF-05E2EA9DAD95}" dt="2022-08-09T00:58:13.890" v="173"/>
          <ac:inkMkLst>
            <pc:docMk/>
            <pc:sldMk cId="4147123060" sldId="372"/>
            <ac:inkMk id="49" creationId="{E9087CC6-9C8E-A84C-32FC-A28E97E09A18}"/>
          </ac:inkMkLst>
        </pc:inkChg>
        <pc:inkChg chg="del mod">
          <ac:chgData name="和田 拓朗" userId="2b36ca96-4530-4eaa-8ca1-d8cca6b7d9ae" providerId="ADAL" clId="{40BBB0CB-3F0C-4417-9DEF-05E2EA9DAD95}" dt="2022-08-09T00:58:13.889" v="169"/>
          <ac:inkMkLst>
            <pc:docMk/>
            <pc:sldMk cId="4147123060" sldId="372"/>
            <ac:inkMk id="50" creationId="{978E5DB6-0227-D8FA-54E7-C449A23FBE59}"/>
          </ac:inkMkLst>
        </pc:inkChg>
        <pc:inkChg chg="del mod">
          <ac:chgData name="和田 拓朗" userId="2b36ca96-4530-4eaa-8ca1-d8cca6b7d9ae" providerId="ADAL" clId="{40BBB0CB-3F0C-4417-9DEF-05E2EA9DAD95}" dt="2022-08-09T00:58:13.883" v="154"/>
          <ac:inkMkLst>
            <pc:docMk/>
            <pc:sldMk cId="4147123060" sldId="372"/>
            <ac:inkMk id="51" creationId="{2F1BCC65-1183-0B49-29C8-3884F254671C}"/>
          </ac:inkMkLst>
        </pc:inkChg>
        <pc:inkChg chg="del mod">
          <ac:chgData name="和田 拓朗" userId="2b36ca96-4530-4eaa-8ca1-d8cca6b7d9ae" providerId="ADAL" clId="{40BBB0CB-3F0C-4417-9DEF-05E2EA9DAD95}" dt="2022-08-09T00:58:13.896" v="183"/>
          <ac:inkMkLst>
            <pc:docMk/>
            <pc:sldMk cId="4147123060" sldId="372"/>
            <ac:inkMk id="53" creationId="{3188D323-B58D-E95F-301E-714480F9AA98}"/>
          </ac:inkMkLst>
        </pc:inkChg>
        <pc:inkChg chg="del mod">
          <ac:chgData name="和田 拓朗" userId="2b36ca96-4530-4eaa-8ca1-d8cca6b7d9ae" providerId="ADAL" clId="{40BBB0CB-3F0C-4417-9DEF-05E2EA9DAD95}" dt="2022-08-09T00:58:13.901" v="196"/>
          <ac:inkMkLst>
            <pc:docMk/>
            <pc:sldMk cId="4147123060" sldId="372"/>
            <ac:inkMk id="54" creationId="{A5BECF75-DD6A-F641-BB42-CDD147623044}"/>
          </ac:inkMkLst>
        </pc:inkChg>
        <pc:inkChg chg="del mod">
          <ac:chgData name="和田 拓朗" userId="2b36ca96-4530-4eaa-8ca1-d8cca6b7d9ae" providerId="ADAL" clId="{40BBB0CB-3F0C-4417-9DEF-05E2EA9DAD95}" dt="2022-08-09T00:58:13.902" v="198"/>
          <ac:inkMkLst>
            <pc:docMk/>
            <pc:sldMk cId="4147123060" sldId="372"/>
            <ac:inkMk id="55" creationId="{2D93E589-C624-61DC-6736-F45998A0B11C}"/>
          </ac:inkMkLst>
        </pc:inkChg>
        <pc:inkChg chg="del mod">
          <ac:chgData name="和田 拓朗" userId="2b36ca96-4530-4eaa-8ca1-d8cca6b7d9ae" providerId="ADAL" clId="{40BBB0CB-3F0C-4417-9DEF-05E2EA9DAD95}" dt="2022-08-09T00:58:13.898" v="189"/>
          <ac:inkMkLst>
            <pc:docMk/>
            <pc:sldMk cId="4147123060" sldId="372"/>
            <ac:inkMk id="57" creationId="{77A6707D-90F1-4165-A5F9-ADABA81805B8}"/>
          </ac:inkMkLst>
        </pc:inkChg>
        <pc:inkChg chg="del">
          <ac:chgData name="和田 拓朗" userId="2b36ca96-4530-4eaa-8ca1-d8cca6b7d9ae" providerId="ADAL" clId="{40BBB0CB-3F0C-4417-9DEF-05E2EA9DAD95}" dt="2022-08-09T00:58:13.891" v="174"/>
          <ac:inkMkLst>
            <pc:docMk/>
            <pc:sldMk cId="4147123060" sldId="372"/>
            <ac:inkMk id="59" creationId="{E5A8121F-3FA3-D2D5-FA97-10FDC232E65F}"/>
          </ac:inkMkLst>
        </pc:inkChg>
        <pc:inkChg chg="del mod">
          <ac:chgData name="和田 拓朗" userId="2b36ca96-4530-4eaa-8ca1-d8cca6b7d9ae" providerId="ADAL" clId="{40BBB0CB-3F0C-4417-9DEF-05E2EA9DAD95}" dt="2022-08-09T00:58:13.889" v="170"/>
          <ac:inkMkLst>
            <pc:docMk/>
            <pc:sldMk cId="4147123060" sldId="372"/>
            <ac:inkMk id="61" creationId="{2FEC3FF9-0DA2-3F82-4FD5-6B262F5E49C7}"/>
          </ac:inkMkLst>
        </pc:inkChg>
        <pc:inkChg chg="del">
          <ac:chgData name="和田 拓朗" userId="2b36ca96-4530-4eaa-8ca1-d8cca6b7d9ae" providerId="ADAL" clId="{40BBB0CB-3F0C-4417-9DEF-05E2EA9DAD95}" dt="2022-08-09T00:58:13.876" v="142"/>
          <ac:inkMkLst>
            <pc:docMk/>
            <pc:sldMk cId="4147123060" sldId="372"/>
            <ac:inkMk id="62" creationId="{3A1DF121-0444-C005-64D4-5A96F32A1BF6}"/>
          </ac:inkMkLst>
        </pc:inkChg>
        <pc:inkChg chg="del mod">
          <ac:chgData name="和田 拓朗" userId="2b36ca96-4530-4eaa-8ca1-d8cca6b7d9ae" providerId="ADAL" clId="{40BBB0CB-3F0C-4417-9DEF-05E2EA9DAD95}" dt="2022-08-09T00:58:13.899" v="191"/>
          <ac:inkMkLst>
            <pc:docMk/>
            <pc:sldMk cId="4147123060" sldId="372"/>
            <ac:inkMk id="64" creationId="{61AE8F5D-F4A7-2CDB-2E02-94419EFA43EC}"/>
          </ac:inkMkLst>
        </pc:inkChg>
        <pc:inkChg chg="del mod">
          <ac:chgData name="和田 拓朗" userId="2b36ca96-4530-4eaa-8ca1-d8cca6b7d9ae" providerId="ADAL" clId="{40BBB0CB-3F0C-4417-9DEF-05E2EA9DAD95}" dt="2022-08-09T00:58:13.882" v="153"/>
          <ac:inkMkLst>
            <pc:docMk/>
            <pc:sldMk cId="4147123060" sldId="372"/>
            <ac:inkMk id="65" creationId="{8324A7D6-A3A6-2DAF-ECA6-2276E4C7AF41}"/>
          </ac:inkMkLst>
        </pc:inkChg>
        <pc:inkChg chg="del mod">
          <ac:chgData name="和田 拓朗" userId="2b36ca96-4530-4eaa-8ca1-d8cca6b7d9ae" providerId="ADAL" clId="{40BBB0CB-3F0C-4417-9DEF-05E2EA9DAD95}" dt="2022-08-09T00:58:13.880" v="148"/>
          <ac:inkMkLst>
            <pc:docMk/>
            <pc:sldMk cId="4147123060" sldId="372"/>
            <ac:inkMk id="66" creationId="{7160316C-7E1D-312C-747D-DE4219C81095}"/>
          </ac:inkMkLst>
        </pc:inkChg>
        <pc:inkChg chg="del mod">
          <ac:chgData name="和田 拓朗" userId="2b36ca96-4530-4eaa-8ca1-d8cca6b7d9ae" providerId="ADAL" clId="{40BBB0CB-3F0C-4417-9DEF-05E2EA9DAD95}" dt="2022-08-09T00:58:13.879" v="146"/>
          <ac:inkMkLst>
            <pc:docMk/>
            <pc:sldMk cId="4147123060" sldId="372"/>
            <ac:inkMk id="67" creationId="{DA103647-3D98-B968-D6A0-2A0F119EF67E}"/>
          </ac:inkMkLst>
        </pc:inkChg>
        <pc:inkChg chg="del mod">
          <ac:chgData name="和田 拓朗" userId="2b36ca96-4530-4eaa-8ca1-d8cca6b7d9ae" providerId="ADAL" clId="{40BBB0CB-3F0C-4417-9DEF-05E2EA9DAD95}" dt="2022-08-09T00:58:13.901" v="197"/>
          <ac:inkMkLst>
            <pc:docMk/>
            <pc:sldMk cId="4147123060" sldId="372"/>
            <ac:inkMk id="68" creationId="{767B69B4-3FB8-849E-A6B3-E85E8AAFDCF1}"/>
          </ac:inkMkLst>
        </pc:inkChg>
        <pc:inkChg chg="del mod">
          <ac:chgData name="和田 拓朗" userId="2b36ca96-4530-4eaa-8ca1-d8cca6b7d9ae" providerId="ADAL" clId="{40BBB0CB-3F0C-4417-9DEF-05E2EA9DAD95}" dt="2022-08-09T00:58:13.896" v="184"/>
          <ac:inkMkLst>
            <pc:docMk/>
            <pc:sldMk cId="4147123060" sldId="372"/>
            <ac:inkMk id="69" creationId="{47C93263-87AF-92F3-74EB-0187D6E049DA}"/>
          </ac:inkMkLst>
        </pc:inkChg>
        <pc:inkChg chg="del mod">
          <ac:chgData name="和田 拓朗" userId="2b36ca96-4530-4eaa-8ca1-d8cca6b7d9ae" providerId="ADAL" clId="{40BBB0CB-3F0C-4417-9DEF-05E2EA9DAD95}" dt="2022-08-09T00:58:13.900" v="194"/>
          <ac:inkMkLst>
            <pc:docMk/>
            <pc:sldMk cId="4147123060" sldId="372"/>
            <ac:inkMk id="71" creationId="{EA6F0D40-DC9E-A443-2933-71340566BB3E}"/>
          </ac:inkMkLst>
        </pc:inkChg>
        <pc:inkChg chg="del mod">
          <ac:chgData name="和田 拓朗" userId="2b36ca96-4530-4eaa-8ca1-d8cca6b7d9ae" providerId="ADAL" clId="{40BBB0CB-3F0C-4417-9DEF-05E2EA9DAD95}" dt="2022-08-09T00:58:13.887" v="167"/>
          <ac:inkMkLst>
            <pc:docMk/>
            <pc:sldMk cId="4147123060" sldId="372"/>
            <ac:inkMk id="72" creationId="{FCDD7D0C-3D9A-6634-4659-EFFBCA114931}"/>
          </ac:inkMkLst>
        </pc:inkChg>
        <pc:inkChg chg="del mod">
          <ac:chgData name="和田 拓朗" userId="2b36ca96-4530-4eaa-8ca1-d8cca6b7d9ae" providerId="ADAL" clId="{40BBB0CB-3F0C-4417-9DEF-05E2EA9DAD95}" dt="2022-08-09T00:58:13.888" v="168"/>
          <ac:inkMkLst>
            <pc:docMk/>
            <pc:sldMk cId="4147123060" sldId="372"/>
            <ac:inkMk id="73" creationId="{00624C52-E628-FB4F-712B-7097CF49D4A8}"/>
          </ac:inkMkLst>
        </pc:inkChg>
        <pc:inkChg chg="del mod">
          <ac:chgData name="和田 拓朗" userId="2b36ca96-4530-4eaa-8ca1-d8cca6b7d9ae" providerId="ADAL" clId="{40BBB0CB-3F0C-4417-9DEF-05E2EA9DAD95}" dt="2022-08-09T00:58:13.882" v="152"/>
          <ac:inkMkLst>
            <pc:docMk/>
            <pc:sldMk cId="4147123060" sldId="372"/>
            <ac:inkMk id="74" creationId="{CCBB0B60-FE28-307B-AC9C-4A1DEB6317F3}"/>
          </ac:inkMkLst>
        </pc:inkChg>
        <pc:inkChg chg="del mod">
          <ac:chgData name="和田 拓朗" userId="2b36ca96-4530-4eaa-8ca1-d8cca6b7d9ae" providerId="ADAL" clId="{40BBB0CB-3F0C-4417-9DEF-05E2EA9DAD95}" dt="2022-08-09T00:58:13.885" v="160"/>
          <ac:inkMkLst>
            <pc:docMk/>
            <pc:sldMk cId="4147123060" sldId="372"/>
            <ac:inkMk id="75" creationId="{930CC98F-B33E-C56F-F037-F8B20D1C251C}"/>
          </ac:inkMkLst>
        </pc:inkChg>
        <pc:inkChg chg="del mod">
          <ac:chgData name="和田 拓朗" userId="2b36ca96-4530-4eaa-8ca1-d8cca6b7d9ae" providerId="ADAL" clId="{40BBB0CB-3F0C-4417-9DEF-05E2EA9DAD95}" dt="2022-08-09T00:58:13.890" v="172"/>
          <ac:inkMkLst>
            <pc:docMk/>
            <pc:sldMk cId="4147123060" sldId="372"/>
            <ac:inkMk id="76" creationId="{4010A963-51D8-4D06-066A-8DF390DCB86C}"/>
          </ac:inkMkLst>
        </pc:inkChg>
        <pc:inkChg chg="del mod">
          <ac:chgData name="和田 拓朗" userId="2b36ca96-4530-4eaa-8ca1-d8cca6b7d9ae" providerId="ADAL" clId="{40BBB0CB-3F0C-4417-9DEF-05E2EA9DAD95}" dt="2022-08-09T00:58:13.898" v="188"/>
          <ac:inkMkLst>
            <pc:docMk/>
            <pc:sldMk cId="4147123060" sldId="372"/>
            <ac:inkMk id="77" creationId="{6F765B0C-EE34-F364-BC8C-2A3EAE93D1A0}"/>
          </ac:inkMkLst>
        </pc:inkChg>
        <pc:inkChg chg="del">
          <ac:chgData name="和田 拓朗" userId="2b36ca96-4530-4eaa-8ca1-d8cca6b7d9ae" providerId="ADAL" clId="{40BBB0CB-3F0C-4417-9DEF-05E2EA9DAD95}" dt="2022-08-09T00:58:13.883" v="155"/>
          <ac:inkMkLst>
            <pc:docMk/>
            <pc:sldMk cId="4147123060" sldId="372"/>
            <ac:inkMk id="79" creationId="{CCB2A97E-80D6-D2F8-FFEE-5BA49CDB7E90}"/>
          </ac:inkMkLst>
        </pc:inkChg>
      </pc:sldChg>
      <pc:sldChg chg="delSp modSp">
        <pc:chgData name="和田 拓朗" userId="2b36ca96-4530-4eaa-8ca1-d8cca6b7d9ae" providerId="ADAL" clId="{40BBB0CB-3F0C-4417-9DEF-05E2EA9DAD95}" dt="2022-08-09T00:56:52.684" v="21"/>
        <pc:sldMkLst>
          <pc:docMk/>
          <pc:sldMk cId="3667626434" sldId="386"/>
        </pc:sldMkLst>
        <pc:grpChg chg="del mod">
          <ac:chgData name="和田 拓朗" userId="2b36ca96-4530-4eaa-8ca1-d8cca6b7d9ae" providerId="ADAL" clId="{40BBB0CB-3F0C-4417-9DEF-05E2EA9DAD95}" dt="2022-08-09T00:56:52.671" v="6"/>
          <ac:grpSpMkLst>
            <pc:docMk/>
            <pc:sldMk cId="3667626434" sldId="386"/>
            <ac:grpSpMk id="12" creationId="{387A94AA-5668-7678-23B4-428DF52F0B72}"/>
          </ac:grpSpMkLst>
        </pc:grpChg>
        <pc:grpChg chg="del mod">
          <ac:chgData name="和田 拓朗" userId="2b36ca96-4530-4eaa-8ca1-d8cca6b7d9ae" providerId="ADAL" clId="{40BBB0CB-3F0C-4417-9DEF-05E2EA9DAD95}" dt="2022-08-09T00:56:52.682" v="15"/>
          <ac:grpSpMkLst>
            <pc:docMk/>
            <pc:sldMk cId="3667626434" sldId="386"/>
            <ac:grpSpMk id="25" creationId="{4B401E3C-E381-E95A-09A6-83F6AE2A8481}"/>
          </ac:grpSpMkLst>
        </pc:grpChg>
        <pc:grpChg chg="del mod">
          <ac:chgData name="和田 拓朗" userId="2b36ca96-4530-4eaa-8ca1-d8cca6b7d9ae" providerId="ADAL" clId="{40BBB0CB-3F0C-4417-9DEF-05E2EA9DAD95}" dt="2022-08-09T00:56:52.680" v="9"/>
          <ac:grpSpMkLst>
            <pc:docMk/>
            <pc:sldMk cId="3667626434" sldId="386"/>
            <ac:grpSpMk id="46" creationId="{DDDD31E0-1EBA-4E29-0F2E-41F9200E9CD6}"/>
          </ac:grpSpMkLst>
        </pc:grpChg>
        <pc:grpChg chg="del mod">
          <ac:chgData name="和田 拓朗" userId="2b36ca96-4530-4eaa-8ca1-d8cca6b7d9ae" providerId="ADAL" clId="{40BBB0CB-3F0C-4417-9DEF-05E2EA9DAD95}" dt="2022-08-09T00:56:52.680" v="10"/>
          <ac:grpSpMkLst>
            <pc:docMk/>
            <pc:sldMk cId="3667626434" sldId="386"/>
            <ac:grpSpMk id="51" creationId="{55773861-CEF1-D8DD-2A22-9CFF41025660}"/>
          </ac:grpSpMkLst>
        </pc:grpChg>
        <pc:grpChg chg="del mod">
          <ac:chgData name="和田 拓朗" userId="2b36ca96-4530-4eaa-8ca1-d8cca6b7d9ae" providerId="ADAL" clId="{40BBB0CB-3F0C-4417-9DEF-05E2EA9DAD95}" dt="2022-08-09T00:56:52.682" v="14"/>
          <ac:grpSpMkLst>
            <pc:docMk/>
            <pc:sldMk cId="3667626434" sldId="386"/>
            <ac:grpSpMk id="55" creationId="{22C6A0F9-312D-A91D-9DBC-ACC048C5B70B}"/>
          </ac:grpSpMkLst>
        </pc:grpChg>
        <pc:grpChg chg="del mod">
          <ac:chgData name="和田 拓朗" userId="2b36ca96-4530-4eaa-8ca1-d8cca6b7d9ae" providerId="ADAL" clId="{40BBB0CB-3F0C-4417-9DEF-05E2EA9DAD95}" dt="2022-08-09T00:56:52.683" v="17"/>
          <ac:grpSpMkLst>
            <pc:docMk/>
            <pc:sldMk cId="3667626434" sldId="386"/>
            <ac:grpSpMk id="58" creationId="{AE7970F9-B6E9-CD8F-2B9B-46A2980EB884}"/>
          </ac:grpSpMkLst>
        </pc:grpChg>
        <pc:inkChg chg="del">
          <ac:chgData name="和田 拓朗" userId="2b36ca96-4530-4eaa-8ca1-d8cca6b7d9ae" providerId="ADAL" clId="{40BBB0CB-3F0C-4417-9DEF-05E2EA9DAD95}" dt="2022-08-09T00:56:52.680" v="8"/>
          <ac:inkMkLst>
            <pc:docMk/>
            <pc:sldMk cId="3667626434" sldId="386"/>
            <ac:inkMk id="8" creationId="{65ADAF81-0AEA-5ABB-5701-80B4A77FE9A0}"/>
          </ac:inkMkLst>
        </pc:inkChg>
        <pc:inkChg chg="del">
          <ac:chgData name="和田 拓朗" userId="2b36ca96-4530-4eaa-8ca1-d8cca6b7d9ae" providerId="ADAL" clId="{40BBB0CB-3F0C-4417-9DEF-05E2EA9DAD95}" dt="2022-08-09T00:56:52.679" v="7"/>
          <ac:inkMkLst>
            <pc:docMk/>
            <pc:sldMk cId="3667626434" sldId="386"/>
            <ac:inkMk id="9" creationId="{17629C75-31C7-60A1-4A77-05B73B518D0C}"/>
          </ac:inkMkLst>
        </pc:inkChg>
        <pc:inkChg chg="del mod">
          <ac:chgData name="和田 拓朗" userId="2b36ca96-4530-4eaa-8ca1-d8cca6b7d9ae" providerId="ADAL" clId="{40BBB0CB-3F0C-4417-9DEF-05E2EA9DAD95}" dt="2022-08-09T00:56:52.684" v="21"/>
          <ac:inkMkLst>
            <pc:docMk/>
            <pc:sldMk cId="3667626434" sldId="386"/>
            <ac:inkMk id="10" creationId="{7AEE02DB-3F4F-962E-DBE8-6B6B3311BAFB}"/>
          </ac:inkMkLst>
        </pc:inkChg>
        <pc:inkChg chg="del">
          <ac:chgData name="和田 拓朗" userId="2b36ca96-4530-4eaa-8ca1-d8cca6b7d9ae" providerId="ADAL" clId="{40BBB0CB-3F0C-4417-9DEF-05E2EA9DAD95}" dt="2022-08-09T00:56:52.671" v="6"/>
          <ac:inkMkLst>
            <pc:docMk/>
            <pc:sldMk cId="3667626434" sldId="386"/>
            <ac:inkMk id="11" creationId="{07965888-E514-99A2-DD87-23B7627C8755}"/>
          </ac:inkMkLst>
        </pc:inkChg>
        <pc:inkChg chg="del">
          <ac:chgData name="和田 拓朗" userId="2b36ca96-4530-4eaa-8ca1-d8cca6b7d9ae" providerId="ADAL" clId="{40BBB0CB-3F0C-4417-9DEF-05E2EA9DAD95}" dt="2022-08-09T00:56:52.683" v="19"/>
          <ac:inkMkLst>
            <pc:docMk/>
            <pc:sldMk cId="3667626434" sldId="386"/>
            <ac:inkMk id="13" creationId="{6A7BE5BF-9864-D24A-66CE-42F6DA76ACDE}"/>
          </ac:inkMkLst>
        </pc:inkChg>
        <pc:inkChg chg="del">
          <ac:chgData name="和田 拓朗" userId="2b36ca96-4530-4eaa-8ca1-d8cca6b7d9ae" providerId="ADAL" clId="{40BBB0CB-3F0C-4417-9DEF-05E2EA9DAD95}" dt="2022-08-09T00:56:52.681" v="12"/>
          <ac:inkMkLst>
            <pc:docMk/>
            <pc:sldMk cId="3667626434" sldId="386"/>
            <ac:inkMk id="21" creationId="{082A85A9-9480-65E4-73A3-D8D8123649D4}"/>
          </ac:inkMkLst>
        </pc:inkChg>
        <pc:inkChg chg="del mod">
          <ac:chgData name="和田 拓朗" userId="2b36ca96-4530-4eaa-8ca1-d8cca6b7d9ae" providerId="ADAL" clId="{40BBB0CB-3F0C-4417-9DEF-05E2EA9DAD95}" dt="2022-08-09T00:56:52.682" v="16"/>
          <ac:inkMkLst>
            <pc:docMk/>
            <pc:sldMk cId="3667626434" sldId="386"/>
            <ac:inkMk id="22" creationId="{E14BB9F7-BE38-A079-161E-EB032D86A286}"/>
          </ac:inkMkLst>
        </pc:inkChg>
        <pc:inkChg chg="del mod">
          <ac:chgData name="和田 拓朗" userId="2b36ca96-4530-4eaa-8ca1-d8cca6b7d9ae" providerId="ADAL" clId="{40BBB0CB-3F0C-4417-9DEF-05E2EA9DAD95}" dt="2022-08-09T00:56:52.682" v="15"/>
          <ac:inkMkLst>
            <pc:docMk/>
            <pc:sldMk cId="3667626434" sldId="386"/>
            <ac:inkMk id="24" creationId="{70AA203F-1846-4D44-5E73-12DAE8BE73E6}"/>
          </ac:inkMkLst>
        </pc:inkChg>
        <pc:inkChg chg="del">
          <ac:chgData name="和田 拓朗" userId="2b36ca96-4530-4eaa-8ca1-d8cca6b7d9ae" providerId="ADAL" clId="{40BBB0CB-3F0C-4417-9DEF-05E2EA9DAD95}" dt="2022-08-09T00:56:52.681" v="11"/>
          <ac:inkMkLst>
            <pc:docMk/>
            <pc:sldMk cId="3667626434" sldId="386"/>
            <ac:inkMk id="32" creationId="{F21565A3-C4F3-21FC-23C9-56021C0CD6DC}"/>
          </ac:inkMkLst>
        </pc:inkChg>
        <pc:inkChg chg="del mod">
          <ac:chgData name="和田 拓朗" userId="2b36ca96-4530-4eaa-8ca1-d8cca6b7d9ae" providerId="ADAL" clId="{40BBB0CB-3F0C-4417-9DEF-05E2EA9DAD95}" dt="2022-08-09T00:56:52.683" v="20"/>
          <ac:inkMkLst>
            <pc:docMk/>
            <pc:sldMk cId="3667626434" sldId="386"/>
            <ac:inkMk id="44" creationId="{B06C9B0C-4772-EE4E-96D4-341639D277EE}"/>
          </ac:inkMkLst>
        </pc:inkChg>
        <pc:inkChg chg="del">
          <ac:chgData name="和田 拓朗" userId="2b36ca96-4530-4eaa-8ca1-d8cca6b7d9ae" providerId="ADAL" clId="{40BBB0CB-3F0C-4417-9DEF-05E2EA9DAD95}" dt="2022-08-09T00:56:52.680" v="9"/>
          <ac:inkMkLst>
            <pc:docMk/>
            <pc:sldMk cId="3667626434" sldId="386"/>
            <ac:inkMk id="45" creationId="{8DBE0179-1177-ADA6-DD09-A81C560996CB}"/>
          </ac:inkMkLst>
        </pc:inkChg>
        <pc:inkChg chg="mod">
          <ac:chgData name="和田 拓朗" userId="2b36ca96-4530-4eaa-8ca1-d8cca6b7d9ae" providerId="ADAL" clId="{40BBB0CB-3F0C-4417-9DEF-05E2EA9DAD95}" dt="2022-08-09T00:56:52.680" v="10"/>
          <ac:inkMkLst>
            <pc:docMk/>
            <pc:sldMk cId="3667626434" sldId="386"/>
            <ac:inkMk id="49" creationId="{F94B37BE-6829-0E7E-4631-1D92C6B68C22}"/>
          </ac:inkMkLst>
        </pc:inkChg>
        <pc:inkChg chg="del">
          <ac:chgData name="和田 拓朗" userId="2b36ca96-4530-4eaa-8ca1-d8cca6b7d9ae" providerId="ADAL" clId="{40BBB0CB-3F0C-4417-9DEF-05E2EA9DAD95}" dt="2022-08-09T00:56:52.680" v="10"/>
          <ac:inkMkLst>
            <pc:docMk/>
            <pc:sldMk cId="3667626434" sldId="386"/>
            <ac:inkMk id="50" creationId="{6CDCE711-442E-ADCA-4FF5-26D86BDA949F}"/>
          </ac:inkMkLst>
        </pc:inkChg>
        <pc:inkChg chg="del">
          <ac:chgData name="和田 拓朗" userId="2b36ca96-4530-4eaa-8ca1-d8cca6b7d9ae" providerId="ADAL" clId="{40BBB0CB-3F0C-4417-9DEF-05E2EA9DAD95}" dt="2022-08-09T00:56:52.681" v="13"/>
          <ac:inkMkLst>
            <pc:docMk/>
            <pc:sldMk cId="3667626434" sldId="386"/>
            <ac:inkMk id="52" creationId="{3D11E644-55C2-8766-27AE-95F35987566F}"/>
          </ac:inkMkLst>
        </pc:inkChg>
        <pc:inkChg chg="mod">
          <ac:chgData name="和田 拓朗" userId="2b36ca96-4530-4eaa-8ca1-d8cca6b7d9ae" providerId="ADAL" clId="{40BBB0CB-3F0C-4417-9DEF-05E2EA9DAD95}" dt="2022-08-09T00:56:52.682" v="14"/>
          <ac:inkMkLst>
            <pc:docMk/>
            <pc:sldMk cId="3667626434" sldId="386"/>
            <ac:inkMk id="53" creationId="{4F02DFE7-E495-7640-68B5-2717AA8CD7DD}"/>
          </ac:inkMkLst>
        </pc:inkChg>
        <pc:inkChg chg="del mod">
          <ac:chgData name="和田 拓朗" userId="2b36ca96-4530-4eaa-8ca1-d8cca6b7d9ae" providerId="ADAL" clId="{40BBB0CB-3F0C-4417-9DEF-05E2EA9DAD95}" dt="2022-08-09T00:56:52.682" v="14"/>
          <ac:inkMkLst>
            <pc:docMk/>
            <pc:sldMk cId="3667626434" sldId="386"/>
            <ac:inkMk id="54" creationId="{C48B92B1-5870-10D3-4DA6-13F219F3272C}"/>
          </ac:inkMkLst>
        </pc:inkChg>
        <pc:inkChg chg="del mod">
          <ac:chgData name="和田 拓朗" userId="2b36ca96-4530-4eaa-8ca1-d8cca6b7d9ae" providerId="ADAL" clId="{40BBB0CB-3F0C-4417-9DEF-05E2EA9DAD95}" dt="2022-08-09T00:56:52.683" v="18"/>
          <ac:inkMkLst>
            <pc:docMk/>
            <pc:sldMk cId="3667626434" sldId="386"/>
            <ac:inkMk id="56" creationId="{85440FE4-8221-1503-74B2-0F959AF69996}"/>
          </ac:inkMkLst>
        </pc:inkChg>
        <pc:inkChg chg="del">
          <ac:chgData name="和田 拓朗" userId="2b36ca96-4530-4eaa-8ca1-d8cca6b7d9ae" providerId="ADAL" clId="{40BBB0CB-3F0C-4417-9DEF-05E2EA9DAD95}" dt="2022-08-09T00:56:52.683" v="17"/>
          <ac:inkMkLst>
            <pc:docMk/>
            <pc:sldMk cId="3667626434" sldId="386"/>
            <ac:inkMk id="57" creationId="{0F9611CF-24D1-39D4-9196-9D51463250E9}"/>
          </ac:inkMkLst>
        </pc:inkChg>
      </pc:sldChg>
      <pc:sldChg chg="delSp">
        <pc:chgData name="和田 拓朗" userId="2b36ca96-4530-4eaa-8ca1-d8cca6b7d9ae" providerId="ADAL" clId="{40BBB0CB-3F0C-4417-9DEF-05E2EA9DAD95}" dt="2022-08-09T00:56:55.533" v="25"/>
        <pc:sldMkLst>
          <pc:docMk/>
          <pc:sldMk cId="895656476" sldId="387"/>
        </pc:sldMkLst>
        <pc:inkChg chg="del">
          <ac:chgData name="和田 拓朗" userId="2b36ca96-4530-4eaa-8ca1-d8cca6b7d9ae" providerId="ADAL" clId="{40BBB0CB-3F0C-4417-9DEF-05E2EA9DAD95}" dt="2022-08-09T00:56:55.532" v="22"/>
          <ac:inkMkLst>
            <pc:docMk/>
            <pc:sldMk cId="895656476" sldId="387"/>
            <ac:inkMk id="8" creationId="{700BCCCE-F67B-76D1-9EE1-B65C9ECFCBB1}"/>
          </ac:inkMkLst>
        </pc:inkChg>
        <pc:inkChg chg="del">
          <ac:chgData name="和田 拓朗" userId="2b36ca96-4530-4eaa-8ca1-d8cca6b7d9ae" providerId="ADAL" clId="{40BBB0CB-3F0C-4417-9DEF-05E2EA9DAD95}" dt="2022-08-09T00:56:55.533" v="24"/>
          <ac:inkMkLst>
            <pc:docMk/>
            <pc:sldMk cId="895656476" sldId="387"/>
            <ac:inkMk id="9" creationId="{2E373F7D-5500-B2BE-9AEF-B355D323C0BE}"/>
          </ac:inkMkLst>
        </pc:inkChg>
        <pc:inkChg chg="del">
          <ac:chgData name="和田 拓朗" userId="2b36ca96-4530-4eaa-8ca1-d8cca6b7d9ae" providerId="ADAL" clId="{40BBB0CB-3F0C-4417-9DEF-05E2EA9DAD95}" dt="2022-08-09T00:56:55.533" v="25"/>
          <ac:inkMkLst>
            <pc:docMk/>
            <pc:sldMk cId="895656476" sldId="387"/>
            <ac:inkMk id="10" creationId="{EE1A6B38-B863-17ED-00DB-C8BE38B7C71D}"/>
          </ac:inkMkLst>
        </pc:inkChg>
        <pc:inkChg chg="del">
          <ac:chgData name="和田 拓朗" userId="2b36ca96-4530-4eaa-8ca1-d8cca6b7d9ae" providerId="ADAL" clId="{40BBB0CB-3F0C-4417-9DEF-05E2EA9DAD95}" dt="2022-08-09T00:56:55.533" v="23"/>
          <ac:inkMkLst>
            <pc:docMk/>
            <pc:sldMk cId="895656476" sldId="387"/>
            <ac:inkMk id="11" creationId="{53D8B89E-C9A3-927F-B1CD-E6D2B79540E1}"/>
          </ac:inkMkLst>
        </pc:inkChg>
      </pc:sldChg>
      <pc:sldChg chg="delSp">
        <pc:chgData name="和田 拓朗" userId="2b36ca96-4530-4eaa-8ca1-d8cca6b7d9ae" providerId="ADAL" clId="{40BBB0CB-3F0C-4417-9DEF-05E2EA9DAD95}" dt="2022-08-09T00:56:59.818" v="27"/>
        <pc:sldMkLst>
          <pc:docMk/>
          <pc:sldMk cId="2842707125" sldId="388"/>
        </pc:sldMkLst>
        <pc:inkChg chg="del">
          <ac:chgData name="和田 拓朗" userId="2b36ca96-4530-4eaa-8ca1-d8cca6b7d9ae" providerId="ADAL" clId="{40BBB0CB-3F0C-4417-9DEF-05E2EA9DAD95}" dt="2022-08-09T00:56:59.818" v="26"/>
          <ac:inkMkLst>
            <pc:docMk/>
            <pc:sldMk cId="2842707125" sldId="388"/>
            <ac:inkMk id="5" creationId="{75AC116C-60DD-4138-A0F3-C342CA3FC858}"/>
          </ac:inkMkLst>
        </pc:inkChg>
        <pc:inkChg chg="del">
          <ac:chgData name="和田 拓朗" userId="2b36ca96-4530-4eaa-8ca1-d8cca6b7d9ae" providerId="ADAL" clId="{40BBB0CB-3F0C-4417-9DEF-05E2EA9DAD95}" dt="2022-08-09T00:56:59.818" v="27"/>
          <ac:inkMkLst>
            <pc:docMk/>
            <pc:sldMk cId="2842707125" sldId="388"/>
            <ac:inkMk id="9" creationId="{CA0BD921-59BC-CF54-F0FC-D3AB76732DE3}"/>
          </ac:inkMkLst>
        </pc:inkChg>
      </pc:sldChg>
      <pc:sldChg chg="delSp modSp">
        <pc:chgData name="和田 拓朗" userId="2b36ca96-4530-4eaa-8ca1-d8cca6b7d9ae" providerId="ADAL" clId="{40BBB0CB-3F0C-4417-9DEF-05E2EA9DAD95}" dt="2022-08-09T00:57:16.033" v="57"/>
        <pc:sldMkLst>
          <pc:docMk/>
          <pc:sldMk cId="2918265439" sldId="389"/>
        </pc:sldMkLst>
        <pc:grpChg chg="del mod">
          <ac:chgData name="和田 拓朗" userId="2b36ca96-4530-4eaa-8ca1-d8cca6b7d9ae" providerId="ADAL" clId="{40BBB0CB-3F0C-4417-9DEF-05E2EA9DAD95}" dt="2022-08-09T00:57:16.031" v="51"/>
          <ac:grpSpMkLst>
            <pc:docMk/>
            <pc:sldMk cId="2918265439" sldId="389"/>
            <ac:grpSpMk id="28" creationId="{4520FBF1-976D-B400-BC69-C34D2A434D75}"/>
          </ac:grpSpMkLst>
        </pc:grpChg>
        <pc:grpChg chg="del mod">
          <ac:chgData name="和田 拓朗" userId="2b36ca96-4530-4eaa-8ca1-d8cca6b7d9ae" providerId="ADAL" clId="{40BBB0CB-3F0C-4417-9DEF-05E2EA9DAD95}" dt="2022-08-09T00:57:16.030" v="46"/>
          <ac:grpSpMkLst>
            <pc:docMk/>
            <pc:sldMk cId="2918265439" sldId="389"/>
            <ac:grpSpMk id="36" creationId="{7873D5D9-888C-7B98-8AA9-3FF1923E7631}"/>
          </ac:grpSpMkLst>
        </pc:grpChg>
        <pc:grpChg chg="mod">
          <ac:chgData name="和田 拓朗" userId="2b36ca96-4530-4eaa-8ca1-d8cca6b7d9ae" providerId="ADAL" clId="{40BBB0CB-3F0C-4417-9DEF-05E2EA9DAD95}" dt="2022-08-09T00:57:16.033" v="56"/>
          <ac:grpSpMkLst>
            <pc:docMk/>
            <pc:sldMk cId="2918265439" sldId="389"/>
            <ac:grpSpMk id="53" creationId="{1546EDFC-2B00-9888-C1F2-9453992047C8}"/>
          </ac:grpSpMkLst>
        </pc:grpChg>
        <pc:grpChg chg="del mod">
          <ac:chgData name="和田 拓朗" userId="2b36ca96-4530-4eaa-8ca1-d8cca6b7d9ae" providerId="ADAL" clId="{40BBB0CB-3F0C-4417-9DEF-05E2EA9DAD95}" dt="2022-08-09T00:57:16.027" v="39"/>
          <ac:grpSpMkLst>
            <pc:docMk/>
            <pc:sldMk cId="2918265439" sldId="389"/>
            <ac:grpSpMk id="56" creationId="{8F23F1E6-3618-2C79-C925-F0F76AE06F95}"/>
          </ac:grpSpMkLst>
        </pc:grpChg>
        <pc:grpChg chg="del mod">
          <ac:chgData name="和田 拓朗" userId="2b36ca96-4530-4eaa-8ca1-d8cca6b7d9ae" providerId="ADAL" clId="{40BBB0CB-3F0C-4417-9DEF-05E2EA9DAD95}" dt="2022-08-09T00:57:16.028" v="44"/>
          <ac:grpSpMkLst>
            <pc:docMk/>
            <pc:sldMk cId="2918265439" sldId="389"/>
            <ac:grpSpMk id="94" creationId="{F1742B9E-B2D4-E10B-4956-74FDAA095442}"/>
          </ac:grpSpMkLst>
        </pc:grpChg>
        <pc:inkChg chg="del">
          <ac:chgData name="和田 拓朗" userId="2b36ca96-4530-4eaa-8ca1-d8cca6b7d9ae" providerId="ADAL" clId="{40BBB0CB-3F0C-4417-9DEF-05E2EA9DAD95}" dt="2022-08-09T00:57:16.032" v="54"/>
          <ac:inkMkLst>
            <pc:docMk/>
            <pc:sldMk cId="2918265439" sldId="389"/>
            <ac:inkMk id="5" creationId="{A4163058-4267-CD2C-A768-BA686E4E300B}"/>
          </ac:inkMkLst>
        </pc:inkChg>
        <pc:inkChg chg="del">
          <ac:chgData name="和田 拓朗" userId="2b36ca96-4530-4eaa-8ca1-d8cca6b7d9ae" providerId="ADAL" clId="{40BBB0CB-3F0C-4417-9DEF-05E2EA9DAD95}" dt="2022-08-09T00:57:16.026" v="35"/>
          <ac:inkMkLst>
            <pc:docMk/>
            <pc:sldMk cId="2918265439" sldId="389"/>
            <ac:inkMk id="9" creationId="{4A1B569F-0A49-9E35-07A2-48A01D0D2079}"/>
          </ac:inkMkLst>
        </pc:inkChg>
        <pc:inkChg chg="del">
          <ac:chgData name="和田 拓朗" userId="2b36ca96-4530-4eaa-8ca1-d8cca6b7d9ae" providerId="ADAL" clId="{40BBB0CB-3F0C-4417-9DEF-05E2EA9DAD95}" dt="2022-08-09T00:57:16.031" v="49"/>
          <ac:inkMkLst>
            <pc:docMk/>
            <pc:sldMk cId="2918265439" sldId="389"/>
            <ac:inkMk id="10" creationId="{F870535B-FEDF-85A5-82B9-D9F374AB8FEB}"/>
          </ac:inkMkLst>
        </pc:inkChg>
        <pc:inkChg chg="del">
          <ac:chgData name="和田 拓朗" userId="2b36ca96-4530-4eaa-8ca1-d8cca6b7d9ae" providerId="ADAL" clId="{40BBB0CB-3F0C-4417-9DEF-05E2EA9DAD95}" dt="2022-08-09T00:57:16.028" v="41"/>
          <ac:inkMkLst>
            <pc:docMk/>
            <pc:sldMk cId="2918265439" sldId="389"/>
            <ac:inkMk id="12" creationId="{31DBC3AC-7697-1F90-F5F1-2F75DCE82B7C}"/>
          </ac:inkMkLst>
        </pc:inkChg>
        <pc:inkChg chg="del mod">
          <ac:chgData name="和田 拓朗" userId="2b36ca96-4530-4eaa-8ca1-d8cca6b7d9ae" providerId="ADAL" clId="{40BBB0CB-3F0C-4417-9DEF-05E2EA9DAD95}" dt="2022-08-09T00:57:16.031" v="51"/>
          <ac:inkMkLst>
            <pc:docMk/>
            <pc:sldMk cId="2918265439" sldId="389"/>
            <ac:inkMk id="14" creationId="{587091D9-3C5C-CBD3-7E08-0ED343706695}"/>
          </ac:inkMkLst>
        </pc:inkChg>
        <pc:inkChg chg="del">
          <ac:chgData name="和田 拓朗" userId="2b36ca96-4530-4eaa-8ca1-d8cca6b7d9ae" providerId="ADAL" clId="{40BBB0CB-3F0C-4417-9DEF-05E2EA9DAD95}" dt="2022-08-09T00:57:16.028" v="43"/>
          <ac:inkMkLst>
            <pc:docMk/>
            <pc:sldMk cId="2918265439" sldId="389"/>
            <ac:inkMk id="15" creationId="{FBDFE411-ABF3-7F64-E747-9FC23E84E9B5}"/>
          </ac:inkMkLst>
        </pc:inkChg>
        <pc:inkChg chg="del mod">
          <ac:chgData name="和田 拓朗" userId="2b36ca96-4530-4eaa-8ca1-d8cca6b7d9ae" providerId="ADAL" clId="{40BBB0CB-3F0C-4417-9DEF-05E2EA9DAD95}" dt="2022-08-09T00:57:16.033" v="55"/>
          <ac:inkMkLst>
            <pc:docMk/>
            <pc:sldMk cId="2918265439" sldId="389"/>
            <ac:inkMk id="16" creationId="{D0BBC1A6-A939-1A55-6379-8DDB518CE3AF}"/>
          </ac:inkMkLst>
        </pc:inkChg>
        <pc:inkChg chg="del">
          <ac:chgData name="和田 拓朗" userId="2b36ca96-4530-4eaa-8ca1-d8cca6b7d9ae" providerId="ADAL" clId="{40BBB0CB-3F0C-4417-9DEF-05E2EA9DAD95}" dt="2022-08-09T00:57:16.026" v="37"/>
          <ac:inkMkLst>
            <pc:docMk/>
            <pc:sldMk cId="2918265439" sldId="389"/>
            <ac:inkMk id="22" creationId="{D2EE349A-36C6-A0F2-7303-CBCCF72974DB}"/>
          </ac:inkMkLst>
        </pc:inkChg>
        <pc:inkChg chg="del mod">
          <ac:chgData name="和田 拓朗" userId="2b36ca96-4530-4eaa-8ca1-d8cca6b7d9ae" providerId="ADAL" clId="{40BBB0CB-3F0C-4417-9DEF-05E2EA9DAD95}" dt="2022-08-09T00:57:16.031" v="50"/>
          <ac:inkMkLst>
            <pc:docMk/>
            <pc:sldMk cId="2918265439" sldId="389"/>
            <ac:inkMk id="27" creationId="{3BC669C0-9D67-C5F5-E199-06EA25E57B4B}"/>
          </ac:inkMkLst>
        </pc:inkChg>
        <pc:inkChg chg="del">
          <ac:chgData name="和田 拓朗" userId="2b36ca96-4530-4eaa-8ca1-d8cca6b7d9ae" providerId="ADAL" clId="{40BBB0CB-3F0C-4417-9DEF-05E2EA9DAD95}" dt="2022-08-09T00:57:16.030" v="47"/>
          <ac:inkMkLst>
            <pc:docMk/>
            <pc:sldMk cId="2918265439" sldId="389"/>
            <ac:inkMk id="29" creationId="{86E0C262-624E-FD03-7911-306C4CCC50E7}"/>
          </ac:inkMkLst>
        </pc:inkChg>
        <pc:inkChg chg="del">
          <ac:chgData name="和田 拓朗" userId="2b36ca96-4530-4eaa-8ca1-d8cca6b7d9ae" providerId="ADAL" clId="{40BBB0CB-3F0C-4417-9DEF-05E2EA9DAD95}" dt="2022-08-09T00:57:16.029" v="45"/>
          <ac:inkMkLst>
            <pc:docMk/>
            <pc:sldMk cId="2918265439" sldId="389"/>
            <ac:inkMk id="30" creationId="{73BD2E26-813F-C747-B663-DED24F87FAA7}"/>
          </ac:inkMkLst>
        </pc:inkChg>
        <pc:inkChg chg="del mod">
          <ac:chgData name="和田 拓朗" userId="2b36ca96-4530-4eaa-8ca1-d8cca6b7d9ae" providerId="ADAL" clId="{40BBB0CB-3F0C-4417-9DEF-05E2EA9DAD95}" dt="2022-08-09T00:57:16.030" v="46"/>
          <ac:inkMkLst>
            <pc:docMk/>
            <pc:sldMk cId="2918265439" sldId="389"/>
            <ac:inkMk id="31" creationId="{05BC48D6-BF6E-CD2E-BDA1-6364AF0F36D7}"/>
          </ac:inkMkLst>
        </pc:inkChg>
        <pc:inkChg chg="del">
          <ac:chgData name="和田 拓朗" userId="2b36ca96-4530-4eaa-8ca1-d8cca6b7d9ae" providerId="ADAL" clId="{40BBB0CB-3F0C-4417-9DEF-05E2EA9DAD95}" dt="2022-08-09T00:57:16.024" v="32"/>
          <ac:inkMkLst>
            <pc:docMk/>
            <pc:sldMk cId="2918265439" sldId="389"/>
            <ac:inkMk id="32" creationId="{0C946BFB-05A8-2A81-A38A-C8F98B87C364}"/>
          </ac:inkMkLst>
        </pc:inkChg>
        <pc:inkChg chg="del mod">
          <ac:chgData name="和田 拓朗" userId="2b36ca96-4530-4eaa-8ca1-d8cca6b7d9ae" providerId="ADAL" clId="{40BBB0CB-3F0C-4417-9DEF-05E2EA9DAD95}" dt="2022-08-09T00:57:16.025" v="33"/>
          <ac:inkMkLst>
            <pc:docMk/>
            <pc:sldMk cId="2918265439" sldId="389"/>
            <ac:inkMk id="33" creationId="{4F8E854F-16C9-1944-8598-0058308AE790}"/>
          </ac:inkMkLst>
        </pc:inkChg>
        <pc:inkChg chg="del mod">
          <ac:chgData name="和田 拓朗" userId="2b36ca96-4530-4eaa-8ca1-d8cca6b7d9ae" providerId="ADAL" clId="{40BBB0CB-3F0C-4417-9DEF-05E2EA9DAD95}" dt="2022-08-09T00:57:16.032" v="53"/>
          <ac:inkMkLst>
            <pc:docMk/>
            <pc:sldMk cId="2918265439" sldId="389"/>
            <ac:inkMk id="34" creationId="{BB228846-26F4-A4B0-12EB-61C5605B5AB7}"/>
          </ac:inkMkLst>
        </pc:inkChg>
        <pc:inkChg chg="del">
          <ac:chgData name="和田 拓朗" userId="2b36ca96-4530-4eaa-8ca1-d8cca6b7d9ae" providerId="ADAL" clId="{40BBB0CB-3F0C-4417-9DEF-05E2EA9DAD95}" dt="2022-08-09T00:57:16.027" v="40"/>
          <ac:inkMkLst>
            <pc:docMk/>
            <pc:sldMk cId="2918265439" sldId="389"/>
            <ac:inkMk id="35" creationId="{8D9DDEA7-2BD8-BA59-C0B7-1BED5603F51D}"/>
          </ac:inkMkLst>
        </pc:inkChg>
        <pc:inkChg chg="del">
          <ac:chgData name="和田 拓朗" userId="2b36ca96-4530-4eaa-8ca1-d8cca6b7d9ae" providerId="ADAL" clId="{40BBB0CB-3F0C-4417-9DEF-05E2EA9DAD95}" dt="2022-08-09T00:57:16.033" v="57"/>
          <ac:inkMkLst>
            <pc:docMk/>
            <pc:sldMk cId="2918265439" sldId="389"/>
            <ac:inkMk id="45" creationId="{EFA55CB7-A56A-7975-13C0-4687131E3EB1}"/>
          </ac:inkMkLst>
        </pc:inkChg>
        <pc:inkChg chg="del">
          <ac:chgData name="和田 拓朗" userId="2b36ca96-4530-4eaa-8ca1-d8cca6b7d9ae" providerId="ADAL" clId="{40BBB0CB-3F0C-4417-9DEF-05E2EA9DAD95}" dt="2022-08-09T00:57:16.032" v="52"/>
          <ac:inkMkLst>
            <pc:docMk/>
            <pc:sldMk cId="2918265439" sldId="389"/>
            <ac:inkMk id="46" creationId="{7AE34BA9-4252-B3F0-E923-E1D9F8F07A59}"/>
          </ac:inkMkLst>
        </pc:inkChg>
        <pc:inkChg chg="del mod">
          <ac:chgData name="和田 拓朗" userId="2b36ca96-4530-4eaa-8ca1-d8cca6b7d9ae" providerId="ADAL" clId="{40BBB0CB-3F0C-4417-9DEF-05E2EA9DAD95}" dt="2022-08-09T00:57:16.027" v="38"/>
          <ac:inkMkLst>
            <pc:docMk/>
            <pc:sldMk cId="2918265439" sldId="389"/>
            <ac:inkMk id="47" creationId="{BD1794D7-8618-D2CE-2EF9-C8572677968D}"/>
          </ac:inkMkLst>
        </pc:inkChg>
        <pc:inkChg chg="mod">
          <ac:chgData name="和田 拓朗" userId="2b36ca96-4530-4eaa-8ca1-d8cca6b7d9ae" providerId="ADAL" clId="{40BBB0CB-3F0C-4417-9DEF-05E2EA9DAD95}" dt="2022-08-09T00:57:16.033" v="56"/>
          <ac:inkMkLst>
            <pc:docMk/>
            <pc:sldMk cId="2918265439" sldId="389"/>
            <ac:inkMk id="48" creationId="{319576F6-10EB-498C-E0A0-E2AF1B86542F}"/>
          </ac:inkMkLst>
        </pc:inkChg>
        <pc:inkChg chg="del mod">
          <ac:chgData name="和田 拓朗" userId="2b36ca96-4530-4eaa-8ca1-d8cca6b7d9ae" providerId="ADAL" clId="{40BBB0CB-3F0C-4417-9DEF-05E2EA9DAD95}" dt="2022-08-09T00:57:16.033" v="56"/>
          <ac:inkMkLst>
            <pc:docMk/>
            <pc:sldMk cId="2918265439" sldId="389"/>
            <ac:inkMk id="49" creationId="{866A7FEC-704F-D4C5-0AFE-0C1643B279E0}"/>
          </ac:inkMkLst>
        </pc:inkChg>
        <pc:inkChg chg="mod">
          <ac:chgData name="和田 拓朗" userId="2b36ca96-4530-4eaa-8ca1-d8cca6b7d9ae" providerId="ADAL" clId="{40BBB0CB-3F0C-4417-9DEF-05E2EA9DAD95}" dt="2022-08-09T00:57:16.033" v="56"/>
          <ac:inkMkLst>
            <pc:docMk/>
            <pc:sldMk cId="2918265439" sldId="389"/>
            <ac:inkMk id="51" creationId="{887A9739-6C03-2ABC-2552-287281C28C9C}"/>
          </ac:inkMkLst>
        </pc:inkChg>
        <pc:inkChg chg="del">
          <ac:chgData name="和田 拓朗" userId="2b36ca96-4530-4eaa-8ca1-d8cca6b7d9ae" providerId="ADAL" clId="{40BBB0CB-3F0C-4417-9DEF-05E2EA9DAD95}" dt="2022-08-09T00:57:16.025" v="34"/>
          <ac:inkMkLst>
            <pc:docMk/>
            <pc:sldMk cId="2918265439" sldId="389"/>
            <ac:inkMk id="52" creationId="{DFA432D2-DFB1-71B8-9F0F-4ADC41ECD09B}"/>
          </ac:inkMkLst>
        </pc:inkChg>
        <pc:inkChg chg="del mod">
          <ac:chgData name="和田 拓朗" userId="2b36ca96-4530-4eaa-8ca1-d8cca6b7d9ae" providerId="ADAL" clId="{40BBB0CB-3F0C-4417-9DEF-05E2EA9DAD95}" dt="2022-08-09T00:57:16.028" v="42"/>
          <ac:inkMkLst>
            <pc:docMk/>
            <pc:sldMk cId="2918265439" sldId="389"/>
            <ac:inkMk id="54" creationId="{F5117DC2-4F05-F5B4-D435-C23C0494756F}"/>
          </ac:inkMkLst>
        </pc:inkChg>
        <pc:inkChg chg="del">
          <ac:chgData name="和田 拓朗" userId="2b36ca96-4530-4eaa-8ca1-d8cca6b7d9ae" providerId="ADAL" clId="{40BBB0CB-3F0C-4417-9DEF-05E2EA9DAD95}" dt="2022-08-09T00:57:16.027" v="39"/>
          <ac:inkMkLst>
            <pc:docMk/>
            <pc:sldMk cId="2918265439" sldId="389"/>
            <ac:inkMk id="55" creationId="{7001E697-CD4A-C0B9-DAA3-F367F3A6F1A6}"/>
          </ac:inkMkLst>
        </pc:inkChg>
        <pc:inkChg chg="del">
          <ac:chgData name="和田 拓朗" userId="2b36ca96-4530-4eaa-8ca1-d8cca6b7d9ae" providerId="ADAL" clId="{40BBB0CB-3F0C-4417-9DEF-05E2EA9DAD95}" dt="2022-08-09T00:57:16.026" v="36"/>
          <ac:inkMkLst>
            <pc:docMk/>
            <pc:sldMk cId="2918265439" sldId="389"/>
            <ac:inkMk id="57" creationId="{F5A4FC48-6A36-2821-E201-F5BCD7A5DD51}"/>
          </ac:inkMkLst>
        </pc:inkChg>
        <pc:inkChg chg="del mod">
          <ac:chgData name="和田 拓朗" userId="2b36ca96-4530-4eaa-8ca1-d8cca6b7d9ae" providerId="ADAL" clId="{40BBB0CB-3F0C-4417-9DEF-05E2EA9DAD95}" dt="2022-08-09T00:57:16.030" v="48"/>
          <ac:inkMkLst>
            <pc:docMk/>
            <pc:sldMk cId="2918265439" sldId="389"/>
            <ac:inkMk id="71" creationId="{763AD70B-CF0A-9E65-7E78-6B273C2A0532}"/>
          </ac:inkMkLst>
        </pc:inkChg>
        <pc:inkChg chg="del">
          <ac:chgData name="和田 拓朗" userId="2b36ca96-4530-4eaa-8ca1-d8cca6b7d9ae" providerId="ADAL" clId="{40BBB0CB-3F0C-4417-9DEF-05E2EA9DAD95}" dt="2022-08-09T00:57:16.028" v="44"/>
          <ac:inkMkLst>
            <pc:docMk/>
            <pc:sldMk cId="2918265439" sldId="389"/>
            <ac:inkMk id="77" creationId="{4DBC6E49-9BBD-318E-4E4D-AFB41DC02E41}"/>
          </ac:inkMkLst>
        </pc:inkChg>
      </pc:sldChg>
      <pc:sldChg chg="delSp modSp">
        <pc:chgData name="和田 拓朗" userId="2b36ca96-4530-4eaa-8ca1-d8cca6b7d9ae" providerId="ADAL" clId="{40BBB0CB-3F0C-4417-9DEF-05E2EA9DAD95}" dt="2022-08-09T00:57:20.605" v="64"/>
        <pc:sldMkLst>
          <pc:docMk/>
          <pc:sldMk cId="2005155125" sldId="390"/>
        </pc:sldMkLst>
        <pc:grpChg chg="del mod">
          <ac:chgData name="和田 拓朗" userId="2b36ca96-4530-4eaa-8ca1-d8cca6b7d9ae" providerId="ADAL" clId="{40BBB0CB-3F0C-4417-9DEF-05E2EA9DAD95}" dt="2022-08-09T00:57:20.603" v="58"/>
          <ac:grpSpMkLst>
            <pc:docMk/>
            <pc:sldMk cId="2005155125" sldId="390"/>
            <ac:grpSpMk id="14" creationId="{59F40CDB-6410-7683-9394-9A419E2D3680}"/>
          </ac:grpSpMkLst>
        </pc:grpChg>
        <pc:inkChg chg="del">
          <ac:chgData name="和田 拓朗" userId="2b36ca96-4530-4eaa-8ca1-d8cca6b7d9ae" providerId="ADAL" clId="{40BBB0CB-3F0C-4417-9DEF-05E2EA9DAD95}" dt="2022-08-09T00:57:20.604" v="60"/>
          <ac:inkMkLst>
            <pc:docMk/>
            <pc:sldMk cId="2005155125" sldId="390"/>
            <ac:inkMk id="5" creationId="{8DB113EF-16DF-B31C-ABE0-1F09C9A2D97D}"/>
          </ac:inkMkLst>
        </pc:inkChg>
        <pc:inkChg chg="del">
          <ac:chgData name="和田 拓朗" userId="2b36ca96-4530-4eaa-8ca1-d8cca6b7d9ae" providerId="ADAL" clId="{40BBB0CB-3F0C-4417-9DEF-05E2EA9DAD95}" dt="2022-08-09T00:57:20.604" v="61"/>
          <ac:inkMkLst>
            <pc:docMk/>
            <pc:sldMk cId="2005155125" sldId="390"/>
            <ac:inkMk id="9" creationId="{977B2208-6B3D-1A7D-1914-387686677141}"/>
          </ac:inkMkLst>
        </pc:inkChg>
        <pc:inkChg chg="del">
          <ac:chgData name="和田 拓朗" userId="2b36ca96-4530-4eaa-8ca1-d8cca6b7d9ae" providerId="ADAL" clId="{40BBB0CB-3F0C-4417-9DEF-05E2EA9DAD95}" dt="2022-08-09T00:57:20.605" v="63"/>
          <ac:inkMkLst>
            <pc:docMk/>
            <pc:sldMk cId="2005155125" sldId="390"/>
            <ac:inkMk id="10" creationId="{84A9AB79-45C7-C5F1-1F37-956E3706F175}"/>
          </ac:inkMkLst>
        </pc:inkChg>
        <pc:inkChg chg="del">
          <ac:chgData name="和田 拓朗" userId="2b36ca96-4530-4eaa-8ca1-d8cca6b7d9ae" providerId="ADAL" clId="{40BBB0CB-3F0C-4417-9DEF-05E2EA9DAD95}" dt="2022-08-09T00:57:20.604" v="59"/>
          <ac:inkMkLst>
            <pc:docMk/>
            <pc:sldMk cId="2005155125" sldId="390"/>
            <ac:inkMk id="11" creationId="{81B2AB8A-3F65-AC33-97A6-74FC9C23940A}"/>
          </ac:inkMkLst>
        </pc:inkChg>
        <pc:inkChg chg="del">
          <ac:chgData name="和田 拓朗" userId="2b36ca96-4530-4eaa-8ca1-d8cca6b7d9ae" providerId="ADAL" clId="{40BBB0CB-3F0C-4417-9DEF-05E2EA9DAD95}" dt="2022-08-09T00:57:20.603" v="58"/>
          <ac:inkMkLst>
            <pc:docMk/>
            <pc:sldMk cId="2005155125" sldId="390"/>
            <ac:inkMk id="12" creationId="{0A68ADEA-A2A0-E5E1-6577-6464224137C3}"/>
          </ac:inkMkLst>
        </pc:inkChg>
        <pc:inkChg chg="del mod">
          <ac:chgData name="和田 拓朗" userId="2b36ca96-4530-4eaa-8ca1-d8cca6b7d9ae" providerId="ADAL" clId="{40BBB0CB-3F0C-4417-9DEF-05E2EA9DAD95}" dt="2022-08-09T00:57:20.605" v="64"/>
          <ac:inkMkLst>
            <pc:docMk/>
            <pc:sldMk cId="2005155125" sldId="390"/>
            <ac:inkMk id="13" creationId="{68AE36A4-37A2-9948-7528-A84705F99A97}"/>
          </ac:inkMkLst>
        </pc:inkChg>
        <pc:inkChg chg="del">
          <ac:chgData name="和田 拓朗" userId="2b36ca96-4530-4eaa-8ca1-d8cca6b7d9ae" providerId="ADAL" clId="{40BBB0CB-3F0C-4417-9DEF-05E2EA9DAD95}" dt="2022-08-09T00:57:20.605" v="62"/>
          <ac:inkMkLst>
            <pc:docMk/>
            <pc:sldMk cId="2005155125" sldId="390"/>
            <ac:inkMk id="15" creationId="{0BD06916-A077-ECA7-946F-8450AEC2BD28}"/>
          </ac:inkMkLst>
        </pc:inkChg>
      </pc:sldChg>
    </pc:docChg>
  </pc:docChgLst>
  <pc:docChgLst>
    <pc:chgData name="吉田 雅之" userId="30033929-dfd8-4220-a5b4-c6b0a4bb5d3e" providerId="ADAL" clId="{1C409CFA-30FE-426B-B014-BDAA23C1C133}"/>
    <pc:docChg chg="modSld">
      <pc:chgData name="吉田 雅之" userId="30033929-dfd8-4220-a5b4-c6b0a4bb5d3e" providerId="ADAL" clId="{1C409CFA-30FE-426B-B014-BDAA23C1C133}" dt="2020-12-09T06:48:49.298" v="0" actId="20577"/>
      <pc:docMkLst>
        <pc:docMk/>
      </pc:docMkLst>
      <pc:sldChg chg="modSp mod">
        <pc:chgData name="吉田 雅之" userId="30033929-dfd8-4220-a5b4-c6b0a4bb5d3e" providerId="ADAL" clId="{1C409CFA-30FE-426B-B014-BDAA23C1C133}" dt="2020-12-09T06:48:49.298" v="0" actId="20577"/>
        <pc:sldMkLst>
          <pc:docMk/>
          <pc:sldMk cId="1431651866" sldId="368"/>
        </pc:sldMkLst>
        <pc:graphicFrameChg chg="modGraphic">
          <ac:chgData name="吉田 雅之" userId="30033929-dfd8-4220-a5b4-c6b0a4bb5d3e" providerId="ADAL" clId="{1C409CFA-30FE-426B-B014-BDAA23C1C133}" dt="2020-12-09T06:48:49.298" v="0" actId="20577"/>
          <ac:graphicFrameMkLst>
            <pc:docMk/>
            <pc:sldMk cId="1431651866" sldId="368"/>
            <ac:graphicFrameMk id="6" creationId="{A5C776C1-5736-6E41-AFE0-D7FC9EBFA87B}"/>
          </ac:graphicFrameMkLst>
        </pc:graphicFrameChg>
      </pc:sldChg>
    </pc:docChg>
  </pc:docChgLst>
  <pc:docChgLst>
    <pc:chgData name="稔章 今野" userId="9659808f-245f-46a7-991e-983cdf43b7a2" providerId="ADAL" clId="{E75126CF-3A96-47BE-92CA-138B5BA368A6}"/>
    <pc:docChg chg="addSld delSld modSld">
      <pc:chgData name="稔章 今野" userId="9659808f-245f-46a7-991e-983cdf43b7a2" providerId="ADAL" clId="{E75126CF-3A96-47BE-92CA-138B5BA368A6}" dt="2021-12-23T03:59:27.740" v="34" actId="2696"/>
      <pc:docMkLst>
        <pc:docMk/>
      </pc:docMkLst>
      <pc:sldChg chg="new">
        <pc:chgData name="稔章 今野" userId="9659808f-245f-46a7-991e-983cdf43b7a2" providerId="ADAL" clId="{E75126CF-3A96-47BE-92CA-138B5BA368A6}" dt="2021-12-23T03:56:09.112" v="0" actId="680"/>
        <pc:sldMkLst>
          <pc:docMk/>
          <pc:sldMk cId="3667626434" sldId="386"/>
        </pc:sldMkLst>
      </pc:sldChg>
      <pc:sldChg chg="new">
        <pc:chgData name="稔章 今野" userId="9659808f-245f-46a7-991e-983cdf43b7a2" providerId="ADAL" clId="{E75126CF-3A96-47BE-92CA-138B5BA368A6}" dt="2021-12-23T03:56:15.529" v="1" actId="680"/>
        <pc:sldMkLst>
          <pc:docMk/>
          <pc:sldMk cId="895656476" sldId="387"/>
        </pc:sldMkLst>
      </pc:sldChg>
      <pc:sldChg chg="new">
        <pc:chgData name="稔章 今野" userId="9659808f-245f-46a7-991e-983cdf43b7a2" providerId="ADAL" clId="{E75126CF-3A96-47BE-92CA-138B5BA368A6}" dt="2021-12-23T03:56:33.560" v="2" actId="680"/>
        <pc:sldMkLst>
          <pc:docMk/>
          <pc:sldMk cId="2842707125" sldId="388"/>
        </pc:sldMkLst>
      </pc:sldChg>
      <pc:sldChg chg="new">
        <pc:chgData name="稔章 今野" userId="9659808f-245f-46a7-991e-983cdf43b7a2" providerId="ADAL" clId="{E75126CF-3A96-47BE-92CA-138B5BA368A6}" dt="2021-12-23T03:56:48.617" v="3" actId="680"/>
        <pc:sldMkLst>
          <pc:docMk/>
          <pc:sldMk cId="2918265439" sldId="389"/>
        </pc:sldMkLst>
      </pc:sldChg>
      <pc:sldChg chg="new">
        <pc:chgData name="稔章 今野" userId="9659808f-245f-46a7-991e-983cdf43b7a2" providerId="ADAL" clId="{E75126CF-3A96-47BE-92CA-138B5BA368A6}" dt="2021-12-23T03:56:59.425" v="4" actId="680"/>
        <pc:sldMkLst>
          <pc:docMk/>
          <pc:sldMk cId="2005155125" sldId="390"/>
        </pc:sldMkLst>
      </pc:sldChg>
      <pc:sldChg chg="new">
        <pc:chgData name="稔章 今野" userId="9659808f-245f-46a7-991e-983cdf43b7a2" providerId="ADAL" clId="{E75126CF-3A96-47BE-92CA-138B5BA368A6}" dt="2021-12-23T03:57:10.527" v="5" actId="680"/>
        <pc:sldMkLst>
          <pc:docMk/>
          <pc:sldMk cId="2792617054" sldId="391"/>
        </pc:sldMkLst>
      </pc:sldChg>
      <pc:sldChg chg="modSp new mod">
        <pc:chgData name="稔章 今野" userId="9659808f-245f-46a7-991e-983cdf43b7a2" providerId="ADAL" clId="{E75126CF-3A96-47BE-92CA-138B5BA368A6}" dt="2021-12-23T03:58:08.447" v="31" actId="20577"/>
        <pc:sldMkLst>
          <pc:docMk/>
          <pc:sldMk cId="3484163060" sldId="392"/>
        </pc:sldMkLst>
        <pc:spChg chg="mod">
          <ac:chgData name="稔章 今野" userId="9659808f-245f-46a7-991e-983cdf43b7a2" providerId="ADAL" clId="{E75126CF-3A96-47BE-92CA-138B5BA368A6}" dt="2021-12-23T03:58:08.447" v="31" actId="20577"/>
          <ac:spMkLst>
            <pc:docMk/>
            <pc:sldMk cId="3484163060" sldId="392"/>
            <ac:spMk id="5" creationId="{F3C4E151-3248-4FF6-B110-1F7A998BD5D8}"/>
          </ac:spMkLst>
        </pc:spChg>
      </pc:sldChg>
      <pc:sldChg chg="new">
        <pc:chgData name="稔章 今野" userId="9659808f-245f-46a7-991e-983cdf43b7a2" providerId="ADAL" clId="{E75126CF-3A96-47BE-92CA-138B5BA368A6}" dt="2021-12-23T03:58:45.710" v="32" actId="680"/>
        <pc:sldMkLst>
          <pc:docMk/>
          <pc:sldMk cId="3460239660" sldId="393"/>
        </pc:sldMkLst>
      </pc:sldChg>
      <pc:sldChg chg="new del">
        <pc:chgData name="稔章 今野" userId="9659808f-245f-46a7-991e-983cdf43b7a2" providerId="ADAL" clId="{E75126CF-3A96-47BE-92CA-138B5BA368A6}" dt="2021-12-23T03:59:27.740" v="34" actId="2696"/>
        <pc:sldMkLst>
          <pc:docMk/>
          <pc:sldMk cId="4068601349" sldId="394"/>
        </pc:sldMkLst>
      </pc:sldChg>
    </pc:docChg>
  </pc:docChgLst>
  <pc:docChgLst>
    <pc:chgData name="鈴木 秀規" userId="S::h_suzuki@rhizome01.onmicrosoft.com::f68c5fd9-22d5-4c0a-9833-7fb0f5135313" providerId="AD" clId="Web-{15F4B5FC-CFF5-4BB4-8C11-86A17B095605}"/>
    <pc:docChg chg="modSld">
      <pc:chgData name="鈴木 秀規" userId="S::h_suzuki@rhizome01.onmicrosoft.com::f68c5fd9-22d5-4c0a-9833-7fb0f5135313" providerId="AD" clId="Web-{15F4B5FC-CFF5-4BB4-8C11-86A17B095605}" dt="2020-12-02T03:49:52.859" v="0" actId="1076"/>
      <pc:docMkLst>
        <pc:docMk/>
      </pc:docMkLst>
      <pc:sldChg chg="modSp">
        <pc:chgData name="鈴木 秀規" userId="S::h_suzuki@rhizome01.onmicrosoft.com::f68c5fd9-22d5-4c0a-9833-7fb0f5135313" providerId="AD" clId="Web-{15F4B5FC-CFF5-4BB4-8C11-86A17B095605}" dt="2020-12-02T03:49:52.859" v="0" actId="1076"/>
        <pc:sldMkLst>
          <pc:docMk/>
          <pc:sldMk cId="510692425" sldId="259"/>
        </pc:sldMkLst>
        <pc:spChg chg="mod">
          <ac:chgData name="鈴木 秀規" userId="S::h_suzuki@rhizome01.onmicrosoft.com::f68c5fd9-22d5-4c0a-9833-7fb0f5135313" providerId="AD" clId="Web-{15F4B5FC-CFF5-4BB4-8C11-86A17B095605}" dt="2020-12-02T03:49:52.859" v="0" actId="1076"/>
          <ac:spMkLst>
            <pc:docMk/>
            <pc:sldMk cId="510692425" sldId="259"/>
            <ac:spMk id="15" creationId="{ED5AD4F3-B985-664A-86AC-B10F1F90B886}"/>
          </ac:spMkLst>
        </pc:spChg>
      </pc:sldChg>
    </pc:docChg>
  </pc:docChgLst>
  <pc:docChgLst>
    <pc:chgData name="鈴木 秀規" userId="f68c5fd9-22d5-4c0a-9833-7fb0f5135313" providerId="ADAL" clId="{4CE17306-9EB8-412D-9E7A-B4A6F617BD08}"/>
    <pc:docChg chg="modSld">
      <pc:chgData name="鈴木 秀規" userId="f68c5fd9-22d5-4c0a-9833-7fb0f5135313" providerId="ADAL" clId="{4CE17306-9EB8-412D-9E7A-B4A6F617BD08}" dt="2021-11-04T07:45:11.702" v="2" actId="1036"/>
      <pc:docMkLst>
        <pc:docMk/>
      </pc:docMkLst>
      <pc:sldChg chg="modSp mod">
        <pc:chgData name="鈴木 秀規" userId="f68c5fd9-22d5-4c0a-9833-7fb0f5135313" providerId="ADAL" clId="{4CE17306-9EB8-412D-9E7A-B4A6F617BD08}" dt="2021-11-04T06:07:09.081" v="0" actId="1036"/>
        <pc:sldMkLst>
          <pc:docMk/>
          <pc:sldMk cId="793301096" sldId="363"/>
        </pc:sldMkLst>
        <pc:graphicFrameChg chg="mod">
          <ac:chgData name="鈴木 秀規" userId="f68c5fd9-22d5-4c0a-9833-7fb0f5135313" providerId="ADAL" clId="{4CE17306-9EB8-412D-9E7A-B4A6F617BD08}" dt="2021-11-04T06:07:09.081" v="0" actId="1036"/>
          <ac:graphicFrameMkLst>
            <pc:docMk/>
            <pc:sldMk cId="793301096" sldId="363"/>
            <ac:graphicFrameMk id="6" creationId="{5E38C811-DE1D-4334-A5BC-95985E1285ED}"/>
          </ac:graphicFrameMkLst>
        </pc:graphicFrameChg>
      </pc:sldChg>
      <pc:sldChg chg="modSp mod">
        <pc:chgData name="鈴木 秀規" userId="f68c5fd9-22d5-4c0a-9833-7fb0f5135313" providerId="ADAL" clId="{4CE17306-9EB8-412D-9E7A-B4A6F617BD08}" dt="2021-11-04T07:45:11.702" v="2" actId="1036"/>
        <pc:sldMkLst>
          <pc:docMk/>
          <pc:sldMk cId="761714059" sldId="365"/>
        </pc:sldMkLst>
        <pc:graphicFrameChg chg="mod">
          <ac:chgData name="鈴木 秀規" userId="f68c5fd9-22d5-4c0a-9833-7fb0f5135313" providerId="ADAL" clId="{4CE17306-9EB8-412D-9E7A-B4A6F617BD08}" dt="2021-11-04T07:45:11.702" v="2" actId="1036"/>
          <ac:graphicFrameMkLst>
            <pc:docMk/>
            <pc:sldMk cId="761714059" sldId="365"/>
            <ac:graphicFrameMk id="8" creationId="{24A77B15-E2C0-47AB-8182-DE4F73A9C347}"/>
          </ac:graphicFrameMkLst>
        </pc:graphicFrameChg>
      </pc:sldChg>
    </pc:docChg>
  </pc:docChgLst>
  <pc:docChgLst>
    <pc:chgData name="営業サーバ" userId="c35045ed-c185-45de-8f58-be20a28877d8" providerId="ADAL" clId="{0FC3A6E2-F395-4B6D-99FD-86F57DB42901}"/>
    <pc:docChg chg="undo custSel addSld delSld modSld">
      <pc:chgData name="営業サーバ" userId="c35045ed-c185-45de-8f58-be20a28877d8" providerId="ADAL" clId="{0FC3A6E2-F395-4B6D-99FD-86F57DB42901}" dt="2020-11-26T07:07:48.066" v="10" actId="47"/>
      <pc:docMkLst>
        <pc:docMk/>
      </pc:docMkLst>
      <pc:sldChg chg="add del">
        <pc:chgData name="営業サーバ" userId="c35045ed-c185-45de-8f58-be20a28877d8" providerId="ADAL" clId="{0FC3A6E2-F395-4B6D-99FD-86F57DB42901}" dt="2020-11-26T07:06:56.254" v="3" actId="47"/>
        <pc:sldMkLst>
          <pc:docMk/>
          <pc:sldMk cId="4126943593" sldId="257"/>
        </pc:sldMkLst>
      </pc:sldChg>
      <pc:sldChg chg="add del">
        <pc:chgData name="営業サーバ" userId="c35045ed-c185-45de-8f58-be20a28877d8" providerId="ADAL" clId="{0FC3A6E2-F395-4B6D-99FD-86F57DB42901}" dt="2020-11-26T07:07:48.066" v="10" actId="47"/>
        <pc:sldMkLst>
          <pc:docMk/>
          <pc:sldMk cId="1511176286" sldId="261"/>
        </pc:sldMkLst>
      </pc:sldChg>
      <pc:sldChg chg="addSp delSp modSp mod">
        <pc:chgData name="営業サーバ" userId="c35045ed-c185-45de-8f58-be20a28877d8" providerId="ADAL" clId="{0FC3A6E2-F395-4B6D-99FD-86F57DB42901}" dt="2020-11-26T07:07:14.137" v="6"/>
        <pc:sldMkLst>
          <pc:docMk/>
          <pc:sldMk cId="1668843990" sldId="360"/>
        </pc:sldMkLst>
        <pc:spChg chg="add del">
          <ac:chgData name="営業サーバ" userId="c35045ed-c185-45de-8f58-be20a28877d8" providerId="ADAL" clId="{0FC3A6E2-F395-4B6D-99FD-86F57DB42901}" dt="2020-11-26T07:07:09.144" v="5" actId="22"/>
          <ac:spMkLst>
            <pc:docMk/>
            <pc:sldMk cId="1668843990" sldId="360"/>
            <ac:spMk id="8" creationId="{5414D97A-0555-4817-87C8-0DCE217B7E2F}"/>
          </ac:spMkLst>
        </pc:spChg>
        <pc:spChg chg="mod">
          <ac:chgData name="営業サーバ" userId="c35045ed-c185-45de-8f58-be20a28877d8" providerId="ADAL" clId="{0FC3A6E2-F395-4B6D-99FD-86F57DB42901}" dt="2020-11-26T07:07:14.137" v="6"/>
          <ac:spMkLst>
            <pc:docMk/>
            <pc:sldMk cId="1668843990" sldId="360"/>
            <ac:spMk id="9" creationId="{A4832727-EA7F-44D6-A9F2-E4AE0246960A}"/>
          </ac:spMkLst>
        </pc:spChg>
      </pc:sldChg>
      <pc:sldChg chg="modSp mod">
        <pc:chgData name="営業サーバ" userId="c35045ed-c185-45de-8f58-be20a28877d8" providerId="ADAL" clId="{0FC3A6E2-F395-4B6D-99FD-86F57DB42901}" dt="2020-11-26T07:07:24.362" v="7"/>
        <pc:sldMkLst>
          <pc:docMk/>
          <pc:sldMk cId="267129399" sldId="361"/>
        </pc:sldMkLst>
        <pc:spChg chg="mod">
          <ac:chgData name="営業サーバ" userId="c35045ed-c185-45de-8f58-be20a28877d8" providerId="ADAL" clId="{0FC3A6E2-F395-4B6D-99FD-86F57DB42901}" dt="2020-11-26T07:07:24.362" v="7"/>
          <ac:spMkLst>
            <pc:docMk/>
            <pc:sldMk cId="267129399" sldId="361"/>
            <ac:spMk id="6" creationId="{D0F3BEAC-A5EA-4EE4-95C7-0AEC1107FD29}"/>
          </ac:spMkLst>
        </pc:spChg>
      </pc:sldChg>
      <pc:sldChg chg="del">
        <pc:chgData name="営業サーバ" userId="c35045ed-c185-45de-8f58-be20a28877d8" providerId="ADAL" clId="{0FC3A6E2-F395-4B6D-99FD-86F57DB42901}" dt="2020-11-26T07:07:33.923" v="8" actId="47"/>
        <pc:sldMkLst>
          <pc:docMk/>
          <pc:sldMk cId="1833190690" sldId="362"/>
        </pc:sldMkLst>
      </pc:sldChg>
      <pc:sldMasterChg chg="delSldLayout">
        <pc:chgData name="営業サーバ" userId="c35045ed-c185-45de-8f58-be20a28877d8" providerId="ADAL" clId="{0FC3A6E2-F395-4B6D-99FD-86F57DB42901}" dt="2020-11-26T07:06:56.254" v="3" actId="47"/>
        <pc:sldMasterMkLst>
          <pc:docMk/>
          <pc:sldMasterMk cId="435389543" sldId="2147483658"/>
        </pc:sldMasterMkLst>
        <pc:sldLayoutChg chg="del">
          <pc:chgData name="営業サーバ" userId="c35045ed-c185-45de-8f58-be20a28877d8" providerId="ADAL" clId="{0FC3A6E2-F395-4B6D-99FD-86F57DB42901}" dt="2020-11-26T07:06:56.254" v="3" actId="47"/>
          <pc:sldLayoutMkLst>
            <pc:docMk/>
            <pc:sldMasterMk cId="435389543" sldId="2147483658"/>
            <pc:sldLayoutMk cId="686024632" sldId="2147483664"/>
          </pc:sldLayoutMkLst>
        </pc:sldLayoutChg>
        <pc:sldLayoutChg chg="del">
          <pc:chgData name="営業サーバ" userId="c35045ed-c185-45de-8f58-be20a28877d8" providerId="ADAL" clId="{0FC3A6E2-F395-4B6D-99FD-86F57DB42901}" dt="2020-11-26T07:06:44.742" v="1" actId="47"/>
          <pc:sldLayoutMkLst>
            <pc:docMk/>
            <pc:sldMasterMk cId="435389543" sldId="2147483658"/>
            <pc:sldLayoutMk cId="3103958700" sldId="2147483664"/>
          </pc:sldLayoutMkLst>
        </pc:sldLayoutChg>
      </pc:sldMasterChg>
    </pc:docChg>
  </pc:docChgLst>
  <pc:docChgLst>
    <pc:chgData name="松本 　諒" userId="fac9f236-0781-4e61-8b73-684b662c3ab5" providerId="ADAL" clId="{E6D85E65-2EEE-469D-8F8A-77C13FC51895}"/>
    <pc:docChg chg="delSld">
      <pc:chgData name="松本 　諒" userId="fac9f236-0781-4e61-8b73-684b662c3ab5" providerId="ADAL" clId="{E6D85E65-2EEE-469D-8F8A-77C13FC51895}" dt="2022-03-04T00:08:52.232" v="0" actId="47"/>
      <pc:docMkLst>
        <pc:docMk/>
      </pc:docMkLst>
      <pc:sldChg chg="del">
        <pc:chgData name="松本 　諒" userId="fac9f236-0781-4e61-8b73-684b662c3ab5" providerId="ADAL" clId="{E6D85E65-2EEE-469D-8F8A-77C13FC51895}" dt="2022-03-04T00:08:52.232" v="0" actId="47"/>
        <pc:sldMkLst>
          <pc:docMk/>
          <pc:sldMk cId="3460239660" sldId="393"/>
        </pc:sldMkLst>
      </pc:sldChg>
    </pc:docChg>
  </pc:docChgLst>
  <pc:docChgLst>
    <pc:chgData name="稔章 今野" userId="9659808f-245f-46a7-991e-983cdf43b7a2" providerId="ADAL" clId="{007C6981-C371-416C-B8AF-6B9150441529}"/>
    <pc:docChg chg="undo redo custSel addSld delSld modSld">
      <pc:chgData name="稔章 今野" userId="9659808f-245f-46a7-991e-983cdf43b7a2" providerId="ADAL" clId="{007C6981-C371-416C-B8AF-6B9150441529}" dt="2021-12-27T06:34:10.287" v="928" actId="20577"/>
      <pc:docMkLst>
        <pc:docMk/>
      </pc:docMkLst>
      <pc:sldChg chg="add del">
        <pc:chgData name="稔章 今野" userId="9659808f-245f-46a7-991e-983cdf43b7a2" providerId="ADAL" clId="{007C6981-C371-416C-B8AF-6B9150441529}" dt="2021-12-27T05:40:29.609" v="303" actId="47"/>
        <pc:sldMkLst>
          <pc:docMk/>
          <pc:sldMk cId="1859091905" sldId="362"/>
        </pc:sldMkLst>
      </pc:sldChg>
      <pc:sldChg chg="modSp mod">
        <pc:chgData name="稔章 今野" userId="9659808f-245f-46a7-991e-983cdf43b7a2" providerId="ADAL" clId="{007C6981-C371-416C-B8AF-6B9150441529}" dt="2021-12-27T06:17:20.865" v="434" actId="14100"/>
        <pc:sldMkLst>
          <pc:docMk/>
          <pc:sldMk cId="793301096" sldId="363"/>
        </pc:sldMkLst>
        <pc:spChg chg="mod">
          <ac:chgData name="稔章 今野" userId="9659808f-245f-46a7-991e-983cdf43b7a2" providerId="ADAL" clId="{007C6981-C371-416C-B8AF-6B9150441529}" dt="2021-12-27T06:16:29.166" v="427" actId="14100"/>
          <ac:spMkLst>
            <pc:docMk/>
            <pc:sldMk cId="793301096" sldId="363"/>
            <ac:spMk id="5" creationId="{3C545612-3038-40B1-A295-2CFF199741DE}"/>
          </ac:spMkLst>
        </pc:spChg>
        <pc:graphicFrameChg chg="mod modGraphic">
          <ac:chgData name="稔章 今野" userId="9659808f-245f-46a7-991e-983cdf43b7a2" providerId="ADAL" clId="{007C6981-C371-416C-B8AF-6B9150441529}" dt="2021-12-27T06:17:20.865" v="434" actId="14100"/>
          <ac:graphicFrameMkLst>
            <pc:docMk/>
            <pc:sldMk cId="793301096" sldId="363"/>
            <ac:graphicFrameMk id="6" creationId="{5E38C811-DE1D-4334-A5BC-95985E1285ED}"/>
          </ac:graphicFrameMkLst>
        </pc:graphicFrameChg>
      </pc:sldChg>
      <pc:sldChg chg="modSp mod">
        <pc:chgData name="稔章 今野" userId="9659808f-245f-46a7-991e-983cdf43b7a2" providerId="ADAL" clId="{007C6981-C371-416C-B8AF-6B9150441529}" dt="2021-12-24T05:57:46.724" v="29" actId="20577"/>
        <pc:sldMkLst>
          <pc:docMk/>
          <pc:sldMk cId="2315279680" sldId="381"/>
        </pc:sldMkLst>
        <pc:spChg chg="mod">
          <ac:chgData name="稔章 今野" userId="9659808f-245f-46a7-991e-983cdf43b7a2" providerId="ADAL" clId="{007C6981-C371-416C-B8AF-6B9150441529}" dt="2021-12-24T05:57:46.724" v="29" actId="20577"/>
          <ac:spMkLst>
            <pc:docMk/>
            <pc:sldMk cId="2315279680" sldId="381"/>
            <ac:spMk id="5" creationId="{608B9E3C-5E1C-4FFD-81A1-35C10C8DAB11}"/>
          </ac:spMkLst>
        </pc:spChg>
      </pc:sldChg>
      <pc:sldChg chg="addSp modSp mod">
        <pc:chgData name="稔章 今野" userId="9659808f-245f-46a7-991e-983cdf43b7a2" providerId="ADAL" clId="{007C6981-C371-416C-B8AF-6B9150441529}" dt="2021-12-24T06:14:24.595" v="166" actId="20577"/>
        <pc:sldMkLst>
          <pc:docMk/>
          <pc:sldMk cId="2193843838" sldId="383"/>
        </pc:sldMkLst>
        <pc:spChg chg="add mod">
          <ac:chgData name="稔章 今野" userId="9659808f-245f-46a7-991e-983cdf43b7a2" providerId="ADAL" clId="{007C6981-C371-416C-B8AF-6B9150441529}" dt="2021-12-24T06:14:24.595" v="166" actId="20577"/>
          <ac:spMkLst>
            <pc:docMk/>
            <pc:sldMk cId="2193843838" sldId="383"/>
            <ac:spMk id="6" creationId="{433999E4-7D58-4437-B9D0-986CEB1378F8}"/>
          </ac:spMkLst>
        </pc:spChg>
      </pc:sldChg>
      <pc:sldChg chg="modSp mod">
        <pc:chgData name="稔章 今野" userId="9659808f-245f-46a7-991e-983cdf43b7a2" providerId="ADAL" clId="{007C6981-C371-416C-B8AF-6B9150441529}" dt="2021-12-24T06:12:12.778" v="132" actId="14100"/>
        <pc:sldMkLst>
          <pc:docMk/>
          <pc:sldMk cId="1703172032" sldId="384"/>
        </pc:sldMkLst>
        <pc:spChg chg="mod">
          <ac:chgData name="稔章 今野" userId="9659808f-245f-46a7-991e-983cdf43b7a2" providerId="ADAL" clId="{007C6981-C371-416C-B8AF-6B9150441529}" dt="2021-12-24T06:12:12.778" v="132" actId="14100"/>
          <ac:spMkLst>
            <pc:docMk/>
            <pc:sldMk cId="1703172032" sldId="384"/>
            <ac:spMk id="6" creationId="{95B1C548-0F5B-4737-A0BD-405E70558ED2}"/>
          </ac:spMkLst>
        </pc:spChg>
      </pc:sldChg>
      <pc:sldChg chg="modSp mod">
        <pc:chgData name="稔章 今野" userId="9659808f-245f-46a7-991e-983cdf43b7a2" providerId="ADAL" clId="{007C6981-C371-416C-B8AF-6B9150441529}" dt="2021-12-27T05:40:37.266" v="318" actId="20577"/>
        <pc:sldMkLst>
          <pc:docMk/>
          <pc:sldMk cId="3667626434" sldId="386"/>
        </pc:sldMkLst>
        <pc:spChg chg="mod">
          <ac:chgData name="稔章 今野" userId="9659808f-245f-46a7-991e-983cdf43b7a2" providerId="ADAL" clId="{007C6981-C371-416C-B8AF-6B9150441529}" dt="2021-12-27T05:40:37.266" v="318" actId="20577"/>
          <ac:spMkLst>
            <pc:docMk/>
            <pc:sldMk cId="3667626434" sldId="386"/>
            <ac:spMk id="3" creationId="{E1B89F42-4077-49CE-ABDF-0886981C9D74}"/>
          </ac:spMkLst>
        </pc:spChg>
        <pc:spChg chg="mod">
          <ac:chgData name="稔章 今野" userId="9659808f-245f-46a7-991e-983cdf43b7a2" providerId="ADAL" clId="{007C6981-C371-416C-B8AF-6B9150441529}" dt="2021-12-27T05:39:59.704" v="300"/>
          <ac:spMkLst>
            <pc:docMk/>
            <pc:sldMk cId="3667626434" sldId="386"/>
            <ac:spMk id="5" creationId="{E165ECC5-D908-44DC-80D0-BB640BA0DC8C}"/>
          </ac:spMkLst>
        </pc:spChg>
        <pc:spChg chg="mod">
          <ac:chgData name="稔章 今野" userId="9659808f-245f-46a7-991e-983cdf43b7a2" providerId="ADAL" clId="{007C6981-C371-416C-B8AF-6B9150441529}" dt="2021-12-27T05:39:37.408" v="298" actId="207"/>
          <ac:spMkLst>
            <pc:docMk/>
            <pc:sldMk cId="3667626434" sldId="386"/>
            <ac:spMk id="6" creationId="{EFE4F14F-528B-4A7F-945D-8919CE7B39A6}"/>
          </ac:spMkLst>
        </pc:spChg>
      </pc:sldChg>
      <pc:sldChg chg="modSp mod">
        <pc:chgData name="稔章 今野" userId="9659808f-245f-46a7-991e-983cdf43b7a2" providerId="ADAL" clId="{007C6981-C371-416C-B8AF-6B9150441529}" dt="2021-12-27T06:17:46.768" v="457" actId="20577"/>
        <pc:sldMkLst>
          <pc:docMk/>
          <pc:sldMk cId="895656476" sldId="387"/>
        </pc:sldMkLst>
        <pc:spChg chg="mod">
          <ac:chgData name="稔章 今野" userId="9659808f-245f-46a7-991e-983cdf43b7a2" providerId="ADAL" clId="{007C6981-C371-416C-B8AF-6B9150441529}" dt="2021-12-27T05:41:05.071" v="328" actId="20577"/>
          <ac:spMkLst>
            <pc:docMk/>
            <pc:sldMk cId="895656476" sldId="387"/>
            <ac:spMk id="3" creationId="{8EA57DF6-D85F-41A1-8759-9D24B837B8B6}"/>
          </ac:spMkLst>
        </pc:spChg>
        <pc:spChg chg="mod">
          <ac:chgData name="稔章 今野" userId="9659808f-245f-46a7-991e-983cdf43b7a2" providerId="ADAL" clId="{007C6981-C371-416C-B8AF-6B9150441529}" dt="2021-12-27T06:17:46.768" v="457" actId="20577"/>
          <ac:spMkLst>
            <pc:docMk/>
            <pc:sldMk cId="895656476" sldId="387"/>
            <ac:spMk id="5" creationId="{F51E18B2-C25B-487F-BC68-6DE00E011EEB}"/>
          </ac:spMkLst>
        </pc:spChg>
        <pc:spChg chg="mod">
          <ac:chgData name="稔章 今野" userId="9659808f-245f-46a7-991e-983cdf43b7a2" providerId="ADAL" clId="{007C6981-C371-416C-B8AF-6B9150441529}" dt="2021-12-27T05:48:13.626" v="391" actId="14100"/>
          <ac:spMkLst>
            <pc:docMk/>
            <pc:sldMk cId="895656476" sldId="387"/>
            <ac:spMk id="6" creationId="{E73D5FD5-0BB1-495D-AAE4-674E22C67DD2}"/>
          </ac:spMkLst>
        </pc:spChg>
      </pc:sldChg>
      <pc:sldChg chg="modSp mod">
        <pc:chgData name="稔章 今野" userId="9659808f-245f-46a7-991e-983cdf43b7a2" providerId="ADAL" clId="{007C6981-C371-416C-B8AF-6B9150441529}" dt="2021-12-27T06:22:13.289" v="571" actId="14100"/>
        <pc:sldMkLst>
          <pc:docMk/>
          <pc:sldMk cId="2842707125" sldId="388"/>
        </pc:sldMkLst>
        <pc:spChg chg="mod">
          <ac:chgData name="稔章 今野" userId="9659808f-245f-46a7-991e-983cdf43b7a2" providerId="ADAL" clId="{007C6981-C371-416C-B8AF-6B9150441529}" dt="2021-12-27T06:18:23.202" v="468" actId="20577"/>
          <ac:spMkLst>
            <pc:docMk/>
            <pc:sldMk cId="2842707125" sldId="388"/>
            <ac:spMk id="3" creationId="{2DC4B8CA-34F0-4306-BF5E-CF84832B9FAB}"/>
          </ac:spMkLst>
        </pc:spChg>
        <pc:spChg chg="mod">
          <ac:chgData name="稔章 今野" userId="9659808f-245f-46a7-991e-983cdf43b7a2" providerId="ADAL" clId="{007C6981-C371-416C-B8AF-6B9150441529}" dt="2021-12-27T06:22:13.289" v="571" actId="14100"/>
          <ac:spMkLst>
            <pc:docMk/>
            <pc:sldMk cId="2842707125" sldId="388"/>
            <ac:spMk id="6" creationId="{9979D651-6F5B-4680-968E-5493DF841745}"/>
          </ac:spMkLst>
        </pc:spChg>
      </pc:sldChg>
      <pc:sldChg chg="modSp mod">
        <pc:chgData name="稔章 今野" userId="9659808f-245f-46a7-991e-983cdf43b7a2" providerId="ADAL" clId="{007C6981-C371-416C-B8AF-6B9150441529}" dt="2021-12-27T06:32:45.397" v="899" actId="14100"/>
        <pc:sldMkLst>
          <pc:docMk/>
          <pc:sldMk cId="2918265439" sldId="389"/>
        </pc:sldMkLst>
        <pc:spChg chg="mod">
          <ac:chgData name="稔章 今野" userId="9659808f-245f-46a7-991e-983cdf43b7a2" providerId="ADAL" clId="{007C6981-C371-416C-B8AF-6B9150441529}" dt="2021-12-27T06:32:35.803" v="898" actId="20577"/>
          <ac:spMkLst>
            <pc:docMk/>
            <pc:sldMk cId="2918265439" sldId="389"/>
            <ac:spMk id="3" creationId="{2783BF46-9520-415F-945D-824AB7419297}"/>
          </ac:spMkLst>
        </pc:spChg>
        <pc:spChg chg="mod">
          <ac:chgData name="稔章 今野" userId="9659808f-245f-46a7-991e-983cdf43b7a2" providerId="ADAL" clId="{007C6981-C371-416C-B8AF-6B9150441529}" dt="2021-12-27T06:32:45.397" v="899" actId="14100"/>
          <ac:spMkLst>
            <pc:docMk/>
            <pc:sldMk cId="2918265439" sldId="389"/>
            <ac:spMk id="6" creationId="{4BA7693A-67F4-4830-9134-3A04F773769B}"/>
          </ac:spMkLst>
        </pc:spChg>
      </pc:sldChg>
      <pc:sldChg chg="modSp mod">
        <pc:chgData name="稔章 今野" userId="9659808f-245f-46a7-991e-983cdf43b7a2" providerId="ADAL" clId="{007C6981-C371-416C-B8AF-6B9150441529}" dt="2021-12-27T06:34:10.287" v="928" actId="20577"/>
        <pc:sldMkLst>
          <pc:docMk/>
          <pc:sldMk cId="2005155125" sldId="390"/>
        </pc:sldMkLst>
        <pc:spChg chg="mod">
          <ac:chgData name="稔章 今野" userId="9659808f-245f-46a7-991e-983cdf43b7a2" providerId="ADAL" clId="{007C6981-C371-416C-B8AF-6B9150441529}" dt="2021-12-27T06:34:10.287" v="928" actId="20577"/>
          <ac:spMkLst>
            <pc:docMk/>
            <pc:sldMk cId="2005155125" sldId="390"/>
            <ac:spMk id="3" creationId="{1DE579F0-721E-41F1-8604-25494BF75CC5}"/>
          </ac:spMkLst>
        </pc:spChg>
      </pc:sldChg>
    </pc:docChg>
  </pc:docChgLst>
  <pc:docChgLst>
    <pc:chgData name="鈴木 秀規" userId="f68c5fd9-22d5-4c0a-9833-7fb0f5135313" providerId="ADAL" clId="{31AF745B-ECEE-4C51-8828-E2A47B117181}"/>
    <pc:docChg chg="undo custSel addSld delSld modSld">
      <pc:chgData name="鈴木 秀規" userId="f68c5fd9-22d5-4c0a-9833-7fb0f5135313" providerId="ADAL" clId="{31AF745B-ECEE-4C51-8828-E2A47B117181}" dt="2021-01-26T06:43:26.060" v="923" actId="207"/>
      <pc:docMkLst>
        <pc:docMk/>
      </pc:docMkLst>
      <pc:sldChg chg="addSp delSp modSp mod chgLayout">
        <pc:chgData name="鈴木 秀規" userId="f68c5fd9-22d5-4c0a-9833-7fb0f5135313" providerId="ADAL" clId="{31AF745B-ECEE-4C51-8828-E2A47B117181}" dt="2021-01-26T05:27:18.174" v="2" actId="6264"/>
        <pc:sldMkLst>
          <pc:docMk/>
          <pc:sldMk cId="0" sldId="256"/>
        </pc:sldMkLst>
        <pc:spChg chg="add del mod">
          <ac:chgData name="鈴木 秀規" userId="f68c5fd9-22d5-4c0a-9833-7fb0f5135313" providerId="ADAL" clId="{31AF745B-ECEE-4C51-8828-E2A47B117181}" dt="2021-01-26T05:27:18.174" v="2" actId="6264"/>
          <ac:spMkLst>
            <pc:docMk/>
            <pc:sldMk cId="0" sldId="256"/>
            <ac:spMk id="2" creationId="{AAC1F4E5-4919-40F8-BC22-DB091A09B42E}"/>
          </ac:spMkLst>
        </pc:spChg>
        <pc:spChg chg="mod ord">
          <ac:chgData name="鈴木 秀規" userId="f68c5fd9-22d5-4c0a-9833-7fb0f5135313" providerId="ADAL" clId="{31AF745B-ECEE-4C51-8828-E2A47B117181}" dt="2021-01-26T05:27:18.174" v="2" actId="6264"/>
          <ac:spMkLst>
            <pc:docMk/>
            <pc:sldMk cId="0" sldId="256"/>
            <ac:spMk id="3" creationId="{1AF37D55-893C-40DE-8876-567A09F9C298}"/>
          </ac:spMkLst>
        </pc:spChg>
        <pc:spChg chg="add del mod">
          <ac:chgData name="鈴木 秀規" userId="f68c5fd9-22d5-4c0a-9833-7fb0f5135313" providerId="ADAL" clId="{31AF745B-ECEE-4C51-8828-E2A47B117181}" dt="2021-01-26T05:27:18.174" v="2" actId="6264"/>
          <ac:spMkLst>
            <pc:docMk/>
            <pc:sldMk cId="0" sldId="256"/>
            <ac:spMk id="4" creationId="{99B5B906-E3DE-4475-819B-52FC435D0AAC}"/>
          </ac:spMkLst>
        </pc:spChg>
        <pc:spChg chg="mod ord">
          <ac:chgData name="鈴木 秀規" userId="f68c5fd9-22d5-4c0a-9833-7fb0f5135313" providerId="ADAL" clId="{31AF745B-ECEE-4C51-8828-E2A47B117181}" dt="2021-01-26T05:27:18.174" v="2" actId="6264"/>
          <ac:spMkLst>
            <pc:docMk/>
            <pc:sldMk cId="0" sldId="256"/>
            <ac:spMk id="56" creationId="{00000000-0000-0000-0000-000000000000}"/>
          </ac:spMkLst>
        </pc:spChg>
      </pc:sldChg>
      <pc:sldChg chg="addSp delSp modSp mod chgLayout">
        <pc:chgData name="鈴木 秀規" userId="f68c5fd9-22d5-4c0a-9833-7fb0f5135313" providerId="ADAL" clId="{31AF745B-ECEE-4C51-8828-E2A47B117181}" dt="2021-01-26T05:29:25.821" v="38" actId="207"/>
        <pc:sldMkLst>
          <pc:docMk/>
          <pc:sldMk cId="1859091905" sldId="362"/>
        </pc:sldMkLst>
        <pc:spChg chg="add del mod">
          <ac:chgData name="鈴木 秀規" userId="f68c5fd9-22d5-4c0a-9833-7fb0f5135313" providerId="ADAL" clId="{31AF745B-ECEE-4C51-8828-E2A47B117181}" dt="2021-01-26T05:27:45.457" v="5" actId="6264"/>
          <ac:spMkLst>
            <pc:docMk/>
            <pc:sldMk cId="1859091905" sldId="362"/>
            <ac:spMk id="2" creationId="{81D45471-5359-43A1-BA9D-057F21388F8E}"/>
          </ac:spMkLst>
        </pc:spChg>
        <pc:spChg chg="add del mod">
          <ac:chgData name="鈴木 秀規" userId="f68c5fd9-22d5-4c0a-9833-7fb0f5135313" providerId="ADAL" clId="{31AF745B-ECEE-4C51-8828-E2A47B117181}" dt="2021-01-26T05:27:45.457" v="5" actId="6264"/>
          <ac:spMkLst>
            <pc:docMk/>
            <pc:sldMk cId="1859091905" sldId="362"/>
            <ac:spMk id="3" creationId="{E8C900C4-2969-4F59-8149-7EBB2AB18B87}"/>
          </ac:spMkLst>
        </pc:spChg>
        <pc:spChg chg="mod ord">
          <ac:chgData name="鈴木 秀規" userId="f68c5fd9-22d5-4c0a-9833-7fb0f5135313" providerId="ADAL" clId="{31AF745B-ECEE-4C51-8828-E2A47B117181}" dt="2021-01-26T05:27:45.457" v="5" actId="6264"/>
          <ac:spMkLst>
            <pc:docMk/>
            <pc:sldMk cId="1859091905" sldId="362"/>
            <ac:spMk id="4" creationId="{D6DC238B-EE56-4E60-9254-5D7461C2FECA}"/>
          </ac:spMkLst>
        </pc:spChg>
        <pc:spChg chg="mod ord">
          <ac:chgData name="鈴木 秀規" userId="f68c5fd9-22d5-4c0a-9833-7fb0f5135313" providerId="ADAL" clId="{31AF745B-ECEE-4C51-8828-E2A47B117181}" dt="2021-01-26T05:27:45.457" v="5" actId="6264"/>
          <ac:spMkLst>
            <pc:docMk/>
            <pc:sldMk cId="1859091905" sldId="362"/>
            <ac:spMk id="5" creationId="{CAF52E47-E0BD-4CE1-8C78-272007650A0D}"/>
          </ac:spMkLst>
        </pc:spChg>
        <pc:spChg chg="add del mod">
          <ac:chgData name="鈴木 秀規" userId="f68c5fd9-22d5-4c0a-9833-7fb0f5135313" providerId="ADAL" clId="{31AF745B-ECEE-4C51-8828-E2A47B117181}" dt="2021-01-26T05:27:45.457" v="5" actId="6264"/>
          <ac:spMkLst>
            <pc:docMk/>
            <pc:sldMk cId="1859091905" sldId="362"/>
            <ac:spMk id="6" creationId="{03F706AC-E67C-4FBC-B10E-E5C37DE6710B}"/>
          </ac:spMkLst>
        </pc:spChg>
        <pc:spChg chg="mod ord">
          <ac:chgData name="鈴木 秀規" userId="f68c5fd9-22d5-4c0a-9833-7fb0f5135313" providerId="ADAL" clId="{31AF745B-ECEE-4C51-8828-E2A47B117181}" dt="2021-01-26T05:27:45.457" v="5" actId="6264"/>
          <ac:spMkLst>
            <pc:docMk/>
            <pc:sldMk cId="1859091905" sldId="362"/>
            <ac:spMk id="7" creationId="{58177CF6-E256-4D88-B489-5F2EFF09AC4C}"/>
          </ac:spMkLst>
        </pc:spChg>
        <pc:spChg chg="mod ord">
          <ac:chgData name="鈴木 秀規" userId="f68c5fd9-22d5-4c0a-9833-7fb0f5135313" providerId="ADAL" clId="{31AF745B-ECEE-4C51-8828-E2A47B117181}" dt="2021-01-26T05:29:25.821" v="38" actId="207"/>
          <ac:spMkLst>
            <pc:docMk/>
            <pc:sldMk cId="1859091905" sldId="362"/>
            <ac:spMk id="8" creationId="{C57C43D1-E1C5-418D-A114-931FDA96CE3D}"/>
          </ac:spMkLst>
        </pc:spChg>
        <pc:spChg chg="add del mod">
          <ac:chgData name="鈴木 秀規" userId="f68c5fd9-22d5-4c0a-9833-7fb0f5135313" providerId="ADAL" clId="{31AF745B-ECEE-4C51-8828-E2A47B117181}" dt="2021-01-26T05:27:45.457" v="5" actId="6264"/>
          <ac:spMkLst>
            <pc:docMk/>
            <pc:sldMk cId="1859091905" sldId="362"/>
            <ac:spMk id="11" creationId="{1CA23A0F-2EC6-48D9-BA9D-147A13C1712E}"/>
          </ac:spMkLst>
        </pc:spChg>
        <pc:picChg chg="del">
          <ac:chgData name="鈴木 秀規" userId="f68c5fd9-22d5-4c0a-9833-7fb0f5135313" providerId="ADAL" clId="{31AF745B-ECEE-4C51-8828-E2A47B117181}" dt="2021-01-26T05:27:43.713" v="4" actId="478"/>
          <ac:picMkLst>
            <pc:docMk/>
            <pc:sldMk cId="1859091905" sldId="362"/>
            <ac:picMk id="9" creationId="{BA5D05B1-6F0D-4655-AFC1-495F71BCF81C}"/>
          </ac:picMkLst>
        </pc:picChg>
        <pc:picChg chg="del">
          <ac:chgData name="鈴木 秀規" userId="f68c5fd9-22d5-4c0a-9833-7fb0f5135313" providerId="ADAL" clId="{31AF745B-ECEE-4C51-8828-E2A47B117181}" dt="2021-01-26T05:27:43.713" v="4" actId="478"/>
          <ac:picMkLst>
            <pc:docMk/>
            <pc:sldMk cId="1859091905" sldId="362"/>
            <ac:picMk id="10" creationId="{899D8770-B1F7-436F-BE7F-0F92A7770FDF}"/>
          </ac:picMkLst>
        </pc:picChg>
      </pc:sldChg>
      <pc:sldChg chg="del">
        <pc:chgData name="鈴木 秀規" userId="f68c5fd9-22d5-4c0a-9833-7fb0f5135313" providerId="ADAL" clId="{31AF745B-ECEE-4C51-8828-E2A47B117181}" dt="2021-01-26T05:29:36.440" v="39" actId="2696"/>
        <pc:sldMkLst>
          <pc:docMk/>
          <pc:sldMk cId="2364365537" sldId="363"/>
        </pc:sldMkLst>
      </pc:sldChg>
      <pc:sldChg chg="addSp delSp modSp add mod">
        <pc:chgData name="鈴木 秀規" userId="f68c5fd9-22d5-4c0a-9833-7fb0f5135313" providerId="ADAL" clId="{31AF745B-ECEE-4C51-8828-E2A47B117181}" dt="2021-01-26T06:02:00.797" v="427" actId="207"/>
        <pc:sldMkLst>
          <pc:docMk/>
          <pc:sldMk cId="3069677134" sldId="363"/>
        </pc:sldMkLst>
        <pc:spChg chg="add mod">
          <ac:chgData name="鈴木 秀規" userId="f68c5fd9-22d5-4c0a-9833-7fb0f5135313" providerId="ADAL" clId="{31AF745B-ECEE-4C51-8828-E2A47B117181}" dt="2021-01-26T06:02:00.797" v="427" actId="207"/>
          <ac:spMkLst>
            <pc:docMk/>
            <pc:sldMk cId="3069677134" sldId="363"/>
            <ac:spMk id="6" creationId="{38BD198A-45C5-4FAA-840E-91F5B04F0190}"/>
          </ac:spMkLst>
        </pc:spChg>
        <pc:spChg chg="mod">
          <ac:chgData name="鈴木 秀規" userId="f68c5fd9-22d5-4c0a-9833-7fb0f5135313" providerId="ADAL" clId="{31AF745B-ECEE-4C51-8828-E2A47B117181}" dt="2021-01-26T05:29:51.710" v="42"/>
          <ac:spMkLst>
            <pc:docMk/>
            <pc:sldMk cId="3069677134" sldId="363"/>
            <ac:spMk id="7" creationId="{58177CF6-E256-4D88-B489-5F2EFF09AC4C}"/>
          </ac:spMkLst>
        </pc:spChg>
        <pc:spChg chg="mod">
          <ac:chgData name="鈴木 秀規" userId="f68c5fd9-22d5-4c0a-9833-7fb0f5135313" providerId="ADAL" clId="{31AF745B-ECEE-4C51-8828-E2A47B117181}" dt="2021-01-26T05:30:17.469" v="49" actId="14100"/>
          <ac:spMkLst>
            <pc:docMk/>
            <pc:sldMk cId="3069677134" sldId="363"/>
            <ac:spMk id="8" creationId="{C57C43D1-E1C5-418D-A114-931FDA96CE3D}"/>
          </ac:spMkLst>
        </pc:spChg>
        <pc:spChg chg="add mod">
          <ac:chgData name="鈴木 秀規" userId="f68c5fd9-22d5-4c0a-9833-7fb0f5135313" providerId="ADAL" clId="{31AF745B-ECEE-4C51-8828-E2A47B117181}" dt="2021-01-26T06:02:00.797" v="427" actId="207"/>
          <ac:spMkLst>
            <pc:docMk/>
            <pc:sldMk cId="3069677134" sldId="363"/>
            <ac:spMk id="9" creationId="{D2E307B1-7723-43FC-8836-0FD381C2C92D}"/>
          </ac:spMkLst>
        </pc:spChg>
        <pc:spChg chg="add mod ord">
          <ac:chgData name="鈴木 秀規" userId="f68c5fd9-22d5-4c0a-9833-7fb0f5135313" providerId="ADAL" clId="{31AF745B-ECEE-4C51-8828-E2A47B117181}" dt="2021-01-26T05:31:38.336" v="65" actId="164"/>
          <ac:spMkLst>
            <pc:docMk/>
            <pc:sldMk cId="3069677134" sldId="363"/>
            <ac:spMk id="10" creationId="{58889299-DE75-4976-B40D-11F3B12ED1C8}"/>
          </ac:spMkLst>
        </pc:spChg>
        <pc:spChg chg="add mod">
          <ac:chgData name="鈴木 秀規" userId="f68c5fd9-22d5-4c0a-9833-7fb0f5135313" providerId="ADAL" clId="{31AF745B-ECEE-4C51-8828-E2A47B117181}" dt="2021-01-26T05:32:41.392" v="102" actId="122"/>
          <ac:spMkLst>
            <pc:docMk/>
            <pc:sldMk cId="3069677134" sldId="363"/>
            <ac:spMk id="13" creationId="{CC9A591B-F0AA-49CF-82A7-C15FC2982F5C}"/>
          </ac:spMkLst>
        </pc:spChg>
        <pc:spChg chg="add mod">
          <ac:chgData name="鈴木 秀規" userId="f68c5fd9-22d5-4c0a-9833-7fb0f5135313" providerId="ADAL" clId="{31AF745B-ECEE-4C51-8828-E2A47B117181}" dt="2021-01-26T05:32:41.392" v="102" actId="122"/>
          <ac:spMkLst>
            <pc:docMk/>
            <pc:sldMk cId="3069677134" sldId="363"/>
            <ac:spMk id="14" creationId="{30693ED5-8BD0-4764-BF66-1563C369FD82}"/>
          </ac:spMkLst>
        </pc:spChg>
        <pc:spChg chg="add mod">
          <ac:chgData name="鈴木 秀規" userId="f68c5fd9-22d5-4c0a-9833-7fb0f5135313" providerId="ADAL" clId="{31AF745B-ECEE-4C51-8828-E2A47B117181}" dt="2021-01-26T05:33:00.042" v="130" actId="20577"/>
          <ac:spMkLst>
            <pc:docMk/>
            <pc:sldMk cId="3069677134" sldId="363"/>
            <ac:spMk id="15" creationId="{E8764635-AC6A-4789-B1B6-76C4A2E21CA0}"/>
          </ac:spMkLst>
        </pc:spChg>
        <pc:spChg chg="add mod">
          <ac:chgData name="鈴木 秀規" userId="f68c5fd9-22d5-4c0a-9833-7fb0f5135313" providerId="ADAL" clId="{31AF745B-ECEE-4C51-8828-E2A47B117181}" dt="2021-01-26T05:34:04.688" v="144" actId="207"/>
          <ac:spMkLst>
            <pc:docMk/>
            <pc:sldMk cId="3069677134" sldId="363"/>
            <ac:spMk id="16" creationId="{3428C0D5-6ABA-4E8C-86D6-3E0DA01FD8B3}"/>
          </ac:spMkLst>
        </pc:spChg>
        <pc:spChg chg="add mod">
          <ac:chgData name="鈴木 秀規" userId="f68c5fd9-22d5-4c0a-9833-7fb0f5135313" providerId="ADAL" clId="{31AF745B-ECEE-4C51-8828-E2A47B117181}" dt="2021-01-26T05:34:04.688" v="144" actId="207"/>
          <ac:spMkLst>
            <pc:docMk/>
            <pc:sldMk cId="3069677134" sldId="363"/>
            <ac:spMk id="17" creationId="{04420666-7F7C-4D8D-A79D-FA917CF5CA9C}"/>
          </ac:spMkLst>
        </pc:spChg>
        <pc:spChg chg="add mod">
          <ac:chgData name="鈴木 秀規" userId="f68c5fd9-22d5-4c0a-9833-7fb0f5135313" providerId="ADAL" clId="{31AF745B-ECEE-4C51-8828-E2A47B117181}" dt="2021-01-26T05:34:04.688" v="144" actId="207"/>
          <ac:spMkLst>
            <pc:docMk/>
            <pc:sldMk cId="3069677134" sldId="363"/>
            <ac:spMk id="18" creationId="{4D78CBCE-AC2A-4063-B0FB-4EB18C3B7078}"/>
          </ac:spMkLst>
        </pc:spChg>
        <pc:spChg chg="add mod">
          <ac:chgData name="鈴木 秀規" userId="f68c5fd9-22d5-4c0a-9833-7fb0f5135313" providerId="ADAL" clId="{31AF745B-ECEE-4C51-8828-E2A47B117181}" dt="2021-01-26T05:35:36.609" v="147" actId="208"/>
          <ac:spMkLst>
            <pc:docMk/>
            <pc:sldMk cId="3069677134" sldId="363"/>
            <ac:spMk id="19" creationId="{83B1D786-7A83-47F7-869E-20FB625672DD}"/>
          </ac:spMkLst>
        </pc:spChg>
        <pc:spChg chg="add mod">
          <ac:chgData name="鈴木 秀規" userId="f68c5fd9-22d5-4c0a-9833-7fb0f5135313" providerId="ADAL" clId="{31AF745B-ECEE-4C51-8828-E2A47B117181}" dt="2021-01-26T05:35:36.609" v="147" actId="208"/>
          <ac:spMkLst>
            <pc:docMk/>
            <pc:sldMk cId="3069677134" sldId="363"/>
            <ac:spMk id="20" creationId="{D8B38DF2-D9DD-4078-9912-0C892AE020A4}"/>
          </ac:spMkLst>
        </pc:spChg>
        <pc:spChg chg="add mod">
          <ac:chgData name="鈴木 秀規" userId="f68c5fd9-22d5-4c0a-9833-7fb0f5135313" providerId="ADAL" clId="{31AF745B-ECEE-4C51-8828-E2A47B117181}" dt="2021-01-26T05:35:36.609" v="147" actId="208"/>
          <ac:spMkLst>
            <pc:docMk/>
            <pc:sldMk cId="3069677134" sldId="363"/>
            <ac:spMk id="21" creationId="{EA4F305F-B6E2-40BE-AC86-52FFA99EFB3C}"/>
          </ac:spMkLst>
        </pc:spChg>
        <pc:spChg chg="add mod">
          <ac:chgData name="鈴木 秀規" userId="f68c5fd9-22d5-4c0a-9833-7fb0f5135313" providerId="ADAL" clId="{31AF745B-ECEE-4C51-8828-E2A47B117181}" dt="2021-01-26T05:35:36.609" v="147" actId="208"/>
          <ac:spMkLst>
            <pc:docMk/>
            <pc:sldMk cId="3069677134" sldId="363"/>
            <ac:spMk id="22" creationId="{0CD52328-B3FC-4632-85D5-EE521EC8DE29}"/>
          </ac:spMkLst>
        </pc:spChg>
        <pc:spChg chg="add mod">
          <ac:chgData name="鈴木 秀規" userId="f68c5fd9-22d5-4c0a-9833-7fb0f5135313" providerId="ADAL" clId="{31AF745B-ECEE-4C51-8828-E2A47B117181}" dt="2021-01-26T05:35:36.609" v="147" actId="208"/>
          <ac:spMkLst>
            <pc:docMk/>
            <pc:sldMk cId="3069677134" sldId="363"/>
            <ac:spMk id="23" creationId="{3303D6ED-CBB3-4BA1-9F51-AA71707D9F8F}"/>
          </ac:spMkLst>
        </pc:spChg>
        <pc:grpChg chg="add mod">
          <ac:chgData name="鈴木 秀規" userId="f68c5fd9-22d5-4c0a-9833-7fb0f5135313" providerId="ADAL" clId="{31AF745B-ECEE-4C51-8828-E2A47B117181}" dt="2021-01-26T05:32:46.794" v="103" actId="1076"/>
          <ac:grpSpMkLst>
            <pc:docMk/>
            <pc:sldMk cId="3069677134" sldId="363"/>
            <ac:grpSpMk id="12" creationId="{045A9BF9-4DCC-4D05-ABAC-B81EA2A3B824}"/>
          </ac:grpSpMkLst>
        </pc:grpChg>
        <pc:picChg chg="add mod">
          <ac:chgData name="鈴木 秀規" userId="f68c5fd9-22d5-4c0a-9833-7fb0f5135313" providerId="ADAL" clId="{31AF745B-ECEE-4C51-8828-E2A47B117181}" dt="2021-01-26T05:31:38.336" v="65" actId="164"/>
          <ac:picMkLst>
            <pc:docMk/>
            <pc:sldMk cId="3069677134" sldId="363"/>
            <ac:picMk id="3" creationId="{3FA39F5F-8AAB-42FB-BCE4-E2F2F280C031}"/>
          </ac:picMkLst>
        </pc:picChg>
        <pc:picChg chg="add del mod">
          <ac:chgData name="鈴木 秀規" userId="f68c5fd9-22d5-4c0a-9833-7fb0f5135313" providerId="ADAL" clId="{31AF745B-ECEE-4C51-8828-E2A47B117181}" dt="2021-01-26T05:30:54.281" v="55" actId="478"/>
          <ac:picMkLst>
            <pc:docMk/>
            <pc:sldMk cId="3069677134" sldId="363"/>
            <ac:picMk id="11" creationId="{743A604D-2762-43E7-B3F5-E40759F0A3EA}"/>
          </ac:picMkLst>
        </pc:picChg>
      </pc:sldChg>
      <pc:sldChg chg="addSp modSp new mod">
        <pc:chgData name="鈴木 秀規" userId="f68c5fd9-22d5-4c0a-9833-7fb0f5135313" providerId="ADAL" clId="{31AF745B-ECEE-4C51-8828-E2A47B117181}" dt="2021-01-26T05:38:26.733" v="163" actId="14100"/>
        <pc:sldMkLst>
          <pc:docMk/>
          <pc:sldMk cId="2175104273" sldId="364"/>
        </pc:sldMkLst>
        <pc:spChg chg="mod">
          <ac:chgData name="鈴木 秀規" userId="f68c5fd9-22d5-4c0a-9833-7fb0f5135313" providerId="ADAL" clId="{31AF745B-ECEE-4C51-8828-E2A47B117181}" dt="2021-01-26T05:37:30.386" v="149"/>
          <ac:spMkLst>
            <pc:docMk/>
            <pc:sldMk cId="2175104273" sldId="364"/>
            <ac:spMk id="3" creationId="{68A200FD-AC57-4315-913B-56C0E750E146}"/>
          </ac:spMkLst>
        </pc:spChg>
        <pc:spChg chg="mod">
          <ac:chgData name="鈴木 秀規" userId="f68c5fd9-22d5-4c0a-9833-7fb0f5135313" providerId="ADAL" clId="{31AF745B-ECEE-4C51-8828-E2A47B117181}" dt="2021-01-26T05:38:26.733" v="163" actId="14100"/>
          <ac:spMkLst>
            <pc:docMk/>
            <pc:sldMk cId="2175104273" sldId="364"/>
            <ac:spMk id="5" creationId="{63039A32-9C71-4288-8DAD-C20E447795E0}"/>
          </ac:spMkLst>
        </pc:spChg>
        <pc:picChg chg="add mod">
          <ac:chgData name="鈴木 秀規" userId="f68c5fd9-22d5-4c0a-9833-7fb0f5135313" providerId="ADAL" clId="{31AF745B-ECEE-4C51-8828-E2A47B117181}" dt="2021-01-26T05:37:55.190" v="156" actId="1076"/>
          <ac:picMkLst>
            <pc:docMk/>
            <pc:sldMk cId="2175104273" sldId="364"/>
            <ac:picMk id="6" creationId="{48526432-448A-4B53-AA05-85009A3CA012}"/>
          </ac:picMkLst>
        </pc:picChg>
      </pc:sldChg>
      <pc:sldChg chg="del">
        <pc:chgData name="鈴木 秀規" userId="f68c5fd9-22d5-4c0a-9833-7fb0f5135313" providerId="ADAL" clId="{31AF745B-ECEE-4C51-8828-E2A47B117181}" dt="2021-01-26T05:29:36.440" v="39" actId="2696"/>
        <pc:sldMkLst>
          <pc:docMk/>
          <pc:sldMk cId="2741627324" sldId="364"/>
        </pc:sldMkLst>
      </pc:sldChg>
      <pc:sldChg chg="addSp modSp new mod">
        <pc:chgData name="鈴木 秀規" userId="f68c5fd9-22d5-4c0a-9833-7fb0f5135313" providerId="ADAL" clId="{31AF745B-ECEE-4C51-8828-E2A47B117181}" dt="2021-01-26T05:40:04.254" v="180" actId="207"/>
        <pc:sldMkLst>
          <pc:docMk/>
          <pc:sldMk cId="1672930496" sldId="365"/>
        </pc:sldMkLst>
        <pc:spChg chg="mod">
          <ac:chgData name="鈴木 秀規" userId="f68c5fd9-22d5-4c0a-9833-7fb0f5135313" providerId="ADAL" clId="{31AF745B-ECEE-4C51-8828-E2A47B117181}" dt="2021-01-26T05:39:10.166" v="165"/>
          <ac:spMkLst>
            <pc:docMk/>
            <pc:sldMk cId="1672930496" sldId="365"/>
            <ac:spMk id="3" creationId="{FC03AFB9-CD6E-4994-8138-120931D53538}"/>
          </ac:spMkLst>
        </pc:spChg>
        <pc:spChg chg="mod">
          <ac:chgData name="鈴木 秀規" userId="f68c5fd9-22d5-4c0a-9833-7fb0f5135313" providerId="ADAL" clId="{31AF745B-ECEE-4C51-8828-E2A47B117181}" dt="2021-01-26T05:40:04.254" v="180" actId="207"/>
          <ac:spMkLst>
            <pc:docMk/>
            <pc:sldMk cId="1672930496" sldId="365"/>
            <ac:spMk id="5" creationId="{EC4F853D-C579-41B5-814B-5663927E9ACA}"/>
          </ac:spMkLst>
        </pc:spChg>
        <pc:picChg chg="add mod">
          <ac:chgData name="鈴木 秀規" userId="f68c5fd9-22d5-4c0a-9833-7fb0f5135313" providerId="ADAL" clId="{31AF745B-ECEE-4C51-8828-E2A47B117181}" dt="2021-01-26T05:39:36.638" v="172" actId="1076"/>
          <ac:picMkLst>
            <pc:docMk/>
            <pc:sldMk cId="1672930496" sldId="365"/>
            <ac:picMk id="6" creationId="{5927628E-87B8-45C1-8363-06C30D78DA31}"/>
          </ac:picMkLst>
        </pc:picChg>
      </pc:sldChg>
      <pc:sldChg chg="del">
        <pc:chgData name="鈴木 秀規" userId="f68c5fd9-22d5-4c0a-9833-7fb0f5135313" providerId="ADAL" clId="{31AF745B-ECEE-4C51-8828-E2A47B117181}" dt="2021-01-26T05:29:36.440" v="39" actId="2696"/>
        <pc:sldMkLst>
          <pc:docMk/>
          <pc:sldMk cId="2463410247" sldId="365"/>
        </pc:sldMkLst>
      </pc:sldChg>
      <pc:sldChg chg="del">
        <pc:chgData name="鈴木 秀規" userId="f68c5fd9-22d5-4c0a-9833-7fb0f5135313" providerId="ADAL" clId="{31AF745B-ECEE-4C51-8828-E2A47B117181}" dt="2021-01-26T05:29:36.440" v="39" actId="2696"/>
        <pc:sldMkLst>
          <pc:docMk/>
          <pc:sldMk cId="2468282938" sldId="366"/>
        </pc:sldMkLst>
      </pc:sldChg>
      <pc:sldChg chg="addSp modSp new mod">
        <pc:chgData name="鈴木 秀規" userId="f68c5fd9-22d5-4c0a-9833-7fb0f5135313" providerId="ADAL" clId="{31AF745B-ECEE-4C51-8828-E2A47B117181}" dt="2021-01-26T05:41:35.974" v="195" actId="207"/>
        <pc:sldMkLst>
          <pc:docMk/>
          <pc:sldMk cId="3813337944" sldId="366"/>
        </pc:sldMkLst>
        <pc:spChg chg="mod">
          <ac:chgData name="鈴木 秀規" userId="f68c5fd9-22d5-4c0a-9833-7fb0f5135313" providerId="ADAL" clId="{31AF745B-ECEE-4C51-8828-E2A47B117181}" dt="2021-01-26T05:40:51.193" v="182"/>
          <ac:spMkLst>
            <pc:docMk/>
            <pc:sldMk cId="3813337944" sldId="366"/>
            <ac:spMk id="3" creationId="{6E45B32F-995B-4AB3-B186-3FFD8D07DCEE}"/>
          </ac:spMkLst>
        </pc:spChg>
        <pc:spChg chg="mod">
          <ac:chgData name="鈴木 秀規" userId="f68c5fd9-22d5-4c0a-9833-7fb0f5135313" providerId="ADAL" clId="{31AF745B-ECEE-4C51-8828-E2A47B117181}" dt="2021-01-26T05:41:35.974" v="195" actId="207"/>
          <ac:spMkLst>
            <pc:docMk/>
            <pc:sldMk cId="3813337944" sldId="366"/>
            <ac:spMk id="5" creationId="{2BB3DC36-EADC-458F-8869-24DE6ADB9A03}"/>
          </ac:spMkLst>
        </pc:spChg>
        <pc:picChg chg="add mod">
          <ac:chgData name="鈴木 秀規" userId="f68c5fd9-22d5-4c0a-9833-7fb0f5135313" providerId="ADAL" clId="{31AF745B-ECEE-4C51-8828-E2A47B117181}" dt="2021-01-26T05:41:23.377" v="193" actId="1035"/>
          <ac:picMkLst>
            <pc:docMk/>
            <pc:sldMk cId="3813337944" sldId="366"/>
            <ac:picMk id="6" creationId="{3B1C6911-2005-4619-B980-DCA4DECDC8ED}"/>
          </ac:picMkLst>
        </pc:picChg>
      </pc:sldChg>
      <pc:sldChg chg="addSp modSp new mod">
        <pc:chgData name="鈴木 秀規" userId="f68c5fd9-22d5-4c0a-9833-7fb0f5135313" providerId="ADAL" clId="{31AF745B-ECEE-4C51-8828-E2A47B117181}" dt="2021-01-26T05:44:37.466" v="237" actId="14100"/>
        <pc:sldMkLst>
          <pc:docMk/>
          <pc:sldMk cId="926421663" sldId="367"/>
        </pc:sldMkLst>
        <pc:spChg chg="mod">
          <ac:chgData name="鈴木 秀規" userId="f68c5fd9-22d5-4c0a-9833-7fb0f5135313" providerId="ADAL" clId="{31AF745B-ECEE-4C51-8828-E2A47B117181}" dt="2021-01-26T05:42:14.150" v="197"/>
          <ac:spMkLst>
            <pc:docMk/>
            <pc:sldMk cId="926421663" sldId="367"/>
            <ac:spMk id="3" creationId="{02EA919B-5C95-4C18-8CFF-A5ACA4DB182E}"/>
          </ac:spMkLst>
        </pc:spChg>
        <pc:spChg chg="mod">
          <ac:chgData name="鈴木 秀規" userId="f68c5fd9-22d5-4c0a-9833-7fb0f5135313" providerId="ADAL" clId="{31AF745B-ECEE-4C51-8828-E2A47B117181}" dt="2021-01-26T05:42:41.558" v="202" actId="207"/>
          <ac:spMkLst>
            <pc:docMk/>
            <pc:sldMk cId="926421663" sldId="367"/>
            <ac:spMk id="5" creationId="{48BF89F5-B1F6-4732-A48D-5FDDE3A0E801}"/>
          </ac:spMkLst>
        </pc:spChg>
        <pc:spChg chg="add mod">
          <ac:chgData name="鈴木 秀規" userId="f68c5fd9-22d5-4c0a-9833-7fb0f5135313" providerId="ADAL" clId="{31AF745B-ECEE-4C51-8828-E2A47B117181}" dt="2021-01-26T05:43:15.354" v="216" actId="14100"/>
          <ac:spMkLst>
            <pc:docMk/>
            <pc:sldMk cId="926421663" sldId="367"/>
            <ac:spMk id="7" creationId="{5D20DD92-21EA-420F-8DAC-3DC8CF59A2C1}"/>
          </ac:spMkLst>
        </pc:spChg>
        <pc:spChg chg="add mod">
          <ac:chgData name="鈴木 秀規" userId="f68c5fd9-22d5-4c0a-9833-7fb0f5135313" providerId="ADAL" clId="{31AF745B-ECEE-4C51-8828-E2A47B117181}" dt="2021-01-26T05:43:25.979" v="220" actId="1076"/>
          <ac:spMkLst>
            <pc:docMk/>
            <pc:sldMk cId="926421663" sldId="367"/>
            <ac:spMk id="8" creationId="{855DD384-E575-4E59-8B92-CF01F5F2C561}"/>
          </ac:spMkLst>
        </pc:spChg>
        <pc:spChg chg="add mod">
          <ac:chgData name="鈴木 秀規" userId="f68c5fd9-22d5-4c0a-9833-7fb0f5135313" providerId="ADAL" clId="{31AF745B-ECEE-4C51-8828-E2A47B117181}" dt="2021-01-26T05:43:49.504" v="230" actId="1076"/>
          <ac:spMkLst>
            <pc:docMk/>
            <pc:sldMk cId="926421663" sldId="367"/>
            <ac:spMk id="9" creationId="{1EDBCA61-2D5E-4A4B-B9C3-159F9F0E76D9}"/>
          </ac:spMkLst>
        </pc:spChg>
        <pc:picChg chg="add mod">
          <ac:chgData name="鈴木 秀規" userId="f68c5fd9-22d5-4c0a-9833-7fb0f5135313" providerId="ADAL" clId="{31AF745B-ECEE-4C51-8828-E2A47B117181}" dt="2021-01-26T05:43:20.219" v="219" actId="1076"/>
          <ac:picMkLst>
            <pc:docMk/>
            <pc:sldMk cId="926421663" sldId="367"/>
            <ac:picMk id="6" creationId="{846C54FA-5739-48C7-AB21-730876D36E88}"/>
          </ac:picMkLst>
        </pc:picChg>
        <pc:cxnChg chg="add mod">
          <ac:chgData name="鈴木 秀規" userId="f68c5fd9-22d5-4c0a-9833-7fb0f5135313" providerId="ADAL" clId="{31AF745B-ECEE-4C51-8828-E2A47B117181}" dt="2021-01-26T05:44:28.770" v="233" actId="14100"/>
          <ac:cxnSpMkLst>
            <pc:docMk/>
            <pc:sldMk cId="926421663" sldId="367"/>
            <ac:cxnSpMk id="10" creationId="{91194AC1-584D-4C3A-B077-94C5154B4399}"/>
          </ac:cxnSpMkLst>
        </pc:cxnChg>
        <pc:cxnChg chg="add mod">
          <ac:chgData name="鈴木 秀規" userId="f68c5fd9-22d5-4c0a-9833-7fb0f5135313" providerId="ADAL" clId="{31AF745B-ECEE-4C51-8828-E2A47B117181}" dt="2021-01-26T05:44:37.466" v="237" actId="14100"/>
          <ac:cxnSpMkLst>
            <pc:docMk/>
            <pc:sldMk cId="926421663" sldId="367"/>
            <ac:cxnSpMk id="13" creationId="{40C146C6-A279-40A2-8FFC-CDF438AD8EC6}"/>
          </ac:cxnSpMkLst>
        </pc:cxnChg>
      </pc:sldChg>
      <pc:sldChg chg="addSp modSp new mod">
        <pc:chgData name="鈴木 秀規" userId="f68c5fd9-22d5-4c0a-9833-7fb0f5135313" providerId="ADAL" clId="{31AF745B-ECEE-4C51-8828-E2A47B117181}" dt="2021-01-26T05:48:56.625" v="261" actId="207"/>
        <pc:sldMkLst>
          <pc:docMk/>
          <pc:sldMk cId="1591258520" sldId="368"/>
        </pc:sldMkLst>
        <pc:spChg chg="mod">
          <ac:chgData name="鈴木 秀規" userId="f68c5fd9-22d5-4c0a-9833-7fb0f5135313" providerId="ADAL" clId="{31AF745B-ECEE-4C51-8828-E2A47B117181}" dt="2021-01-26T05:47:07.331" v="239"/>
          <ac:spMkLst>
            <pc:docMk/>
            <pc:sldMk cId="1591258520" sldId="368"/>
            <ac:spMk id="3" creationId="{F596BC9A-A7A4-4BAC-8F7B-8472A7B4F315}"/>
          </ac:spMkLst>
        </pc:spChg>
        <pc:spChg chg="mod">
          <ac:chgData name="鈴木 秀規" userId="f68c5fd9-22d5-4c0a-9833-7fb0f5135313" providerId="ADAL" clId="{31AF745B-ECEE-4C51-8828-E2A47B117181}" dt="2021-01-26T05:47:27.657" v="243" actId="14100"/>
          <ac:spMkLst>
            <pc:docMk/>
            <pc:sldMk cId="1591258520" sldId="368"/>
            <ac:spMk id="5" creationId="{D8171BAF-394E-4801-BF60-705D3F952BF7}"/>
          </ac:spMkLst>
        </pc:spChg>
        <pc:spChg chg="add mod">
          <ac:chgData name="鈴木 秀規" userId="f68c5fd9-22d5-4c0a-9833-7fb0f5135313" providerId="ADAL" clId="{31AF745B-ECEE-4C51-8828-E2A47B117181}" dt="2021-01-26T05:48:56.625" v="261" actId="207"/>
          <ac:spMkLst>
            <pc:docMk/>
            <pc:sldMk cId="1591258520" sldId="368"/>
            <ac:spMk id="6" creationId="{E9940D2C-EA16-4D24-8B58-85831276F97C}"/>
          </ac:spMkLst>
        </pc:spChg>
        <pc:spChg chg="add mod">
          <ac:chgData name="鈴木 秀規" userId="f68c5fd9-22d5-4c0a-9833-7fb0f5135313" providerId="ADAL" clId="{31AF745B-ECEE-4C51-8828-E2A47B117181}" dt="2021-01-26T05:48:42.364" v="259" actId="20577"/>
          <ac:spMkLst>
            <pc:docMk/>
            <pc:sldMk cId="1591258520" sldId="368"/>
            <ac:spMk id="7" creationId="{127814C8-398F-4FB0-8BFD-8CA89A09E47F}"/>
          </ac:spMkLst>
        </pc:spChg>
      </pc:sldChg>
      <pc:sldChg chg="addSp modSp new mod">
        <pc:chgData name="鈴木 秀規" userId="f68c5fd9-22d5-4c0a-9833-7fb0f5135313" providerId="ADAL" clId="{31AF745B-ECEE-4C51-8828-E2A47B117181}" dt="2021-01-26T05:51:06.501" v="286" actId="207"/>
        <pc:sldMkLst>
          <pc:docMk/>
          <pc:sldMk cId="4005864456" sldId="369"/>
        </pc:sldMkLst>
        <pc:spChg chg="mod">
          <ac:chgData name="鈴木 秀規" userId="f68c5fd9-22d5-4c0a-9833-7fb0f5135313" providerId="ADAL" clId="{31AF745B-ECEE-4C51-8828-E2A47B117181}" dt="2021-01-26T05:49:24.071" v="263"/>
          <ac:spMkLst>
            <pc:docMk/>
            <pc:sldMk cId="4005864456" sldId="369"/>
            <ac:spMk id="3" creationId="{82651AF8-825E-488C-97AE-6777181F4848}"/>
          </ac:spMkLst>
        </pc:spChg>
        <pc:spChg chg="mod">
          <ac:chgData name="鈴木 秀規" userId="f68c5fd9-22d5-4c0a-9833-7fb0f5135313" providerId="ADAL" clId="{31AF745B-ECEE-4C51-8828-E2A47B117181}" dt="2021-01-26T05:49:39.474" v="269" actId="14100"/>
          <ac:spMkLst>
            <pc:docMk/>
            <pc:sldMk cId="4005864456" sldId="369"/>
            <ac:spMk id="5" creationId="{64D92467-3673-4ABC-81DF-B7F0E6026917}"/>
          </ac:spMkLst>
        </pc:spChg>
        <pc:spChg chg="add mod">
          <ac:chgData name="鈴木 秀規" userId="f68c5fd9-22d5-4c0a-9833-7fb0f5135313" providerId="ADAL" clId="{31AF745B-ECEE-4C51-8828-E2A47B117181}" dt="2021-01-26T05:50:13.238" v="275" actId="207"/>
          <ac:spMkLst>
            <pc:docMk/>
            <pc:sldMk cId="4005864456" sldId="369"/>
            <ac:spMk id="6" creationId="{42227182-5641-490B-87D8-0F9C7746E19F}"/>
          </ac:spMkLst>
        </pc:spChg>
        <pc:spChg chg="add mod">
          <ac:chgData name="鈴木 秀規" userId="f68c5fd9-22d5-4c0a-9833-7fb0f5135313" providerId="ADAL" clId="{31AF745B-ECEE-4C51-8828-E2A47B117181}" dt="2021-01-26T05:51:06.501" v="286" actId="207"/>
          <ac:spMkLst>
            <pc:docMk/>
            <pc:sldMk cId="4005864456" sldId="369"/>
            <ac:spMk id="7" creationId="{F7D6E1F9-5D75-44E5-88A9-E91D05C29E75}"/>
          </ac:spMkLst>
        </pc:spChg>
      </pc:sldChg>
      <pc:sldChg chg="addSp modSp new mod">
        <pc:chgData name="鈴木 秀規" userId="f68c5fd9-22d5-4c0a-9833-7fb0f5135313" providerId="ADAL" clId="{31AF745B-ECEE-4C51-8828-E2A47B117181}" dt="2021-01-26T05:53:27.759" v="315" actId="14100"/>
        <pc:sldMkLst>
          <pc:docMk/>
          <pc:sldMk cId="1111639589" sldId="370"/>
        </pc:sldMkLst>
        <pc:spChg chg="mod">
          <ac:chgData name="鈴木 秀規" userId="f68c5fd9-22d5-4c0a-9833-7fb0f5135313" providerId="ADAL" clId="{31AF745B-ECEE-4C51-8828-E2A47B117181}" dt="2021-01-26T05:51:35.742" v="288"/>
          <ac:spMkLst>
            <pc:docMk/>
            <pc:sldMk cId="1111639589" sldId="370"/>
            <ac:spMk id="3" creationId="{A1BBB616-58A6-4DCF-9488-D83FF45930DE}"/>
          </ac:spMkLst>
        </pc:spChg>
        <pc:spChg chg="mod">
          <ac:chgData name="鈴木 秀規" userId="f68c5fd9-22d5-4c0a-9833-7fb0f5135313" providerId="ADAL" clId="{31AF745B-ECEE-4C51-8828-E2A47B117181}" dt="2021-01-26T05:51:55.047" v="292" actId="14100"/>
          <ac:spMkLst>
            <pc:docMk/>
            <pc:sldMk cId="1111639589" sldId="370"/>
            <ac:spMk id="5" creationId="{8A8A797E-89B7-4BD7-88FA-D35416C08F53}"/>
          </ac:spMkLst>
        </pc:spChg>
        <pc:spChg chg="add mod">
          <ac:chgData name="鈴木 秀規" userId="f68c5fd9-22d5-4c0a-9833-7fb0f5135313" providerId="ADAL" clId="{31AF745B-ECEE-4C51-8828-E2A47B117181}" dt="2021-01-26T05:52:20.583" v="303" actId="207"/>
          <ac:spMkLst>
            <pc:docMk/>
            <pc:sldMk cId="1111639589" sldId="370"/>
            <ac:spMk id="6" creationId="{EC63BC0A-320C-4FC3-BF2C-D6A942277324}"/>
          </ac:spMkLst>
        </pc:spChg>
        <pc:spChg chg="add mod">
          <ac:chgData name="鈴木 秀規" userId="f68c5fd9-22d5-4c0a-9833-7fb0f5135313" providerId="ADAL" clId="{31AF745B-ECEE-4C51-8828-E2A47B117181}" dt="2021-01-26T05:52:38.376" v="306" actId="14100"/>
          <ac:spMkLst>
            <pc:docMk/>
            <pc:sldMk cId="1111639589" sldId="370"/>
            <ac:spMk id="7" creationId="{325405FA-6B6E-4A36-8AD9-307989E714CD}"/>
          </ac:spMkLst>
        </pc:spChg>
        <pc:spChg chg="add mod">
          <ac:chgData name="鈴木 秀規" userId="f68c5fd9-22d5-4c0a-9833-7fb0f5135313" providerId="ADAL" clId="{31AF745B-ECEE-4C51-8828-E2A47B117181}" dt="2021-01-26T05:52:47.085" v="308" actId="14100"/>
          <ac:spMkLst>
            <pc:docMk/>
            <pc:sldMk cId="1111639589" sldId="370"/>
            <ac:spMk id="8" creationId="{E4211231-2A54-41D8-A8AB-F44B04A91620}"/>
          </ac:spMkLst>
        </pc:spChg>
        <pc:spChg chg="add mod">
          <ac:chgData name="鈴木 秀規" userId="f68c5fd9-22d5-4c0a-9833-7fb0f5135313" providerId="ADAL" clId="{31AF745B-ECEE-4C51-8828-E2A47B117181}" dt="2021-01-26T05:53:27.759" v="315" actId="14100"/>
          <ac:spMkLst>
            <pc:docMk/>
            <pc:sldMk cId="1111639589" sldId="370"/>
            <ac:spMk id="9" creationId="{BFD16DC8-D589-4F05-9187-58E5D81AA0F3}"/>
          </ac:spMkLst>
        </pc:spChg>
      </pc:sldChg>
      <pc:sldChg chg="addSp delSp modSp new mod">
        <pc:chgData name="鈴木 秀規" userId="f68c5fd9-22d5-4c0a-9833-7fb0f5135313" providerId="ADAL" clId="{31AF745B-ECEE-4C51-8828-E2A47B117181}" dt="2021-01-26T05:56:27.120" v="352" actId="207"/>
        <pc:sldMkLst>
          <pc:docMk/>
          <pc:sldMk cId="1449548173" sldId="371"/>
        </pc:sldMkLst>
        <pc:spChg chg="mod">
          <ac:chgData name="鈴木 秀規" userId="f68c5fd9-22d5-4c0a-9833-7fb0f5135313" providerId="ADAL" clId="{31AF745B-ECEE-4C51-8828-E2A47B117181}" dt="2021-01-26T05:53:44.779" v="317"/>
          <ac:spMkLst>
            <pc:docMk/>
            <pc:sldMk cId="1449548173" sldId="371"/>
            <ac:spMk id="3" creationId="{BC47C131-377F-4C4A-A024-CD67178495EE}"/>
          </ac:spMkLst>
        </pc:spChg>
        <pc:spChg chg="mod">
          <ac:chgData name="鈴木 秀規" userId="f68c5fd9-22d5-4c0a-9833-7fb0f5135313" providerId="ADAL" clId="{31AF745B-ECEE-4C51-8828-E2A47B117181}" dt="2021-01-26T05:53:59.021" v="321" actId="14100"/>
          <ac:spMkLst>
            <pc:docMk/>
            <pc:sldMk cId="1449548173" sldId="371"/>
            <ac:spMk id="5" creationId="{A398E838-A2A7-414A-970E-EA11A895399A}"/>
          </ac:spMkLst>
        </pc:spChg>
        <pc:spChg chg="add del mod">
          <ac:chgData name="鈴木 秀規" userId="f68c5fd9-22d5-4c0a-9833-7fb0f5135313" providerId="ADAL" clId="{31AF745B-ECEE-4C51-8828-E2A47B117181}" dt="2021-01-26T05:54:37.173" v="324" actId="478"/>
          <ac:spMkLst>
            <pc:docMk/>
            <pc:sldMk cId="1449548173" sldId="371"/>
            <ac:spMk id="6" creationId="{20EE99AF-89FE-4A02-A3E1-FD99A56F5AEE}"/>
          </ac:spMkLst>
        </pc:spChg>
        <pc:spChg chg="add del mod">
          <ac:chgData name="鈴木 秀規" userId="f68c5fd9-22d5-4c0a-9833-7fb0f5135313" providerId="ADAL" clId="{31AF745B-ECEE-4C51-8828-E2A47B117181}" dt="2021-01-26T05:54:37.173" v="324" actId="478"/>
          <ac:spMkLst>
            <pc:docMk/>
            <pc:sldMk cId="1449548173" sldId="371"/>
            <ac:spMk id="7" creationId="{A3814B59-5B96-45A1-84A4-AD6CD9B9164C}"/>
          </ac:spMkLst>
        </pc:spChg>
        <pc:spChg chg="add del mod">
          <ac:chgData name="鈴木 秀規" userId="f68c5fd9-22d5-4c0a-9833-7fb0f5135313" providerId="ADAL" clId="{31AF745B-ECEE-4C51-8828-E2A47B117181}" dt="2021-01-26T05:54:37.173" v="324" actId="478"/>
          <ac:spMkLst>
            <pc:docMk/>
            <pc:sldMk cId="1449548173" sldId="371"/>
            <ac:spMk id="8" creationId="{3C6CD0D2-B84A-44AC-A21A-64C2CAE96310}"/>
          </ac:spMkLst>
        </pc:spChg>
        <pc:spChg chg="add mod">
          <ac:chgData name="鈴木 秀規" userId="f68c5fd9-22d5-4c0a-9833-7fb0f5135313" providerId="ADAL" clId="{31AF745B-ECEE-4C51-8828-E2A47B117181}" dt="2021-01-26T05:54:44.543" v="325"/>
          <ac:spMkLst>
            <pc:docMk/>
            <pc:sldMk cId="1449548173" sldId="371"/>
            <ac:spMk id="9" creationId="{B18C3434-8094-4D11-9DCE-11BC3134EB32}"/>
          </ac:spMkLst>
        </pc:spChg>
        <pc:spChg chg="add mod">
          <ac:chgData name="鈴木 秀規" userId="f68c5fd9-22d5-4c0a-9833-7fb0f5135313" providerId="ADAL" clId="{31AF745B-ECEE-4C51-8828-E2A47B117181}" dt="2021-01-26T05:54:44.543" v="325"/>
          <ac:spMkLst>
            <pc:docMk/>
            <pc:sldMk cId="1449548173" sldId="371"/>
            <ac:spMk id="10" creationId="{DF76AE1A-859A-4594-88B7-91BE98A8E033}"/>
          </ac:spMkLst>
        </pc:spChg>
        <pc:spChg chg="add mod">
          <ac:chgData name="鈴木 秀規" userId="f68c5fd9-22d5-4c0a-9833-7fb0f5135313" providerId="ADAL" clId="{31AF745B-ECEE-4C51-8828-E2A47B117181}" dt="2021-01-26T05:54:44.543" v="325"/>
          <ac:spMkLst>
            <pc:docMk/>
            <pc:sldMk cId="1449548173" sldId="371"/>
            <ac:spMk id="11" creationId="{DC219308-7BB1-4571-B6C2-AF593F39CA0D}"/>
          </ac:spMkLst>
        </pc:spChg>
        <pc:spChg chg="add mod">
          <ac:chgData name="鈴木 秀規" userId="f68c5fd9-22d5-4c0a-9833-7fb0f5135313" providerId="ADAL" clId="{31AF745B-ECEE-4C51-8828-E2A47B117181}" dt="2021-01-26T05:56:27.120" v="352" actId="207"/>
          <ac:spMkLst>
            <pc:docMk/>
            <pc:sldMk cId="1449548173" sldId="371"/>
            <ac:spMk id="12" creationId="{D827973A-B285-444D-B8E2-2C1ADF444989}"/>
          </ac:spMkLst>
        </pc:spChg>
        <pc:spChg chg="add mod">
          <ac:chgData name="鈴木 秀規" userId="f68c5fd9-22d5-4c0a-9833-7fb0f5135313" providerId="ADAL" clId="{31AF745B-ECEE-4C51-8828-E2A47B117181}" dt="2021-01-26T05:55:51.921" v="340" actId="1076"/>
          <ac:spMkLst>
            <pc:docMk/>
            <pc:sldMk cId="1449548173" sldId="371"/>
            <ac:spMk id="13" creationId="{090E20F7-1963-4594-A854-A0007B5562F3}"/>
          </ac:spMkLst>
        </pc:spChg>
        <pc:spChg chg="add del mod">
          <ac:chgData name="鈴木 秀規" userId="f68c5fd9-22d5-4c0a-9833-7fb0f5135313" providerId="ADAL" clId="{31AF745B-ECEE-4C51-8828-E2A47B117181}" dt="2021-01-26T05:55:40.547" v="337" actId="478"/>
          <ac:spMkLst>
            <pc:docMk/>
            <pc:sldMk cId="1449548173" sldId="371"/>
            <ac:spMk id="14" creationId="{E8DD0F15-F557-4960-B7CA-8C81D69C2ED8}"/>
          </ac:spMkLst>
        </pc:spChg>
        <pc:spChg chg="add mod">
          <ac:chgData name="鈴木 秀規" userId="f68c5fd9-22d5-4c0a-9833-7fb0f5135313" providerId="ADAL" clId="{31AF745B-ECEE-4C51-8828-E2A47B117181}" dt="2021-01-26T05:55:54.465" v="341" actId="571"/>
          <ac:spMkLst>
            <pc:docMk/>
            <pc:sldMk cId="1449548173" sldId="371"/>
            <ac:spMk id="15" creationId="{E753C64B-05EF-45FD-978D-013CE4F0EFBD}"/>
          </ac:spMkLst>
        </pc:spChg>
        <pc:spChg chg="add mod">
          <ac:chgData name="鈴木 秀規" userId="f68c5fd9-22d5-4c0a-9833-7fb0f5135313" providerId="ADAL" clId="{31AF745B-ECEE-4C51-8828-E2A47B117181}" dt="2021-01-26T05:55:57.256" v="342" actId="571"/>
          <ac:spMkLst>
            <pc:docMk/>
            <pc:sldMk cId="1449548173" sldId="371"/>
            <ac:spMk id="16" creationId="{CCB14EDC-88EE-4401-B02E-6086E5CBABE6}"/>
          </ac:spMkLst>
        </pc:spChg>
        <pc:spChg chg="add mod">
          <ac:chgData name="鈴木 秀規" userId="f68c5fd9-22d5-4c0a-9833-7fb0f5135313" providerId="ADAL" clId="{31AF745B-ECEE-4C51-8828-E2A47B117181}" dt="2021-01-26T05:56:04.338" v="346" actId="1037"/>
          <ac:spMkLst>
            <pc:docMk/>
            <pc:sldMk cId="1449548173" sldId="371"/>
            <ac:spMk id="17" creationId="{F0C64602-7B94-47EE-80D2-378BDFD473FD}"/>
          </ac:spMkLst>
        </pc:spChg>
      </pc:sldChg>
      <pc:sldChg chg="addSp modSp new mod">
        <pc:chgData name="鈴木 秀規" userId="f68c5fd9-22d5-4c0a-9833-7fb0f5135313" providerId="ADAL" clId="{31AF745B-ECEE-4C51-8828-E2A47B117181}" dt="2021-01-26T05:57:30.135" v="366" actId="207"/>
        <pc:sldMkLst>
          <pc:docMk/>
          <pc:sldMk cId="944436562" sldId="372"/>
        </pc:sldMkLst>
        <pc:spChg chg="mod">
          <ac:chgData name="鈴木 秀規" userId="f68c5fd9-22d5-4c0a-9833-7fb0f5135313" providerId="ADAL" clId="{31AF745B-ECEE-4C51-8828-E2A47B117181}" dt="2021-01-26T05:56:41.264" v="354"/>
          <ac:spMkLst>
            <pc:docMk/>
            <pc:sldMk cId="944436562" sldId="372"/>
            <ac:spMk id="3" creationId="{B1C65F3E-F31A-478E-B126-D35EA375B4B9}"/>
          </ac:spMkLst>
        </pc:spChg>
        <pc:spChg chg="mod">
          <ac:chgData name="鈴木 秀規" userId="f68c5fd9-22d5-4c0a-9833-7fb0f5135313" providerId="ADAL" clId="{31AF745B-ECEE-4C51-8828-E2A47B117181}" dt="2021-01-26T05:56:55.555" v="358" actId="14100"/>
          <ac:spMkLst>
            <pc:docMk/>
            <pc:sldMk cId="944436562" sldId="372"/>
            <ac:spMk id="5" creationId="{A3976CD6-7AC6-4459-9B75-3D9965BC48B5}"/>
          </ac:spMkLst>
        </pc:spChg>
        <pc:spChg chg="add mod">
          <ac:chgData name="鈴木 秀規" userId="f68c5fd9-22d5-4c0a-9833-7fb0f5135313" providerId="ADAL" clId="{31AF745B-ECEE-4C51-8828-E2A47B117181}" dt="2021-01-26T05:57:30.135" v="366" actId="207"/>
          <ac:spMkLst>
            <pc:docMk/>
            <pc:sldMk cId="944436562" sldId="372"/>
            <ac:spMk id="6" creationId="{76116D8C-213F-4158-830F-F3C1EB4D300E}"/>
          </ac:spMkLst>
        </pc:spChg>
      </pc:sldChg>
      <pc:sldChg chg="modSp new mod">
        <pc:chgData name="鈴木 秀規" userId="f68c5fd9-22d5-4c0a-9833-7fb0f5135313" providerId="ADAL" clId="{31AF745B-ECEE-4C51-8828-E2A47B117181}" dt="2021-01-26T06:00:43.897" v="419" actId="207"/>
        <pc:sldMkLst>
          <pc:docMk/>
          <pc:sldMk cId="35644827" sldId="373"/>
        </pc:sldMkLst>
        <pc:spChg chg="mod">
          <ac:chgData name="鈴木 秀規" userId="f68c5fd9-22d5-4c0a-9833-7fb0f5135313" providerId="ADAL" clId="{31AF745B-ECEE-4C51-8828-E2A47B117181}" dt="2021-01-26T05:58:05.850" v="368"/>
          <ac:spMkLst>
            <pc:docMk/>
            <pc:sldMk cId="35644827" sldId="373"/>
            <ac:spMk id="3" creationId="{90D8C1E3-2B7F-4D7A-A557-615C8F733A5A}"/>
          </ac:spMkLst>
        </pc:spChg>
        <pc:spChg chg="mod">
          <ac:chgData name="鈴木 秀規" userId="f68c5fd9-22d5-4c0a-9833-7fb0f5135313" providerId="ADAL" clId="{31AF745B-ECEE-4C51-8828-E2A47B117181}" dt="2021-01-26T06:00:43.897" v="419" actId="207"/>
          <ac:spMkLst>
            <pc:docMk/>
            <pc:sldMk cId="35644827" sldId="373"/>
            <ac:spMk id="5" creationId="{A53D55A4-4B24-4FF1-846F-0CB6B88DE619}"/>
          </ac:spMkLst>
        </pc:spChg>
      </pc:sldChg>
      <pc:sldChg chg="addSp modSp new mod">
        <pc:chgData name="鈴木 秀規" userId="f68c5fd9-22d5-4c0a-9833-7fb0f5135313" providerId="ADAL" clId="{31AF745B-ECEE-4C51-8828-E2A47B117181}" dt="2021-01-26T06:02:45.300" v="431" actId="207"/>
        <pc:sldMkLst>
          <pc:docMk/>
          <pc:sldMk cId="3586215112" sldId="374"/>
        </pc:sldMkLst>
        <pc:spChg chg="mod">
          <ac:chgData name="鈴木 秀規" userId="f68c5fd9-22d5-4c0a-9833-7fb0f5135313" providerId="ADAL" clId="{31AF745B-ECEE-4C51-8828-E2A47B117181}" dt="2021-01-26T06:01:06.626" v="421"/>
          <ac:spMkLst>
            <pc:docMk/>
            <pc:sldMk cId="3586215112" sldId="374"/>
            <ac:spMk id="3" creationId="{74D68A83-1EE1-4F3F-974D-BDDEE2D6DE8D}"/>
          </ac:spMkLst>
        </pc:spChg>
        <pc:spChg chg="mod">
          <ac:chgData name="鈴木 秀規" userId="f68c5fd9-22d5-4c0a-9833-7fb0f5135313" providerId="ADAL" clId="{31AF745B-ECEE-4C51-8828-E2A47B117181}" dt="2021-01-26T06:01:38.951" v="425" actId="14100"/>
          <ac:spMkLst>
            <pc:docMk/>
            <pc:sldMk cId="3586215112" sldId="374"/>
            <ac:spMk id="5" creationId="{AF0D17FF-0DBB-4085-9AA1-467745BDFE3D}"/>
          </ac:spMkLst>
        </pc:spChg>
        <pc:spChg chg="add mod">
          <ac:chgData name="鈴木 秀規" userId="f68c5fd9-22d5-4c0a-9833-7fb0f5135313" providerId="ADAL" clId="{31AF745B-ECEE-4C51-8828-E2A47B117181}" dt="2021-01-26T06:02:13.344" v="428" actId="207"/>
          <ac:spMkLst>
            <pc:docMk/>
            <pc:sldMk cId="3586215112" sldId="374"/>
            <ac:spMk id="6" creationId="{0B8A4289-ED12-4E18-B5F7-E7D1B8A16A4C}"/>
          </ac:spMkLst>
        </pc:spChg>
        <pc:spChg chg="add mod">
          <ac:chgData name="鈴木 秀規" userId="f68c5fd9-22d5-4c0a-9833-7fb0f5135313" providerId="ADAL" clId="{31AF745B-ECEE-4C51-8828-E2A47B117181}" dt="2021-01-26T06:02:45.300" v="431" actId="207"/>
          <ac:spMkLst>
            <pc:docMk/>
            <pc:sldMk cId="3586215112" sldId="374"/>
            <ac:spMk id="7" creationId="{F4B9C825-0773-4BD6-8947-DA5740E334B3}"/>
          </ac:spMkLst>
        </pc:spChg>
        <pc:spChg chg="mod">
          <ac:chgData name="鈴木 秀規" userId="f68c5fd9-22d5-4c0a-9833-7fb0f5135313" providerId="ADAL" clId="{31AF745B-ECEE-4C51-8828-E2A47B117181}" dt="2021-01-26T06:02:45.300" v="431" actId="207"/>
          <ac:spMkLst>
            <pc:docMk/>
            <pc:sldMk cId="3586215112" sldId="374"/>
            <ac:spMk id="10" creationId="{1A58A6C4-889B-450F-924F-C9F545EB2A3D}"/>
          </ac:spMkLst>
        </pc:spChg>
        <pc:spChg chg="add mod">
          <ac:chgData name="鈴木 秀規" userId="f68c5fd9-22d5-4c0a-9833-7fb0f5135313" providerId="ADAL" clId="{31AF745B-ECEE-4C51-8828-E2A47B117181}" dt="2021-01-26T06:01:48.608" v="426"/>
          <ac:spMkLst>
            <pc:docMk/>
            <pc:sldMk cId="3586215112" sldId="374"/>
            <ac:spMk id="11" creationId="{785644FA-8A03-4258-8728-9595832CB15E}"/>
          </ac:spMkLst>
        </pc:spChg>
        <pc:spChg chg="add mod">
          <ac:chgData name="鈴木 秀規" userId="f68c5fd9-22d5-4c0a-9833-7fb0f5135313" providerId="ADAL" clId="{31AF745B-ECEE-4C51-8828-E2A47B117181}" dt="2021-01-26T06:01:48.608" v="426"/>
          <ac:spMkLst>
            <pc:docMk/>
            <pc:sldMk cId="3586215112" sldId="374"/>
            <ac:spMk id="12" creationId="{44CA81F1-EBE9-4C1F-B2BB-3C3E1806F921}"/>
          </ac:spMkLst>
        </pc:spChg>
        <pc:spChg chg="add mod">
          <ac:chgData name="鈴木 秀規" userId="f68c5fd9-22d5-4c0a-9833-7fb0f5135313" providerId="ADAL" clId="{31AF745B-ECEE-4C51-8828-E2A47B117181}" dt="2021-01-26T06:01:48.608" v="426"/>
          <ac:spMkLst>
            <pc:docMk/>
            <pc:sldMk cId="3586215112" sldId="374"/>
            <ac:spMk id="13" creationId="{D210470C-7BC6-479C-B32D-52F62FAFF5CE}"/>
          </ac:spMkLst>
        </pc:spChg>
        <pc:spChg chg="add mod">
          <ac:chgData name="鈴木 秀規" userId="f68c5fd9-22d5-4c0a-9833-7fb0f5135313" providerId="ADAL" clId="{31AF745B-ECEE-4C51-8828-E2A47B117181}" dt="2021-01-26T06:01:48.608" v="426"/>
          <ac:spMkLst>
            <pc:docMk/>
            <pc:sldMk cId="3586215112" sldId="374"/>
            <ac:spMk id="14" creationId="{F4BE28F0-CEB5-4A84-AD56-459DC396288E}"/>
          </ac:spMkLst>
        </pc:spChg>
        <pc:spChg chg="add mod">
          <ac:chgData name="鈴木 秀規" userId="f68c5fd9-22d5-4c0a-9833-7fb0f5135313" providerId="ADAL" clId="{31AF745B-ECEE-4C51-8828-E2A47B117181}" dt="2021-01-26T06:01:48.608" v="426"/>
          <ac:spMkLst>
            <pc:docMk/>
            <pc:sldMk cId="3586215112" sldId="374"/>
            <ac:spMk id="15" creationId="{661AEE13-AF85-4E8C-8C36-56CAB1375768}"/>
          </ac:spMkLst>
        </pc:spChg>
        <pc:spChg chg="add mod">
          <ac:chgData name="鈴木 秀規" userId="f68c5fd9-22d5-4c0a-9833-7fb0f5135313" providerId="ADAL" clId="{31AF745B-ECEE-4C51-8828-E2A47B117181}" dt="2021-01-26T06:02:45.300" v="431" actId="207"/>
          <ac:spMkLst>
            <pc:docMk/>
            <pc:sldMk cId="3586215112" sldId="374"/>
            <ac:spMk id="16" creationId="{D1EACF3D-DA3C-4F24-896C-812A2FC32232}"/>
          </ac:spMkLst>
        </pc:spChg>
        <pc:spChg chg="add mod">
          <ac:chgData name="鈴木 秀規" userId="f68c5fd9-22d5-4c0a-9833-7fb0f5135313" providerId="ADAL" clId="{31AF745B-ECEE-4C51-8828-E2A47B117181}" dt="2021-01-26T06:01:48.608" v="426"/>
          <ac:spMkLst>
            <pc:docMk/>
            <pc:sldMk cId="3586215112" sldId="374"/>
            <ac:spMk id="17" creationId="{80B22573-0B48-4DA1-9DEE-17DA1FB51570}"/>
          </ac:spMkLst>
        </pc:spChg>
        <pc:spChg chg="add mod">
          <ac:chgData name="鈴木 秀規" userId="f68c5fd9-22d5-4c0a-9833-7fb0f5135313" providerId="ADAL" clId="{31AF745B-ECEE-4C51-8828-E2A47B117181}" dt="2021-01-26T06:02:45.300" v="431" actId="207"/>
          <ac:spMkLst>
            <pc:docMk/>
            <pc:sldMk cId="3586215112" sldId="374"/>
            <ac:spMk id="18" creationId="{513C1E0F-51B7-4C19-852B-0F5F03C2E927}"/>
          </ac:spMkLst>
        </pc:spChg>
        <pc:spChg chg="add mod">
          <ac:chgData name="鈴木 秀規" userId="f68c5fd9-22d5-4c0a-9833-7fb0f5135313" providerId="ADAL" clId="{31AF745B-ECEE-4C51-8828-E2A47B117181}" dt="2021-01-26T06:01:48.608" v="426"/>
          <ac:spMkLst>
            <pc:docMk/>
            <pc:sldMk cId="3586215112" sldId="374"/>
            <ac:spMk id="19" creationId="{FE000A22-00CE-4A4E-9761-E983CE3DF0EA}"/>
          </ac:spMkLst>
        </pc:spChg>
        <pc:spChg chg="add mod">
          <ac:chgData name="鈴木 秀規" userId="f68c5fd9-22d5-4c0a-9833-7fb0f5135313" providerId="ADAL" clId="{31AF745B-ECEE-4C51-8828-E2A47B117181}" dt="2021-01-26T06:02:45.300" v="431" actId="207"/>
          <ac:spMkLst>
            <pc:docMk/>
            <pc:sldMk cId="3586215112" sldId="374"/>
            <ac:spMk id="20" creationId="{3F0298FF-3F68-4E80-A5AA-D970F1BFBF47}"/>
          </ac:spMkLst>
        </pc:spChg>
        <pc:spChg chg="add mod">
          <ac:chgData name="鈴木 秀規" userId="f68c5fd9-22d5-4c0a-9833-7fb0f5135313" providerId="ADAL" clId="{31AF745B-ECEE-4C51-8828-E2A47B117181}" dt="2021-01-26T06:02:45.300" v="431" actId="207"/>
          <ac:spMkLst>
            <pc:docMk/>
            <pc:sldMk cId="3586215112" sldId="374"/>
            <ac:spMk id="21" creationId="{E5BCB49B-FCEA-418B-89AD-26AC10F600E3}"/>
          </ac:spMkLst>
        </pc:spChg>
        <pc:grpChg chg="add mod">
          <ac:chgData name="鈴木 秀規" userId="f68c5fd9-22d5-4c0a-9833-7fb0f5135313" providerId="ADAL" clId="{31AF745B-ECEE-4C51-8828-E2A47B117181}" dt="2021-01-26T06:02:32.131" v="429" actId="207"/>
          <ac:grpSpMkLst>
            <pc:docMk/>
            <pc:sldMk cId="3586215112" sldId="374"/>
            <ac:grpSpMk id="8" creationId="{38A860E3-00EF-4C43-9483-BB46C4DE9FEB}"/>
          </ac:grpSpMkLst>
        </pc:grpChg>
        <pc:picChg chg="mod">
          <ac:chgData name="鈴木 秀規" userId="f68c5fd9-22d5-4c0a-9833-7fb0f5135313" providerId="ADAL" clId="{31AF745B-ECEE-4C51-8828-E2A47B117181}" dt="2021-01-26T06:02:36.046" v="430" actId="2085"/>
          <ac:picMkLst>
            <pc:docMk/>
            <pc:sldMk cId="3586215112" sldId="374"/>
            <ac:picMk id="9" creationId="{013D4F2E-DF4F-4A12-B460-481349442D09}"/>
          </ac:picMkLst>
        </pc:picChg>
      </pc:sldChg>
      <pc:sldChg chg="addSp delSp modSp new mod">
        <pc:chgData name="鈴木 秀規" userId="f68c5fd9-22d5-4c0a-9833-7fb0f5135313" providerId="ADAL" clId="{31AF745B-ECEE-4C51-8828-E2A47B117181}" dt="2021-01-26T06:04:25.418" v="447" actId="207"/>
        <pc:sldMkLst>
          <pc:docMk/>
          <pc:sldMk cId="3278431197" sldId="375"/>
        </pc:sldMkLst>
        <pc:spChg chg="mod">
          <ac:chgData name="鈴木 秀規" userId="f68c5fd9-22d5-4c0a-9833-7fb0f5135313" providerId="ADAL" clId="{31AF745B-ECEE-4C51-8828-E2A47B117181}" dt="2021-01-26T06:03:09.564" v="433"/>
          <ac:spMkLst>
            <pc:docMk/>
            <pc:sldMk cId="3278431197" sldId="375"/>
            <ac:spMk id="3" creationId="{94A7F50B-029D-4344-A3E9-0852F39D0574}"/>
          </ac:spMkLst>
        </pc:spChg>
        <pc:spChg chg="mod">
          <ac:chgData name="鈴木 秀規" userId="f68c5fd9-22d5-4c0a-9833-7fb0f5135313" providerId="ADAL" clId="{31AF745B-ECEE-4C51-8828-E2A47B117181}" dt="2021-01-26T06:04:25.418" v="447" actId="207"/>
          <ac:spMkLst>
            <pc:docMk/>
            <pc:sldMk cId="3278431197" sldId="375"/>
            <ac:spMk id="5" creationId="{A8AED195-2A30-4E22-8D64-829F1A2C8A9E}"/>
          </ac:spMkLst>
        </pc:spChg>
        <pc:spChg chg="add del">
          <ac:chgData name="鈴木 秀規" userId="f68c5fd9-22d5-4c0a-9833-7fb0f5135313" providerId="ADAL" clId="{31AF745B-ECEE-4C51-8828-E2A47B117181}" dt="2021-01-26T06:03:36.760" v="438" actId="22"/>
          <ac:spMkLst>
            <pc:docMk/>
            <pc:sldMk cId="3278431197" sldId="375"/>
            <ac:spMk id="7" creationId="{04B419E0-8A32-4DA8-9E0C-BCCD4A7E3CB1}"/>
          </ac:spMkLst>
        </pc:spChg>
        <pc:spChg chg="add mod">
          <ac:chgData name="鈴木 秀規" userId="f68c5fd9-22d5-4c0a-9833-7fb0f5135313" providerId="ADAL" clId="{31AF745B-ECEE-4C51-8828-E2A47B117181}" dt="2021-01-26T06:04:16.314" v="445" actId="2711"/>
          <ac:spMkLst>
            <pc:docMk/>
            <pc:sldMk cId="3278431197" sldId="375"/>
            <ac:spMk id="8" creationId="{F61EE197-FC4B-4674-93BC-5A4123AB904B}"/>
          </ac:spMkLst>
        </pc:spChg>
      </pc:sldChg>
      <pc:sldChg chg="addSp modSp new mod">
        <pc:chgData name="鈴木 秀規" userId="f68c5fd9-22d5-4c0a-9833-7fb0f5135313" providerId="ADAL" clId="{31AF745B-ECEE-4C51-8828-E2A47B117181}" dt="2021-01-26T06:06:05.186" v="465" actId="207"/>
        <pc:sldMkLst>
          <pc:docMk/>
          <pc:sldMk cId="3335697102" sldId="376"/>
        </pc:sldMkLst>
        <pc:spChg chg="mod">
          <ac:chgData name="鈴木 秀規" userId="f68c5fd9-22d5-4c0a-9833-7fb0f5135313" providerId="ADAL" clId="{31AF745B-ECEE-4C51-8828-E2A47B117181}" dt="2021-01-26T06:04:44.258" v="449"/>
          <ac:spMkLst>
            <pc:docMk/>
            <pc:sldMk cId="3335697102" sldId="376"/>
            <ac:spMk id="3" creationId="{84CDAE99-51E1-45AD-ABEF-403422322C7B}"/>
          </ac:spMkLst>
        </pc:spChg>
        <pc:spChg chg="mod">
          <ac:chgData name="鈴木 秀規" userId="f68c5fd9-22d5-4c0a-9833-7fb0f5135313" providerId="ADAL" clId="{31AF745B-ECEE-4C51-8828-E2A47B117181}" dt="2021-01-26T06:06:05.186" v="465" actId="207"/>
          <ac:spMkLst>
            <pc:docMk/>
            <pc:sldMk cId="3335697102" sldId="376"/>
            <ac:spMk id="5" creationId="{45CA0F9F-0661-4575-B06E-144A0490A7CF}"/>
          </ac:spMkLst>
        </pc:spChg>
        <pc:picChg chg="add mod">
          <ac:chgData name="鈴木 秀規" userId="f68c5fd9-22d5-4c0a-9833-7fb0f5135313" providerId="ADAL" clId="{31AF745B-ECEE-4C51-8828-E2A47B117181}" dt="2021-01-26T06:05:46.939" v="459" actId="1076"/>
          <ac:picMkLst>
            <pc:docMk/>
            <pc:sldMk cId="3335697102" sldId="376"/>
            <ac:picMk id="6" creationId="{A1B21CC7-914D-4704-A426-7BA33ED50D88}"/>
          </ac:picMkLst>
        </pc:picChg>
      </pc:sldChg>
      <pc:sldChg chg="addSp modSp new mod">
        <pc:chgData name="鈴木 秀規" userId="f68c5fd9-22d5-4c0a-9833-7fb0f5135313" providerId="ADAL" clId="{31AF745B-ECEE-4C51-8828-E2A47B117181}" dt="2021-01-26T06:07:09.151" v="481" actId="14100"/>
        <pc:sldMkLst>
          <pc:docMk/>
          <pc:sldMk cId="1075370688" sldId="377"/>
        </pc:sldMkLst>
        <pc:spChg chg="mod">
          <ac:chgData name="鈴木 秀規" userId="f68c5fd9-22d5-4c0a-9833-7fb0f5135313" providerId="ADAL" clId="{31AF745B-ECEE-4C51-8828-E2A47B117181}" dt="2021-01-26T06:06:19.113" v="467"/>
          <ac:spMkLst>
            <pc:docMk/>
            <pc:sldMk cId="1075370688" sldId="377"/>
            <ac:spMk id="3" creationId="{5902A05F-050D-4547-92B0-FDFB23B15993}"/>
          </ac:spMkLst>
        </pc:spChg>
        <pc:spChg chg="mod">
          <ac:chgData name="鈴木 秀規" userId="f68c5fd9-22d5-4c0a-9833-7fb0f5135313" providerId="ADAL" clId="{31AF745B-ECEE-4C51-8828-E2A47B117181}" dt="2021-01-26T06:06:40.182" v="470" actId="14100"/>
          <ac:spMkLst>
            <pc:docMk/>
            <pc:sldMk cId="1075370688" sldId="377"/>
            <ac:spMk id="5" creationId="{343594CE-8AC7-47D0-9120-E9E98483AA2E}"/>
          </ac:spMkLst>
        </pc:spChg>
        <pc:spChg chg="add mod">
          <ac:chgData name="鈴木 秀規" userId="f68c5fd9-22d5-4c0a-9833-7fb0f5135313" providerId="ADAL" clId="{31AF745B-ECEE-4C51-8828-E2A47B117181}" dt="2021-01-26T06:07:09.151" v="481" actId="14100"/>
          <ac:spMkLst>
            <pc:docMk/>
            <pc:sldMk cId="1075370688" sldId="377"/>
            <ac:spMk id="7" creationId="{B7182EBC-6550-4E14-B8CE-0A438FACA553}"/>
          </ac:spMkLst>
        </pc:spChg>
        <pc:picChg chg="add mod">
          <ac:chgData name="鈴木 秀規" userId="f68c5fd9-22d5-4c0a-9833-7fb0f5135313" providerId="ADAL" clId="{31AF745B-ECEE-4C51-8828-E2A47B117181}" dt="2021-01-26T06:06:54.744" v="477" actId="14100"/>
          <ac:picMkLst>
            <pc:docMk/>
            <pc:sldMk cId="1075370688" sldId="377"/>
            <ac:picMk id="6" creationId="{5916466E-AD58-4AB9-BBE1-3BC48071FE35}"/>
          </ac:picMkLst>
        </pc:picChg>
      </pc:sldChg>
      <pc:sldChg chg="addSp modSp new mod">
        <pc:chgData name="鈴木 秀規" userId="f68c5fd9-22d5-4c0a-9833-7fb0f5135313" providerId="ADAL" clId="{31AF745B-ECEE-4C51-8828-E2A47B117181}" dt="2021-01-26T06:08:15.670" v="497" actId="1076"/>
        <pc:sldMkLst>
          <pc:docMk/>
          <pc:sldMk cId="2580646882" sldId="378"/>
        </pc:sldMkLst>
        <pc:spChg chg="mod">
          <ac:chgData name="鈴木 秀規" userId="f68c5fd9-22d5-4c0a-9833-7fb0f5135313" providerId="ADAL" clId="{31AF745B-ECEE-4C51-8828-E2A47B117181}" dt="2021-01-26T06:07:27.101" v="483"/>
          <ac:spMkLst>
            <pc:docMk/>
            <pc:sldMk cId="2580646882" sldId="378"/>
            <ac:spMk id="3" creationId="{F5F1371B-71A4-4508-9B77-DF2662B99B76}"/>
          </ac:spMkLst>
        </pc:spChg>
        <pc:spChg chg="mod">
          <ac:chgData name="鈴木 秀規" userId="f68c5fd9-22d5-4c0a-9833-7fb0f5135313" providerId="ADAL" clId="{31AF745B-ECEE-4C51-8828-E2A47B117181}" dt="2021-01-26T06:08:11.564" v="496" actId="207"/>
          <ac:spMkLst>
            <pc:docMk/>
            <pc:sldMk cId="2580646882" sldId="378"/>
            <ac:spMk id="5" creationId="{703B0AF1-C94F-4BE9-B427-FD46F93BDB88}"/>
          </ac:spMkLst>
        </pc:spChg>
        <pc:picChg chg="add mod">
          <ac:chgData name="鈴木 秀規" userId="f68c5fd9-22d5-4c0a-9833-7fb0f5135313" providerId="ADAL" clId="{31AF745B-ECEE-4C51-8828-E2A47B117181}" dt="2021-01-26T06:08:15.670" v="497" actId="1076"/>
          <ac:picMkLst>
            <pc:docMk/>
            <pc:sldMk cId="2580646882" sldId="378"/>
            <ac:picMk id="6" creationId="{E253F3D9-75D1-411D-BECC-77F0F489DCB0}"/>
          </ac:picMkLst>
        </pc:picChg>
      </pc:sldChg>
      <pc:sldChg chg="addSp modSp new mod">
        <pc:chgData name="鈴木 秀規" userId="f68c5fd9-22d5-4c0a-9833-7fb0f5135313" providerId="ADAL" clId="{31AF745B-ECEE-4C51-8828-E2A47B117181}" dt="2021-01-26T06:09:27.356" v="531" actId="1076"/>
        <pc:sldMkLst>
          <pc:docMk/>
          <pc:sldMk cId="3868544456" sldId="379"/>
        </pc:sldMkLst>
        <pc:spChg chg="mod">
          <ac:chgData name="鈴木 秀規" userId="f68c5fd9-22d5-4c0a-9833-7fb0f5135313" providerId="ADAL" clId="{31AF745B-ECEE-4C51-8828-E2A47B117181}" dt="2021-01-26T06:08:30.695" v="515" actId="20577"/>
          <ac:spMkLst>
            <pc:docMk/>
            <pc:sldMk cId="3868544456" sldId="379"/>
            <ac:spMk id="3" creationId="{9EB609AC-AB06-4D53-BF14-5EA6B1B9539A}"/>
          </ac:spMkLst>
        </pc:spChg>
        <pc:spChg chg="mod">
          <ac:chgData name="鈴木 秀規" userId="f68c5fd9-22d5-4c0a-9833-7fb0f5135313" providerId="ADAL" clId="{31AF745B-ECEE-4C51-8828-E2A47B117181}" dt="2021-01-26T06:08:40.335" v="518" actId="14100"/>
          <ac:spMkLst>
            <pc:docMk/>
            <pc:sldMk cId="3868544456" sldId="379"/>
            <ac:spMk id="5" creationId="{E7676D1F-6FF7-44EB-92F1-BAB6B9F0EFF4}"/>
          </ac:spMkLst>
        </pc:spChg>
        <pc:spChg chg="add mod">
          <ac:chgData name="鈴木 秀規" userId="f68c5fd9-22d5-4c0a-9833-7fb0f5135313" providerId="ADAL" clId="{31AF745B-ECEE-4C51-8828-E2A47B117181}" dt="2021-01-26T06:09:24.847" v="530" actId="14100"/>
          <ac:spMkLst>
            <pc:docMk/>
            <pc:sldMk cId="3868544456" sldId="379"/>
            <ac:spMk id="7" creationId="{C7286050-2DF8-497C-81E3-306493288BC4}"/>
          </ac:spMkLst>
        </pc:spChg>
        <pc:picChg chg="add mod">
          <ac:chgData name="鈴木 秀規" userId="f68c5fd9-22d5-4c0a-9833-7fb0f5135313" providerId="ADAL" clId="{31AF745B-ECEE-4C51-8828-E2A47B117181}" dt="2021-01-26T06:09:27.356" v="531" actId="1076"/>
          <ac:picMkLst>
            <pc:docMk/>
            <pc:sldMk cId="3868544456" sldId="379"/>
            <ac:picMk id="6" creationId="{20E0678B-2E0C-47BA-BAC4-30647E14495E}"/>
          </ac:picMkLst>
        </pc:picChg>
      </pc:sldChg>
      <pc:sldChg chg="addSp modSp new mod">
        <pc:chgData name="鈴木 秀規" userId="f68c5fd9-22d5-4c0a-9833-7fb0f5135313" providerId="ADAL" clId="{31AF745B-ECEE-4C51-8828-E2A47B117181}" dt="2021-01-26T06:10:26.206" v="544" actId="2711"/>
        <pc:sldMkLst>
          <pc:docMk/>
          <pc:sldMk cId="1868720455" sldId="380"/>
        </pc:sldMkLst>
        <pc:spChg chg="mod">
          <ac:chgData name="鈴木 秀規" userId="f68c5fd9-22d5-4c0a-9833-7fb0f5135313" providerId="ADAL" clId="{31AF745B-ECEE-4C51-8828-E2A47B117181}" dt="2021-01-26T06:09:39.286" v="533"/>
          <ac:spMkLst>
            <pc:docMk/>
            <pc:sldMk cId="1868720455" sldId="380"/>
            <ac:spMk id="3" creationId="{2C9F7F4C-4D1A-44F1-8504-3194AD12030E}"/>
          </ac:spMkLst>
        </pc:spChg>
        <pc:spChg chg="mod">
          <ac:chgData name="鈴木 秀規" userId="f68c5fd9-22d5-4c0a-9833-7fb0f5135313" providerId="ADAL" clId="{31AF745B-ECEE-4C51-8828-E2A47B117181}" dt="2021-01-26T06:09:51.095" v="536" actId="14100"/>
          <ac:spMkLst>
            <pc:docMk/>
            <pc:sldMk cId="1868720455" sldId="380"/>
            <ac:spMk id="5" creationId="{67D649D8-E2AC-4205-A3F3-CD0E0162A14B}"/>
          </ac:spMkLst>
        </pc:spChg>
        <pc:spChg chg="add mod">
          <ac:chgData name="鈴木 秀規" userId="f68c5fd9-22d5-4c0a-9833-7fb0f5135313" providerId="ADAL" clId="{31AF745B-ECEE-4C51-8828-E2A47B117181}" dt="2021-01-26T06:10:26.206" v="544" actId="2711"/>
          <ac:spMkLst>
            <pc:docMk/>
            <pc:sldMk cId="1868720455" sldId="380"/>
            <ac:spMk id="7" creationId="{65F9B8C6-FC9A-4EF2-BBA3-212563842F5B}"/>
          </ac:spMkLst>
        </pc:spChg>
        <pc:picChg chg="add mod">
          <ac:chgData name="鈴木 秀規" userId="f68c5fd9-22d5-4c0a-9833-7fb0f5135313" providerId="ADAL" clId="{31AF745B-ECEE-4C51-8828-E2A47B117181}" dt="2021-01-26T06:09:59.920" v="539" actId="1076"/>
          <ac:picMkLst>
            <pc:docMk/>
            <pc:sldMk cId="1868720455" sldId="380"/>
            <ac:picMk id="6" creationId="{2A23E1E0-788A-446D-BEF7-9FCDBB91E931}"/>
          </ac:picMkLst>
        </pc:picChg>
      </pc:sldChg>
      <pc:sldChg chg="modSp new mod">
        <pc:chgData name="鈴木 秀規" userId="f68c5fd9-22d5-4c0a-9833-7fb0f5135313" providerId="ADAL" clId="{31AF745B-ECEE-4C51-8828-E2A47B117181}" dt="2021-01-26T06:12:24.172" v="560" actId="207"/>
        <pc:sldMkLst>
          <pc:docMk/>
          <pc:sldMk cId="3747614513" sldId="381"/>
        </pc:sldMkLst>
        <pc:spChg chg="mod">
          <ac:chgData name="鈴木 秀規" userId="f68c5fd9-22d5-4c0a-9833-7fb0f5135313" providerId="ADAL" clId="{31AF745B-ECEE-4C51-8828-E2A47B117181}" dt="2021-01-26T06:11:21.079" v="546"/>
          <ac:spMkLst>
            <pc:docMk/>
            <pc:sldMk cId="3747614513" sldId="381"/>
            <ac:spMk id="3" creationId="{F54A46C4-10A8-4D73-8262-AF5F7632B069}"/>
          </ac:spMkLst>
        </pc:spChg>
        <pc:spChg chg="mod">
          <ac:chgData name="鈴木 秀規" userId="f68c5fd9-22d5-4c0a-9833-7fb0f5135313" providerId="ADAL" clId="{31AF745B-ECEE-4C51-8828-E2A47B117181}" dt="2021-01-26T06:12:24.172" v="560" actId="207"/>
          <ac:spMkLst>
            <pc:docMk/>
            <pc:sldMk cId="3747614513" sldId="381"/>
            <ac:spMk id="5" creationId="{C0902D24-2BC6-4565-B8E4-0885C73CA1B0}"/>
          </ac:spMkLst>
        </pc:spChg>
      </pc:sldChg>
      <pc:sldChg chg="addSp delSp modSp new mod">
        <pc:chgData name="鈴木 秀規" userId="f68c5fd9-22d5-4c0a-9833-7fb0f5135313" providerId="ADAL" clId="{31AF745B-ECEE-4C51-8828-E2A47B117181}" dt="2021-01-26T06:14:03.636" v="574" actId="207"/>
        <pc:sldMkLst>
          <pc:docMk/>
          <pc:sldMk cId="882110079" sldId="382"/>
        </pc:sldMkLst>
        <pc:spChg chg="mod">
          <ac:chgData name="鈴木 秀規" userId="f68c5fd9-22d5-4c0a-9833-7fb0f5135313" providerId="ADAL" clId="{31AF745B-ECEE-4C51-8828-E2A47B117181}" dt="2021-01-26T06:12:50.845" v="562"/>
          <ac:spMkLst>
            <pc:docMk/>
            <pc:sldMk cId="882110079" sldId="382"/>
            <ac:spMk id="3" creationId="{A3CC9EC9-F4F4-4F23-8295-F1F14A8EF7BF}"/>
          </ac:spMkLst>
        </pc:spChg>
        <pc:spChg chg="del">
          <ac:chgData name="鈴木 秀規" userId="f68c5fd9-22d5-4c0a-9833-7fb0f5135313" providerId="ADAL" clId="{31AF745B-ECEE-4C51-8828-E2A47B117181}" dt="2021-01-26T06:13:21.142" v="565" actId="478"/>
          <ac:spMkLst>
            <pc:docMk/>
            <pc:sldMk cId="882110079" sldId="382"/>
            <ac:spMk id="5" creationId="{AF90F26D-7738-4D8F-BDA2-E79BA73233E4}"/>
          </ac:spMkLst>
        </pc:spChg>
        <pc:spChg chg="add del mod">
          <ac:chgData name="鈴木 秀規" userId="f68c5fd9-22d5-4c0a-9833-7fb0f5135313" providerId="ADAL" clId="{31AF745B-ECEE-4C51-8828-E2A47B117181}" dt="2021-01-26T06:13:10.268" v="564"/>
          <ac:spMkLst>
            <pc:docMk/>
            <pc:sldMk cId="882110079" sldId="382"/>
            <ac:spMk id="6" creationId="{86A444F9-DE7C-4FBD-B2B6-D06A5D9943B1}"/>
          </ac:spMkLst>
        </pc:spChg>
        <pc:spChg chg="add del mod">
          <ac:chgData name="鈴木 秀規" userId="f68c5fd9-22d5-4c0a-9833-7fb0f5135313" providerId="ADAL" clId="{31AF745B-ECEE-4C51-8828-E2A47B117181}" dt="2021-01-26T06:13:10.268" v="564"/>
          <ac:spMkLst>
            <pc:docMk/>
            <pc:sldMk cId="882110079" sldId="382"/>
            <ac:spMk id="7" creationId="{AD3C94E8-CCE4-4467-99FA-54C60C64C849}"/>
          </ac:spMkLst>
        </pc:spChg>
        <pc:spChg chg="add del mod">
          <ac:chgData name="鈴木 秀規" userId="f68c5fd9-22d5-4c0a-9833-7fb0f5135313" providerId="ADAL" clId="{31AF745B-ECEE-4C51-8828-E2A47B117181}" dt="2021-01-26T06:13:10.268" v="564"/>
          <ac:spMkLst>
            <pc:docMk/>
            <pc:sldMk cId="882110079" sldId="382"/>
            <ac:spMk id="8" creationId="{B02B01A6-8295-48F9-8750-10A5EF847C21}"/>
          </ac:spMkLst>
        </pc:spChg>
        <pc:spChg chg="mod">
          <ac:chgData name="鈴木 秀規" userId="f68c5fd9-22d5-4c0a-9833-7fb0f5135313" providerId="ADAL" clId="{31AF745B-ECEE-4C51-8828-E2A47B117181}" dt="2021-01-26T06:13:09.258" v="563"/>
          <ac:spMkLst>
            <pc:docMk/>
            <pc:sldMk cId="882110079" sldId="382"/>
            <ac:spMk id="11" creationId="{D35B5DAD-402A-47F6-BDE7-E6BFDC074AA2}"/>
          </ac:spMkLst>
        </pc:spChg>
        <pc:spChg chg="add del mod">
          <ac:chgData name="鈴木 秀規" userId="f68c5fd9-22d5-4c0a-9833-7fb0f5135313" providerId="ADAL" clId="{31AF745B-ECEE-4C51-8828-E2A47B117181}" dt="2021-01-26T06:13:10.268" v="564"/>
          <ac:spMkLst>
            <pc:docMk/>
            <pc:sldMk cId="882110079" sldId="382"/>
            <ac:spMk id="12" creationId="{B480959C-1CD5-4F31-B9BC-85AB01582226}"/>
          </ac:spMkLst>
        </pc:spChg>
        <pc:spChg chg="add del mod">
          <ac:chgData name="鈴木 秀規" userId="f68c5fd9-22d5-4c0a-9833-7fb0f5135313" providerId="ADAL" clId="{31AF745B-ECEE-4C51-8828-E2A47B117181}" dt="2021-01-26T06:13:10.268" v="564"/>
          <ac:spMkLst>
            <pc:docMk/>
            <pc:sldMk cId="882110079" sldId="382"/>
            <ac:spMk id="13" creationId="{1E0DEAA7-3B68-4D92-A66C-5066B52F7B9D}"/>
          </ac:spMkLst>
        </pc:spChg>
        <pc:spChg chg="add del mod">
          <ac:chgData name="鈴木 秀規" userId="f68c5fd9-22d5-4c0a-9833-7fb0f5135313" providerId="ADAL" clId="{31AF745B-ECEE-4C51-8828-E2A47B117181}" dt="2021-01-26T06:13:10.268" v="564"/>
          <ac:spMkLst>
            <pc:docMk/>
            <pc:sldMk cId="882110079" sldId="382"/>
            <ac:spMk id="14" creationId="{CAA2818F-3A83-4B5C-8F0A-566E05D710BF}"/>
          </ac:spMkLst>
        </pc:spChg>
        <pc:spChg chg="add del mod">
          <ac:chgData name="鈴木 秀規" userId="f68c5fd9-22d5-4c0a-9833-7fb0f5135313" providerId="ADAL" clId="{31AF745B-ECEE-4C51-8828-E2A47B117181}" dt="2021-01-26T06:13:10.268" v="564"/>
          <ac:spMkLst>
            <pc:docMk/>
            <pc:sldMk cId="882110079" sldId="382"/>
            <ac:spMk id="15" creationId="{D5ABF18C-A6E1-4F2E-BEF8-142AF128745F}"/>
          </ac:spMkLst>
        </pc:spChg>
        <pc:spChg chg="add del mod">
          <ac:chgData name="鈴木 秀規" userId="f68c5fd9-22d5-4c0a-9833-7fb0f5135313" providerId="ADAL" clId="{31AF745B-ECEE-4C51-8828-E2A47B117181}" dt="2021-01-26T06:13:10.268" v="564"/>
          <ac:spMkLst>
            <pc:docMk/>
            <pc:sldMk cId="882110079" sldId="382"/>
            <ac:spMk id="16" creationId="{306E79C5-4E8C-480B-83AE-AC51A8646740}"/>
          </ac:spMkLst>
        </pc:spChg>
        <pc:spChg chg="add del mod">
          <ac:chgData name="鈴木 秀規" userId="f68c5fd9-22d5-4c0a-9833-7fb0f5135313" providerId="ADAL" clId="{31AF745B-ECEE-4C51-8828-E2A47B117181}" dt="2021-01-26T06:13:10.268" v="564"/>
          <ac:spMkLst>
            <pc:docMk/>
            <pc:sldMk cId="882110079" sldId="382"/>
            <ac:spMk id="17" creationId="{A850B1BF-6213-4268-9852-CB3510D15896}"/>
          </ac:spMkLst>
        </pc:spChg>
        <pc:spChg chg="add del mod">
          <ac:chgData name="鈴木 秀規" userId="f68c5fd9-22d5-4c0a-9833-7fb0f5135313" providerId="ADAL" clId="{31AF745B-ECEE-4C51-8828-E2A47B117181}" dt="2021-01-26T06:13:10.268" v="564"/>
          <ac:spMkLst>
            <pc:docMk/>
            <pc:sldMk cId="882110079" sldId="382"/>
            <ac:spMk id="18" creationId="{B9D5858B-041E-4C12-9353-A8913816EACA}"/>
          </ac:spMkLst>
        </pc:spChg>
        <pc:spChg chg="add del mod">
          <ac:chgData name="鈴木 秀規" userId="f68c5fd9-22d5-4c0a-9833-7fb0f5135313" providerId="ADAL" clId="{31AF745B-ECEE-4C51-8828-E2A47B117181}" dt="2021-01-26T06:13:10.268" v="564"/>
          <ac:spMkLst>
            <pc:docMk/>
            <pc:sldMk cId="882110079" sldId="382"/>
            <ac:spMk id="19" creationId="{815E56E7-6482-4976-9092-728CE18EB9EF}"/>
          </ac:spMkLst>
        </pc:spChg>
        <pc:spChg chg="add del mod">
          <ac:chgData name="鈴木 秀規" userId="f68c5fd9-22d5-4c0a-9833-7fb0f5135313" providerId="ADAL" clId="{31AF745B-ECEE-4C51-8828-E2A47B117181}" dt="2021-01-26T06:13:10.268" v="564"/>
          <ac:spMkLst>
            <pc:docMk/>
            <pc:sldMk cId="882110079" sldId="382"/>
            <ac:spMk id="20" creationId="{C97D492B-3C50-4A3F-B87A-920471D2A56F}"/>
          </ac:spMkLst>
        </pc:spChg>
        <pc:spChg chg="add del mod">
          <ac:chgData name="鈴木 秀規" userId="f68c5fd9-22d5-4c0a-9833-7fb0f5135313" providerId="ADAL" clId="{31AF745B-ECEE-4C51-8828-E2A47B117181}" dt="2021-01-26T06:13:10.268" v="564"/>
          <ac:spMkLst>
            <pc:docMk/>
            <pc:sldMk cId="882110079" sldId="382"/>
            <ac:spMk id="21" creationId="{73CF89BF-6EDA-4EA0-965E-6983E66667E3}"/>
          </ac:spMkLst>
        </pc:spChg>
        <pc:spChg chg="add del mod">
          <ac:chgData name="鈴木 秀規" userId="f68c5fd9-22d5-4c0a-9833-7fb0f5135313" providerId="ADAL" clId="{31AF745B-ECEE-4C51-8828-E2A47B117181}" dt="2021-01-26T06:13:10.268" v="564"/>
          <ac:spMkLst>
            <pc:docMk/>
            <pc:sldMk cId="882110079" sldId="382"/>
            <ac:spMk id="22" creationId="{0D637F13-D357-471A-9CF4-75DC530A5E46}"/>
          </ac:spMkLst>
        </pc:spChg>
        <pc:spChg chg="add mod">
          <ac:chgData name="鈴木 秀規" userId="f68c5fd9-22d5-4c0a-9833-7fb0f5135313" providerId="ADAL" clId="{31AF745B-ECEE-4C51-8828-E2A47B117181}" dt="2021-01-26T06:13:21.550" v="566"/>
          <ac:spMkLst>
            <pc:docMk/>
            <pc:sldMk cId="882110079" sldId="382"/>
            <ac:spMk id="23" creationId="{CB95B40C-D475-4805-8F2B-5CD1ABD082B6}"/>
          </ac:spMkLst>
        </pc:spChg>
        <pc:spChg chg="add mod">
          <ac:chgData name="鈴木 秀規" userId="f68c5fd9-22d5-4c0a-9833-7fb0f5135313" providerId="ADAL" clId="{31AF745B-ECEE-4C51-8828-E2A47B117181}" dt="2021-01-26T06:13:21.550" v="566"/>
          <ac:spMkLst>
            <pc:docMk/>
            <pc:sldMk cId="882110079" sldId="382"/>
            <ac:spMk id="24" creationId="{EB86E5A7-017E-4A6A-86EB-FCE90D3F8600}"/>
          </ac:spMkLst>
        </pc:spChg>
        <pc:spChg chg="add mod">
          <ac:chgData name="鈴木 秀規" userId="f68c5fd9-22d5-4c0a-9833-7fb0f5135313" providerId="ADAL" clId="{31AF745B-ECEE-4C51-8828-E2A47B117181}" dt="2021-01-26T06:13:53.480" v="572" actId="207"/>
          <ac:spMkLst>
            <pc:docMk/>
            <pc:sldMk cId="882110079" sldId="382"/>
            <ac:spMk id="25" creationId="{F64B71BA-0995-41C8-BCE7-7F5F1F8231EA}"/>
          </ac:spMkLst>
        </pc:spChg>
        <pc:spChg chg="mod">
          <ac:chgData name="鈴木 秀規" userId="f68c5fd9-22d5-4c0a-9833-7fb0f5135313" providerId="ADAL" clId="{31AF745B-ECEE-4C51-8828-E2A47B117181}" dt="2021-01-26T06:13:21.550" v="566"/>
          <ac:spMkLst>
            <pc:docMk/>
            <pc:sldMk cId="882110079" sldId="382"/>
            <ac:spMk id="28" creationId="{BFE9E4B7-18B0-4F27-AA9B-DA0E3D3991A7}"/>
          </ac:spMkLst>
        </pc:spChg>
        <pc:spChg chg="add mod">
          <ac:chgData name="鈴木 秀規" userId="f68c5fd9-22d5-4c0a-9833-7fb0f5135313" providerId="ADAL" clId="{31AF745B-ECEE-4C51-8828-E2A47B117181}" dt="2021-01-26T06:13:21.550" v="566"/>
          <ac:spMkLst>
            <pc:docMk/>
            <pc:sldMk cId="882110079" sldId="382"/>
            <ac:spMk id="29" creationId="{573DAD18-4E4E-45C1-ADF4-49219DC34074}"/>
          </ac:spMkLst>
        </pc:spChg>
        <pc:spChg chg="add mod">
          <ac:chgData name="鈴木 秀規" userId="f68c5fd9-22d5-4c0a-9833-7fb0f5135313" providerId="ADAL" clId="{31AF745B-ECEE-4C51-8828-E2A47B117181}" dt="2021-01-26T06:13:21.550" v="566"/>
          <ac:spMkLst>
            <pc:docMk/>
            <pc:sldMk cId="882110079" sldId="382"/>
            <ac:spMk id="30" creationId="{E70DE4C6-C26E-4F4C-9071-75AD0594AD5A}"/>
          </ac:spMkLst>
        </pc:spChg>
        <pc:spChg chg="add mod">
          <ac:chgData name="鈴木 秀規" userId="f68c5fd9-22d5-4c0a-9833-7fb0f5135313" providerId="ADAL" clId="{31AF745B-ECEE-4C51-8828-E2A47B117181}" dt="2021-01-26T06:13:21.550" v="566"/>
          <ac:spMkLst>
            <pc:docMk/>
            <pc:sldMk cId="882110079" sldId="382"/>
            <ac:spMk id="31" creationId="{D1BDC3E5-EA00-4C42-8A1E-852F56068736}"/>
          </ac:spMkLst>
        </pc:spChg>
        <pc:spChg chg="add mod">
          <ac:chgData name="鈴木 秀規" userId="f68c5fd9-22d5-4c0a-9833-7fb0f5135313" providerId="ADAL" clId="{31AF745B-ECEE-4C51-8828-E2A47B117181}" dt="2021-01-26T06:13:21.550" v="566"/>
          <ac:spMkLst>
            <pc:docMk/>
            <pc:sldMk cId="882110079" sldId="382"/>
            <ac:spMk id="32" creationId="{8C2C898B-8E04-48B9-8CEE-48779842213F}"/>
          </ac:spMkLst>
        </pc:spChg>
        <pc:spChg chg="add mod">
          <ac:chgData name="鈴木 秀規" userId="f68c5fd9-22d5-4c0a-9833-7fb0f5135313" providerId="ADAL" clId="{31AF745B-ECEE-4C51-8828-E2A47B117181}" dt="2021-01-26T06:13:21.550" v="566"/>
          <ac:spMkLst>
            <pc:docMk/>
            <pc:sldMk cId="882110079" sldId="382"/>
            <ac:spMk id="33" creationId="{998B1CBF-B26D-497D-9621-03A6FBE45715}"/>
          </ac:spMkLst>
        </pc:spChg>
        <pc:spChg chg="add mod">
          <ac:chgData name="鈴木 秀規" userId="f68c5fd9-22d5-4c0a-9833-7fb0f5135313" providerId="ADAL" clId="{31AF745B-ECEE-4C51-8828-E2A47B117181}" dt="2021-01-26T06:14:03.636" v="574" actId="207"/>
          <ac:spMkLst>
            <pc:docMk/>
            <pc:sldMk cId="882110079" sldId="382"/>
            <ac:spMk id="34" creationId="{924D5BA6-9DD1-4F22-8640-C4BBA5DCE744}"/>
          </ac:spMkLst>
        </pc:spChg>
        <pc:spChg chg="add mod">
          <ac:chgData name="鈴木 秀規" userId="f68c5fd9-22d5-4c0a-9833-7fb0f5135313" providerId="ADAL" clId="{31AF745B-ECEE-4C51-8828-E2A47B117181}" dt="2021-01-26T06:13:21.550" v="566"/>
          <ac:spMkLst>
            <pc:docMk/>
            <pc:sldMk cId="882110079" sldId="382"/>
            <ac:spMk id="35" creationId="{180FD0D4-BA62-4835-90CF-419910B6A754}"/>
          </ac:spMkLst>
        </pc:spChg>
        <pc:spChg chg="add mod">
          <ac:chgData name="鈴木 秀規" userId="f68c5fd9-22d5-4c0a-9833-7fb0f5135313" providerId="ADAL" clId="{31AF745B-ECEE-4C51-8828-E2A47B117181}" dt="2021-01-26T06:13:44.030" v="569" actId="207"/>
          <ac:spMkLst>
            <pc:docMk/>
            <pc:sldMk cId="882110079" sldId="382"/>
            <ac:spMk id="36" creationId="{E034CB9A-A4D2-48E9-9EE9-C639751C9AAA}"/>
          </ac:spMkLst>
        </pc:spChg>
        <pc:spChg chg="add mod">
          <ac:chgData name="鈴木 秀規" userId="f68c5fd9-22d5-4c0a-9833-7fb0f5135313" providerId="ADAL" clId="{31AF745B-ECEE-4C51-8828-E2A47B117181}" dt="2021-01-26T06:13:21.550" v="566"/>
          <ac:spMkLst>
            <pc:docMk/>
            <pc:sldMk cId="882110079" sldId="382"/>
            <ac:spMk id="37" creationId="{1D25F930-F554-4875-AAE2-2400D6012CD1}"/>
          </ac:spMkLst>
        </pc:spChg>
        <pc:spChg chg="add mod">
          <ac:chgData name="鈴木 秀規" userId="f68c5fd9-22d5-4c0a-9833-7fb0f5135313" providerId="ADAL" clId="{31AF745B-ECEE-4C51-8828-E2A47B117181}" dt="2021-01-26T06:13:21.550" v="566"/>
          <ac:spMkLst>
            <pc:docMk/>
            <pc:sldMk cId="882110079" sldId="382"/>
            <ac:spMk id="38" creationId="{E76DE0E2-CC83-48AE-AFA6-4671B3BC96CF}"/>
          </ac:spMkLst>
        </pc:spChg>
        <pc:spChg chg="add mod">
          <ac:chgData name="鈴木 秀規" userId="f68c5fd9-22d5-4c0a-9833-7fb0f5135313" providerId="ADAL" clId="{31AF745B-ECEE-4C51-8828-E2A47B117181}" dt="2021-01-26T06:13:44.030" v="569" actId="207"/>
          <ac:spMkLst>
            <pc:docMk/>
            <pc:sldMk cId="882110079" sldId="382"/>
            <ac:spMk id="39" creationId="{C39B4C02-6C83-4A45-9EFF-4B2F1446EC4A}"/>
          </ac:spMkLst>
        </pc:spChg>
        <pc:grpChg chg="add del mod">
          <ac:chgData name="鈴木 秀規" userId="f68c5fd9-22d5-4c0a-9833-7fb0f5135313" providerId="ADAL" clId="{31AF745B-ECEE-4C51-8828-E2A47B117181}" dt="2021-01-26T06:13:10.268" v="564"/>
          <ac:grpSpMkLst>
            <pc:docMk/>
            <pc:sldMk cId="882110079" sldId="382"/>
            <ac:grpSpMk id="9" creationId="{57BA293B-7FDC-47F9-A1CE-4F5F57ABEC39}"/>
          </ac:grpSpMkLst>
        </pc:grpChg>
        <pc:grpChg chg="add mod">
          <ac:chgData name="鈴木 秀規" userId="f68c5fd9-22d5-4c0a-9833-7fb0f5135313" providerId="ADAL" clId="{31AF745B-ECEE-4C51-8828-E2A47B117181}" dt="2021-01-26T06:13:21.550" v="566"/>
          <ac:grpSpMkLst>
            <pc:docMk/>
            <pc:sldMk cId="882110079" sldId="382"/>
            <ac:grpSpMk id="26" creationId="{917B620F-C4F7-41BD-9896-CE2FFAE60927}"/>
          </ac:grpSpMkLst>
        </pc:grpChg>
        <pc:picChg chg="mod">
          <ac:chgData name="鈴木 秀規" userId="f68c5fd9-22d5-4c0a-9833-7fb0f5135313" providerId="ADAL" clId="{31AF745B-ECEE-4C51-8828-E2A47B117181}" dt="2021-01-26T06:13:09.258" v="563"/>
          <ac:picMkLst>
            <pc:docMk/>
            <pc:sldMk cId="882110079" sldId="382"/>
            <ac:picMk id="10" creationId="{8CC84378-7F8F-40BE-AE6F-98331DD39749}"/>
          </ac:picMkLst>
        </pc:picChg>
        <pc:picChg chg="mod">
          <ac:chgData name="鈴木 秀規" userId="f68c5fd9-22d5-4c0a-9833-7fb0f5135313" providerId="ADAL" clId="{31AF745B-ECEE-4C51-8828-E2A47B117181}" dt="2021-01-26T06:13:21.550" v="566"/>
          <ac:picMkLst>
            <pc:docMk/>
            <pc:sldMk cId="882110079" sldId="382"/>
            <ac:picMk id="27" creationId="{24ACCD78-F9D6-4EC2-9BFF-C7E2157BD470}"/>
          </ac:picMkLst>
        </pc:picChg>
      </pc:sldChg>
      <pc:sldChg chg="addSp modSp new mod">
        <pc:chgData name="鈴木 秀規" userId="f68c5fd9-22d5-4c0a-9833-7fb0f5135313" providerId="ADAL" clId="{31AF745B-ECEE-4C51-8828-E2A47B117181}" dt="2021-01-26T06:16:04.560" v="587" actId="113"/>
        <pc:sldMkLst>
          <pc:docMk/>
          <pc:sldMk cId="2781782632" sldId="383"/>
        </pc:sldMkLst>
        <pc:spChg chg="mod">
          <ac:chgData name="鈴木 秀規" userId="f68c5fd9-22d5-4c0a-9833-7fb0f5135313" providerId="ADAL" clId="{31AF745B-ECEE-4C51-8828-E2A47B117181}" dt="2021-01-26T06:14:45.891" v="576"/>
          <ac:spMkLst>
            <pc:docMk/>
            <pc:sldMk cId="2781782632" sldId="383"/>
            <ac:spMk id="3" creationId="{B8B1C725-BA9E-47ED-B8AA-4F2EA343DE8A}"/>
          </ac:spMkLst>
        </pc:spChg>
        <pc:spChg chg="mod">
          <ac:chgData name="鈴木 秀規" userId="f68c5fd9-22d5-4c0a-9833-7fb0f5135313" providerId="ADAL" clId="{31AF745B-ECEE-4C51-8828-E2A47B117181}" dt="2021-01-26T06:16:04.560" v="587" actId="113"/>
          <ac:spMkLst>
            <pc:docMk/>
            <pc:sldMk cId="2781782632" sldId="383"/>
            <ac:spMk id="5" creationId="{CF651CCA-9F40-4BCE-A01F-0BD5D700C5E9}"/>
          </ac:spMkLst>
        </pc:spChg>
        <pc:picChg chg="add mod">
          <ac:chgData name="鈴木 秀規" userId="f68c5fd9-22d5-4c0a-9833-7fb0f5135313" providerId="ADAL" clId="{31AF745B-ECEE-4C51-8828-E2A47B117181}" dt="2021-01-26T06:15:26.687" v="583" actId="1076"/>
          <ac:picMkLst>
            <pc:docMk/>
            <pc:sldMk cId="2781782632" sldId="383"/>
            <ac:picMk id="6" creationId="{65279780-C5FC-45B9-9309-A9C6BF38E469}"/>
          </ac:picMkLst>
        </pc:picChg>
      </pc:sldChg>
      <pc:sldChg chg="addSp delSp modSp new mod delAnim modAnim">
        <pc:chgData name="鈴木 秀規" userId="f68c5fd9-22d5-4c0a-9833-7fb0f5135313" providerId="ADAL" clId="{31AF745B-ECEE-4C51-8828-E2A47B117181}" dt="2021-01-26T06:23:26.889" v="664" actId="255"/>
        <pc:sldMkLst>
          <pc:docMk/>
          <pc:sldMk cId="4147991204" sldId="384"/>
        </pc:sldMkLst>
        <pc:spChg chg="mod">
          <ac:chgData name="鈴木 秀規" userId="f68c5fd9-22d5-4c0a-9833-7fb0f5135313" providerId="ADAL" clId="{31AF745B-ECEE-4C51-8828-E2A47B117181}" dt="2021-01-26T06:16:39.823" v="597" actId="20577"/>
          <ac:spMkLst>
            <pc:docMk/>
            <pc:sldMk cId="4147991204" sldId="384"/>
            <ac:spMk id="3" creationId="{88B1A65F-8194-42FD-B9D9-616F8BCC232B}"/>
          </ac:spMkLst>
        </pc:spChg>
        <pc:spChg chg="mod">
          <ac:chgData name="鈴木 秀規" userId="f68c5fd9-22d5-4c0a-9833-7fb0f5135313" providerId="ADAL" clId="{31AF745B-ECEE-4C51-8828-E2A47B117181}" dt="2021-01-26T06:16:53.527" v="601" actId="14100"/>
          <ac:spMkLst>
            <pc:docMk/>
            <pc:sldMk cId="4147991204" sldId="384"/>
            <ac:spMk id="5" creationId="{24DBC3E7-31A6-42EF-B371-B658D9FC74AB}"/>
          </ac:spMkLst>
        </pc:spChg>
        <pc:spChg chg="add mod">
          <ac:chgData name="鈴木 秀規" userId="f68c5fd9-22d5-4c0a-9833-7fb0f5135313" providerId="ADAL" clId="{31AF745B-ECEE-4C51-8828-E2A47B117181}" dt="2021-01-26T06:23:26.889" v="664" actId="255"/>
          <ac:spMkLst>
            <pc:docMk/>
            <pc:sldMk cId="4147991204" sldId="384"/>
            <ac:spMk id="7" creationId="{1CD216F2-0B99-4613-A820-9845B1647BC0}"/>
          </ac:spMkLst>
        </pc:spChg>
        <pc:spChg chg="add del mod">
          <ac:chgData name="鈴木 秀規" userId="f68c5fd9-22d5-4c0a-9833-7fb0f5135313" providerId="ADAL" clId="{31AF745B-ECEE-4C51-8828-E2A47B117181}" dt="2021-01-26T06:22:51.841" v="654" actId="478"/>
          <ac:spMkLst>
            <pc:docMk/>
            <pc:sldMk cId="4147991204" sldId="384"/>
            <ac:spMk id="8" creationId="{F0A0FDD0-E7FD-40D2-BB0C-A7CD33611AA9}"/>
          </ac:spMkLst>
        </pc:spChg>
        <pc:spChg chg="add del mod">
          <ac:chgData name="鈴木 秀規" userId="f68c5fd9-22d5-4c0a-9833-7fb0f5135313" providerId="ADAL" clId="{31AF745B-ECEE-4C51-8828-E2A47B117181}" dt="2021-01-26T06:19:53.679" v="621" actId="478"/>
          <ac:spMkLst>
            <pc:docMk/>
            <pc:sldMk cId="4147991204" sldId="384"/>
            <ac:spMk id="9" creationId="{941A2A67-B610-477B-8872-318FEDC6FCEB}"/>
          </ac:spMkLst>
        </pc:spChg>
        <pc:spChg chg="add mod">
          <ac:chgData name="鈴木 秀規" userId="f68c5fd9-22d5-4c0a-9833-7fb0f5135313" providerId="ADAL" clId="{31AF745B-ECEE-4C51-8828-E2A47B117181}" dt="2021-01-26T06:20:09.586" v="624" actId="14100"/>
          <ac:spMkLst>
            <pc:docMk/>
            <pc:sldMk cId="4147991204" sldId="384"/>
            <ac:spMk id="10" creationId="{EE64B79F-B591-443A-A2E7-C73CBE6ECB13}"/>
          </ac:spMkLst>
        </pc:spChg>
        <pc:picChg chg="add del mod">
          <ac:chgData name="鈴木 秀規" userId="f68c5fd9-22d5-4c0a-9833-7fb0f5135313" providerId="ADAL" clId="{31AF745B-ECEE-4C51-8828-E2A47B117181}" dt="2021-01-26T06:17:06.905" v="603" actId="478"/>
          <ac:picMkLst>
            <pc:docMk/>
            <pc:sldMk cId="4147991204" sldId="384"/>
            <ac:picMk id="6" creationId="{BA18E97F-DC42-46DB-BD15-E1F243CBE847}"/>
          </ac:picMkLst>
        </pc:picChg>
        <pc:picChg chg="add mod">
          <ac:chgData name="鈴木 秀規" userId="f68c5fd9-22d5-4c0a-9833-7fb0f5135313" providerId="ADAL" clId="{31AF745B-ECEE-4C51-8828-E2A47B117181}" dt="2021-01-26T06:19:02.426" v="613" actId="1076"/>
          <ac:picMkLst>
            <pc:docMk/>
            <pc:sldMk cId="4147991204" sldId="384"/>
            <ac:picMk id="1026" creationId="{6903FB68-4A4A-42EB-A759-26E220FD56CD}"/>
          </ac:picMkLst>
        </pc:picChg>
      </pc:sldChg>
      <pc:sldChg chg="modSp new mod">
        <pc:chgData name="鈴木 秀規" userId="f68c5fd9-22d5-4c0a-9833-7fb0f5135313" providerId="ADAL" clId="{31AF745B-ECEE-4C51-8828-E2A47B117181}" dt="2021-01-26T06:22:18.153" v="652" actId="207"/>
        <pc:sldMkLst>
          <pc:docMk/>
          <pc:sldMk cId="1389535331" sldId="385"/>
        </pc:sldMkLst>
        <pc:spChg chg="mod">
          <ac:chgData name="鈴木 秀規" userId="f68c5fd9-22d5-4c0a-9833-7fb0f5135313" providerId="ADAL" clId="{31AF745B-ECEE-4C51-8828-E2A47B117181}" dt="2021-01-26T06:20:58.455" v="626"/>
          <ac:spMkLst>
            <pc:docMk/>
            <pc:sldMk cId="1389535331" sldId="385"/>
            <ac:spMk id="3" creationId="{496F8A16-68B0-4614-9906-69CEE0EBA64D}"/>
          </ac:spMkLst>
        </pc:spChg>
        <pc:spChg chg="mod">
          <ac:chgData name="鈴木 秀規" userId="f68c5fd9-22d5-4c0a-9833-7fb0f5135313" providerId="ADAL" clId="{31AF745B-ECEE-4C51-8828-E2A47B117181}" dt="2021-01-26T06:22:18.153" v="652" actId="207"/>
          <ac:spMkLst>
            <pc:docMk/>
            <pc:sldMk cId="1389535331" sldId="385"/>
            <ac:spMk id="5" creationId="{6F728591-7CBD-4AD4-9F32-C84F67FFA042}"/>
          </ac:spMkLst>
        </pc:spChg>
      </pc:sldChg>
      <pc:sldChg chg="modSp new mod">
        <pc:chgData name="鈴木 秀規" userId="f68c5fd9-22d5-4c0a-9833-7fb0f5135313" providerId="ADAL" clId="{31AF745B-ECEE-4C51-8828-E2A47B117181}" dt="2021-01-26T06:25:31.114" v="700" actId="207"/>
        <pc:sldMkLst>
          <pc:docMk/>
          <pc:sldMk cId="3711062952" sldId="386"/>
        </pc:sldMkLst>
        <pc:spChg chg="mod">
          <ac:chgData name="鈴木 秀規" userId="f68c5fd9-22d5-4c0a-9833-7fb0f5135313" providerId="ADAL" clId="{31AF745B-ECEE-4C51-8828-E2A47B117181}" dt="2021-01-26T06:23:47.429" v="665"/>
          <ac:spMkLst>
            <pc:docMk/>
            <pc:sldMk cId="3711062952" sldId="386"/>
            <ac:spMk id="3" creationId="{BB422BF4-F7D4-4F39-B554-AB828A85924E}"/>
          </ac:spMkLst>
        </pc:spChg>
        <pc:spChg chg="mod">
          <ac:chgData name="鈴木 秀規" userId="f68c5fd9-22d5-4c0a-9833-7fb0f5135313" providerId="ADAL" clId="{31AF745B-ECEE-4C51-8828-E2A47B117181}" dt="2021-01-26T06:25:31.114" v="700" actId="207"/>
          <ac:spMkLst>
            <pc:docMk/>
            <pc:sldMk cId="3711062952" sldId="386"/>
            <ac:spMk id="5" creationId="{23BCC0A4-DBE2-4C84-BDC2-543B3A071296}"/>
          </ac:spMkLst>
        </pc:spChg>
      </pc:sldChg>
      <pc:sldChg chg="addSp delSp modSp new mod">
        <pc:chgData name="鈴木 秀規" userId="f68c5fd9-22d5-4c0a-9833-7fb0f5135313" providerId="ADAL" clId="{31AF745B-ECEE-4C51-8828-E2A47B117181}" dt="2021-01-26T06:30:36.692" v="750" actId="14100"/>
        <pc:sldMkLst>
          <pc:docMk/>
          <pc:sldMk cId="556755707" sldId="387"/>
        </pc:sldMkLst>
        <pc:spChg chg="mod">
          <ac:chgData name="鈴木 秀規" userId="f68c5fd9-22d5-4c0a-9833-7fb0f5135313" providerId="ADAL" clId="{31AF745B-ECEE-4C51-8828-E2A47B117181}" dt="2021-01-26T06:25:47.215" v="702"/>
          <ac:spMkLst>
            <pc:docMk/>
            <pc:sldMk cId="556755707" sldId="387"/>
            <ac:spMk id="3" creationId="{D055E71E-3900-411D-A4AF-1AFDE03A9EBB}"/>
          </ac:spMkLst>
        </pc:spChg>
        <pc:spChg chg="del">
          <ac:chgData name="鈴木 秀規" userId="f68c5fd9-22d5-4c0a-9833-7fb0f5135313" providerId="ADAL" clId="{31AF745B-ECEE-4C51-8828-E2A47B117181}" dt="2021-01-26T06:26:16.459" v="703" actId="478"/>
          <ac:spMkLst>
            <pc:docMk/>
            <pc:sldMk cId="556755707" sldId="387"/>
            <ac:spMk id="5" creationId="{CB977DC8-CF7B-491D-AE32-FFE9DC6D56EC}"/>
          </ac:spMkLst>
        </pc:spChg>
        <pc:spChg chg="add mod">
          <ac:chgData name="鈴木 秀規" userId="f68c5fd9-22d5-4c0a-9833-7fb0f5135313" providerId="ADAL" clId="{31AF745B-ECEE-4C51-8828-E2A47B117181}" dt="2021-01-26T06:30:36.692" v="750" actId="14100"/>
          <ac:spMkLst>
            <pc:docMk/>
            <pc:sldMk cId="556755707" sldId="387"/>
            <ac:spMk id="6" creationId="{DB5FF637-F24E-4A0E-A8E9-3B89CDB9528C}"/>
          </ac:spMkLst>
        </pc:spChg>
        <pc:spChg chg="add mod">
          <ac:chgData name="鈴木 秀規" userId="f68c5fd9-22d5-4c0a-9833-7fb0f5135313" providerId="ADAL" clId="{31AF745B-ECEE-4C51-8828-E2A47B117181}" dt="2021-01-26T06:29:57.313" v="747" actId="1036"/>
          <ac:spMkLst>
            <pc:docMk/>
            <pc:sldMk cId="556755707" sldId="387"/>
            <ac:spMk id="7" creationId="{3A7BFF58-BDCE-4270-9567-91B91CB59120}"/>
          </ac:spMkLst>
        </pc:spChg>
        <pc:spChg chg="add mod">
          <ac:chgData name="鈴木 秀規" userId="f68c5fd9-22d5-4c0a-9833-7fb0f5135313" providerId="ADAL" clId="{31AF745B-ECEE-4C51-8828-E2A47B117181}" dt="2021-01-26T06:30:03.561" v="749" actId="1036"/>
          <ac:spMkLst>
            <pc:docMk/>
            <pc:sldMk cId="556755707" sldId="387"/>
            <ac:spMk id="8" creationId="{3E47FB20-4DA8-4B89-9C1C-B56A81CFBD86}"/>
          </ac:spMkLst>
        </pc:spChg>
        <pc:spChg chg="add mod">
          <ac:chgData name="鈴木 秀規" userId="f68c5fd9-22d5-4c0a-9833-7fb0f5135313" providerId="ADAL" clId="{31AF745B-ECEE-4C51-8828-E2A47B117181}" dt="2021-01-26T06:29:46.723" v="740" actId="1076"/>
          <ac:spMkLst>
            <pc:docMk/>
            <pc:sldMk cId="556755707" sldId="387"/>
            <ac:spMk id="9" creationId="{C47ADA95-0A25-40DC-B9CF-048F22043620}"/>
          </ac:spMkLst>
        </pc:spChg>
      </pc:sldChg>
      <pc:sldChg chg="modSp new mod">
        <pc:chgData name="鈴木 秀規" userId="f68c5fd9-22d5-4c0a-9833-7fb0f5135313" providerId="ADAL" clId="{31AF745B-ECEE-4C51-8828-E2A47B117181}" dt="2021-01-26T06:33:38.699" v="790" actId="20577"/>
        <pc:sldMkLst>
          <pc:docMk/>
          <pc:sldMk cId="2438793549" sldId="388"/>
        </pc:sldMkLst>
        <pc:spChg chg="mod">
          <ac:chgData name="鈴木 秀規" userId="f68c5fd9-22d5-4c0a-9833-7fb0f5135313" providerId="ADAL" clId="{31AF745B-ECEE-4C51-8828-E2A47B117181}" dt="2021-01-26T06:31:30.837" v="752"/>
          <ac:spMkLst>
            <pc:docMk/>
            <pc:sldMk cId="2438793549" sldId="388"/>
            <ac:spMk id="3" creationId="{C610E423-A142-4AA0-8F53-A880ECB84638}"/>
          </ac:spMkLst>
        </pc:spChg>
        <pc:spChg chg="mod">
          <ac:chgData name="鈴木 秀規" userId="f68c5fd9-22d5-4c0a-9833-7fb0f5135313" providerId="ADAL" clId="{31AF745B-ECEE-4C51-8828-E2A47B117181}" dt="2021-01-26T06:33:38.699" v="790" actId="20577"/>
          <ac:spMkLst>
            <pc:docMk/>
            <pc:sldMk cId="2438793549" sldId="388"/>
            <ac:spMk id="5" creationId="{F46EF505-320C-46BD-B709-62F840190822}"/>
          </ac:spMkLst>
        </pc:spChg>
      </pc:sldChg>
      <pc:sldChg chg="addSp modSp new mod">
        <pc:chgData name="鈴木 秀規" userId="f68c5fd9-22d5-4c0a-9833-7fb0f5135313" providerId="ADAL" clId="{31AF745B-ECEE-4C51-8828-E2A47B117181}" dt="2021-01-26T06:36:17.453" v="826" actId="1076"/>
        <pc:sldMkLst>
          <pc:docMk/>
          <pc:sldMk cId="1715481522" sldId="389"/>
        </pc:sldMkLst>
        <pc:spChg chg="mod">
          <ac:chgData name="鈴木 秀規" userId="f68c5fd9-22d5-4c0a-9833-7fb0f5135313" providerId="ADAL" clId="{31AF745B-ECEE-4C51-8828-E2A47B117181}" dt="2021-01-26T06:33:54.359" v="792"/>
          <ac:spMkLst>
            <pc:docMk/>
            <pc:sldMk cId="1715481522" sldId="389"/>
            <ac:spMk id="3" creationId="{274C6DF9-4F40-4E35-B127-AD76C03E164C}"/>
          </ac:spMkLst>
        </pc:spChg>
        <pc:spChg chg="mod">
          <ac:chgData name="鈴木 秀規" userId="f68c5fd9-22d5-4c0a-9833-7fb0f5135313" providerId="ADAL" clId="{31AF745B-ECEE-4C51-8828-E2A47B117181}" dt="2021-01-26T06:34:13.444" v="798" actId="14100"/>
          <ac:spMkLst>
            <pc:docMk/>
            <pc:sldMk cId="1715481522" sldId="389"/>
            <ac:spMk id="5" creationId="{3C1DD7FF-865D-416B-9120-CF864BAE9874}"/>
          </ac:spMkLst>
        </pc:spChg>
        <pc:graphicFrameChg chg="add mod modGraphic">
          <ac:chgData name="鈴木 秀規" userId="f68c5fd9-22d5-4c0a-9833-7fb0f5135313" providerId="ADAL" clId="{31AF745B-ECEE-4C51-8828-E2A47B117181}" dt="2021-01-26T06:35:31.045" v="808" actId="1076"/>
          <ac:graphicFrameMkLst>
            <pc:docMk/>
            <pc:sldMk cId="1715481522" sldId="389"/>
            <ac:graphicFrameMk id="6" creationId="{631281BD-0237-40F4-91CF-FA5B941265D3}"/>
          </ac:graphicFrameMkLst>
        </pc:graphicFrameChg>
        <pc:picChg chg="add mod">
          <ac:chgData name="鈴木 秀規" userId="f68c5fd9-22d5-4c0a-9833-7fb0f5135313" providerId="ADAL" clId="{31AF745B-ECEE-4C51-8828-E2A47B117181}" dt="2021-01-26T06:36:17.453" v="826" actId="1076"/>
          <ac:picMkLst>
            <pc:docMk/>
            <pc:sldMk cId="1715481522" sldId="389"/>
            <ac:picMk id="7" creationId="{E45271C7-AA74-43AE-A4E8-DE6603F047A6}"/>
          </ac:picMkLst>
        </pc:picChg>
        <pc:picChg chg="add mod">
          <ac:chgData name="鈴木 秀規" userId="f68c5fd9-22d5-4c0a-9833-7fb0f5135313" providerId="ADAL" clId="{31AF745B-ECEE-4C51-8828-E2A47B117181}" dt="2021-01-26T06:36:12.681" v="825" actId="1076"/>
          <ac:picMkLst>
            <pc:docMk/>
            <pc:sldMk cId="1715481522" sldId="389"/>
            <ac:picMk id="8" creationId="{640D49C3-8B55-4FF1-AE83-D00762148637}"/>
          </ac:picMkLst>
        </pc:picChg>
        <pc:picChg chg="add mod">
          <ac:chgData name="鈴木 秀規" userId="f68c5fd9-22d5-4c0a-9833-7fb0f5135313" providerId="ADAL" clId="{31AF745B-ECEE-4C51-8828-E2A47B117181}" dt="2021-01-26T06:36:07.752" v="824" actId="1038"/>
          <ac:picMkLst>
            <pc:docMk/>
            <pc:sldMk cId="1715481522" sldId="389"/>
            <ac:picMk id="9" creationId="{F251F0C4-D23F-4222-A6DB-D2308DA9E82F}"/>
          </ac:picMkLst>
        </pc:picChg>
      </pc:sldChg>
      <pc:sldChg chg="addSp modSp new mod">
        <pc:chgData name="鈴木 秀規" userId="f68c5fd9-22d5-4c0a-9833-7fb0f5135313" providerId="ADAL" clId="{31AF745B-ECEE-4C51-8828-E2A47B117181}" dt="2021-01-26T06:38:34.845" v="845" actId="14100"/>
        <pc:sldMkLst>
          <pc:docMk/>
          <pc:sldMk cId="2118453056" sldId="390"/>
        </pc:sldMkLst>
        <pc:spChg chg="mod">
          <ac:chgData name="鈴木 秀規" userId="f68c5fd9-22d5-4c0a-9833-7fb0f5135313" providerId="ADAL" clId="{31AF745B-ECEE-4C51-8828-E2A47B117181}" dt="2021-01-26T06:36:54.867" v="828"/>
          <ac:spMkLst>
            <pc:docMk/>
            <pc:sldMk cId="2118453056" sldId="390"/>
            <ac:spMk id="3" creationId="{21605FE5-64C9-4BF4-9F3F-7B719FB78C85}"/>
          </ac:spMkLst>
        </pc:spChg>
        <pc:spChg chg="mod">
          <ac:chgData name="鈴木 秀規" userId="f68c5fd9-22d5-4c0a-9833-7fb0f5135313" providerId="ADAL" clId="{31AF745B-ECEE-4C51-8828-E2A47B117181}" dt="2021-01-26T06:37:11.632" v="832" actId="14100"/>
          <ac:spMkLst>
            <pc:docMk/>
            <pc:sldMk cId="2118453056" sldId="390"/>
            <ac:spMk id="5" creationId="{C116B22A-AD6D-47DA-A67D-CEC3EDD5618A}"/>
          </ac:spMkLst>
        </pc:spChg>
        <pc:spChg chg="add mod">
          <ac:chgData name="鈴木 秀規" userId="f68c5fd9-22d5-4c0a-9833-7fb0f5135313" providerId="ADAL" clId="{31AF745B-ECEE-4C51-8828-E2A47B117181}" dt="2021-01-26T06:38:34.845" v="845" actId="14100"/>
          <ac:spMkLst>
            <pc:docMk/>
            <pc:sldMk cId="2118453056" sldId="390"/>
            <ac:spMk id="7" creationId="{1BB70643-3072-4F68-9F32-5E53C7C57439}"/>
          </ac:spMkLst>
        </pc:spChg>
        <pc:graphicFrameChg chg="add mod modGraphic">
          <ac:chgData name="鈴木 秀規" userId="f68c5fd9-22d5-4c0a-9833-7fb0f5135313" providerId="ADAL" clId="{31AF745B-ECEE-4C51-8828-E2A47B117181}" dt="2021-01-26T06:38:29.060" v="843" actId="404"/>
          <ac:graphicFrameMkLst>
            <pc:docMk/>
            <pc:sldMk cId="2118453056" sldId="390"/>
            <ac:graphicFrameMk id="6" creationId="{297DB172-46A9-4949-8D1D-B1671A9C80CD}"/>
          </ac:graphicFrameMkLst>
        </pc:graphicFrameChg>
      </pc:sldChg>
      <pc:sldChg chg="addSp modSp new mod">
        <pc:chgData name="鈴木 秀規" userId="f68c5fd9-22d5-4c0a-9833-7fb0f5135313" providerId="ADAL" clId="{31AF745B-ECEE-4C51-8828-E2A47B117181}" dt="2021-01-26T06:40:17.458" v="866" actId="1076"/>
        <pc:sldMkLst>
          <pc:docMk/>
          <pc:sldMk cId="2854077937" sldId="391"/>
        </pc:sldMkLst>
        <pc:spChg chg="mod">
          <ac:chgData name="鈴木 秀規" userId="f68c5fd9-22d5-4c0a-9833-7fb0f5135313" providerId="ADAL" clId="{31AF745B-ECEE-4C51-8828-E2A47B117181}" dt="2021-01-26T06:39:01.335" v="847"/>
          <ac:spMkLst>
            <pc:docMk/>
            <pc:sldMk cId="2854077937" sldId="391"/>
            <ac:spMk id="3" creationId="{7A506605-B0B9-4B0D-8607-6103FC129341}"/>
          </ac:spMkLst>
        </pc:spChg>
        <pc:spChg chg="mod">
          <ac:chgData name="鈴木 秀規" userId="f68c5fd9-22d5-4c0a-9833-7fb0f5135313" providerId="ADAL" clId="{31AF745B-ECEE-4C51-8828-E2A47B117181}" dt="2021-01-26T06:39:59.122" v="863" actId="20577"/>
          <ac:spMkLst>
            <pc:docMk/>
            <pc:sldMk cId="2854077937" sldId="391"/>
            <ac:spMk id="5" creationId="{B70CD2A3-08F1-4371-A97B-69D3EEECE0B6}"/>
          </ac:spMkLst>
        </pc:spChg>
        <pc:spChg chg="add mod">
          <ac:chgData name="鈴木 秀規" userId="f68c5fd9-22d5-4c0a-9833-7fb0f5135313" providerId="ADAL" clId="{31AF745B-ECEE-4C51-8828-E2A47B117181}" dt="2021-01-26T06:40:15.257" v="865" actId="14100"/>
          <ac:spMkLst>
            <pc:docMk/>
            <pc:sldMk cId="2854077937" sldId="391"/>
            <ac:spMk id="6" creationId="{E4998E1D-F552-42EC-8877-9BDAE4238C38}"/>
          </ac:spMkLst>
        </pc:spChg>
        <pc:spChg chg="add mod">
          <ac:chgData name="鈴木 秀規" userId="f68c5fd9-22d5-4c0a-9833-7fb0f5135313" providerId="ADAL" clId="{31AF745B-ECEE-4C51-8828-E2A47B117181}" dt="2021-01-26T06:40:17.458" v="866" actId="1076"/>
          <ac:spMkLst>
            <pc:docMk/>
            <pc:sldMk cId="2854077937" sldId="391"/>
            <ac:spMk id="7" creationId="{7E5A696E-578D-4B92-8E2F-29C2483A1788}"/>
          </ac:spMkLst>
        </pc:spChg>
      </pc:sldChg>
      <pc:sldChg chg="modSp new mod">
        <pc:chgData name="鈴木 秀規" userId="f68c5fd9-22d5-4c0a-9833-7fb0f5135313" providerId="ADAL" clId="{31AF745B-ECEE-4C51-8828-E2A47B117181}" dt="2021-01-26T06:42:05.724" v="899" actId="207"/>
        <pc:sldMkLst>
          <pc:docMk/>
          <pc:sldMk cId="2566377597" sldId="392"/>
        </pc:sldMkLst>
        <pc:spChg chg="mod">
          <ac:chgData name="鈴木 秀規" userId="f68c5fd9-22d5-4c0a-9833-7fb0f5135313" providerId="ADAL" clId="{31AF745B-ECEE-4C51-8828-E2A47B117181}" dt="2021-01-26T06:40:32.225" v="868"/>
          <ac:spMkLst>
            <pc:docMk/>
            <pc:sldMk cId="2566377597" sldId="392"/>
            <ac:spMk id="3" creationId="{3CDA359F-22F3-44B7-A8BB-5C7D6B8EB399}"/>
          </ac:spMkLst>
        </pc:spChg>
        <pc:spChg chg="mod">
          <ac:chgData name="鈴木 秀規" userId="f68c5fd9-22d5-4c0a-9833-7fb0f5135313" providerId="ADAL" clId="{31AF745B-ECEE-4C51-8828-E2A47B117181}" dt="2021-01-26T06:42:05.724" v="899" actId="207"/>
          <ac:spMkLst>
            <pc:docMk/>
            <pc:sldMk cId="2566377597" sldId="392"/>
            <ac:spMk id="5" creationId="{1EADADA1-FD30-495E-ADBE-241685CE217B}"/>
          </ac:spMkLst>
        </pc:spChg>
      </pc:sldChg>
      <pc:sldChg chg="modSp new mod">
        <pc:chgData name="鈴木 秀規" userId="f68c5fd9-22d5-4c0a-9833-7fb0f5135313" providerId="ADAL" clId="{31AF745B-ECEE-4C51-8828-E2A47B117181}" dt="2021-01-26T06:43:26.060" v="923" actId="207"/>
        <pc:sldMkLst>
          <pc:docMk/>
          <pc:sldMk cId="1398339670" sldId="393"/>
        </pc:sldMkLst>
        <pc:spChg chg="mod">
          <ac:chgData name="鈴木 秀規" userId="f68c5fd9-22d5-4c0a-9833-7fb0f5135313" providerId="ADAL" clId="{31AF745B-ECEE-4C51-8828-E2A47B117181}" dt="2021-01-26T06:42:21.385" v="901"/>
          <ac:spMkLst>
            <pc:docMk/>
            <pc:sldMk cId="1398339670" sldId="393"/>
            <ac:spMk id="3" creationId="{CC2600F4-4C41-40A4-B127-4C95273C2234}"/>
          </ac:spMkLst>
        </pc:spChg>
        <pc:spChg chg="mod">
          <ac:chgData name="鈴木 秀規" userId="f68c5fd9-22d5-4c0a-9833-7fb0f5135313" providerId="ADAL" clId="{31AF745B-ECEE-4C51-8828-E2A47B117181}" dt="2021-01-26T06:43:26.060" v="923" actId="207"/>
          <ac:spMkLst>
            <pc:docMk/>
            <pc:sldMk cId="1398339670" sldId="393"/>
            <ac:spMk id="5" creationId="{B8045AC5-6FD9-48E8-8FFD-CD130F3B1311}"/>
          </ac:spMkLst>
        </pc:spChg>
      </pc:sldChg>
    </pc:docChg>
  </pc:docChgLst>
  <pc:docChgLst>
    <pc:chgData name="鈴木 秀規" userId="f68c5fd9-22d5-4c0a-9833-7fb0f5135313" providerId="ADAL" clId="{F2CAF9F8-F2C6-4EF5-92E4-F89FCD0750B4}"/>
    <pc:docChg chg="undo custSel addSld delSld modSld">
      <pc:chgData name="鈴木 秀規" userId="f68c5fd9-22d5-4c0a-9833-7fb0f5135313" providerId="ADAL" clId="{F2CAF9F8-F2C6-4EF5-92E4-F89FCD0750B4}" dt="2021-01-12T05:39:59.693" v="1538" actId="20577"/>
      <pc:docMkLst>
        <pc:docMk/>
      </pc:docMkLst>
      <pc:sldChg chg="modSp">
        <pc:chgData name="鈴木 秀規" userId="f68c5fd9-22d5-4c0a-9833-7fb0f5135313" providerId="ADAL" clId="{F2CAF9F8-F2C6-4EF5-92E4-F89FCD0750B4}" dt="2021-01-12T04:36:59.608" v="0"/>
        <pc:sldMkLst>
          <pc:docMk/>
          <pc:sldMk cId="0" sldId="256"/>
        </pc:sldMkLst>
        <pc:spChg chg="mod">
          <ac:chgData name="鈴木 秀規" userId="f68c5fd9-22d5-4c0a-9833-7fb0f5135313" providerId="ADAL" clId="{F2CAF9F8-F2C6-4EF5-92E4-F89FCD0750B4}" dt="2021-01-12T04:36:59.608" v="0"/>
          <ac:spMkLst>
            <pc:docMk/>
            <pc:sldMk cId="0" sldId="256"/>
            <ac:spMk id="3" creationId="{1AF37D55-893C-40DE-8876-567A09F9C298}"/>
          </ac:spMkLst>
        </pc:spChg>
        <pc:spChg chg="mod">
          <ac:chgData name="鈴木 秀規" userId="f68c5fd9-22d5-4c0a-9833-7fb0f5135313" providerId="ADAL" clId="{F2CAF9F8-F2C6-4EF5-92E4-F89FCD0750B4}" dt="2021-01-12T04:36:59.608" v="0"/>
          <ac:spMkLst>
            <pc:docMk/>
            <pc:sldMk cId="0" sldId="256"/>
            <ac:spMk id="56" creationId="{00000000-0000-0000-0000-000000000000}"/>
          </ac:spMkLst>
        </pc:spChg>
      </pc:sldChg>
      <pc:sldChg chg="modSp del mod">
        <pc:chgData name="鈴木 秀規" userId="f68c5fd9-22d5-4c0a-9833-7fb0f5135313" providerId="ADAL" clId="{F2CAF9F8-F2C6-4EF5-92E4-F89FCD0750B4}" dt="2021-01-12T04:40:43.366" v="27" actId="47"/>
        <pc:sldMkLst>
          <pc:docMk/>
          <pc:sldMk cId="510692425" sldId="259"/>
        </pc:sldMkLst>
        <pc:spChg chg="mod">
          <ac:chgData name="鈴木 秀規" userId="f68c5fd9-22d5-4c0a-9833-7fb0f5135313" providerId="ADAL" clId="{F2CAF9F8-F2C6-4EF5-92E4-F89FCD0750B4}" dt="2021-01-12T04:36:59.608" v="0"/>
          <ac:spMkLst>
            <pc:docMk/>
            <pc:sldMk cId="510692425" sldId="259"/>
            <ac:spMk id="5" creationId="{A3029779-EAC3-4C79-8D54-6C50A59BB25F}"/>
          </ac:spMkLst>
        </pc:spChg>
        <pc:spChg chg="mod">
          <ac:chgData name="鈴木 秀規" userId="f68c5fd9-22d5-4c0a-9833-7fb0f5135313" providerId="ADAL" clId="{F2CAF9F8-F2C6-4EF5-92E4-F89FCD0750B4}" dt="2021-01-12T04:36:59.608" v="0"/>
          <ac:spMkLst>
            <pc:docMk/>
            <pc:sldMk cId="510692425" sldId="259"/>
            <ac:spMk id="6" creationId="{93CAF3DF-C091-49F3-9A99-6DC437D36896}"/>
          </ac:spMkLst>
        </pc:spChg>
        <pc:spChg chg="mod">
          <ac:chgData name="鈴木 秀規" userId="f68c5fd9-22d5-4c0a-9833-7fb0f5135313" providerId="ADAL" clId="{F2CAF9F8-F2C6-4EF5-92E4-F89FCD0750B4}" dt="2021-01-12T04:36:59.608" v="0"/>
          <ac:spMkLst>
            <pc:docMk/>
            <pc:sldMk cId="510692425" sldId="259"/>
            <ac:spMk id="7" creationId="{26125C28-3058-490D-92C2-94CB56CB505F}"/>
          </ac:spMkLst>
        </pc:spChg>
        <pc:spChg chg="mod">
          <ac:chgData name="鈴木 秀規" userId="f68c5fd9-22d5-4c0a-9833-7fb0f5135313" providerId="ADAL" clId="{F2CAF9F8-F2C6-4EF5-92E4-F89FCD0750B4}" dt="2021-01-12T04:38:18.880" v="6" actId="2711"/>
          <ac:spMkLst>
            <pc:docMk/>
            <pc:sldMk cId="510692425" sldId="259"/>
            <ac:spMk id="10" creationId="{3E5F57E8-1388-43AE-8DB4-00724FCD3EB3}"/>
          </ac:spMkLst>
        </pc:spChg>
        <pc:spChg chg="mod">
          <ac:chgData name="鈴木 秀規" userId="f68c5fd9-22d5-4c0a-9833-7fb0f5135313" providerId="ADAL" clId="{F2CAF9F8-F2C6-4EF5-92E4-F89FCD0750B4}" dt="2021-01-12T04:40:35.582" v="24" actId="1076"/>
          <ac:spMkLst>
            <pc:docMk/>
            <pc:sldMk cId="510692425" sldId="259"/>
            <ac:spMk id="16" creationId="{15D20A36-4487-7441-AAC0-662645AC7C25}"/>
          </ac:spMkLst>
        </pc:spChg>
      </pc:sldChg>
      <pc:sldChg chg="modSp">
        <pc:chgData name="鈴木 秀規" userId="f68c5fd9-22d5-4c0a-9833-7fb0f5135313" providerId="ADAL" clId="{F2CAF9F8-F2C6-4EF5-92E4-F89FCD0750B4}" dt="2021-01-12T04:36:59.608" v="0"/>
        <pc:sldMkLst>
          <pc:docMk/>
          <pc:sldMk cId="1511176286" sldId="261"/>
        </pc:sldMkLst>
        <pc:spChg chg="mod">
          <ac:chgData name="鈴木 秀規" userId="f68c5fd9-22d5-4c0a-9833-7fb0f5135313" providerId="ADAL" clId="{F2CAF9F8-F2C6-4EF5-92E4-F89FCD0750B4}" dt="2021-01-12T04:36:59.608" v="0"/>
          <ac:spMkLst>
            <pc:docMk/>
            <pc:sldMk cId="1511176286" sldId="261"/>
            <ac:spMk id="5" creationId="{A3029779-EAC3-4C79-8D54-6C50A59BB25F}"/>
          </ac:spMkLst>
        </pc:spChg>
        <pc:spChg chg="mod">
          <ac:chgData name="鈴木 秀規" userId="f68c5fd9-22d5-4c0a-9833-7fb0f5135313" providerId="ADAL" clId="{F2CAF9F8-F2C6-4EF5-92E4-F89FCD0750B4}" dt="2021-01-12T04:36:59.608" v="0"/>
          <ac:spMkLst>
            <pc:docMk/>
            <pc:sldMk cId="1511176286" sldId="261"/>
            <ac:spMk id="6" creationId="{93CAF3DF-C091-49F3-9A99-6DC437D36896}"/>
          </ac:spMkLst>
        </pc:spChg>
        <pc:spChg chg="mod">
          <ac:chgData name="鈴木 秀規" userId="f68c5fd9-22d5-4c0a-9833-7fb0f5135313" providerId="ADAL" clId="{F2CAF9F8-F2C6-4EF5-92E4-F89FCD0750B4}" dt="2021-01-12T04:36:59.608" v="0"/>
          <ac:spMkLst>
            <pc:docMk/>
            <pc:sldMk cId="1511176286" sldId="261"/>
            <ac:spMk id="7" creationId="{26125C28-3058-490D-92C2-94CB56CB505F}"/>
          </ac:spMkLst>
        </pc:spChg>
      </pc:sldChg>
      <pc:sldChg chg="modSp">
        <pc:chgData name="鈴木 秀規" userId="f68c5fd9-22d5-4c0a-9833-7fb0f5135313" providerId="ADAL" clId="{F2CAF9F8-F2C6-4EF5-92E4-F89FCD0750B4}" dt="2021-01-12T04:36:59.608" v="0"/>
        <pc:sldMkLst>
          <pc:docMk/>
          <pc:sldMk cId="1668843990" sldId="360"/>
        </pc:sldMkLst>
        <pc:spChg chg="mod">
          <ac:chgData name="鈴木 秀規" userId="f68c5fd9-22d5-4c0a-9833-7fb0f5135313" providerId="ADAL" clId="{F2CAF9F8-F2C6-4EF5-92E4-F89FCD0750B4}" dt="2021-01-12T04:36:59.608" v="0"/>
          <ac:spMkLst>
            <pc:docMk/>
            <pc:sldMk cId="1668843990" sldId="360"/>
            <ac:spMk id="2" creationId="{40FB9845-3211-4E75-B8F8-E4AD28A089F9}"/>
          </ac:spMkLst>
        </pc:spChg>
        <pc:spChg chg="mod">
          <ac:chgData name="鈴木 秀規" userId="f68c5fd9-22d5-4c0a-9833-7fb0f5135313" providerId="ADAL" clId="{F2CAF9F8-F2C6-4EF5-92E4-F89FCD0750B4}" dt="2021-01-12T04:36:59.608" v="0"/>
          <ac:spMkLst>
            <pc:docMk/>
            <pc:sldMk cId="1668843990" sldId="360"/>
            <ac:spMk id="4" creationId="{334718C7-3237-4F5B-8C4E-46AD01EC8B16}"/>
          </ac:spMkLst>
        </pc:spChg>
        <pc:spChg chg="mod">
          <ac:chgData name="鈴木 秀規" userId="f68c5fd9-22d5-4c0a-9833-7fb0f5135313" providerId="ADAL" clId="{F2CAF9F8-F2C6-4EF5-92E4-F89FCD0750B4}" dt="2021-01-12T04:36:59.608" v="0"/>
          <ac:spMkLst>
            <pc:docMk/>
            <pc:sldMk cId="1668843990" sldId="360"/>
            <ac:spMk id="6" creationId="{296F413B-E489-4470-92CF-59B185034A28}"/>
          </ac:spMkLst>
        </pc:spChg>
        <pc:spChg chg="mod">
          <ac:chgData name="鈴木 秀規" userId="f68c5fd9-22d5-4c0a-9833-7fb0f5135313" providerId="ADAL" clId="{F2CAF9F8-F2C6-4EF5-92E4-F89FCD0750B4}" dt="2021-01-12T04:36:59.608" v="0"/>
          <ac:spMkLst>
            <pc:docMk/>
            <pc:sldMk cId="1668843990" sldId="360"/>
            <ac:spMk id="7" creationId="{F3941853-6FD3-4122-A071-E1BCBCDF59D4}"/>
          </ac:spMkLst>
        </pc:spChg>
        <pc:spChg chg="mod">
          <ac:chgData name="鈴木 秀規" userId="f68c5fd9-22d5-4c0a-9833-7fb0f5135313" providerId="ADAL" clId="{F2CAF9F8-F2C6-4EF5-92E4-F89FCD0750B4}" dt="2021-01-12T04:36:59.608" v="0"/>
          <ac:spMkLst>
            <pc:docMk/>
            <pc:sldMk cId="1668843990" sldId="360"/>
            <ac:spMk id="9" creationId="{A4832727-EA7F-44D6-A9F2-E4AE0246960A}"/>
          </ac:spMkLst>
        </pc:spChg>
      </pc:sldChg>
      <pc:sldChg chg="modSp">
        <pc:chgData name="鈴木 秀規" userId="f68c5fd9-22d5-4c0a-9833-7fb0f5135313" providerId="ADAL" clId="{F2CAF9F8-F2C6-4EF5-92E4-F89FCD0750B4}" dt="2021-01-12T04:36:59.608" v="0"/>
        <pc:sldMkLst>
          <pc:docMk/>
          <pc:sldMk cId="267129399" sldId="361"/>
        </pc:sldMkLst>
        <pc:spChg chg="mod">
          <ac:chgData name="鈴木 秀規" userId="f68c5fd9-22d5-4c0a-9833-7fb0f5135313" providerId="ADAL" clId="{F2CAF9F8-F2C6-4EF5-92E4-F89FCD0750B4}" dt="2021-01-12T04:36:59.608" v="0"/>
          <ac:spMkLst>
            <pc:docMk/>
            <pc:sldMk cId="267129399" sldId="361"/>
            <ac:spMk id="2" creationId="{8F991990-0DC6-4730-83E5-36F909A6129F}"/>
          </ac:spMkLst>
        </pc:spChg>
        <pc:spChg chg="mod">
          <ac:chgData name="鈴木 秀規" userId="f68c5fd9-22d5-4c0a-9833-7fb0f5135313" providerId="ADAL" clId="{F2CAF9F8-F2C6-4EF5-92E4-F89FCD0750B4}" dt="2021-01-12T04:36:59.608" v="0"/>
          <ac:spMkLst>
            <pc:docMk/>
            <pc:sldMk cId="267129399" sldId="361"/>
            <ac:spMk id="3" creationId="{AA9BFD7B-04B5-49CD-8E91-4AC76C8C681F}"/>
          </ac:spMkLst>
        </pc:spChg>
        <pc:spChg chg="mod">
          <ac:chgData name="鈴木 秀規" userId="f68c5fd9-22d5-4c0a-9833-7fb0f5135313" providerId="ADAL" clId="{F2CAF9F8-F2C6-4EF5-92E4-F89FCD0750B4}" dt="2021-01-12T04:36:59.608" v="0"/>
          <ac:spMkLst>
            <pc:docMk/>
            <pc:sldMk cId="267129399" sldId="361"/>
            <ac:spMk id="4" creationId="{CA8524E1-6DFF-4647-8FD1-738AA4991EDC}"/>
          </ac:spMkLst>
        </pc:spChg>
        <pc:spChg chg="mod">
          <ac:chgData name="鈴木 秀規" userId="f68c5fd9-22d5-4c0a-9833-7fb0f5135313" providerId="ADAL" clId="{F2CAF9F8-F2C6-4EF5-92E4-F89FCD0750B4}" dt="2021-01-12T04:36:59.608" v="0"/>
          <ac:spMkLst>
            <pc:docMk/>
            <pc:sldMk cId="267129399" sldId="361"/>
            <ac:spMk id="5" creationId="{6FFB24F3-38DB-45A5-BA62-DD27EF2E4AA2}"/>
          </ac:spMkLst>
        </pc:spChg>
        <pc:spChg chg="mod">
          <ac:chgData name="鈴木 秀規" userId="f68c5fd9-22d5-4c0a-9833-7fb0f5135313" providerId="ADAL" clId="{F2CAF9F8-F2C6-4EF5-92E4-F89FCD0750B4}" dt="2021-01-12T04:36:59.608" v="0"/>
          <ac:spMkLst>
            <pc:docMk/>
            <pc:sldMk cId="267129399" sldId="361"/>
            <ac:spMk id="6" creationId="{D0F3BEAC-A5EA-4EE4-95C7-0AEC1107FD29}"/>
          </ac:spMkLst>
        </pc:spChg>
      </pc:sldChg>
      <pc:sldChg chg="modSp">
        <pc:chgData name="鈴木 秀規" userId="f68c5fd9-22d5-4c0a-9833-7fb0f5135313" providerId="ADAL" clId="{F2CAF9F8-F2C6-4EF5-92E4-F89FCD0750B4}" dt="2021-01-12T04:36:59.608" v="0"/>
        <pc:sldMkLst>
          <pc:docMk/>
          <pc:sldMk cId="2503862587" sldId="362"/>
        </pc:sldMkLst>
        <pc:spChg chg="mod">
          <ac:chgData name="鈴木 秀規" userId="f68c5fd9-22d5-4c0a-9833-7fb0f5135313" providerId="ADAL" clId="{F2CAF9F8-F2C6-4EF5-92E4-F89FCD0750B4}" dt="2021-01-12T04:36:59.608" v="0"/>
          <ac:spMkLst>
            <pc:docMk/>
            <pc:sldMk cId="2503862587" sldId="362"/>
            <ac:spMk id="2" creationId="{6E4694B3-F66C-2C42-ABF3-667F907DA0DD}"/>
          </ac:spMkLst>
        </pc:spChg>
        <pc:spChg chg="mod">
          <ac:chgData name="鈴木 秀規" userId="f68c5fd9-22d5-4c0a-9833-7fb0f5135313" providerId="ADAL" clId="{F2CAF9F8-F2C6-4EF5-92E4-F89FCD0750B4}" dt="2021-01-12T04:36:59.608" v="0"/>
          <ac:spMkLst>
            <pc:docMk/>
            <pc:sldMk cId="2503862587" sldId="362"/>
            <ac:spMk id="3" creationId="{0AA7DF0E-6130-4E46-AE0F-FC0B82015E51}"/>
          </ac:spMkLst>
        </pc:spChg>
        <pc:spChg chg="mod">
          <ac:chgData name="鈴木 秀規" userId="f68c5fd9-22d5-4c0a-9833-7fb0f5135313" providerId="ADAL" clId="{F2CAF9F8-F2C6-4EF5-92E4-F89FCD0750B4}" dt="2021-01-12T04:36:59.608" v="0"/>
          <ac:spMkLst>
            <pc:docMk/>
            <pc:sldMk cId="2503862587" sldId="362"/>
            <ac:spMk id="4" creationId="{D9FB1868-09BC-2B48-A261-614253F308F0}"/>
          </ac:spMkLst>
        </pc:spChg>
      </pc:sldChg>
      <pc:sldChg chg="modSp del mod">
        <pc:chgData name="鈴木 秀規" userId="f68c5fd9-22d5-4c0a-9833-7fb0f5135313" providerId="ADAL" clId="{F2CAF9F8-F2C6-4EF5-92E4-F89FCD0750B4}" dt="2021-01-12T04:42:06.007" v="43" actId="2696"/>
        <pc:sldMkLst>
          <pc:docMk/>
          <pc:sldMk cId="4089106883" sldId="363"/>
        </pc:sldMkLst>
        <pc:spChg chg="mod">
          <ac:chgData name="鈴木 秀規" userId="f68c5fd9-22d5-4c0a-9833-7fb0f5135313" providerId="ADAL" clId="{F2CAF9F8-F2C6-4EF5-92E4-F89FCD0750B4}" dt="2021-01-12T04:36:59.608" v="0"/>
          <ac:spMkLst>
            <pc:docMk/>
            <pc:sldMk cId="4089106883" sldId="363"/>
            <ac:spMk id="5" creationId="{A3029779-EAC3-4C79-8D54-6C50A59BB25F}"/>
          </ac:spMkLst>
        </pc:spChg>
        <pc:spChg chg="mod">
          <ac:chgData name="鈴木 秀規" userId="f68c5fd9-22d5-4c0a-9833-7fb0f5135313" providerId="ADAL" clId="{F2CAF9F8-F2C6-4EF5-92E4-F89FCD0750B4}" dt="2021-01-12T04:36:59.608" v="0"/>
          <ac:spMkLst>
            <pc:docMk/>
            <pc:sldMk cId="4089106883" sldId="363"/>
            <ac:spMk id="6" creationId="{93CAF3DF-C091-49F3-9A99-6DC437D36896}"/>
          </ac:spMkLst>
        </pc:spChg>
        <pc:spChg chg="mod">
          <ac:chgData name="鈴木 秀規" userId="f68c5fd9-22d5-4c0a-9833-7fb0f5135313" providerId="ADAL" clId="{F2CAF9F8-F2C6-4EF5-92E4-F89FCD0750B4}" dt="2021-01-12T04:36:59.608" v="0"/>
          <ac:spMkLst>
            <pc:docMk/>
            <pc:sldMk cId="4089106883" sldId="363"/>
            <ac:spMk id="7" creationId="{26125C28-3058-490D-92C2-94CB56CB505F}"/>
          </ac:spMkLst>
        </pc:spChg>
        <pc:spChg chg="mod">
          <ac:chgData name="鈴木 秀規" userId="f68c5fd9-22d5-4c0a-9833-7fb0f5135313" providerId="ADAL" clId="{F2CAF9F8-F2C6-4EF5-92E4-F89FCD0750B4}" dt="2021-01-12T04:38:59.453" v="10" actId="2711"/>
          <ac:spMkLst>
            <pc:docMk/>
            <pc:sldMk cId="4089106883" sldId="363"/>
            <ac:spMk id="10" creationId="{3E5F57E8-1388-43AE-8DB4-00724FCD3EB3}"/>
          </ac:spMkLst>
        </pc:spChg>
      </pc:sldChg>
      <pc:sldChg chg="modSp">
        <pc:chgData name="鈴木 秀規" userId="f68c5fd9-22d5-4c0a-9833-7fb0f5135313" providerId="ADAL" clId="{F2CAF9F8-F2C6-4EF5-92E4-F89FCD0750B4}" dt="2021-01-12T04:36:59.608" v="0"/>
        <pc:sldMkLst>
          <pc:docMk/>
          <pc:sldMk cId="3893490019" sldId="364"/>
        </pc:sldMkLst>
        <pc:spChg chg="mod">
          <ac:chgData name="鈴木 秀規" userId="f68c5fd9-22d5-4c0a-9833-7fb0f5135313" providerId="ADAL" clId="{F2CAF9F8-F2C6-4EF5-92E4-F89FCD0750B4}" dt="2021-01-12T04:36:59.608" v="0"/>
          <ac:spMkLst>
            <pc:docMk/>
            <pc:sldMk cId="3893490019" sldId="364"/>
            <ac:spMk id="2" creationId="{7FABB1DA-A90A-BF44-B7B3-D07D46F61CAC}"/>
          </ac:spMkLst>
        </pc:spChg>
        <pc:spChg chg="mod">
          <ac:chgData name="鈴木 秀規" userId="f68c5fd9-22d5-4c0a-9833-7fb0f5135313" providerId="ADAL" clId="{F2CAF9F8-F2C6-4EF5-92E4-F89FCD0750B4}" dt="2021-01-12T04:36:59.608" v="0"/>
          <ac:spMkLst>
            <pc:docMk/>
            <pc:sldMk cId="3893490019" sldId="364"/>
            <ac:spMk id="3" creationId="{3A3F26A6-F565-3340-BD2E-EB9E7892240E}"/>
          </ac:spMkLst>
        </pc:spChg>
        <pc:spChg chg="mod">
          <ac:chgData name="鈴木 秀規" userId="f68c5fd9-22d5-4c0a-9833-7fb0f5135313" providerId="ADAL" clId="{F2CAF9F8-F2C6-4EF5-92E4-F89FCD0750B4}" dt="2021-01-12T04:36:59.608" v="0"/>
          <ac:spMkLst>
            <pc:docMk/>
            <pc:sldMk cId="3893490019" sldId="364"/>
            <ac:spMk id="4" creationId="{F0E6C3C8-6543-4445-AC1D-0374E8CE9FA7}"/>
          </ac:spMkLst>
        </pc:spChg>
        <pc:spChg chg="mod">
          <ac:chgData name="鈴木 秀規" userId="f68c5fd9-22d5-4c0a-9833-7fb0f5135313" providerId="ADAL" clId="{F2CAF9F8-F2C6-4EF5-92E4-F89FCD0750B4}" dt="2021-01-12T04:36:59.608" v="0"/>
          <ac:spMkLst>
            <pc:docMk/>
            <pc:sldMk cId="3893490019" sldId="364"/>
            <ac:spMk id="5" creationId="{2BB4C47D-B980-1C4B-8248-0869FD55EB3D}"/>
          </ac:spMkLst>
        </pc:spChg>
      </pc:sldChg>
      <pc:sldChg chg="modSp mod">
        <pc:chgData name="鈴木 秀規" userId="f68c5fd9-22d5-4c0a-9833-7fb0f5135313" providerId="ADAL" clId="{F2CAF9F8-F2C6-4EF5-92E4-F89FCD0750B4}" dt="2021-01-12T04:44:03.179" v="109" actId="404"/>
        <pc:sldMkLst>
          <pc:docMk/>
          <pc:sldMk cId="2559106598" sldId="365"/>
        </pc:sldMkLst>
        <pc:spChg chg="mod">
          <ac:chgData name="鈴木 秀規" userId="f68c5fd9-22d5-4c0a-9833-7fb0f5135313" providerId="ADAL" clId="{F2CAF9F8-F2C6-4EF5-92E4-F89FCD0750B4}" dt="2021-01-12T04:36:59.608" v="0"/>
          <ac:spMkLst>
            <pc:docMk/>
            <pc:sldMk cId="2559106598" sldId="365"/>
            <ac:spMk id="2" creationId="{78E72CC0-84D7-F940-8547-5CD32644186A}"/>
          </ac:spMkLst>
        </pc:spChg>
        <pc:spChg chg="mod">
          <ac:chgData name="鈴木 秀規" userId="f68c5fd9-22d5-4c0a-9833-7fb0f5135313" providerId="ADAL" clId="{F2CAF9F8-F2C6-4EF5-92E4-F89FCD0750B4}" dt="2021-01-12T04:36:59.608" v="0"/>
          <ac:spMkLst>
            <pc:docMk/>
            <pc:sldMk cId="2559106598" sldId="365"/>
            <ac:spMk id="3" creationId="{570D767C-529D-1D4C-9BD6-2E3AAE679914}"/>
          </ac:spMkLst>
        </pc:spChg>
        <pc:spChg chg="mod">
          <ac:chgData name="鈴木 秀規" userId="f68c5fd9-22d5-4c0a-9833-7fb0f5135313" providerId="ADAL" clId="{F2CAF9F8-F2C6-4EF5-92E4-F89FCD0750B4}" dt="2021-01-12T04:36:59.608" v="0"/>
          <ac:spMkLst>
            <pc:docMk/>
            <pc:sldMk cId="2559106598" sldId="365"/>
            <ac:spMk id="4" creationId="{5C76D554-1D05-0D47-95D6-B29E81E5EAFC}"/>
          </ac:spMkLst>
        </pc:spChg>
        <pc:graphicFrameChg chg="modGraphic">
          <ac:chgData name="鈴木 秀規" userId="f68c5fd9-22d5-4c0a-9833-7fb0f5135313" providerId="ADAL" clId="{F2CAF9F8-F2C6-4EF5-92E4-F89FCD0750B4}" dt="2021-01-12T04:44:03.179" v="109" actId="404"/>
          <ac:graphicFrameMkLst>
            <pc:docMk/>
            <pc:sldMk cId="2559106598" sldId="365"/>
            <ac:graphicFrameMk id="6" creationId="{A5C776C1-5736-6E41-AFE0-D7FC9EBFA87B}"/>
          </ac:graphicFrameMkLst>
        </pc:graphicFrameChg>
      </pc:sldChg>
      <pc:sldChg chg="addSp modSp mod modClrScheme chgLayout">
        <pc:chgData name="鈴木 秀規" userId="f68c5fd9-22d5-4c0a-9833-7fb0f5135313" providerId="ADAL" clId="{F2CAF9F8-F2C6-4EF5-92E4-F89FCD0750B4}" dt="2021-01-12T04:39:39.041" v="13" actId="700"/>
        <pc:sldMkLst>
          <pc:docMk/>
          <pc:sldMk cId="15529201" sldId="367"/>
        </pc:sldMkLst>
        <pc:spChg chg="add mod ord">
          <ac:chgData name="鈴木 秀規" userId="f68c5fd9-22d5-4c0a-9833-7fb0f5135313" providerId="ADAL" clId="{F2CAF9F8-F2C6-4EF5-92E4-F89FCD0750B4}" dt="2021-01-12T04:39:39.041" v="13" actId="700"/>
          <ac:spMkLst>
            <pc:docMk/>
            <pc:sldMk cId="15529201" sldId="367"/>
            <ac:spMk id="3" creationId="{A46A7E87-E7BA-4AD7-A158-ED4B8A59EEAA}"/>
          </ac:spMkLst>
        </pc:spChg>
        <pc:spChg chg="mod ord">
          <ac:chgData name="鈴木 秀規" userId="f68c5fd9-22d5-4c0a-9833-7fb0f5135313" providerId="ADAL" clId="{F2CAF9F8-F2C6-4EF5-92E4-F89FCD0750B4}" dt="2021-01-12T04:39:39.041" v="13" actId="700"/>
          <ac:spMkLst>
            <pc:docMk/>
            <pc:sldMk cId="15529201" sldId="367"/>
            <ac:spMk id="5" creationId="{A3029779-EAC3-4C79-8D54-6C50A59BB25F}"/>
          </ac:spMkLst>
        </pc:spChg>
        <pc:spChg chg="mod ord">
          <ac:chgData name="鈴木 秀規" userId="f68c5fd9-22d5-4c0a-9833-7fb0f5135313" providerId="ADAL" clId="{F2CAF9F8-F2C6-4EF5-92E4-F89FCD0750B4}" dt="2021-01-12T04:39:39.041" v="13" actId="700"/>
          <ac:spMkLst>
            <pc:docMk/>
            <pc:sldMk cId="15529201" sldId="367"/>
            <ac:spMk id="6" creationId="{93CAF3DF-C091-49F3-9A99-6DC437D36896}"/>
          </ac:spMkLst>
        </pc:spChg>
        <pc:spChg chg="mod ord">
          <ac:chgData name="鈴木 秀規" userId="f68c5fd9-22d5-4c0a-9833-7fb0f5135313" providerId="ADAL" clId="{F2CAF9F8-F2C6-4EF5-92E4-F89FCD0750B4}" dt="2021-01-12T04:39:39.041" v="13" actId="700"/>
          <ac:spMkLst>
            <pc:docMk/>
            <pc:sldMk cId="15529201" sldId="367"/>
            <ac:spMk id="7" creationId="{26125C28-3058-490D-92C2-94CB56CB505F}"/>
          </ac:spMkLst>
        </pc:spChg>
        <pc:spChg chg="mod ord">
          <ac:chgData name="鈴木 秀規" userId="f68c5fd9-22d5-4c0a-9833-7fb0f5135313" providerId="ADAL" clId="{F2CAF9F8-F2C6-4EF5-92E4-F89FCD0750B4}" dt="2021-01-12T04:39:39.041" v="13" actId="700"/>
          <ac:spMkLst>
            <pc:docMk/>
            <pc:sldMk cId="15529201" sldId="367"/>
            <ac:spMk id="10" creationId="{3E5F57E8-1388-43AE-8DB4-00724FCD3EB3}"/>
          </ac:spMkLst>
        </pc:spChg>
        <pc:spChg chg="add mod ord">
          <ac:chgData name="鈴木 秀規" userId="f68c5fd9-22d5-4c0a-9833-7fb0f5135313" providerId="ADAL" clId="{F2CAF9F8-F2C6-4EF5-92E4-F89FCD0750B4}" dt="2021-01-12T04:39:39.041" v="13" actId="700"/>
          <ac:spMkLst>
            <pc:docMk/>
            <pc:sldMk cId="15529201" sldId="367"/>
            <ac:spMk id="11" creationId="{3EB9FD6E-422E-4C20-A575-13013610EAF6}"/>
          </ac:spMkLst>
        </pc:spChg>
      </pc:sldChg>
      <pc:sldChg chg="modSp">
        <pc:chgData name="鈴木 秀規" userId="f68c5fd9-22d5-4c0a-9833-7fb0f5135313" providerId="ADAL" clId="{F2CAF9F8-F2C6-4EF5-92E4-F89FCD0750B4}" dt="2021-01-12T04:36:59.608" v="0"/>
        <pc:sldMkLst>
          <pc:docMk/>
          <pc:sldMk cId="1431651866" sldId="368"/>
        </pc:sldMkLst>
        <pc:spChg chg="mod">
          <ac:chgData name="鈴木 秀規" userId="f68c5fd9-22d5-4c0a-9833-7fb0f5135313" providerId="ADAL" clId="{F2CAF9F8-F2C6-4EF5-92E4-F89FCD0750B4}" dt="2021-01-12T04:36:59.608" v="0"/>
          <ac:spMkLst>
            <pc:docMk/>
            <pc:sldMk cId="1431651866" sldId="368"/>
            <ac:spMk id="2" creationId="{78E72CC0-84D7-F940-8547-5CD32644186A}"/>
          </ac:spMkLst>
        </pc:spChg>
        <pc:spChg chg="mod">
          <ac:chgData name="鈴木 秀規" userId="f68c5fd9-22d5-4c0a-9833-7fb0f5135313" providerId="ADAL" clId="{F2CAF9F8-F2C6-4EF5-92E4-F89FCD0750B4}" dt="2021-01-12T04:36:59.608" v="0"/>
          <ac:spMkLst>
            <pc:docMk/>
            <pc:sldMk cId="1431651866" sldId="368"/>
            <ac:spMk id="3" creationId="{570D767C-529D-1D4C-9BD6-2E3AAE679914}"/>
          </ac:spMkLst>
        </pc:spChg>
        <pc:spChg chg="mod">
          <ac:chgData name="鈴木 秀規" userId="f68c5fd9-22d5-4c0a-9833-7fb0f5135313" providerId="ADAL" clId="{F2CAF9F8-F2C6-4EF5-92E4-F89FCD0750B4}" dt="2021-01-12T04:36:59.608" v="0"/>
          <ac:spMkLst>
            <pc:docMk/>
            <pc:sldMk cId="1431651866" sldId="368"/>
            <ac:spMk id="4" creationId="{5C76D554-1D05-0D47-95D6-B29E81E5EAFC}"/>
          </ac:spMkLst>
        </pc:spChg>
      </pc:sldChg>
      <pc:sldChg chg="modSp del mod">
        <pc:chgData name="鈴木 秀規" userId="f68c5fd9-22d5-4c0a-9833-7fb0f5135313" providerId="ADAL" clId="{F2CAF9F8-F2C6-4EF5-92E4-F89FCD0750B4}" dt="2021-01-12T04:45:04.577" v="148" actId="2696"/>
        <pc:sldMkLst>
          <pc:docMk/>
          <pc:sldMk cId="3018498330" sldId="369"/>
        </pc:sldMkLst>
        <pc:spChg chg="mod">
          <ac:chgData name="鈴木 秀規" userId="f68c5fd9-22d5-4c0a-9833-7fb0f5135313" providerId="ADAL" clId="{F2CAF9F8-F2C6-4EF5-92E4-F89FCD0750B4}" dt="2021-01-12T04:36:59.608" v="0"/>
          <ac:spMkLst>
            <pc:docMk/>
            <pc:sldMk cId="3018498330" sldId="369"/>
            <ac:spMk id="2" creationId="{66EC7532-098F-E543-A5F5-DCE2A43E7B47}"/>
          </ac:spMkLst>
        </pc:spChg>
        <pc:spChg chg="mod">
          <ac:chgData name="鈴木 秀規" userId="f68c5fd9-22d5-4c0a-9833-7fb0f5135313" providerId="ADAL" clId="{F2CAF9F8-F2C6-4EF5-92E4-F89FCD0750B4}" dt="2021-01-12T04:36:59.608" v="0"/>
          <ac:spMkLst>
            <pc:docMk/>
            <pc:sldMk cId="3018498330" sldId="369"/>
            <ac:spMk id="3" creationId="{F1C6C295-7820-0949-875F-EAF056230447}"/>
          </ac:spMkLst>
        </pc:spChg>
        <pc:spChg chg="mod">
          <ac:chgData name="鈴木 秀規" userId="f68c5fd9-22d5-4c0a-9833-7fb0f5135313" providerId="ADAL" clId="{F2CAF9F8-F2C6-4EF5-92E4-F89FCD0750B4}" dt="2021-01-12T04:36:59.608" v="0"/>
          <ac:spMkLst>
            <pc:docMk/>
            <pc:sldMk cId="3018498330" sldId="369"/>
            <ac:spMk id="4" creationId="{0B3C1CED-6132-7648-873E-BC90BCD14454}"/>
          </ac:spMkLst>
        </pc:spChg>
        <pc:spChg chg="mod">
          <ac:chgData name="鈴木 秀規" userId="f68c5fd9-22d5-4c0a-9833-7fb0f5135313" providerId="ADAL" clId="{F2CAF9F8-F2C6-4EF5-92E4-F89FCD0750B4}" dt="2021-01-12T04:44:48.619" v="146" actId="21"/>
          <ac:spMkLst>
            <pc:docMk/>
            <pc:sldMk cId="3018498330" sldId="369"/>
            <ac:spMk id="5" creationId="{6B35BADF-F225-2348-897F-AF9752777AC5}"/>
          </ac:spMkLst>
        </pc:spChg>
      </pc:sldChg>
      <pc:sldChg chg="modSp add del mod">
        <pc:chgData name="鈴木 秀規" userId="f68c5fd9-22d5-4c0a-9833-7fb0f5135313" providerId="ADAL" clId="{F2CAF9F8-F2C6-4EF5-92E4-F89FCD0750B4}" dt="2021-01-12T05:39:59.693" v="1538" actId="20577"/>
        <pc:sldMkLst>
          <pc:docMk/>
          <pc:sldMk cId="3805279594" sldId="370"/>
        </pc:sldMkLst>
        <pc:spChg chg="mod">
          <ac:chgData name="鈴木 秀規" userId="f68c5fd9-22d5-4c0a-9833-7fb0f5135313" providerId="ADAL" clId="{F2CAF9F8-F2C6-4EF5-92E4-F89FCD0750B4}" dt="2021-01-12T04:36:59.608" v="0"/>
          <ac:spMkLst>
            <pc:docMk/>
            <pc:sldMk cId="3805279594" sldId="370"/>
            <ac:spMk id="2" creationId="{BBE8F2DC-477F-4A46-AA45-FC9B49760439}"/>
          </ac:spMkLst>
        </pc:spChg>
        <pc:spChg chg="mod">
          <ac:chgData name="鈴木 秀規" userId="f68c5fd9-22d5-4c0a-9833-7fb0f5135313" providerId="ADAL" clId="{F2CAF9F8-F2C6-4EF5-92E4-F89FCD0750B4}" dt="2021-01-12T04:36:59.608" v="0"/>
          <ac:spMkLst>
            <pc:docMk/>
            <pc:sldMk cId="3805279594" sldId="370"/>
            <ac:spMk id="3" creationId="{9CB86EFC-2A3F-214C-A2A0-00EB1AC0E3F3}"/>
          </ac:spMkLst>
        </pc:spChg>
        <pc:spChg chg="mod">
          <ac:chgData name="鈴木 秀規" userId="f68c5fd9-22d5-4c0a-9833-7fb0f5135313" providerId="ADAL" clId="{F2CAF9F8-F2C6-4EF5-92E4-F89FCD0750B4}" dt="2021-01-12T04:36:59.608" v="0"/>
          <ac:spMkLst>
            <pc:docMk/>
            <pc:sldMk cId="3805279594" sldId="370"/>
            <ac:spMk id="4" creationId="{767846D2-8A50-CE4D-B292-AB4CB00FC300}"/>
          </ac:spMkLst>
        </pc:spChg>
        <pc:spChg chg="mod">
          <ac:chgData name="鈴木 秀規" userId="f68c5fd9-22d5-4c0a-9833-7fb0f5135313" providerId="ADAL" clId="{F2CAF9F8-F2C6-4EF5-92E4-F89FCD0750B4}" dt="2021-01-12T05:39:59.693" v="1538" actId="20577"/>
          <ac:spMkLst>
            <pc:docMk/>
            <pc:sldMk cId="3805279594" sldId="370"/>
            <ac:spMk id="5" creationId="{D9D24A15-605C-D342-9DF6-15A80C8E63C7}"/>
          </ac:spMkLst>
        </pc:spChg>
      </pc:sldChg>
      <pc:sldChg chg="modSp">
        <pc:chgData name="鈴木 秀規" userId="f68c5fd9-22d5-4c0a-9833-7fb0f5135313" providerId="ADAL" clId="{F2CAF9F8-F2C6-4EF5-92E4-F89FCD0750B4}" dt="2021-01-12T04:36:59.608" v="0"/>
        <pc:sldMkLst>
          <pc:docMk/>
          <pc:sldMk cId="2800751255" sldId="371"/>
        </pc:sldMkLst>
        <pc:spChg chg="mod">
          <ac:chgData name="鈴木 秀規" userId="f68c5fd9-22d5-4c0a-9833-7fb0f5135313" providerId="ADAL" clId="{F2CAF9F8-F2C6-4EF5-92E4-F89FCD0750B4}" dt="2021-01-12T04:36:59.608" v="0"/>
          <ac:spMkLst>
            <pc:docMk/>
            <pc:sldMk cId="2800751255" sldId="371"/>
            <ac:spMk id="2" creationId="{992F612E-920E-DB42-831C-9A43B943FD23}"/>
          </ac:spMkLst>
        </pc:spChg>
        <pc:spChg chg="mod">
          <ac:chgData name="鈴木 秀規" userId="f68c5fd9-22d5-4c0a-9833-7fb0f5135313" providerId="ADAL" clId="{F2CAF9F8-F2C6-4EF5-92E4-F89FCD0750B4}" dt="2021-01-12T04:36:59.608" v="0"/>
          <ac:spMkLst>
            <pc:docMk/>
            <pc:sldMk cId="2800751255" sldId="371"/>
            <ac:spMk id="3" creationId="{86AF2C75-7C50-5545-B86A-AB0C1071AFF0}"/>
          </ac:spMkLst>
        </pc:spChg>
        <pc:spChg chg="mod">
          <ac:chgData name="鈴木 秀規" userId="f68c5fd9-22d5-4c0a-9833-7fb0f5135313" providerId="ADAL" clId="{F2CAF9F8-F2C6-4EF5-92E4-F89FCD0750B4}" dt="2021-01-12T04:36:59.608" v="0"/>
          <ac:spMkLst>
            <pc:docMk/>
            <pc:sldMk cId="2800751255" sldId="371"/>
            <ac:spMk id="4" creationId="{3D4BFF4A-92E9-3741-A870-60BBC65CCFE0}"/>
          </ac:spMkLst>
        </pc:spChg>
        <pc:spChg chg="mod">
          <ac:chgData name="鈴木 秀規" userId="f68c5fd9-22d5-4c0a-9833-7fb0f5135313" providerId="ADAL" clId="{F2CAF9F8-F2C6-4EF5-92E4-F89FCD0750B4}" dt="2021-01-12T04:36:59.608" v="0"/>
          <ac:spMkLst>
            <pc:docMk/>
            <pc:sldMk cId="2800751255" sldId="371"/>
            <ac:spMk id="5" creationId="{199D3E35-553D-E34C-ABB7-3B8D9DB70C07}"/>
          </ac:spMkLst>
        </pc:spChg>
      </pc:sldChg>
      <pc:sldChg chg="addSp delSp modSp new mod modClrScheme chgLayout">
        <pc:chgData name="鈴木 秀規" userId="f68c5fd9-22d5-4c0a-9833-7fb0f5135313" providerId="ADAL" clId="{F2CAF9F8-F2C6-4EF5-92E4-F89FCD0750B4}" dt="2021-01-12T04:42:45.469" v="105"/>
        <pc:sldMkLst>
          <pc:docMk/>
          <pc:sldMk cId="172008769" sldId="372"/>
        </pc:sldMkLst>
        <pc:spChg chg="del mod ord">
          <ac:chgData name="鈴木 秀規" userId="f68c5fd9-22d5-4c0a-9833-7fb0f5135313" providerId="ADAL" clId="{F2CAF9F8-F2C6-4EF5-92E4-F89FCD0750B4}" dt="2021-01-12T04:39:53.274" v="15" actId="700"/>
          <ac:spMkLst>
            <pc:docMk/>
            <pc:sldMk cId="172008769" sldId="372"/>
            <ac:spMk id="2" creationId="{EDE75749-E2ED-4EBC-AD20-E2D500F203D8}"/>
          </ac:spMkLst>
        </pc:spChg>
        <pc:spChg chg="mod ord">
          <ac:chgData name="鈴木 秀規" userId="f68c5fd9-22d5-4c0a-9833-7fb0f5135313" providerId="ADAL" clId="{F2CAF9F8-F2C6-4EF5-92E4-F89FCD0750B4}" dt="2021-01-12T04:39:53.274" v="15" actId="700"/>
          <ac:spMkLst>
            <pc:docMk/>
            <pc:sldMk cId="172008769" sldId="372"/>
            <ac:spMk id="3" creationId="{1B7C07C9-FEE3-4AC9-9F75-8ED3972B0330}"/>
          </ac:spMkLst>
        </pc:spChg>
        <pc:spChg chg="mod ord">
          <ac:chgData name="鈴木 秀規" userId="f68c5fd9-22d5-4c0a-9833-7fb0f5135313" providerId="ADAL" clId="{F2CAF9F8-F2C6-4EF5-92E4-F89FCD0750B4}" dt="2021-01-12T04:39:53.274" v="15" actId="700"/>
          <ac:spMkLst>
            <pc:docMk/>
            <pc:sldMk cId="172008769" sldId="372"/>
            <ac:spMk id="4" creationId="{09A94BC2-F42C-4D26-AFF8-47587794D6DB}"/>
          </ac:spMkLst>
        </pc:spChg>
        <pc:spChg chg="del mod ord">
          <ac:chgData name="鈴木 秀規" userId="f68c5fd9-22d5-4c0a-9833-7fb0f5135313" providerId="ADAL" clId="{F2CAF9F8-F2C6-4EF5-92E4-F89FCD0750B4}" dt="2021-01-12T04:39:53.274" v="15" actId="700"/>
          <ac:spMkLst>
            <pc:docMk/>
            <pc:sldMk cId="172008769" sldId="372"/>
            <ac:spMk id="5" creationId="{582A0B60-E9CC-4AAA-BC40-C52C15034634}"/>
          </ac:spMkLst>
        </pc:spChg>
        <pc:spChg chg="add mod ord">
          <ac:chgData name="鈴木 秀規" userId="f68c5fd9-22d5-4c0a-9833-7fb0f5135313" providerId="ADAL" clId="{F2CAF9F8-F2C6-4EF5-92E4-F89FCD0750B4}" dt="2021-01-12T04:42:45.469" v="105"/>
          <ac:spMkLst>
            <pc:docMk/>
            <pc:sldMk cId="172008769" sldId="372"/>
            <ac:spMk id="6" creationId="{3706AB8D-A382-42EF-9DE4-041BFCABF741}"/>
          </ac:spMkLst>
        </pc:spChg>
        <pc:spChg chg="add mod ord">
          <ac:chgData name="鈴木 秀規" userId="f68c5fd9-22d5-4c0a-9833-7fb0f5135313" providerId="ADAL" clId="{F2CAF9F8-F2C6-4EF5-92E4-F89FCD0750B4}" dt="2021-01-12T04:41:32.672" v="38" actId="14100"/>
          <ac:spMkLst>
            <pc:docMk/>
            <pc:sldMk cId="172008769" sldId="372"/>
            <ac:spMk id="7" creationId="{672739A4-DFB9-47C7-9258-80F9236238A4}"/>
          </ac:spMkLst>
        </pc:spChg>
        <pc:spChg chg="add mod ord">
          <ac:chgData name="鈴木 秀規" userId="f68c5fd9-22d5-4c0a-9833-7fb0f5135313" providerId="ADAL" clId="{F2CAF9F8-F2C6-4EF5-92E4-F89FCD0750B4}" dt="2021-01-12T04:41:26.967" v="36" actId="14100"/>
          <ac:spMkLst>
            <pc:docMk/>
            <pc:sldMk cId="172008769" sldId="372"/>
            <ac:spMk id="8" creationId="{1A8BB172-35AF-4185-A46A-ED93D3A7D7C5}"/>
          </ac:spMkLst>
        </pc:spChg>
        <pc:spChg chg="add mod ord">
          <ac:chgData name="鈴木 秀規" userId="f68c5fd9-22d5-4c0a-9833-7fb0f5135313" providerId="ADAL" clId="{F2CAF9F8-F2C6-4EF5-92E4-F89FCD0750B4}" dt="2021-01-12T04:39:53.274" v="15" actId="700"/>
          <ac:spMkLst>
            <pc:docMk/>
            <pc:sldMk cId="172008769" sldId="372"/>
            <ac:spMk id="9" creationId="{C8049898-5D79-42B6-B7CD-2DF86C0BA5FA}"/>
          </ac:spMkLst>
        </pc:spChg>
        <pc:spChg chg="add mod">
          <ac:chgData name="鈴木 秀規" userId="f68c5fd9-22d5-4c0a-9833-7fb0f5135313" providerId="ADAL" clId="{F2CAF9F8-F2C6-4EF5-92E4-F89FCD0750B4}" dt="2021-01-12T04:40:41.557" v="26" actId="14100"/>
          <ac:spMkLst>
            <pc:docMk/>
            <pc:sldMk cId="172008769" sldId="372"/>
            <ac:spMk id="10" creationId="{0AFC5742-3896-4E4B-91EB-5143E04BDFE8}"/>
          </ac:spMkLst>
        </pc:spChg>
      </pc:sldChg>
      <pc:sldChg chg="addSp delSp modSp new mod modClrScheme chgLayout">
        <pc:chgData name="鈴木 秀規" userId="f68c5fd9-22d5-4c0a-9833-7fb0f5135313" providerId="ADAL" clId="{F2CAF9F8-F2C6-4EF5-92E4-F89FCD0750B4}" dt="2021-01-12T04:42:02.973" v="42"/>
        <pc:sldMkLst>
          <pc:docMk/>
          <pc:sldMk cId="1008457363" sldId="373"/>
        </pc:sldMkLst>
        <pc:spChg chg="del mod ord">
          <ac:chgData name="鈴木 秀規" userId="f68c5fd9-22d5-4c0a-9833-7fb0f5135313" providerId="ADAL" clId="{F2CAF9F8-F2C6-4EF5-92E4-F89FCD0750B4}" dt="2021-01-12T04:40:55.323" v="29" actId="700"/>
          <ac:spMkLst>
            <pc:docMk/>
            <pc:sldMk cId="1008457363" sldId="373"/>
            <ac:spMk id="2" creationId="{D5A74365-A189-4C93-B3B0-6C8512FA2BB5}"/>
          </ac:spMkLst>
        </pc:spChg>
        <pc:spChg chg="mod ord">
          <ac:chgData name="鈴木 秀規" userId="f68c5fd9-22d5-4c0a-9833-7fb0f5135313" providerId="ADAL" clId="{F2CAF9F8-F2C6-4EF5-92E4-F89FCD0750B4}" dt="2021-01-12T04:40:55.323" v="29" actId="700"/>
          <ac:spMkLst>
            <pc:docMk/>
            <pc:sldMk cId="1008457363" sldId="373"/>
            <ac:spMk id="3" creationId="{F54F27B3-DDBF-476A-AD49-46F9A05EE6D4}"/>
          </ac:spMkLst>
        </pc:spChg>
        <pc:spChg chg="mod ord">
          <ac:chgData name="鈴木 秀規" userId="f68c5fd9-22d5-4c0a-9833-7fb0f5135313" providerId="ADAL" clId="{F2CAF9F8-F2C6-4EF5-92E4-F89FCD0750B4}" dt="2021-01-12T04:40:55.323" v="29" actId="700"/>
          <ac:spMkLst>
            <pc:docMk/>
            <pc:sldMk cId="1008457363" sldId="373"/>
            <ac:spMk id="4" creationId="{BFC7A35D-1013-4B1B-8268-48793F136D4C}"/>
          </ac:spMkLst>
        </pc:spChg>
        <pc:spChg chg="del mod ord">
          <ac:chgData name="鈴木 秀規" userId="f68c5fd9-22d5-4c0a-9833-7fb0f5135313" providerId="ADAL" clId="{F2CAF9F8-F2C6-4EF5-92E4-F89FCD0750B4}" dt="2021-01-12T04:40:55.323" v="29" actId="700"/>
          <ac:spMkLst>
            <pc:docMk/>
            <pc:sldMk cId="1008457363" sldId="373"/>
            <ac:spMk id="5" creationId="{9EA3119A-959C-4217-9181-5382384A593C}"/>
          </ac:spMkLst>
        </pc:spChg>
        <pc:spChg chg="add mod ord">
          <ac:chgData name="鈴木 秀規" userId="f68c5fd9-22d5-4c0a-9833-7fb0f5135313" providerId="ADAL" clId="{F2CAF9F8-F2C6-4EF5-92E4-F89FCD0750B4}" dt="2021-01-12T04:42:02.973" v="42"/>
          <ac:spMkLst>
            <pc:docMk/>
            <pc:sldMk cId="1008457363" sldId="373"/>
            <ac:spMk id="6" creationId="{0F81E6C4-7841-4153-9948-3830F64F1715}"/>
          </ac:spMkLst>
        </pc:spChg>
        <pc:spChg chg="add mod ord">
          <ac:chgData name="鈴木 秀規" userId="f68c5fd9-22d5-4c0a-9833-7fb0f5135313" providerId="ADAL" clId="{F2CAF9F8-F2C6-4EF5-92E4-F89FCD0750B4}" dt="2021-01-12T04:41:52.814" v="41" actId="12"/>
          <ac:spMkLst>
            <pc:docMk/>
            <pc:sldMk cId="1008457363" sldId="373"/>
            <ac:spMk id="7" creationId="{159221FC-71BC-49E4-B207-1A3CE6BB9F63}"/>
          </ac:spMkLst>
        </pc:spChg>
        <pc:spChg chg="add mod ord">
          <ac:chgData name="鈴木 秀規" userId="f68c5fd9-22d5-4c0a-9833-7fb0f5135313" providerId="ADAL" clId="{F2CAF9F8-F2C6-4EF5-92E4-F89FCD0750B4}" dt="2021-01-12T04:41:18.178" v="34" actId="14100"/>
          <ac:spMkLst>
            <pc:docMk/>
            <pc:sldMk cId="1008457363" sldId="373"/>
            <ac:spMk id="8" creationId="{DC47DB6E-DE5F-461B-8DA6-D7E7BFB3D9CA}"/>
          </ac:spMkLst>
        </pc:spChg>
        <pc:spChg chg="add mod ord">
          <ac:chgData name="鈴木 秀規" userId="f68c5fd9-22d5-4c0a-9833-7fb0f5135313" providerId="ADAL" clId="{F2CAF9F8-F2C6-4EF5-92E4-F89FCD0750B4}" dt="2021-01-12T04:40:55.323" v="29" actId="700"/>
          <ac:spMkLst>
            <pc:docMk/>
            <pc:sldMk cId="1008457363" sldId="373"/>
            <ac:spMk id="9" creationId="{3B4B4B26-E1BE-4F2F-85DB-B4EB50CCB2D1}"/>
          </ac:spMkLst>
        </pc:spChg>
      </pc:sldChg>
      <pc:sldChg chg="addSp delSp modSp new mod modClrScheme chgLayout">
        <pc:chgData name="鈴木 秀規" userId="f68c5fd9-22d5-4c0a-9833-7fb0f5135313" providerId="ADAL" clId="{F2CAF9F8-F2C6-4EF5-92E4-F89FCD0750B4}" dt="2021-01-12T04:44:51.548" v="147"/>
        <pc:sldMkLst>
          <pc:docMk/>
          <pc:sldMk cId="3737915234" sldId="374"/>
        </pc:sldMkLst>
        <pc:spChg chg="mod ord">
          <ac:chgData name="鈴木 秀規" userId="f68c5fd9-22d5-4c0a-9833-7fb0f5135313" providerId="ADAL" clId="{F2CAF9F8-F2C6-4EF5-92E4-F89FCD0750B4}" dt="2021-01-12T04:44:33.807" v="142" actId="700"/>
          <ac:spMkLst>
            <pc:docMk/>
            <pc:sldMk cId="3737915234" sldId="374"/>
            <ac:spMk id="2" creationId="{9466E67F-A1F2-462A-8B06-314F87C8BA83}"/>
          </ac:spMkLst>
        </pc:spChg>
        <pc:spChg chg="mod ord">
          <ac:chgData name="鈴木 秀規" userId="f68c5fd9-22d5-4c0a-9833-7fb0f5135313" providerId="ADAL" clId="{F2CAF9F8-F2C6-4EF5-92E4-F89FCD0750B4}" dt="2021-01-12T04:44:33.807" v="142" actId="700"/>
          <ac:spMkLst>
            <pc:docMk/>
            <pc:sldMk cId="3737915234" sldId="374"/>
            <ac:spMk id="3" creationId="{1DE0415C-E48A-4AF4-8F9E-DB5D2F3B8DC4}"/>
          </ac:spMkLst>
        </pc:spChg>
        <pc:spChg chg="mod ord">
          <ac:chgData name="鈴木 秀規" userId="f68c5fd9-22d5-4c0a-9833-7fb0f5135313" providerId="ADAL" clId="{F2CAF9F8-F2C6-4EF5-92E4-F89FCD0750B4}" dt="2021-01-12T04:44:33.807" v="142" actId="700"/>
          <ac:spMkLst>
            <pc:docMk/>
            <pc:sldMk cId="3737915234" sldId="374"/>
            <ac:spMk id="4" creationId="{36FC556F-0723-4C5F-A039-1D203A1D9525}"/>
          </ac:spMkLst>
        </pc:spChg>
        <pc:spChg chg="del mod ord">
          <ac:chgData name="鈴木 秀規" userId="f68c5fd9-22d5-4c0a-9833-7fb0f5135313" providerId="ADAL" clId="{F2CAF9F8-F2C6-4EF5-92E4-F89FCD0750B4}" dt="2021-01-12T04:44:33.807" v="142" actId="700"/>
          <ac:spMkLst>
            <pc:docMk/>
            <pc:sldMk cId="3737915234" sldId="374"/>
            <ac:spMk id="5" creationId="{9D708A63-5874-4698-9BE5-1B78DC29678C}"/>
          </ac:spMkLst>
        </pc:spChg>
        <pc:spChg chg="add mod ord">
          <ac:chgData name="鈴木 秀規" userId="f68c5fd9-22d5-4c0a-9833-7fb0f5135313" providerId="ADAL" clId="{F2CAF9F8-F2C6-4EF5-92E4-F89FCD0750B4}" dt="2021-01-12T04:44:51.548" v="147"/>
          <ac:spMkLst>
            <pc:docMk/>
            <pc:sldMk cId="3737915234" sldId="374"/>
            <ac:spMk id="6" creationId="{C432C4E8-0B5A-4C2B-8846-B339E936A91E}"/>
          </ac:spMkLst>
        </pc:spChg>
        <pc:spChg chg="add mod ord">
          <ac:chgData name="鈴木 秀規" userId="f68c5fd9-22d5-4c0a-9833-7fb0f5135313" providerId="ADAL" clId="{F2CAF9F8-F2C6-4EF5-92E4-F89FCD0750B4}" dt="2021-01-12T04:44:42.958" v="144"/>
          <ac:spMkLst>
            <pc:docMk/>
            <pc:sldMk cId="3737915234" sldId="374"/>
            <ac:spMk id="7" creationId="{31C02CBD-7ED6-4CBF-A496-E15298AADFDF}"/>
          </ac:spMkLst>
        </pc:spChg>
        <pc:spChg chg="add mod ord">
          <ac:chgData name="鈴木 秀規" userId="f68c5fd9-22d5-4c0a-9833-7fb0f5135313" providerId="ADAL" clId="{F2CAF9F8-F2C6-4EF5-92E4-F89FCD0750B4}" dt="2021-01-12T04:44:33.807" v="142" actId="700"/>
          <ac:spMkLst>
            <pc:docMk/>
            <pc:sldMk cId="3737915234" sldId="374"/>
            <ac:spMk id="8" creationId="{D6FFEB15-7139-462A-8791-46ED965A014E}"/>
          </ac:spMkLst>
        </pc:spChg>
      </pc:sldChg>
      <pc:sldMasterChg chg="delSldLayout">
        <pc:chgData name="鈴木 秀規" userId="f68c5fd9-22d5-4c0a-9833-7fb0f5135313" providerId="ADAL" clId="{F2CAF9F8-F2C6-4EF5-92E4-F89FCD0750B4}" dt="2021-01-12T04:42:06.007" v="43" actId="2696"/>
        <pc:sldMasterMkLst>
          <pc:docMk/>
          <pc:sldMasterMk cId="2644497443" sldId="2147483665"/>
        </pc:sldMasterMkLst>
        <pc:sldLayoutChg chg="del">
          <pc:chgData name="鈴木 秀規" userId="f68c5fd9-22d5-4c0a-9833-7fb0f5135313" providerId="ADAL" clId="{F2CAF9F8-F2C6-4EF5-92E4-F89FCD0750B4}" dt="2021-01-12T04:42:06.007" v="43" actId="2696"/>
          <pc:sldLayoutMkLst>
            <pc:docMk/>
            <pc:sldMasterMk cId="2644497443" sldId="2147483665"/>
            <pc:sldLayoutMk cId="3199053706" sldId="2147483673"/>
          </pc:sldLayoutMkLst>
        </pc:sldLayoutChg>
      </pc:sldMasterChg>
    </pc:docChg>
  </pc:docChgLst>
  <pc:docChgLst>
    <pc:chgData name="鈴木 秀規" userId="f68c5fd9-22d5-4c0a-9833-7fb0f5135313" providerId="ADAL" clId="{E853165E-E035-4511-B5B4-308A168A0417}"/>
    <pc:docChg chg="undo custSel addSld delSld modSld sldOrd">
      <pc:chgData name="鈴木 秀規" userId="f68c5fd9-22d5-4c0a-9833-7fb0f5135313" providerId="ADAL" clId="{E853165E-E035-4511-B5B4-308A168A0417}" dt="2021-02-01T04:26:11.523" v="1440" actId="20577"/>
      <pc:docMkLst>
        <pc:docMk/>
      </pc:docMkLst>
      <pc:sldChg chg="modSp mod">
        <pc:chgData name="鈴木 秀規" userId="f68c5fd9-22d5-4c0a-9833-7fb0f5135313" providerId="ADAL" clId="{E853165E-E035-4511-B5B4-308A168A0417}" dt="2021-01-26T06:47:48.930" v="0"/>
        <pc:sldMkLst>
          <pc:docMk/>
          <pc:sldMk cId="0" sldId="256"/>
        </pc:sldMkLst>
        <pc:spChg chg="mod">
          <ac:chgData name="鈴木 秀規" userId="f68c5fd9-22d5-4c0a-9833-7fb0f5135313" providerId="ADAL" clId="{E853165E-E035-4511-B5B4-308A168A0417}" dt="2021-01-26T06:47:48.930" v="0"/>
          <ac:spMkLst>
            <pc:docMk/>
            <pc:sldMk cId="0" sldId="256"/>
            <ac:spMk id="56" creationId="{00000000-0000-0000-0000-000000000000}"/>
          </ac:spMkLst>
        </pc:spChg>
      </pc:sldChg>
      <pc:sldChg chg="modSp mod">
        <pc:chgData name="鈴木 秀規" userId="f68c5fd9-22d5-4c0a-9833-7fb0f5135313" providerId="ADAL" clId="{E853165E-E035-4511-B5B4-308A168A0417}" dt="2021-02-01T04:24:27.236" v="1313" actId="20577"/>
        <pc:sldMkLst>
          <pc:docMk/>
          <pc:sldMk cId="1668843990" sldId="360"/>
        </pc:sldMkLst>
        <pc:spChg chg="mod">
          <ac:chgData name="鈴木 秀規" userId="f68c5fd9-22d5-4c0a-9833-7fb0f5135313" providerId="ADAL" clId="{E853165E-E035-4511-B5B4-308A168A0417}" dt="2021-02-01T04:24:27.236" v="1313" actId="20577"/>
          <ac:spMkLst>
            <pc:docMk/>
            <pc:sldMk cId="1668843990" sldId="360"/>
            <ac:spMk id="9" creationId="{A4832727-EA7F-44D6-A9F2-E4AE0246960A}"/>
          </ac:spMkLst>
        </pc:spChg>
      </pc:sldChg>
      <pc:sldChg chg="modSp mod">
        <pc:chgData name="鈴木 秀規" userId="f68c5fd9-22d5-4c0a-9833-7fb0f5135313" providerId="ADAL" clId="{E853165E-E035-4511-B5B4-308A168A0417}" dt="2021-02-01T04:26:11.523" v="1440" actId="20577"/>
        <pc:sldMkLst>
          <pc:docMk/>
          <pc:sldMk cId="267129399" sldId="361"/>
        </pc:sldMkLst>
        <pc:spChg chg="mod">
          <ac:chgData name="鈴木 秀規" userId="f68c5fd9-22d5-4c0a-9833-7fb0f5135313" providerId="ADAL" clId="{E853165E-E035-4511-B5B4-308A168A0417}" dt="2021-02-01T04:26:11.523" v="1440" actId="20577"/>
          <ac:spMkLst>
            <pc:docMk/>
            <pc:sldMk cId="267129399" sldId="361"/>
            <ac:spMk id="6" creationId="{D0F3BEAC-A5EA-4EE4-95C7-0AEC1107FD29}"/>
          </ac:spMkLst>
        </pc:spChg>
      </pc:sldChg>
      <pc:sldChg chg="modSp mod">
        <pc:chgData name="鈴木 秀規" userId="f68c5fd9-22d5-4c0a-9833-7fb0f5135313" providerId="ADAL" clId="{E853165E-E035-4511-B5B4-308A168A0417}" dt="2021-01-26T06:49:05.682" v="12" actId="207"/>
        <pc:sldMkLst>
          <pc:docMk/>
          <pc:sldMk cId="1859091905" sldId="362"/>
        </pc:sldMkLst>
        <pc:spChg chg="mod">
          <ac:chgData name="鈴木 秀規" userId="f68c5fd9-22d5-4c0a-9833-7fb0f5135313" providerId="ADAL" clId="{E853165E-E035-4511-B5B4-308A168A0417}" dt="2021-01-26T06:48:04.540" v="1"/>
          <ac:spMkLst>
            <pc:docMk/>
            <pc:sldMk cId="1859091905" sldId="362"/>
            <ac:spMk id="7" creationId="{58177CF6-E256-4D88-B489-5F2EFF09AC4C}"/>
          </ac:spMkLst>
        </pc:spChg>
        <pc:spChg chg="mod">
          <ac:chgData name="鈴木 秀規" userId="f68c5fd9-22d5-4c0a-9833-7fb0f5135313" providerId="ADAL" clId="{E853165E-E035-4511-B5B4-308A168A0417}" dt="2021-01-26T06:49:05.682" v="12" actId="207"/>
          <ac:spMkLst>
            <pc:docMk/>
            <pc:sldMk cId="1859091905" sldId="362"/>
            <ac:spMk id="8" creationId="{C57C43D1-E1C5-418D-A114-931FDA96CE3D}"/>
          </ac:spMkLst>
        </pc:spChg>
      </pc:sldChg>
      <pc:sldChg chg="addSp modSp new mod">
        <pc:chgData name="鈴木 秀規" userId="f68c5fd9-22d5-4c0a-9833-7fb0f5135313" providerId="ADAL" clId="{E853165E-E035-4511-B5B4-308A168A0417}" dt="2021-01-26T06:50:48.508" v="56" actId="12385"/>
        <pc:sldMkLst>
          <pc:docMk/>
          <pc:sldMk cId="793301096" sldId="363"/>
        </pc:sldMkLst>
        <pc:spChg chg="mod">
          <ac:chgData name="鈴木 秀規" userId="f68c5fd9-22d5-4c0a-9833-7fb0f5135313" providerId="ADAL" clId="{E853165E-E035-4511-B5B4-308A168A0417}" dt="2021-01-26T06:49:57.100" v="41" actId="20577"/>
          <ac:spMkLst>
            <pc:docMk/>
            <pc:sldMk cId="793301096" sldId="363"/>
            <ac:spMk id="3" creationId="{CAEF03B5-8A80-40F1-B6F3-91A3C874CB8C}"/>
          </ac:spMkLst>
        </pc:spChg>
        <pc:spChg chg="mod">
          <ac:chgData name="鈴木 秀規" userId="f68c5fd9-22d5-4c0a-9833-7fb0f5135313" providerId="ADAL" clId="{E853165E-E035-4511-B5B4-308A168A0417}" dt="2021-01-26T06:50:08.482" v="43" actId="14100"/>
          <ac:spMkLst>
            <pc:docMk/>
            <pc:sldMk cId="793301096" sldId="363"/>
            <ac:spMk id="5" creationId="{3C545612-3038-40B1-A295-2CFF199741DE}"/>
          </ac:spMkLst>
        </pc:spChg>
        <pc:graphicFrameChg chg="add mod modGraphic">
          <ac:chgData name="鈴木 秀規" userId="f68c5fd9-22d5-4c0a-9833-7fb0f5135313" providerId="ADAL" clId="{E853165E-E035-4511-B5B4-308A168A0417}" dt="2021-01-26T06:50:48.508" v="56" actId="12385"/>
          <ac:graphicFrameMkLst>
            <pc:docMk/>
            <pc:sldMk cId="793301096" sldId="363"/>
            <ac:graphicFrameMk id="6" creationId="{5E38C811-DE1D-4334-A5BC-95985E1285ED}"/>
          </ac:graphicFrameMkLst>
        </pc:graphicFrameChg>
      </pc:sldChg>
      <pc:sldChg chg="del">
        <pc:chgData name="鈴木 秀規" userId="f68c5fd9-22d5-4c0a-9833-7fb0f5135313" providerId="ADAL" clId="{E853165E-E035-4511-B5B4-308A168A0417}" dt="2021-01-26T06:49:23.924" v="13" actId="2696"/>
        <pc:sldMkLst>
          <pc:docMk/>
          <pc:sldMk cId="3069677134" sldId="363"/>
        </pc:sldMkLst>
      </pc:sldChg>
      <pc:sldChg chg="addSp modSp new mod">
        <pc:chgData name="鈴木 秀規" userId="f68c5fd9-22d5-4c0a-9833-7fb0f5135313" providerId="ADAL" clId="{E853165E-E035-4511-B5B4-308A168A0417}" dt="2021-01-26T06:53:45.356" v="106" actId="207"/>
        <pc:sldMkLst>
          <pc:docMk/>
          <pc:sldMk cId="7953356" sldId="364"/>
        </pc:sldMkLst>
        <pc:spChg chg="mod">
          <ac:chgData name="鈴木 秀規" userId="f68c5fd9-22d5-4c0a-9833-7fb0f5135313" providerId="ADAL" clId="{E853165E-E035-4511-B5B4-308A168A0417}" dt="2021-01-26T06:51:32.794" v="58"/>
          <ac:spMkLst>
            <pc:docMk/>
            <pc:sldMk cId="7953356" sldId="364"/>
            <ac:spMk id="3" creationId="{BD59F02B-7C32-4210-BA64-A90F6DDDDA21}"/>
          </ac:spMkLst>
        </pc:spChg>
        <pc:spChg chg="mod">
          <ac:chgData name="鈴木 秀規" userId="f68c5fd9-22d5-4c0a-9833-7fb0f5135313" providerId="ADAL" clId="{E853165E-E035-4511-B5B4-308A168A0417}" dt="2021-01-26T06:52:04.128" v="66" actId="207"/>
          <ac:spMkLst>
            <pc:docMk/>
            <pc:sldMk cId="7953356" sldId="364"/>
            <ac:spMk id="5" creationId="{B4FD4BC4-80F7-45E9-873C-F05FA4D90E7F}"/>
          </ac:spMkLst>
        </pc:spChg>
        <pc:spChg chg="add mod">
          <ac:chgData name="鈴木 秀規" userId="f68c5fd9-22d5-4c0a-9833-7fb0f5135313" providerId="ADAL" clId="{E853165E-E035-4511-B5B4-308A168A0417}" dt="2021-01-26T06:52:55.530" v="95" actId="14100"/>
          <ac:spMkLst>
            <pc:docMk/>
            <pc:sldMk cId="7953356" sldId="364"/>
            <ac:spMk id="6" creationId="{D3DA8777-804A-47C3-9725-557A2585CDBC}"/>
          </ac:spMkLst>
        </pc:spChg>
        <pc:spChg chg="add mod">
          <ac:chgData name="鈴木 秀規" userId="f68c5fd9-22d5-4c0a-9833-7fb0f5135313" providerId="ADAL" clId="{E853165E-E035-4511-B5B4-308A168A0417}" dt="2021-01-26T06:53:13.991" v="98" actId="14100"/>
          <ac:spMkLst>
            <pc:docMk/>
            <pc:sldMk cId="7953356" sldId="364"/>
            <ac:spMk id="7" creationId="{3FEB2926-C905-4FA8-B450-B619224DA1C1}"/>
          </ac:spMkLst>
        </pc:spChg>
        <pc:spChg chg="add mod">
          <ac:chgData name="鈴木 秀規" userId="f68c5fd9-22d5-4c0a-9833-7fb0f5135313" providerId="ADAL" clId="{E853165E-E035-4511-B5B4-308A168A0417}" dt="2021-01-26T06:53:45.356" v="106" actId="207"/>
          <ac:spMkLst>
            <pc:docMk/>
            <pc:sldMk cId="7953356" sldId="364"/>
            <ac:spMk id="8" creationId="{6A367164-A928-4A01-943C-55D34E06BEB2}"/>
          </ac:spMkLst>
        </pc:spChg>
      </pc:sldChg>
      <pc:sldChg chg="del">
        <pc:chgData name="鈴木 秀規" userId="f68c5fd9-22d5-4c0a-9833-7fb0f5135313" providerId="ADAL" clId="{E853165E-E035-4511-B5B4-308A168A0417}" dt="2021-01-26T06:49:23.924" v="13" actId="2696"/>
        <pc:sldMkLst>
          <pc:docMk/>
          <pc:sldMk cId="2175104273" sldId="364"/>
        </pc:sldMkLst>
      </pc:sldChg>
      <pc:sldChg chg="addSp delSp modSp new mod">
        <pc:chgData name="鈴木 秀規" userId="f68c5fd9-22d5-4c0a-9833-7fb0f5135313" providerId="ADAL" clId="{E853165E-E035-4511-B5B4-308A168A0417}" dt="2021-01-26T06:56:32.270" v="142" actId="207"/>
        <pc:sldMkLst>
          <pc:docMk/>
          <pc:sldMk cId="761714059" sldId="365"/>
        </pc:sldMkLst>
        <pc:spChg chg="mod">
          <ac:chgData name="鈴木 秀規" userId="f68c5fd9-22d5-4c0a-9833-7fb0f5135313" providerId="ADAL" clId="{E853165E-E035-4511-B5B4-308A168A0417}" dt="2021-01-26T06:53:58.034" v="108"/>
          <ac:spMkLst>
            <pc:docMk/>
            <pc:sldMk cId="761714059" sldId="365"/>
            <ac:spMk id="3" creationId="{3733A05E-9BA9-4926-9517-67B8A0E150D6}"/>
          </ac:spMkLst>
        </pc:spChg>
        <pc:spChg chg="mod">
          <ac:chgData name="鈴木 秀規" userId="f68c5fd9-22d5-4c0a-9833-7fb0f5135313" providerId="ADAL" clId="{E853165E-E035-4511-B5B4-308A168A0417}" dt="2021-01-26T06:54:20.720" v="112" actId="14100"/>
          <ac:spMkLst>
            <pc:docMk/>
            <pc:sldMk cId="761714059" sldId="365"/>
            <ac:spMk id="5" creationId="{E96A51FE-B42A-4EE4-A9DA-EEAF06618A1F}"/>
          </ac:spMkLst>
        </pc:spChg>
        <pc:spChg chg="add del">
          <ac:chgData name="鈴木 秀規" userId="f68c5fd9-22d5-4c0a-9833-7fb0f5135313" providerId="ADAL" clId="{E853165E-E035-4511-B5B4-308A168A0417}" dt="2021-01-26T06:54:35.192" v="114" actId="22"/>
          <ac:spMkLst>
            <pc:docMk/>
            <pc:sldMk cId="761714059" sldId="365"/>
            <ac:spMk id="7" creationId="{64B6B4F5-BFC6-4B7A-AE6A-58D1D989F876}"/>
          </ac:spMkLst>
        </pc:spChg>
        <pc:spChg chg="add mod">
          <ac:chgData name="鈴木 秀規" userId="f68c5fd9-22d5-4c0a-9833-7fb0f5135313" providerId="ADAL" clId="{E853165E-E035-4511-B5B4-308A168A0417}" dt="2021-01-26T06:56:32.270" v="142" actId="207"/>
          <ac:spMkLst>
            <pc:docMk/>
            <pc:sldMk cId="761714059" sldId="365"/>
            <ac:spMk id="9" creationId="{8A048620-FC94-4515-9BB9-AFAA97223774}"/>
          </ac:spMkLst>
        </pc:spChg>
        <pc:graphicFrameChg chg="add mod modGraphic">
          <ac:chgData name="鈴木 秀規" userId="f68c5fd9-22d5-4c0a-9833-7fb0f5135313" providerId="ADAL" clId="{E853165E-E035-4511-B5B4-308A168A0417}" dt="2021-01-26T06:55:55.576" v="132" actId="313"/>
          <ac:graphicFrameMkLst>
            <pc:docMk/>
            <pc:sldMk cId="761714059" sldId="365"/>
            <ac:graphicFrameMk id="8" creationId="{24A77B15-E2C0-47AB-8182-DE4F73A9C347}"/>
          </ac:graphicFrameMkLst>
        </pc:graphicFrameChg>
      </pc:sldChg>
      <pc:sldChg chg="del">
        <pc:chgData name="鈴木 秀規" userId="f68c5fd9-22d5-4c0a-9833-7fb0f5135313" providerId="ADAL" clId="{E853165E-E035-4511-B5B4-308A168A0417}" dt="2021-01-26T06:49:23.924" v="13" actId="2696"/>
        <pc:sldMkLst>
          <pc:docMk/>
          <pc:sldMk cId="1672930496" sldId="365"/>
        </pc:sldMkLst>
      </pc:sldChg>
      <pc:sldChg chg="modSp new mod">
        <pc:chgData name="鈴木 秀規" userId="f68c5fd9-22d5-4c0a-9833-7fb0f5135313" providerId="ADAL" clId="{E853165E-E035-4511-B5B4-308A168A0417}" dt="2021-01-26T06:57:55.540" v="162" actId="20577"/>
        <pc:sldMkLst>
          <pc:docMk/>
          <pc:sldMk cId="680852098" sldId="366"/>
        </pc:sldMkLst>
        <pc:spChg chg="mod">
          <ac:chgData name="鈴木 秀規" userId="f68c5fd9-22d5-4c0a-9833-7fb0f5135313" providerId="ADAL" clId="{E853165E-E035-4511-B5B4-308A168A0417}" dt="2021-01-26T06:56:49.451" v="144"/>
          <ac:spMkLst>
            <pc:docMk/>
            <pc:sldMk cId="680852098" sldId="366"/>
            <ac:spMk id="3" creationId="{FADC6B5B-32D8-4456-8CAF-77166E55C7D9}"/>
          </ac:spMkLst>
        </pc:spChg>
        <pc:spChg chg="mod">
          <ac:chgData name="鈴木 秀規" userId="f68c5fd9-22d5-4c0a-9833-7fb0f5135313" providerId="ADAL" clId="{E853165E-E035-4511-B5B4-308A168A0417}" dt="2021-01-26T06:57:55.540" v="162" actId="20577"/>
          <ac:spMkLst>
            <pc:docMk/>
            <pc:sldMk cId="680852098" sldId="366"/>
            <ac:spMk id="5" creationId="{AF203247-FDC5-4142-A6A8-9F290121F747}"/>
          </ac:spMkLst>
        </pc:spChg>
      </pc:sldChg>
      <pc:sldChg chg="del">
        <pc:chgData name="鈴木 秀規" userId="f68c5fd9-22d5-4c0a-9833-7fb0f5135313" providerId="ADAL" clId="{E853165E-E035-4511-B5B4-308A168A0417}" dt="2021-01-26T06:49:23.924" v="13" actId="2696"/>
        <pc:sldMkLst>
          <pc:docMk/>
          <pc:sldMk cId="3813337944" sldId="366"/>
        </pc:sldMkLst>
      </pc:sldChg>
      <pc:sldChg chg="del">
        <pc:chgData name="鈴木 秀規" userId="f68c5fd9-22d5-4c0a-9833-7fb0f5135313" providerId="ADAL" clId="{E853165E-E035-4511-B5B4-308A168A0417}" dt="2021-01-26T06:49:23.924" v="13" actId="2696"/>
        <pc:sldMkLst>
          <pc:docMk/>
          <pc:sldMk cId="926421663" sldId="367"/>
        </pc:sldMkLst>
      </pc:sldChg>
      <pc:sldChg chg="modSp new mod">
        <pc:chgData name="鈴木 秀規" userId="f68c5fd9-22d5-4c0a-9833-7fb0f5135313" providerId="ADAL" clId="{E853165E-E035-4511-B5B4-308A168A0417}" dt="2021-01-26T06:58:36.452" v="173" actId="207"/>
        <pc:sldMkLst>
          <pc:docMk/>
          <pc:sldMk cId="4223884688" sldId="367"/>
        </pc:sldMkLst>
        <pc:spChg chg="mod">
          <ac:chgData name="鈴木 秀規" userId="f68c5fd9-22d5-4c0a-9833-7fb0f5135313" providerId="ADAL" clId="{E853165E-E035-4511-B5B4-308A168A0417}" dt="2021-01-26T06:58:09.020" v="164"/>
          <ac:spMkLst>
            <pc:docMk/>
            <pc:sldMk cId="4223884688" sldId="367"/>
            <ac:spMk id="3" creationId="{4D44382D-F420-4DA2-97ED-86AF4EE00219}"/>
          </ac:spMkLst>
        </pc:spChg>
        <pc:spChg chg="mod">
          <ac:chgData name="鈴木 秀規" userId="f68c5fd9-22d5-4c0a-9833-7fb0f5135313" providerId="ADAL" clId="{E853165E-E035-4511-B5B4-308A168A0417}" dt="2021-01-26T06:58:36.452" v="173" actId="207"/>
          <ac:spMkLst>
            <pc:docMk/>
            <pc:sldMk cId="4223884688" sldId="367"/>
            <ac:spMk id="5" creationId="{671AB20C-6279-46AD-9F80-21F317F80AA7}"/>
          </ac:spMkLst>
        </pc:spChg>
      </pc:sldChg>
      <pc:sldChg chg="addSp modSp new mod">
        <pc:chgData name="鈴木 秀規" userId="f68c5fd9-22d5-4c0a-9833-7fb0f5135313" providerId="ADAL" clId="{E853165E-E035-4511-B5B4-308A168A0417}" dt="2021-01-26T07:00:37.342" v="193" actId="20577"/>
        <pc:sldMkLst>
          <pc:docMk/>
          <pc:sldMk cId="1322122799" sldId="368"/>
        </pc:sldMkLst>
        <pc:spChg chg="mod">
          <ac:chgData name="鈴木 秀規" userId="f68c5fd9-22d5-4c0a-9833-7fb0f5135313" providerId="ADAL" clId="{E853165E-E035-4511-B5B4-308A168A0417}" dt="2021-01-26T06:58:54.688" v="175"/>
          <ac:spMkLst>
            <pc:docMk/>
            <pc:sldMk cId="1322122799" sldId="368"/>
            <ac:spMk id="3" creationId="{89C63CE1-B4C7-4E52-9D4C-89FC8C97920A}"/>
          </ac:spMkLst>
        </pc:spChg>
        <pc:spChg chg="mod">
          <ac:chgData name="鈴木 秀規" userId="f68c5fd9-22d5-4c0a-9833-7fb0f5135313" providerId="ADAL" clId="{E853165E-E035-4511-B5B4-308A168A0417}" dt="2021-01-26T06:59:05.901" v="179" actId="14100"/>
          <ac:spMkLst>
            <pc:docMk/>
            <pc:sldMk cId="1322122799" sldId="368"/>
            <ac:spMk id="5" creationId="{77F3E9FD-1612-4B26-AF75-B3654AA72AE3}"/>
          </ac:spMkLst>
        </pc:spChg>
        <pc:spChg chg="add mod">
          <ac:chgData name="鈴木 秀規" userId="f68c5fd9-22d5-4c0a-9833-7fb0f5135313" providerId="ADAL" clId="{E853165E-E035-4511-B5B4-308A168A0417}" dt="2021-01-26T07:00:37.342" v="193" actId="20577"/>
          <ac:spMkLst>
            <pc:docMk/>
            <pc:sldMk cId="1322122799" sldId="368"/>
            <ac:spMk id="7" creationId="{C343A5EB-2A4E-49AD-9B0E-AA7D5DED592C}"/>
          </ac:spMkLst>
        </pc:spChg>
        <pc:graphicFrameChg chg="add mod modGraphic">
          <ac:chgData name="鈴木 秀規" userId="f68c5fd9-22d5-4c0a-9833-7fb0f5135313" providerId="ADAL" clId="{E853165E-E035-4511-B5B4-308A168A0417}" dt="2021-01-26T06:59:38.318" v="186" actId="12385"/>
          <ac:graphicFrameMkLst>
            <pc:docMk/>
            <pc:sldMk cId="1322122799" sldId="368"/>
            <ac:graphicFrameMk id="6" creationId="{66BCC900-1F2F-43EB-97AE-71D9DFF52AF4}"/>
          </ac:graphicFrameMkLst>
        </pc:graphicFrameChg>
      </pc:sldChg>
      <pc:sldChg chg="del">
        <pc:chgData name="鈴木 秀規" userId="f68c5fd9-22d5-4c0a-9833-7fb0f5135313" providerId="ADAL" clId="{E853165E-E035-4511-B5B4-308A168A0417}" dt="2021-01-26T06:49:23.924" v="13" actId="2696"/>
        <pc:sldMkLst>
          <pc:docMk/>
          <pc:sldMk cId="1591258520" sldId="368"/>
        </pc:sldMkLst>
      </pc:sldChg>
      <pc:sldChg chg="addSp modSp new mod">
        <pc:chgData name="鈴木 秀規" userId="f68c5fd9-22d5-4c0a-9833-7fb0f5135313" providerId="ADAL" clId="{E853165E-E035-4511-B5B4-308A168A0417}" dt="2021-01-26T07:09:00.463" v="507" actId="1076"/>
        <pc:sldMkLst>
          <pc:docMk/>
          <pc:sldMk cId="315703525" sldId="369"/>
        </pc:sldMkLst>
        <pc:spChg chg="mod">
          <ac:chgData name="鈴木 秀規" userId="f68c5fd9-22d5-4c0a-9833-7fb0f5135313" providerId="ADAL" clId="{E853165E-E035-4511-B5B4-308A168A0417}" dt="2021-01-26T07:00:51.742" v="195"/>
          <ac:spMkLst>
            <pc:docMk/>
            <pc:sldMk cId="315703525" sldId="369"/>
            <ac:spMk id="3" creationId="{3579D21D-214D-4555-8975-F5BB54400AC7}"/>
          </ac:spMkLst>
        </pc:spChg>
        <pc:spChg chg="mod">
          <ac:chgData name="鈴木 秀規" userId="f68c5fd9-22d5-4c0a-9833-7fb0f5135313" providerId="ADAL" clId="{E853165E-E035-4511-B5B4-308A168A0417}" dt="2021-01-26T07:01:02.441" v="199" actId="14100"/>
          <ac:spMkLst>
            <pc:docMk/>
            <pc:sldMk cId="315703525" sldId="369"/>
            <ac:spMk id="5" creationId="{D163C203-11FA-4A78-BFC9-15A479C92BB8}"/>
          </ac:spMkLst>
        </pc:spChg>
        <pc:spChg chg="add mod">
          <ac:chgData name="鈴木 秀規" userId="f68c5fd9-22d5-4c0a-9833-7fb0f5135313" providerId="ADAL" clId="{E853165E-E035-4511-B5B4-308A168A0417}" dt="2021-01-26T07:03:44.599" v="264" actId="14100"/>
          <ac:spMkLst>
            <pc:docMk/>
            <pc:sldMk cId="315703525" sldId="369"/>
            <ac:spMk id="7" creationId="{FFE3FAC7-5395-4AAF-ABA2-9B7509B04D4D}"/>
          </ac:spMkLst>
        </pc:spChg>
        <pc:spChg chg="add mod">
          <ac:chgData name="鈴木 秀規" userId="f68c5fd9-22d5-4c0a-9833-7fb0f5135313" providerId="ADAL" clId="{E853165E-E035-4511-B5B4-308A168A0417}" dt="2021-01-26T07:08:14.331" v="500" actId="1076"/>
          <ac:spMkLst>
            <pc:docMk/>
            <pc:sldMk cId="315703525" sldId="369"/>
            <ac:spMk id="9" creationId="{6D5056E3-2F58-4B23-BB19-5CEAC7EB4FB7}"/>
          </ac:spMkLst>
        </pc:spChg>
        <pc:spChg chg="add mod">
          <ac:chgData name="鈴木 秀規" userId="f68c5fd9-22d5-4c0a-9833-7fb0f5135313" providerId="ADAL" clId="{E853165E-E035-4511-B5B4-308A168A0417}" dt="2021-01-26T07:08:16.235" v="501" actId="571"/>
          <ac:spMkLst>
            <pc:docMk/>
            <pc:sldMk cId="315703525" sldId="369"/>
            <ac:spMk id="10" creationId="{04909C17-CFB9-4D4C-9AC6-0A3C971DE333}"/>
          </ac:spMkLst>
        </pc:spChg>
        <pc:spChg chg="add mod">
          <ac:chgData name="鈴木 秀規" userId="f68c5fd9-22d5-4c0a-9833-7fb0f5135313" providerId="ADAL" clId="{E853165E-E035-4511-B5B4-308A168A0417}" dt="2021-01-26T07:08:25.768" v="502" actId="571"/>
          <ac:spMkLst>
            <pc:docMk/>
            <pc:sldMk cId="315703525" sldId="369"/>
            <ac:spMk id="11" creationId="{59DE6BC7-E6E4-423A-BB58-C78E0EE07548}"/>
          </ac:spMkLst>
        </pc:spChg>
        <pc:spChg chg="add mod">
          <ac:chgData name="鈴木 秀規" userId="f68c5fd9-22d5-4c0a-9833-7fb0f5135313" providerId="ADAL" clId="{E853165E-E035-4511-B5B4-308A168A0417}" dt="2021-01-26T07:08:25.768" v="502" actId="571"/>
          <ac:spMkLst>
            <pc:docMk/>
            <pc:sldMk cId="315703525" sldId="369"/>
            <ac:spMk id="12" creationId="{8ADCFC81-F201-4182-9877-E88678F91386}"/>
          </ac:spMkLst>
        </pc:spChg>
        <pc:spChg chg="add mod">
          <ac:chgData name="鈴木 秀規" userId="f68c5fd9-22d5-4c0a-9833-7fb0f5135313" providerId="ADAL" clId="{E853165E-E035-4511-B5B4-308A168A0417}" dt="2021-01-26T07:09:00.463" v="507" actId="1076"/>
          <ac:spMkLst>
            <pc:docMk/>
            <pc:sldMk cId="315703525" sldId="369"/>
            <ac:spMk id="13" creationId="{7FC3877A-4C79-40D9-956C-E51FFDD02FB7}"/>
          </ac:spMkLst>
        </pc:spChg>
        <pc:graphicFrameChg chg="add mod modGraphic">
          <ac:chgData name="鈴木 秀規" userId="f68c5fd9-22d5-4c0a-9833-7fb0f5135313" providerId="ADAL" clId="{E853165E-E035-4511-B5B4-308A168A0417}" dt="2021-01-26T07:03:07.125" v="255" actId="1076"/>
          <ac:graphicFrameMkLst>
            <pc:docMk/>
            <pc:sldMk cId="315703525" sldId="369"/>
            <ac:graphicFrameMk id="6" creationId="{3FB337BA-FCC4-476F-851F-E9D142017ED6}"/>
          </ac:graphicFrameMkLst>
        </pc:graphicFrameChg>
        <pc:graphicFrameChg chg="add mod modGraphic">
          <ac:chgData name="鈴木 秀規" userId="f68c5fd9-22d5-4c0a-9833-7fb0f5135313" providerId="ADAL" clId="{E853165E-E035-4511-B5B4-308A168A0417}" dt="2021-01-26T07:07:46.065" v="495" actId="12385"/>
          <ac:graphicFrameMkLst>
            <pc:docMk/>
            <pc:sldMk cId="315703525" sldId="369"/>
            <ac:graphicFrameMk id="8" creationId="{49C03C2E-C2C3-4E43-A6AC-F47AF13EE8CD}"/>
          </ac:graphicFrameMkLst>
        </pc:graphicFrameChg>
      </pc:sldChg>
      <pc:sldChg chg="del">
        <pc:chgData name="鈴木 秀規" userId="f68c5fd9-22d5-4c0a-9833-7fb0f5135313" providerId="ADAL" clId="{E853165E-E035-4511-B5B4-308A168A0417}" dt="2021-01-26T06:49:23.924" v="13" actId="2696"/>
        <pc:sldMkLst>
          <pc:docMk/>
          <pc:sldMk cId="4005864456" sldId="369"/>
        </pc:sldMkLst>
      </pc:sldChg>
      <pc:sldChg chg="del">
        <pc:chgData name="鈴木 秀規" userId="f68c5fd9-22d5-4c0a-9833-7fb0f5135313" providerId="ADAL" clId="{E853165E-E035-4511-B5B4-308A168A0417}" dt="2021-01-26T06:49:23.924" v="13" actId="2696"/>
        <pc:sldMkLst>
          <pc:docMk/>
          <pc:sldMk cId="1111639589" sldId="370"/>
        </pc:sldMkLst>
      </pc:sldChg>
      <pc:sldChg chg="modSp new mod">
        <pc:chgData name="鈴木 秀規" userId="f68c5fd9-22d5-4c0a-9833-7fb0f5135313" providerId="ADAL" clId="{E853165E-E035-4511-B5B4-308A168A0417}" dt="2021-01-26T07:09:37.636" v="514" actId="207"/>
        <pc:sldMkLst>
          <pc:docMk/>
          <pc:sldMk cId="1918088230" sldId="370"/>
        </pc:sldMkLst>
        <pc:spChg chg="mod">
          <ac:chgData name="鈴木 秀規" userId="f68c5fd9-22d5-4c0a-9833-7fb0f5135313" providerId="ADAL" clId="{E853165E-E035-4511-B5B4-308A168A0417}" dt="2021-01-26T07:09:18.165" v="509"/>
          <ac:spMkLst>
            <pc:docMk/>
            <pc:sldMk cId="1918088230" sldId="370"/>
            <ac:spMk id="3" creationId="{64F1479F-1941-4D3E-9030-5EA412C6B32C}"/>
          </ac:spMkLst>
        </pc:spChg>
        <pc:spChg chg="mod">
          <ac:chgData name="鈴木 秀規" userId="f68c5fd9-22d5-4c0a-9833-7fb0f5135313" providerId="ADAL" clId="{E853165E-E035-4511-B5B4-308A168A0417}" dt="2021-01-26T07:09:37.636" v="514" actId="207"/>
          <ac:spMkLst>
            <pc:docMk/>
            <pc:sldMk cId="1918088230" sldId="370"/>
            <ac:spMk id="5" creationId="{BFCE6B65-8715-4522-A55C-2D7440524DC1}"/>
          </ac:spMkLst>
        </pc:spChg>
      </pc:sldChg>
      <pc:sldChg chg="del">
        <pc:chgData name="鈴木 秀規" userId="f68c5fd9-22d5-4c0a-9833-7fb0f5135313" providerId="ADAL" clId="{E853165E-E035-4511-B5B4-308A168A0417}" dt="2021-01-26T06:49:23.924" v="13" actId="2696"/>
        <pc:sldMkLst>
          <pc:docMk/>
          <pc:sldMk cId="1449548173" sldId="371"/>
        </pc:sldMkLst>
      </pc:sldChg>
      <pc:sldChg chg="addSp modSp new mod">
        <pc:chgData name="鈴木 秀規" userId="f68c5fd9-22d5-4c0a-9833-7fb0f5135313" providerId="ADAL" clId="{E853165E-E035-4511-B5B4-308A168A0417}" dt="2021-01-26T07:10:45.286" v="527" actId="6549"/>
        <pc:sldMkLst>
          <pc:docMk/>
          <pc:sldMk cId="1875641365" sldId="371"/>
        </pc:sldMkLst>
        <pc:spChg chg="mod">
          <ac:chgData name="鈴木 秀規" userId="f68c5fd9-22d5-4c0a-9833-7fb0f5135313" providerId="ADAL" clId="{E853165E-E035-4511-B5B4-308A168A0417}" dt="2021-01-26T07:09:52.646" v="516"/>
          <ac:spMkLst>
            <pc:docMk/>
            <pc:sldMk cId="1875641365" sldId="371"/>
            <ac:spMk id="3" creationId="{79199FA5-8FEC-4EF4-8FEB-C59D90C2228A}"/>
          </ac:spMkLst>
        </pc:spChg>
        <pc:spChg chg="mod">
          <ac:chgData name="鈴木 秀規" userId="f68c5fd9-22d5-4c0a-9833-7fb0f5135313" providerId="ADAL" clId="{E853165E-E035-4511-B5B4-308A168A0417}" dt="2021-01-26T07:10:06.341" v="519" actId="14100"/>
          <ac:spMkLst>
            <pc:docMk/>
            <pc:sldMk cId="1875641365" sldId="371"/>
            <ac:spMk id="5" creationId="{5DA25019-0660-4BDD-B55E-B5F9E8A5F8FA}"/>
          </ac:spMkLst>
        </pc:spChg>
        <pc:spChg chg="add mod">
          <ac:chgData name="鈴木 秀規" userId="f68c5fd9-22d5-4c0a-9833-7fb0f5135313" providerId="ADAL" clId="{E853165E-E035-4511-B5B4-308A168A0417}" dt="2021-01-26T07:10:45.286" v="527" actId="6549"/>
          <ac:spMkLst>
            <pc:docMk/>
            <pc:sldMk cId="1875641365" sldId="371"/>
            <ac:spMk id="7" creationId="{46B1B2EB-2B3A-4DC1-B80B-474661379F83}"/>
          </ac:spMkLst>
        </pc:spChg>
        <pc:graphicFrameChg chg="add mod modGraphic">
          <ac:chgData name="鈴木 秀規" userId="f68c5fd9-22d5-4c0a-9833-7fb0f5135313" providerId="ADAL" clId="{E853165E-E035-4511-B5B4-308A168A0417}" dt="2021-01-26T07:10:27.368" v="524" actId="12385"/>
          <ac:graphicFrameMkLst>
            <pc:docMk/>
            <pc:sldMk cId="1875641365" sldId="371"/>
            <ac:graphicFrameMk id="6" creationId="{DB6E5E4E-A296-4C66-AFBD-8AB7FFAEFF35}"/>
          </ac:graphicFrameMkLst>
        </pc:graphicFrameChg>
      </pc:sldChg>
      <pc:sldChg chg="del">
        <pc:chgData name="鈴木 秀規" userId="f68c5fd9-22d5-4c0a-9833-7fb0f5135313" providerId="ADAL" clId="{E853165E-E035-4511-B5B4-308A168A0417}" dt="2021-01-26T06:49:23.924" v="13" actId="2696"/>
        <pc:sldMkLst>
          <pc:docMk/>
          <pc:sldMk cId="944436562" sldId="372"/>
        </pc:sldMkLst>
      </pc:sldChg>
      <pc:sldChg chg="addSp modSp new mod">
        <pc:chgData name="鈴木 秀規" userId="f68c5fd9-22d5-4c0a-9833-7fb0f5135313" providerId="ADAL" clId="{E853165E-E035-4511-B5B4-308A168A0417}" dt="2021-01-26T07:16:30.417" v="558" actId="14100"/>
        <pc:sldMkLst>
          <pc:docMk/>
          <pc:sldMk cId="4147123060" sldId="372"/>
        </pc:sldMkLst>
        <pc:spChg chg="mod">
          <ac:chgData name="鈴木 秀規" userId="f68c5fd9-22d5-4c0a-9833-7fb0f5135313" providerId="ADAL" clId="{E853165E-E035-4511-B5B4-308A168A0417}" dt="2021-01-26T07:14:45.061" v="529"/>
          <ac:spMkLst>
            <pc:docMk/>
            <pc:sldMk cId="4147123060" sldId="372"/>
            <ac:spMk id="3" creationId="{2EA18155-BA30-4B8F-9456-D66423E4C71E}"/>
          </ac:spMkLst>
        </pc:spChg>
        <pc:spChg chg="mod">
          <ac:chgData name="鈴木 秀規" userId="f68c5fd9-22d5-4c0a-9833-7fb0f5135313" providerId="ADAL" clId="{E853165E-E035-4511-B5B4-308A168A0417}" dt="2021-01-26T07:15:11.190" v="545" actId="14100"/>
          <ac:spMkLst>
            <pc:docMk/>
            <pc:sldMk cId="4147123060" sldId="372"/>
            <ac:spMk id="5" creationId="{7F2EA038-8175-4307-8624-788489285D38}"/>
          </ac:spMkLst>
        </pc:spChg>
        <pc:spChg chg="add mod">
          <ac:chgData name="鈴木 秀規" userId="f68c5fd9-22d5-4c0a-9833-7fb0f5135313" providerId="ADAL" clId="{E853165E-E035-4511-B5B4-308A168A0417}" dt="2021-01-26T07:16:30.417" v="558" actId="14100"/>
          <ac:spMkLst>
            <pc:docMk/>
            <pc:sldMk cId="4147123060" sldId="372"/>
            <ac:spMk id="7" creationId="{7C184432-A4C0-43A0-9489-DFE4013BDC15}"/>
          </ac:spMkLst>
        </pc:spChg>
        <pc:graphicFrameChg chg="add mod modGraphic">
          <ac:chgData name="鈴木 秀規" userId="f68c5fd9-22d5-4c0a-9833-7fb0f5135313" providerId="ADAL" clId="{E853165E-E035-4511-B5B4-308A168A0417}" dt="2021-01-26T07:15:29.391" v="550" actId="12385"/>
          <ac:graphicFrameMkLst>
            <pc:docMk/>
            <pc:sldMk cId="4147123060" sldId="372"/>
            <ac:graphicFrameMk id="6" creationId="{8D427EB3-FACB-4063-B0DC-990726DCB991}"/>
          </ac:graphicFrameMkLst>
        </pc:graphicFrameChg>
      </pc:sldChg>
      <pc:sldChg chg="del">
        <pc:chgData name="鈴木 秀規" userId="f68c5fd9-22d5-4c0a-9833-7fb0f5135313" providerId="ADAL" clId="{E853165E-E035-4511-B5B4-308A168A0417}" dt="2021-01-26T06:49:23.924" v="13" actId="2696"/>
        <pc:sldMkLst>
          <pc:docMk/>
          <pc:sldMk cId="35644827" sldId="373"/>
        </pc:sldMkLst>
      </pc:sldChg>
      <pc:sldChg chg="modSp new mod">
        <pc:chgData name="鈴木 秀規" userId="f68c5fd9-22d5-4c0a-9833-7fb0f5135313" providerId="ADAL" clId="{E853165E-E035-4511-B5B4-308A168A0417}" dt="2021-01-26T07:17:03.116" v="569" actId="207"/>
        <pc:sldMkLst>
          <pc:docMk/>
          <pc:sldMk cId="310747956" sldId="373"/>
        </pc:sldMkLst>
        <pc:spChg chg="mod">
          <ac:chgData name="鈴木 秀規" userId="f68c5fd9-22d5-4c0a-9833-7fb0f5135313" providerId="ADAL" clId="{E853165E-E035-4511-B5B4-308A168A0417}" dt="2021-01-26T07:16:39.438" v="560"/>
          <ac:spMkLst>
            <pc:docMk/>
            <pc:sldMk cId="310747956" sldId="373"/>
            <ac:spMk id="3" creationId="{1D48062C-486F-4508-9019-5F8EBA5C15A4}"/>
          </ac:spMkLst>
        </pc:spChg>
        <pc:spChg chg="mod">
          <ac:chgData name="鈴木 秀規" userId="f68c5fd9-22d5-4c0a-9833-7fb0f5135313" providerId="ADAL" clId="{E853165E-E035-4511-B5B4-308A168A0417}" dt="2021-01-26T07:17:03.116" v="569" actId="207"/>
          <ac:spMkLst>
            <pc:docMk/>
            <pc:sldMk cId="310747956" sldId="373"/>
            <ac:spMk id="5" creationId="{A4750B68-70D9-4C99-AF60-82482FAB7F0A}"/>
          </ac:spMkLst>
        </pc:spChg>
      </pc:sldChg>
      <pc:sldChg chg="modSp new mod">
        <pc:chgData name="鈴木 秀規" userId="f68c5fd9-22d5-4c0a-9833-7fb0f5135313" providerId="ADAL" clId="{E853165E-E035-4511-B5B4-308A168A0417}" dt="2021-01-26T07:18:19.034" v="594" actId="207"/>
        <pc:sldMkLst>
          <pc:docMk/>
          <pc:sldMk cId="84034417" sldId="374"/>
        </pc:sldMkLst>
        <pc:spChg chg="mod">
          <ac:chgData name="鈴木 秀規" userId="f68c5fd9-22d5-4c0a-9833-7fb0f5135313" providerId="ADAL" clId="{E853165E-E035-4511-B5B4-308A168A0417}" dt="2021-01-26T07:17:12.938" v="571"/>
          <ac:spMkLst>
            <pc:docMk/>
            <pc:sldMk cId="84034417" sldId="374"/>
            <ac:spMk id="3" creationId="{E06B1000-9220-4D64-830A-7136494F2DBF}"/>
          </ac:spMkLst>
        </pc:spChg>
        <pc:spChg chg="mod">
          <ac:chgData name="鈴木 秀規" userId="f68c5fd9-22d5-4c0a-9833-7fb0f5135313" providerId="ADAL" clId="{E853165E-E035-4511-B5B4-308A168A0417}" dt="2021-01-26T07:18:19.034" v="594" actId="207"/>
          <ac:spMkLst>
            <pc:docMk/>
            <pc:sldMk cId="84034417" sldId="374"/>
            <ac:spMk id="5" creationId="{8AB3D740-2F1A-4FA4-AF46-FF8F852F0650}"/>
          </ac:spMkLst>
        </pc:spChg>
      </pc:sldChg>
      <pc:sldChg chg="del">
        <pc:chgData name="鈴木 秀規" userId="f68c5fd9-22d5-4c0a-9833-7fb0f5135313" providerId="ADAL" clId="{E853165E-E035-4511-B5B4-308A168A0417}" dt="2021-01-26T06:49:23.924" v="13" actId="2696"/>
        <pc:sldMkLst>
          <pc:docMk/>
          <pc:sldMk cId="3586215112" sldId="374"/>
        </pc:sldMkLst>
      </pc:sldChg>
      <pc:sldChg chg="del">
        <pc:chgData name="鈴木 秀規" userId="f68c5fd9-22d5-4c0a-9833-7fb0f5135313" providerId="ADAL" clId="{E853165E-E035-4511-B5B4-308A168A0417}" dt="2021-01-26T06:49:23.924" v="13" actId="2696"/>
        <pc:sldMkLst>
          <pc:docMk/>
          <pc:sldMk cId="3278431197" sldId="375"/>
        </pc:sldMkLst>
      </pc:sldChg>
      <pc:sldChg chg="modSp new mod">
        <pc:chgData name="鈴木 秀規" userId="f68c5fd9-22d5-4c0a-9833-7fb0f5135313" providerId="ADAL" clId="{E853165E-E035-4511-B5B4-308A168A0417}" dt="2021-01-26T07:19:41.168" v="628" actId="207"/>
        <pc:sldMkLst>
          <pc:docMk/>
          <pc:sldMk cId="4133178376" sldId="375"/>
        </pc:sldMkLst>
        <pc:spChg chg="mod">
          <ac:chgData name="鈴木 秀規" userId="f68c5fd9-22d5-4c0a-9833-7fb0f5135313" providerId="ADAL" clId="{E853165E-E035-4511-B5B4-308A168A0417}" dt="2021-01-26T07:18:35.603" v="596"/>
          <ac:spMkLst>
            <pc:docMk/>
            <pc:sldMk cId="4133178376" sldId="375"/>
            <ac:spMk id="3" creationId="{746B367E-1769-43F6-B709-9DC962BCAD84}"/>
          </ac:spMkLst>
        </pc:spChg>
        <pc:spChg chg="mod">
          <ac:chgData name="鈴木 秀規" userId="f68c5fd9-22d5-4c0a-9833-7fb0f5135313" providerId="ADAL" clId="{E853165E-E035-4511-B5B4-308A168A0417}" dt="2021-01-26T07:19:41.168" v="628" actId="207"/>
          <ac:spMkLst>
            <pc:docMk/>
            <pc:sldMk cId="4133178376" sldId="375"/>
            <ac:spMk id="5" creationId="{7BD660E2-4B00-4845-95F2-9DBB4781CAE5}"/>
          </ac:spMkLst>
        </pc:spChg>
      </pc:sldChg>
      <pc:sldChg chg="del">
        <pc:chgData name="鈴木 秀規" userId="f68c5fd9-22d5-4c0a-9833-7fb0f5135313" providerId="ADAL" clId="{E853165E-E035-4511-B5B4-308A168A0417}" dt="2021-01-26T06:49:23.924" v="13" actId="2696"/>
        <pc:sldMkLst>
          <pc:docMk/>
          <pc:sldMk cId="3335697102" sldId="376"/>
        </pc:sldMkLst>
      </pc:sldChg>
      <pc:sldChg chg="modSp new mod">
        <pc:chgData name="鈴木 秀規" userId="f68c5fd9-22d5-4c0a-9833-7fb0f5135313" providerId="ADAL" clId="{E853165E-E035-4511-B5B4-308A168A0417}" dt="2021-01-26T07:21:48.714" v="658" actId="207"/>
        <pc:sldMkLst>
          <pc:docMk/>
          <pc:sldMk cId="3795804375" sldId="376"/>
        </pc:sldMkLst>
        <pc:spChg chg="mod">
          <ac:chgData name="鈴木 秀規" userId="f68c5fd9-22d5-4c0a-9833-7fb0f5135313" providerId="ADAL" clId="{E853165E-E035-4511-B5B4-308A168A0417}" dt="2021-01-26T07:20:07.699" v="630"/>
          <ac:spMkLst>
            <pc:docMk/>
            <pc:sldMk cId="3795804375" sldId="376"/>
            <ac:spMk id="3" creationId="{B507E0B6-C1E9-4F9D-8B09-1681C4D89919}"/>
          </ac:spMkLst>
        </pc:spChg>
        <pc:spChg chg="mod">
          <ac:chgData name="鈴木 秀規" userId="f68c5fd9-22d5-4c0a-9833-7fb0f5135313" providerId="ADAL" clId="{E853165E-E035-4511-B5B4-308A168A0417}" dt="2021-01-26T07:21:48.714" v="658" actId="207"/>
          <ac:spMkLst>
            <pc:docMk/>
            <pc:sldMk cId="3795804375" sldId="376"/>
            <ac:spMk id="5" creationId="{BE107BB1-F5D7-4713-A850-B3ACA63D2DE9}"/>
          </ac:spMkLst>
        </pc:spChg>
      </pc:sldChg>
      <pc:sldChg chg="del">
        <pc:chgData name="鈴木 秀規" userId="f68c5fd9-22d5-4c0a-9833-7fb0f5135313" providerId="ADAL" clId="{E853165E-E035-4511-B5B4-308A168A0417}" dt="2021-01-26T06:49:23.924" v="13" actId="2696"/>
        <pc:sldMkLst>
          <pc:docMk/>
          <pc:sldMk cId="1075370688" sldId="377"/>
        </pc:sldMkLst>
      </pc:sldChg>
      <pc:sldChg chg="modSp new mod">
        <pc:chgData name="鈴木 秀規" userId="f68c5fd9-22d5-4c0a-9833-7fb0f5135313" providerId="ADAL" clId="{E853165E-E035-4511-B5B4-308A168A0417}" dt="2021-01-26T07:24:00.081" v="677"/>
        <pc:sldMkLst>
          <pc:docMk/>
          <pc:sldMk cId="4201067025" sldId="377"/>
        </pc:sldMkLst>
        <pc:spChg chg="mod">
          <ac:chgData name="鈴木 秀規" userId="f68c5fd9-22d5-4c0a-9833-7fb0f5135313" providerId="ADAL" clId="{E853165E-E035-4511-B5B4-308A168A0417}" dt="2021-01-26T07:24:00.081" v="677"/>
          <ac:spMkLst>
            <pc:docMk/>
            <pc:sldMk cId="4201067025" sldId="377"/>
            <ac:spMk id="3" creationId="{0665AB20-5634-4D5D-BE5B-3E4D60E5D7CB}"/>
          </ac:spMkLst>
        </pc:spChg>
        <pc:spChg chg="mod">
          <ac:chgData name="鈴木 秀規" userId="f68c5fd9-22d5-4c0a-9833-7fb0f5135313" providerId="ADAL" clId="{E853165E-E035-4511-B5B4-308A168A0417}" dt="2021-01-26T07:23:42.653" v="676" actId="207"/>
          <ac:spMkLst>
            <pc:docMk/>
            <pc:sldMk cId="4201067025" sldId="377"/>
            <ac:spMk id="5" creationId="{63F330CA-F3E7-4D06-A9A4-0E49DCF88952}"/>
          </ac:spMkLst>
        </pc:spChg>
      </pc:sldChg>
      <pc:sldChg chg="modSp new mod">
        <pc:chgData name="鈴木 秀規" userId="f68c5fd9-22d5-4c0a-9833-7fb0f5135313" providerId="ADAL" clId="{E853165E-E035-4511-B5B4-308A168A0417}" dt="2021-01-26T07:25:50.648" v="716" actId="20577"/>
        <pc:sldMkLst>
          <pc:docMk/>
          <pc:sldMk cId="2170260322" sldId="378"/>
        </pc:sldMkLst>
        <pc:spChg chg="mod">
          <ac:chgData name="鈴木 秀規" userId="f68c5fd9-22d5-4c0a-9833-7fb0f5135313" providerId="ADAL" clId="{E853165E-E035-4511-B5B4-308A168A0417}" dt="2021-01-26T07:24:20.672" v="679"/>
          <ac:spMkLst>
            <pc:docMk/>
            <pc:sldMk cId="2170260322" sldId="378"/>
            <ac:spMk id="3" creationId="{0DA8AECB-9949-437E-B1D6-39595C07B0D8}"/>
          </ac:spMkLst>
        </pc:spChg>
        <pc:spChg chg="mod">
          <ac:chgData name="鈴木 秀規" userId="f68c5fd9-22d5-4c0a-9833-7fb0f5135313" providerId="ADAL" clId="{E853165E-E035-4511-B5B4-308A168A0417}" dt="2021-01-26T07:25:50.648" v="716" actId="20577"/>
          <ac:spMkLst>
            <pc:docMk/>
            <pc:sldMk cId="2170260322" sldId="378"/>
            <ac:spMk id="5" creationId="{4FDEE744-CA72-4937-ADAC-29EBAB9434D3}"/>
          </ac:spMkLst>
        </pc:spChg>
      </pc:sldChg>
      <pc:sldChg chg="del">
        <pc:chgData name="鈴木 秀規" userId="f68c5fd9-22d5-4c0a-9833-7fb0f5135313" providerId="ADAL" clId="{E853165E-E035-4511-B5B4-308A168A0417}" dt="2021-01-26T06:49:23.924" v="13" actId="2696"/>
        <pc:sldMkLst>
          <pc:docMk/>
          <pc:sldMk cId="2580646882" sldId="378"/>
        </pc:sldMkLst>
      </pc:sldChg>
      <pc:sldChg chg="del">
        <pc:chgData name="鈴木 秀規" userId="f68c5fd9-22d5-4c0a-9833-7fb0f5135313" providerId="ADAL" clId="{E853165E-E035-4511-B5B4-308A168A0417}" dt="2021-01-26T06:49:23.924" v="13" actId="2696"/>
        <pc:sldMkLst>
          <pc:docMk/>
          <pc:sldMk cId="3868544456" sldId="379"/>
        </pc:sldMkLst>
      </pc:sldChg>
      <pc:sldChg chg="modSp new mod">
        <pc:chgData name="鈴木 秀規" userId="f68c5fd9-22d5-4c0a-9833-7fb0f5135313" providerId="ADAL" clId="{E853165E-E035-4511-B5B4-308A168A0417}" dt="2021-01-26T07:27:23.533" v="740" actId="207"/>
        <pc:sldMkLst>
          <pc:docMk/>
          <pc:sldMk cId="4171248681" sldId="379"/>
        </pc:sldMkLst>
        <pc:spChg chg="mod">
          <ac:chgData name="鈴木 秀規" userId="f68c5fd9-22d5-4c0a-9833-7fb0f5135313" providerId="ADAL" clId="{E853165E-E035-4511-B5B4-308A168A0417}" dt="2021-01-26T07:26:07.408" v="718"/>
          <ac:spMkLst>
            <pc:docMk/>
            <pc:sldMk cId="4171248681" sldId="379"/>
            <ac:spMk id="3" creationId="{6AB4C576-1A20-40B6-9482-425697740EAC}"/>
          </ac:spMkLst>
        </pc:spChg>
        <pc:spChg chg="mod">
          <ac:chgData name="鈴木 秀規" userId="f68c5fd9-22d5-4c0a-9833-7fb0f5135313" providerId="ADAL" clId="{E853165E-E035-4511-B5B4-308A168A0417}" dt="2021-01-26T07:27:23.533" v="740" actId="207"/>
          <ac:spMkLst>
            <pc:docMk/>
            <pc:sldMk cId="4171248681" sldId="379"/>
            <ac:spMk id="5" creationId="{411E77CC-7B52-4ADF-9369-7EE2F4FF9FB4}"/>
          </ac:spMkLst>
        </pc:spChg>
      </pc:sldChg>
      <pc:sldChg chg="modSp new mod">
        <pc:chgData name="鈴木 秀規" userId="f68c5fd9-22d5-4c0a-9833-7fb0f5135313" providerId="ADAL" clId="{E853165E-E035-4511-B5B4-308A168A0417}" dt="2021-01-26T07:30:14.987" v="775" actId="207"/>
        <pc:sldMkLst>
          <pc:docMk/>
          <pc:sldMk cId="1003752797" sldId="380"/>
        </pc:sldMkLst>
        <pc:spChg chg="mod">
          <ac:chgData name="鈴木 秀規" userId="f68c5fd9-22d5-4c0a-9833-7fb0f5135313" providerId="ADAL" clId="{E853165E-E035-4511-B5B4-308A168A0417}" dt="2021-01-26T07:27:37.948" v="742"/>
          <ac:spMkLst>
            <pc:docMk/>
            <pc:sldMk cId="1003752797" sldId="380"/>
            <ac:spMk id="3" creationId="{3DD7817D-51CC-4908-AFA3-B8716B0E7C8D}"/>
          </ac:spMkLst>
        </pc:spChg>
        <pc:spChg chg="mod">
          <ac:chgData name="鈴木 秀規" userId="f68c5fd9-22d5-4c0a-9833-7fb0f5135313" providerId="ADAL" clId="{E853165E-E035-4511-B5B4-308A168A0417}" dt="2021-01-26T07:30:14.987" v="775" actId="207"/>
          <ac:spMkLst>
            <pc:docMk/>
            <pc:sldMk cId="1003752797" sldId="380"/>
            <ac:spMk id="5" creationId="{A04F5A0A-D700-4503-AA4B-9F9FF34EA903}"/>
          </ac:spMkLst>
        </pc:spChg>
      </pc:sldChg>
      <pc:sldChg chg="del">
        <pc:chgData name="鈴木 秀規" userId="f68c5fd9-22d5-4c0a-9833-7fb0f5135313" providerId="ADAL" clId="{E853165E-E035-4511-B5B4-308A168A0417}" dt="2021-01-26T06:49:23.924" v="13" actId="2696"/>
        <pc:sldMkLst>
          <pc:docMk/>
          <pc:sldMk cId="1868720455" sldId="380"/>
        </pc:sldMkLst>
      </pc:sldChg>
      <pc:sldChg chg="modSp new mod">
        <pc:chgData name="鈴木 秀規" userId="f68c5fd9-22d5-4c0a-9833-7fb0f5135313" providerId="ADAL" clId="{E853165E-E035-4511-B5B4-308A168A0417}" dt="2021-01-26T07:31:18.750" v="789" actId="207"/>
        <pc:sldMkLst>
          <pc:docMk/>
          <pc:sldMk cId="2315279680" sldId="381"/>
        </pc:sldMkLst>
        <pc:spChg chg="mod">
          <ac:chgData name="鈴木 秀規" userId="f68c5fd9-22d5-4c0a-9833-7fb0f5135313" providerId="ADAL" clId="{E853165E-E035-4511-B5B4-308A168A0417}" dt="2021-01-26T07:30:34.108" v="777"/>
          <ac:spMkLst>
            <pc:docMk/>
            <pc:sldMk cId="2315279680" sldId="381"/>
            <ac:spMk id="3" creationId="{3AA44DE9-1882-47A0-A1B1-12AE5F0F2CA2}"/>
          </ac:spMkLst>
        </pc:spChg>
        <pc:spChg chg="mod">
          <ac:chgData name="鈴木 秀規" userId="f68c5fd9-22d5-4c0a-9833-7fb0f5135313" providerId="ADAL" clId="{E853165E-E035-4511-B5B4-308A168A0417}" dt="2021-01-26T07:31:18.750" v="789" actId="207"/>
          <ac:spMkLst>
            <pc:docMk/>
            <pc:sldMk cId="2315279680" sldId="381"/>
            <ac:spMk id="5" creationId="{608B9E3C-5E1C-4FFD-81A1-35C10C8DAB11}"/>
          </ac:spMkLst>
        </pc:spChg>
      </pc:sldChg>
      <pc:sldChg chg="del">
        <pc:chgData name="鈴木 秀規" userId="f68c5fd9-22d5-4c0a-9833-7fb0f5135313" providerId="ADAL" clId="{E853165E-E035-4511-B5B4-308A168A0417}" dt="2021-01-26T06:49:23.924" v="13" actId="2696"/>
        <pc:sldMkLst>
          <pc:docMk/>
          <pc:sldMk cId="3747614513" sldId="381"/>
        </pc:sldMkLst>
      </pc:sldChg>
      <pc:sldChg chg="del">
        <pc:chgData name="鈴木 秀規" userId="f68c5fd9-22d5-4c0a-9833-7fb0f5135313" providerId="ADAL" clId="{E853165E-E035-4511-B5B4-308A168A0417}" dt="2021-01-26T06:49:23.924" v="13" actId="2696"/>
        <pc:sldMkLst>
          <pc:docMk/>
          <pc:sldMk cId="882110079" sldId="382"/>
        </pc:sldMkLst>
      </pc:sldChg>
      <pc:sldChg chg="addSp modSp new mod">
        <pc:chgData name="鈴木 秀規" userId="f68c5fd9-22d5-4c0a-9833-7fb0f5135313" providerId="ADAL" clId="{E853165E-E035-4511-B5B4-308A168A0417}" dt="2021-01-26T07:34:31.793" v="831" actId="14100"/>
        <pc:sldMkLst>
          <pc:docMk/>
          <pc:sldMk cId="3359842153" sldId="382"/>
        </pc:sldMkLst>
        <pc:spChg chg="mod">
          <ac:chgData name="鈴木 秀規" userId="f68c5fd9-22d5-4c0a-9833-7fb0f5135313" providerId="ADAL" clId="{E853165E-E035-4511-B5B4-308A168A0417}" dt="2021-01-26T07:31:47.528" v="791"/>
          <ac:spMkLst>
            <pc:docMk/>
            <pc:sldMk cId="3359842153" sldId="382"/>
            <ac:spMk id="3" creationId="{5BF686A8-918B-4F3E-8480-FEA5F57E528A}"/>
          </ac:spMkLst>
        </pc:spChg>
        <pc:spChg chg="mod">
          <ac:chgData name="鈴木 秀規" userId="f68c5fd9-22d5-4c0a-9833-7fb0f5135313" providerId="ADAL" clId="{E853165E-E035-4511-B5B4-308A168A0417}" dt="2021-01-26T07:32:40.096" v="801" actId="1076"/>
          <ac:spMkLst>
            <pc:docMk/>
            <pc:sldMk cId="3359842153" sldId="382"/>
            <ac:spMk id="5" creationId="{1316296B-B24E-4F7F-9D1A-245D14D29C41}"/>
          </ac:spMkLst>
        </pc:spChg>
        <pc:spChg chg="add mod">
          <ac:chgData name="鈴木 秀規" userId="f68c5fd9-22d5-4c0a-9833-7fb0f5135313" providerId="ADAL" clId="{E853165E-E035-4511-B5B4-308A168A0417}" dt="2021-01-26T07:33:49.580" v="823" actId="207"/>
          <ac:spMkLst>
            <pc:docMk/>
            <pc:sldMk cId="3359842153" sldId="382"/>
            <ac:spMk id="6" creationId="{95B1C548-0F5B-4737-A0BD-405E70558ED2}"/>
          </ac:spMkLst>
        </pc:spChg>
        <pc:spChg chg="add mod">
          <ac:chgData name="鈴木 秀規" userId="f68c5fd9-22d5-4c0a-9833-7fb0f5135313" providerId="ADAL" clId="{E853165E-E035-4511-B5B4-308A168A0417}" dt="2021-01-26T07:34:31.793" v="831" actId="14100"/>
          <ac:spMkLst>
            <pc:docMk/>
            <pc:sldMk cId="3359842153" sldId="382"/>
            <ac:spMk id="7" creationId="{AF0ACB7C-680B-4722-98C7-CBF77C542C99}"/>
          </ac:spMkLst>
        </pc:spChg>
      </pc:sldChg>
      <pc:sldChg chg="modSp new mod">
        <pc:chgData name="鈴木 秀規" userId="f68c5fd9-22d5-4c0a-9833-7fb0f5135313" providerId="ADAL" clId="{E853165E-E035-4511-B5B4-308A168A0417}" dt="2021-01-26T07:36:21.744" v="847" actId="207"/>
        <pc:sldMkLst>
          <pc:docMk/>
          <pc:sldMk cId="2193843838" sldId="383"/>
        </pc:sldMkLst>
        <pc:spChg chg="mod">
          <ac:chgData name="鈴木 秀規" userId="f68c5fd9-22d5-4c0a-9833-7fb0f5135313" providerId="ADAL" clId="{E853165E-E035-4511-B5B4-308A168A0417}" dt="2021-01-26T07:35:06.888" v="833"/>
          <ac:spMkLst>
            <pc:docMk/>
            <pc:sldMk cId="2193843838" sldId="383"/>
            <ac:spMk id="3" creationId="{371F9F1C-E73B-4FDA-97E3-F6FA05DF4201}"/>
          </ac:spMkLst>
        </pc:spChg>
        <pc:spChg chg="mod">
          <ac:chgData name="鈴木 秀規" userId="f68c5fd9-22d5-4c0a-9833-7fb0f5135313" providerId="ADAL" clId="{E853165E-E035-4511-B5B4-308A168A0417}" dt="2021-01-26T07:36:21.744" v="847" actId="207"/>
          <ac:spMkLst>
            <pc:docMk/>
            <pc:sldMk cId="2193843838" sldId="383"/>
            <ac:spMk id="5" creationId="{ECFFFE50-9C3A-41A8-A1A8-E9307DCB243E}"/>
          </ac:spMkLst>
        </pc:spChg>
      </pc:sldChg>
      <pc:sldChg chg="del">
        <pc:chgData name="鈴木 秀規" userId="f68c5fd9-22d5-4c0a-9833-7fb0f5135313" providerId="ADAL" clId="{E853165E-E035-4511-B5B4-308A168A0417}" dt="2021-01-26T06:49:23.924" v="13" actId="2696"/>
        <pc:sldMkLst>
          <pc:docMk/>
          <pc:sldMk cId="2781782632" sldId="383"/>
        </pc:sldMkLst>
      </pc:sldChg>
      <pc:sldChg chg="modSp add mod ord">
        <pc:chgData name="鈴木 秀規" userId="f68c5fd9-22d5-4c0a-9833-7fb0f5135313" providerId="ADAL" clId="{E853165E-E035-4511-B5B4-308A168A0417}" dt="2021-01-26T07:39:14.652" v="873" actId="1076"/>
        <pc:sldMkLst>
          <pc:docMk/>
          <pc:sldMk cId="1703172032" sldId="384"/>
        </pc:sldMkLst>
        <pc:spChg chg="mod">
          <ac:chgData name="鈴木 秀規" userId="f68c5fd9-22d5-4c0a-9833-7fb0f5135313" providerId="ADAL" clId="{E853165E-E035-4511-B5B4-308A168A0417}" dt="2021-01-26T07:36:42.249" v="853"/>
          <ac:spMkLst>
            <pc:docMk/>
            <pc:sldMk cId="1703172032" sldId="384"/>
            <ac:spMk id="5" creationId="{1316296B-B24E-4F7F-9D1A-245D14D29C41}"/>
          </ac:spMkLst>
        </pc:spChg>
        <pc:spChg chg="mod">
          <ac:chgData name="鈴木 秀規" userId="f68c5fd9-22d5-4c0a-9833-7fb0f5135313" providerId="ADAL" clId="{E853165E-E035-4511-B5B4-308A168A0417}" dt="2021-01-26T07:39:06.824" v="871" actId="14100"/>
          <ac:spMkLst>
            <pc:docMk/>
            <pc:sldMk cId="1703172032" sldId="384"/>
            <ac:spMk id="6" creationId="{95B1C548-0F5B-4737-A0BD-405E70558ED2}"/>
          </ac:spMkLst>
        </pc:spChg>
        <pc:spChg chg="mod">
          <ac:chgData name="鈴木 秀規" userId="f68c5fd9-22d5-4c0a-9833-7fb0f5135313" providerId="ADAL" clId="{E853165E-E035-4511-B5B4-308A168A0417}" dt="2021-01-26T07:39:14.652" v="873" actId="1076"/>
          <ac:spMkLst>
            <pc:docMk/>
            <pc:sldMk cId="1703172032" sldId="384"/>
            <ac:spMk id="7" creationId="{AF0ACB7C-680B-4722-98C7-CBF77C542C99}"/>
          </ac:spMkLst>
        </pc:spChg>
      </pc:sldChg>
      <pc:sldChg chg="del">
        <pc:chgData name="鈴木 秀規" userId="f68c5fd9-22d5-4c0a-9833-7fb0f5135313" providerId="ADAL" clId="{E853165E-E035-4511-B5B4-308A168A0417}" dt="2021-01-26T06:49:23.924" v="13" actId="2696"/>
        <pc:sldMkLst>
          <pc:docMk/>
          <pc:sldMk cId="4147991204" sldId="384"/>
        </pc:sldMkLst>
      </pc:sldChg>
      <pc:sldChg chg="modSp new mod">
        <pc:chgData name="鈴木 秀規" userId="f68c5fd9-22d5-4c0a-9833-7fb0f5135313" providerId="ADAL" clId="{E853165E-E035-4511-B5B4-308A168A0417}" dt="2021-01-26T07:40:36.140" v="901" actId="207"/>
        <pc:sldMkLst>
          <pc:docMk/>
          <pc:sldMk cId="405086457" sldId="385"/>
        </pc:sldMkLst>
        <pc:spChg chg="mod">
          <ac:chgData name="鈴木 秀規" userId="f68c5fd9-22d5-4c0a-9833-7fb0f5135313" providerId="ADAL" clId="{E853165E-E035-4511-B5B4-308A168A0417}" dt="2021-01-26T07:39:28.938" v="875"/>
          <ac:spMkLst>
            <pc:docMk/>
            <pc:sldMk cId="405086457" sldId="385"/>
            <ac:spMk id="3" creationId="{3160D83B-ECD4-4212-832C-905B76595963}"/>
          </ac:spMkLst>
        </pc:spChg>
        <pc:spChg chg="mod">
          <ac:chgData name="鈴木 秀規" userId="f68c5fd9-22d5-4c0a-9833-7fb0f5135313" providerId="ADAL" clId="{E853165E-E035-4511-B5B4-308A168A0417}" dt="2021-01-26T07:40:36.140" v="901" actId="207"/>
          <ac:spMkLst>
            <pc:docMk/>
            <pc:sldMk cId="405086457" sldId="385"/>
            <ac:spMk id="5" creationId="{24EF08D6-A88C-4E3D-A14F-34B27436FAEC}"/>
          </ac:spMkLst>
        </pc:spChg>
      </pc:sldChg>
      <pc:sldChg chg="del">
        <pc:chgData name="鈴木 秀規" userId="f68c5fd9-22d5-4c0a-9833-7fb0f5135313" providerId="ADAL" clId="{E853165E-E035-4511-B5B4-308A168A0417}" dt="2021-01-26T06:49:23.924" v="13" actId="2696"/>
        <pc:sldMkLst>
          <pc:docMk/>
          <pc:sldMk cId="1389535331" sldId="385"/>
        </pc:sldMkLst>
      </pc:sldChg>
      <pc:sldChg chg="del">
        <pc:chgData name="鈴木 秀規" userId="f68c5fd9-22d5-4c0a-9833-7fb0f5135313" providerId="ADAL" clId="{E853165E-E035-4511-B5B4-308A168A0417}" dt="2021-01-26T06:49:23.924" v="13" actId="2696"/>
        <pc:sldMkLst>
          <pc:docMk/>
          <pc:sldMk cId="3711062952" sldId="386"/>
        </pc:sldMkLst>
      </pc:sldChg>
      <pc:sldChg chg="del">
        <pc:chgData name="鈴木 秀規" userId="f68c5fd9-22d5-4c0a-9833-7fb0f5135313" providerId="ADAL" clId="{E853165E-E035-4511-B5B4-308A168A0417}" dt="2021-01-26T06:49:23.924" v="13" actId="2696"/>
        <pc:sldMkLst>
          <pc:docMk/>
          <pc:sldMk cId="556755707" sldId="387"/>
        </pc:sldMkLst>
      </pc:sldChg>
      <pc:sldChg chg="del">
        <pc:chgData name="鈴木 秀規" userId="f68c5fd9-22d5-4c0a-9833-7fb0f5135313" providerId="ADAL" clId="{E853165E-E035-4511-B5B4-308A168A0417}" dt="2021-01-26T06:49:23.924" v="13" actId="2696"/>
        <pc:sldMkLst>
          <pc:docMk/>
          <pc:sldMk cId="2438793549" sldId="388"/>
        </pc:sldMkLst>
      </pc:sldChg>
      <pc:sldChg chg="del">
        <pc:chgData name="鈴木 秀規" userId="f68c5fd9-22d5-4c0a-9833-7fb0f5135313" providerId="ADAL" clId="{E853165E-E035-4511-B5B4-308A168A0417}" dt="2021-01-26T06:49:23.924" v="13" actId="2696"/>
        <pc:sldMkLst>
          <pc:docMk/>
          <pc:sldMk cId="1715481522" sldId="389"/>
        </pc:sldMkLst>
      </pc:sldChg>
      <pc:sldChg chg="del">
        <pc:chgData name="鈴木 秀規" userId="f68c5fd9-22d5-4c0a-9833-7fb0f5135313" providerId="ADAL" clId="{E853165E-E035-4511-B5B4-308A168A0417}" dt="2021-01-26T06:49:23.924" v="13" actId="2696"/>
        <pc:sldMkLst>
          <pc:docMk/>
          <pc:sldMk cId="2118453056" sldId="390"/>
        </pc:sldMkLst>
      </pc:sldChg>
      <pc:sldChg chg="del">
        <pc:chgData name="鈴木 秀規" userId="f68c5fd9-22d5-4c0a-9833-7fb0f5135313" providerId="ADAL" clId="{E853165E-E035-4511-B5B4-308A168A0417}" dt="2021-01-26T06:49:23.924" v="13" actId="2696"/>
        <pc:sldMkLst>
          <pc:docMk/>
          <pc:sldMk cId="2854077937" sldId="391"/>
        </pc:sldMkLst>
      </pc:sldChg>
      <pc:sldChg chg="del">
        <pc:chgData name="鈴木 秀規" userId="f68c5fd9-22d5-4c0a-9833-7fb0f5135313" providerId="ADAL" clId="{E853165E-E035-4511-B5B4-308A168A0417}" dt="2021-01-26T06:49:23.924" v="13" actId="2696"/>
        <pc:sldMkLst>
          <pc:docMk/>
          <pc:sldMk cId="2566377597" sldId="392"/>
        </pc:sldMkLst>
      </pc:sldChg>
      <pc:sldChg chg="del">
        <pc:chgData name="鈴木 秀規" userId="f68c5fd9-22d5-4c0a-9833-7fb0f5135313" providerId="ADAL" clId="{E853165E-E035-4511-B5B4-308A168A0417}" dt="2021-01-26T06:49:23.924" v="13" actId="2696"/>
        <pc:sldMkLst>
          <pc:docMk/>
          <pc:sldMk cId="1398339670" sldId="393"/>
        </pc:sldMkLst>
      </pc:sldChg>
    </pc:docChg>
  </pc:docChgLst>
  <pc:docChgLst>
    <pc:chgData name="半田 拓哉" userId="1e4433e6-5c02-4084-a745-ce0b57f2b267" providerId="ADAL" clId="{40B744CB-B6DE-4ECA-A316-18CC4BDEB125}"/>
    <pc:docChg chg="delSld modSld">
      <pc:chgData name="半田 拓哉" userId="1e4433e6-5c02-4084-a745-ce0b57f2b267" providerId="ADAL" clId="{40B744CB-B6DE-4ECA-A316-18CC4BDEB125}" dt="2022-03-29T01:21:48.969" v="9" actId="20577"/>
      <pc:docMkLst>
        <pc:docMk/>
      </pc:docMkLst>
      <pc:sldChg chg="modSp mod">
        <pc:chgData name="半田 拓哉" userId="1e4433e6-5c02-4084-a745-ce0b57f2b267" providerId="ADAL" clId="{40B744CB-B6DE-4ECA-A316-18CC4BDEB125}" dt="2022-03-29T01:21:48.969" v="9" actId="20577"/>
        <pc:sldMkLst>
          <pc:docMk/>
          <pc:sldMk cId="267129399" sldId="361"/>
        </pc:sldMkLst>
        <pc:spChg chg="mod">
          <ac:chgData name="半田 拓哉" userId="1e4433e6-5c02-4084-a745-ce0b57f2b267" providerId="ADAL" clId="{40B744CB-B6DE-4ECA-A316-18CC4BDEB125}" dt="2022-03-29T01:21:48.969" v="9" actId="20577"/>
          <ac:spMkLst>
            <pc:docMk/>
            <pc:sldMk cId="267129399" sldId="361"/>
            <ac:spMk id="6" creationId="{D0F3BEAC-A5EA-4EE4-95C7-0AEC1107FD29}"/>
          </ac:spMkLst>
        </pc:spChg>
      </pc:sldChg>
      <pc:sldChg chg="del">
        <pc:chgData name="半田 拓哉" userId="1e4433e6-5c02-4084-a745-ce0b57f2b267" providerId="ADAL" clId="{40B744CB-B6DE-4ECA-A316-18CC4BDEB125}" dt="2022-03-29T00:41:55.264" v="0" actId="2696"/>
        <pc:sldMkLst>
          <pc:docMk/>
          <pc:sldMk cId="4201067025" sldId="377"/>
        </pc:sldMkLst>
      </pc:sldChg>
      <pc:sldChg chg="del">
        <pc:chgData name="半田 拓哉" userId="1e4433e6-5c02-4084-a745-ce0b57f2b267" providerId="ADAL" clId="{40B744CB-B6DE-4ECA-A316-18CC4BDEB125}" dt="2022-03-29T00:41:55.264" v="0" actId="2696"/>
        <pc:sldMkLst>
          <pc:docMk/>
          <pc:sldMk cId="2170260322" sldId="378"/>
        </pc:sldMkLst>
      </pc:sldChg>
      <pc:sldChg chg="del">
        <pc:chgData name="半田 拓哉" userId="1e4433e6-5c02-4084-a745-ce0b57f2b267" providerId="ADAL" clId="{40B744CB-B6DE-4ECA-A316-18CC4BDEB125}" dt="2022-03-29T00:41:55.264" v="0" actId="2696"/>
        <pc:sldMkLst>
          <pc:docMk/>
          <pc:sldMk cId="4171248681" sldId="379"/>
        </pc:sldMkLst>
      </pc:sldChg>
      <pc:sldChg chg="del">
        <pc:chgData name="半田 拓哉" userId="1e4433e6-5c02-4084-a745-ce0b57f2b267" providerId="ADAL" clId="{40B744CB-B6DE-4ECA-A316-18CC4BDEB125}" dt="2022-03-29T00:41:55.264" v="0" actId="2696"/>
        <pc:sldMkLst>
          <pc:docMk/>
          <pc:sldMk cId="1003752797" sldId="380"/>
        </pc:sldMkLst>
      </pc:sldChg>
      <pc:sldChg chg="del">
        <pc:chgData name="半田 拓哉" userId="1e4433e6-5c02-4084-a745-ce0b57f2b267" providerId="ADAL" clId="{40B744CB-B6DE-4ECA-A316-18CC4BDEB125}" dt="2022-03-29T00:41:55.264" v="0" actId="2696"/>
        <pc:sldMkLst>
          <pc:docMk/>
          <pc:sldMk cId="2315279680" sldId="381"/>
        </pc:sldMkLst>
      </pc:sldChg>
      <pc:sldChg chg="del">
        <pc:chgData name="半田 拓哉" userId="1e4433e6-5c02-4084-a745-ce0b57f2b267" providerId="ADAL" clId="{40B744CB-B6DE-4ECA-A316-18CC4BDEB125}" dt="2022-03-29T00:41:55.264" v="0" actId="2696"/>
        <pc:sldMkLst>
          <pc:docMk/>
          <pc:sldMk cId="3359842153" sldId="382"/>
        </pc:sldMkLst>
      </pc:sldChg>
      <pc:sldChg chg="del">
        <pc:chgData name="半田 拓哉" userId="1e4433e6-5c02-4084-a745-ce0b57f2b267" providerId="ADAL" clId="{40B744CB-B6DE-4ECA-A316-18CC4BDEB125}" dt="2022-03-29T00:41:55.264" v="0" actId="2696"/>
        <pc:sldMkLst>
          <pc:docMk/>
          <pc:sldMk cId="2193843838" sldId="383"/>
        </pc:sldMkLst>
      </pc:sldChg>
      <pc:sldChg chg="del">
        <pc:chgData name="半田 拓哉" userId="1e4433e6-5c02-4084-a745-ce0b57f2b267" providerId="ADAL" clId="{40B744CB-B6DE-4ECA-A316-18CC4BDEB125}" dt="2022-03-29T00:41:55.264" v="0" actId="2696"/>
        <pc:sldMkLst>
          <pc:docMk/>
          <pc:sldMk cId="1703172032" sldId="384"/>
        </pc:sldMkLst>
      </pc:sldChg>
      <pc:sldChg chg="del">
        <pc:chgData name="半田 拓哉" userId="1e4433e6-5c02-4084-a745-ce0b57f2b267" providerId="ADAL" clId="{40B744CB-B6DE-4ECA-A316-18CC4BDEB125}" dt="2022-03-29T00:41:55.264" v="0" actId="2696"/>
        <pc:sldMkLst>
          <pc:docMk/>
          <pc:sldMk cId="405086457" sldId="385"/>
        </pc:sldMkLst>
      </pc:sldChg>
    </pc:docChg>
  </pc:docChgLst>
  <pc:docChgLst>
    <pc:chgData name="sales@rhizome01.onmicrosoft.com" userId="c35045ed-c185-45de-8f58-be20a28877d8" providerId="ADAL" clId="{034C929F-50EC-4052-8F50-398F27893DAE}"/>
    <pc:docChg chg="modSld">
      <pc:chgData name="sales@rhizome01.onmicrosoft.com" userId="c35045ed-c185-45de-8f58-be20a28877d8" providerId="ADAL" clId="{034C929F-50EC-4052-8F50-398F27893DAE}" dt="2020-12-01T08:39:38.686" v="2" actId="5793"/>
      <pc:docMkLst>
        <pc:docMk/>
      </pc:docMkLst>
      <pc:sldChg chg="modSp mod">
        <pc:chgData name="sales@rhizome01.onmicrosoft.com" userId="c35045ed-c185-45de-8f58-be20a28877d8" providerId="ADAL" clId="{034C929F-50EC-4052-8F50-398F27893DAE}" dt="2020-12-01T08:39:38.686" v="2" actId="5793"/>
        <pc:sldMkLst>
          <pc:docMk/>
          <pc:sldMk cId="1668843990" sldId="360"/>
        </pc:sldMkLst>
        <pc:spChg chg="mod">
          <ac:chgData name="sales@rhizome01.onmicrosoft.com" userId="c35045ed-c185-45de-8f58-be20a28877d8" providerId="ADAL" clId="{034C929F-50EC-4052-8F50-398F27893DAE}" dt="2020-12-01T08:39:38.686" v="2" actId="5793"/>
          <ac:spMkLst>
            <pc:docMk/>
            <pc:sldMk cId="1668843990" sldId="360"/>
            <ac:spMk id="9" creationId="{A4832727-EA7F-44D6-A9F2-E4AE0246960A}"/>
          </ac:spMkLst>
        </pc:spChg>
      </pc:sldChg>
    </pc:docChg>
  </pc:docChgLst>
  <pc:docChgLst>
    <pc:chgData name="小澤 成年" userId="bd54eb2f-6908-4649-aad7-2beea193f3c7" providerId="ADAL" clId="{F05F724F-10E6-421E-A657-43C449CC2A93}"/>
    <pc:docChg chg="undo custSel modSld">
      <pc:chgData name="小澤 成年" userId="bd54eb2f-6908-4649-aad7-2beea193f3c7" providerId="ADAL" clId="{F05F724F-10E6-421E-A657-43C449CC2A93}" dt="2022-07-05T06:28:48.073" v="496" actId="9405"/>
      <pc:docMkLst>
        <pc:docMk/>
      </pc:docMkLst>
      <pc:sldChg chg="addSp delSp modSp mod">
        <pc:chgData name="小澤 成年" userId="bd54eb2f-6908-4649-aad7-2beea193f3c7" providerId="ADAL" clId="{F05F724F-10E6-421E-A657-43C449CC2A93}" dt="2022-07-05T05:43:08.616" v="9" actId="9405"/>
        <pc:sldMkLst>
          <pc:docMk/>
          <pc:sldMk cId="1668843990" sldId="360"/>
        </pc:sldMkLst>
        <pc:grpChg chg="mod">
          <ac:chgData name="小澤 成年" userId="bd54eb2f-6908-4649-aad7-2beea193f3c7" providerId="ADAL" clId="{F05F724F-10E6-421E-A657-43C449CC2A93}" dt="2022-07-05T05:42:55.632" v="5"/>
          <ac:grpSpMkLst>
            <pc:docMk/>
            <pc:sldMk cId="1668843990" sldId="360"/>
            <ac:grpSpMk id="11" creationId="{BE0C7754-860C-EAF4-51DC-89E39F17F540}"/>
          </ac:grpSpMkLst>
        </pc:grpChg>
        <pc:grpChg chg="mod">
          <ac:chgData name="小澤 成年" userId="bd54eb2f-6908-4649-aad7-2beea193f3c7" providerId="ADAL" clId="{F05F724F-10E6-421E-A657-43C449CC2A93}" dt="2022-07-05T05:43:01.277" v="8"/>
          <ac:grpSpMkLst>
            <pc:docMk/>
            <pc:sldMk cId="1668843990" sldId="360"/>
            <ac:grpSpMk id="14" creationId="{17E850F0-A8F9-DA02-1B4E-1AA6797374AD}"/>
          </ac:grpSpMkLst>
        </pc:grpChg>
        <pc:inkChg chg="add del">
          <ac:chgData name="小澤 成年" userId="bd54eb2f-6908-4649-aad7-2beea193f3c7" providerId="ADAL" clId="{F05F724F-10E6-421E-A657-43C449CC2A93}" dt="2022-07-05T05:42:43.180" v="1"/>
          <ac:inkMkLst>
            <pc:docMk/>
            <pc:sldMk cId="1668843990" sldId="360"/>
            <ac:inkMk id="3" creationId="{E4C9E2E9-C884-69C4-BDF2-668F86543C49}"/>
          </ac:inkMkLst>
        </pc:inkChg>
        <pc:inkChg chg="add">
          <ac:chgData name="小澤 成年" userId="bd54eb2f-6908-4649-aad7-2beea193f3c7" providerId="ADAL" clId="{F05F724F-10E6-421E-A657-43C449CC2A93}" dt="2022-07-05T05:42:50.313" v="2" actId="9405"/>
          <ac:inkMkLst>
            <pc:docMk/>
            <pc:sldMk cId="1668843990" sldId="360"/>
            <ac:inkMk id="5" creationId="{1457B738-4CE0-7429-7D06-5701715010D3}"/>
          </ac:inkMkLst>
        </pc:inkChg>
        <pc:inkChg chg="add mod">
          <ac:chgData name="小澤 成年" userId="bd54eb2f-6908-4649-aad7-2beea193f3c7" providerId="ADAL" clId="{F05F724F-10E6-421E-A657-43C449CC2A93}" dt="2022-07-05T05:42:55.632" v="5"/>
          <ac:inkMkLst>
            <pc:docMk/>
            <pc:sldMk cId="1668843990" sldId="360"/>
            <ac:inkMk id="8" creationId="{D4BCA234-EC65-B7B1-31E8-D2F7F25C5ECC}"/>
          </ac:inkMkLst>
        </pc:inkChg>
        <pc:inkChg chg="add mod">
          <ac:chgData name="小澤 成年" userId="bd54eb2f-6908-4649-aad7-2beea193f3c7" providerId="ADAL" clId="{F05F724F-10E6-421E-A657-43C449CC2A93}" dt="2022-07-05T05:42:55.632" v="5"/>
          <ac:inkMkLst>
            <pc:docMk/>
            <pc:sldMk cId="1668843990" sldId="360"/>
            <ac:inkMk id="10" creationId="{9C47107F-5D7C-8780-A135-2D69C2464D8A}"/>
          </ac:inkMkLst>
        </pc:inkChg>
        <pc:inkChg chg="add mod">
          <ac:chgData name="小澤 成年" userId="bd54eb2f-6908-4649-aad7-2beea193f3c7" providerId="ADAL" clId="{F05F724F-10E6-421E-A657-43C449CC2A93}" dt="2022-07-05T05:43:01.277" v="8"/>
          <ac:inkMkLst>
            <pc:docMk/>
            <pc:sldMk cId="1668843990" sldId="360"/>
            <ac:inkMk id="12" creationId="{7B9FCDE8-06EF-D6C1-9A65-C78DAA138FF1}"/>
          </ac:inkMkLst>
        </pc:inkChg>
        <pc:inkChg chg="add mod">
          <ac:chgData name="小澤 成年" userId="bd54eb2f-6908-4649-aad7-2beea193f3c7" providerId="ADAL" clId="{F05F724F-10E6-421E-A657-43C449CC2A93}" dt="2022-07-05T05:43:01.277" v="8"/>
          <ac:inkMkLst>
            <pc:docMk/>
            <pc:sldMk cId="1668843990" sldId="360"/>
            <ac:inkMk id="13" creationId="{BE8C3120-7470-885C-17B7-F3A27E1CA8A3}"/>
          </ac:inkMkLst>
        </pc:inkChg>
        <pc:inkChg chg="add">
          <ac:chgData name="小澤 成年" userId="bd54eb2f-6908-4649-aad7-2beea193f3c7" providerId="ADAL" clId="{F05F724F-10E6-421E-A657-43C449CC2A93}" dt="2022-07-05T05:43:08.616" v="9" actId="9405"/>
          <ac:inkMkLst>
            <pc:docMk/>
            <pc:sldMk cId="1668843990" sldId="360"/>
            <ac:inkMk id="15" creationId="{DF9051DB-CFFD-D9C1-EC1A-8DDDEE657CCB}"/>
          </ac:inkMkLst>
        </pc:inkChg>
      </pc:sldChg>
      <pc:sldChg chg="addSp delSp modSp mod">
        <pc:chgData name="小澤 成年" userId="bd54eb2f-6908-4649-aad7-2beea193f3c7" providerId="ADAL" clId="{F05F724F-10E6-421E-A657-43C449CC2A93}" dt="2022-07-05T06:03:37.404" v="105"/>
        <pc:sldMkLst>
          <pc:docMk/>
          <pc:sldMk cId="761714059" sldId="365"/>
        </pc:sldMkLst>
        <pc:grpChg chg="del mod">
          <ac:chgData name="小澤 成年" userId="bd54eb2f-6908-4649-aad7-2beea193f3c7" providerId="ADAL" clId="{F05F724F-10E6-421E-A657-43C449CC2A93}" dt="2022-07-05T06:03:21.569" v="93"/>
          <ac:grpSpMkLst>
            <pc:docMk/>
            <pc:sldMk cId="761714059" sldId="365"/>
            <ac:grpSpMk id="12" creationId="{61F4B665-2A5E-552D-E73F-A1ECA2CB896A}"/>
          </ac:grpSpMkLst>
        </pc:grpChg>
        <pc:grpChg chg="del mod">
          <ac:chgData name="小澤 成年" userId="bd54eb2f-6908-4649-aad7-2beea193f3c7" providerId="ADAL" clId="{F05F724F-10E6-421E-A657-43C449CC2A93}" dt="2022-07-05T06:03:33.694" v="103"/>
          <ac:grpSpMkLst>
            <pc:docMk/>
            <pc:sldMk cId="761714059" sldId="365"/>
            <ac:grpSpMk id="17" creationId="{5D1A01DC-DEC8-06C7-F863-FC9261074683}"/>
          </ac:grpSpMkLst>
        </pc:grpChg>
        <pc:inkChg chg="add">
          <ac:chgData name="小澤 成年" userId="bd54eb2f-6908-4649-aad7-2beea193f3c7" providerId="ADAL" clId="{F05F724F-10E6-421E-A657-43C449CC2A93}" dt="2022-07-05T06:01:49.803" v="88" actId="9405"/>
          <ac:inkMkLst>
            <pc:docMk/>
            <pc:sldMk cId="761714059" sldId="365"/>
            <ac:inkMk id="6" creationId="{524908C0-0065-7F4A-AD30-0AED7439D1BF}"/>
          </ac:inkMkLst>
        </pc:inkChg>
        <pc:inkChg chg="add">
          <ac:chgData name="小澤 成年" userId="bd54eb2f-6908-4649-aad7-2beea193f3c7" providerId="ADAL" clId="{F05F724F-10E6-421E-A657-43C449CC2A93}" dt="2022-07-05T06:02:46.259" v="89" actId="9405"/>
          <ac:inkMkLst>
            <pc:docMk/>
            <pc:sldMk cId="761714059" sldId="365"/>
            <ac:inkMk id="7" creationId="{2B44384C-7197-7EBF-C4C2-761DCD512C95}"/>
          </ac:inkMkLst>
        </pc:inkChg>
        <pc:inkChg chg="add del mod">
          <ac:chgData name="小澤 成年" userId="bd54eb2f-6908-4649-aad7-2beea193f3c7" providerId="ADAL" clId="{F05F724F-10E6-421E-A657-43C449CC2A93}" dt="2022-07-05T06:03:21.569" v="93"/>
          <ac:inkMkLst>
            <pc:docMk/>
            <pc:sldMk cId="761714059" sldId="365"/>
            <ac:inkMk id="10" creationId="{EB26E3BA-4E2F-42AE-7647-BA9567ACFC8B}"/>
          </ac:inkMkLst>
        </pc:inkChg>
        <pc:inkChg chg="add del mod">
          <ac:chgData name="小澤 成年" userId="bd54eb2f-6908-4649-aad7-2beea193f3c7" providerId="ADAL" clId="{F05F724F-10E6-421E-A657-43C449CC2A93}" dt="2022-07-05T06:03:21.575" v="94"/>
          <ac:inkMkLst>
            <pc:docMk/>
            <pc:sldMk cId="761714059" sldId="365"/>
            <ac:inkMk id="11" creationId="{CC85E55C-D09A-21AA-34C1-A0A44A931CB2}"/>
          </ac:inkMkLst>
        </pc:inkChg>
        <pc:inkChg chg="add">
          <ac:chgData name="小澤 成年" userId="bd54eb2f-6908-4649-aad7-2beea193f3c7" providerId="ADAL" clId="{F05F724F-10E6-421E-A657-43C449CC2A93}" dt="2022-07-05T06:03:23.958" v="95" actId="9405"/>
          <ac:inkMkLst>
            <pc:docMk/>
            <pc:sldMk cId="761714059" sldId="365"/>
            <ac:inkMk id="13" creationId="{F5F2C598-DF57-58B0-5A6B-6E95CB19BB59}"/>
          </ac:inkMkLst>
        </pc:inkChg>
        <pc:inkChg chg="add del mod">
          <ac:chgData name="小澤 成年" userId="bd54eb2f-6908-4649-aad7-2beea193f3c7" providerId="ADAL" clId="{F05F724F-10E6-421E-A657-43C449CC2A93}" dt="2022-07-05T06:03:33.693" v="101"/>
          <ac:inkMkLst>
            <pc:docMk/>
            <pc:sldMk cId="761714059" sldId="365"/>
            <ac:inkMk id="14" creationId="{DC0A4A41-E6DE-715D-2ADB-BDED597DAF63}"/>
          </ac:inkMkLst>
        </pc:inkChg>
        <pc:inkChg chg="add del mod">
          <ac:chgData name="小澤 成年" userId="bd54eb2f-6908-4649-aad7-2beea193f3c7" providerId="ADAL" clId="{F05F724F-10E6-421E-A657-43C449CC2A93}" dt="2022-07-05T06:03:33.694" v="103"/>
          <ac:inkMkLst>
            <pc:docMk/>
            <pc:sldMk cId="761714059" sldId="365"/>
            <ac:inkMk id="15" creationId="{F3BA9EF7-A90B-E034-50D9-325687FB7D78}"/>
          </ac:inkMkLst>
        </pc:inkChg>
        <pc:inkChg chg="add mod">
          <ac:chgData name="小澤 成年" userId="bd54eb2f-6908-4649-aad7-2beea193f3c7" providerId="ADAL" clId="{F05F724F-10E6-421E-A657-43C449CC2A93}" dt="2022-07-05T06:03:33.694" v="103"/>
          <ac:inkMkLst>
            <pc:docMk/>
            <pc:sldMk cId="761714059" sldId="365"/>
            <ac:inkMk id="16" creationId="{2B47D106-5568-E0D6-DEDF-2504524FEFAE}"/>
          </ac:inkMkLst>
        </pc:inkChg>
        <pc:inkChg chg="add del">
          <ac:chgData name="小澤 成年" userId="bd54eb2f-6908-4649-aad7-2beea193f3c7" providerId="ADAL" clId="{F05F724F-10E6-421E-A657-43C449CC2A93}" dt="2022-07-05T06:03:33.694" v="102"/>
          <ac:inkMkLst>
            <pc:docMk/>
            <pc:sldMk cId="761714059" sldId="365"/>
            <ac:inkMk id="18" creationId="{37E6BF6B-542E-05D7-C9F3-E6B81C703949}"/>
          </ac:inkMkLst>
        </pc:inkChg>
        <pc:inkChg chg="add del">
          <ac:chgData name="小澤 成年" userId="bd54eb2f-6908-4649-aad7-2beea193f3c7" providerId="ADAL" clId="{F05F724F-10E6-421E-A657-43C449CC2A93}" dt="2022-07-05T06:03:37.404" v="105"/>
          <ac:inkMkLst>
            <pc:docMk/>
            <pc:sldMk cId="761714059" sldId="365"/>
            <ac:inkMk id="19" creationId="{47742828-2F81-7342-6957-4359F2CF9EEC}"/>
          </ac:inkMkLst>
        </pc:inkChg>
      </pc:sldChg>
      <pc:sldChg chg="addSp delSp modSp mod">
        <pc:chgData name="小澤 成年" userId="bd54eb2f-6908-4649-aad7-2beea193f3c7" providerId="ADAL" clId="{F05F724F-10E6-421E-A657-43C449CC2A93}" dt="2022-07-05T06:12:47.614" v="297" actId="9405"/>
        <pc:sldMkLst>
          <pc:docMk/>
          <pc:sldMk cId="1322122799" sldId="368"/>
        </pc:sldMkLst>
        <pc:grpChg chg="mod">
          <ac:chgData name="小澤 成年" userId="bd54eb2f-6908-4649-aad7-2beea193f3c7" providerId="ADAL" clId="{F05F724F-10E6-421E-A657-43C449CC2A93}" dt="2022-07-05T06:09:34.540" v="246"/>
          <ac:grpSpMkLst>
            <pc:docMk/>
            <pc:sldMk cId="1322122799" sldId="368"/>
            <ac:grpSpMk id="12" creationId="{AB74667D-4D8B-9E95-0FAA-97C6655FB575}"/>
          </ac:grpSpMkLst>
        </pc:grpChg>
        <pc:grpChg chg="mod">
          <ac:chgData name="小澤 成年" userId="bd54eb2f-6908-4649-aad7-2beea193f3c7" providerId="ADAL" clId="{F05F724F-10E6-421E-A657-43C449CC2A93}" dt="2022-07-05T06:09:50.419" v="253"/>
          <ac:grpSpMkLst>
            <pc:docMk/>
            <pc:sldMk cId="1322122799" sldId="368"/>
            <ac:grpSpMk id="19" creationId="{81707741-2AD0-6CD5-E810-744086245E55}"/>
          </ac:grpSpMkLst>
        </pc:grpChg>
        <pc:grpChg chg="del mod">
          <ac:chgData name="小澤 成年" userId="bd54eb2f-6908-4649-aad7-2beea193f3c7" providerId="ADAL" clId="{F05F724F-10E6-421E-A657-43C449CC2A93}" dt="2022-07-05T06:10:25.071" v="291"/>
          <ac:grpSpMkLst>
            <pc:docMk/>
            <pc:sldMk cId="1322122799" sldId="368"/>
            <ac:grpSpMk id="22" creationId="{E2B57A95-E406-4F49-EEEB-4730BC770E56}"/>
          </ac:grpSpMkLst>
        </pc:grpChg>
        <pc:grpChg chg="del mod">
          <ac:chgData name="小澤 成年" userId="bd54eb2f-6908-4649-aad7-2beea193f3c7" providerId="ADAL" clId="{F05F724F-10E6-421E-A657-43C449CC2A93}" dt="2022-07-05T06:10:14.925" v="288"/>
          <ac:grpSpMkLst>
            <pc:docMk/>
            <pc:sldMk cId="1322122799" sldId="368"/>
            <ac:grpSpMk id="31" creationId="{C8D9B2A0-37BE-0B48-2956-AA64348CCC4F}"/>
          </ac:grpSpMkLst>
        </pc:grpChg>
        <pc:grpChg chg="mod">
          <ac:chgData name="小澤 成年" userId="bd54eb2f-6908-4649-aad7-2beea193f3c7" providerId="ADAL" clId="{F05F724F-10E6-421E-A657-43C449CC2A93}" dt="2022-07-05T06:10:15.548" v="289"/>
          <ac:grpSpMkLst>
            <pc:docMk/>
            <pc:sldMk cId="1322122799" sldId="368"/>
            <ac:grpSpMk id="41" creationId="{06467F42-1885-ACF6-4B5A-A14990EC60BD}"/>
          </ac:grpSpMkLst>
        </pc:grpChg>
        <pc:grpChg chg="mod">
          <ac:chgData name="小澤 成年" userId="bd54eb2f-6908-4649-aad7-2beea193f3c7" providerId="ADAL" clId="{F05F724F-10E6-421E-A657-43C449CC2A93}" dt="2022-07-05T06:10:25.071" v="291"/>
          <ac:grpSpMkLst>
            <pc:docMk/>
            <pc:sldMk cId="1322122799" sldId="368"/>
            <ac:grpSpMk id="43" creationId="{8AB43B7E-D2ED-D56F-FCDC-18A24D5AC372}"/>
          </ac:grpSpMkLst>
        </pc:grpChg>
        <pc:grpChg chg="mod">
          <ac:chgData name="小澤 成年" userId="bd54eb2f-6908-4649-aad7-2beea193f3c7" providerId="ADAL" clId="{F05F724F-10E6-421E-A657-43C449CC2A93}" dt="2022-07-05T06:12:22.301" v="295"/>
          <ac:grpSpMkLst>
            <pc:docMk/>
            <pc:sldMk cId="1322122799" sldId="368"/>
            <ac:grpSpMk id="47" creationId="{B7BA7C20-09EA-5EBD-1A81-DDFA3C838CE3}"/>
          </ac:grpSpMkLst>
        </pc:grpChg>
        <pc:inkChg chg="add">
          <ac:chgData name="小澤 成年" userId="bd54eb2f-6908-4649-aad7-2beea193f3c7" providerId="ADAL" clId="{F05F724F-10E6-421E-A657-43C449CC2A93}" dt="2022-07-05T06:09:27.995" v="242" actId="9405"/>
          <ac:inkMkLst>
            <pc:docMk/>
            <pc:sldMk cId="1322122799" sldId="368"/>
            <ac:inkMk id="8" creationId="{9A711725-27C1-D803-E843-7B9B22FC4967}"/>
          </ac:inkMkLst>
        </pc:inkChg>
        <pc:inkChg chg="add mod">
          <ac:chgData name="小澤 成年" userId="bd54eb2f-6908-4649-aad7-2beea193f3c7" providerId="ADAL" clId="{F05F724F-10E6-421E-A657-43C449CC2A93}" dt="2022-07-05T06:09:34.540" v="246"/>
          <ac:inkMkLst>
            <pc:docMk/>
            <pc:sldMk cId="1322122799" sldId="368"/>
            <ac:inkMk id="9" creationId="{CC499E77-E3B1-69FB-C49B-E7B665CB1E9C}"/>
          </ac:inkMkLst>
        </pc:inkChg>
        <pc:inkChg chg="add">
          <ac:chgData name="小澤 成年" userId="bd54eb2f-6908-4649-aad7-2beea193f3c7" providerId="ADAL" clId="{F05F724F-10E6-421E-A657-43C449CC2A93}" dt="2022-07-05T06:09:32.734" v="244" actId="9405"/>
          <ac:inkMkLst>
            <pc:docMk/>
            <pc:sldMk cId="1322122799" sldId="368"/>
            <ac:inkMk id="10" creationId="{6DEDC0A6-B55B-0531-FA25-14F485548551}"/>
          </ac:inkMkLst>
        </pc:inkChg>
        <pc:inkChg chg="add mod">
          <ac:chgData name="小澤 成年" userId="bd54eb2f-6908-4649-aad7-2beea193f3c7" providerId="ADAL" clId="{F05F724F-10E6-421E-A657-43C449CC2A93}" dt="2022-07-05T06:09:34.540" v="246"/>
          <ac:inkMkLst>
            <pc:docMk/>
            <pc:sldMk cId="1322122799" sldId="368"/>
            <ac:inkMk id="11" creationId="{2079DB2B-96A6-6874-4827-E4DB794C076B}"/>
          </ac:inkMkLst>
        </pc:inkChg>
        <pc:inkChg chg="add">
          <ac:chgData name="小澤 成年" userId="bd54eb2f-6908-4649-aad7-2beea193f3c7" providerId="ADAL" clId="{F05F724F-10E6-421E-A657-43C449CC2A93}" dt="2022-07-05T06:09:36.085" v="247" actId="9405"/>
          <ac:inkMkLst>
            <pc:docMk/>
            <pc:sldMk cId="1322122799" sldId="368"/>
            <ac:inkMk id="13" creationId="{D53AF22E-5278-C34C-F697-B42964BD173B}"/>
          </ac:inkMkLst>
        </pc:inkChg>
        <pc:inkChg chg="add">
          <ac:chgData name="小澤 成年" userId="bd54eb2f-6908-4649-aad7-2beea193f3c7" providerId="ADAL" clId="{F05F724F-10E6-421E-A657-43C449CC2A93}" dt="2022-07-05T06:09:40.281" v="248" actId="9405"/>
          <ac:inkMkLst>
            <pc:docMk/>
            <pc:sldMk cId="1322122799" sldId="368"/>
            <ac:inkMk id="14" creationId="{040FBA7D-F609-0E35-EF94-CEEBB0402D7E}"/>
          </ac:inkMkLst>
        </pc:inkChg>
        <pc:inkChg chg="add">
          <ac:chgData name="小澤 成年" userId="bd54eb2f-6908-4649-aad7-2beea193f3c7" providerId="ADAL" clId="{F05F724F-10E6-421E-A657-43C449CC2A93}" dt="2022-07-05T06:09:41.168" v="249" actId="9405"/>
          <ac:inkMkLst>
            <pc:docMk/>
            <pc:sldMk cId="1322122799" sldId="368"/>
            <ac:inkMk id="15" creationId="{93D8DF9C-D874-4E08-3C3A-13EE7DBE7030}"/>
          </ac:inkMkLst>
        </pc:inkChg>
        <pc:inkChg chg="add">
          <ac:chgData name="小澤 成年" userId="bd54eb2f-6908-4649-aad7-2beea193f3c7" providerId="ADAL" clId="{F05F724F-10E6-421E-A657-43C449CC2A93}" dt="2022-07-05T06:09:46.278" v="250" actId="9405"/>
          <ac:inkMkLst>
            <pc:docMk/>
            <pc:sldMk cId="1322122799" sldId="368"/>
            <ac:inkMk id="16" creationId="{62CB4CB9-908B-D8F0-B2B5-D382CB664AF8}"/>
          </ac:inkMkLst>
        </pc:inkChg>
        <pc:inkChg chg="add mod">
          <ac:chgData name="小澤 成年" userId="bd54eb2f-6908-4649-aad7-2beea193f3c7" providerId="ADAL" clId="{F05F724F-10E6-421E-A657-43C449CC2A93}" dt="2022-07-05T06:09:50.419" v="253"/>
          <ac:inkMkLst>
            <pc:docMk/>
            <pc:sldMk cId="1322122799" sldId="368"/>
            <ac:inkMk id="17" creationId="{95ECAFE6-A104-A50E-B5EA-28756C5421A5}"/>
          </ac:inkMkLst>
        </pc:inkChg>
        <pc:inkChg chg="add mod">
          <ac:chgData name="小澤 成年" userId="bd54eb2f-6908-4649-aad7-2beea193f3c7" providerId="ADAL" clId="{F05F724F-10E6-421E-A657-43C449CC2A93}" dt="2022-07-05T06:09:50.419" v="253"/>
          <ac:inkMkLst>
            <pc:docMk/>
            <pc:sldMk cId="1322122799" sldId="368"/>
            <ac:inkMk id="18" creationId="{DEFB590D-21E9-1DFE-A05A-850125768E05}"/>
          </ac:inkMkLst>
        </pc:inkChg>
        <pc:inkChg chg="add mod">
          <ac:chgData name="小澤 成年" userId="bd54eb2f-6908-4649-aad7-2beea193f3c7" providerId="ADAL" clId="{F05F724F-10E6-421E-A657-43C449CC2A93}" dt="2022-07-05T06:10:25.071" v="291"/>
          <ac:inkMkLst>
            <pc:docMk/>
            <pc:sldMk cId="1322122799" sldId="368"/>
            <ac:inkMk id="20" creationId="{DF5DDC65-146E-B5B7-C0B4-069E9EEF9EF3}"/>
          </ac:inkMkLst>
        </pc:inkChg>
        <pc:inkChg chg="add mod">
          <ac:chgData name="小澤 成年" userId="bd54eb2f-6908-4649-aad7-2beea193f3c7" providerId="ADAL" clId="{F05F724F-10E6-421E-A657-43C449CC2A93}" dt="2022-07-05T06:10:25.071" v="291"/>
          <ac:inkMkLst>
            <pc:docMk/>
            <pc:sldMk cId="1322122799" sldId="368"/>
            <ac:inkMk id="21" creationId="{5794148D-9CBB-906F-40DD-980433707D57}"/>
          </ac:inkMkLst>
        </pc:inkChg>
        <pc:inkChg chg="add del mod">
          <ac:chgData name="小澤 成年" userId="bd54eb2f-6908-4649-aad7-2beea193f3c7" providerId="ADAL" clId="{F05F724F-10E6-421E-A657-43C449CC2A93}" dt="2022-07-05T06:10:14.925" v="288"/>
          <ac:inkMkLst>
            <pc:docMk/>
            <pc:sldMk cId="1322122799" sldId="368"/>
            <ac:inkMk id="23" creationId="{53BA4DD5-6CAE-C386-0288-722FCAD6731C}"/>
          </ac:inkMkLst>
        </pc:inkChg>
        <pc:inkChg chg="add mod">
          <ac:chgData name="小澤 成年" userId="bd54eb2f-6908-4649-aad7-2beea193f3c7" providerId="ADAL" clId="{F05F724F-10E6-421E-A657-43C449CC2A93}" dt="2022-07-05T06:10:14.925" v="288"/>
          <ac:inkMkLst>
            <pc:docMk/>
            <pc:sldMk cId="1322122799" sldId="368"/>
            <ac:inkMk id="24" creationId="{E9009093-FAAF-02A0-597B-7061BA605068}"/>
          </ac:inkMkLst>
        </pc:inkChg>
        <pc:inkChg chg="add del mod">
          <ac:chgData name="小澤 成年" userId="bd54eb2f-6908-4649-aad7-2beea193f3c7" providerId="ADAL" clId="{F05F724F-10E6-421E-A657-43C449CC2A93}" dt="2022-07-05T06:10:14.910" v="281"/>
          <ac:inkMkLst>
            <pc:docMk/>
            <pc:sldMk cId="1322122799" sldId="368"/>
            <ac:inkMk id="25" creationId="{D5E8EAE5-6B77-2DB2-EDE1-EA49EF4EFEB5}"/>
          </ac:inkMkLst>
        </pc:inkChg>
        <pc:inkChg chg="add del mod">
          <ac:chgData name="小澤 成年" userId="bd54eb2f-6908-4649-aad7-2beea193f3c7" providerId="ADAL" clId="{F05F724F-10E6-421E-A657-43C449CC2A93}" dt="2022-07-05T06:10:14.915" v="283"/>
          <ac:inkMkLst>
            <pc:docMk/>
            <pc:sldMk cId="1322122799" sldId="368"/>
            <ac:inkMk id="26" creationId="{0DAED5B0-1271-10F2-1C84-C19610D31D41}"/>
          </ac:inkMkLst>
        </pc:inkChg>
        <pc:inkChg chg="add del mod">
          <ac:chgData name="小澤 成年" userId="bd54eb2f-6908-4649-aad7-2beea193f3c7" providerId="ADAL" clId="{F05F724F-10E6-421E-A657-43C449CC2A93}" dt="2022-07-05T06:10:14.917" v="284"/>
          <ac:inkMkLst>
            <pc:docMk/>
            <pc:sldMk cId="1322122799" sldId="368"/>
            <ac:inkMk id="27" creationId="{82E63172-BA57-7D38-3CDA-E96CE8DC4FF5}"/>
          </ac:inkMkLst>
        </pc:inkChg>
        <pc:inkChg chg="add del mod">
          <ac:chgData name="小澤 成年" userId="bd54eb2f-6908-4649-aad7-2beea193f3c7" providerId="ADAL" clId="{F05F724F-10E6-421E-A657-43C449CC2A93}" dt="2022-07-05T06:10:14.919" v="285"/>
          <ac:inkMkLst>
            <pc:docMk/>
            <pc:sldMk cId="1322122799" sldId="368"/>
            <ac:inkMk id="28" creationId="{0D71A09F-18FF-E9C4-268F-AC30659D97F6}"/>
          </ac:inkMkLst>
        </pc:inkChg>
        <pc:inkChg chg="add del mod">
          <ac:chgData name="小澤 成年" userId="bd54eb2f-6908-4649-aad7-2beea193f3c7" providerId="ADAL" clId="{F05F724F-10E6-421E-A657-43C449CC2A93}" dt="2022-07-05T06:10:14.921" v="286"/>
          <ac:inkMkLst>
            <pc:docMk/>
            <pc:sldMk cId="1322122799" sldId="368"/>
            <ac:inkMk id="29" creationId="{02ADC858-4442-5D8F-62AF-045F7B377653}"/>
          </ac:inkMkLst>
        </pc:inkChg>
        <pc:inkChg chg="add del mod">
          <ac:chgData name="小澤 成年" userId="bd54eb2f-6908-4649-aad7-2beea193f3c7" providerId="ADAL" clId="{F05F724F-10E6-421E-A657-43C449CC2A93}" dt="2022-07-05T06:10:14.923" v="287"/>
          <ac:inkMkLst>
            <pc:docMk/>
            <pc:sldMk cId="1322122799" sldId="368"/>
            <ac:inkMk id="30" creationId="{CB4BB8EA-FB06-3ED8-D02C-05EB2323B8A4}"/>
          </ac:inkMkLst>
        </pc:inkChg>
        <pc:inkChg chg="add del">
          <ac:chgData name="小澤 成年" userId="bd54eb2f-6908-4649-aad7-2beea193f3c7" providerId="ADAL" clId="{F05F724F-10E6-421E-A657-43C449CC2A93}" dt="2022-07-05T06:10:14.914" v="282"/>
          <ac:inkMkLst>
            <pc:docMk/>
            <pc:sldMk cId="1322122799" sldId="368"/>
            <ac:inkMk id="32" creationId="{3307CB1E-F84B-9A10-454A-7AF636082065}"/>
          </ac:inkMkLst>
        </pc:inkChg>
        <pc:inkChg chg="add del mod">
          <ac:chgData name="小澤 成年" userId="bd54eb2f-6908-4649-aad7-2beea193f3c7" providerId="ADAL" clId="{F05F724F-10E6-421E-A657-43C449CC2A93}" dt="2022-07-05T06:10:13.765" v="280"/>
          <ac:inkMkLst>
            <pc:docMk/>
            <pc:sldMk cId="1322122799" sldId="368"/>
            <ac:inkMk id="33" creationId="{2A86EEB1-616E-5E2A-3194-183DBE424A78}"/>
          </ac:inkMkLst>
        </pc:inkChg>
        <pc:inkChg chg="add del mod">
          <ac:chgData name="小澤 成年" userId="bd54eb2f-6908-4649-aad7-2beea193f3c7" providerId="ADAL" clId="{F05F724F-10E6-421E-A657-43C449CC2A93}" dt="2022-07-05T06:10:13.761" v="276"/>
          <ac:inkMkLst>
            <pc:docMk/>
            <pc:sldMk cId="1322122799" sldId="368"/>
            <ac:inkMk id="34" creationId="{07ADB95C-C846-006F-3A52-767676A426FD}"/>
          </ac:inkMkLst>
        </pc:inkChg>
        <pc:inkChg chg="add del mod">
          <ac:chgData name="小澤 成年" userId="bd54eb2f-6908-4649-aad7-2beea193f3c7" providerId="ADAL" clId="{F05F724F-10E6-421E-A657-43C449CC2A93}" dt="2022-07-05T06:10:13.765" v="278"/>
          <ac:inkMkLst>
            <pc:docMk/>
            <pc:sldMk cId="1322122799" sldId="368"/>
            <ac:inkMk id="35" creationId="{ACDEC87B-D0C6-453A-9B26-BD43E4341AAA}"/>
          </ac:inkMkLst>
        </pc:inkChg>
        <pc:inkChg chg="add del mod">
          <ac:chgData name="小澤 成年" userId="bd54eb2f-6908-4649-aad7-2beea193f3c7" providerId="ADAL" clId="{F05F724F-10E6-421E-A657-43C449CC2A93}" dt="2022-07-05T06:10:15.548" v="289"/>
          <ac:inkMkLst>
            <pc:docMk/>
            <pc:sldMk cId="1322122799" sldId="368"/>
            <ac:inkMk id="36" creationId="{E16FC149-947F-56C9-2090-763200C617EC}"/>
          </ac:inkMkLst>
        </pc:inkChg>
        <pc:inkChg chg="add del mod">
          <ac:chgData name="小澤 成年" userId="bd54eb2f-6908-4649-aad7-2beea193f3c7" providerId="ADAL" clId="{F05F724F-10E6-421E-A657-43C449CC2A93}" dt="2022-07-05T06:10:13.764" v="277"/>
          <ac:inkMkLst>
            <pc:docMk/>
            <pc:sldMk cId="1322122799" sldId="368"/>
            <ac:inkMk id="37" creationId="{A53280BE-3FB0-CE3B-8AC5-BA22006E14F8}"/>
          </ac:inkMkLst>
        </pc:inkChg>
        <pc:inkChg chg="add del mod">
          <ac:chgData name="小澤 成年" userId="bd54eb2f-6908-4649-aad7-2beea193f3c7" providerId="ADAL" clId="{F05F724F-10E6-421E-A657-43C449CC2A93}" dt="2022-07-05T06:10:13.765" v="279"/>
          <ac:inkMkLst>
            <pc:docMk/>
            <pc:sldMk cId="1322122799" sldId="368"/>
            <ac:inkMk id="38" creationId="{E01D4461-A88E-4B4A-E9A8-D31FB234FCDF}"/>
          </ac:inkMkLst>
        </pc:inkChg>
        <pc:inkChg chg="add mod">
          <ac:chgData name="小澤 成年" userId="bd54eb2f-6908-4649-aad7-2beea193f3c7" providerId="ADAL" clId="{F05F724F-10E6-421E-A657-43C449CC2A93}" dt="2022-07-05T06:10:15.548" v="289"/>
          <ac:inkMkLst>
            <pc:docMk/>
            <pc:sldMk cId="1322122799" sldId="368"/>
            <ac:inkMk id="39" creationId="{BC8A0762-1EF7-71AD-8170-451751E1DEE4}"/>
          </ac:inkMkLst>
        </pc:inkChg>
        <pc:inkChg chg="add mod">
          <ac:chgData name="小澤 成年" userId="bd54eb2f-6908-4649-aad7-2beea193f3c7" providerId="ADAL" clId="{F05F724F-10E6-421E-A657-43C449CC2A93}" dt="2022-07-05T06:10:15.548" v="289"/>
          <ac:inkMkLst>
            <pc:docMk/>
            <pc:sldMk cId="1322122799" sldId="368"/>
            <ac:inkMk id="40" creationId="{BA913109-20CD-919C-1163-27EA38EAA25A}"/>
          </ac:inkMkLst>
        </pc:inkChg>
        <pc:inkChg chg="add mod">
          <ac:chgData name="小澤 成年" userId="bd54eb2f-6908-4649-aad7-2beea193f3c7" providerId="ADAL" clId="{F05F724F-10E6-421E-A657-43C449CC2A93}" dt="2022-07-05T06:10:25.071" v="291"/>
          <ac:inkMkLst>
            <pc:docMk/>
            <pc:sldMk cId="1322122799" sldId="368"/>
            <ac:inkMk id="42" creationId="{39C9C282-6E50-0073-B7B3-B535C9E5D92E}"/>
          </ac:inkMkLst>
        </pc:inkChg>
        <pc:inkChg chg="add">
          <ac:chgData name="小澤 成年" userId="bd54eb2f-6908-4649-aad7-2beea193f3c7" providerId="ADAL" clId="{F05F724F-10E6-421E-A657-43C449CC2A93}" dt="2022-07-05T06:10:48.965" v="292" actId="9405"/>
          <ac:inkMkLst>
            <pc:docMk/>
            <pc:sldMk cId="1322122799" sldId="368"/>
            <ac:inkMk id="44" creationId="{1E41D9BB-CAB5-1C61-6DA5-D742492C338A}"/>
          </ac:inkMkLst>
        </pc:inkChg>
        <pc:inkChg chg="add mod">
          <ac:chgData name="小澤 成年" userId="bd54eb2f-6908-4649-aad7-2beea193f3c7" providerId="ADAL" clId="{F05F724F-10E6-421E-A657-43C449CC2A93}" dt="2022-07-05T06:12:22.301" v="295"/>
          <ac:inkMkLst>
            <pc:docMk/>
            <pc:sldMk cId="1322122799" sldId="368"/>
            <ac:inkMk id="45" creationId="{10F72FD0-293C-C64F-F27A-7950680BAB32}"/>
          </ac:inkMkLst>
        </pc:inkChg>
        <pc:inkChg chg="add mod">
          <ac:chgData name="小澤 成年" userId="bd54eb2f-6908-4649-aad7-2beea193f3c7" providerId="ADAL" clId="{F05F724F-10E6-421E-A657-43C449CC2A93}" dt="2022-07-05T06:12:22.301" v="295"/>
          <ac:inkMkLst>
            <pc:docMk/>
            <pc:sldMk cId="1322122799" sldId="368"/>
            <ac:inkMk id="46" creationId="{71462376-3883-82E0-455C-0F14FB187133}"/>
          </ac:inkMkLst>
        </pc:inkChg>
        <pc:inkChg chg="add">
          <ac:chgData name="小澤 成年" userId="bd54eb2f-6908-4649-aad7-2beea193f3c7" providerId="ADAL" clId="{F05F724F-10E6-421E-A657-43C449CC2A93}" dt="2022-07-05T06:12:24.978" v="296" actId="9405"/>
          <ac:inkMkLst>
            <pc:docMk/>
            <pc:sldMk cId="1322122799" sldId="368"/>
            <ac:inkMk id="48" creationId="{A118B797-4D22-BEC2-3870-074633A8CF43}"/>
          </ac:inkMkLst>
        </pc:inkChg>
        <pc:inkChg chg="add">
          <ac:chgData name="小澤 成年" userId="bd54eb2f-6908-4649-aad7-2beea193f3c7" providerId="ADAL" clId="{F05F724F-10E6-421E-A657-43C449CC2A93}" dt="2022-07-05T06:12:47.614" v="297" actId="9405"/>
          <ac:inkMkLst>
            <pc:docMk/>
            <pc:sldMk cId="1322122799" sldId="368"/>
            <ac:inkMk id="49" creationId="{F31D3274-9583-5927-A6C4-B9AC59A79FBA}"/>
          </ac:inkMkLst>
        </pc:inkChg>
      </pc:sldChg>
      <pc:sldChg chg="addSp delSp modSp mod">
        <pc:chgData name="小澤 成年" userId="bd54eb2f-6908-4649-aad7-2beea193f3c7" providerId="ADAL" clId="{F05F724F-10E6-421E-A657-43C449CC2A93}" dt="2022-07-05T06:16:30.600" v="354" actId="9405"/>
        <pc:sldMkLst>
          <pc:docMk/>
          <pc:sldMk cId="315703525" sldId="369"/>
        </pc:sldMkLst>
        <pc:grpChg chg="del mod">
          <ac:chgData name="小澤 成年" userId="bd54eb2f-6908-4649-aad7-2beea193f3c7" providerId="ADAL" clId="{F05F724F-10E6-421E-A657-43C449CC2A93}" dt="2022-07-05T06:14:35.778" v="304"/>
          <ac:grpSpMkLst>
            <pc:docMk/>
            <pc:sldMk cId="315703525" sldId="369"/>
            <ac:grpSpMk id="18" creationId="{E42EA088-F806-18EF-8DC7-41ACF08D6C10}"/>
          </ac:grpSpMkLst>
        </pc:grpChg>
        <pc:grpChg chg="del mod">
          <ac:chgData name="小澤 成年" userId="bd54eb2f-6908-4649-aad7-2beea193f3c7" providerId="ADAL" clId="{F05F724F-10E6-421E-A657-43C449CC2A93}" dt="2022-07-05T06:14:37.697" v="306"/>
          <ac:grpSpMkLst>
            <pc:docMk/>
            <pc:sldMk cId="315703525" sldId="369"/>
            <ac:grpSpMk id="20" creationId="{6BE134EF-AE4B-6F90-5C89-64C9CF2F6BD5}"/>
          </ac:grpSpMkLst>
        </pc:grpChg>
        <pc:grpChg chg="mod">
          <ac:chgData name="小澤 成年" userId="bd54eb2f-6908-4649-aad7-2beea193f3c7" providerId="ADAL" clId="{F05F724F-10E6-421E-A657-43C449CC2A93}" dt="2022-07-05T06:14:50.462" v="311"/>
          <ac:grpSpMkLst>
            <pc:docMk/>
            <pc:sldMk cId="315703525" sldId="369"/>
            <ac:grpSpMk id="24" creationId="{2BBBD0A7-B942-2FE7-78D3-C912C7CB65A6}"/>
          </ac:grpSpMkLst>
        </pc:grpChg>
        <pc:grpChg chg="del mod">
          <ac:chgData name="小澤 成年" userId="bd54eb2f-6908-4649-aad7-2beea193f3c7" providerId="ADAL" clId="{F05F724F-10E6-421E-A657-43C449CC2A93}" dt="2022-07-05T06:15:14.974" v="316"/>
          <ac:grpSpMkLst>
            <pc:docMk/>
            <pc:sldMk cId="315703525" sldId="369"/>
            <ac:grpSpMk id="27" creationId="{C5645992-1E28-1E88-022C-9FB4D93FD4E2}"/>
          </ac:grpSpMkLst>
        </pc:grpChg>
        <pc:grpChg chg="del mod">
          <ac:chgData name="小澤 成年" userId="bd54eb2f-6908-4649-aad7-2beea193f3c7" providerId="ADAL" clId="{F05F724F-10E6-421E-A657-43C449CC2A93}" dt="2022-07-05T06:15:23.678" v="318"/>
          <ac:grpSpMkLst>
            <pc:docMk/>
            <pc:sldMk cId="315703525" sldId="369"/>
            <ac:grpSpMk id="29" creationId="{5CE356BD-3F3F-3CEE-643D-C145DC1AAA20}"/>
          </ac:grpSpMkLst>
        </pc:grpChg>
        <pc:grpChg chg="del mod">
          <ac:chgData name="小澤 成年" userId="bd54eb2f-6908-4649-aad7-2beea193f3c7" providerId="ADAL" clId="{F05F724F-10E6-421E-A657-43C449CC2A93}" dt="2022-07-05T06:15:31.797" v="321"/>
          <ac:grpSpMkLst>
            <pc:docMk/>
            <pc:sldMk cId="315703525" sldId="369"/>
            <ac:grpSpMk id="31" creationId="{F2D8DA25-EF5A-13B3-A166-868CFB808D6E}"/>
          </ac:grpSpMkLst>
        </pc:grpChg>
        <pc:grpChg chg="mod">
          <ac:chgData name="小澤 成年" userId="bd54eb2f-6908-4649-aad7-2beea193f3c7" providerId="ADAL" clId="{F05F724F-10E6-421E-A657-43C449CC2A93}" dt="2022-07-05T06:15:37.133" v="325"/>
          <ac:grpSpMkLst>
            <pc:docMk/>
            <pc:sldMk cId="315703525" sldId="369"/>
            <ac:grpSpMk id="35" creationId="{93B2637F-5024-B8D8-F0BA-1CE187984245}"/>
          </ac:grpSpMkLst>
        </pc:grpChg>
        <pc:grpChg chg="mod">
          <ac:chgData name="小澤 成年" userId="bd54eb2f-6908-4649-aad7-2beea193f3c7" providerId="ADAL" clId="{F05F724F-10E6-421E-A657-43C449CC2A93}" dt="2022-07-05T06:15:40.749" v="328"/>
          <ac:grpSpMkLst>
            <pc:docMk/>
            <pc:sldMk cId="315703525" sldId="369"/>
            <ac:grpSpMk id="38" creationId="{2F890E1F-33E7-7627-A158-35A6EDB2397A}"/>
          </ac:grpSpMkLst>
        </pc:grpChg>
        <pc:grpChg chg="mod">
          <ac:chgData name="小澤 成年" userId="bd54eb2f-6908-4649-aad7-2beea193f3c7" providerId="ADAL" clId="{F05F724F-10E6-421E-A657-43C449CC2A93}" dt="2022-07-05T06:16:01.145" v="332"/>
          <ac:grpSpMkLst>
            <pc:docMk/>
            <pc:sldMk cId="315703525" sldId="369"/>
            <ac:grpSpMk id="42" creationId="{6DF32E8B-2E1F-F873-5EFE-FD63737E0BC5}"/>
          </ac:grpSpMkLst>
        </pc:grpChg>
        <pc:grpChg chg="del mod">
          <ac:chgData name="小澤 成年" userId="bd54eb2f-6908-4649-aad7-2beea193f3c7" providerId="ADAL" clId="{F05F724F-10E6-421E-A657-43C449CC2A93}" dt="2022-07-05T06:16:08.735" v="337"/>
          <ac:grpSpMkLst>
            <pc:docMk/>
            <pc:sldMk cId="315703525" sldId="369"/>
            <ac:grpSpMk id="45" creationId="{D9CA6DD6-6F7E-BF2D-AD17-834F56E865E6}"/>
          </ac:grpSpMkLst>
        </pc:grpChg>
        <pc:grpChg chg="del mod">
          <ac:chgData name="小澤 成年" userId="bd54eb2f-6908-4649-aad7-2beea193f3c7" providerId="ADAL" clId="{F05F724F-10E6-421E-A657-43C449CC2A93}" dt="2022-07-05T06:16:19.922" v="346"/>
          <ac:grpSpMkLst>
            <pc:docMk/>
            <pc:sldMk cId="315703525" sldId="369"/>
            <ac:grpSpMk id="47" creationId="{D443AD9D-C393-BE2E-A584-B095B047714E}"/>
          </ac:grpSpMkLst>
        </pc:grpChg>
        <pc:grpChg chg="del mod">
          <ac:chgData name="小澤 成年" userId="bd54eb2f-6908-4649-aad7-2beea193f3c7" providerId="ADAL" clId="{F05F724F-10E6-421E-A657-43C449CC2A93}" dt="2022-07-05T06:16:19.922" v="346"/>
          <ac:grpSpMkLst>
            <pc:docMk/>
            <pc:sldMk cId="315703525" sldId="369"/>
            <ac:grpSpMk id="52" creationId="{9917DAB0-5150-A700-E643-F256E5989344}"/>
          </ac:grpSpMkLst>
        </pc:grpChg>
        <pc:grpChg chg="mod">
          <ac:chgData name="小澤 成年" userId="bd54eb2f-6908-4649-aad7-2beea193f3c7" providerId="ADAL" clId="{F05F724F-10E6-421E-A657-43C449CC2A93}" dt="2022-07-05T06:16:14.977" v="342"/>
          <ac:grpSpMkLst>
            <pc:docMk/>
            <pc:sldMk cId="315703525" sldId="369"/>
            <ac:grpSpMk id="53" creationId="{165DF1EE-C575-EEBE-F0D3-585BAD7D6BFC}"/>
          </ac:grpSpMkLst>
        </pc:grpChg>
        <pc:grpChg chg="del mod">
          <ac:chgData name="小澤 成年" userId="bd54eb2f-6908-4649-aad7-2beea193f3c7" providerId="ADAL" clId="{F05F724F-10E6-421E-A657-43C449CC2A93}" dt="2022-07-05T06:16:21.728" v="349"/>
          <ac:grpSpMkLst>
            <pc:docMk/>
            <pc:sldMk cId="315703525" sldId="369"/>
            <ac:grpSpMk id="57" creationId="{44B7852D-E7EE-02C7-224F-7409915FD5CF}"/>
          </ac:grpSpMkLst>
        </pc:grpChg>
        <pc:grpChg chg="del mod">
          <ac:chgData name="小澤 成年" userId="bd54eb2f-6908-4649-aad7-2beea193f3c7" providerId="ADAL" clId="{F05F724F-10E6-421E-A657-43C449CC2A93}" dt="2022-07-05T06:16:27.190" v="352"/>
          <ac:grpSpMkLst>
            <pc:docMk/>
            <pc:sldMk cId="315703525" sldId="369"/>
            <ac:grpSpMk id="60" creationId="{118C1D3A-0CEA-3537-0030-7A6FD9E8263A}"/>
          </ac:grpSpMkLst>
        </pc:grpChg>
        <pc:grpChg chg="mod">
          <ac:chgData name="小澤 成年" userId="bd54eb2f-6908-4649-aad7-2beea193f3c7" providerId="ADAL" clId="{F05F724F-10E6-421E-A657-43C449CC2A93}" dt="2022-07-05T06:16:27.190" v="352"/>
          <ac:grpSpMkLst>
            <pc:docMk/>
            <pc:sldMk cId="315703525" sldId="369"/>
            <ac:grpSpMk id="63" creationId="{71E7701E-26B4-F111-22A7-D4737A6E62C0}"/>
          </ac:grpSpMkLst>
        </pc:grpChg>
        <pc:inkChg chg="add">
          <ac:chgData name="小澤 成年" userId="bd54eb2f-6908-4649-aad7-2beea193f3c7" providerId="ADAL" clId="{F05F724F-10E6-421E-A657-43C449CC2A93}" dt="2022-07-05T06:14:17.322" v="298" actId="9405"/>
          <ac:inkMkLst>
            <pc:docMk/>
            <pc:sldMk cId="315703525" sldId="369"/>
            <ac:inkMk id="14" creationId="{E3DDF15B-425F-A15E-6578-50B06A19DAD5}"/>
          </ac:inkMkLst>
        </pc:inkChg>
        <pc:inkChg chg="add">
          <ac:chgData name="小澤 成年" userId="bd54eb2f-6908-4649-aad7-2beea193f3c7" providerId="ADAL" clId="{F05F724F-10E6-421E-A657-43C449CC2A93}" dt="2022-07-05T06:14:21.021" v="299" actId="9405"/>
          <ac:inkMkLst>
            <pc:docMk/>
            <pc:sldMk cId="315703525" sldId="369"/>
            <ac:inkMk id="15" creationId="{BD047047-CB84-BF8F-9319-64C81F3F9A95}"/>
          </ac:inkMkLst>
        </pc:inkChg>
        <pc:inkChg chg="add del mod">
          <ac:chgData name="小澤 成年" userId="bd54eb2f-6908-4649-aad7-2beea193f3c7" providerId="ADAL" clId="{F05F724F-10E6-421E-A657-43C449CC2A93}" dt="2022-07-05T06:14:37.697" v="306"/>
          <ac:inkMkLst>
            <pc:docMk/>
            <pc:sldMk cId="315703525" sldId="369"/>
            <ac:inkMk id="16" creationId="{5636C95D-57AD-3779-64A8-C852DB222FD6}"/>
          </ac:inkMkLst>
        </pc:inkChg>
        <pc:inkChg chg="add del mod">
          <ac:chgData name="小澤 成年" userId="bd54eb2f-6908-4649-aad7-2beea193f3c7" providerId="ADAL" clId="{F05F724F-10E6-421E-A657-43C449CC2A93}" dt="2022-07-05T06:14:37.278" v="305"/>
          <ac:inkMkLst>
            <pc:docMk/>
            <pc:sldMk cId="315703525" sldId="369"/>
            <ac:inkMk id="17" creationId="{55FABBBA-2924-3BD8-2EFA-B5D6748EC084}"/>
          </ac:inkMkLst>
        </pc:inkChg>
        <pc:inkChg chg="add mod">
          <ac:chgData name="小澤 成年" userId="bd54eb2f-6908-4649-aad7-2beea193f3c7" providerId="ADAL" clId="{F05F724F-10E6-421E-A657-43C449CC2A93}" dt="2022-07-05T06:14:37.697" v="306"/>
          <ac:inkMkLst>
            <pc:docMk/>
            <pc:sldMk cId="315703525" sldId="369"/>
            <ac:inkMk id="19" creationId="{F4A036CA-E38F-B2FF-CA09-D2803BF7332D}"/>
          </ac:inkMkLst>
        </pc:inkChg>
        <pc:inkChg chg="add del mod">
          <ac:chgData name="小澤 成年" userId="bd54eb2f-6908-4649-aad7-2beea193f3c7" providerId="ADAL" clId="{F05F724F-10E6-421E-A657-43C449CC2A93}" dt="2022-07-05T06:14:50.462" v="311"/>
          <ac:inkMkLst>
            <pc:docMk/>
            <pc:sldMk cId="315703525" sldId="369"/>
            <ac:inkMk id="21" creationId="{0FF645B7-64BD-E76C-F08D-A592805D223E}"/>
          </ac:inkMkLst>
        </pc:inkChg>
        <pc:inkChg chg="add mod">
          <ac:chgData name="小澤 成年" userId="bd54eb2f-6908-4649-aad7-2beea193f3c7" providerId="ADAL" clId="{F05F724F-10E6-421E-A657-43C449CC2A93}" dt="2022-07-05T06:14:50.462" v="311"/>
          <ac:inkMkLst>
            <pc:docMk/>
            <pc:sldMk cId="315703525" sldId="369"/>
            <ac:inkMk id="22" creationId="{78CF4246-314B-C7DB-98B5-18BD8BAB3BE8}"/>
          </ac:inkMkLst>
        </pc:inkChg>
        <pc:inkChg chg="add mod">
          <ac:chgData name="小澤 成年" userId="bd54eb2f-6908-4649-aad7-2beea193f3c7" providerId="ADAL" clId="{F05F724F-10E6-421E-A657-43C449CC2A93}" dt="2022-07-05T06:14:50.462" v="311"/>
          <ac:inkMkLst>
            <pc:docMk/>
            <pc:sldMk cId="315703525" sldId="369"/>
            <ac:inkMk id="23" creationId="{A1F31495-6D61-3734-1131-4844805D5472}"/>
          </ac:inkMkLst>
        </pc:inkChg>
        <pc:inkChg chg="add mod">
          <ac:chgData name="小澤 成年" userId="bd54eb2f-6908-4649-aad7-2beea193f3c7" providerId="ADAL" clId="{F05F724F-10E6-421E-A657-43C449CC2A93}" dt="2022-07-05T06:15:31.797" v="321"/>
          <ac:inkMkLst>
            <pc:docMk/>
            <pc:sldMk cId="315703525" sldId="369"/>
            <ac:inkMk id="25" creationId="{5B490A9C-2CC4-638C-112A-8F52A34565D5}"/>
          </ac:inkMkLst>
        </pc:inkChg>
        <pc:inkChg chg="add del mod">
          <ac:chgData name="小澤 成年" userId="bd54eb2f-6908-4649-aad7-2beea193f3c7" providerId="ADAL" clId="{F05F724F-10E6-421E-A657-43C449CC2A93}" dt="2022-07-05T06:15:31.797" v="321"/>
          <ac:inkMkLst>
            <pc:docMk/>
            <pc:sldMk cId="315703525" sldId="369"/>
            <ac:inkMk id="26" creationId="{E2F6FFDA-EFE5-5AB2-2721-7E2436F4B90F}"/>
          </ac:inkMkLst>
        </pc:inkChg>
        <pc:inkChg chg="add del mod">
          <ac:chgData name="小澤 成年" userId="bd54eb2f-6908-4649-aad7-2beea193f3c7" providerId="ADAL" clId="{F05F724F-10E6-421E-A657-43C449CC2A93}" dt="2022-07-05T06:15:31.687" v="319"/>
          <ac:inkMkLst>
            <pc:docMk/>
            <pc:sldMk cId="315703525" sldId="369"/>
            <ac:inkMk id="28" creationId="{86F4B9CD-14F2-21B4-2433-DC293FCD06F8}"/>
          </ac:inkMkLst>
        </pc:inkChg>
        <pc:inkChg chg="add del mod">
          <ac:chgData name="小澤 成年" userId="bd54eb2f-6908-4649-aad7-2beea193f3c7" providerId="ADAL" clId="{F05F724F-10E6-421E-A657-43C449CC2A93}" dt="2022-07-05T06:15:31.689" v="320"/>
          <ac:inkMkLst>
            <pc:docMk/>
            <pc:sldMk cId="315703525" sldId="369"/>
            <ac:inkMk id="30" creationId="{90344405-95E9-05F5-2859-89C2A30B9FD4}"/>
          </ac:inkMkLst>
        </pc:inkChg>
        <pc:inkChg chg="add">
          <ac:chgData name="小澤 成年" userId="bd54eb2f-6908-4649-aad7-2beea193f3c7" providerId="ADAL" clId="{F05F724F-10E6-421E-A657-43C449CC2A93}" dt="2022-07-05T06:15:34.176" v="322" actId="9405"/>
          <ac:inkMkLst>
            <pc:docMk/>
            <pc:sldMk cId="315703525" sldId="369"/>
            <ac:inkMk id="32" creationId="{FA26B725-DD18-79FF-1D4E-E8C5DA04D132}"/>
          </ac:inkMkLst>
        </pc:inkChg>
        <pc:inkChg chg="add mod">
          <ac:chgData name="小澤 成年" userId="bd54eb2f-6908-4649-aad7-2beea193f3c7" providerId="ADAL" clId="{F05F724F-10E6-421E-A657-43C449CC2A93}" dt="2022-07-05T06:15:37.133" v="325"/>
          <ac:inkMkLst>
            <pc:docMk/>
            <pc:sldMk cId="315703525" sldId="369"/>
            <ac:inkMk id="33" creationId="{FAF20D4A-8A97-FDC2-5132-C91707D9E6B2}"/>
          </ac:inkMkLst>
        </pc:inkChg>
        <pc:inkChg chg="add mod">
          <ac:chgData name="小澤 成年" userId="bd54eb2f-6908-4649-aad7-2beea193f3c7" providerId="ADAL" clId="{F05F724F-10E6-421E-A657-43C449CC2A93}" dt="2022-07-05T06:15:37.133" v="325"/>
          <ac:inkMkLst>
            <pc:docMk/>
            <pc:sldMk cId="315703525" sldId="369"/>
            <ac:inkMk id="34" creationId="{6EF8A7B3-CC9B-82EF-C68B-B37F280A4BCB}"/>
          </ac:inkMkLst>
        </pc:inkChg>
        <pc:inkChg chg="add mod">
          <ac:chgData name="小澤 成年" userId="bd54eb2f-6908-4649-aad7-2beea193f3c7" providerId="ADAL" clId="{F05F724F-10E6-421E-A657-43C449CC2A93}" dt="2022-07-05T06:15:40.749" v="328"/>
          <ac:inkMkLst>
            <pc:docMk/>
            <pc:sldMk cId="315703525" sldId="369"/>
            <ac:inkMk id="36" creationId="{A1980E35-86C4-1532-8A28-FE99CEB2C542}"/>
          </ac:inkMkLst>
        </pc:inkChg>
        <pc:inkChg chg="add mod">
          <ac:chgData name="小澤 成年" userId="bd54eb2f-6908-4649-aad7-2beea193f3c7" providerId="ADAL" clId="{F05F724F-10E6-421E-A657-43C449CC2A93}" dt="2022-07-05T06:15:40.749" v="328"/>
          <ac:inkMkLst>
            <pc:docMk/>
            <pc:sldMk cId="315703525" sldId="369"/>
            <ac:inkMk id="37" creationId="{3762708A-A5CC-418E-3EC6-D1E878D6A965}"/>
          </ac:inkMkLst>
        </pc:inkChg>
        <pc:inkChg chg="add">
          <ac:chgData name="小澤 成年" userId="bd54eb2f-6908-4649-aad7-2beea193f3c7" providerId="ADAL" clId="{F05F724F-10E6-421E-A657-43C449CC2A93}" dt="2022-07-05T06:15:49.512" v="329" actId="9405"/>
          <ac:inkMkLst>
            <pc:docMk/>
            <pc:sldMk cId="315703525" sldId="369"/>
            <ac:inkMk id="39" creationId="{9DB9DE34-079D-F35E-1E35-2D4667046648}"/>
          </ac:inkMkLst>
        </pc:inkChg>
        <pc:inkChg chg="add mod">
          <ac:chgData name="小澤 成年" userId="bd54eb2f-6908-4649-aad7-2beea193f3c7" providerId="ADAL" clId="{F05F724F-10E6-421E-A657-43C449CC2A93}" dt="2022-07-05T06:16:01.145" v="332"/>
          <ac:inkMkLst>
            <pc:docMk/>
            <pc:sldMk cId="315703525" sldId="369"/>
            <ac:inkMk id="40" creationId="{3147299D-7BD5-71C3-4F9C-ECA6F0200588}"/>
          </ac:inkMkLst>
        </pc:inkChg>
        <pc:inkChg chg="add mod">
          <ac:chgData name="小澤 成年" userId="bd54eb2f-6908-4649-aad7-2beea193f3c7" providerId="ADAL" clId="{F05F724F-10E6-421E-A657-43C449CC2A93}" dt="2022-07-05T06:16:01.145" v="332"/>
          <ac:inkMkLst>
            <pc:docMk/>
            <pc:sldMk cId="315703525" sldId="369"/>
            <ac:inkMk id="41" creationId="{0C6C4A4B-F932-965F-0EC9-5F93221DFF67}"/>
          </ac:inkMkLst>
        </pc:inkChg>
        <pc:inkChg chg="add mod">
          <ac:chgData name="小澤 成年" userId="bd54eb2f-6908-4649-aad7-2beea193f3c7" providerId="ADAL" clId="{F05F724F-10E6-421E-A657-43C449CC2A93}" dt="2022-07-05T06:16:27.190" v="352"/>
          <ac:inkMkLst>
            <pc:docMk/>
            <pc:sldMk cId="315703525" sldId="369"/>
            <ac:inkMk id="43" creationId="{4D5E052A-3A51-AF15-3D33-2C137E5CCA04}"/>
          </ac:inkMkLst>
        </pc:inkChg>
        <pc:inkChg chg="add mod">
          <ac:chgData name="小澤 成年" userId="bd54eb2f-6908-4649-aad7-2beea193f3c7" providerId="ADAL" clId="{F05F724F-10E6-421E-A657-43C449CC2A93}" dt="2022-07-05T06:16:27.190" v="352"/>
          <ac:inkMkLst>
            <pc:docMk/>
            <pc:sldMk cId="315703525" sldId="369"/>
            <ac:inkMk id="44" creationId="{6DC3FE26-77F5-E999-9D48-FA60B3C06D84}"/>
          </ac:inkMkLst>
        </pc:inkChg>
        <pc:inkChg chg="add mod">
          <ac:chgData name="小澤 成年" userId="bd54eb2f-6908-4649-aad7-2beea193f3c7" providerId="ADAL" clId="{F05F724F-10E6-421E-A657-43C449CC2A93}" dt="2022-07-05T06:16:27.190" v="352"/>
          <ac:inkMkLst>
            <pc:docMk/>
            <pc:sldMk cId="315703525" sldId="369"/>
            <ac:inkMk id="46" creationId="{5FA475C6-8FCD-DFAF-8265-E8CB4DE8041C}"/>
          </ac:inkMkLst>
        </pc:inkChg>
        <pc:inkChg chg="add mod">
          <ac:chgData name="小澤 成年" userId="bd54eb2f-6908-4649-aad7-2beea193f3c7" providerId="ADAL" clId="{F05F724F-10E6-421E-A657-43C449CC2A93}" dt="2022-07-05T06:16:14.977" v="342"/>
          <ac:inkMkLst>
            <pc:docMk/>
            <pc:sldMk cId="315703525" sldId="369"/>
            <ac:inkMk id="48" creationId="{14C46037-4AF8-8471-4A51-1A89336D71B0}"/>
          </ac:inkMkLst>
        </pc:inkChg>
        <pc:inkChg chg="add mod">
          <ac:chgData name="小澤 成年" userId="bd54eb2f-6908-4649-aad7-2beea193f3c7" providerId="ADAL" clId="{F05F724F-10E6-421E-A657-43C449CC2A93}" dt="2022-07-05T06:16:14.977" v="342"/>
          <ac:inkMkLst>
            <pc:docMk/>
            <pc:sldMk cId="315703525" sldId="369"/>
            <ac:inkMk id="49" creationId="{B982655E-66C8-7E0A-97DE-28C8F02FED6E}"/>
          </ac:inkMkLst>
        </pc:inkChg>
        <pc:inkChg chg="add mod">
          <ac:chgData name="小澤 成年" userId="bd54eb2f-6908-4649-aad7-2beea193f3c7" providerId="ADAL" clId="{F05F724F-10E6-421E-A657-43C449CC2A93}" dt="2022-07-05T06:16:27.190" v="352"/>
          <ac:inkMkLst>
            <pc:docMk/>
            <pc:sldMk cId="315703525" sldId="369"/>
            <ac:inkMk id="50" creationId="{04B95120-EF31-5474-2102-D67C3F853E2B}"/>
          </ac:inkMkLst>
        </pc:inkChg>
        <pc:inkChg chg="add mod">
          <ac:chgData name="小澤 成年" userId="bd54eb2f-6908-4649-aad7-2beea193f3c7" providerId="ADAL" clId="{F05F724F-10E6-421E-A657-43C449CC2A93}" dt="2022-07-05T06:16:27.190" v="352"/>
          <ac:inkMkLst>
            <pc:docMk/>
            <pc:sldMk cId="315703525" sldId="369"/>
            <ac:inkMk id="51" creationId="{74923192-2373-5804-EC47-C90061BBA390}"/>
          </ac:inkMkLst>
        </pc:inkChg>
        <pc:inkChg chg="add">
          <ac:chgData name="小澤 成年" userId="bd54eb2f-6908-4649-aad7-2beea193f3c7" providerId="ADAL" clId="{F05F724F-10E6-421E-A657-43C449CC2A93}" dt="2022-07-05T06:16:15.764" v="343" actId="9405"/>
          <ac:inkMkLst>
            <pc:docMk/>
            <pc:sldMk cId="315703525" sldId="369"/>
            <ac:inkMk id="54" creationId="{DDFA16F1-209B-CF43-0F43-B37B3CC9E367}"/>
          </ac:inkMkLst>
        </pc:inkChg>
        <pc:inkChg chg="add mod">
          <ac:chgData name="小澤 成年" userId="bd54eb2f-6908-4649-aad7-2beea193f3c7" providerId="ADAL" clId="{F05F724F-10E6-421E-A657-43C449CC2A93}" dt="2022-07-05T06:16:27.190" v="352"/>
          <ac:inkMkLst>
            <pc:docMk/>
            <pc:sldMk cId="315703525" sldId="369"/>
            <ac:inkMk id="55" creationId="{2636D98A-16FE-D67E-361C-E370810702E5}"/>
          </ac:inkMkLst>
        </pc:inkChg>
        <pc:inkChg chg="add mod">
          <ac:chgData name="小澤 成年" userId="bd54eb2f-6908-4649-aad7-2beea193f3c7" providerId="ADAL" clId="{F05F724F-10E6-421E-A657-43C449CC2A93}" dt="2022-07-05T06:16:27.190" v="352"/>
          <ac:inkMkLst>
            <pc:docMk/>
            <pc:sldMk cId="315703525" sldId="369"/>
            <ac:inkMk id="56" creationId="{20EE1E8D-7983-63DB-ADCB-1F5A594BFB32}"/>
          </ac:inkMkLst>
        </pc:inkChg>
        <pc:inkChg chg="add mod">
          <ac:chgData name="小澤 成年" userId="bd54eb2f-6908-4649-aad7-2beea193f3c7" providerId="ADAL" clId="{F05F724F-10E6-421E-A657-43C449CC2A93}" dt="2022-07-05T06:16:27.190" v="352"/>
          <ac:inkMkLst>
            <pc:docMk/>
            <pc:sldMk cId="315703525" sldId="369"/>
            <ac:inkMk id="58" creationId="{18680C6A-0DCB-41F0-35C5-2330D22329E1}"/>
          </ac:inkMkLst>
        </pc:inkChg>
        <pc:inkChg chg="add mod">
          <ac:chgData name="小澤 成年" userId="bd54eb2f-6908-4649-aad7-2beea193f3c7" providerId="ADAL" clId="{F05F724F-10E6-421E-A657-43C449CC2A93}" dt="2022-07-05T06:16:27.190" v="352"/>
          <ac:inkMkLst>
            <pc:docMk/>
            <pc:sldMk cId="315703525" sldId="369"/>
            <ac:inkMk id="59" creationId="{F44DD2E7-5A11-915B-1F14-1C0A37AF1463}"/>
          </ac:inkMkLst>
        </pc:inkChg>
        <pc:inkChg chg="add mod">
          <ac:chgData name="小澤 成年" userId="bd54eb2f-6908-4649-aad7-2beea193f3c7" providerId="ADAL" clId="{F05F724F-10E6-421E-A657-43C449CC2A93}" dt="2022-07-05T06:16:27.190" v="352"/>
          <ac:inkMkLst>
            <pc:docMk/>
            <pc:sldMk cId="315703525" sldId="369"/>
            <ac:inkMk id="61" creationId="{B1570B93-3EC2-E889-8FD2-0AF51182CE31}"/>
          </ac:inkMkLst>
        </pc:inkChg>
        <pc:inkChg chg="add mod">
          <ac:chgData name="小澤 成年" userId="bd54eb2f-6908-4649-aad7-2beea193f3c7" providerId="ADAL" clId="{F05F724F-10E6-421E-A657-43C449CC2A93}" dt="2022-07-05T06:16:27.190" v="352"/>
          <ac:inkMkLst>
            <pc:docMk/>
            <pc:sldMk cId="315703525" sldId="369"/>
            <ac:inkMk id="62" creationId="{A0BD5771-EE87-C446-0DBE-6A01F36AA836}"/>
          </ac:inkMkLst>
        </pc:inkChg>
        <pc:inkChg chg="add">
          <ac:chgData name="小澤 成年" userId="bd54eb2f-6908-4649-aad7-2beea193f3c7" providerId="ADAL" clId="{F05F724F-10E6-421E-A657-43C449CC2A93}" dt="2022-07-05T06:16:29.379" v="353" actId="9405"/>
          <ac:inkMkLst>
            <pc:docMk/>
            <pc:sldMk cId="315703525" sldId="369"/>
            <ac:inkMk id="64" creationId="{3F694813-0D3C-9DEF-B96A-EFB5B19CBD70}"/>
          </ac:inkMkLst>
        </pc:inkChg>
        <pc:inkChg chg="add">
          <ac:chgData name="小澤 成年" userId="bd54eb2f-6908-4649-aad7-2beea193f3c7" providerId="ADAL" clId="{F05F724F-10E6-421E-A657-43C449CC2A93}" dt="2022-07-05T06:16:30.600" v="354" actId="9405"/>
          <ac:inkMkLst>
            <pc:docMk/>
            <pc:sldMk cId="315703525" sldId="369"/>
            <ac:inkMk id="65" creationId="{EBAA0978-3C13-A899-007B-DE0360D499D6}"/>
          </ac:inkMkLst>
        </pc:inkChg>
      </pc:sldChg>
      <pc:sldChg chg="modSp mod">
        <pc:chgData name="小澤 成年" userId="bd54eb2f-6908-4649-aad7-2beea193f3c7" providerId="ADAL" clId="{F05F724F-10E6-421E-A657-43C449CC2A93}" dt="2022-07-05T06:22:51.328" v="360" actId="20577"/>
        <pc:sldMkLst>
          <pc:docMk/>
          <pc:sldMk cId="1918088230" sldId="370"/>
        </pc:sldMkLst>
        <pc:spChg chg="mod">
          <ac:chgData name="小澤 成年" userId="bd54eb2f-6908-4649-aad7-2beea193f3c7" providerId="ADAL" clId="{F05F724F-10E6-421E-A657-43C449CC2A93}" dt="2022-07-05T06:22:51.328" v="360" actId="20577"/>
          <ac:spMkLst>
            <pc:docMk/>
            <pc:sldMk cId="1918088230" sldId="370"/>
            <ac:spMk id="5" creationId="{BFCE6B65-8715-4522-A55C-2D7440524DC1}"/>
          </ac:spMkLst>
        </pc:spChg>
      </pc:sldChg>
      <pc:sldChg chg="addSp delSp modSp mod">
        <pc:chgData name="小澤 成年" userId="bd54eb2f-6908-4649-aad7-2beea193f3c7" providerId="ADAL" clId="{F05F724F-10E6-421E-A657-43C449CC2A93}" dt="2022-07-05T06:25:53.948" v="421"/>
        <pc:sldMkLst>
          <pc:docMk/>
          <pc:sldMk cId="1875641365" sldId="371"/>
        </pc:sldMkLst>
        <pc:grpChg chg="mod">
          <ac:chgData name="小澤 成年" userId="bd54eb2f-6908-4649-aad7-2beea193f3c7" providerId="ADAL" clId="{F05F724F-10E6-421E-A657-43C449CC2A93}" dt="2022-07-05T06:24:17.826" v="367"/>
          <ac:grpSpMkLst>
            <pc:docMk/>
            <pc:sldMk cId="1875641365" sldId="371"/>
            <ac:grpSpMk id="14" creationId="{865DFAAD-82AB-2EB2-C36F-CED3E60B08D1}"/>
          </ac:grpSpMkLst>
        </pc:grpChg>
        <pc:grpChg chg="del mod">
          <ac:chgData name="小澤 成年" userId="bd54eb2f-6908-4649-aad7-2beea193f3c7" providerId="ADAL" clId="{F05F724F-10E6-421E-A657-43C449CC2A93}" dt="2022-07-05T06:24:35.809" v="375"/>
          <ac:grpSpMkLst>
            <pc:docMk/>
            <pc:sldMk cId="1875641365" sldId="371"/>
            <ac:grpSpMk id="18" creationId="{4AC1E87D-BD0B-98BD-75F4-C18754366356}"/>
          </ac:grpSpMkLst>
        </pc:grpChg>
        <pc:grpChg chg="del mod">
          <ac:chgData name="小澤 成年" userId="bd54eb2f-6908-4649-aad7-2beea193f3c7" providerId="ADAL" clId="{F05F724F-10E6-421E-A657-43C449CC2A93}" dt="2022-07-05T06:24:37.099" v="378"/>
          <ac:grpSpMkLst>
            <pc:docMk/>
            <pc:sldMk cId="1875641365" sldId="371"/>
            <ac:grpSpMk id="22" creationId="{5931AE60-847C-D1BF-29F8-2C7F6D584EB1}"/>
          </ac:grpSpMkLst>
        </pc:grpChg>
        <pc:grpChg chg="del mod">
          <ac:chgData name="小澤 成年" userId="bd54eb2f-6908-4649-aad7-2beea193f3c7" providerId="ADAL" clId="{F05F724F-10E6-421E-A657-43C449CC2A93}" dt="2022-07-05T06:24:43.337" v="386"/>
          <ac:grpSpMkLst>
            <pc:docMk/>
            <pc:sldMk cId="1875641365" sldId="371"/>
            <ac:grpSpMk id="25" creationId="{DF68186B-101F-542F-D57B-3D60D76A26E3}"/>
          </ac:grpSpMkLst>
        </pc:grpChg>
        <pc:grpChg chg="del mod">
          <ac:chgData name="小澤 成年" userId="bd54eb2f-6908-4649-aad7-2beea193f3c7" providerId="ADAL" clId="{F05F724F-10E6-421E-A657-43C449CC2A93}" dt="2022-07-05T06:25:29.507" v="408"/>
          <ac:grpSpMkLst>
            <pc:docMk/>
            <pc:sldMk cId="1875641365" sldId="371"/>
            <ac:grpSpMk id="33" creationId="{3CFE5CF1-3AA3-B797-063C-C0C468EF1892}"/>
          </ac:grpSpMkLst>
        </pc:grpChg>
        <pc:grpChg chg="del mod">
          <ac:chgData name="小澤 成年" userId="bd54eb2f-6908-4649-aad7-2beea193f3c7" providerId="ADAL" clId="{F05F724F-10E6-421E-A657-43C449CC2A93}" dt="2022-07-05T06:25:03.095" v="395"/>
          <ac:grpSpMkLst>
            <pc:docMk/>
            <pc:sldMk cId="1875641365" sldId="371"/>
            <ac:grpSpMk id="39" creationId="{00AABCF6-B0FE-64EF-5636-7F3D0E42E8B5}"/>
          </ac:grpSpMkLst>
        </pc:grpChg>
        <pc:grpChg chg="del mod">
          <ac:chgData name="小澤 成年" userId="bd54eb2f-6908-4649-aad7-2beea193f3c7" providerId="ADAL" clId="{F05F724F-10E6-421E-A657-43C449CC2A93}" dt="2022-07-05T06:25:05.015" v="397"/>
          <ac:grpSpMkLst>
            <pc:docMk/>
            <pc:sldMk cId="1875641365" sldId="371"/>
            <ac:grpSpMk id="42" creationId="{A25D5160-131F-9F59-58CE-B569B5B48F78}"/>
          </ac:grpSpMkLst>
        </pc:grpChg>
        <pc:grpChg chg="mod">
          <ac:chgData name="小澤 成年" userId="bd54eb2f-6908-4649-aad7-2beea193f3c7" providerId="ADAL" clId="{F05F724F-10E6-421E-A657-43C449CC2A93}" dt="2022-07-05T06:25:06.052" v="401"/>
          <ac:grpSpMkLst>
            <pc:docMk/>
            <pc:sldMk cId="1875641365" sldId="371"/>
            <ac:grpSpMk id="44" creationId="{6B6DC522-F2A6-2389-149A-E3BD3156DBF2}"/>
          </ac:grpSpMkLst>
        </pc:grpChg>
        <pc:grpChg chg="mod">
          <ac:chgData name="小澤 成年" userId="bd54eb2f-6908-4649-aad7-2beea193f3c7" providerId="ADAL" clId="{F05F724F-10E6-421E-A657-43C449CC2A93}" dt="2022-07-05T06:25:29.507" v="408"/>
          <ac:grpSpMkLst>
            <pc:docMk/>
            <pc:sldMk cId="1875641365" sldId="371"/>
            <ac:grpSpMk id="50" creationId="{69A0BDA7-A213-26DB-F594-5297B4435B8F}"/>
          </ac:grpSpMkLst>
        </pc:grpChg>
        <pc:grpChg chg="mod">
          <ac:chgData name="小澤 成年" userId="bd54eb2f-6908-4649-aad7-2beea193f3c7" providerId="ADAL" clId="{F05F724F-10E6-421E-A657-43C449CC2A93}" dt="2022-07-05T06:25:47.282" v="413"/>
          <ac:grpSpMkLst>
            <pc:docMk/>
            <pc:sldMk cId="1875641365" sldId="371"/>
            <ac:grpSpMk id="55" creationId="{34678C2D-6B62-B675-A438-46DBC6E7D0CD}"/>
          </ac:grpSpMkLst>
        </pc:grpChg>
        <pc:grpChg chg="del mod">
          <ac:chgData name="小澤 成年" userId="bd54eb2f-6908-4649-aad7-2beea193f3c7" providerId="ADAL" clId="{F05F724F-10E6-421E-A657-43C449CC2A93}" dt="2022-07-05T06:25:52.794" v="418"/>
          <ac:grpSpMkLst>
            <pc:docMk/>
            <pc:sldMk cId="1875641365" sldId="371"/>
            <ac:grpSpMk id="58" creationId="{A188F98A-F1C5-0239-36A5-2BCAD67F95F9}"/>
          </ac:grpSpMkLst>
        </pc:grpChg>
        <pc:grpChg chg="del mod">
          <ac:chgData name="小澤 成年" userId="bd54eb2f-6908-4649-aad7-2beea193f3c7" providerId="ADAL" clId="{F05F724F-10E6-421E-A657-43C449CC2A93}" dt="2022-07-05T06:25:53.947" v="420"/>
          <ac:grpSpMkLst>
            <pc:docMk/>
            <pc:sldMk cId="1875641365" sldId="371"/>
            <ac:grpSpMk id="60" creationId="{BB400012-38A2-AE0D-1B37-09698692BC01}"/>
          </ac:grpSpMkLst>
        </pc:grpChg>
        <pc:inkChg chg="add">
          <ac:chgData name="小澤 成年" userId="bd54eb2f-6908-4649-aad7-2beea193f3c7" providerId="ADAL" clId="{F05F724F-10E6-421E-A657-43C449CC2A93}" dt="2022-07-05T06:23:52.872" v="361" actId="9405"/>
          <ac:inkMkLst>
            <pc:docMk/>
            <pc:sldMk cId="1875641365" sldId="371"/>
            <ac:inkMk id="8" creationId="{36D93E15-B4AC-1BD8-DE97-925CCA5A3457}"/>
          </ac:inkMkLst>
        </pc:inkChg>
        <pc:inkChg chg="add">
          <ac:chgData name="小澤 成年" userId="bd54eb2f-6908-4649-aad7-2beea193f3c7" providerId="ADAL" clId="{F05F724F-10E6-421E-A657-43C449CC2A93}" dt="2022-07-05T06:24:02.827" v="362" actId="9405"/>
          <ac:inkMkLst>
            <pc:docMk/>
            <pc:sldMk cId="1875641365" sldId="371"/>
            <ac:inkMk id="9" creationId="{BDA5BC41-17C1-6F7B-04C4-3240D1F2ABDA}"/>
          </ac:inkMkLst>
        </pc:inkChg>
        <pc:inkChg chg="add">
          <ac:chgData name="小澤 成年" userId="bd54eb2f-6908-4649-aad7-2beea193f3c7" providerId="ADAL" clId="{F05F724F-10E6-421E-A657-43C449CC2A93}" dt="2022-07-05T06:24:06.005" v="363" actId="9405"/>
          <ac:inkMkLst>
            <pc:docMk/>
            <pc:sldMk cId="1875641365" sldId="371"/>
            <ac:inkMk id="10" creationId="{5D204D93-5923-5C2A-5F2B-C558A5FCE893}"/>
          </ac:inkMkLst>
        </pc:inkChg>
        <pc:inkChg chg="add">
          <ac:chgData name="小澤 成年" userId="bd54eb2f-6908-4649-aad7-2beea193f3c7" providerId="ADAL" clId="{F05F724F-10E6-421E-A657-43C449CC2A93}" dt="2022-07-05T06:24:09.778" v="364" actId="9405"/>
          <ac:inkMkLst>
            <pc:docMk/>
            <pc:sldMk cId="1875641365" sldId="371"/>
            <ac:inkMk id="11" creationId="{D65F7F0C-0805-F716-0F58-CAC29C51BB35}"/>
          </ac:inkMkLst>
        </pc:inkChg>
        <pc:inkChg chg="add mod">
          <ac:chgData name="小澤 成年" userId="bd54eb2f-6908-4649-aad7-2beea193f3c7" providerId="ADAL" clId="{F05F724F-10E6-421E-A657-43C449CC2A93}" dt="2022-07-05T06:24:17.826" v="367"/>
          <ac:inkMkLst>
            <pc:docMk/>
            <pc:sldMk cId="1875641365" sldId="371"/>
            <ac:inkMk id="12" creationId="{A0E400B5-9B1F-F874-5C62-7F60C24F12E3}"/>
          </ac:inkMkLst>
        </pc:inkChg>
        <pc:inkChg chg="add mod">
          <ac:chgData name="小澤 成年" userId="bd54eb2f-6908-4649-aad7-2beea193f3c7" providerId="ADAL" clId="{F05F724F-10E6-421E-A657-43C449CC2A93}" dt="2022-07-05T06:24:17.826" v="367"/>
          <ac:inkMkLst>
            <pc:docMk/>
            <pc:sldMk cId="1875641365" sldId="371"/>
            <ac:inkMk id="13" creationId="{391F4B6B-2298-B19D-D89E-F328EB73297B}"/>
          </ac:inkMkLst>
        </pc:inkChg>
        <pc:inkChg chg="add">
          <ac:chgData name="小澤 成年" userId="bd54eb2f-6908-4649-aad7-2beea193f3c7" providerId="ADAL" clId="{F05F724F-10E6-421E-A657-43C449CC2A93}" dt="2022-07-05T06:24:22.957" v="368" actId="9405"/>
          <ac:inkMkLst>
            <pc:docMk/>
            <pc:sldMk cId="1875641365" sldId="371"/>
            <ac:inkMk id="15" creationId="{793E1765-3FF2-51F2-A8F7-047353EC9D4A}"/>
          </ac:inkMkLst>
        </pc:inkChg>
        <pc:inkChg chg="add del mod">
          <ac:chgData name="小澤 成年" userId="bd54eb2f-6908-4649-aad7-2beea193f3c7" providerId="ADAL" clId="{F05F724F-10E6-421E-A657-43C449CC2A93}" dt="2022-07-05T06:25:06.054" v="402"/>
          <ac:inkMkLst>
            <pc:docMk/>
            <pc:sldMk cId="1875641365" sldId="371"/>
            <ac:inkMk id="16" creationId="{1394E80D-61A7-4906-9F93-0CD41896D85F}"/>
          </ac:inkMkLst>
        </pc:inkChg>
        <pc:inkChg chg="add mod">
          <ac:chgData name="小澤 成年" userId="bd54eb2f-6908-4649-aad7-2beea193f3c7" providerId="ADAL" clId="{F05F724F-10E6-421E-A657-43C449CC2A93}" dt="2022-07-05T06:25:29.507" v="408"/>
          <ac:inkMkLst>
            <pc:docMk/>
            <pc:sldMk cId="1875641365" sldId="371"/>
            <ac:inkMk id="17" creationId="{17A0CEA1-7A53-1BB1-D6FC-4299A30E451F}"/>
          </ac:inkMkLst>
        </pc:inkChg>
        <pc:inkChg chg="add mod">
          <ac:chgData name="小澤 成年" userId="bd54eb2f-6908-4649-aad7-2beea193f3c7" providerId="ADAL" clId="{F05F724F-10E6-421E-A657-43C449CC2A93}" dt="2022-07-05T06:25:29.507" v="408"/>
          <ac:inkMkLst>
            <pc:docMk/>
            <pc:sldMk cId="1875641365" sldId="371"/>
            <ac:inkMk id="19" creationId="{63D456D3-BB6B-7D9B-D82C-7AE528E5B306}"/>
          </ac:inkMkLst>
        </pc:inkChg>
        <pc:inkChg chg="add mod">
          <ac:chgData name="小澤 成年" userId="bd54eb2f-6908-4649-aad7-2beea193f3c7" providerId="ADAL" clId="{F05F724F-10E6-421E-A657-43C449CC2A93}" dt="2022-07-05T06:25:29.507" v="408"/>
          <ac:inkMkLst>
            <pc:docMk/>
            <pc:sldMk cId="1875641365" sldId="371"/>
            <ac:inkMk id="20" creationId="{A31C38E4-523C-4324-AEE2-1A6ACE79A351}"/>
          </ac:inkMkLst>
        </pc:inkChg>
        <pc:inkChg chg="add mod">
          <ac:chgData name="小澤 成年" userId="bd54eb2f-6908-4649-aad7-2beea193f3c7" providerId="ADAL" clId="{F05F724F-10E6-421E-A657-43C449CC2A93}" dt="2022-07-05T06:25:29.507" v="408"/>
          <ac:inkMkLst>
            <pc:docMk/>
            <pc:sldMk cId="1875641365" sldId="371"/>
            <ac:inkMk id="21" creationId="{A809CBAA-16D0-481A-BC47-BAD4CC7419EB}"/>
          </ac:inkMkLst>
        </pc:inkChg>
        <pc:inkChg chg="add mod">
          <ac:chgData name="小澤 成年" userId="bd54eb2f-6908-4649-aad7-2beea193f3c7" providerId="ADAL" clId="{F05F724F-10E6-421E-A657-43C449CC2A93}" dt="2022-07-05T06:25:29.507" v="408"/>
          <ac:inkMkLst>
            <pc:docMk/>
            <pc:sldMk cId="1875641365" sldId="371"/>
            <ac:inkMk id="23" creationId="{46DBF18B-02F5-5965-5AF8-BB0B08F83307}"/>
          </ac:inkMkLst>
        </pc:inkChg>
        <pc:inkChg chg="add mod">
          <ac:chgData name="小澤 成年" userId="bd54eb2f-6908-4649-aad7-2beea193f3c7" providerId="ADAL" clId="{F05F724F-10E6-421E-A657-43C449CC2A93}" dt="2022-07-05T06:25:29.507" v="408"/>
          <ac:inkMkLst>
            <pc:docMk/>
            <pc:sldMk cId="1875641365" sldId="371"/>
            <ac:inkMk id="24" creationId="{557DC593-49A1-BB70-ECB9-B8E2F2FD4675}"/>
          </ac:inkMkLst>
        </pc:inkChg>
        <pc:inkChg chg="add mod">
          <ac:chgData name="小澤 成年" userId="bd54eb2f-6908-4649-aad7-2beea193f3c7" providerId="ADAL" clId="{F05F724F-10E6-421E-A657-43C449CC2A93}" dt="2022-07-05T06:25:29.507" v="408"/>
          <ac:inkMkLst>
            <pc:docMk/>
            <pc:sldMk cId="1875641365" sldId="371"/>
            <ac:inkMk id="26" creationId="{4236AB1E-754F-0967-6AB0-F2304AD3C6F4}"/>
          </ac:inkMkLst>
        </pc:inkChg>
        <pc:inkChg chg="add mod">
          <ac:chgData name="小澤 成年" userId="bd54eb2f-6908-4649-aad7-2beea193f3c7" providerId="ADAL" clId="{F05F724F-10E6-421E-A657-43C449CC2A93}" dt="2022-07-05T06:25:29.507" v="408"/>
          <ac:inkMkLst>
            <pc:docMk/>
            <pc:sldMk cId="1875641365" sldId="371"/>
            <ac:inkMk id="27" creationId="{E107AEA7-59EC-B992-C6B7-50BAABC0C0F1}"/>
          </ac:inkMkLst>
        </pc:inkChg>
        <pc:inkChg chg="add mod">
          <ac:chgData name="小澤 成年" userId="bd54eb2f-6908-4649-aad7-2beea193f3c7" providerId="ADAL" clId="{F05F724F-10E6-421E-A657-43C449CC2A93}" dt="2022-07-05T06:25:29.507" v="408"/>
          <ac:inkMkLst>
            <pc:docMk/>
            <pc:sldMk cId="1875641365" sldId="371"/>
            <ac:inkMk id="28" creationId="{ED61BCD3-C6B7-765F-EC56-72A9945ECFAC}"/>
          </ac:inkMkLst>
        </pc:inkChg>
        <pc:inkChg chg="add mod">
          <ac:chgData name="小澤 成年" userId="bd54eb2f-6908-4649-aad7-2beea193f3c7" providerId="ADAL" clId="{F05F724F-10E6-421E-A657-43C449CC2A93}" dt="2022-07-05T06:25:29.507" v="408"/>
          <ac:inkMkLst>
            <pc:docMk/>
            <pc:sldMk cId="1875641365" sldId="371"/>
            <ac:inkMk id="29" creationId="{5D448109-E138-CBDE-3091-3917E3E2882B}"/>
          </ac:inkMkLst>
        </pc:inkChg>
        <pc:inkChg chg="add mod">
          <ac:chgData name="小澤 成年" userId="bd54eb2f-6908-4649-aad7-2beea193f3c7" providerId="ADAL" clId="{F05F724F-10E6-421E-A657-43C449CC2A93}" dt="2022-07-05T06:25:29.507" v="408"/>
          <ac:inkMkLst>
            <pc:docMk/>
            <pc:sldMk cId="1875641365" sldId="371"/>
            <ac:inkMk id="30" creationId="{A00E1D41-2535-8518-F1E8-632D1BCE418C}"/>
          </ac:inkMkLst>
        </pc:inkChg>
        <pc:inkChg chg="add mod">
          <ac:chgData name="小澤 成年" userId="bd54eb2f-6908-4649-aad7-2beea193f3c7" providerId="ADAL" clId="{F05F724F-10E6-421E-A657-43C449CC2A93}" dt="2022-07-05T06:25:29.507" v="408"/>
          <ac:inkMkLst>
            <pc:docMk/>
            <pc:sldMk cId="1875641365" sldId="371"/>
            <ac:inkMk id="31" creationId="{800B74DB-2C0A-5B31-6488-7248B8948E10}"/>
          </ac:inkMkLst>
        </pc:inkChg>
        <pc:inkChg chg="add mod">
          <ac:chgData name="小澤 成年" userId="bd54eb2f-6908-4649-aad7-2beea193f3c7" providerId="ADAL" clId="{F05F724F-10E6-421E-A657-43C449CC2A93}" dt="2022-07-05T06:25:29.507" v="408"/>
          <ac:inkMkLst>
            <pc:docMk/>
            <pc:sldMk cId="1875641365" sldId="371"/>
            <ac:inkMk id="32" creationId="{2524FECE-B1ED-65EB-4433-35F30A8AFDF5}"/>
          </ac:inkMkLst>
        </pc:inkChg>
        <pc:inkChg chg="add">
          <ac:chgData name="小澤 成年" userId="bd54eb2f-6908-4649-aad7-2beea193f3c7" providerId="ADAL" clId="{F05F724F-10E6-421E-A657-43C449CC2A93}" dt="2022-07-05T06:24:49.652" v="387" actId="9405"/>
          <ac:inkMkLst>
            <pc:docMk/>
            <pc:sldMk cId="1875641365" sldId="371"/>
            <ac:inkMk id="34" creationId="{A25724BE-60E8-8202-3497-5B027C5DA4CD}"/>
          </ac:inkMkLst>
        </pc:inkChg>
        <pc:inkChg chg="add del mod">
          <ac:chgData name="小澤 成年" userId="bd54eb2f-6908-4649-aad7-2beea193f3c7" providerId="ADAL" clId="{F05F724F-10E6-421E-A657-43C449CC2A93}" dt="2022-07-05T06:25:06.050" v="400"/>
          <ac:inkMkLst>
            <pc:docMk/>
            <pc:sldMk cId="1875641365" sldId="371"/>
            <ac:inkMk id="35" creationId="{B0A7D6C4-5D6A-D8EC-6E34-4620A4F768EA}"/>
          </ac:inkMkLst>
        </pc:inkChg>
        <pc:inkChg chg="add">
          <ac:chgData name="小澤 成年" userId="bd54eb2f-6908-4649-aad7-2beea193f3c7" providerId="ADAL" clId="{F05F724F-10E6-421E-A657-43C449CC2A93}" dt="2022-07-05T06:24:57.321" v="389" actId="9405"/>
          <ac:inkMkLst>
            <pc:docMk/>
            <pc:sldMk cId="1875641365" sldId="371"/>
            <ac:inkMk id="36" creationId="{4BC07080-C5AC-3E94-9398-89FF5A82CC81}"/>
          </ac:inkMkLst>
        </pc:inkChg>
        <pc:inkChg chg="add mod">
          <ac:chgData name="小澤 成年" userId="bd54eb2f-6908-4649-aad7-2beea193f3c7" providerId="ADAL" clId="{F05F724F-10E6-421E-A657-43C449CC2A93}" dt="2022-07-05T06:25:06.052" v="401"/>
          <ac:inkMkLst>
            <pc:docMk/>
            <pc:sldMk cId="1875641365" sldId="371"/>
            <ac:inkMk id="37" creationId="{F626BA87-D885-258B-0E6C-DFCDDD4CC196}"/>
          </ac:inkMkLst>
        </pc:inkChg>
        <pc:inkChg chg="add del mod">
          <ac:chgData name="小澤 成年" userId="bd54eb2f-6908-4649-aad7-2beea193f3c7" providerId="ADAL" clId="{F05F724F-10E6-421E-A657-43C449CC2A93}" dt="2022-07-05T06:25:06.049" v="398"/>
          <ac:inkMkLst>
            <pc:docMk/>
            <pc:sldMk cId="1875641365" sldId="371"/>
            <ac:inkMk id="38" creationId="{BDE7368A-7B06-4552-12C7-E857AF7C2082}"/>
          </ac:inkMkLst>
        </pc:inkChg>
        <pc:inkChg chg="add mod">
          <ac:chgData name="小澤 成年" userId="bd54eb2f-6908-4649-aad7-2beea193f3c7" providerId="ADAL" clId="{F05F724F-10E6-421E-A657-43C449CC2A93}" dt="2022-07-05T06:25:06.052" v="401"/>
          <ac:inkMkLst>
            <pc:docMk/>
            <pc:sldMk cId="1875641365" sldId="371"/>
            <ac:inkMk id="40" creationId="{091AC20A-6453-71FD-5B9B-DEA368255E4B}"/>
          </ac:inkMkLst>
        </pc:inkChg>
        <pc:inkChg chg="add del mod">
          <ac:chgData name="小澤 成年" userId="bd54eb2f-6908-4649-aad7-2beea193f3c7" providerId="ADAL" clId="{F05F724F-10E6-421E-A657-43C449CC2A93}" dt="2022-07-05T06:25:06.050" v="399"/>
          <ac:inkMkLst>
            <pc:docMk/>
            <pc:sldMk cId="1875641365" sldId="371"/>
            <ac:inkMk id="41" creationId="{2CE63478-8A55-0088-1464-E8D3E37ACDAA}"/>
          </ac:inkMkLst>
        </pc:inkChg>
        <pc:inkChg chg="add del mod">
          <ac:chgData name="小澤 成年" userId="bd54eb2f-6908-4649-aad7-2beea193f3c7" providerId="ADAL" clId="{F05F724F-10E6-421E-A657-43C449CC2A93}" dt="2022-07-05T06:25:06.052" v="401"/>
          <ac:inkMkLst>
            <pc:docMk/>
            <pc:sldMk cId="1875641365" sldId="371"/>
            <ac:inkMk id="43" creationId="{92CF4923-ADCF-A4BE-CF05-1899988F43EC}"/>
          </ac:inkMkLst>
        </pc:inkChg>
        <pc:inkChg chg="add">
          <ac:chgData name="小澤 成年" userId="bd54eb2f-6908-4649-aad7-2beea193f3c7" providerId="ADAL" clId="{F05F724F-10E6-421E-A657-43C449CC2A93}" dt="2022-07-05T06:25:09.989" v="403" actId="9405"/>
          <ac:inkMkLst>
            <pc:docMk/>
            <pc:sldMk cId="1875641365" sldId="371"/>
            <ac:inkMk id="45" creationId="{D1AE51AE-20AB-E4B5-4A10-1B1C2630F097}"/>
          </ac:inkMkLst>
        </pc:inkChg>
        <pc:inkChg chg="add">
          <ac:chgData name="小澤 成年" userId="bd54eb2f-6908-4649-aad7-2beea193f3c7" providerId="ADAL" clId="{F05F724F-10E6-421E-A657-43C449CC2A93}" dt="2022-07-05T06:25:10.988" v="404" actId="9405"/>
          <ac:inkMkLst>
            <pc:docMk/>
            <pc:sldMk cId="1875641365" sldId="371"/>
            <ac:inkMk id="46" creationId="{367B9B61-88F6-5ACA-346A-4EABCF4EBDCB}"/>
          </ac:inkMkLst>
        </pc:inkChg>
        <pc:inkChg chg="add">
          <ac:chgData name="小澤 成年" userId="bd54eb2f-6908-4649-aad7-2beea193f3c7" providerId="ADAL" clId="{F05F724F-10E6-421E-A657-43C449CC2A93}" dt="2022-07-05T06:25:13.192" v="405" actId="9405"/>
          <ac:inkMkLst>
            <pc:docMk/>
            <pc:sldMk cId="1875641365" sldId="371"/>
            <ac:inkMk id="47" creationId="{6D603209-2E93-9E05-D67E-62A32DF63B32}"/>
          </ac:inkMkLst>
        </pc:inkChg>
        <pc:inkChg chg="add">
          <ac:chgData name="小澤 成年" userId="bd54eb2f-6908-4649-aad7-2beea193f3c7" providerId="ADAL" clId="{F05F724F-10E6-421E-A657-43C449CC2A93}" dt="2022-07-05T06:25:18.662" v="406" actId="9405"/>
          <ac:inkMkLst>
            <pc:docMk/>
            <pc:sldMk cId="1875641365" sldId="371"/>
            <ac:inkMk id="48" creationId="{568A14AA-A646-3A41-7271-25428F0D38A9}"/>
          </ac:inkMkLst>
        </pc:inkChg>
        <pc:inkChg chg="add mod">
          <ac:chgData name="小澤 成年" userId="bd54eb2f-6908-4649-aad7-2beea193f3c7" providerId="ADAL" clId="{F05F724F-10E6-421E-A657-43C449CC2A93}" dt="2022-07-05T06:25:29.507" v="408"/>
          <ac:inkMkLst>
            <pc:docMk/>
            <pc:sldMk cId="1875641365" sldId="371"/>
            <ac:inkMk id="49" creationId="{A97347D7-CBE1-9E11-0BF1-DAC59910B591}"/>
          </ac:inkMkLst>
        </pc:inkChg>
        <pc:inkChg chg="add">
          <ac:chgData name="小澤 成年" userId="bd54eb2f-6908-4649-aad7-2beea193f3c7" providerId="ADAL" clId="{F05F724F-10E6-421E-A657-43C449CC2A93}" dt="2022-07-05T06:25:34.507" v="409" actId="9405"/>
          <ac:inkMkLst>
            <pc:docMk/>
            <pc:sldMk cId="1875641365" sldId="371"/>
            <ac:inkMk id="51" creationId="{3FB1EBA7-D0C8-DE83-8FEC-68EF56B505BB}"/>
          </ac:inkMkLst>
        </pc:inkChg>
        <pc:inkChg chg="add mod">
          <ac:chgData name="小澤 成年" userId="bd54eb2f-6908-4649-aad7-2beea193f3c7" providerId="ADAL" clId="{F05F724F-10E6-421E-A657-43C449CC2A93}" dt="2022-07-05T06:25:47.282" v="413"/>
          <ac:inkMkLst>
            <pc:docMk/>
            <pc:sldMk cId="1875641365" sldId="371"/>
            <ac:inkMk id="52" creationId="{0BABA72D-FD36-1FEE-BAD9-E8A72E888B13}"/>
          </ac:inkMkLst>
        </pc:inkChg>
        <pc:inkChg chg="add mod">
          <ac:chgData name="小澤 成年" userId="bd54eb2f-6908-4649-aad7-2beea193f3c7" providerId="ADAL" clId="{F05F724F-10E6-421E-A657-43C449CC2A93}" dt="2022-07-05T06:25:47.282" v="413"/>
          <ac:inkMkLst>
            <pc:docMk/>
            <pc:sldMk cId="1875641365" sldId="371"/>
            <ac:inkMk id="53" creationId="{610E751B-C2F2-9515-A5E5-A8B3EAB22F08}"/>
          </ac:inkMkLst>
        </pc:inkChg>
        <pc:inkChg chg="add mod">
          <ac:chgData name="小澤 成年" userId="bd54eb2f-6908-4649-aad7-2beea193f3c7" providerId="ADAL" clId="{F05F724F-10E6-421E-A657-43C449CC2A93}" dt="2022-07-05T06:25:47.282" v="413"/>
          <ac:inkMkLst>
            <pc:docMk/>
            <pc:sldMk cId="1875641365" sldId="371"/>
            <ac:inkMk id="54" creationId="{B5772CE6-22BC-B015-9DD1-87DD6E021561}"/>
          </ac:inkMkLst>
        </pc:inkChg>
        <pc:inkChg chg="add del mod">
          <ac:chgData name="小澤 成年" userId="bd54eb2f-6908-4649-aad7-2beea193f3c7" providerId="ADAL" clId="{F05F724F-10E6-421E-A657-43C449CC2A93}" dt="2022-07-05T06:25:53.947" v="420"/>
          <ac:inkMkLst>
            <pc:docMk/>
            <pc:sldMk cId="1875641365" sldId="371"/>
            <ac:inkMk id="56" creationId="{5114AA47-394D-387B-7763-AE0B44655B8C}"/>
          </ac:inkMkLst>
        </pc:inkChg>
        <pc:inkChg chg="add del mod">
          <ac:chgData name="小澤 成年" userId="bd54eb2f-6908-4649-aad7-2beea193f3c7" providerId="ADAL" clId="{F05F724F-10E6-421E-A657-43C449CC2A93}" dt="2022-07-05T06:25:53.945" v="419"/>
          <ac:inkMkLst>
            <pc:docMk/>
            <pc:sldMk cId="1875641365" sldId="371"/>
            <ac:inkMk id="57" creationId="{20CC6DFC-AA35-1DA2-3CAD-CFA68BED04C0}"/>
          </ac:inkMkLst>
        </pc:inkChg>
        <pc:inkChg chg="add del mod">
          <ac:chgData name="小澤 成年" userId="bd54eb2f-6908-4649-aad7-2beea193f3c7" providerId="ADAL" clId="{F05F724F-10E6-421E-A657-43C449CC2A93}" dt="2022-07-05T06:25:53.948" v="421"/>
          <ac:inkMkLst>
            <pc:docMk/>
            <pc:sldMk cId="1875641365" sldId="371"/>
            <ac:inkMk id="59" creationId="{99F71AC6-DF6A-935C-EDFE-31A32DCCD2CB}"/>
          </ac:inkMkLst>
        </pc:inkChg>
      </pc:sldChg>
      <pc:sldChg chg="addSp delSp modSp mod">
        <pc:chgData name="小澤 成年" userId="bd54eb2f-6908-4649-aad7-2beea193f3c7" providerId="ADAL" clId="{F05F724F-10E6-421E-A657-43C449CC2A93}" dt="2022-07-05T06:28:48.073" v="496" actId="9405"/>
        <pc:sldMkLst>
          <pc:docMk/>
          <pc:sldMk cId="4147123060" sldId="372"/>
        </pc:sldMkLst>
        <pc:grpChg chg="del mod">
          <ac:chgData name="小澤 成年" userId="bd54eb2f-6908-4649-aad7-2beea193f3c7" providerId="ADAL" clId="{F05F724F-10E6-421E-A657-43C449CC2A93}" dt="2022-07-05T06:27:09.693" v="431"/>
          <ac:grpSpMkLst>
            <pc:docMk/>
            <pc:sldMk cId="4147123060" sldId="372"/>
            <ac:grpSpMk id="13" creationId="{4F8B96FC-62FB-B836-025F-596A17BD6D2B}"/>
          </ac:grpSpMkLst>
        </pc:grpChg>
        <pc:grpChg chg="mod">
          <ac:chgData name="小澤 成年" userId="bd54eb2f-6908-4649-aad7-2beea193f3c7" providerId="ADAL" clId="{F05F724F-10E6-421E-A657-43C449CC2A93}" dt="2022-07-05T06:27:09.693" v="431"/>
          <ac:grpSpMkLst>
            <pc:docMk/>
            <pc:sldMk cId="4147123060" sldId="372"/>
            <ac:grpSpMk id="15" creationId="{9CBE48F3-D269-EBA9-3307-1C3CA051C209}"/>
          </ac:grpSpMkLst>
        </pc:grpChg>
        <pc:grpChg chg="mod">
          <ac:chgData name="小澤 成年" userId="bd54eb2f-6908-4649-aad7-2beea193f3c7" providerId="ADAL" clId="{F05F724F-10E6-421E-A657-43C449CC2A93}" dt="2022-07-05T06:27:26.367" v="453"/>
          <ac:grpSpMkLst>
            <pc:docMk/>
            <pc:sldMk cId="4147123060" sldId="372"/>
            <ac:grpSpMk id="36" creationId="{D5F2056A-2506-4352-A0B2-9FC500650638}"/>
          </ac:grpSpMkLst>
        </pc:grpChg>
        <pc:grpChg chg="del mod">
          <ac:chgData name="小澤 成年" userId="bd54eb2f-6908-4649-aad7-2beea193f3c7" providerId="ADAL" clId="{F05F724F-10E6-421E-A657-43C449CC2A93}" dt="2022-07-05T06:27:34.444" v="463"/>
          <ac:grpSpMkLst>
            <pc:docMk/>
            <pc:sldMk cId="4147123060" sldId="372"/>
            <ac:grpSpMk id="40" creationId="{0C2F744C-E9A1-30B8-87EE-75FCFEFE5EAC}"/>
          </ac:grpSpMkLst>
        </pc:grpChg>
        <pc:grpChg chg="del mod">
          <ac:chgData name="小澤 成年" userId="bd54eb2f-6908-4649-aad7-2beea193f3c7" providerId="ADAL" clId="{F05F724F-10E6-421E-A657-43C449CC2A93}" dt="2022-07-05T06:27:37.420" v="469"/>
          <ac:grpSpMkLst>
            <pc:docMk/>
            <pc:sldMk cId="4147123060" sldId="372"/>
            <ac:grpSpMk id="46" creationId="{86A0A45B-5066-A25E-F58A-4283929AB270}"/>
          </ac:grpSpMkLst>
        </pc:grpChg>
        <pc:grpChg chg="del mod">
          <ac:chgData name="小澤 成年" userId="bd54eb2f-6908-4649-aad7-2beea193f3c7" providerId="ADAL" clId="{F05F724F-10E6-421E-A657-43C449CC2A93}" dt="2022-07-05T06:27:41.185" v="473"/>
          <ac:grpSpMkLst>
            <pc:docMk/>
            <pc:sldMk cId="4147123060" sldId="372"/>
            <ac:grpSpMk id="52" creationId="{B4A40675-1AE4-ECFF-79BE-1E738224588B}"/>
          </ac:grpSpMkLst>
        </pc:grpChg>
        <pc:grpChg chg="del mod">
          <ac:chgData name="小澤 成年" userId="bd54eb2f-6908-4649-aad7-2beea193f3c7" providerId="ADAL" clId="{F05F724F-10E6-421E-A657-43C449CC2A93}" dt="2022-07-05T06:27:42.149" v="475"/>
          <ac:grpSpMkLst>
            <pc:docMk/>
            <pc:sldMk cId="4147123060" sldId="372"/>
            <ac:grpSpMk id="56" creationId="{4A7BBDCD-FBD0-CD6A-309A-57DC358DA0AF}"/>
          </ac:grpSpMkLst>
        </pc:grpChg>
        <pc:grpChg chg="mod">
          <ac:chgData name="小澤 成年" userId="bd54eb2f-6908-4649-aad7-2beea193f3c7" providerId="ADAL" clId="{F05F724F-10E6-421E-A657-43C449CC2A93}" dt="2022-07-05T06:27:42.149" v="475"/>
          <ac:grpSpMkLst>
            <pc:docMk/>
            <pc:sldMk cId="4147123060" sldId="372"/>
            <ac:grpSpMk id="58" creationId="{47838617-EE33-6536-977D-F616EB561CF8}"/>
          </ac:grpSpMkLst>
        </pc:grpChg>
        <pc:grpChg chg="del mod">
          <ac:chgData name="小澤 成年" userId="bd54eb2f-6908-4649-aad7-2beea193f3c7" providerId="ADAL" clId="{F05F724F-10E6-421E-A657-43C449CC2A93}" dt="2022-07-05T06:28:31.953" v="487"/>
          <ac:grpSpMkLst>
            <pc:docMk/>
            <pc:sldMk cId="4147123060" sldId="372"/>
            <ac:grpSpMk id="63" creationId="{CA7A2D8A-155B-B881-8F3C-2512B75476A1}"/>
          </ac:grpSpMkLst>
        </pc:grpChg>
        <pc:grpChg chg="del mod">
          <ac:chgData name="小澤 成年" userId="bd54eb2f-6908-4649-aad7-2beea193f3c7" providerId="ADAL" clId="{F05F724F-10E6-421E-A657-43C449CC2A93}" dt="2022-07-05T06:28:37.854" v="495"/>
          <ac:grpSpMkLst>
            <pc:docMk/>
            <pc:sldMk cId="4147123060" sldId="372"/>
            <ac:grpSpMk id="70" creationId="{AE2B6620-C18E-4DAB-747F-DA9F48469C3C}"/>
          </ac:grpSpMkLst>
        </pc:grpChg>
        <pc:grpChg chg="mod">
          <ac:chgData name="小澤 成年" userId="bd54eb2f-6908-4649-aad7-2beea193f3c7" providerId="ADAL" clId="{F05F724F-10E6-421E-A657-43C449CC2A93}" dt="2022-07-05T06:28:37.854" v="495"/>
          <ac:grpSpMkLst>
            <pc:docMk/>
            <pc:sldMk cId="4147123060" sldId="372"/>
            <ac:grpSpMk id="78" creationId="{26B622B6-0CC6-33D3-A249-82A7B70B70E7}"/>
          </ac:grpSpMkLst>
        </pc:grpChg>
        <pc:inkChg chg="add del">
          <ac:chgData name="小澤 成年" userId="bd54eb2f-6908-4649-aad7-2beea193f3c7" providerId="ADAL" clId="{F05F724F-10E6-421E-A657-43C449CC2A93}" dt="2022-07-05T06:26:59.202" v="424"/>
          <ac:inkMkLst>
            <pc:docMk/>
            <pc:sldMk cId="4147123060" sldId="372"/>
            <ac:inkMk id="8" creationId="{4B6DC6BB-CDA4-55F1-1846-887B84008976}"/>
          </ac:inkMkLst>
        </pc:inkChg>
        <pc:inkChg chg="add del">
          <ac:chgData name="小澤 成年" userId="bd54eb2f-6908-4649-aad7-2beea193f3c7" providerId="ADAL" clId="{F05F724F-10E6-421E-A657-43C449CC2A93}" dt="2022-07-05T06:26:59.203" v="425"/>
          <ac:inkMkLst>
            <pc:docMk/>
            <pc:sldMk cId="4147123060" sldId="372"/>
            <ac:inkMk id="9" creationId="{ABB9009F-4F96-A887-7883-838422239DAC}"/>
          </ac:inkMkLst>
        </pc:inkChg>
        <pc:inkChg chg="add mod">
          <ac:chgData name="小澤 成年" userId="bd54eb2f-6908-4649-aad7-2beea193f3c7" providerId="ADAL" clId="{F05F724F-10E6-421E-A657-43C449CC2A93}" dt="2022-07-05T06:27:09.693" v="431"/>
          <ac:inkMkLst>
            <pc:docMk/>
            <pc:sldMk cId="4147123060" sldId="372"/>
            <ac:inkMk id="10" creationId="{42AB3885-DF48-32D0-0A99-D6973DAE2599}"/>
          </ac:inkMkLst>
        </pc:inkChg>
        <pc:inkChg chg="add mod">
          <ac:chgData name="小澤 成年" userId="bd54eb2f-6908-4649-aad7-2beea193f3c7" providerId="ADAL" clId="{F05F724F-10E6-421E-A657-43C449CC2A93}" dt="2022-07-05T06:27:09.693" v="431"/>
          <ac:inkMkLst>
            <pc:docMk/>
            <pc:sldMk cId="4147123060" sldId="372"/>
            <ac:inkMk id="11" creationId="{D97E0540-A88C-F02B-CA4C-AC236A94F703}"/>
          </ac:inkMkLst>
        </pc:inkChg>
        <pc:inkChg chg="add mod">
          <ac:chgData name="小澤 成年" userId="bd54eb2f-6908-4649-aad7-2beea193f3c7" providerId="ADAL" clId="{F05F724F-10E6-421E-A657-43C449CC2A93}" dt="2022-07-05T06:27:09.693" v="431"/>
          <ac:inkMkLst>
            <pc:docMk/>
            <pc:sldMk cId="4147123060" sldId="372"/>
            <ac:inkMk id="12" creationId="{CB3E62A4-55F9-0BF3-6F51-7DCCA3AB31F5}"/>
          </ac:inkMkLst>
        </pc:inkChg>
        <pc:inkChg chg="add mod">
          <ac:chgData name="小澤 成年" userId="bd54eb2f-6908-4649-aad7-2beea193f3c7" providerId="ADAL" clId="{F05F724F-10E6-421E-A657-43C449CC2A93}" dt="2022-07-05T06:27:09.693" v="431"/>
          <ac:inkMkLst>
            <pc:docMk/>
            <pc:sldMk cId="4147123060" sldId="372"/>
            <ac:inkMk id="14" creationId="{725F0C7A-8A13-A2B2-9DC8-9592A6A1E5B6}"/>
          </ac:inkMkLst>
        </pc:inkChg>
        <pc:inkChg chg="add">
          <ac:chgData name="小澤 成年" userId="bd54eb2f-6908-4649-aad7-2beea193f3c7" providerId="ADAL" clId="{F05F724F-10E6-421E-A657-43C449CC2A93}" dt="2022-07-05T06:27:10.852" v="432" actId="9405"/>
          <ac:inkMkLst>
            <pc:docMk/>
            <pc:sldMk cId="4147123060" sldId="372"/>
            <ac:inkMk id="16" creationId="{EFE7C850-25B4-4672-E409-66EA840D18D4}"/>
          </ac:inkMkLst>
        </pc:inkChg>
        <pc:inkChg chg="add del">
          <ac:chgData name="小澤 成年" userId="bd54eb2f-6908-4649-aad7-2beea193f3c7" providerId="ADAL" clId="{F05F724F-10E6-421E-A657-43C449CC2A93}" dt="2022-07-05T06:27:16.049" v="434"/>
          <ac:inkMkLst>
            <pc:docMk/>
            <pc:sldMk cId="4147123060" sldId="372"/>
            <ac:inkMk id="17" creationId="{7D6D9E12-D23C-2D7F-775D-10A66E91460C}"/>
          </ac:inkMkLst>
        </pc:inkChg>
        <pc:inkChg chg="add mod">
          <ac:chgData name="小澤 成年" userId="bd54eb2f-6908-4649-aad7-2beea193f3c7" providerId="ADAL" clId="{F05F724F-10E6-421E-A657-43C449CC2A93}" dt="2022-07-05T06:27:26.367" v="453"/>
          <ac:inkMkLst>
            <pc:docMk/>
            <pc:sldMk cId="4147123060" sldId="372"/>
            <ac:inkMk id="18" creationId="{845CABD4-4F63-1B46-B907-15B0A2967929}"/>
          </ac:inkMkLst>
        </pc:inkChg>
        <pc:inkChg chg="add mod">
          <ac:chgData name="小澤 成年" userId="bd54eb2f-6908-4649-aad7-2beea193f3c7" providerId="ADAL" clId="{F05F724F-10E6-421E-A657-43C449CC2A93}" dt="2022-07-05T06:27:26.367" v="453"/>
          <ac:inkMkLst>
            <pc:docMk/>
            <pc:sldMk cId="4147123060" sldId="372"/>
            <ac:inkMk id="19" creationId="{F790470C-D94F-BD33-CCF2-68B92703D12A}"/>
          </ac:inkMkLst>
        </pc:inkChg>
        <pc:inkChg chg="add mod">
          <ac:chgData name="小澤 成年" userId="bd54eb2f-6908-4649-aad7-2beea193f3c7" providerId="ADAL" clId="{F05F724F-10E6-421E-A657-43C449CC2A93}" dt="2022-07-05T06:27:26.367" v="453"/>
          <ac:inkMkLst>
            <pc:docMk/>
            <pc:sldMk cId="4147123060" sldId="372"/>
            <ac:inkMk id="20" creationId="{A8FA887B-1406-28BD-D254-EB1868D7E7F6}"/>
          </ac:inkMkLst>
        </pc:inkChg>
        <pc:inkChg chg="add mod">
          <ac:chgData name="小澤 成年" userId="bd54eb2f-6908-4649-aad7-2beea193f3c7" providerId="ADAL" clId="{F05F724F-10E6-421E-A657-43C449CC2A93}" dt="2022-07-05T06:27:26.367" v="453"/>
          <ac:inkMkLst>
            <pc:docMk/>
            <pc:sldMk cId="4147123060" sldId="372"/>
            <ac:inkMk id="21" creationId="{BD025722-BD7F-A062-91E2-D9269D0852E8}"/>
          </ac:inkMkLst>
        </pc:inkChg>
        <pc:inkChg chg="add mod">
          <ac:chgData name="小澤 成年" userId="bd54eb2f-6908-4649-aad7-2beea193f3c7" providerId="ADAL" clId="{F05F724F-10E6-421E-A657-43C449CC2A93}" dt="2022-07-05T06:27:26.367" v="453"/>
          <ac:inkMkLst>
            <pc:docMk/>
            <pc:sldMk cId="4147123060" sldId="372"/>
            <ac:inkMk id="22" creationId="{E0ED8848-208F-37C1-2EB9-2E4512C1E86D}"/>
          </ac:inkMkLst>
        </pc:inkChg>
        <pc:inkChg chg="add mod">
          <ac:chgData name="小澤 成年" userId="bd54eb2f-6908-4649-aad7-2beea193f3c7" providerId="ADAL" clId="{F05F724F-10E6-421E-A657-43C449CC2A93}" dt="2022-07-05T06:27:26.367" v="453"/>
          <ac:inkMkLst>
            <pc:docMk/>
            <pc:sldMk cId="4147123060" sldId="372"/>
            <ac:inkMk id="23" creationId="{E3742DA8-BBBE-0A7B-D84E-56186A86D8BE}"/>
          </ac:inkMkLst>
        </pc:inkChg>
        <pc:inkChg chg="add mod">
          <ac:chgData name="小澤 成年" userId="bd54eb2f-6908-4649-aad7-2beea193f3c7" providerId="ADAL" clId="{F05F724F-10E6-421E-A657-43C449CC2A93}" dt="2022-07-05T06:27:26.367" v="453"/>
          <ac:inkMkLst>
            <pc:docMk/>
            <pc:sldMk cId="4147123060" sldId="372"/>
            <ac:inkMk id="24" creationId="{E3E271A4-63EB-5321-5F29-35C56E22F9E5}"/>
          </ac:inkMkLst>
        </pc:inkChg>
        <pc:inkChg chg="add mod">
          <ac:chgData name="小澤 成年" userId="bd54eb2f-6908-4649-aad7-2beea193f3c7" providerId="ADAL" clId="{F05F724F-10E6-421E-A657-43C449CC2A93}" dt="2022-07-05T06:27:26.367" v="453"/>
          <ac:inkMkLst>
            <pc:docMk/>
            <pc:sldMk cId="4147123060" sldId="372"/>
            <ac:inkMk id="25" creationId="{AC61CDCA-8196-9060-88B2-6EEFCECBBAC7}"/>
          </ac:inkMkLst>
        </pc:inkChg>
        <pc:inkChg chg="add mod">
          <ac:chgData name="小澤 成年" userId="bd54eb2f-6908-4649-aad7-2beea193f3c7" providerId="ADAL" clId="{F05F724F-10E6-421E-A657-43C449CC2A93}" dt="2022-07-05T06:27:26.367" v="453"/>
          <ac:inkMkLst>
            <pc:docMk/>
            <pc:sldMk cId="4147123060" sldId="372"/>
            <ac:inkMk id="26" creationId="{C0784515-3D6A-3718-8C09-D49D2A3F745B}"/>
          </ac:inkMkLst>
        </pc:inkChg>
        <pc:inkChg chg="add mod">
          <ac:chgData name="小澤 成年" userId="bd54eb2f-6908-4649-aad7-2beea193f3c7" providerId="ADAL" clId="{F05F724F-10E6-421E-A657-43C449CC2A93}" dt="2022-07-05T06:27:26.367" v="453"/>
          <ac:inkMkLst>
            <pc:docMk/>
            <pc:sldMk cId="4147123060" sldId="372"/>
            <ac:inkMk id="27" creationId="{A99A0417-80C6-9AFE-01CA-83E55EE1F0D0}"/>
          </ac:inkMkLst>
        </pc:inkChg>
        <pc:inkChg chg="add mod">
          <ac:chgData name="小澤 成年" userId="bd54eb2f-6908-4649-aad7-2beea193f3c7" providerId="ADAL" clId="{F05F724F-10E6-421E-A657-43C449CC2A93}" dt="2022-07-05T06:27:26.367" v="453"/>
          <ac:inkMkLst>
            <pc:docMk/>
            <pc:sldMk cId="4147123060" sldId="372"/>
            <ac:inkMk id="28" creationId="{0D495E89-BB82-1490-A31B-C761813E6C78}"/>
          </ac:inkMkLst>
        </pc:inkChg>
        <pc:inkChg chg="add mod">
          <ac:chgData name="小澤 成年" userId="bd54eb2f-6908-4649-aad7-2beea193f3c7" providerId="ADAL" clId="{F05F724F-10E6-421E-A657-43C449CC2A93}" dt="2022-07-05T06:27:26.367" v="453"/>
          <ac:inkMkLst>
            <pc:docMk/>
            <pc:sldMk cId="4147123060" sldId="372"/>
            <ac:inkMk id="29" creationId="{8BE0E098-6309-45E4-ECDD-D111D798EAA8}"/>
          </ac:inkMkLst>
        </pc:inkChg>
        <pc:inkChg chg="add mod">
          <ac:chgData name="小澤 成年" userId="bd54eb2f-6908-4649-aad7-2beea193f3c7" providerId="ADAL" clId="{F05F724F-10E6-421E-A657-43C449CC2A93}" dt="2022-07-05T06:27:26.367" v="453"/>
          <ac:inkMkLst>
            <pc:docMk/>
            <pc:sldMk cId="4147123060" sldId="372"/>
            <ac:inkMk id="30" creationId="{0ACEEE25-89CB-360F-741E-0255EA5D67C7}"/>
          </ac:inkMkLst>
        </pc:inkChg>
        <pc:inkChg chg="add mod">
          <ac:chgData name="小澤 成年" userId="bd54eb2f-6908-4649-aad7-2beea193f3c7" providerId="ADAL" clId="{F05F724F-10E6-421E-A657-43C449CC2A93}" dt="2022-07-05T06:27:26.367" v="453"/>
          <ac:inkMkLst>
            <pc:docMk/>
            <pc:sldMk cId="4147123060" sldId="372"/>
            <ac:inkMk id="31" creationId="{F5495434-648E-DE91-1FD9-DA2DFB54807A}"/>
          </ac:inkMkLst>
        </pc:inkChg>
        <pc:inkChg chg="add mod">
          <ac:chgData name="小澤 成年" userId="bd54eb2f-6908-4649-aad7-2beea193f3c7" providerId="ADAL" clId="{F05F724F-10E6-421E-A657-43C449CC2A93}" dt="2022-07-05T06:27:26.367" v="453"/>
          <ac:inkMkLst>
            <pc:docMk/>
            <pc:sldMk cId="4147123060" sldId="372"/>
            <ac:inkMk id="32" creationId="{958135D8-85C7-8972-FB38-3D62F0AEEA86}"/>
          </ac:inkMkLst>
        </pc:inkChg>
        <pc:inkChg chg="add mod">
          <ac:chgData name="小澤 成年" userId="bd54eb2f-6908-4649-aad7-2beea193f3c7" providerId="ADAL" clId="{F05F724F-10E6-421E-A657-43C449CC2A93}" dt="2022-07-05T06:27:26.367" v="453"/>
          <ac:inkMkLst>
            <pc:docMk/>
            <pc:sldMk cId="4147123060" sldId="372"/>
            <ac:inkMk id="33" creationId="{A01CFA1D-97FE-809E-7AA8-65E9E48F73A9}"/>
          </ac:inkMkLst>
        </pc:inkChg>
        <pc:inkChg chg="add mod">
          <ac:chgData name="小澤 成年" userId="bd54eb2f-6908-4649-aad7-2beea193f3c7" providerId="ADAL" clId="{F05F724F-10E6-421E-A657-43C449CC2A93}" dt="2022-07-05T06:27:26.367" v="453"/>
          <ac:inkMkLst>
            <pc:docMk/>
            <pc:sldMk cId="4147123060" sldId="372"/>
            <ac:inkMk id="34" creationId="{888A477C-7F86-7DB2-3AA3-3CC5822A5EB3}"/>
          </ac:inkMkLst>
        </pc:inkChg>
        <pc:inkChg chg="add mod">
          <ac:chgData name="小澤 成年" userId="bd54eb2f-6908-4649-aad7-2beea193f3c7" providerId="ADAL" clId="{F05F724F-10E6-421E-A657-43C449CC2A93}" dt="2022-07-05T06:27:26.367" v="453"/>
          <ac:inkMkLst>
            <pc:docMk/>
            <pc:sldMk cId="4147123060" sldId="372"/>
            <ac:inkMk id="35" creationId="{B3661BCD-AE89-76D5-71C5-A998839A2E1D}"/>
          </ac:inkMkLst>
        </pc:inkChg>
        <pc:inkChg chg="add mod">
          <ac:chgData name="小澤 成年" userId="bd54eb2f-6908-4649-aad7-2beea193f3c7" providerId="ADAL" clId="{F05F724F-10E6-421E-A657-43C449CC2A93}" dt="2022-07-05T06:27:42.149" v="475"/>
          <ac:inkMkLst>
            <pc:docMk/>
            <pc:sldMk cId="4147123060" sldId="372"/>
            <ac:inkMk id="37" creationId="{E9B2D321-4DA9-479E-F454-5A7ED71698A0}"/>
          </ac:inkMkLst>
        </pc:inkChg>
        <pc:inkChg chg="add mod">
          <ac:chgData name="小澤 成年" userId="bd54eb2f-6908-4649-aad7-2beea193f3c7" providerId="ADAL" clId="{F05F724F-10E6-421E-A657-43C449CC2A93}" dt="2022-07-05T06:27:42.149" v="475"/>
          <ac:inkMkLst>
            <pc:docMk/>
            <pc:sldMk cId="4147123060" sldId="372"/>
            <ac:inkMk id="38" creationId="{1576C9B4-6025-F5DB-A6A4-3E4D2437A873}"/>
          </ac:inkMkLst>
        </pc:inkChg>
        <pc:inkChg chg="add mod">
          <ac:chgData name="小澤 成年" userId="bd54eb2f-6908-4649-aad7-2beea193f3c7" providerId="ADAL" clId="{F05F724F-10E6-421E-A657-43C449CC2A93}" dt="2022-07-05T06:27:42.149" v="475"/>
          <ac:inkMkLst>
            <pc:docMk/>
            <pc:sldMk cId="4147123060" sldId="372"/>
            <ac:inkMk id="39" creationId="{18118960-9FF0-BFC9-5D27-014B0F352BB2}"/>
          </ac:inkMkLst>
        </pc:inkChg>
        <pc:inkChg chg="add mod">
          <ac:chgData name="小澤 成年" userId="bd54eb2f-6908-4649-aad7-2beea193f3c7" providerId="ADAL" clId="{F05F724F-10E6-421E-A657-43C449CC2A93}" dt="2022-07-05T06:27:42.149" v="475"/>
          <ac:inkMkLst>
            <pc:docMk/>
            <pc:sldMk cId="4147123060" sldId="372"/>
            <ac:inkMk id="41" creationId="{54CBF334-EEC3-970D-ECDC-71DA8B3AB60C}"/>
          </ac:inkMkLst>
        </pc:inkChg>
        <pc:inkChg chg="add mod">
          <ac:chgData name="小澤 成年" userId="bd54eb2f-6908-4649-aad7-2beea193f3c7" providerId="ADAL" clId="{F05F724F-10E6-421E-A657-43C449CC2A93}" dt="2022-07-05T06:27:42.149" v="475"/>
          <ac:inkMkLst>
            <pc:docMk/>
            <pc:sldMk cId="4147123060" sldId="372"/>
            <ac:inkMk id="42" creationId="{79D8FC2B-A049-8E30-9406-FD2F55FD9478}"/>
          </ac:inkMkLst>
        </pc:inkChg>
        <pc:inkChg chg="add mod">
          <ac:chgData name="小澤 成年" userId="bd54eb2f-6908-4649-aad7-2beea193f3c7" providerId="ADAL" clId="{F05F724F-10E6-421E-A657-43C449CC2A93}" dt="2022-07-05T06:27:42.149" v="475"/>
          <ac:inkMkLst>
            <pc:docMk/>
            <pc:sldMk cId="4147123060" sldId="372"/>
            <ac:inkMk id="43" creationId="{F3C2BCC1-E01C-81C0-8FBB-65B0D350DD02}"/>
          </ac:inkMkLst>
        </pc:inkChg>
        <pc:inkChg chg="add mod">
          <ac:chgData name="小澤 成年" userId="bd54eb2f-6908-4649-aad7-2beea193f3c7" providerId="ADAL" clId="{F05F724F-10E6-421E-A657-43C449CC2A93}" dt="2022-07-05T06:27:42.149" v="475"/>
          <ac:inkMkLst>
            <pc:docMk/>
            <pc:sldMk cId="4147123060" sldId="372"/>
            <ac:inkMk id="44" creationId="{BB6C829C-1FA5-F28F-60BC-33F0BDD55CEE}"/>
          </ac:inkMkLst>
        </pc:inkChg>
        <pc:inkChg chg="add mod">
          <ac:chgData name="小澤 成年" userId="bd54eb2f-6908-4649-aad7-2beea193f3c7" providerId="ADAL" clId="{F05F724F-10E6-421E-A657-43C449CC2A93}" dt="2022-07-05T06:27:42.149" v="475"/>
          <ac:inkMkLst>
            <pc:docMk/>
            <pc:sldMk cId="4147123060" sldId="372"/>
            <ac:inkMk id="45" creationId="{6CD2B659-8DE2-9BF8-CABD-0BFA0F9DBD6A}"/>
          </ac:inkMkLst>
        </pc:inkChg>
        <pc:inkChg chg="add mod">
          <ac:chgData name="小澤 成年" userId="bd54eb2f-6908-4649-aad7-2beea193f3c7" providerId="ADAL" clId="{F05F724F-10E6-421E-A657-43C449CC2A93}" dt="2022-07-05T06:27:42.149" v="475"/>
          <ac:inkMkLst>
            <pc:docMk/>
            <pc:sldMk cId="4147123060" sldId="372"/>
            <ac:inkMk id="47" creationId="{6344A4B1-635F-2713-C02E-8B7A605FC065}"/>
          </ac:inkMkLst>
        </pc:inkChg>
        <pc:inkChg chg="add mod">
          <ac:chgData name="小澤 成年" userId="bd54eb2f-6908-4649-aad7-2beea193f3c7" providerId="ADAL" clId="{F05F724F-10E6-421E-A657-43C449CC2A93}" dt="2022-07-05T06:27:42.149" v="475"/>
          <ac:inkMkLst>
            <pc:docMk/>
            <pc:sldMk cId="4147123060" sldId="372"/>
            <ac:inkMk id="48" creationId="{AAF9CC83-B755-6D31-A434-69969B97B455}"/>
          </ac:inkMkLst>
        </pc:inkChg>
        <pc:inkChg chg="add mod">
          <ac:chgData name="小澤 成年" userId="bd54eb2f-6908-4649-aad7-2beea193f3c7" providerId="ADAL" clId="{F05F724F-10E6-421E-A657-43C449CC2A93}" dt="2022-07-05T06:27:42.149" v="475"/>
          <ac:inkMkLst>
            <pc:docMk/>
            <pc:sldMk cId="4147123060" sldId="372"/>
            <ac:inkMk id="49" creationId="{E9087CC6-9C8E-A84C-32FC-A28E97E09A18}"/>
          </ac:inkMkLst>
        </pc:inkChg>
        <pc:inkChg chg="add mod">
          <ac:chgData name="小澤 成年" userId="bd54eb2f-6908-4649-aad7-2beea193f3c7" providerId="ADAL" clId="{F05F724F-10E6-421E-A657-43C449CC2A93}" dt="2022-07-05T06:27:42.149" v="475"/>
          <ac:inkMkLst>
            <pc:docMk/>
            <pc:sldMk cId="4147123060" sldId="372"/>
            <ac:inkMk id="50" creationId="{978E5DB6-0227-D8FA-54E7-C449A23FBE59}"/>
          </ac:inkMkLst>
        </pc:inkChg>
        <pc:inkChg chg="add mod">
          <ac:chgData name="小澤 成年" userId="bd54eb2f-6908-4649-aad7-2beea193f3c7" providerId="ADAL" clId="{F05F724F-10E6-421E-A657-43C449CC2A93}" dt="2022-07-05T06:27:42.149" v="475"/>
          <ac:inkMkLst>
            <pc:docMk/>
            <pc:sldMk cId="4147123060" sldId="372"/>
            <ac:inkMk id="51" creationId="{2F1BCC65-1183-0B49-29C8-3884F254671C}"/>
          </ac:inkMkLst>
        </pc:inkChg>
        <pc:inkChg chg="add mod">
          <ac:chgData name="小澤 成年" userId="bd54eb2f-6908-4649-aad7-2beea193f3c7" providerId="ADAL" clId="{F05F724F-10E6-421E-A657-43C449CC2A93}" dt="2022-07-05T06:27:42.149" v="475"/>
          <ac:inkMkLst>
            <pc:docMk/>
            <pc:sldMk cId="4147123060" sldId="372"/>
            <ac:inkMk id="53" creationId="{3188D323-B58D-E95F-301E-714480F9AA98}"/>
          </ac:inkMkLst>
        </pc:inkChg>
        <pc:inkChg chg="add mod">
          <ac:chgData name="小澤 成年" userId="bd54eb2f-6908-4649-aad7-2beea193f3c7" providerId="ADAL" clId="{F05F724F-10E6-421E-A657-43C449CC2A93}" dt="2022-07-05T06:27:42.149" v="475"/>
          <ac:inkMkLst>
            <pc:docMk/>
            <pc:sldMk cId="4147123060" sldId="372"/>
            <ac:inkMk id="54" creationId="{A5BECF75-DD6A-F641-BB42-CDD147623044}"/>
          </ac:inkMkLst>
        </pc:inkChg>
        <pc:inkChg chg="add mod">
          <ac:chgData name="小澤 成年" userId="bd54eb2f-6908-4649-aad7-2beea193f3c7" providerId="ADAL" clId="{F05F724F-10E6-421E-A657-43C449CC2A93}" dt="2022-07-05T06:27:42.149" v="475"/>
          <ac:inkMkLst>
            <pc:docMk/>
            <pc:sldMk cId="4147123060" sldId="372"/>
            <ac:inkMk id="55" creationId="{2D93E589-C624-61DC-6736-F45998A0B11C}"/>
          </ac:inkMkLst>
        </pc:inkChg>
        <pc:inkChg chg="add mod">
          <ac:chgData name="小澤 成年" userId="bd54eb2f-6908-4649-aad7-2beea193f3c7" providerId="ADAL" clId="{F05F724F-10E6-421E-A657-43C449CC2A93}" dt="2022-07-05T06:27:42.149" v="475"/>
          <ac:inkMkLst>
            <pc:docMk/>
            <pc:sldMk cId="4147123060" sldId="372"/>
            <ac:inkMk id="57" creationId="{77A6707D-90F1-4165-A5F9-ADABA81805B8}"/>
          </ac:inkMkLst>
        </pc:inkChg>
        <pc:inkChg chg="add">
          <ac:chgData name="小澤 成年" userId="bd54eb2f-6908-4649-aad7-2beea193f3c7" providerId="ADAL" clId="{F05F724F-10E6-421E-A657-43C449CC2A93}" dt="2022-07-05T06:28:11.579" v="476" actId="9405"/>
          <ac:inkMkLst>
            <pc:docMk/>
            <pc:sldMk cId="4147123060" sldId="372"/>
            <ac:inkMk id="59" creationId="{E5A8121F-3FA3-D2D5-FA97-10FDC232E65F}"/>
          </ac:inkMkLst>
        </pc:inkChg>
        <pc:inkChg chg="add">
          <ac:chgData name="小澤 成年" userId="bd54eb2f-6908-4649-aad7-2beea193f3c7" providerId="ADAL" clId="{F05F724F-10E6-421E-A657-43C449CC2A93}" dt="2022-07-05T06:28:15.990" v="477" actId="9405"/>
          <ac:inkMkLst>
            <pc:docMk/>
            <pc:sldMk cId="4147123060" sldId="372"/>
            <ac:inkMk id="60" creationId="{9554DA1E-6345-BD88-1616-22E860552224}"/>
          </ac:inkMkLst>
        </pc:inkChg>
        <pc:inkChg chg="add mod">
          <ac:chgData name="小澤 成年" userId="bd54eb2f-6908-4649-aad7-2beea193f3c7" providerId="ADAL" clId="{F05F724F-10E6-421E-A657-43C449CC2A93}" dt="2022-07-05T06:28:37.854" v="495"/>
          <ac:inkMkLst>
            <pc:docMk/>
            <pc:sldMk cId="4147123060" sldId="372"/>
            <ac:inkMk id="61" creationId="{2FEC3FF9-0DA2-3F82-4FD5-6B262F5E49C7}"/>
          </ac:inkMkLst>
        </pc:inkChg>
        <pc:inkChg chg="add mod">
          <ac:chgData name="小澤 成年" userId="bd54eb2f-6908-4649-aad7-2beea193f3c7" providerId="ADAL" clId="{F05F724F-10E6-421E-A657-43C449CC2A93}" dt="2022-07-05T06:28:37.854" v="495"/>
          <ac:inkMkLst>
            <pc:docMk/>
            <pc:sldMk cId="4147123060" sldId="372"/>
            <ac:inkMk id="62" creationId="{3A1DF121-0444-C005-64D4-5A96F32A1BF6}"/>
          </ac:inkMkLst>
        </pc:inkChg>
        <pc:inkChg chg="add mod">
          <ac:chgData name="小澤 成年" userId="bd54eb2f-6908-4649-aad7-2beea193f3c7" providerId="ADAL" clId="{F05F724F-10E6-421E-A657-43C449CC2A93}" dt="2022-07-05T06:28:37.854" v="495"/>
          <ac:inkMkLst>
            <pc:docMk/>
            <pc:sldMk cId="4147123060" sldId="372"/>
            <ac:inkMk id="64" creationId="{61AE8F5D-F4A7-2CDB-2E02-94419EFA43EC}"/>
          </ac:inkMkLst>
        </pc:inkChg>
        <pc:inkChg chg="add mod">
          <ac:chgData name="小澤 成年" userId="bd54eb2f-6908-4649-aad7-2beea193f3c7" providerId="ADAL" clId="{F05F724F-10E6-421E-A657-43C449CC2A93}" dt="2022-07-05T06:28:37.854" v="495"/>
          <ac:inkMkLst>
            <pc:docMk/>
            <pc:sldMk cId="4147123060" sldId="372"/>
            <ac:inkMk id="65" creationId="{8324A7D6-A3A6-2DAF-ECA6-2276E4C7AF41}"/>
          </ac:inkMkLst>
        </pc:inkChg>
        <pc:inkChg chg="add mod">
          <ac:chgData name="小澤 成年" userId="bd54eb2f-6908-4649-aad7-2beea193f3c7" providerId="ADAL" clId="{F05F724F-10E6-421E-A657-43C449CC2A93}" dt="2022-07-05T06:28:37.854" v="495"/>
          <ac:inkMkLst>
            <pc:docMk/>
            <pc:sldMk cId="4147123060" sldId="372"/>
            <ac:inkMk id="66" creationId="{7160316C-7E1D-312C-747D-DE4219C81095}"/>
          </ac:inkMkLst>
        </pc:inkChg>
        <pc:inkChg chg="add mod">
          <ac:chgData name="小澤 成年" userId="bd54eb2f-6908-4649-aad7-2beea193f3c7" providerId="ADAL" clId="{F05F724F-10E6-421E-A657-43C449CC2A93}" dt="2022-07-05T06:28:37.854" v="495"/>
          <ac:inkMkLst>
            <pc:docMk/>
            <pc:sldMk cId="4147123060" sldId="372"/>
            <ac:inkMk id="67" creationId="{DA103647-3D98-B968-D6A0-2A0F119EF67E}"/>
          </ac:inkMkLst>
        </pc:inkChg>
        <pc:inkChg chg="add mod">
          <ac:chgData name="小澤 成年" userId="bd54eb2f-6908-4649-aad7-2beea193f3c7" providerId="ADAL" clId="{F05F724F-10E6-421E-A657-43C449CC2A93}" dt="2022-07-05T06:28:37.854" v="495"/>
          <ac:inkMkLst>
            <pc:docMk/>
            <pc:sldMk cId="4147123060" sldId="372"/>
            <ac:inkMk id="68" creationId="{767B69B4-3FB8-849E-A6B3-E85E8AAFDCF1}"/>
          </ac:inkMkLst>
        </pc:inkChg>
        <pc:inkChg chg="add mod">
          <ac:chgData name="小澤 成年" userId="bd54eb2f-6908-4649-aad7-2beea193f3c7" providerId="ADAL" clId="{F05F724F-10E6-421E-A657-43C449CC2A93}" dt="2022-07-05T06:28:37.854" v="495"/>
          <ac:inkMkLst>
            <pc:docMk/>
            <pc:sldMk cId="4147123060" sldId="372"/>
            <ac:inkMk id="69" creationId="{47C93263-87AF-92F3-74EB-0187D6E049DA}"/>
          </ac:inkMkLst>
        </pc:inkChg>
        <pc:inkChg chg="add mod">
          <ac:chgData name="小澤 成年" userId="bd54eb2f-6908-4649-aad7-2beea193f3c7" providerId="ADAL" clId="{F05F724F-10E6-421E-A657-43C449CC2A93}" dt="2022-07-05T06:28:37.854" v="495"/>
          <ac:inkMkLst>
            <pc:docMk/>
            <pc:sldMk cId="4147123060" sldId="372"/>
            <ac:inkMk id="71" creationId="{EA6F0D40-DC9E-A443-2933-71340566BB3E}"/>
          </ac:inkMkLst>
        </pc:inkChg>
        <pc:inkChg chg="add mod">
          <ac:chgData name="小澤 成年" userId="bd54eb2f-6908-4649-aad7-2beea193f3c7" providerId="ADAL" clId="{F05F724F-10E6-421E-A657-43C449CC2A93}" dt="2022-07-05T06:28:37.854" v="495"/>
          <ac:inkMkLst>
            <pc:docMk/>
            <pc:sldMk cId="4147123060" sldId="372"/>
            <ac:inkMk id="72" creationId="{FCDD7D0C-3D9A-6634-4659-EFFBCA114931}"/>
          </ac:inkMkLst>
        </pc:inkChg>
        <pc:inkChg chg="add mod">
          <ac:chgData name="小澤 成年" userId="bd54eb2f-6908-4649-aad7-2beea193f3c7" providerId="ADAL" clId="{F05F724F-10E6-421E-A657-43C449CC2A93}" dt="2022-07-05T06:28:37.854" v="495"/>
          <ac:inkMkLst>
            <pc:docMk/>
            <pc:sldMk cId="4147123060" sldId="372"/>
            <ac:inkMk id="73" creationId="{00624C52-E628-FB4F-712B-7097CF49D4A8}"/>
          </ac:inkMkLst>
        </pc:inkChg>
        <pc:inkChg chg="add mod">
          <ac:chgData name="小澤 成年" userId="bd54eb2f-6908-4649-aad7-2beea193f3c7" providerId="ADAL" clId="{F05F724F-10E6-421E-A657-43C449CC2A93}" dt="2022-07-05T06:28:37.854" v="495"/>
          <ac:inkMkLst>
            <pc:docMk/>
            <pc:sldMk cId="4147123060" sldId="372"/>
            <ac:inkMk id="74" creationId="{CCBB0B60-FE28-307B-AC9C-4A1DEB6317F3}"/>
          </ac:inkMkLst>
        </pc:inkChg>
        <pc:inkChg chg="add mod">
          <ac:chgData name="小澤 成年" userId="bd54eb2f-6908-4649-aad7-2beea193f3c7" providerId="ADAL" clId="{F05F724F-10E6-421E-A657-43C449CC2A93}" dt="2022-07-05T06:28:37.854" v="495"/>
          <ac:inkMkLst>
            <pc:docMk/>
            <pc:sldMk cId="4147123060" sldId="372"/>
            <ac:inkMk id="75" creationId="{930CC98F-B33E-C56F-F037-F8B20D1C251C}"/>
          </ac:inkMkLst>
        </pc:inkChg>
        <pc:inkChg chg="add mod">
          <ac:chgData name="小澤 成年" userId="bd54eb2f-6908-4649-aad7-2beea193f3c7" providerId="ADAL" clId="{F05F724F-10E6-421E-A657-43C449CC2A93}" dt="2022-07-05T06:28:37.854" v="495"/>
          <ac:inkMkLst>
            <pc:docMk/>
            <pc:sldMk cId="4147123060" sldId="372"/>
            <ac:inkMk id="76" creationId="{4010A963-51D8-4D06-066A-8DF390DCB86C}"/>
          </ac:inkMkLst>
        </pc:inkChg>
        <pc:inkChg chg="add mod">
          <ac:chgData name="小澤 成年" userId="bd54eb2f-6908-4649-aad7-2beea193f3c7" providerId="ADAL" clId="{F05F724F-10E6-421E-A657-43C449CC2A93}" dt="2022-07-05T06:28:37.854" v="495"/>
          <ac:inkMkLst>
            <pc:docMk/>
            <pc:sldMk cId="4147123060" sldId="372"/>
            <ac:inkMk id="77" creationId="{6F765B0C-EE34-F364-BC8C-2A3EAE93D1A0}"/>
          </ac:inkMkLst>
        </pc:inkChg>
        <pc:inkChg chg="add">
          <ac:chgData name="小澤 成年" userId="bd54eb2f-6908-4649-aad7-2beea193f3c7" providerId="ADAL" clId="{F05F724F-10E6-421E-A657-43C449CC2A93}" dt="2022-07-05T06:28:48.073" v="496" actId="9405"/>
          <ac:inkMkLst>
            <pc:docMk/>
            <pc:sldMk cId="4147123060" sldId="372"/>
            <ac:inkMk id="79" creationId="{CCB2A97E-80D6-D2F8-FFEE-5BA49CDB7E90}"/>
          </ac:inkMkLst>
        </pc:inkChg>
      </pc:sldChg>
      <pc:sldChg chg="addSp delSp modSp mod">
        <pc:chgData name="小澤 成年" userId="bd54eb2f-6908-4649-aad7-2beea193f3c7" providerId="ADAL" clId="{F05F724F-10E6-421E-A657-43C449CC2A93}" dt="2022-07-05T05:46:23.792" v="80"/>
        <pc:sldMkLst>
          <pc:docMk/>
          <pc:sldMk cId="3667626434" sldId="386"/>
        </pc:sldMkLst>
        <pc:grpChg chg="mod">
          <ac:chgData name="小澤 成年" userId="bd54eb2f-6908-4649-aad7-2beea193f3c7" providerId="ADAL" clId="{F05F724F-10E6-421E-A657-43C449CC2A93}" dt="2022-07-05T05:43:51.899" v="14"/>
          <ac:grpSpMkLst>
            <pc:docMk/>
            <pc:sldMk cId="3667626434" sldId="386"/>
            <ac:grpSpMk id="12" creationId="{387A94AA-5668-7678-23B4-428DF52F0B72}"/>
          </ac:grpSpMkLst>
        </pc:grpChg>
        <pc:grpChg chg="del mod">
          <ac:chgData name="小澤 成年" userId="bd54eb2f-6908-4649-aad7-2beea193f3c7" providerId="ADAL" clId="{F05F724F-10E6-421E-A657-43C449CC2A93}" dt="2022-07-05T05:44:54.983" v="27"/>
          <ac:grpSpMkLst>
            <pc:docMk/>
            <pc:sldMk cId="3667626434" sldId="386"/>
            <ac:grpSpMk id="23" creationId="{514EF744-BEE6-ABE5-E417-C250196C92B7}"/>
          </ac:grpSpMkLst>
        </pc:grpChg>
        <pc:grpChg chg="mod">
          <ac:chgData name="小澤 成年" userId="bd54eb2f-6908-4649-aad7-2beea193f3c7" providerId="ADAL" clId="{F05F724F-10E6-421E-A657-43C449CC2A93}" dt="2022-07-05T05:44:54.983" v="27"/>
          <ac:grpSpMkLst>
            <pc:docMk/>
            <pc:sldMk cId="3667626434" sldId="386"/>
            <ac:grpSpMk id="25" creationId="{4B401E3C-E381-E95A-09A6-83F6AE2A8481}"/>
          </ac:grpSpMkLst>
        </pc:grpChg>
        <pc:grpChg chg="del mod">
          <ac:chgData name="小澤 成年" userId="bd54eb2f-6908-4649-aad7-2beea193f3c7" providerId="ADAL" clId="{F05F724F-10E6-421E-A657-43C449CC2A93}" dt="2022-07-05T05:45:16.441" v="39"/>
          <ac:grpSpMkLst>
            <pc:docMk/>
            <pc:sldMk cId="3667626434" sldId="386"/>
            <ac:grpSpMk id="28" creationId="{04FC43F5-1AEF-A2EC-A4CB-2BB856AB2666}"/>
          </ac:grpSpMkLst>
        </pc:grpChg>
        <pc:grpChg chg="del mod">
          <ac:chgData name="小澤 成年" userId="bd54eb2f-6908-4649-aad7-2beea193f3c7" providerId="ADAL" clId="{F05F724F-10E6-421E-A657-43C449CC2A93}" dt="2022-07-05T05:45:20.728" v="42"/>
          <ac:grpSpMkLst>
            <pc:docMk/>
            <pc:sldMk cId="3667626434" sldId="386"/>
            <ac:grpSpMk id="31" creationId="{E818628E-B1EE-ECA8-D3E8-A77C1DA22212}"/>
          </ac:grpSpMkLst>
        </pc:grpChg>
        <pc:grpChg chg="del mod">
          <ac:chgData name="小澤 成年" userId="bd54eb2f-6908-4649-aad7-2beea193f3c7" providerId="ADAL" clId="{F05F724F-10E6-421E-A657-43C449CC2A93}" dt="2022-07-05T05:45:23.446" v="46"/>
          <ac:grpSpMkLst>
            <pc:docMk/>
            <pc:sldMk cId="3667626434" sldId="386"/>
            <ac:grpSpMk id="34" creationId="{CCE6CDEF-EA99-EE8F-00F0-7016F515473C}"/>
          </ac:grpSpMkLst>
        </pc:grpChg>
        <pc:grpChg chg="del mod">
          <ac:chgData name="小澤 成年" userId="bd54eb2f-6908-4649-aad7-2beea193f3c7" providerId="ADAL" clId="{F05F724F-10E6-421E-A657-43C449CC2A93}" dt="2022-07-05T05:45:25.738" v="48"/>
          <ac:grpSpMkLst>
            <pc:docMk/>
            <pc:sldMk cId="3667626434" sldId="386"/>
            <ac:grpSpMk id="38" creationId="{CF6E459F-C098-44CD-8C7D-C226A2899378}"/>
          </ac:grpSpMkLst>
        </pc:grpChg>
        <pc:grpChg chg="del mod">
          <ac:chgData name="小澤 成年" userId="bd54eb2f-6908-4649-aad7-2beea193f3c7" providerId="ADAL" clId="{F05F724F-10E6-421E-A657-43C449CC2A93}" dt="2022-07-05T05:45:29.765" v="51"/>
          <ac:grpSpMkLst>
            <pc:docMk/>
            <pc:sldMk cId="3667626434" sldId="386"/>
            <ac:grpSpMk id="40" creationId="{0531D1AE-FF04-C506-3B80-685D23817981}"/>
          </ac:grpSpMkLst>
        </pc:grpChg>
        <pc:grpChg chg="del mod">
          <ac:chgData name="小澤 成年" userId="bd54eb2f-6908-4649-aad7-2beea193f3c7" providerId="ADAL" clId="{F05F724F-10E6-421E-A657-43C449CC2A93}" dt="2022-07-05T05:45:53.843" v="68"/>
          <ac:grpSpMkLst>
            <pc:docMk/>
            <pc:sldMk cId="3667626434" sldId="386"/>
            <ac:grpSpMk id="43" creationId="{A3876BDB-A097-2965-FADF-107C5A20BA05}"/>
          </ac:grpSpMkLst>
        </pc:grpChg>
        <pc:grpChg chg="mod">
          <ac:chgData name="小澤 成年" userId="bd54eb2f-6908-4649-aad7-2beea193f3c7" providerId="ADAL" clId="{F05F724F-10E6-421E-A657-43C449CC2A93}" dt="2022-07-05T05:45:35.670" v="54"/>
          <ac:grpSpMkLst>
            <pc:docMk/>
            <pc:sldMk cId="3667626434" sldId="386"/>
            <ac:grpSpMk id="46" creationId="{DDDD31E0-1EBA-4E29-0F2E-41F9200E9CD6}"/>
          </ac:grpSpMkLst>
        </pc:grpChg>
        <pc:grpChg chg="mod">
          <ac:chgData name="小澤 成年" userId="bd54eb2f-6908-4649-aad7-2beea193f3c7" providerId="ADAL" clId="{F05F724F-10E6-421E-A657-43C449CC2A93}" dt="2022-07-05T05:46:18.586" v="77"/>
          <ac:grpSpMkLst>
            <pc:docMk/>
            <pc:sldMk cId="3667626434" sldId="386"/>
            <ac:grpSpMk id="51" creationId="{55773861-CEF1-D8DD-2A22-9CFF41025660}"/>
          </ac:grpSpMkLst>
        </pc:grpChg>
        <pc:grpChg chg="mod">
          <ac:chgData name="小澤 成年" userId="bd54eb2f-6908-4649-aad7-2beea193f3c7" providerId="ADAL" clId="{F05F724F-10E6-421E-A657-43C449CC2A93}" dt="2022-07-05T05:45:59.194" v="72"/>
          <ac:grpSpMkLst>
            <pc:docMk/>
            <pc:sldMk cId="3667626434" sldId="386"/>
            <ac:grpSpMk id="55" creationId="{22C6A0F9-312D-A91D-9DBC-ACC048C5B70B}"/>
          </ac:grpSpMkLst>
        </pc:grpChg>
        <pc:grpChg chg="mod">
          <ac:chgData name="小澤 成年" userId="bd54eb2f-6908-4649-aad7-2beea193f3c7" providerId="ADAL" clId="{F05F724F-10E6-421E-A657-43C449CC2A93}" dt="2022-07-05T05:46:23.792" v="80"/>
          <ac:grpSpMkLst>
            <pc:docMk/>
            <pc:sldMk cId="3667626434" sldId="386"/>
            <ac:grpSpMk id="58" creationId="{AE7970F9-B6E9-CD8F-2B9B-46A2980EB884}"/>
          </ac:grpSpMkLst>
        </pc:grpChg>
        <pc:inkChg chg="add">
          <ac:chgData name="小澤 成年" userId="bd54eb2f-6908-4649-aad7-2beea193f3c7" providerId="ADAL" clId="{F05F724F-10E6-421E-A657-43C449CC2A93}" dt="2022-07-05T05:43:37.493" v="10" actId="9405"/>
          <ac:inkMkLst>
            <pc:docMk/>
            <pc:sldMk cId="3667626434" sldId="386"/>
            <ac:inkMk id="8" creationId="{65ADAF81-0AEA-5ABB-5701-80B4A77FE9A0}"/>
          </ac:inkMkLst>
        </pc:inkChg>
        <pc:inkChg chg="add">
          <ac:chgData name="小澤 成年" userId="bd54eb2f-6908-4649-aad7-2beea193f3c7" providerId="ADAL" clId="{F05F724F-10E6-421E-A657-43C449CC2A93}" dt="2022-07-05T05:43:43.398" v="11" actId="9405"/>
          <ac:inkMkLst>
            <pc:docMk/>
            <pc:sldMk cId="3667626434" sldId="386"/>
            <ac:inkMk id="9" creationId="{17629C75-31C7-60A1-4A77-05B73B518D0C}"/>
          </ac:inkMkLst>
        </pc:inkChg>
        <pc:inkChg chg="add mod">
          <ac:chgData name="小澤 成年" userId="bd54eb2f-6908-4649-aad7-2beea193f3c7" providerId="ADAL" clId="{F05F724F-10E6-421E-A657-43C449CC2A93}" dt="2022-07-05T05:43:51.899" v="14"/>
          <ac:inkMkLst>
            <pc:docMk/>
            <pc:sldMk cId="3667626434" sldId="386"/>
            <ac:inkMk id="10" creationId="{7AEE02DB-3F4F-962E-DBE8-6B6B3311BAFB}"/>
          </ac:inkMkLst>
        </pc:inkChg>
        <pc:inkChg chg="add mod">
          <ac:chgData name="小澤 成年" userId="bd54eb2f-6908-4649-aad7-2beea193f3c7" providerId="ADAL" clId="{F05F724F-10E6-421E-A657-43C449CC2A93}" dt="2022-07-05T05:43:51.899" v="14"/>
          <ac:inkMkLst>
            <pc:docMk/>
            <pc:sldMk cId="3667626434" sldId="386"/>
            <ac:inkMk id="11" creationId="{07965888-E514-99A2-DD87-23B7627C8755}"/>
          </ac:inkMkLst>
        </pc:inkChg>
        <pc:inkChg chg="add">
          <ac:chgData name="小澤 成年" userId="bd54eb2f-6908-4649-aad7-2beea193f3c7" providerId="ADAL" clId="{F05F724F-10E6-421E-A657-43C449CC2A93}" dt="2022-07-05T05:43:54.925" v="15" actId="9405"/>
          <ac:inkMkLst>
            <pc:docMk/>
            <pc:sldMk cId="3667626434" sldId="386"/>
            <ac:inkMk id="13" creationId="{6A7BE5BF-9864-D24A-66CE-42F6DA76ACDE}"/>
          </ac:inkMkLst>
        </pc:inkChg>
        <pc:inkChg chg="add del">
          <ac:chgData name="小澤 成年" userId="bd54eb2f-6908-4649-aad7-2beea193f3c7" providerId="ADAL" clId="{F05F724F-10E6-421E-A657-43C449CC2A93}" dt="2022-07-05T05:45:03.499" v="31"/>
          <ac:inkMkLst>
            <pc:docMk/>
            <pc:sldMk cId="3667626434" sldId="386"/>
            <ac:inkMk id="14" creationId="{08F4EDAB-E488-3404-4FA3-035EEA5D0011}"/>
          </ac:inkMkLst>
        </pc:inkChg>
        <pc:inkChg chg="add del">
          <ac:chgData name="小澤 成年" userId="bd54eb2f-6908-4649-aad7-2beea193f3c7" providerId="ADAL" clId="{F05F724F-10E6-421E-A657-43C449CC2A93}" dt="2022-07-05T05:45:03.511" v="33"/>
          <ac:inkMkLst>
            <pc:docMk/>
            <pc:sldMk cId="3667626434" sldId="386"/>
            <ac:inkMk id="15" creationId="{5E9ECCE0-574A-3B01-C81C-5E8C19D0068B}"/>
          </ac:inkMkLst>
        </pc:inkChg>
        <pc:inkChg chg="add del">
          <ac:chgData name="小澤 成年" userId="bd54eb2f-6908-4649-aad7-2beea193f3c7" providerId="ADAL" clId="{F05F724F-10E6-421E-A657-43C449CC2A93}" dt="2022-07-05T05:45:02.427" v="29"/>
          <ac:inkMkLst>
            <pc:docMk/>
            <pc:sldMk cId="3667626434" sldId="386"/>
            <ac:inkMk id="16" creationId="{5958B64C-69BF-2E24-8F84-9FDECA75F479}"/>
          </ac:inkMkLst>
        </pc:inkChg>
        <pc:inkChg chg="add del">
          <ac:chgData name="小澤 成年" userId="bd54eb2f-6908-4649-aad7-2beea193f3c7" providerId="ADAL" clId="{F05F724F-10E6-421E-A657-43C449CC2A93}" dt="2022-07-05T05:45:02.527" v="30"/>
          <ac:inkMkLst>
            <pc:docMk/>
            <pc:sldMk cId="3667626434" sldId="386"/>
            <ac:inkMk id="17" creationId="{CEEECD0D-8ADF-E93A-4CF0-34AB07A6E767}"/>
          </ac:inkMkLst>
        </pc:inkChg>
        <pc:inkChg chg="add">
          <ac:chgData name="小澤 成年" userId="bd54eb2f-6908-4649-aad7-2beea193f3c7" providerId="ADAL" clId="{F05F724F-10E6-421E-A657-43C449CC2A93}" dt="2022-07-05T05:44:39.978" v="20" actId="9405"/>
          <ac:inkMkLst>
            <pc:docMk/>
            <pc:sldMk cId="3667626434" sldId="386"/>
            <ac:inkMk id="18" creationId="{7F926FB8-CAA7-818F-5267-2385D819561A}"/>
          </ac:inkMkLst>
        </pc:inkChg>
        <pc:inkChg chg="add del">
          <ac:chgData name="小澤 成年" userId="bd54eb2f-6908-4649-aad7-2beea193f3c7" providerId="ADAL" clId="{F05F724F-10E6-421E-A657-43C449CC2A93}" dt="2022-07-05T05:45:03.507" v="32"/>
          <ac:inkMkLst>
            <pc:docMk/>
            <pc:sldMk cId="3667626434" sldId="386"/>
            <ac:inkMk id="19" creationId="{AF466D6E-70E1-7D6B-BB17-A4CCA83264C8}"/>
          </ac:inkMkLst>
        </pc:inkChg>
        <pc:inkChg chg="add del">
          <ac:chgData name="小澤 成年" userId="bd54eb2f-6908-4649-aad7-2beea193f3c7" providerId="ADAL" clId="{F05F724F-10E6-421E-A657-43C449CC2A93}" dt="2022-07-05T05:45:02.424" v="28"/>
          <ac:inkMkLst>
            <pc:docMk/>
            <pc:sldMk cId="3667626434" sldId="386"/>
            <ac:inkMk id="20" creationId="{8F505F21-FEB1-2456-059A-B7CD30F11907}"/>
          </ac:inkMkLst>
        </pc:inkChg>
        <pc:inkChg chg="add mod">
          <ac:chgData name="小澤 成年" userId="bd54eb2f-6908-4649-aad7-2beea193f3c7" providerId="ADAL" clId="{F05F724F-10E6-421E-A657-43C449CC2A93}" dt="2022-07-05T05:44:54.983" v="27"/>
          <ac:inkMkLst>
            <pc:docMk/>
            <pc:sldMk cId="3667626434" sldId="386"/>
            <ac:inkMk id="21" creationId="{082A85A9-9480-65E4-73A3-D8D8123649D4}"/>
          </ac:inkMkLst>
        </pc:inkChg>
        <pc:inkChg chg="add mod">
          <ac:chgData name="小澤 成年" userId="bd54eb2f-6908-4649-aad7-2beea193f3c7" providerId="ADAL" clId="{F05F724F-10E6-421E-A657-43C449CC2A93}" dt="2022-07-05T05:44:54.983" v="27"/>
          <ac:inkMkLst>
            <pc:docMk/>
            <pc:sldMk cId="3667626434" sldId="386"/>
            <ac:inkMk id="22" creationId="{E14BB9F7-BE38-A079-161E-EB032D86A286}"/>
          </ac:inkMkLst>
        </pc:inkChg>
        <pc:inkChg chg="add mod">
          <ac:chgData name="小澤 成年" userId="bd54eb2f-6908-4649-aad7-2beea193f3c7" providerId="ADAL" clId="{F05F724F-10E6-421E-A657-43C449CC2A93}" dt="2022-07-05T05:44:54.983" v="27"/>
          <ac:inkMkLst>
            <pc:docMk/>
            <pc:sldMk cId="3667626434" sldId="386"/>
            <ac:inkMk id="24" creationId="{70AA203F-1846-4D44-5E73-12DAE8BE73E6}"/>
          </ac:inkMkLst>
        </pc:inkChg>
        <pc:inkChg chg="add del mod">
          <ac:chgData name="小澤 成年" userId="bd54eb2f-6908-4649-aad7-2beea193f3c7" providerId="ADAL" clId="{F05F724F-10E6-421E-A657-43C449CC2A93}" dt="2022-07-05T05:46:18.585" v="75"/>
          <ac:inkMkLst>
            <pc:docMk/>
            <pc:sldMk cId="3667626434" sldId="386"/>
            <ac:inkMk id="26" creationId="{994EBDCB-CA53-9598-B936-88E1B98904CF}"/>
          </ac:inkMkLst>
        </pc:inkChg>
        <pc:inkChg chg="add del mod">
          <ac:chgData name="小澤 成年" userId="bd54eb2f-6908-4649-aad7-2beea193f3c7" providerId="ADAL" clId="{F05F724F-10E6-421E-A657-43C449CC2A93}" dt="2022-07-05T05:46:18.586" v="76"/>
          <ac:inkMkLst>
            <pc:docMk/>
            <pc:sldMk cId="3667626434" sldId="386"/>
            <ac:inkMk id="27" creationId="{EDA777EE-2E22-ADF3-2723-D139B72E3CBD}"/>
          </ac:inkMkLst>
        </pc:inkChg>
        <pc:inkChg chg="add del mod">
          <ac:chgData name="小澤 成年" userId="bd54eb2f-6908-4649-aad7-2beea193f3c7" providerId="ADAL" clId="{F05F724F-10E6-421E-A657-43C449CC2A93}" dt="2022-07-05T05:45:45.168" v="62"/>
          <ac:inkMkLst>
            <pc:docMk/>
            <pc:sldMk cId="3667626434" sldId="386"/>
            <ac:inkMk id="29" creationId="{58902B12-F8D1-5B89-433D-23BB09141DFC}"/>
          </ac:inkMkLst>
        </pc:inkChg>
        <pc:inkChg chg="add del mod">
          <ac:chgData name="小澤 成年" userId="bd54eb2f-6908-4649-aad7-2beea193f3c7" providerId="ADAL" clId="{F05F724F-10E6-421E-A657-43C449CC2A93}" dt="2022-07-05T05:45:45.163" v="56"/>
          <ac:inkMkLst>
            <pc:docMk/>
            <pc:sldMk cId="3667626434" sldId="386"/>
            <ac:inkMk id="30" creationId="{8A57FE60-4123-7773-F73E-0EF124C4971F}"/>
          </ac:inkMkLst>
        </pc:inkChg>
        <pc:inkChg chg="add mod">
          <ac:chgData name="小澤 成年" userId="bd54eb2f-6908-4649-aad7-2beea193f3c7" providerId="ADAL" clId="{F05F724F-10E6-421E-A657-43C449CC2A93}" dt="2022-07-05T05:45:53.843" v="68"/>
          <ac:inkMkLst>
            <pc:docMk/>
            <pc:sldMk cId="3667626434" sldId="386"/>
            <ac:inkMk id="32" creationId="{F21565A3-C4F3-21FC-23C9-56021C0CD6DC}"/>
          </ac:inkMkLst>
        </pc:inkChg>
        <pc:inkChg chg="add del mod">
          <ac:chgData name="小澤 成年" userId="bd54eb2f-6908-4649-aad7-2beea193f3c7" providerId="ADAL" clId="{F05F724F-10E6-421E-A657-43C449CC2A93}" dt="2022-07-05T05:45:45.169" v="63"/>
          <ac:inkMkLst>
            <pc:docMk/>
            <pc:sldMk cId="3667626434" sldId="386"/>
            <ac:inkMk id="33" creationId="{CC48EC36-982E-2348-52B9-0EE3A8AD17C2}"/>
          </ac:inkMkLst>
        </pc:inkChg>
        <pc:inkChg chg="add del mod">
          <ac:chgData name="小澤 成年" userId="bd54eb2f-6908-4649-aad7-2beea193f3c7" providerId="ADAL" clId="{F05F724F-10E6-421E-A657-43C449CC2A93}" dt="2022-07-05T05:45:45.166" v="58"/>
          <ac:inkMkLst>
            <pc:docMk/>
            <pc:sldMk cId="3667626434" sldId="386"/>
            <ac:inkMk id="35" creationId="{B7367291-34CC-362C-D166-83DF9F5B3A4B}"/>
          </ac:inkMkLst>
        </pc:inkChg>
        <pc:inkChg chg="add del mod">
          <ac:chgData name="小澤 成年" userId="bd54eb2f-6908-4649-aad7-2beea193f3c7" providerId="ADAL" clId="{F05F724F-10E6-421E-A657-43C449CC2A93}" dt="2022-07-05T05:45:45.169" v="64"/>
          <ac:inkMkLst>
            <pc:docMk/>
            <pc:sldMk cId="3667626434" sldId="386"/>
            <ac:inkMk id="36" creationId="{3C88062C-1916-D3FD-EFE4-58BE103E68DC}"/>
          </ac:inkMkLst>
        </pc:inkChg>
        <pc:inkChg chg="add del mod">
          <ac:chgData name="小澤 成年" userId="bd54eb2f-6908-4649-aad7-2beea193f3c7" providerId="ADAL" clId="{F05F724F-10E6-421E-A657-43C449CC2A93}" dt="2022-07-05T05:45:45.167" v="60"/>
          <ac:inkMkLst>
            <pc:docMk/>
            <pc:sldMk cId="3667626434" sldId="386"/>
            <ac:inkMk id="37" creationId="{DBE35A03-3BE8-2A8F-3CA0-386036916969}"/>
          </ac:inkMkLst>
        </pc:inkChg>
        <pc:inkChg chg="add del mod">
          <ac:chgData name="小澤 成年" userId="bd54eb2f-6908-4649-aad7-2beea193f3c7" providerId="ADAL" clId="{F05F724F-10E6-421E-A657-43C449CC2A93}" dt="2022-07-05T05:46:18.583" v="74"/>
          <ac:inkMkLst>
            <pc:docMk/>
            <pc:sldMk cId="3667626434" sldId="386"/>
            <ac:inkMk id="39" creationId="{D1458444-8B1C-5BF9-B322-A04CF74F3D65}"/>
          </ac:inkMkLst>
        </pc:inkChg>
        <pc:inkChg chg="add del mod">
          <ac:chgData name="小澤 成年" userId="bd54eb2f-6908-4649-aad7-2beea193f3c7" providerId="ADAL" clId="{F05F724F-10E6-421E-A657-43C449CC2A93}" dt="2022-07-05T05:45:45.166" v="59"/>
          <ac:inkMkLst>
            <pc:docMk/>
            <pc:sldMk cId="3667626434" sldId="386"/>
            <ac:inkMk id="41" creationId="{98B4F465-C38F-6308-05F6-76F0C745B327}"/>
          </ac:inkMkLst>
        </pc:inkChg>
        <pc:inkChg chg="add del mod">
          <ac:chgData name="小澤 成年" userId="bd54eb2f-6908-4649-aad7-2beea193f3c7" providerId="ADAL" clId="{F05F724F-10E6-421E-A657-43C449CC2A93}" dt="2022-07-05T05:45:45.165" v="57"/>
          <ac:inkMkLst>
            <pc:docMk/>
            <pc:sldMk cId="3667626434" sldId="386"/>
            <ac:inkMk id="42" creationId="{91AA2B06-1364-ADB2-8034-C3838EE80526}"/>
          </ac:inkMkLst>
        </pc:inkChg>
        <pc:inkChg chg="add mod">
          <ac:chgData name="小澤 成年" userId="bd54eb2f-6908-4649-aad7-2beea193f3c7" providerId="ADAL" clId="{F05F724F-10E6-421E-A657-43C449CC2A93}" dt="2022-07-05T05:45:35.670" v="54"/>
          <ac:inkMkLst>
            <pc:docMk/>
            <pc:sldMk cId="3667626434" sldId="386"/>
            <ac:inkMk id="44" creationId="{B06C9B0C-4772-EE4E-96D4-341639D277EE}"/>
          </ac:inkMkLst>
        </pc:inkChg>
        <pc:inkChg chg="add mod">
          <ac:chgData name="小澤 成年" userId="bd54eb2f-6908-4649-aad7-2beea193f3c7" providerId="ADAL" clId="{F05F724F-10E6-421E-A657-43C449CC2A93}" dt="2022-07-05T05:45:35.670" v="54"/>
          <ac:inkMkLst>
            <pc:docMk/>
            <pc:sldMk cId="3667626434" sldId="386"/>
            <ac:inkMk id="45" creationId="{8DBE0179-1177-ADA6-DD09-A81C560996CB}"/>
          </ac:inkMkLst>
        </pc:inkChg>
        <pc:inkChg chg="add del">
          <ac:chgData name="小澤 成年" userId="bd54eb2f-6908-4649-aad7-2beea193f3c7" providerId="ADAL" clId="{F05F724F-10E6-421E-A657-43C449CC2A93}" dt="2022-07-05T05:45:45.167" v="61"/>
          <ac:inkMkLst>
            <pc:docMk/>
            <pc:sldMk cId="3667626434" sldId="386"/>
            <ac:inkMk id="47" creationId="{96A99AD0-C728-216D-D4C1-125D22BFB853}"/>
          </ac:inkMkLst>
        </pc:inkChg>
        <pc:inkChg chg="add del mod">
          <ac:chgData name="小澤 成年" userId="bd54eb2f-6908-4649-aad7-2beea193f3c7" providerId="ADAL" clId="{F05F724F-10E6-421E-A657-43C449CC2A93}" dt="2022-07-05T05:46:18.586" v="77"/>
          <ac:inkMkLst>
            <pc:docMk/>
            <pc:sldMk cId="3667626434" sldId="386"/>
            <ac:inkMk id="48" creationId="{8B20B83E-CEFD-F67E-56D7-8A5B8571AA49}"/>
          </ac:inkMkLst>
        </pc:inkChg>
        <pc:inkChg chg="add mod">
          <ac:chgData name="小澤 成年" userId="bd54eb2f-6908-4649-aad7-2beea193f3c7" providerId="ADAL" clId="{F05F724F-10E6-421E-A657-43C449CC2A93}" dt="2022-07-05T05:46:18.586" v="77"/>
          <ac:inkMkLst>
            <pc:docMk/>
            <pc:sldMk cId="3667626434" sldId="386"/>
            <ac:inkMk id="49" creationId="{F94B37BE-6829-0E7E-4631-1D92C6B68C22}"/>
          </ac:inkMkLst>
        </pc:inkChg>
        <pc:inkChg chg="add mod">
          <ac:chgData name="小澤 成年" userId="bd54eb2f-6908-4649-aad7-2beea193f3c7" providerId="ADAL" clId="{F05F724F-10E6-421E-A657-43C449CC2A93}" dt="2022-07-05T05:46:18.586" v="77"/>
          <ac:inkMkLst>
            <pc:docMk/>
            <pc:sldMk cId="3667626434" sldId="386"/>
            <ac:inkMk id="50" creationId="{6CDCE711-442E-ADCA-4FF5-26D86BDA949F}"/>
          </ac:inkMkLst>
        </pc:inkChg>
        <pc:inkChg chg="add mod">
          <ac:chgData name="小澤 成年" userId="bd54eb2f-6908-4649-aad7-2beea193f3c7" providerId="ADAL" clId="{F05F724F-10E6-421E-A657-43C449CC2A93}" dt="2022-07-05T05:45:59.194" v="72"/>
          <ac:inkMkLst>
            <pc:docMk/>
            <pc:sldMk cId="3667626434" sldId="386"/>
            <ac:inkMk id="52" creationId="{3D11E644-55C2-8766-27AE-95F35987566F}"/>
          </ac:inkMkLst>
        </pc:inkChg>
        <pc:inkChg chg="add mod">
          <ac:chgData name="小澤 成年" userId="bd54eb2f-6908-4649-aad7-2beea193f3c7" providerId="ADAL" clId="{F05F724F-10E6-421E-A657-43C449CC2A93}" dt="2022-07-05T05:45:59.194" v="72"/>
          <ac:inkMkLst>
            <pc:docMk/>
            <pc:sldMk cId="3667626434" sldId="386"/>
            <ac:inkMk id="53" creationId="{4F02DFE7-E495-7640-68B5-2717AA8CD7DD}"/>
          </ac:inkMkLst>
        </pc:inkChg>
        <pc:inkChg chg="add mod">
          <ac:chgData name="小澤 成年" userId="bd54eb2f-6908-4649-aad7-2beea193f3c7" providerId="ADAL" clId="{F05F724F-10E6-421E-A657-43C449CC2A93}" dt="2022-07-05T05:45:59.194" v="72"/>
          <ac:inkMkLst>
            <pc:docMk/>
            <pc:sldMk cId="3667626434" sldId="386"/>
            <ac:inkMk id="54" creationId="{C48B92B1-5870-10D3-4DA6-13F219F3272C}"/>
          </ac:inkMkLst>
        </pc:inkChg>
        <pc:inkChg chg="add mod">
          <ac:chgData name="小澤 成年" userId="bd54eb2f-6908-4649-aad7-2beea193f3c7" providerId="ADAL" clId="{F05F724F-10E6-421E-A657-43C449CC2A93}" dt="2022-07-05T05:46:23.792" v="80"/>
          <ac:inkMkLst>
            <pc:docMk/>
            <pc:sldMk cId="3667626434" sldId="386"/>
            <ac:inkMk id="56" creationId="{85440FE4-8221-1503-74B2-0F959AF69996}"/>
          </ac:inkMkLst>
        </pc:inkChg>
        <pc:inkChg chg="add mod">
          <ac:chgData name="小澤 成年" userId="bd54eb2f-6908-4649-aad7-2beea193f3c7" providerId="ADAL" clId="{F05F724F-10E6-421E-A657-43C449CC2A93}" dt="2022-07-05T05:46:23.792" v="80"/>
          <ac:inkMkLst>
            <pc:docMk/>
            <pc:sldMk cId="3667626434" sldId="386"/>
            <ac:inkMk id="57" creationId="{0F9611CF-24D1-39D4-9196-9D51463250E9}"/>
          </ac:inkMkLst>
        </pc:inkChg>
      </pc:sldChg>
      <pc:sldChg chg="addSp mod">
        <pc:chgData name="小澤 成年" userId="bd54eb2f-6908-4649-aad7-2beea193f3c7" providerId="ADAL" clId="{F05F724F-10E6-421E-A657-43C449CC2A93}" dt="2022-07-05T05:50:00.061" v="83" actId="9405"/>
        <pc:sldMkLst>
          <pc:docMk/>
          <pc:sldMk cId="895656476" sldId="387"/>
        </pc:sldMkLst>
        <pc:inkChg chg="add">
          <ac:chgData name="小澤 成年" userId="bd54eb2f-6908-4649-aad7-2beea193f3c7" providerId="ADAL" clId="{F05F724F-10E6-421E-A657-43C449CC2A93}" dt="2022-07-05T05:46:11.243" v="73" actId="9405"/>
          <ac:inkMkLst>
            <pc:docMk/>
            <pc:sldMk cId="895656476" sldId="387"/>
            <ac:inkMk id="8" creationId="{700BCCCE-F67B-76D1-9EE1-B65C9ECFCBB1}"/>
          </ac:inkMkLst>
        </pc:inkChg>
        <pc:inkChg chg="add">
          <ac:chgData name="小澤 成年" userId="bd54eb2f-6908-4649-aad7-2beea193f3c7" providerId="ADAL" clId="{F05F724F-10E6-421E-A657-43C449CC2A93}" dt="2022-07-05T05:47:28.150" v="81" actId="9405"/>
          <ac:inkMkLst>
            <pc:docMk/>
            <pc:sldMk cId="895656476" sldId="387"/>
            <ac:inkMk id="9" creationId="{2E373F7D-5500-B2BE-9AEF-B355D323C0BE}"/>
          </ac:inkMkLst>
        </pc:inkChg>
        <pc:inkChg chg="add">
          <ac:chgData name="小澤 成年" userId="bd54eb2f-6908-4649-aad7-2beea193f3c7" providerId="ADAL" clId="{F05F724F-10E6-421E-A657-43C449CC2A93}" dt="2022-07-05T05:47:29.684" v="82" actId="9405"/>
          <ac:inkMkLst>
            <pc:docMk/>
            <pc:sldMk cId="895656476" sldId="387"/>
            <ac:inkMk id="10" creationId="{EE1A6B38-B863-17ED-00DB-C8BE38B7C71D}"/>
          </ac:inkMkLst>
        </pc:inkChg>
        <pc:inkChg chg="add">
          <ac:chgData name="小澤 成年" userId="bd54eb2f-6908-4649-aad7-2beea193f3c7" providerId="ADAL" clId="{F05F724F-10E6-421E-A657-43C449CC2A93}" dt="2022-07-05T05:50:00.061" v="83" actId="9405"/>
          <ac:inkMkLst>
            <pc:docMk/>
            <pc:sldMk cId="895656476" sldId="387"/>
            <ac:inkMk id="11" creationId="{53D8B89E-C9A3-927F-B1CD-E6D2B79540E1}"/>
          </ac:inkMkLst>
        </pc:inkChg>
      </pc:sldChg>
      <pc:sldChg chg="addSp delSp mod">
        <pc:chgData name="小澤 成年" userId="bd54eb2f-6908-4649-aad7-2beea193f3c7" providerId="ADAL" clId="{F05F724F-10E6-421E-A657-43C449CC2A93}" dt="2022-07-05T05:57:18.032" v="87" actId="9405"/>
        <pc:sldMkLst>
          <pc:docMk/>
          <pc:sldMk cId="2842707125" sldId="388"/>
        </pc:sldMkLst>
        <pc:inkChg chg="add">
          <ac:chgData name="小澤 成年" userId="bd54eb2f-6908-4649-aad7-2beea193f3c7" providerId="ADAL" clId="{F05F724F-10E6-421E-A657-43C449CC2A93}" dt="2022-07-05T05:56:59.115" v="84" actId="9405"/>
          <ac:inkMkLst>
            <pc:docMk/>
            <pc:sldMk cId="2842707125" sldId="388"/>
            <ac:inkMk id="5" creationId="{75AC116C-60DD-4138-A0F3-C342CA3FC858}"/>
          </ac:inkMkLst>
        </pc:inkChg>
        <pc:inkChg chg="add del">
          <ac:chgData name="小澤 成年" userId="bd54eb2f-6908-4649-aad7-2beea193f3c7" providerId="ADAL" clId="{F05F724F-10E6-421E-A657-43C449CC2A93}" dt="2022-07-05T05:57:11.114" v="86"/>
          <ac:inkMkLst>
            <pc:docMk/>
            <pc:sldMk cId="2842707125" sldId="388"/>
            <ac:inkMk id="8" creationId="{B926B30A-415B-2E3C-7799-487A5A62972A}"/>
          </ac:inkMkLst>
        </pc:inkChg>
        <pc:inkChg chg="add">
          <ac:chgData name="小澤 成年" userId="bd54eb2f-6908-4649-aad7-2beea193f3c7" providerId="ADAL" clId="{F05F724F-10E6-421E-A657-43C449CC2A93}" dt="2022-07-05T05:57:18.032" v="87" actId="9405"/>
          <ac:inkMkLst>
            <pc:docMk/>
            <pc:sldMk cId="2842707125" sldId="388"/>
            <ac:inkMk id="9" creationId="{CA0BD921-59BC-CF54-F0FC-D3AB76732DE3}"/>
          </ac:inkMkLst>
        </pc:inkChg>
      </pc:sldChg>
      <pc:sldChg chg="addSp delSp modSp mod">
        <pc:chgData name="小澤 成年" userId="bd54eb2f-6908-4649-aad7-2beea193f3c7" providerId="ADAL" clId="{F05F724F-10E6-421E-A657-43C449CC2A93}" dt="2022-07-05T06:08:01.832" v="233"/>
        <pc:sldMkLst>
          <pc:docMk/>
          <pc:sldMk cId="2918265439" sldId="389"/>
        </pc:sldMkLst>
        <pc:grpChg chg="del mod">
          <ac:chgData name="小澤 成年" userId="bd54eb2f-6908-4649-aad7-2beea193f3c7" providerId="ADAL" clId="{F05F724F-10E6-421E-A657-43C449CC2A93}" dt="2022-07-05T06:05:12.036" v="112"/>
          <ac:grpSpMkLst>
            <pc:docMk/>
            <pc:sldMk cId="2918265439" sldId="389"/>
            <ac:grpSpMk id="13" creationId="{2B31ECD2-6668-9B59-CDEA-93B18C7121A3}"/>
          </ac:grpSpMkLst>
        </pc:grpChg>
        <pc:grpChg chg="del mod">
          <ac:chgData name="小澤 成年" userId="bd54eb2f-6908-4649-aad7-2beea193f3c7" providerId="ADAL" clId="{F05F724F-10E6-421E-A657-43C449CC2A93}" dt="2022-07-05T06:05:31.935" v="133"/>
          <ac:grpSpMkLst>
            <pc:docMk/>
            <pc:sldMk cId="2918265439" sldId="389"/>
            <ac:grpSpMk id="17" creationId="{E2176E06-A20E-A9AF-462D-D12731564A9A}"/>
          </ac:grpSpMkLst>
        </pc:grpChg>
        <pc:grpChg chg="del mod">
          <ac:chgData name="小澤 成年" userId="bd54eb2f-6908-4649-aad7-2beea193f3c7" providerId="ADAL" clId="{F05F724F-10E6-421E-A657-43C449CC2A93}" dt="2022-07-05T06:05:22.829" v="125"/>
          <ac:grpSpMkLst>
            <pc:docMk/>
            <pc:sldMk cId="2918265439" sldId="389"/>
            <ac:grpSpMk id="20" creationId="{B9274CA5-7D3E-F579-5294-3972C92E5EA5}"/>
          </ac:grpSpMkLst>
        </pc:grpChg>
        <pc:grpChg chg="del mod">
          <ac:chgData name="小澤 成年" userId="bd54eb2f-6908-4649-aad7-2beea193f3c7" providerId="ADAL" clId="{F05F724F-10E6-421E-A657-43C449CC2A93}" dt="2022-07-05T06:05:24.021" v="131"/>
          <ac:grpSpMkLst>
            <pc:docMk/>
            <pc:sldMk cId="2918265439" sldId="389"/>
            <ac:grpSpMk id="26" creationId="{2E39B8BF-EAB2-8E79-45C8-87E3D9E27EC0}"/>
          </ac:grpSpMkLst>
        </pc:grpChg>
        <pc:grpChg chg="mod">
          <ac:chgData name="小澤 成年" userId="bd54eb2f-6908-4649-aad7-2beea193f3c7" providerId="ADAL" clId="{F05F724F-10E6-421E-A657-43C449CC2A93}" dt="2022-07-05T06:05:31.935" v="133"/>
          <ac:grpSpMkLst>
            <pc:docMk/>
            <pc:sldMk cId="2918265439" sldId="389"/>
            <ac:grpSpMk id="28" creationId="{4520FBF1-976D-B400-BC69-C34D2A434D75}"/>
          </ac:grpSpMkLst>
        </pc:grpChg>
        <pc:grpChg chg="mod">
          <ac:chgData name="小澤 成年" userId="bd54eb2f-6908-4649-aad7-2beea193f3c7" providerId="ADAL" clId="{F05F724F-10E6-421E-A657-43C449CC2A93}" dt="2022-07-05T06:05:52.912" v="141"/>
          <ac:grpSpMkLst>
            <pc:docMk/>
            <pc:sldMk cId="2918265439" sldId="389"/>
            <ac:grpSpMk id="36" creationId="{7873D5D9-888C-7B98-8AA9-3FF1923E7631}"/>
          </ac:grpSpMkLst>
        </pc:grpChg>
        <pc:grpChg chg="del mod">
          <ac:chgData name="小澤 成年" userId="bd54eb2f-6908-4649-aad7-2beea193f3c7" providerId="ADAL" clId="{F05F724F-10E6-421E-A657-43C449CC2A93}" dt="2022-07-05T06:06:13.850" v="154"/>
          <ac:grpSpMkLst>
            <pc:docMk/>
            <pc:sldMk cId="2918265439" sldId="389"/>
            <ac:grpSpMk id="41" creationId="{FC63F724-FFE2-5CB2-D3E4-5FF8E7EF5294}"/>
          </ac:grpSpMkLst>
        </pc:grpChg>
        <pc:grpChg chg="del mod">
          <ac:chgData name="小澤 成年" userId="bd54eb2f-6908-4649-aad7-2beea193f3c7" providerId="ADAL" clId="{F05F724F-10E6-421E-A657-43C449CC2A93}" dt="2022-07-05T06:06:12.703" v="150"/>
          <ac:grpSpMkLst>
            <pc:docMk/>
            <pc:sldMk cId="2918265439" sldId="389"/>
            <ac:grpSpMk id="44" creationId="{08FFD075-6299-E67C-E7D8-80B58F4FD20F}"/>
          </ac:grpSpMkLst>
        </pc:grpChg>
        <pc:grpChg chg="del mod">
          <ac:chgData name="小澤 成年" userId="bd54eb2f-6908-4649-aad7-2beea193f3c7" providerId="ADAL" clId="{F05F724F-10E6-421E-A657-43C449CC2A93}" dt="2022-07-05T06:06:45.771" v="164"/>
          <ac:grpSpMkLst>
            <pc:docMk/>
            <pc:sldMk cId="2918265439" sldId="389"/>
            <ac:grpSpMk id="50" creationId="{90CAD0A9-A535-80C9-E647-21C7AA7C573D}"/>
          </ac:grpSpMkLst>
        </pc:grpChg>
        <pc:grpChg chg="mod">
          <ac:chgData name="小澤 成年" userId="bd54eb2f-6908-4649-aad7-2beea193f3c7" providerId="ADAL" clId="{F05F724F-10E6-421E-A657-43C449CC2A93}" dt="2022-07-05T06:06:45.771" v="164"/>
          <ac:grpSpMkLst>
            <pc:docMk/>
            <pc:sldMk cId="2918265439" sldId="389"/>
            <ac:grpSpMk id="53" creationId="{1546EDFC-2B00-9888-C1F2-9453992047C8}"/>
          </ac:grpSpMkLst>
        </pc:grpChg>
        <pc:grpChg chg="mod">
          <ac:chgData name="小澤 成年" userId="bd54eb2f-6908-4649-aad7-2beea193f3c7" providerId="ADAL" clId="{F05F724F-10E6-421E-A657-43C449CC2A93}" dt="2022-07-05T06:06:53.734" v="167"/>
          <ac:grpSpMkLst>
            <pc:docMk/>
            <pc:sldMk cId="2918265439" sldId="389"/>
            <ac:grpSpMk id="56" creationId="{8F23F1E6-3618-2C79-C925-F0F76AE06F95}"/>
          </ac:grpSpMkLst>
        </pc:grpChg>
        <pc:grpChg chg="del mod">
          <ac:chgData name="小澤 成年" userId="bd54eb2f-6908-4649-aad7-2beea193f3c7" providerId="ADAL" clId="{F05F724F-10E6-421E-A657-43C449CC2A93}" dt="2022-07-05T06:07:38.604" v="189"/>
          <ac:grpSpMkLst>
            <pc:docMk/>
            <pc:sldMk cId="2918265439" sldId="389"/>
            <ac:grpSpMk id="74" creationId="{9A6D1896-DF86-FB2D-7CF4-F0FB111E81E4}"/>
          </ac:grpSpMkLst>
        </pc:grpChg>
        <pc:grpChg chg="del mod">
          <ac:chgData name="小澤 成年" userId="bd54eb2f-6908-4649-aad7-2beea193f3c7" providerId="ADAL" clId="{F05F724F-10E6-421E-A657-43C449CC2A93}" dt="2022-07-05T06:07:39.969" v="191"/>
          <ac:grpSpMkLst>
            <pc:docMk/>
            <pc:sldMk cId="2918265439" sldId="389"/>
            <ac:grpSpMk id="78" creationId="{BA32B41A-6F19-C09A-D733-F286ADB83CE3}"/>
          </ac:grpSpMkLst>
        </pc:grpChg>
        <pc:grpChg chg="del mod">
          <ac:chgData name="小澤 成年" userId="bd54eb2f-6908-4649-aad7-2beea193f3c7" providerId="ADAL" clId="{F05F724F-10E6-421E-A657-43C449CC2A93}" dt="2022-07-05T06:07:43.606" v="193"/>
          <ac:grpSpMkLst>
            <pc:docMk/>
            <pc:sldMk cId="2918265439" sldId="389"/>
            <ac:grpSpMk id="80" creationId="{A33D7DD7-B121-6DA2-A64D-28D3B7FCBA69}"/>
          </ac:grpSpMkLst>
        </pc:grpChg>
        <pc:grpChg chg="del mod">
          <ac:chgData name="小澤 成年" userId="bd54eb2f-6908-4649-aad7-2beea193f3c7" providerId="ADAL" clId="{F05F724F-10E6-421E-A657-43C449CC2A93}" dt="2022-07-05T06:07:47.796" v="198"/>
          <ac:grpSpMkLst>
            <pc:docMk/>
            <pc:sldMk cId="2918265439" sldId="389"/>
            <ac:grpSpMk id="82" creationId="{64F39937-8E71-BE11-BDF2-61490B6A51BD}"/>
          </ac:grpSpMkLst>
        </pc:grpChg>
        <pc:grpChg chg="del mod">
          <ac:chgData name="小澤 成年" userId="bd54eb2f-6908-4649-aad7-2beea193f3c7" providerId="ADAL" clId="{F05F724F-10E6-421E-A657-43C449CC2A93}" dt="2022-07-05T06:07:49.427" v="200"/>
          <ac:grpSpMkLst>
            <pc:docMk/>
            <pc:sldMk cId="2918265439" sldId="389"/>
            <ac:grpSpMk id="87" creationId="{0BE12A50-9878-9C4A-0542-1790CB9D957D}"/>
          </ac:grpSpMkLst>
        </pc:grpChg>
        <pc:grpChg chg="del mod">
          <ac:chgData name="小澤 成年" userId="bd54eb2f-6908-4649-aad7-2beea193f3c7" providerId="ADAL" clId="{F05F724F-10E6-421E-A657-43C449CC2A93}" dt="2022-07-05T06:07:56.350" v="205"/>
          <ac:grpSpMkLst>
            <pc:docMk/>
            <pc:sldMk cId="2918265439" sldId="389"/>
            <ac:grpSpMk id="89" creationId="{2545A3DE-C7E5-D96E-9B0E-77BF84D8793B}"/>
          </ac:grpSpMkLst>
        </pc:grpChg>
        <pc:grpChg chg="mod">
          <ac:chgData name="小澤 成年" userId="bd54eb2f-6908-4649-aad7-2beea193f3c7" providerId="ADAL" clId="{F05F724F-10E6-421E-A657-43C449CC2A93}" dt="2022-07-05T06:08:01.832" v="233"/>
          <ac:grpSpMkLst>
            <pc:docMk/>
            <pc:sldMk cId="2918265439" sldId="389"/>
            <ac:grpSpMk id="94" creationId="{F1742B9E-B2D4-E10B-4956-74FDAA095442}"/>
          </ac:grpSpMkLst>
        </pc:grpChg>
        <pc:inkChg chg="add">
          <ac:chgData name="小澤 成年" userId="bd54eb2f-6908-4649-aad7-2beea193f3c7" providerId="ADAL" clId="{F05F724F-10E6-421E-A657-43C449CC2A93}" dt="2022-07-05T06:04:45.062" v="106" actId="9405"/>
          <ac:inkMkLst>
            <pc:docMk/>
            <pc:sldMk cId="2918265439" sldId="389"/>
            <ac:inkMk id="5" creationId="{A4163058-4267-CD2C-A768-BA686E4E300B}"/>
          </ac:inkMkLst>
        </pc:inkChg>
        <pc:inkChg chg="add">
          <ac:chgData name="小澤 成年" userId="bd54eb2f-6908-4649-aad7-2beea193f3c7" providerId="ADAL" clId="{F05F724F-10E6-421E-A657-43C449CC2A93}" dt="2022-07-05T06:04:52.829" v="107" actId="9405"/>
          <ac:inkMkLst>
            <pc:docMk/>
            <pc:sldMk cId="2918265439" sldId="389"/>
            <ac:inkMk id="9" creationId="{4A1B569F-0A49-9E35-07A2-48A01D0D2079}"/>
          </ac:inkMkLst>
        </pc:inkChg>
        <pc:inkChg chg="add">
          <ac:chgData name="小澤 成年" userId="bd54eb2f-6908-4649-aad7-2beea193f3c7" providerId="ADAL" clId="{F05F724F-10E6-421E-A657-43C449CC2A93}" dt="2022-07-05T06:05:01.794" v="108" actId="9405"/>
          <ac:inkMkLst>
            <pc:docMk/>
            <pc:sldMk cId="2918265439" sldId="389"/>
            <ac:inkMk id="10" creationId="{F870535B-FEDF-85A5-82B9-D9F374AB8FEB}"/>
          </ac:inkMkLst>
        </pc:inkChg>
        <pc:inkChg chg="add del mod">
          <ac:chgData name="小澤 成年" userId="bd54eb2f-6908-4649-aad7-2beea193f3c7" providerId="ADAL" clId="{F05F724F-10E6-421E-A657-43C449CC2A93}" dt="2022-07-05T06:05:12.036" v="112"/>
          <ac:inkMkLst>
            <pc:docMk/>
            <pc:sldMk cId="2918265439" sldId="389"/>
            <ac:inkMk id="11" creationId="{395BA1D3-4D42-EC31-C420-786E6799D038}"/>
          </ac:inkMkLst>
        </pc:inkChg>
        <pc:inkChg chg="add mod">
          <ac:chgData name="小澤 成年" userId="bd54eb2f-6908-4649-aad7-2beea193f3c7" providerId="ADAL" clId="{F05F724F-10E6-421E-A657-43C449CC2A93}" dt="2022-07-05T06:05:12.036" v="112"/>
          <ac:inkMkLst>
            <pc:docMk/>
            <pc:sldMk cId="2918265439" sldId="389"/>
            <ac:inkMk id="12" creationId="{31DBC3AC-7697-1F90-F5F1-2F75DCE82B7C}"/>
          </ac:inkMkLst>
        </pc:inkChg>
        <pc:inkChg chg="add mod">
          <ac:chgData name="小澤 成年" userId="bd54eb2f-6908-4649-aad7-2beea193f3c7" providerId="ADAL" clId="{F05F724F-10E6-421E-A657-43C449CC2A93}" dt="2022-07-05T06:05:31.935" v="133"/>
          <ac:inkMkLst>
            <pc:docMk/>
            <pc:sldMk cId="2918265439" sldId="389"/>
            <ac:inkMk id="14" creationId="{587091D9-3C5C-CBD3-7E08-0ED343706695}"/>
          </ac:inkMkLst>
        </pc:inkChg>
        <pc:inkChg chg="add mod">
          <ac:chgData name="小澤 成年" userId="bd54eb2f-6908-4649-aad7-2beea193f3c7" providerId="ADAL" clId="{F05F724F-10E6-421E-A657-43C449CC2A93}" dt="2022-07-05T06:05:31.935" v="133"/>
          <ac:inkMkLst>
            <pc:docMk/>
            <pc:sldMk cId="2918265439" sldId="389"/>
            <ac:inkMk id="15" creationId="{FBDFE411-ABF3-7F64-E747-9FC23E84E9B5}"/>
          </ac:inkMkLst>
        </pc:inkChg>
        <pc:inkChg chg="add mod">
          <ac:chgData name="小澤 成年" userId="bd54eb2f-6908-4649-aad7-2beea193f3c7" providerId="ADAL" clId="{F05F724F-10E6-421E-A657-43C449CC2A93}" dt="2022-07-05T06:05:31.935" v="133"/>
          <ac:inkMkLst>
            <pc:docMk/>
            <pc:sldMk cId="2918265439" sldId="389"/>
            <ac:inkMk id="16" creationId="{D0BBC1A6-A939-1A55-6379-8DDB518CE3AF}"/>
          </ac:inkMkLst>
        </pc:inkChg>
        <pc:inkChg chg="add del mod">
          <ac:chgData name="小澤 成年" userId="bd54eb2f-6908-4649-aad7-2beea193f3c7" providerId="ADAL" clId="{F05F724F-10E6-421E-A657-43C449CC2A93}" dt="2022-07-05T06:05:24.005" v="126"/>
          <ac:inkMkLst>
            <pc:docMk/>
            <pc:sldMk cId="2918265439" sldId="389"/>
            <ac:inkMk id="18" creationId="{1DE47815-6D6C-B13B-4FC9-1A481A4C544D}"/>
          </ac:inkMkLst>
        </pc:inkChg>
        <pc:inkChg chg="add del mod">
          <ac:chgData name="小澤 成年" userId="bd54eb2f-6908-4649-aad7-2beea193f3c7" providerId="ADAL" clId="{F05F724F-10E6-421E-A657-43C449CC2A93}" dt="2022-07-05T06:05:24.012" v="127"/>
          <ac:inkMkLst>
            <pc:docMk/>
            <pc:sldMk cId="2918265439" sldId="389"/>
            <ac:inkMk id="19" creationId="{F0821286-092F-05C3-AF9C-BA44DC94FEE6}"/>
          </ac:inkMkLst>
        </pc:inkChg>
        <pc:inkChg chg="add del mod">
          <ac:chgData name="小澤 成年" userId="bd54eb2f-6908-4649-aad7-2beea193f3c7" providerId="ADAL" clId="{F05F724F-10E6-421E-A657-43C449CC2A93}" dt="2022-07-05T06:05:24.017" v="129"/>
          <ac:inkMkLst>
            <pc:docMk/>
            <pc:sldMk cId="2918265439" sldId="389"/>
            <ac:inkMk id="21" creationId="{97110289-A5BD-22D7-F81E-329583A28A2B}"/>
          </ac:inkMkLst>
        </pc:inkChg>
        <pc:inkChg chg="add mod">
          <ac:chgData name="小澤 成年" userId="bd54eb2f-6908-4649-aad7-2beea193f3c7" providerId="ADAL" clId="{F05F724F-10E6-421E-A657-43C449CC2A93}" dt="2022-07-05T06:05:24.021" v="131"/>
          <ac:inkMkLst>
            <pc:docMk/>
            <pc:sldMk cId="2918265439" sldId="389"/>
            <ac:inkMk id="22" creationId="{D2EE349A-36C6-A0F2-7303-CBCCF72974DB}"/>
          </ac:inkMkLst>
        </pc:inkChg>
        <pc:inkChg chg="add del mod">
          <ac:chgData name="小澤 成年" userId="bd54eb2f-6908-4649-aad7-2beea193f3c7" providerId="ADAL" clId="{F05F724F-10E6-421E-A657-43C449CC2A93}" dt="2022-07-05T06:05:24.021" v="131"/>
          <ac:inkMkLst>
            <pc:docMk/>
            <pc:sldMk cId="2918265439" sldId="389"/>
            <ac:inkMk id="23" creationId="{9236F615-F2DC-EE1F-F11F-1139C0CDE204}"/>
          </ac:inkMkLst>
        </pc:inkChg>
        <pc:inkChg chg="add del mod">
          <ac:chgData name="小澤 成年" userId="bd54eb2f-6908-4649-aad7-2beea193f3c7" providerId="ADAL" clId="{F05F724F-10E6-421E-A657-43C449CC2A93}" dt="2022-07-05T06:05:24.020" v="130"/>
          <ac:inkMkLst>
            <pc:docMk/>
            <pc:sldMk cId="2918265439" sldId="389"/>
            <ac:inkMk id="24" creationId="{A96F76E6-3F8C-5E0E-CD72-A28F759574C6}"/>
          </ac:inkMkLst>
        </pc:inkChg>
        <pc:inkChg chg="add del mod">
          <ac:chgData name="小澤 成年" userId="bd54eb2f-6908-4649-aad7-2beea193f3c7" providerId="ADAL" clId="{F05F724F-10E6-421E-A657-43C449CC2A93}" dt="2022-07-05T06:05:24.015" v="128"/>
          <ac:inkMkLst>
            <pc:docMk/>
            <pc:sldMk cId="2918265439" sldId="389"/>
            <ac:inkMk id="25" creationId="{3C4FECFB-790E-B6A4-5FB6-1C30C67BC6F5}"/>
          </ac:inkMkLst>
        </pc:inkChg>
        <pc:inkChg chg="add mod">
          <ac:chgData name="小澤 成年" userId="bd54eb2f-6908-4649-aad7-2beea193f3c7" providerId="ADAL" clId="{F05F724F-10E6-421E-A657-43C449CC2A93}" dt="2022-07-05T06:05:31.935" v="133"/>
          <ac:inkMkLst>
            <pc:docMk/>
            <pc:sldMk cId="2918265439" sldId="389"/>
            <ac:inkMk id="27" creationId="{3BC669C0-9D67-C5F5-E199-06EA25E57B4B}"/>
          </ac:inkMkLst>
        </pc:inkChg>
        <pc:inkChg chg="add">
          <ac:chgData name="小澤 成年" userId="bd54eb2f-6908-4649-aad7-2beea193f3c7" providerId="ADAL" clId="{F05F724F-10E6-421E-A657-43C449CC2A93}" dt="2022-07-05T06:05:38.621" v="134" actId="9405"/>
          <ac:inkMkLst>
            <pc:docMk/>
            <pc:sldMk cId="2918265439" sldId="389"/>
            <ac:inkMk id="29" creationId="{86E0C262-624E-FD03-7911-306C4CCC50E7}"/>
          </ac:inkMkLst>
        </pc:inkChg>
        <pc:inkChg chg="add">
          <ac:chgData name="小澤 成年" userId="bd54eb2f-6908-4649-aad7-2beea193f3c7" providerId="ADAL" clId="{F05F724F-10E6-421E-A657-43C449CC2A93}" dt="2022-07-05T06:05:46.047" v="135" actId="9405"/>
          <ac:inkMkLst>
            <pc:docMk/>
            <pc:sldMk cId="2918265439" sldId="389"/>
            <ac:inkMk id="30" creationId="{73BD2E26-813F-C747-B663-DED24F87FAA7}"/>
          </ac:inkMkLst>
        </pc:inkChg>
        <pc:inkChg chg="add mod">
          <ac:chgData name="小澤 成年" userId="bd54eb2f-6908-4649-aad7-2beea193f3c7" providerId="ADAL" clId="{F05F724F-10E6-421E-A657-43C449CC2A93}" dt="2022-07-05T06:05:52.912" v="141"/>
          <ac:inkMkLst>
            <pc:docMk/>
            <pc:sldMk cId="2918265439" sldId="389"/>
            <ac:inkMk id="31" creationId="{05BC48D6-BF6E-CD2E-BDA1-6364AF0F36D7}"/>
          </ac:inkMkLst>
        </pc:inkChg>
        <pc:inkChg chg="add mod">
          <ac:chgData name="小澤 成年" userId="bd54eb2f-6908-4649-aad7-2beea193f3c7" providerId="ADAL" clId="{F05F724F-10E6-421E-A657-43C449CC2A93}" dt="2022-07-05T06:05:52.912" v="141"/>
          <ac:inkMkLst>
            <pc:docMk/>
            <pc:sldMk cId="2918265439" sldId="389"/>
            <ac:inkMk id="32" creationId="{0C946BFB-05A8-2A81-A38A-C8F98B87C364}"/>
          </ac:inkMkLst>
        </pc:inkChg>
        <pc:inkChg chg="add mod">
          <ac:chgData name="小澤 成年" userId="bd54eb2f-6908-4649-aad7-2beea193f3c7" providerId="ADAL" clId="{F05F724F-10E6-421E-A657-43C449CC2A93}" dt="2022-07-05T06:05:52.912" v="141"/>
          <ac:inkMkLst>
            <pc:docMk/>
            <pc:sldMk cId="2918265439" sldId="389"/>
            <ac:inkMk id="33" creationId="{4F8E854F-16C9-1944-8598-0058308AE790}"/>
          </ac:inkMkLst>
        </pc:inkChg>
        <pc:inkChg chg="add mod">
          <ac:chgData name="小澤 成年" userId="bd54eb2f-6908-4649-aad7-2beea193f3c7" providerId="ADAL" clId="{F05F724F-10E6-421E-A657-43C449CC2A93}" dt="2022-07-05T06:05:52.912" v="141"/>
          <ac:inkMkLst>
            <pc:docMk/>
            <pc:sldMk cId="2918265439" sldId="389"/>
            <ac:inkMk id="34" creationId="{BB228846-26F4-A4B0-12EB-61C5605B5AB7}"/>
          </ac:inkMkLst>
        </pc:inkChg>
        <pc:inkChg chg="add">
          <ac:chgData name="小澤 成年" userId="bd54eb2f-6908-4649-aad7-2beea193f3c7" providerId="ADAL" clId="{F05F724F-10E6-421E-A657-43C449CC2A93}" dt="2022-07-05T06:05:51.963" v="140" actId="9405"/>
          <ac:inkMkLst>
            <pc:docMk/>
            <pc:sldMk cId="2918265439" sldId="389"/>
            <ac:inkMk id="35" creationId="{8D9DDEA7-2BD8-BA59-C0B7-1BED5603F51D}"/>
          </ac:inkMkLst>
        </pc:inkChg>
        <pc:inkChg chg="add del">
          <ac:chgData name="小澤 成年" userId="bd54eb2f-6908-4649-aad7-2beea193f3c7" providerId="ADAL" clId="{F05F724F-10E6-421E-A657-43C449CC2A93}" dt="2022-07-05T06:06:12.906" v="153"/>
          <ac:inkMkLst>
            <pc:docMk/>
            <pc:sldMk cId="2918265439" sldId="389"/>
            <ac:inkMk id="37" creationId="{721AB281-F036-30E1-F671-5F557BE6A7CB}"/>
          </ac:inkMkLst>
        </pc:inkChg>
        <pc:inkChg chg="add del mod">
          <ac:chgData name="小澤 成年" userId="bd54eb2f-6908-4649-aad7-2beea193f3c7" providerId="ADAL" clId="{F05F724F-10E6-421E-A657-43C449CC2A93}" dt="2022-07-05T06:06:12.905" v="152"/>
          <ac:inkMkLst>
            <pc:docMk/>
            <pc:sldMk cId="2918265439" sldId="389"/>
            <ac:inkMk id="38" creationId="{2394F19A-1FAB-6FBF-B14F-93E8D0754535}"/>
          </ac:inkMkLst>
        </pc:inkChg>
        <pc:inkChg chg="add del mod">
          <ac:chgData name="小澤 成年" userId="bd54eb2f-6908-4649-aad7-2beea193f3c7" providerId="ADAL" clId="{F05F724F-10E6-421E-A657-43C449CC2A93}" dt="2022-07-05T06:06:13.854" v="155"/>
          <ac:inkMkLst>
            <pc:docMk/>
            <pc:sldMk cId="2918265439" sldId="389"/>
            <ac:inkMk id="39" creationId="{DDCD5D74-4464-C228-6F50-68760895877F}"/>
          </ac:inkMkLst>
        </pc:inkChg>
        <pc:inkChg chg="add del mod">
          <ac:chgData name="小澤 成年" userId="bd54eb2f-6908-4649-aad7-2beea193f3c7" providerId="ADAL" clId="{F05F724F-10E6-421E-A657-43C449CC2A93}" dt="2022-07-05T06:06:13.850" v="154"/>
          <ac:inkMkLst>
            <pc:docMk/>
            <pc:sldMk cId="2918265439" sldId="389"/>
            <ac:inkMk id="40" creationId="{DE9B3660-E04B-35CE-7080-CDE3C46E9760}"/>
          </ac:inkMkLst>
        </pc:inkChg>
        <pc:inkChg chg="add del mod">
          <ac:chgData name="小澤 成年" userId="bd54eb2f-6908-4649-aad7-2beea193f3c7" providerId="ADAL" clId="{F05F724F-10E6-421E-A657-43C449CC2A93}" dt="2022-07-05T06:06:12.900" v="151"/>
          <ac:inkMkLst>
            <pc:docMk/>
            <pc:sldMk cId="2918265439" sldId="389"/>
            <ac:inkMk id="42" creationId="{D5997D26-3DF5-88A7-63E7-F1774B20AF5D}"/>
          </ac:inkMkLst>
        </pc:inkChg>
        <pc:inkChg chg="add del mod">
          <ac:chgData name="小澤 成年" userId="bd54eb2f-6908-4649-aad7-2beea193f3c7" providerId="ADAL" clId="{F05F724F-10E6-421E-A657-43C449CC2A93}" dt="2022-07-05T06:06:12.703" v="150"/>
          <ac:inkMkLst>
            <pc:docMk/>
            <pc:sldMk cId="2918265439" sldId="389"/>
            <ac:inkMk id="43" creationId="{8F4782A7-1E04-EB1D-5E49-10254353153A}"/>
          </ac:inkMkLst>
        </pc:inkChg>
        <pc:inkChg chg="add">
          <ac:chgData name="小澤 成年" userId="bd54eb2f-6908-4649-aad7-2beea193f3c7" providerId="ADAL" clId="{F05F724F-10E6-421E-A657-43C449CC2A93}" dt="2022-07-05T06:06:28.447" v="156" actId="9405"/>
          <ac:inkMkLst>
            <pc:docMk/>
            <pc:sldMk cId="2918265439" sldId="389"/>
            <ac:inkMk id="45" creationId="{EFA55CB7-A56A-7975-13C0-4687131E3EB1}"/>
          </ac:inkMkLst>
        </pc:inkChg>
        <pc:inkChg chg="add">
          <ac:chgData name="小澤 成年" userId="bd54eb2f-6908-4649-aad7-2beea193f3c7" providerId="ADAL" clId="{F05F724F-10E6-421E-A657-43C449CC2A93}" dt="2022-07-05T06:06:33.802" v="157" actId="9405"/>
          <ac:inkMkLst>
            <pc:docMk/>
            <pc:sldMk cId="2918265439" sldId="389"/>
            <ac:inkMk id="46" creationId="{7AE34BA9-4252-B3F0-E923-E1D9F8F07A59}"/>
          </ac:inkMkLst>
        </pc:inkChg>
        <pc:inkChg chg="add mod">
          <ac:chgData name="小澤 成年" userId="bd54eb2f-6908-4649-aad7-2beea193f3c7" providerId="ADAL" clId="{F05F724F-10E6-421E-A657-43C449CC2A93}" dt="2022-07-05T06:06:45.771" v="164"/>
          <ac:inkMkLst>
            <pc:docMk/>
            <pc:sldMk cId="2918265439" sldId="389"/>
            <ac:inkMk id="47" creationId="{BD1794D7-8618-D2CE-2EF9-C8572677968D}"/>
          </ac:inkMkLst>
        </pc:inkChg>
        <pc:inkChg chg="add mod">
          <ac:chgData name="小澤 成年" userId="bd54eb2f-6908-4649-aad7-2beea193f3c7" providerId="ADAL" clId="{F05F724F-10E6-421E-A657-43C449CC2A93}" dt="2022-07-05T06:06:45.771" v="164"/>
          <ac:inkMkLst>
            <pc:docMk/>
            <pc:sldMk cId="2918265439" sldId="389"/>
            <ac:inkMk id="48" creationId="{319576F6-10EB-498C-E0A0-E2AF1B86542F}"/>
          </ac:inkMkLst>
        </pc:inkChg>
        <pc:inkChg chg="add mod">
          <ac:chgData name="小澤 成年" userId="bd54eb2f-6908-4649-aad7-2beea193f3c7" providerId="ADAL" clId="{F05F724F-10E6-421E-A657-43C449CC2A93}" dt="2022-07-05T06:06:45.771" v="164"/>
          <ac:inkMkLst>
            <pc:docMk/>
            <pc:sldMk cId="2918265439" sldId="389"/>
            <ac:inkMk id="49" creationId="{866A7FEC-704F-D4C5-0AFE-0C1643B279E0}"/>
          </ac:inkMkLst>
        </pc:inkChg>
        <pc:inkChg chg="add mod">
          <ac:chgData name="小澤 成年" userId="bd54eb2f-6908-4649-aad7-2beea193f3c7" providerId="ADAL" clId="{F05F724F-10E6-421E-A657-43C449CC2A93}" dt="2022-07-05T06:06:45.771" v="164"/>
          <ac:inkMkLst>
            <pc:docMk/>
            <pc:sldMk cId="2918265439" sldId="389"/>
            <ac:inkMk id="51" creationId="{887A9739-6C03-2ABC-2552-287281C28C9C}"/>
          </ac:inkMkLst>
        </pc:inkChg>
        <pc:inkChg chg="add mod">
          <ac:chgData name="小澤 成年" userId="bd54eb2f-6908-4649-aad7-2beea193f3c7" providerId="ADAL" clId="{F05F724F-10E6-421E-A657-43C449CC2A93}" dt="2022-07-05T06:06:45.771" v="164"/>
          <ac:inkMkLst>
            <pc:docMk/>
            <pc:sldMk cId="2918265439" sldId="389"/>
            <ac:inkMk id="52" creationId="{DFA432D2-DFB1-71B8-9F0F-4ADC41ECD09B}"/>
          </ac:inkMkLst>
        </pc:inkChg>
        <pc:inkChg chg="add mod">
          <ac:chgData name="小澤 成年" userId="bd54eb2f-6908-4649-aad7-2beea193f3c7" providerId="ADAL" clId="{F05F724F-10E6-421E-A657-43C449CC2A93}" dt="2022-07-05T06:06:53.734" v="167"/>
          <ac:inkMkLst>
            <pc:docMk/>
            <pc:sldMk cId="2918265439" sldId="389"/>
            <ac:inkMk id="54" creationId="{F5117DC2-4F05-F5B4-D435-C23C0494756F}"/>
          </ac:inkMkLst>
        </pc:inkChg>
        <pc:inkChg chg="add mod">
          <ac:chgData name="小澤 成年" userId="bd54eb2f-6908-4649-aad7-2beea193f3c7" providerId="ADAL" clId="{F05F724F-10E6-421E-A657-43C449CC2A93}" dt="2022-07-05T06:06:53.734" v="167"/>
          <ac:inkMkLst>
            <pc:docMk/>
            <pc:sldMk cId="2918265439" sldId="389"/>
            <ac:inkMk id="55" creationId="{7001E697-CD4A-C0B9-DAA3-F367F3A6F1A6}"/>
          </ac:inkMkLst>
        </pc:inkChg>
        <pc:inkChg chg="add">
          <ac:chgData name="小澤 成年" userId="bd54eb2f-6908-4649-aad7-2beea193f3c7" providerId="ADAL" clId="{F05F724F-10E6-421E-A657-43C449CC2A93}" dt="2022-07-05T06:07:06.390" v="168" actId="9405"/>
          <ac:inkMkLst>
            <pc:docMk/>
            <pc:sldMk cId="2918265439" sldId="389"/>
            <ac:inkMk id="57" creationId="{F5A4FC48-6A36-2821-E201-F5BCD7A5DD51}"/>
          </ac:inkMkLst>
        </pc:inkChg>
        <pc:inkChg chg="add del mod">
          <ac:chgData name="小澤 成年" userId="bd54eb2f-6908-4649-aad7-2beea193f3c7" providerId="ADAL" clId="{F05F724F-10E6-421E-A657-43C449CC2A93}" dt="2022-07-05T06:07:57.764" v="218"/>
          <ac:inkMkLst>
            <pc:docMk/>
            <pc:sldMk cId="2918265439" sldId="389"/>
            <ac:inkMk id="58" creationId="{C961EFE5-9DF0-1480-576D-006C7F7655AD}"/>
          </ac:inkMkLst>
        </pc:inkChg>
        <pc:inkChg chg="add del mod">
          <ac:chgData name="小澤 成年" userId="bd54eb2f-6908-4649-aad7-2beea193f3c7" providerId="ADAL" clId="{F05F724F-10E6-421E-A657-43C449CC2A93}" dt="2022-07-05T06:08:00.499" v="230"/>
          <ac:inkMkLst>
            <pc:docMk/>
            <pc:sldMk cId="2918265439" sldId="389"/>
            <ac:inkMk id="59" creationId="{A8D80A24-7415-CCBE-74DD-003F5A6CBD52}"/>
          </ac:inkMkLst>
        </pc:inkChg>
        <pc:inkChg chg="add del mod">
          <ac:chgData name="小澤 成年" userId="bd54eb2f-6908-4649-aad7-2beea193f3c7" providerId="ADAL" clId="{F05F724F-10E6-421E-A657-43C449CC2A93}" dt="2022-07-05T06:07:57.762" v="216"/>
          <ac:inkMkLst>
            <pc:docMk/>
            <pc:sldMk cId="2918265439" sldId="389"/>
            <ac:inkMk id="60" creationId="{545502DA-70B9-3C71-0E86-4A49E01FF310}"/>
          </ac:inkMkLst>
        </pc:inkChg>
        <pc:inkChg chg="add del mod">
          <ac:chgData name="小澤 成年" userId="bd54eb2f-6908-4649-aad7-2beea193f3c7" providerId="ADAL" clId="{F05F724F-10E6-421E-A657-43C449CC2A93}" dt="2022-07-05T06:07:57.763" v="217"/>
          <ac:inkMkLst>
            <pc:docMk/>
            <pc:sldMk cId="2918265439" sldId="389"/>
            <ac:inkMk id="61" creationId="{E7FF57C5-0FE4-3E25-173C-BA12915534DB}"/>
          </ac:inkMkLst>
        </pc:inkChg>
        <pc:inkChg chg="add del mod">
          <ac:chgData name="小澤 成年" userId="bd54eb2f-6908-4649-aad7-2beea193f3c7" providerId="ADAL" clId="{F05F724F-10E6-421E-A657-43C449CC2A93}" dt="2022-07-05T06:08:00.501" v="231"/>
          <ac:inkMkLst>
            <pc:docMk/>
            <pc:sldMk cId="2918265439" sldId="389"/>
            <ac:inkMk id="62" creationId="{734F8E12-A1D6-FA5F-E184-6B9B6BF8CA8A}"/>
          </ac:inkMkLst>
        </pc:inkChg>
        <pc:inkChg chg="add del mod">
          <ac:chgData name="小澤 成年" userId="bd54eb2f-6908-4649-aad7-2beea193f3c7" providerId="ADAL" clId="{F05F724F-10E6-421E-A657-43C449CC2A93}" dt="2022-07-05T06:08:01.832" v="233"/>
          <ac:inkMkLst>
            <pc:docMk/>
            <pc:sldMk cId="2918265439" sldId="389"/>
            <ac:inkMk id="63" creationId="{BC96679E-7741-743E-93DB-7CFA2E18FD72}"/>
          </ac:inkMkLst>
        </pc:inkChg>
        <pc:inkChg chg="add del mod">
          <ac:chgData name="小澤 成年" userId="bd54eb2f-6908-4649-aad7-2beea193f3c7" providerId="ADAL" clId="{F05F724F-10E6-421E-A657-43C449CC2A93}" dt="2022-07-05T06:07:57.318" v="213"/>
          <ac:inkMkLst>
            <pc:docMk/>
            <pc:sldMk cId="2918265439" sldId="389"/>
            <ac:inkMk id="64" creationId="{27DD321B-359B-FFCA-EBF3-6331C5949271}"/>
          </ac:inkMkLst>
        </pc:inkChg>
        <pc:inkChg chg="add del mod">
          <ac:chgData name="小澤 成年" userId="bd54eb2f-6908-4649-aad7-2beea193f3c7" providerId="ADAL" clId="{F05F724F-10E6-421E-A657-43C449CC2A93}" dt="2022-07-05T06:07:58.423" v="226"/>
          <ac:inkMkLst>
            <pc:docMk/>
            <pc:sldMk cId="2918265439" sldId="389"/>
            <ac:inkMk id="65" creationId="{95CA2FB3-2632-27A3-A3FA-C2D29B5F8018}"/>
          </ac:inkMkLst>
        </pc:inkChg>
        <pc:inkChg chg="add del mod">
          <ac:chgData name="小澤 成年" userId="bd54eb2f-6908-4649-aad7-2beea193f3c7" providerId="ADAL" clId="{F05F724F-10E6-421E-A657-43C449CC2A93}" dt="2022-07-05T06:07:57.299" v="206"/>
          <ac:inkMkLst>
            <pc:docMk/>
            <pc:sldMk cId="2918265439" sldId="389"/>
            <ac:inkMk id="66" creationId="{F3134BCF-B127-E954-2691-43BDF7B38A9E}"/>
          </ac:inkMkLst>
        </pc:inkChg>
        <pc:inkChg chg="add del mod">
          <ac:chgData name="小澤 成年" userId="bd54eb2f-6908-4649-aad7-2beea193f3c7" providerId="ADAL" clId="{F05F724F-10E6-421E-A657-43C449CC2A93}" dt="2022-07-05T06:07:57.310" v="210"/>
          <ac:inkMkLst>
            <pc:docMk/>
            <pc:sldMk cId="2918265439" sldId="389"/>
            <ac:inkMk id="67" creationId="{81970833-EABF-2537-E0BA-D909996A078E}"/>
          </ac:inkMkLst>
        </pc:inkChg>
        <pc:inkChg chg="add del mod">
          <ac:chgData name="小澤 成年" userId="bd54eb2f-6908-4649-aad7-2beea193f3c7" providerId="ADAL" clId="{F05F724F-10E6-421E-A657-43C449CC2A93}" dt="2022-07-05T06:07:58.411" v="220"/>
          <ac:inkMkLst>
            <pc:docMk/>
            <pc:sldMk cId="2918265439" sldId="389"/>
            <ac:inkMk id="68" creationId="{8E5BDC9E-39A2-2F25-5AEA-EBC0354FC17B}"/>
          </ac:inkMkLst>
        </pc:inkChg>
        <pc:inkChg chg="add del mod">
          <ac:chgData name="小澤 成年" userId="bd54eb2f-6908-4649-aad7-2beea193f3c7" providerId="ADAL" clId="{F05F724F-10E6-421E-A657-43C449CC2A93}" dt="2022-07-05T06:07:59.758" v="228"/>
          <ac:inkMkLst>
            <pc:docMk/>
            <pc:sldMk cId="2918265439" sldId="389"/>
            <ac:inkMk id="69" creationId="{7E54D944-CA35-4C51-AE34-23523606E03B}"/>
          </ac:inkMkLst>
        </pc:inkChg>
        <pc:inkChg chg="add del mod">
          <ac:chgData name="小澤 成年" userId="bd54eb2f-6908-4649-aad7-2beea193f3c7" providerId="ADAL" clId="{F05F724F-10E6-421E-A657-43C449CC2A93}" dt="2022-07-05T06:07:58.414" v="223"/>
          <ac:inkMkLst>
            <pc:docMk/>
            <pc:sldMk cId="2918265439" sldId="389"/>
            <ac:inkMk id="70" creationId="{97F880F3-9733-ACD6-F3FB-3D7BCD078F3F}"/>
          </ac:inkMkLst>
        </pc:inkChg>
        <pc:inkChg chg="add mod">
          <ac:chgData name="小澤 成年" userId="bd54eb2f-6908-4649-aad7-2beea193f3c7" providerId="ADAL" clId="{F05F724F-10E6-421E-A657-43C449CC2A93}" dt="2022-07-05T06:08:01.832" v="233"/>
          <ac:inkMkLst>
            <pc:docMk/>
            <pc:sldMk cId="2918265439" sldId="389"/>
            <ac:inkMk id="71" creationId="{763AD70B-CF0A-9E65-7E78-6B273C2A0532}"/>
          </ac:inkMkLst>
        </pc:inkChg>
        <pc:inkChg chg="add del mod">
          <ac:chgData name="小澤 成年" userId="bd54eb2f-6908-4649-aad7-2beea193f3c7" providerId="ADAL" clId="{F05F724F-10E6-421E-A657-43C449CC2A93}" dt="2022-07-05T06:07:57.322" v="215"/>
          <ac:inkMkLst>
            <pc:docMk/>
            <pc:sldMk cId="2918265439" sldId="389"/>
            <ac:inkMk id="72" creationId="{079D1AD7-3250-5C07-1248-F1F88730E173}"/>
          </ac:inkMkLst>
        </pc:inkChg>
        <pc:inkChg chg="add del mod">
          <ac:chgData name="小澤 成年" userId="bd54eb2f-6908-4649-aad7-2beea193f3c7" providerId="ADAL" clId="{F05F724F-10E6-421E-A657-43C449CC2A93}" dt="2022-07-05T06:07:57.302" v="207"/>
          <ac:inkMkLst>
            <pc:docMk/>
            <pc:sldMk cId="2918265439" sldId="389"/>
            <ac:inkMk id="73" creationId="{A98938D1-7CB8-4886-5E95-57208B2A5199}"/>
          </ac:inkMkLst>
        </pc:inkChg>
        <pc:inkChg chg="add del mod">
          <ac:chgData name="小澤 成年" userId="bd54eb2f-6908-4649-aad7-2beea193f3c7" providerId="ADAL" clId="{F05F724F-10E6-421E-A657-43C449CC2A93}" dt="2022-07-05T06:07:58.412" v="221"/>
          <ac:inkMkLst>
            <pc:docMk/>
            <pc:sldMk cId="2918265439" sldId="389"/>
            <ac:inkMk id="75" creationId="{23B47EF0-0C67-0364-F259-F78054AA48E0}"/>
          </ac:inkMkLst>
        </pc:inkChg>
        <pc:inkChg chg="add del mod">
          <ac:chgData name="小澤 成年" userId="bd54eb2f-6908-4649-aad7-2beea193f3c7" providerId="ADAL" clId="{F05F724F-10E6-421E-A657-43C449CC2A93}" dt="2022-07-05T06:07:59.760" v="229"/>
          <ac:inkMkLst>
            <pc:docMk/>
            <pc:sldMk cId="2918265439" sldId="389"/>
            <ac:inkMk id="76" creationId="{DB9762CE-7F3E-80B9-FA7B-0F24A7101A17}"/>
          </ac:inkMkLst>
        </pc:inkChg>
        <pc:inkChg chg="add mod">
          <ac:chgData name="小澤 成年" userId="bd54eb2f-6908-4649-aad7-2beea193f3c7" providerId="ADAL" clId="{F05F724F-10E6-421E-A657-43C449CC2A93}" dt="2022-07-05T06:08:01.832" v="233"/>
          <ac:inkMkLst>
            <pc:docMk/>
            <pc:sldMk cId="2918265439" sldId="389"/>
            <ac:inkMk id="77" creationId="{4DBC6E49-9BBD-318E-4E4D-AFB41DC02E41}"/>
          </ac:inkMkLst>
        </pc:inkChg>
        <pc:inkChg chg="add del mod">
          <ac:chgData name="小澤 成年" userId="bd54eb2f-6908-4649-aad7-2beea193f3c7" providerId="ADAL" clId="{F05F724F-10E6-421E-A657-43C449CC2A93}" dt="2022-07-05T06:07:58.410" v="219"/>
          <ac:inkMkLst>
            <pc:docMk/>
            <pc:sldMk cId="2918265439" sldId="389"/>
            <ac:inkMk id="79" creationId="{DCD24B22-3D95-71D4-2CBF-CD6C25932052}"/>
          </ac:inkMkLst>
        </pc:inkChg>
        <pc:inkChg chg="add del mod">
          <ac:chgData name="小澤 成年" userId="bd54eb2f-6908-4649-aad7-2beea193f3c7" providerId="ADAL" clId="{F05F724F-10E6-421E-A657-43C449CC2A93}" dt="2022-07-05T06:07:57.315" v="212"/>
          <ac:inkMkLst>
            <pc:docMk/>
            <pc:sldMk cId="2918265439" sldId="389"/>
            <ac:inkMk id="81" creationId="{20161A6B-F15F-91DB-6CB4-F0A77E24F0CC}"/>
          </ac:inkMkLst>
        </pc:inkChg>
        <pc:inkChg chg="add del mod">
          <ac:chgData name="小澤 成年" userId="bd54eb2f-6908-4649-aad7-2beea193f3c7" providerId="ADAL" clId="{F05F724F-10E6-421E-A657-43C449CC2A93}" dt="2022-07-05T06:07:58.421" v="225"/>
          <ac:inkMkLst>
            <pc:docMk/>
            <pc:sldMk cId="2918265439" sldId="389"/>
            <ac:inkMk id="83" creationId="{1F71E3F4-65A3-3522-7C57-C64A1807FE44}"/>
          </ac:inkMkLst>
        </pc:inkChg>
        <pc:inkChg chg="add del mod">
          <ac:chgData name="小澤 成年" userId="bd54eb2f-6908-4649-aad7-2beea193f3c7" providerId="ADAL" clId="{F05F724F-10E6-421E-A657-43C449CC2A93}" dt="2022-07-05T06:07:57.313" v="211"/>
          <ac:inkMkLst>
            <pc:docMk/>
            <pc:sldMk cId="2918265439" sldId="389"/>
            <ac:inkMk id="84" creationId="{E77F9604-99B7-D5F4-AEC7-D3A7B43324F3}"/>
          </ac:inkMkLst>
        </pc:inkChg>
        <pc:inkChg chg="add del mod">
          <ac:chgData name="小澤 成年" userId="bd54eb2f-6908-4649-aad7-2beea193f3c7" providerId="ADAL" clId="{F05F724F-10E6-421E-A657-43C449CC2A93}" dt="2022-07-05T06:07:58.418" v="224"/>
          <ac:inkMkLst>
            <pc:docMk/>
            <pc:sldMk cId="2918265439" sldId="389"/>
            <ac:inkMk id="85" creationId="{E5A335B0-E47D-9848-AA09-97F01F342E8A}"/>
          </ac:inkMkLst>
        </pc:inkChg>
        <pc:inkChg chg="add del mod">
          <ac:chgData name="小澤 成年" userId="bd54eb2f-6908-4649-aad7-2beea193f3c7" providerId="ADAL" clId="{F05F724F-10E6-421E-A657-43C449CC2A93}" dt="2022-07-05T06:07:57.304" v="208"/>
          <ac:inkMkLst>
            <pc:docMk/>
            <pc:sldMk cId="2918265439" sldId="389"/>
            <ac:inkMk id="86" creationId="{9DF16FAF-7D62-E589-6895-3138AC822925}"/>
          </ac:inkMkLst>
        </pc:inkChg>
        <pc:inkChg chg="add del mod">
          <ac:chgData name="小澤 成年" userId="bd54eb2f-6908-4649-aad7-2beea193f3c7" providerId="ADAL" clId="{F05F724F-10E6-421E-A657-43C449CC2A93}" dt="2022-07-05T06:08:01.827" v="232"/>
          <ac:inkMkLst>
            <pc:docMk/>
            <pc:sldMk cId="2918265439" sldId="389"/>
            <ac:inkMk id="88" creationId="{C5092782-8E42-79F5-79DB-28AB54A488C1}"/>
          </ac:inkMkLst>
        </pc:inkChg>
        <pc:inkChg chg="add del mod">
          <ac:chgData name="小澤 成年" userId="bd54eb2f-6908-4649-aad7-2beea193f3c7" providerId="ADAL" clId="{F05F724F-10E6-421E-A657-43C449CC2A93}" dt="2022-07-05T06:07:57.319" v="214"/>
          <ac:inkMkLst>
            <pc:docMk/>
            <pc:sldMk cId="2918265439" sldId="389"/>
            <ac:inkMk id="90" creationId="{AEBC83D8-B58C-00E5-AE20-EF8FFC244227}"/>
          </ac:inkMkLst>
        </pc:inkChg>
        <pc:inkChg chg="add del mod">
          <ac:chgData name="小澤 成年" userId="bd54eb2f-6908-4649-aad7-2beea193f3c7" providerId="ADAL" clId="{F05F724F-10E6-421E-A657-43C449CC2A93}" dt="2022-07-05T06:07:58.426" v="227"/>
          <ac:inkMkLst>
            <pc:docMk/>
            <pc:sldMk cId="2918265439" sldId="389"/>
            <ac:inkMk id="91" creationId="{7CF9BDCF-75D9-6C63-4DF7-38CDF83A86CA}"/>
          </ac:inkMkLst>
        </pc:inkChg>
        <pc:inkChg chg="add del mod">
          <ac:chgData name="小澤 成年" userId="bd54eb2f-6908-4649-aad7-2beea193f3c7" providerId="ADAL" clId="{F05F724F-10E6-421E-A657-43C449CC2A93}" dt="2022-07-05T06:07:58.413" v="222"/>
          <ac:inkMkLst>
            <pc:docMk/>
            <pc:sldMk cId="2918265439" sldId="389"/>
            <ac:inkMk id="92" creationId="{5E2594B0-03CE-9DAF-D088-5C12A826F0BF}"/>
          </ac:inkMkLst>
        </pc:inkChg>
        <pc:inkChg chg="add del mod">
          <ac:chgData name="小澤 成年" userId="bd54eb2f-6908-4649-aad7-2beea193f3c7" providerId="ADAL" clId="{F05F724F-10E6-421E-A657-43C449CC2A93}" dt="2022-07-05T06:07:57.306" v="209"/>
          <ac:inkMkLst>
            <pc:docMk/>
            <pc:sldMk cId="2918265439" sldId="389"/>
            <ac:inkMk id="93" creationId="{900F1A52-EC3D-655A-22CE-18C7D1B20F40}"/>
          </ac:inkMkLst>
        </pc:inkChg>
      </pc:sldChg>
      <pc:sldChg chg="addSp modSp mod">
        <pc:chgData name="小澤 成年" userId="bd54eb2f-6908-4649-aad7-2beea193f3c7" providerId="ADAL" clId="{F05F724F-10E6-421E-A657-43C449CC2A93}" dt="2022-07-05T06:09:12.212" v="241" actId="9405"/>
        <pc:sldMkLst>
          <pc:docMk/>
          <pc:sldMk cId="2005155125" sldId="390"/>
        </pc:sldMkLst>
        <pc:grpChg chg="mod">
          <ac:chgData name="小澤 成年" userId="bd54eb2f-6908-4649-aad7-2beea193f3c7" providerId="ADAL" clId="{F05F724F-10E6-421E-A657-43C449CC2A93}" dt="2022-07-05T06:09:09.167" v="240"/>
          <ac:grpSpMkLst>
            <pc:docMk/>
            <pc:sldMk cId="2005155125" sldId="390"/>
            <ac:grpSpMk id="14" creationId="{59F40CDB-6410-7683-9394-9A419E2D3680}"/>
          </ac:grpSpMkLst>
        </pc:grpChg>
        <pc:inkChg chg="add">
          <ac:chgData name="小澤 成年" userId="bd54eb2f-6908-4649-aad7-2beea193f3c7" providerId="ADAL" clId="{F05F724F-10E6-421E-A657-43C449CC2A93}" dt="2022-07-05T06:08:25.148" v="234" actId="9405"/>
          <ac:inkMkLst>
            <pc:docMk/>
            <pc:sldMk cId="2005155125" sldId="390"/>
            <ac:inkMk id="5" creationId="{8DB113EF-16DF-B31C-ABE0-1F09C9A2D97D}"/>
          </ac:inkMkLst>
        </pc:inkChg>
        <pc:inkChg chg="add">
          <ac:chgData name="小澤 成年" userId="bd54eb2f-6908-4649-aad7-2beea193f3c7" providerId="ADAL" clId="{F05F724F-10E6-421E-A657-43C449CC2A93}" dt="2022-07-05T06:08:33.300" v="235" actId="9405"/>
          <ac:inkMkLst>
            <pc:docMk/>
            <pc:sldMk cId="2005155125" sldId="390"/>
            <ac:inkMk id="9" creationId="{977B2208-6B3D-1A7D-1914-387686677141}"/>
          </ac:inkMkLst>
        </pc:inkChg>
        <pc:inkChg chg="add">
          <ac:chgData name="小澤 成年" userId="bd54eb2f-6908-4649-aad7-2beea193f3c7" providerId="ADAL" clId="{F05F724F-10E6-421E-A657-43C449CC2A93}" dt="2022-07-05T06:09:01.054" v="236" actId="9405"/>
          <ac:inkMkLst>
            <pc:docMk/>
            <pc:sldMk cId="2005155125" sldId="390"/>
            <ac:inkMk id="10" creationId="{84A9AB79-45C7-C5F1-1F37-956E3706F175}"/>
          </ac:inkMkLst>
        </pc:inkChg>
        <pc:inkChg chg="add">
          <ac:chgData name="小澤 成年" userId="bd54eb2f-6908-4649-aad7-2beea193f3c7" providerId="ADAL" clId="{F05F724F-10E6-421E-A657-43C449CC2A93}" dt="2022-07-05T06:09:05.625" v="237" actId="9405"/>
          <ac:inkMkLst>
            <pc:docMk/>
            <pc:sldMk cId="2005155125" sldId="390"/>
            <ac:inkMk id="11" creationId="{81B2AB8A-3F65-AC33-97A6-74FC9C23940A}"/>
          </ac:inkMkLst>
        </pc:inkChg>
        <pc:inkChg chg="add mod">
          <ac:chgData name="小澤 成年" userId="bd54eb2f-6908-4649-aad7-2beea193f3c7" providerId="ADAL" clId="{F05F724F-10E6-421E-A657-43C449CC2A93}" dt="2022-07-05T06:09:09.167" v="240"/>
          <ac:inkMkLst>
            <pc:docMk/>
            <pc:sldMk cId="2005155125" sldId="390"/>
            <ac:inkMk id="12" creationId="{0A68ADEA-A2A0-E5E1-6577-6464224137C3}"/>
          </ac:inkMkLst>
        </pc:inkChg>
        <pc:inkChg chg="add mod">
          <ac:chgData name="小澤 成年" userId="bd54eb2f-6908-4649-aad7-2beea193f3c7" providerId="ADAL" clId="{F05F724F-10E6-421E-A657-43C449CC2A93}" dt="2022-07-05T06:09:09.167" v="240"/>
          <ac:inkMkLst>
            <pc:docMk/>
            <pc:sldMk cId="2005155125" sldId="390"/>
            <ac:inkMk id="13" creationId="{68AE36A4-37A2-9948-7528-A84705F99A97}"/>
          </ac:inkMkLst>
        </pc:inkChg>
        <pc:inkChg chg="add">
          <ac:chgData name="小澤 成年" userId="bd54eb2f-6908-4649-aad7-2beea193f3c7" providerId="ADAL" clId="{F05F724F-10E6-421E-A657-43C449CC2A93}" dt="2022-07-05T06:09:12.212" v="241" actId="9405"/>
          <ac:inkMkLst>
            <pc:docMk/>
            <pc:sldMk cId="2005155125" sldId="390"/>
            <ac:inkMk id="15" creationId="{0BD06916-A077-ECA7-946F-8450AEC2BD28}"/>
          </ac:inkMkLst>
        </pc:inkChg>
      </pc:sldChg>
    </pc:docChg>
  </pc:docChgLst>
  <pc:docChgLst>
    <pc:chgData name="鈴木 秀規" userId="f68c5fd9-22d5-4c0a-9833-7fb0f5135313" providerId="ADAL" clId="{E98ED17A-7109-B540-9D8D-B21534B0C6CC}"/>
    <pc:docChg chg="undo redo custSel addSld delSld modSld sldOrd">
      <pc:chgData name="鈴木 秀規" userId="f68c5fd9-22d5-4c0a-9833-7fb0f5135313" providerId="ADAL" clId="{E98ED17A-7109-B540-9D8D-B21534B0C6CC}" dt="2020-12-03T01:25:32.355" v="4574" actId="20577"/>
      <pc:docMkLst>
        <pc:docMk/>
      </pc:docMkLst>
      <pc:sldChg chg="modSp mod">
        <pc:chgData name="鈴木 秀規" userId="f68c5fd9-22d5-4c0a-9833-7fb0f5135313" providerId="ADAL" clId="{E98ED17A-7109-B540-9D8D-B21534B0C6CC}" dt="2020-12-03T00:41:04.785" v="2001" actId="207"/>
        <pc:sldMkLst>
          <pc:docMk/>
          <pc:sldMk cId="1668843990" sldId="360"/>
        </pc:sldMkLst>
        <pc:spChg chg="mod">
          <ac:chgData name="鈴木 秀規" userId="f68c5fd9-22d5-4c0a-9833-7fb0f5135313" providerId="ADAL" clId="{E98ED17A-7109-B540-9D8D-B21534B0C6CC}" dt="2020-12-03T00:41:04.785" v="2001" actId="207"/>
          <ac:spMkLst>
            <pc:docMk/>
            <pc:sldMk cId="1668843990" sldId="360"/>
            <ac:spMk id="9" creationId="{A4832727-EA7F-44D6-A9F2-E4AE0246960A}"/>
          </ac:spMkLst>
        </pc:spChg>
      </pc:sldChg>
      <pc:sldChg chg="modSp mod">
        <pc:chgData name="鈴木 秀規" userId="f68c5fd9-22d5-4c0a-9833-7fb0f5135313" providerId="ADAL" clId="{E98ED17A-7109-B540-9D8D-B21534B0C6CC}" dt="2020-12-03T00:40:51.829" v="1985" actId="207"/>
        <pc:sldMkLst>
          <pc:docMk/>
          <pc:sldMk cId="267129399" sldId="361"/>
        </pc:sldMkLst>
        <pc:spChg chg="mod">
          <ac:chgData name="鈴木 秀規" userId="f68c5fd9-22d5-4c0a-9833-7fb0f5135313" providerId="ADAL" clId="{E98ED17A-7109-B540-9D8D-B21534B0C6CC}" dt="2020-12-03T00:40:51.829" v="1985" actId="207"/>
          <ac:spMkLst>
            <pc:docMk/>
            <pc:sldMk cId="267129399" sldId="361"/>
            <ac:spMk id="6" creationId="{D0F3BEAC-A5EA-4EE4-95C7-0AEC1107FD29}"/>
          </ac:spMkLst>
        </pc:spChg>
      </pc:sldChg>
      <pc:sldChg chg="modSp mod">
        <pc:chgData name="鈴木 秀規" userId="f68c5fd9-22d5-4c0a-9833-7fb0f5135313" providerId="ADAL" clId="{E98ED17A-7109-B540-9D8D-B21534B0C6CC}" dt="2020-12-03T00:09:50.546" v="69" actId="13926"/>
        <pc:sldMkLst>
          <pc:docMk/>
          <pc:sldMk cId="2503862587" sldId="362"/>
        </pc:sldMkLst>
        <pc:graphicFrameChg chg="modGraphic">
          <ac:chgData name="鈴木 秀規" userId="f68c5fd9-22d5-4c0a-9833-7fb0f5135313" providerId="ADAL" clId="{E98ED17A-7109-B540-9D8D-B21534B0C6CC}" dt="2020-12-03T00:09:50.546" v="69" actId="13926"/>
          <ac:graphicFrameMkLst>
            <pc:docMk/>
            <pc:sldMk cId="2503862587" sldId="362"/>
            <ac:graphicFrameMk id="7" creationId="{4A74ACCC-FCC6-6B42-8E3E-348AE8E67A5C}"/>
          </ac:graphicFrameMkLst>
        </pc:graphicFrameChg>
      </pc:sldChg>
      <pc:sldChg chg="modSp mod">
        <pc:chgData name="鈴木 秀規" userId="f68c5fd9-22d5-4c0a-9833-7fb0f5135313" providerId="ADAL" clId="{E98ED17A-7109-B540-9D8D-B21534B0C6CC}" dt="2020-12-03T00:11:54.831" v="266" actId="20577"/>
        <pc:sldMkLst>
          <pc:docMk/>
          <pc:sldMk cId="1431651866" sldId="368"/>
        </pc:sldMkLst>
        <pc:spChg chg="mod">
          <ac:chgData name="鈴木 秀規" userId="f68c5fd9-22d5-4c0a-9833-7fb0f5135313" providerId="ADAL" clId="{E98ED17A-7109-B540-9D8D-B21534B0C6CC}" dt="2020-12-03T00:05:53.907" v="27" actId="20577"/>
          <ac:spMkLst>
            <pc:docMk/>
            <pc:sldMk cId="1431651866" sldId="368"/>
            <ac:spMk id="3" creationId="{570D767C-529D-1D4C-9BD6-2E3AAE679914}"/>
          </ac:spMkLst>
        </pc:spChg>
        <pc:graphicFrameChg chg="mod modGraphic">
          <ac:chgData name="鈴木 秀規" userId="f68c5fd9-22d5-4c0a-9833-7fb0f5135313" providerId="ADAL" clId="{E98ED17A-7109-B540-9D8D-B21534B0C6CC}" dt="2020-12-03T00:11:54.831" v="266" actId="20577"/>
          <ac:graphicFrameMkLst>
            <pc:docMk/>
            <pc:sldMk cId="1431651866" sldId="368"/>
            <ac:graphicFrameMk id="6" creationId="{A5C776C1-5736-6E41-AFE0-D7FC9EBFA87B}"/>
          </ac:graphicFrameMkLst>
        </pc:graphicFrameChg>
      </pc:sldChg>
      <pc:sldChg chg="addSp delSp modSp new mod modClrScheme chgLayout">
        <pc:chgData name="鈴木 秀規" userId="f68c5fd9-22d5-4c0a-9833-7fb0f5135313" providerId="ADAL" clId="{E98ED17A-7109-B540-9D8D-B21534B0C6CC}" dt="2020-12-03T00:30:58.436" v="1852" actId="113"/>
        <pc:sldMkLst>
          <pc:docMk/>
          <pc:sldMk cId="3018498330" sldId="369"/>
        </pc:sldMkLst>
        <pc:spChg chg="mod ord">
          <ac:chgData name="鈴木 秀規" userId="f68c5fd9-22d5-4c0a-9833-7fb0f5135313" providerId="ADAL" clId="{E98ED17A-7109-B540-9D8D-B21534B0C6CC}" dt="2020-12-03T00:15:50.957" v="308" actId="700"/>
          <ac:spMkLst>
            <pc:docMk/>
            <pc:sldMk cId="3018498330" sldId="369"/>
            <ac:spMk id="2" creationId="{66EC7532-098F-E543-A5F5-DCE2A43E7B47}"/>
          </ac:spMkLst>
        </pc:spChg>
        <pc:spChg chg="mod ord">
          <ac:chgData name="鈴木 秀規" userId="f68c5fd9-22d5-4c0a-9833-7fb0f5135313" providerId="ADAL" clId="{E98ED17A-7109-B540-9D8D-B21534B0C6CC}" dt="2020-12-03T00:22:38.430" v="839" actId="20577"/>
          <ac:spMkLst>
            <pc:docMk/>
            <pc:sldMk cId="3018498330" sldId="369"/>
            <ac:spMk id="3" creationId="{F1C6C295-7820-0949-875F-EAF056230447}"/>
          </ac:spMkLst>
        </pc:spChg>
        <pc:spChg chg="mod ord">
          <ac:chgData name="鈴木 秀規" userId="f68c5fd9-22d5-4c0a-9833-7fb0f5135313" providerId="ADAL" clId="{E98ED17A-7109-B540-9D8D-B21534B0C6CC}" dt="2020-12-03T00:15:50.957" v="308" actId="700"/>
          <ac:spMkLst>
            <pc:docMk/>
            <pc:sldMk cId="3018498330" sldId="369"/>
            <ac:spMk id="4" creationId="{0B3C1CED-6132-7648-873E-BC90BCD14454}"/>
          </ac:spMkLst>
        </pc:spChg>
        <pc:spChg chg="add mod ord">
          <ac:chgData name="鈴木 秀規" userId="f68c5fd9-22d5-4c0a-9833-7fb0f5135313" providerId="ADAL" clId="{E98ED17A-7109-B540-9D8D-B21534B0C6CC}" dt="2020-12-03T00:30:58.436" v="1852" actId="113"/>
          <ac:spMkLst>
            <pc:docMk/>
            <pc:sldMk cId="3018498330" sldId="369"/>
            <ac:spMk id="5" creationId="{6B35BADF-F225-2348-897F-AF9752777AC5}"/>
          </ac:spMkLst>
        </pc:spChg>
        <pc:spChg chg="mod">
          <ac:chgData name="鈴木 秀規" userId="f68c5fd9-22d5-4c0a-9833-7fb0f5135313" providerId="ADAL" clId="{E98ED17A-7109-B540-9D8D-B21534B0C6CC}" dt="2020-12-03T00:25:13.532" v="1197"/>
          <ac:spMkLst>
            <pc:docMk/>
            <pc:sldMk cId="3018498330" sldId="369"/>
            <ac:spMk id="7" creationId="{7389CFBE-CBA4-3044-8F7A-0832B95E2F69}"/>
          </ac:spMkLst>
        </pc:spChg>
        <pc:spChg chg="mod">
          <ac:chgData name="鈴木 秀規" userId="f68c5fd9-22d5-4c0a-9833-7fb0f5135313" providerId="ADAL" clId="{E98ED17A-7109-B540-9D8D-B21534B0C6CC}" dt="2020-12-03T00:25:13.532" v="1197"/>
          <ac:spMkLst>
            <pc:docMk/>
            <pc:sldMk cId="3018498330" sldId="369"/>
            <ac:spMk id="8" creationId="{2F0CFBA7-C5CD-2441-813A-37125FC4817F}"/>
          </ac:spMkLst>
        </pc:spChg>
        <pc:spChg chg="add del mod">
          <ac:chgData name="鈴木 秀規" userId="f68c5fd9-22d5-4c0a-9833-7fb0f5135313" providerId="ADAL" clId="{E98ED17A-7109-B540-9D8D-B21534B0C6CC}" dt="2020-12-03T00:25:21.474" v="1200" actId="478"/>
          <ac:spMkLst>
            <pc:docMk/>
            <pc:sldMk cId="3018498330" sldId="369"/>
            <ac:spMk id="9" creationId="{3E884ED8-CB61-D543-B6E2-843DFC8389FB}"/>
          </ac:spMkLst>
        </pc:spChg>
        <pc:spChg chg="add del mod">
          <ac:chgData name="鈴木 秀規" userId="f68c5fd9-22d5-4c0a-9833-7fb0f5135313" providerId="ADAL" clId="{E98ED17A-7109-B540-9D8D-B21534B0C6CC}" dt="2020-12-03T00:26:04.588" v="1224" actId="478"/>
          <ac:spMkLst>
            <pc:docMk/>
            <pc:sldMk cId="3018498330" sldId="369"/>
            <ac:spMk id="10" creationId="{A7FAB5BB-1B58-CB4E-AE9C-8EA9B9D7FA24}"/>
          </ac:spMkLst>
        </pc:spChg>
        <pc:spChg chg="add mod">
          <ac:chgData name="鈴木 秀規" userId="f68c5fd9-22d5-4c0a-9833-7fb0f5135313" providerId="ADAL" clId="{E98ED17A-7109-B540-9D8D-B21534B0C6CC}" dt="2020-12-03T00:28:30.002" v="1621" actId="20577"/>
          <ac:spMkLst>
            <pc:docMk/>
            <pc:sldMk cId="3018498330" sldId="369"/>
            <ac:spMk id="11" creationId="{B4286CF0-DD30-344B-A450-767F0006A1A9}"/>
          </ac:spMkLst>
        </pc:spChg>
        <pc:grpChg chg="add mod">
          <ac:chgData name="鈴木 秀規" userId="f68c5fd9-22d5-4c0a-9833-7fb0f5135313" providerId="ADAL" clId="{E98ED17A-7109-B540-9D8D-B21534B0C6CC}" dt="2020-12-03T00:25:13.532" v="1197"/>
          <ac:grpSpMkLst>
            <pc:docMk/>
            <pc:sldMk cId="3018498330" sldId="369"/>
            <ac:grpSpMk id="6" creationId="{DE734515-ACC6-2E42-9D2E-E4E038D8D99A}"/>
          </ac:grpSpMkLst>
        </pc:grpChg>
      </pc:sldChg>
      <pc:sldChg chg="modSp new del mod">
        <pc:chgData name="鈴木 秀規" userId="f68c5fd9-22d5-4c0a-9833-7fb0f5135313" providerId="ADAL" clId="{E98ED17A-7109-B540-9D8D-B21534B0C6CC}" dt="2020-12-03T00:19:32.708" v="624" actId="2696"/>
        <pc:sldMkLst>
          <pc:docMk/>
          <pc:sldMk cId="2598863501" sldId="370"/>
        </pc:sldMkLst>
        <pc:spChg chg="mod">
          <ac:chgData name="鈴木 秀規" userId="f68c5fd9-22d5-4c0a-9833-7fb0f5135313" providerId="ADAL" clId="{E98ED17A-7109-B540-9D8D-B21534B0C6CC}" dt="2020-12-03T00:19:29.498" v="623" actId="20577"/>
          <ac:spMkLst>
            <pc:docMk/>
            <pc:sldMk cId="2598863501" sldId="370"/>
            <ac:spMk id="3" creationId="{EF268E63-F4E2-A445-97FA-CF579BA4774C}"/>
          </ac:spMkLst>
        </pc:spChg>
      </pc:sldChg>
      <pc:sldChg chg="modSp new mod ord">
        <pc:chgData name="鈴木 秀規" userId="f68c5fd9-22d5-4c0a-9833-7fb0f5135313" providerId="ADAL" clId="{E98ED17A-7109-B540-9D8D-B21534B0C6CC}" dt="2020-12-03T00:41:58.575" v="2005" actId="20578"/>
        <pc:sldMkLst>
          <pc:docMk/>
          <pc:sldMk cId="3805279594" sldId="370"/>
        </pc:sldMkLst>
        <pc:spChg chg="mod">
          <ac:chgData name="鈴木 秀規" userId="f68c5fd9-22d5-4c0a-9833-7fb0f5135313" providerId="ADAL" clId="{E98ED17A-7109-B540-9D8D-B21534B0C6CC}" dt="2020-12-03T00:38:59.922" v="1891" actId="20577"/>
          <ac:spMkLst>
            <pc:docMk/>
            <pc:sldMk cId="3805279594" sldId="370"/>
            <ac:spMk id="3" creationId="{9CB86EFC-2A3F-214C-A2A0-00EB1AC0E3F3}"/>
          </ac:spMkLst>
        </pc:spChg>
        <pc:spChg chg="mod">
          <ac:chgData name="鈴木 秀規" userId="f68c5fd9-22d5-4c0a-9833-7fb0f5135313" providerId="ADAL" clId="{E98ED17A-7109-B540-9D8D-B21534B0C6CC}" dt="2020-12-03T00:40:00.384" v="1967" actId="20577"/>
          <ac:spMkLst>
            <pc:docMk/>
            <pc:sldMk cId="3805279594" sldId="370"/>
            <ac:spMk id="5" creationId="{D9D24A15-605C-D342-9DF6-15A80C8E63C7}"/>
          </ac:spMkLst>
        </pc:spChg>
      </pc:sldChg>
      <pc:sldChg chg="modSp new mod">
        <pc:chgData name="鈴木 秀規" userId="f68c5fd9-22d5-4c0a-9833-7fb0f5135313" providerId="ADAL" clId="{E98ED17A-7109-B540-9D8D-B21534B0C6CC}" dt="2020-12-03T01:25:32.355" v="4574" actId="20577"/>
        <pc:sldMkLst>
          <pc:docMk/>
          <pc:sldMk cId="2800751255" sldId="371"/>
        </pc:sldMkLst>
        <pc:spChg chg="mod">
          <ac:chgData name="鈴木 秀規" userId="f68c5fd9-22d5-4c0a-9833-7fb0f5135313" providerId="ADAL" clId="{E98ED17A-7109-B540-9D8D-B21534B0C6CC}" dt="2020-12-03T01:24:23.480" v="4457" actId="20577"/>
          <ac:spMkLst>
            <pc:docMk/>
            <pc:sldMk cId="2800751255" sldId="371"/>
            <ac:spMk id="3" creationId="{86AF2C75-7C50-5545-B86A-AB0C1071AFF0}"/>
          </ac:spMkLst>
        </pc:spChg>
        <pc:spChg chg="mod">
          <ac:chgData name="鈴木 秀規" userId="f68c5fd9-22d5-4c0a-9833-7fb0f5135313" providerId="ADAL" clId="{E98ED17A-7109-B540-9D8D-B21534B0C6CC}" dt="2020-12-03T01:25:32.355" v="4574" actId="20577"/>
          <ac:spMkLst>
            <pc:docMk/>
            <pc:sldMk cId="2800751255" sldId="371"/>
            <ac:spMk id="5" creationId="{199D3E35-553D-E34C-ABB7-3B8D9DB70C07}"/>
          </ac:spMkLst>
        </pc:spChg>
      </pc:sldChg>
      <pc:sldChg chg="modSp add del mod">
        <pc:chgData name="鈴木 秀規" userId="f68c5fd9-22d5-4c0a-9833-7fb0f5135313" providerId="ADAL" clId="{E98ED17A-7109-B540-9D8D-B21534B0C6CC}" dt="2020-12-03T01:23:47.866" v="4441" actId="2696"/>
        <pc:sldMkLst>
          <pc:docMk/>
          <pc:sldMk cId="2920690313" sldId="371"/>
        </pc:sldMkLst>
        <pc:spChg chg="mod">
          <ac:chgData name="鈴木 秀規" userId="f68c5fd9-22d5-4c0a-9833-7fb0f5135313" providerId="ADAL" clId="{E98ED17A-7109-B540-9D8D-B21534B0C6CC}" dt="2020-12-03T00:42:25.265" v="2063" actId="20577"/>
          <ac:spMkLst>
            <pc:docMk/>
            <pc:sldMk cId="2920690313" sldId="371"/>
            <ac:spMk id="3" creationId="{F1C6C295-7820-0949-875F-EAF056230447}"/>
          </ac:spMkLst>
        </pc:spChg>
        <pc:spChg chg="mod">
          <ac:chgData name="鈴木 秀規" userId="f68c5fd9-22d5-4c0a-9833-7fb0f5135313" providerId="ADAL" clId="{E98ED17A-7109-B540-9D8D-B21534B0C6CC}" dt="2020-12-03T01:02:23.598" v="3980" actId="20577"/>
          <ac:spMkLst>
            <pc:docMk/>
            <pc:sldMk cId="2920690313" sldId="371"/>
            <ac:spMk id="5" creationId="{6B35BADF-F225-2348-897F-AF9752777AC5}"/>
          </ac:spMkLst>
        </pc:spChg>
        <pc:spChg chg="mod">
          <ac:chgData name="鈴木 秀規" userId="f68c5fd9-22d5-4c0a-9833-7fb0f5135313" providerId="ADAL" clId="{E98ED17A-7109-B540-9D8D-B21534B0C6CC}" dt="2020-12-03T00:46:58.847" v="2499" actId="20577"/>
          <ac:spMkLst>
            <pc:docMk/>
            <pc:sldMk cId="2920690313" sldId="371"/>
            <ac:spMk id="11" creationId="{B4286CF0-DD30-344B-A450-767F0006A1A9}"/>
          </ac:spMkLst>
        </pc:spChg>
      </pc:sldChg>
      <pc:sldChg chg="new del">
        <pc:chgData name="鈴木 秀規" userId="f68c5fd9-22d5-4c0a-9833-7fb0f5135313" providerId="ADAL" clId="{E98ED17A-7109-B540-9D8D-B21534B0C6CC}" dt="2020-12-03T00:41:47.526" v="2003" actId="2696"/>
        <pc:sldMkLst>
          <pc:docMk/>
          <pc:sldMk cId="4021239412" sldId="371"/>
        </pc:sldMkLst>
      </pc:sldChg>
      <pc:sldChg chg="addSp delSp modSp new del mod modClrScheme chgLayout">
        <pc:chgData name="鈴木 秀規" userId="f68c5fd9-22d5-4c0a-9833-7fb0f5135313" providerId="ADAL" clId="{E98ED17A-7109-B540-9D8D-B21534B0C6CC}" dt="2020-12-03T01:23:47.866" v="4441" actId="2696"/>
        <pc:sldMkLst>
          <pc:docMk/>
          <pc:sldMk cId="1635587013" sldId="372"/>
        </pc:sldMkLst>
        <pc:spChg chg="mod ord">
          <ac:chgData name="鈴木 秀規" userId="f68c5fd9-22d5-4c0a-9833-7fb0f5135313" providerId="ADAL" clId="{E98ED17A-7109-B540-9D8D-B21534B0C6CC}" dt="2020-12-03T01:00:58.087" v="3892" actId="700"/>
          <ac:spMkLst>
            <pc:docMk/>
            <pc:sldMk cId="1635587013" sldId="372"/>
            <ac:spMk id="2" creationId="{5078F227-8528-3540-AF9F-E4C525D46E51}"/>
          </ac:spMkLst>
        </pc:spChg>
        <pc:spChg chg="mod ord">
          <ac:chgData name="鈴木 秀規" userId="f68c5fd9-22d5-4c0a-9833-7fb0f5135313" providerId="ADAL" clId="{E98ED17A-7109-B540-9D8D-B21534B0C6CC}" dt="2020-12-03T01:02:16.565" v="3974" actId="20577"/>
          <ac:spMkLst>
            <pc:docMk/>
            <pc:sldMk cId="1635587013" sldId="372"/>
            <ac:spMk id="3" creationId="{38B5B614-E92D-C34C-B48C-B49809F551F5}"/>
          </ac:spMkLst>
        </pc:spChg>
        <pc:spChg chg="mod ord">
          <ac:chgData name="鈴木 秀規" userId="f68c5fd9-22d5-4c0a-9833-7fb0f5135313" providerId="ADAL" clId="{E98ED17A-7109-B540-9D8D-B21534B0C6CC}" dt="2020-12-03T01:00:58.087" v="3892" actId="700"/>
          <ac:spMkLst>
            <pc:docMk/>
            <pc:sldMk cId="1635587013" sldId="372"/>
            <ac:spMk id="4" creationId="{7E6ABC7F-1D7C-2643-A2E5-FD593C087B97}"/>
          </ac:spMkLst>
        </pc:spChg>
        <pc:spChg chg="del">
          <ac:chgData name="鈴木 秀規" userId="f68c5fd9-22d5-4c0a-9833-7fb0f5135313" providerId="ADAL" clId="{E98ED17A-7109-B540-9D8D-B21534B0C6CC}" dt="2020-12-03T01:00:55.215" v="3891" actId="700"/>
          <ac:spMkLst>
            <pc:docMk/>
            <pc:sldMk cId="1635587013" sldId="372"/>
            <ac:spMk id="5" creationId="{C84F0EC1-BEE9-1240-B931-66A4575EE533}"/>
          </ac:spMkLst>
        </pc:spChg>
        <pc:spChg chg="add mod ord">
          <ac:chgData name="鈴木 秀規" userId="f68c5fd9-22d5-4c0a-9833-7fb0f5135313" providerId="ADAL" clId="{E98ED17A-7109-B540-9D8D-B21534B0C6CC}" dt="2020-12-03T01:11:38.290" v="4283" actId="113"/>
          <ac:spMkLst>
            <pc:docMk/>
            <pc:sldMk cId="1635587013" sldId="372"/>
            <ac:spMk id="6" creationId="{7A317AAC-7FA8-7044-8617-53BFC58410B7}"/>
          </ac:spMkLst>
        </pc:spChg>
        <pc:spChg chg="add del mod">
          <ac:chgData name="鈴木 秀規" userId="f68c5fd9-22d5-4c0a-9833-7fb0f5135313" providerId="ADAL" clId="{E98ED17A-7109-B540-9D8D-B21534B0C6CC}" dt="2020-12-03T01:01:07.927" v="3894"/>
          <ac:spMkLst>
            <pc:docMk/>
            <pc:sldMk cId="1635587013" sldId="372"/>
            <ac:spMk id="7" creationId="{2D1E7911-94F1-9A43-976E-12D1608396B0}"/>
          </ac:spMkLst>
        </pc:spChg>
        <pc:spChg chg="add mod">
          <ac:chgData name="鈴木 秀規" userId="f68c5fd9-22d5-4c0a-9833-7fb0f5135313" providerId="ADAL" clId="{E98ED17A-7109-B540-9D8D-B21534B0C6CC}" dt="2020-12-03T01:11:19.402" v="4281" actId="14100"/>
          <ac:spMkLst>
            <pc:docMk/>
            <pc:sldMk cId="1635587013" sldId="372"/>
            <ac:spMk id="11" creationId="{88D872CC-356E-AF48-AA16-FAA6E94AAA63}"/>
          </ac:spMkLst>
        </pc:spChg>
        <pc:picChg chg="add mod">
          <ac:chgData name="鈴木 秀規" userId="f68c5fd9-22d5-4c0a-9833-7fb0f5135313" providerId="ADAL" clId="{E98ED17A-7109-B540-9D8D-B21534B0C6CC}" dt="2020-12-03T01:11:09.469" v="4278" actId="14100"/>
          <ac:picMkLst>
            <pc:docMk/>
            <pc:sldMk cId="1635587013" sldId="372"/>
            <ac:picMk id="9" creationId="{D02AEF55-75BE-9A46-B250-FC3DC2E377DE}"/>
          </ac:picMkLst>
        </pc:picChg>
        <pc:picChg chg="add del mod">
          <ac:chgData name="鈴木 秀規" userId="f68c5fd9-22d5-4c0a-9833-7fb0f5135313" providerId="ADAL" clId="{E98ED17A-7109-B540-9D8D-B21534B0C6CC}" dt="2020-12-03T01:09:31.274" v="4256" actId="478"/>
          <ac:picMkLst>
            <pc:docMk/>
            <pc:sldMk cId="1635587013" sldId="372"/>
            <ac:picMk id="13" creationId="{181B2E39-FB46-D84F-BDF6-092FF822422D}"/>
          </ac:picMkLst>
        </pc:picChg>
        <pc:picChg chg="add mod">
          <ac:chgData name="鈴木 秀規" userId="f68c5fd9-22d5-4c0a-9833-7fb0f5135313" providerId="ADAL" clId="{E98ED17A-7109-B540-9D8D-B21534B0C6CC}" dt="2020-12-03T01:11:22.332" v="4282" actId="1076"/>
          <ac:picMkLst>
            <pc:docMk/>
            <pc:sldMk cId="1635587013" sldId="372"/>
            <ac:picMk id="15" creationId="{4374EA10-B603-D54A-93C0-72956B90F74B}"/>
          </ac:picMkLst>
        </pc:picChg>
        <pc:inkChg chg="add del">
          <ac:chgData name="鈴木 秀規" userId="f68c5fd9-22d5-4c0a-9833-7fb0f5135313" providerId="ADAL" clId="{E98ED17A-7109-B540-9D8D-B21534B0C6CC}" dt="2020-12-03T01:07:32.252" v="4214" actId="9405"/>
          <ac:inkMkLst>
            <pc:docMk/>
            <pc:sldMk cId="1635587013" sldId="372"/>
            <ac:inkMk id="10" creationId="{52E244E1-A625-FC4A-B3CE-A5C917494B56}"/>
          </ac:inkMkLst>
        </pc:inkChg>
      </pc:sldChg>
      <pc:sldChg chg="addSp delSp modSp add del mod">
        <pc:chgData name="鈴木 秀規" userId="f68c5fd9-22d5-4c0a-9833-7fb0f5135313" providerId="ADAL" clId="{E98ED17A-7109-B540-9D8D-B21534B0C6CC}" dt="2020-12-03T01:23:47.866" v="4441" actId="2696"/>
        <pc:sldMkLst>
          <pc:docMk/>
          <pc:sldMk cId="615592541" sldId="373"/>
        </pc:sldMkLst>
        <pc:spChg chg="mod">
          <ac:chgData name="鈴木 秀規" userId="f68c5fd9-22d5-4c0a-9833-7fb0f5135313" providerId="ADAL" clId="{E98ED17A-7109-B540-9D8D-B21534B0C6CC}" dt="2020-12-03T01:12:33.393" v="4394" actId="20577"/>
          <ac:spMkLst>
            <pc:docMk/>
            <pc:sldMk cId="615592541" sldId="373"/>
            <ac:spMk id="6" creationId="{7A317AAC-7FA8-7044-8617-53BFC58410B7}"/>
          </ac:spMkLst>
        </pc:spChg>
        <pc:spChg chg="del">
          <ac:chgData name="鈴木 秀規" userId="f68c5fd9-22d5-4c0a-9833-7fb0f5135313" providerId="ADAL" clId="{E98ED17A-7109-B540-9D8D-B21534B0C6CC}" dt="2020-12-03T01:12:36.799" v="4395" actId="478"/>
          <ac:spMkLst>
            <pc:docMk/>
            <pc:sldMk cId="615592541" sldId="373"/>
            <ac:spMk id="11" creationId="{88D872CC-356E-AF48-AA16-FAA6E94AAA63}"/>
          </ac:spMkLst>
        </pc:spChg>
        <pc:grpChg chg="del mod">
          <ac:chgData name="鈴木 秀規" userId="f68c5fd9-22d5-4c0a-9833-7fb0f5135313" providerId="ADAL" clId="{E98ED17A-7109-B540-9D8D-B21534B0C6CC}" dt="2020-12-03T01:12:56.873" v="4408"/>
          <ac:grpSpMkLst>
            <pc:docMk/>
            <pc:sldMk cId="615592541" sldId="373"/>
            <ac:grpSpMk id="14" creationId="{8551A2E1-818D-7146-B07E-DF10303D9250}"/>
          </ac:grpSpMkLst>
        </pc:grpChg>
        <pc:grpChg chg="del mod">
          <ac:chgData name="鈴木 秀規" userId="f68c5fd9-22d5-4c0a-9833-7fb0f5135313" providerId="ADAL" clId="{E98ED17A-7109-B540-9D8D-B21534B0C6CC}" dt="2020-12-03T01:13:00.256" v="4414"/>
          <ac:grpSpMkLst>
            <pc:docMk/>
            <pc:sldMk cId="615592541" sldId="373"/>
            <ac:grpSpMk id="21" creationId="{1A19AE5A-D3A5-1B43-8537-FD9C98B59252}"/>
          </ac:grpSpMkLst>
        </pc:grpChg>
        <pc:grpChg chg="del mod">
          <ac:chgData name="鈴木 秀規" userId="f68c5fd9-22d5-4c0a-9833-7fb0f5135313" providerId="ADAL" clId="{E98ED17A-7109-B540-9D8D-B21534B0C6CC}" dt="2020-12-03T01:13:00.256" v="4414"/>
          <ac:grpSpMkLst>
            <pc:docMk/>
            <pc:sldMk cId="615592541" sldId="373"/>
            <ac:grpSpMk id="25" creationId="{4F9FE873-6A52-FD4C-9258-CA185F43F37E}"/>
          </ac:grpSpMkLst>
        </pc:grpChg>
        <pc:grpChg chg="mod">
          <ac:chgData name="鈴木 秀規" userId="f68c5fd9-22d5-4c0a-9833-7fb0f5135313" providerId="ADAL" clId="{E98ED17A-7109-B540-9D8D-B21534B0C6CC}" dt="2020-12-03T01:13:00.256" v="4414"/>
          <ac:grpSpMkLst>
            <pc:docMk/>
            <pc:sldMk cId="615592541" sldId="373"/>
            <ac:grpSpMk id="27" creationId="{D272DCE0-9EB4-9E40-9E1F-B34593E59CE7}"/>
          </ac:grpSpMkLst>
        </pc:grpChg>
        <pc:grpChg chg="mod">
          <ac:chgData name="鈴木 秀規" userId="f68c5fd9-22d5-4c0a-9833-7fb0f5135313" providerId="ADAL" clId="{E98ED17A-7109-B540-9D8D-B21534B0C6CC}" dt="2020-12-03T01:13:04.351" v="4419"/>
          <ac:grpSpMkLst>
            <pc:docMk/>
            <pc:sldMk cId="615592541" sldId="373"/>
            <ac:grpSpMk id="32" creationId="{FF31E88D-1A46-5542-82FA-9B7E260065D7}"/>
          </ac:grpSpMkLst>
        </pc:grpChg>
        <pc:grpChg chg="del mod">
          <ac:chgData name="鈴木 秀規" userId="f68c5fd9-22d5-4c0a-9833-7fb0f5135313" providerId="ADAL" clId="{E98ED17A-7109-B540-9D8D-B21534B0C6CC}" dt="2020-12-03T01:13:15.987" v="4431"/>
          <ac:grpSpMkLst>
            <pc:docMk/>
            <pc:sldMk cId="615592541" sldId="373"/>
            <ac:grpSpMk id="35" creationId="{839705A0-C752-514B-B68E-4DB44DC8A134}"/>
          </ac:grpSpMkLst>
        </pc:grpChg>
        <pc:grpChg chg="del mod">
          <ac:chgData name="鈴木 秀規" userId="f68c5fd9-22d5-4c0a-9833-7fb0f5135313" providerId="ADAL" clId="{E98ED17A-7109-B540-9D8D-B21534B0C6CC}" dt="2020-12-03T01:13:22.530" v="4437"/>
          <ac:grpSpMkLst>
            <pc:docMk/>
            <pc:sldMk cId="615592541" sldId="373"/>
            <ac:grpSpMk id="44" creationId="{5930A674-1151-AE4E-9CAE-276FA17D766A}"/>
          </ac:grpSpMkLst>
        </pc:grpChg>
        <pc:grpChg chg="del mod">
          <ac:chgData name="鈴木 秀規" userId="f68c5fd9-22d5-4c0a-9833-7fb0f5135313" providerId="ADAL" clId="{E98ED17A-7109-B540-9D8D-B21534B0C6CC}" dt="2020-12-03T01:13:25.226" v="4440"/>
          <ac:grpSpMkLst>
            <pc:docMk/>
            <pc:sldMk cId="615592541" sldId="373"/>
            <ac:grpSpMk id="50" creationId="{C4183422-7E13-7C4C-B712-DE3E98AD633A}"/>
          </ac:grpSpMkLst>
        </pc:grpChg>
        <pc:grpChg chg="mod">
          <ac:chgData name="鈴木 秀規" userId="f68c5fd9-22d5-4c0a-9833-7fb0f5135313" providerId="ADAL" clId="{E98ED17A-7109-B540-9D8D-B21534B0C6CC}" dt="2020-12-03T01:13:22.530" v="4437"/>
          <ac:grpSpMkLst>
            <pc:docMk/>
            <pc:sldMk cId="615592541" sldId="373"/>
            <ac:grpSpMk id="51" creationId="{BADCCBE2-93D5-1B43-B588-3A3CFF852C58}"/>
          </ac:grpSpMkLst>
        </pc:grpChg>
        <pc:grpChg chg="mod">
          <ac:chgData name="鈴木 秀規" userId="f68c5fd9-22d5-4c0a-9833-7fb0f5135313" providerId="ADAL" clId="{E98ED17A-7109-B540-9D8D-B21534B0C6CC}" dt="2020-12-03T01:13:25.226" v="4440"/>
          <ac:grpSpMkLst>
            <pc:docMk/>
            <pc:sldMk cId="615592541" sldId="373"/>
            <ac:grpSpMk id="54" creationId="{EC51F5D5-9987-304C-81F2-23905D124D38}"/>
          </ac:grpSpMkLst>
        </pc:grpChg>
        <pc:picChg chg="del">
          <ac:chgData name="鈴木 秀規" userId="f68c5fd9-22d5-4c0a-9833-7fb0f5135313" providerId="ADAL" clId="{E98ED17A-7109-B540-9D8D-B21534B0C6CC}" dt="2020-12-03T01:12:36.799" v="4395" actId="478"/>
          <ac:picMkLst>
            <pc:docMk/>
            <pc:sldMk cId="615592541" sldId="373"/>
            <ac:picMk id="9" creationId="{D02AEF55-75BE-9A46-B250-FC3DC2E377DE}"/>
          </ac:picMkLst>
        </pc:picChg>
        <pc:picChg chg="del">
          <ac:chgData name="鈴木 秀規" userId="f68c5fd9-22d5-4c0a-9833-7fb0f5135313" providerId="ADAL" clId="{E98ED17A-7109-B540-9D8D-B21534B0C6CC}" dt="2020-12-03T01:12:36.799" v="4395" actId="478"/>
          <ac:picMkLst>
            <pc:docMk/>
            <pc:sldMk cId="615592541" sldId="373"/>
            <ac:picMk id="15" creationId="{4374EA10-B603-D54A-93C0-72956B90F74B}"/>
          </ac:picMkLst>
        </pc:picChg>
        <pc:inkChg chg="add">
          <ac:chgData name="鈴木 秀規" userId="f68c5fd9-22d5-4c0a-9833-7fb0f5135313" providerId="ADAL" clId="{E98ED17A-7109-B540-9D8D-B21534B0C6CC}" dt="2020-12-03T01:12:45.376" v="4396" actId="9405"/>
          <ac:inkMkLst>
            <pc:docMk/>
            <pc:sldMk cId="615592541" sldId="373"/>
            <ac:inkMk id="5" creationId="{0AAFCCC5-5E76-CA48-81D5-A4E539E4401A}"/>
          </ac:inkMkLst>
        </pc:inkChg>
        <pc:inkChg chg="add">
          <ac:chgData name="鈴木 秀規" userId="f68c5fd9-22d5-4c0a-9833-7fb0f5135313" providerId="ADAL" clId="{E98ED17A-7109-B540-9D8D-B21534B0C6CC}" dt="2020-12-03T01:12:46.255" v="4397" actId="9405"/>
          <ac:inkMkLst>
            <pc:docMk/>
            <pc:sldMk cId="615592541" sldId="373"/>
            <ac:inkMk id="7" creationId="{2D2B5447-4F6B-9C44-9888-8B103E237897}"/>
          </ac:inkMkLst>
        </pc:inkChg>
        <pc:inkChg chg="add">
          <ac:chgData name="鈴木 秀規" userId="f68c5fd9-22d5-4c0a-9833-7fb0f5135313" providerId="ADAL" clId="{E98ED17A-7109-B540-9D8D-B21534B0C6CC}" dt="2020-12-03T01:12:47.620" v="4398" actId="9405"/>
          <ac:inkMkLst>
            <pc:docMk/>
            <pc:sldMk cId="615592541" sldId="373"/>
            <ac:inkMk id="8" creationId="{32D62E2B-CE79-3B4C-B7D1-ECDA946FA396}"/>
          </ac:inkMkLst>
        </pc:inkChg>
        <pc:inkChg chg="add">
          <ac:chgData name="鈴木 秀規" userId="f68c5fd9-22d5-4c0a-9833-7fb0f5135313" providerId="ADAL" clId="{E98ED17A-7109-B540-9D8D-B21534B0C6CC}" dt="2020-12-03T01:12:48.478" v="4399" actId="9405"/>
          <ac:inkMkLst>
            <pc:docMk/>
            <pc:sldMk cId="615592541" sldId="373"/>
            <ac:inkMk id="10" creationId="{C38D747C-B1C5-7646-8912-EAF8AD9B05FB}"/>
          </ac:inkMkLst>
        </pc:inkChg>
        <pc:inkChg chg="add mod">
          <ac:chgData name="鈴木 秀規" userId="f68c5fd9-22d5-4c0a-9833-7fb0f5135313" providerId="ADAL" clId="{E98ED17A-7109-B540-9D8D-B21534B0C6CC}" dt="2020-12-03T01:13:00.256" v="4414"/>
          <ac:inkMkLst>
            <pc:docMk/>
            <pc:sldMk cId="615592541" sldId="373"/>
            <ac:inkMk id="12" creationId="{806335AF-A205-0341-B2A0-1D60694F4960}"/>
          </ac:inkMkLst>
        </pc:inkChg>
        <pc:inkChg chg="add mod">
          <ac:chgData name="鈴木 秀規" userId="f68c5fd9-22d5-4c0a-9833-7fb0f5135313" providerId="ADAL" clId="{E98ED17A-7109-B540-9D8D-B21534B0C6CC}" dt="2020-12-03T01:13:00.256" v="4414"/>
          <ac:inkMkLst>
            <pc:docMk/>
            <pc:sldMk cId="615592541" sldId="373"/>
            <ac:inkMk id="13" creationId="{265E78D4-90FC-E941-952F-4DC34934B910}"/>
          </ac:inkMkLst>
        </pc:inkChg>
        <pc:inkChg chg="add mod">
          <ac:chgData name="鈴木 秀規" userId="f68c5fd9-22d5-4c0a-9833-7fb0f5135313" providerId="ADAL" clId="{E98ED17A-7109-B540-9D8D-B21534B0C6CC}" dt="2020-12-03T01:13:00.256" v="4414"/>
          <ac:inkMkLst>
            <pc:docMk/>
            <pc:sldMk cId="615592541" sldId="373"/>
            <ac:inkMk id="16" creationId="{25D529C6-2677-8143-A2EC-3E3D29C398ED}"/>
          </ac:inkMkLst>
        </pc:inkChg>
        <pc:inkChg chg="add mod">
          <ac:chgData name="鈴木 秀規" userId="f68c5fd9-22d5-4c0a-9833-7fb0f5135313" providerId="ADAL" clId="{E98ED17A-7109-B540-9D8D-B21534B0C6CC}" dt="2020-12-03T01:13:00.256" v="4414"/>
          <ac:inkMkLst>
            <pc:docMk/>
            <pc:sldMk cId="615592541" sldId="373"/>
            <ac:inkMk id="17" creationId="{06274F75-3053-9645-A2A8-DF2DE6A3B538}"/>
          </ac:inkMkLst>
        </pc:inkChg>
        <pc:inkChg chg="add mod">
          <ac:chgData name="鈴木 秀規" userId="f68c5fd9-22d5-4c0a-9833-7fb0f5135313" providerId="ADAL" clId="{E98ED17A-7109-B540-9D8D-B21534B0C6CC}" dt="2020-12-03T01:13:00.256" v="4414"/>
          <ac:inkMkLst>
            <pc:docMk/>
            <pc:sldMk cId="615592541" sldId="373"/>
            <ac:inkMk id="18" creationId="{5D9D1CCC-7C4B-4F45-9E8C-46E7A461F224}"/>
          </ac:inkMkLst>
        </pc:inkChg>
        <pc:inkChg chg="add mod">
          <ac:chgData name="鈴木 秀規" userId="f68c5fd9-22d5-4c0a-9833-7fb0f5135313" providerId="ADAL" clId="{E98ED17A-7109-B540-9D8D-B21534B0C6CC}" dt="2020-12-03T01:13:00.256" v="4414"/>
          <ac:inkMkLst>
            <pc:docMk/>
            <pc:sldMk cId="615592541" sldId="373"/>
            <ac:inkMk id="19" creationId="{80067FE2-41C2-1547-839E-8D7B8C559F11}"/>
          </ac:inkMkLst>
        </pc:inkChg>
        <pc:inkChg chg="add mod">
          <ac:chgData name="鈴木 秀規" userId="f68c5fd9-22d5-4c0a-9833-7fb0f5135313" providerId="ADAL" clId="{E98ED17A-7109-B540-9D8D-B21534B0C6CC}" dt="2020-12-03T01:13:00.256" v="4414"/>
          <ac:inkMkLst>
            <pc:docMk/>
            <pc:sldMk cId="615592541" sldId="373"/>
            <ac:inkMk id="20" creationId="{F851E1F2-49C9-2445-9F7E-DE468F4F208B}"/>
          </ac:inkMkLst>
        </pc:inkChg>
        <pc:inkChg chg="add mod">
          <ac:chgData name="鈴木 秀規" userId="f68c5fd9-22d5-4c0a-9833-7fb0f5135313" providerId="ADAL" clId="{E98ED17A-7109-B540-9D8D-B21534B0C6CC}" dt="2020-12-03T01:13:00.256" v="4414"/>
          <ac:inkMkLst>
            <pc:docMk/>
            <pc:sldMk cId="615592541" sldId="373"/>
            <ac:inkMk id="22" creationId="{30A1AF40-AD9F-8C47-9E55-8A996B26915D}"/>
          </ac:inkMkLst>
        </pc:inkChg>
        <pc:inkChg chg="add mod">
          <ac:chgData name="鈴木 秀規" userId="f68c5fd9-22d5-4c0a-9833-7fb0f5135313" providerId="ADAL" clId="{E98ED17A-7109-B540-9D8D-B21534B0C6CC}" dt="2020-12-03T01:13:00.256" v="4414"/>
          <ac:inkMkLst>
            <pc:docMk/>
            <pc:sldMk cId="615592541" sldId="373"/>
            <ac:inkMk id="23" creationId="{B40EA742-73B3-364D-AA23-FB8590AC2207}"/>
          </ac:inkMkLst>
        </pc:inkChg>
        <pc:inkChg chg="add mod">
          <ac:chgData name="鈴木 秀規" userId="f68c5fd9-22d5-4c0a-9833-7fb0f5135313" providerId="ADAL" clId="{E98ED17A-7109-B540-9D8D-B21534B0C6CC}" dt="2020-12-03T01:13:00.256" v="4414"/>
          <ac:inkMkLst>
            <pc:docMk/>
            <pc:sldMk cId="615592541" sldId="373"/>
            <ac:inkMk id="24" creationId="{5795096A-74E9-234F-8BC6-A2B37FEC1E1B}"/>
          </ac:inkMkLst>
        </pc:inkChg>
        <pc:inkChg chg="add mod">
          <ac:chgData name="鈴木 秀規" userId="f68c5fd9-22d5-4c0a-9833-7fb0f5135313" providerId="ADAL" clId="{E98ED17A-7109-B540-9D8D-B21534B0C6CC}" dt="2020-12-03T01:13:00.256" v="4414"/>
          <ac:inkMkLst>
            <pc:docMk/>
            <pc:sldMk cId="615592541" sldId="373"/>
            <ac:inkMk id="26" creationId="{9B6B34F6-24F6-0845-A046-BBBEA60020BC}"/>
          </ac:inkMkLst>
        </pc:inkChg>
        <pc:inkChg chg="add mod">
          <ac:chgData name="鈴木 秀規" userId="f68c5fd9-22d5-4c0a-9833-7fb0f5135313" providerId="ADAL" clId="{E98ED17A-7109-B540-9D8D-B21534B0C6CC}" dt="2020-12-03T01:13:04.351" v="4419"/>
          <ac:inkMkLst>
            <pc:docMk/>
            <pc:sldMk cId="615592541" sldId="373"/>
            <ac:inkMk id="28" creationId="{12C4A5BC-67FB-BC4D-BC74-8AF6D08168AF}"/>
          </ac:inkMkLst>
        </pc:inkChg>
        <pc:inkChg chg="add mod">
          <ac:chgData name="鈴木 秀規" userId="f68c5fd9-22d5-4c0a-9833-7fb0f5135313" providerId="ADAL" clId="{E98ED17A-7109-B540-9D8D-B21534B0C6CC}" dt="2020-12-03T01:13:04.351" v="4419"/>
          <ac:inkMkLst>
            <pc:docMk/>
            <pc:sldMk cId="615592541" sldId="373"/>
            <ac:inkMk id="29" creationId="{6DAC1C2F-D9A4-1944-8C16-2751D238E4A6}"/>
          </ac:inkMkLst>
        </pc:inkChg>
        <pc:inkChg chg="add mod">
          <ac:chgData name="鈴木 秀規" userId="f68c5fd9-22d5-4c0a-9833-7fb0f5135313" providerId="ADAL" clId="{E98ED17A-7109-B540-9D8D-B21534B0C6CC}" dt="2020-12-03T01:13:04.351" v="4419"/>
          <ac:inkMkLst>
            <pc:docMk/>
            <pc:sldMk cId="615592541" sldId="373"/>
            <ac:inkMk id="30" creationId="{B951B618-8B83-0845-91F9-73B0D476A03E}"/>
          </ac:inkMkLst>
        </pc:inkChg>
        <pc:inkChg chg="add mod">
          <ac:chgData name="鈴木 秀規" userId="f68c5fd9-22d5-4c0a-9833-7fb0f5135313" providerId="ADAL" clId="{E98ED17A-7109-B540-9D8D-B21534B0C6CC}" dt="2020-12-03T01:13:04.351" v="4419"/>
          <ac:inkMkLst>
            <pc:docMk/>
            <pc:sldMk cId="615592541" sldId="373"/>
            <ac:inkMk id="31" creationId="{72845632-76A6-8147-A9AC-11489DA2606D}"/>
          </ac:inkMkLst>
        </pc:inkChg>
        <pc:inkChg chg="add mod">
          <ac:chgData name="鈴木 秀規" userId="f68c5fd9-22d5-4c0a-9833-7fb0f5135313" providerId="ADAL" clId="{E98ED17A-7109-B540-9D8D-B21534B0C6CC}" dt="2020-12-03T01:13:22.530" v="4437"/>
          <ac:inkMkLst>
            <pc:docMk/>
            <pc:sldMk cId="615592541" sldId="373"/>
            <ac:inkMk id="33" creationId="{327E1137-848C-0542-A008-A361377DC6B3}"/>
          </ac:inkMkLst>
        </pc:inkChg>
        <pc:inkChg chg="add mod">
          <ac:chgData name="鈴木 秀規" userId="f68c5fd9-22d5-4c0a-9833-7fb0f5135313" providerId="ADAL" clId="{E98ED17A-7109-B540-9D8D-B21534B0C6CC}" dt="2020-12-03T01:13:22.530" v="4437"/>
          <ac:inkMkLst>
            <pc:docMk/>
            <pc:sldMk cId="615592541" sldId="373"/>
            <ac:inkMk id="34" creationId="{04E87504-CE51-1647-BC33-8498586A5F99}"/>
          </ac:inkMkLst>
        </pc:inkChg>
        <pc:inkChg chg="add mod">
          <ac:chgData name="鈴木 秀規" userId="f68c5fd9-22d5-4c0a-9833-7fb0f5135313" providerId="ADAL" clId="{E98ED17A-7109-B540-9D8D-B21534B0C6CC}" dt="2020-12-03T01:13:22.530" v="4437"/>
          <ac:inkMkLst>
            <pc:docMk/>
            <pc:sldMk cId="615592541" sldId="373"/>
            <ac:inkMk id="36" creationId="{914ED145-23CC-D24F-B377-64500A97C9BD}"/>
          </ac:inkMkLst>
        </pc:inkChg>
        <pc:inkChg chg="add mod">
          <ac:chgData name="鈴木 秀規" userId="f68c5fd9-22d5-4c0a-9833-7fb0f5135313" providerId="ADAL" clId="{E98ED17A-7109-B540-9D8D-B21534B0C6CC}" dt="2020-12-03T01:13:22.530" v="4437"/>
          <ac:inkMkLst>
            <pc:docMk/>
            <pc:sldMk cId="615592541" sldId="373"/>
            <ac:inkMk id="37" creationId="{FA522D34-9A1E-3845-B98E-2AEBD709AF4C}"/>
          </ac:inkMkLst>
        </pc:inkChg>
        <pc:inkChg chg="add mod">
          <ac:chgData name="鈴木 秀規" userId="f68c5fd9-22d5-4c0a-9833-7fb0f5135313" providerId="ADAL" clId="{E98ED17A-7109-B540-9D8D-B21534B0C6CC}" dt="2020-12-03T01:13:22.530" v="4437"/>
          <ac:inkMkLst>
            <pc:docMk/>
            <pc:sldMk cId="615592541" sldId="373"/>
            <ac:inkMk id="38" creationId="{9066D749-49B2-DD47-A77B-9E073DE6E36E}"/>
          </ac:inkMkLst>
        </pc:inkChg>
        <pc:inkChg chg="add mod">
          <ac:chgData name="鈴木 秀規" userId="f68c5fd9-22d5-4c0a-9833-7fb0f5135313" providerId="ADAL" clId="{E98ED17A-7109-B540-9D8D-B21534B0C6CC}" dt="2020-12-03T01:13:22.530" v="4437"/>
          <ac:inkMkLst>
            <pc:docMk/>
            <pc:sldMk cId="615592541" sldId="373"/>
            <ac:inkMk id="39" creationId="{6D0E7CA8-6D0E-5D45-95BF-6DD492468F82}"/>
          </ac:inkMkLst>
        </pc:inkChg>
        <pc:inkChg chg="add mod">
          <ac:chgData name="鈴木 秀規" userId="f68c5fd9-22d5-4c0a-9833-7fb0f5135313" providerId="ADAL" clId="{E98ED17A-7109-B540-9D8D-B21534B0C6CC}" dt="2020-12-03T01:13:22.530" v="4437"/>
          <ac:inkMkLst>
            <pc:docMk/>
            <pc:sldMk cId="615592541" sldId="373"/>
            <ac:inkMk id="40" creationId="{EBE4CD0E-56F2-C94C-85BD-2F0E4734D0C6}"/>
          </ac:inkMkLst>
        </pc:inkChg>
        <pc:inkChg chg="add mod">
          <ac:chgData name="鈴木 秀規" userId="f68c5fd9-22d5-4c0a-9833-7fb0f5135313" providerId="ADAL" clId="{E98ED17A-7109-B540-9D8D-B21534B0C6CC}" dt="2020-12-03T01:13:22.530" v="4437"/>
          <ac:inkMkLst>
            <pc:docMk/>
            <pc:sldMk cId="615592541" sldId="373"/>
            <ac:inkMk id="41" creationId="{C0C2010C-9DF9-6F4D-954C-13A577A55AD1}"/>
          </ac:inkMkLst>
        </pc:inkChg>
        <pc:inkChg chg="add mod">
          <ac:chgData name="鈴木 秀規" userId="f68c5fd9-22d5-4c0a-9833-7fb0f5135313" providerId="ADAL" clId="{E98ED17A-7109-B540-9D8D-B21534B0C6CC}" dt="2020-12-03T01:13:22.530" v="4437"/>
          <ac:inkMkLst>
            <pc:docMk/>
            <pc:sldMk cId="615592541" sldId="373"/>
            <ac:inkMk id="42" creationId="{0625FF5C-52FE-9445-8BF7-0BA1D54C9A6F}"/>
          </ac:inkMkLst>
        </pc:inkChg>
        <pc:inkChg chg="add mod">
          <ac:chgData name="鈴木 秀規" userId="f68c5fd9-22d5-4c0a-9833-7fb0f5135313" providerId="ADAL" clId="{E98ED17A-7109-B540-9D8D-B21534B0C6CC}" dt="2020-12-03T01:13:22.530" v="4437"/>
          <ac:inkMkLst>
            <pc:docMk/>
            <pc:sldMk cId="615592541" sldId="373"/>
            <ac:inkMk id="43" creationId="{0F4A4156-4EB8-0B43-83C5-FC67006F1FDE}"/>
          </ac:inkMkLst>
        </pc:inkChg>
        <pc:inkChg chg="add mod">
          <ac:chgData name="鈴木 秀規" userId="f68c5fd9-22d5-4c0a-9833-7fb0f5135313" providerId="ADAL" clId="{E98ED17A-7109-B540-9D8D-B21534B0C6CC}" dt="2020-12-03T01:13:22.530" v="4437"/>
          <ac:inkMkLst>
            <pc:docMk/>
            <pc:sldMk cId="615592541" sldId="373"/>
            <ac:inkMk id="45" creationId="{588F4819-1DC0-1740-A4EF-E006190C5EEF}"/>
          </ac:inkMkLst>
        </pc:inkChg>
        <pc:inkChg chg="add mod">
          <ac:chgData name="鈴木 秀規" userId="f68c5fd9-22d5-4c0a-9833-7fb0f5135313" providerId="ADAL" clId="{E98ED17A-7109-B540-9D8D-B21534B0C6CC}" dt="2020-12-03T01:13:22.530" v="4437"/>
          <ac:inkMkLst>
            <pc:docMk/>
            <pc:sldMk cId="615592541" sldId="373"/>
            <ac:inkMk id="46" creationId="{E2E294BA-E2E1-1A41-AEFC-7921BD5BB7ED}"/>
          </ac:inkMkLst>
        </pc:inkChg>
        <pc:inkChg chg="add mod">
          <ac:chgData name="鈴木 秀規" userId="f68c5fd9-22d5-4c0a-9833-7fb0f5135313" providerId="ADAL" clId="{E98ED17A-7109-B540-9D8D-B21534B0C6CC}" dt="2020-12-03T01:13:25.226" v="4440"/>
          <ac:inkMkLst>
            <pc:docMk/>
            <pc:sldMk cId="615592541" sldId="373"/>
            <ac:inkMk id="47" creationId="{ADB155EE-7897-0340-A79E-B348072C7BAC}"/>
          </ac:inkMkLst>
        </pc:inkChg>
        <pc:inkChg chg="add mod">
          <ac:chgData name="鈴木 秀規" userId="f68c5fd9-22d5-4c0a-9833-7fb0f5135313" providerId="ADAL" clId="{E98ED17A-7109-B540-9D8D-B21534B0C6CC}" dt="2020-12-03T01:13:25.226" v="4440"/>
          <ac:inkMkLst>
            <pc:docMk/>
            <pc:sldMk cId="615592541" sldId="373"/>
            <ac:inkMk id="48" creationId="{602A42FD-E6A0-DE42-AADE-9BD997397654}"/>
          </ac:inkMkLst>
        </pc:inkChg>
        <pc:inkChg chg="add mod">
          <ac:chgData name="鈴木 秀規" userId="f68c5fd9-22d5-4c0a-9833-7fb0f5135313" providerId="ADAL" clId="{E98ED17A-7109-B540-9D8D-B21534B0C6CC}" dt="2020-12-03T01:13:25.226" v="4440"/>
          <ac:inkMkLst>
            <pc:docMk/>
            <pc:sldMk cId="615592541" sldId="373"/>
            <ac:inkMk id="49" creationId="{CB785C1E-0477-6F47-AED8-83ABC4D01D6C}"/>
          </ac:inkMkLst>
        </pc:inkChg>
        <pc:inkChg chg="add mod">
          <ac:chgData name="鈴木 秀規" userId="f68c5fd9-22d5-4c0a-9833-7fb0f5135313" providerId="ADAL" clId="{E98ED17A-7109-B540-9D8D-B21534B0C6CC}" dt="2020-12-03T01:13:25.226" v="4440"/>
          <ac:inkMkLst>
            <pc:docMk/>
            <pc:sldMk cId="615592541" sldId="373"/>
            <ac:inkMk id="52" creationId="{12C88632-5B91-3741-8EB2-3FC9DA49DBAA}"/>
          </ac:inkMkLst>
        </pc:inkChg>
        <pc:inkChg chg="add mod">
          <ac:chgData name="鈴木 秀規" userId="f68c5fd9-22d5-4c0a-9833-7fb0f5135313" providerId="ADAL" clId="{E98ED17A-7109-B540-9D8D-B21534B0C6CC}" dt="2020-12-03T01:13:25.226" v="4440"/>
          <ac:inkMkLst>
            <pc:docMk/>
            <pc:sldMk cId="615592541" sldId="373"/>
            <ac:inkMk id="53" creationId="{12F4DDED-0E09-5E49-992F-7534E6CC9135}"/>
          </ac:inkMkLst>
        </pc:inkChg>
      </pc:sldChg>
    </pc:docChg>
  </pc:docChgLst>
  <pc:docChgLst>
    <pc:chgData name="営業サーバ" userId="c35045ed-c185-45de-8f58-be20a28877d8" providerId="ADAL" clId="{034C929F-50EC-4052-8F50-398F27893DAE}"/>
    <pc:docChg chg="modSld">
      <pc:chgData name="営業サーバ" userId="c35045ed-c185-45de-8f58-be20a28877d8" providerId="ADAL" clId="{034C929F-50EC-4052-8F50-398F27893DAE}" dt="2020-11-26T07:12:51.982" v="0"/>
      <pc:docMkLst>
        <pc:docMk/>
      </pc:docMkLst>
      <pc:sldChg chg="modSp mod">
        <pc:chgData name="営業サーバ" userId="c35045ed-c185-45de-8f58-be20a28877d8" providerId="ADAL" clId="{034C929F-50EC-4052-8F50-398F27893DAE}" dt="2020-11-26T07:12:51.982" v="0"/>
        <pc:sldMkLst>
          <pc:docMk/>
          <pc:sldMk cId="0" sldId="256"/>
        </pc:sldMkLst>
        <pc:spChg chg="mod">
          <ac:chgData name="営業サーバ" userId="c35045ed-c185-45de-8f58-be20a28877d8" providerId="ADAL" clId="{034C929F-50EC-4052-8F50-398F27893DAE}" dt="2020-11-26T07:12:51.982" v="0"/>
          <ac:spMkLst>
            <pc:docMk/>
            <pc:sldMk cId="0" sldId="256"/>
            <ac:spMk id="56" creationId="{00000000-0000-0000-0000-000000000000}"/>
          </ac:spMkLst>
        </pc:spChg>
      </pc:sldChg>
    </pc:docChg>
  </pc:docChgLst>
  <pc:docChgLst>
    <pc:chgData name="鈴木 秀規" userId="S::h_suzuki@rhizome01.onmicrosoft.com::f68c5fd9-22d5-4c0a-9833-7fb0f5135313" providerId="AD" clId="Web-{41084A8C-A0A3-CA0D-2EC9-61FD28899570}"/>
    <pc:docChg chg="modSld">
      <pc:chgData name="鈴木 秀規" userId="S::h_suzuki@rhizome01.onmicrosoft.com::f68c5fd9-22d5-4c0a-9833-7fb0f5135313" providerId="AD" clId="Web-{41084A8C-A0A3-CA0D-2EC9-61FD28899570}" dt="2020-12-02T01:37:22.114" v="88" actId="20577"/>
      <pc:docMkLst>
        <pc:docMk/>
      </pc:docMkLst>
      <pc:sldChg chg="modSp">
        <pc:chgData name="鈴木 秀規" userId="S::h_suzuki@rhizome01.onmicrosoft.com::f68c5fd9-22d5-4c0a-9833-7fb0f5135313" providerId="AD" clId="Web-{41084A8C-A0A3-CA0D-2EC9-61FD28899570}" dt="2020-12-02T01:17:04.208" v="9" actId="20577"/>
        <pc:sldMkLst>
          <pc:docMk/>
          <pc:sldMk cId="0" sldId="256"/>
        </pc:sldMkLst>
        <pc:spChg chg="mod">
          <ac:chgData name="鈴木 秀規" userId="S::h_suzuki@rhizome01.onmicrosoft.com::f68c5fd9-22d5-4c0a-9833-7fb0f5135313" providerId="AD" clId="Web-{41084A8C-A0A3-CA0D-2EC9-61FD28899570}" dt="2020-12-02T01:17:04.208" v="9" actId="20577"/>
          <ac:spMkLst>
            <pc:docMk/>
            <pc:sldMk cId="0" sldId="256"/>
            <ac:spMk id="56" creationId="{00000000-0000-0000-0000-000000000000}"/>
          </ac:spMkLst>
        </pc:spChg>
      </pc:sldChg>
      <pc:sldChg chg="modSp">
        <pc:chgData name="鈴木 秀規" userId="S::h_suzuki@rhizome01.onmicrosoft.com::f68c5fd9-22d5-4c0a-9833-7fb0f5135313" providerId="AD" clId="Web-{41084A8C-A0A3-CA0D-2EC9-61FD28899570}" dt="2020-12-02T01:35:43.811" v="67" actId="20577"/>
        <pc:sldMkLst>
          <pc:docMk/>
          <pc:sldMk cId="1678292941" sldId="359"/>
        </pc:sldMkLst>
        <pc:spChg chg="mod">
          <ac:chgData name="鈴木 秀規" userId="S::h_suzuki@rhizome01.onmicrosoft.com::f68c5fd9-22d5-4c0a-9833-7fb0f5135313" providerId="AD" clId="Web-{41084A8C-A0A3-CA0D-2EC9-61FD28899570}" dt="2020-12-02T01:35:43.811" v="67" actId="20577"/>
          <ac:spMkLst>
            <pc:docMk/>
            <pc:sldMk cId="1678292941" sldId="359"/>
            <ac:spMk id="5" creationId="{9FB73B72-EC40-4233-BAB1-83ECFE5A4DD1}"/>
          </ac:spMkLst>
        </pc:spChg>
      </pc:sldChg>
      <pc:sldChg chg="modSp">
        <pc:chgData name="鈴木 秀規" userId="S::h_suzuki@rhizome01.onmicrosoft.com::f68c5fd9-22d5-4c0a-9833-7fb0f5135313" providerId="AD" clId="Web-{41084A8C-A0A3-CA0D-2EC9-61FD28899570}" dt="2020-12-02T01:37:22.114" v="87" actId="20577"/>
        <pc:sldMkLst>
          <pc:docMk/>
          <pc:sldMk cId="1668843990" sldId="360"/>
        </pc:sldMkLst>
        <pc:spChg chg="mod">
          <ac:chgData name="鈴木 秀規" userId="S::h_suzuki@rhizome01.onmicrosoft.com::f68c5fd9-22d5-4c0a-9833-7fb0f5135313" providerId="AD" clId="Web-{41084A8C-A0A3-CA0D-2EC9-61FD28899570}" dt="2020-12-02T01:37:22.114" v="87" actId="20577"/>
          <ac:spMkLst>
            <pc:docMk/>
            <pc:sldMk cId="1668843990" sldId="360"/>
            <ac:spMk id="9" creationId="{A4832727-EA7F-44D6-A9F2-E4AE0246960A}"/>
          </ac:spMkLst>
        </pc:spChg>
      </pc:sldChg>
    </pc:docChg>
  </pc:docChgLst>
  <pc:docChgLst>
    <pc:chgData name="鈴木 秀規" userId="f68c5fd9-22d5-4c0a-9833-7fb0f5135313" providerId="ADAL" clId="{AF96CCF2-A840-4D79-B969-C063CAB364A1}"/>
    <pc:docChg chg="modSld">
      <pc:chgData name="鈴木 秀規" userId="f68c5fd9-22d5-4c0a-9833-7fb0f5135313" providerId="ADAL" clId="{AF96CCF2-A840-4D79-B969-C063CAB364A1}" dt="2020-12-10T05:20:41.835" v="381" actId="5793"/>
      <pc:docMkLst>
        <pc:docMk/>
      </pc:docMkLst>
      <pc:sldChg chg="modSp mod">
        <pc:chgData name="鈴木 秀規" userId="f68c5fd9-22d5-4c0a-9833-7fb0f5135313" providerId="ADAL" clId="{AF96CCF2-A840-4D79-B969-C063CAB364A1}" dt="2020-12-10T05:16:41.920" v="277" actId="207"/>
        <pc:sldMkLst>
          <pc:docMk/>
          <pc:sldMk cId="510692425" sldId="259"/>
        </pc:sldMkLst>
        <pc:spChg chg="mod">
          <ac:chgData name="鈴木 秀規" userId="f68c5fd9-22d5-4c0a-9833-7fb0f5135313" providerId="ADAL" clId="{AF96CCF2-A840-4D79-B969-C063CAB364A1}" dt="2020-12-10T05:16:41.920" v="277" actId="207"/>
          <ac:spMkLst>
            <pc:docMk/>
            <pc:sldMk cId="510692425" sldId="259"/>
            <ac:spMk id="10" creationId="{3E5F57E8-1388-43AE-8DB4-00724FCD3EB3}"/>
          </ac:spMkLst>
        </pc:spChg>
      </pc:sldChg>
      <pc:sldChg chg="modSp mod">
        <pc:chgData name="鈴木 秀規" userId="f68c5fd9-22d5-4c0a-9833-7fb0f5135313" providerId="ADAL" clId="{AF96CCF2-A840-4D79-B969-C063CAB364A1}" dt="2020-12-10T05:14:37.944" v="120"/>
        <pc:sldMkLst>
          <pc:docMk/>
          <pc:sldMk cId="1668843990" sldId="360"/>
        </pc:sldMkLst>
        <pc:spChg chg="mod">
          <ac:chgData name="鈴木 秀規" userId="f68c5fd9-22d5-4c0a-9833-7fb0f5135313" providerId="ADAL" clId="{AF96CCF2-A840-4D79-B969-C063CAB364A1}" dt="2020-12-10T05:14:37.944" v="120"/>
          <ac:spMkLst>
            <pc:docMk/>
            <pc:sldMk cId="1668843990" sldId="360"/>
            <ac:spMk id="9" creationId="{A4832727-EA7F-44D6-A9F2-E4AE0246960A}"/>
          </ac:spMkLst>
        </pc:spChg>
      </pc:sldChg>
      <pc:sldChg chg="modSp mod">
        <pc:chgData name="鈴木 秀規" userId="f68c5fd9-22d5-4c0a-9833-7fb0f5135313" providerId="ADAL" clId="{AF96CCF2-A840-4D79-B969-C063CAB364A1}" dt="2020-12-10T05:15:57.439" v="239" actId="20577"/>
        <pc:sldMkLst>
          <pc:docMk/>
          <pc:sldMk cId="267129399" sldId="361"/>
        </pc:sldMkLst>
        <pc:spChg chg="mod">
          <ac:chgData name="鈴木 秀規" userId="f68c5fd9-22d5-4c0a-9833-7fb0f5135313" providerId="ADAL" clId="{AF96CCF2-A840-4D79-B969-C063CAB364A1}" dt="2020-12-10T05:15:57.439" v="239" actId="20577"/>
          <ac:spMkLst>
            <pc:docMk/>
            <pc:sldMk cId="267129399" sldId="361"/>
            <ac:spMk id="6" creationId="{D0F3BEAC-A5EA-4EE4-95C7-0AEC1107FD29}"/>
          </ac:spMkLst>
        </pc:spChg>
      </pc:sldChg>
      <pc:sldChg chg="modSp mod">
        <pc:chgData name="鈴木 秀規" userId="f68c5fd9-22d5-4c0a-9833-7fb0f5135313" providerId="ADAL" clId="{AF96CCF2-A840-4D79-B969-C063CAB364A1}" dt="2020-12-10T05:19:40.511" v="338" actId="207"/>
        <pc:sldMkLst>
          <pc:docMk/>
          <pc:sldMk cId="3018498330" sldId="369"/>
        </pc:sldMkLst>
        <pc:spChg chg="mod">
          <ac:chgData name="鈴木 秀規" userId="f68c5fd9-22d5-4c0a-9833-7fb0f5135313" providerId="ADAL" clId="{AF96CCF2-A840-4D79-B969-C063CAB364A1}" dt="2020-12-10T05:19:40.511" v="338" actId="207"/>
          <ac:spMkLst>
            <pc:docMk/>
            <pc:sldMk cId="3018498330" sldId="369"/>
            <ac:spMk id="5" creationId="{6B35BADF-F225-2348-897F-AF9752777AC5}"/>
          </ac:spMkLst>
        </pc:spChg>
      </pc:sldChg>
      <pc:sldChg chg="modSp mod">
        <pc:chgData name="鈴木 秀規" userId="f68c5fd9-22d5-4c0a-9833-7fb0f5135313" providerId="ADAL" clId="{AF96CCF2-A840-4D79-B969-C063CAB364A1}" dt="2020-12-10T05:20:41.835" v="381" actId="5793"/>
        <pc:sldMkLst>
          <pc:docMk/>
          <pc:sldMk cId="3805279594" sldId="370"/>
        </pc:sldMkLst>
        <pc:spChg chg="mod">
          <ac:chgData name="鈴木 秀規" userId="f68c5fd9-22d5-4c0a-9833-7fb0f5135313" providerId="ADAL" clId="{AF96CCF2-A840-4D79-B969-C063CAB364A1}" dt="2020-12-10T05:20:41.835" v="381" actId="5793"/>
          <ac:spMkLst>
            <pc:docMk/>
            <pc:sldMk cId="3805279594" sldId="370"/>
            <ac:spMk id="5" creationId="{D9D24A15-605C-D342-9DF6-15A80C8E63C7}"/>
          </ac:spMkLst>
        </pc:spChg>
      </pc:sldChg>
      <pc:sldChg chg="modSp mod">
        <pc:chgData name="鈴木 秀規" userId="f68c5fd9-22d5-4c0a-9833-7fb0f5135313" providerId="ADAL" clId="{AF96CCF2-A840-4D79-B969-C063CAB364A1}" dt="2020-12-10T05:20:03.861" v="347" actId="20577"/>
        <pc:sldMkLst>
          <pc:docMk/>
          <pc:sldMk cId="2800751255" sldId="371"/>
        </pc:sldMkLst>
        <pc:spChg chg="mod">
          <ac:chgData name="鈴木 秀規" userId="f68c5fd9-22d5-4c0a-9833-7fb0f5135313" providerId="ADAL" clId="{AF96CCF2-A840-4D79-B969-C063CAB364A1}" dt="2020-12-10T05:20:03.861" v="347" actId="20577"/>
          <ac:spMkLst>
            <pc:docMk/>
            <pc:sldMk cId="2800751255" sldId="371"/>
            <ac:spMk id="5" creationId="{199D3E35-553D-E34C-ABB7-3B8D9DB70C07}"/>
          </ac:spMkLst>
        </pc:spChg>
      </pc:sldChg>
    </pc:docChg>
  </pc:docChgLst>
  <pc:docChgLst>
    <pc:chgData name="鈴木 秀規" userId="f68c5fd9-22d5-4c0a-9833-7fb0f5135313" providerId="ADAL" clId="{B600404B-B4AC-BA48-ABCA-42DD293133BE}"/>
    <pc:docChg chg="undo custSel addSld delSld modSld sldOrd">
      <pc:chgData name="鈴木 秀規" userId="f68c5fd9-22d5-4c0a-9833-7fb0f5135313" providerId="ADAL" clId="{B600404B-B4AC-BA48-ABCA-42DD293133BE}" dt="2020-12-02T08:19:39.228" v="9351" actId="6549"/>
      <pc:docMkLst>
        <pc:docMk/>
      </pc:docMkLst>
      <pc:sldChg chg="addSp delSp modSp mod">
        <pc:chgData name="鈴木 秀規" userId="f68c5fd9-22d5-4c0a-9833-7fb0f5135313" providerId="ADAL" clId="{B600404B-B4AC-BA48-ABCA-42DD293133BE}" dt="2020-12-02T04:54:04.684" v="4077" actId="12"/>
        <pc:sldMkLst>
          <pc:docMk/>
          <pc:sldMk cId="510692425" sldId="259"/>
        </pc:sldMkLst>
        <pc:spChg chg="add mod">
          <ac:chgData name="鈴木 秀規" userId="f68c5fd9-22d5-4c0a-9833-7fb0f5135313" providerId="ADAL" clId="{B600404B-B4AC-BA48-ABCA-42DD293133BE}" dt="2020-12-02T02:23:27.049" v="1554" actId="14100"/>
          <ac:spMkLst>
            <pc:docMk/>
            <pc:sldMk cId="510692425" sldId="259"/>
            <ac:spMk id="2" creationId="{DC201A77-6CED-B64F-B3B1-47082D385545}"/>
          </ac:spMkLst>
        </pc:spChg>
        <pc:spChg chg="add del mod">
          <ac:chgData name="鈴木 秀規" userId="f68c5fd9-22d5-4c0a-9833-7fb0f5135313" providerId="ADAL" clId="{B600404B-B4AC-BA48-ABCA-42DD293133BE}" dt="2020-12-02T02:09:33.143" v="746" actId="478"/>
          <ac:spMkLst>
            <pc:docMk/>
            <pc:sldMk cId="510692425" sldId="259"/>
            <ac:spMk id="3" creationId="{CC3BEACF-542D-8D43-8EB6-E67A6836736E}"/>
          </ac:spMkLst>
        </pc:spChg>
        <pc:spChg chg="add mod">
          <ac:chgData name="鈴木 秀規" userId="f68c5fd9-22d5-4c0a-9833-7fb0f5135313" providerId="ADAL" clId="{B600404B-B4AC-BA48-ABCA-42DD293133BE}" dt="2020-12-02T02:11:22.858" v="766" actId="122"/>
          <ac:spMkLst>
            <pc:docMk/>
            <pc:sldMk cId="510692425" sldId="259"/>
            <ac:spMk id="4" creationId="{727D21BD-9F31-F24E-B765-050B498880B7}"/>
          </ac:spMkLst>
        </pc:spChg>
        <pc:spChg chg="mod">
          <ac:chgData name="鈴木 秀規" userId="f68c5fd9-22d5-4c0a-9833-7fb0f5135313" providerId="ADAL" clId="{B600404B-B4AC-BA48-ABCA-42DD293133BE}" dt="2020-12-02T01:49:22.837" v="702" actId="114"/>
          <ac:spMkLst>
            <pc:docMk/>
            <pc:sldMk cId="510692425" sldId="259"/>
            <ac:spMk id="7" creationId="{26125C28-3058-490D-92C2-94CB56CB505F}"/>
          </ac:spMkLst>
        </pc:spChg>
        <pc:spChg chg="add del mod">
          <ac:chgData name="鈴木 秀規" userId="f68c5fd9-22d5-4c0a-9833-7fb0f5135313" providerId="ADAL" clId="{B600404B-B4AC-BA48-ABCA-42DD293133BE}" dt="2020-12-02T04:54:04.684" v="4077" actId="12"/>
          <ac:spMkLst>
            <pc:docMk/>
            <pc:sldMk cId="510692425" sldId="259"/>
            <ac:spMk id="9" creationId="{14E1B7D8-B324-1D47-BB93-2B20562C44B8}"/>
          </ac:spMkLst>
        </pc:spChg>
        <pc:spChg chg="mod">
          <ac:chgData name="鈴木 秀規" userId="f68c5fd9-22d5-4c0a-9833-7fb0f5135313" providerId="ADAL" clId="{B600404B-B4AC-BA48-ABCA-42DD293133BE}" dt="2020-12-02T02:28:29.305" v="1762" actId="14100"/>
          <ac:spMkLst>
            <pc:docMk/>
            <pc:sldMk cId="510692425" sldId="259"/>
            <ac:spMk id="10" creationId="{3E5F57E8-1388-43AE-8DB4-00724FCD3EB3}"/>
          </ac:spMkLst>
        </pc:spChg>
        <pc:spChg chg="add del mod">
          <ac:chgData name="鈴木 秀規" userId="f68c5fd9-22d5-4c0a-9833-7fb0f5135313" providerId="ADAL" clId="{B600404B-B4AC-BA48-ABCA-42DD293133BE}" dt="2020-12-02T04:27:55.213" v="2673" actId="478"/>
          <ac:spMkLst>
            <pc:docMk/>
            <pc:sldMk cId="510692425" sldId="259"/>
            <ac:spMk id="11" creationId="{E2E00357-82C8-894B-AEA7-3E016C1C75A3}"/>
          </ac:spMkLst>
        </pc:spChg>
        <pc:spChg chg="add del mod">
          <ac:chgData name="鈴木 秀規" userId="f68c5fd9-22d5-4c0a-9833-7fb0f5135313" providerId="ADAL" clId="{B600404B-B4AC-BA48-ABCA-42DD293133BE}" dt="2020-12-02T02:29:58.865" v="1775" actId="478"/>
          <ac:spMkLst>
            <pc:docMk/>
            <pc:sldMk cId="510692425" sldId="259"/>
            <ac:spMk id="12" creationId="{AA4BC16F-B774-2548-9D76-CEAC3ACF35C6}"/>
          </ac:spMkLst>
        </pc:spChg>
        <pc:spChg chg="add del mod">
          <ac:chgData name="鈴木 秀規" userId="f68c5fd9-22d5-4c0a-9833-7fb0f5135313" providerId="ADAL" clId="{B600404B-B4AC-BA48-ABCA-42DD293133BE}" dt="2020-12-02T04:27:55.213" v="2673" actId="478"/>
          <ac:spMkLst>
            <pc:docMk/>
            <pc:sldMk cId="510692425" sldId="259"/>
            <ac:spMk id="13" creationId="{B973EC8C-CE64-954A-8E60-CEA7F2605A1C}"/>
          </ac:spMkLst>
        </pc:spChg>
        <pc:spChg chg="add del mod">
          <ac:chgData name="鈴木 秀規" userId="f68c5fd9-22d5-4c0a-9833-7fb0f5135313" providerId="ADAL" clId="{B600404B-B4AC-BA48-ABCA-42DD293133BE}" dt="2020-12-02T04:27:55.213" v="2673" actId="478"/>
          <ac:spMkLst>
            <pc:docMk/>
            <pc:sldMk cId="510692425" sldId="259"/>
            <ac:spMk id="14" creationId="{3CA950C9-C4F5-7543-BD2D-DFCE2F576188}"/>
          </ac:spMkLst>
        </pc:spChg>
        <pc:spChg chg="add del mod">
          <ac:chgData name="鈴木 秀規" userId="f68c5fd9-22d5-4c0a-9833-7fb0f5135313" providerId="ADAL" clId="{B600404B-B4AC-BA48-ABCA-42DD293133BE}" dt="2020-12-02T04:27:55.213" v="2673" actId="478"/>
          <ac:spMkLst>
            <pc:docMk/>
            <pc:sldMk cId="510692425" sldId="259"/>
            <ac:spMk id="15" creationId="{ED5AD4F3-B985-664A-86AC-B10F1F90B886}"/>
          </ac:spMkLst>
        </pc:spChg>
        <pc:spChg chg="add mod">
          <ac:chgData name="鈴木 秀規" userId="f68c5fd9-22d5-4c0a-9833-7fb0f5135313" providerId="ADAL" clId="{B600404B-B4AC-BA48-ABCA-42DD293133BE}" dt="2020-12-02T04:28:23.990" v="2714" actId="20577"/>
          <ac:spMkLst>
            <pc:docMk/>
            <pc:sldMk cId="510692425" sldId="259"/>
            <ac:spMk id="16" creationId="{15D20A36-4487-7441-AAC0-662645AC7C25}"/>
          </ac:spMkLst>
        </pc:spChg>
        <pc:grpChg chg="add">
          <ac:chgData name="鈴木 秀規" userId="f68c5fd9-22d5-4c0a-9833-7fb0f5135313" providerId="ADAL" clId="{B600404B-B4AC-BA48-ABCA-42DD293133BE}" dt="2020-12-02T02:13:59.325" v="791" actId="164"/>
          <ac:grpSpMkLst>
            <pc:docMk/>
            <pc:sldMk cId="510692425" sldId="259"/>
            <ac:grpSpMk id="8" creationId="{6ADB31C3-0BE2-AE4F-A979-FDA1F14C8FD1}"/>
          </ac:grpSpMkLst>
        </pc:grpChg>
      </pc:sldChg>
      <pc:sldChg chg="addSp delSp modSp mod modClrScheme chgLayout">
        <pc:chgData name="鈴木 秀規" userId="f68c5fd9-22d5-4c0a-9833-7fb0f5135313" providerId="ADAL" clId="{B600404B-B4AC-BA48-ABCA-42DD293133BE}" dt="2020-12-02T05:50:50.043" v="6319" actId="20577"/>
        <pc:sldMkLst>
          <pc:docMk/>
          <pc:sldMk cId="1511176286" sldId="261"/>
        </pc:sldMkLst>
        <pc:spChg chg="add mod ord">
          <ac:chgData name="鈴木 秀規" userId="f68c5fd9-22d5-4c0a-9833-7fb0f5135313" providerId="ADAL" clId="{B600404B-B4AC-BA48-ABCA-42DD293133BE}" dt="2020-12-02T05:50:50.043" v="6319" actId="20577"/>
          <ac:spMkLst>
            <pc:docMk/>
            <pc:sldMk cId="1511176286" sldId="261"/>
            <ac:spMk id="3" creationId="{0B12D7F3-A5C2-B94D-B5AC-293A43E6E105}"/>
          </ac:spMkLst>
        </pc:spChg>
        <pc:spChg chg="add del mod ord">
          <ac:chgData name="鈴木 秀規" userId="f68c5fd9-22d5-4c0a-9833-7fb0f5135313" providerId="ADAL" clId="{B600404B-B4AC-BA48-ABCA-42DD293133BE}" dt="2020-12-02T04:14:35.860" v="2005" actId="478"/>
          <ac:spMkLst>
            <pc:docMk/>
            <pc:sldMk cId="1511176286" sldId="261"/>
            <ac:spMk id="4" creationId="{E852CDE0-AA4B-314A-B85C-A782B80C00D9}"/>
          </ac:spMkLst>
        </pc:spChg>
        <pc:spChg chg="mod ord">
          <ac:chgData name="鈴木 秀規" userId="f68c5fd9-22d5-4c0a-9833-7fb0f5135313" providerId="ADAL" clId="{B600404B-B4AC-BA48-ABCA-42DD293133BE}" dt="2020-12-02T04:20:15.484" v="2178" actId="6264"/>
          <ac:spMkLst>
            <pc:docMk/>
            <pc:sldMk cId="1511176286" sldId="261"/>
            <ac:spMk id="5" creationId="{A3029779-EAC3-4C79-8D54-6C50A59BB25F}"/>
          </ac:spMkLst>
        </pc:spChg>
        <pc:spChg chg="mod ord">
          <ac:chgData name="鈴木 秀規" userId="f68c5fd9-22d5-4c0a-9833-7fb0f5135313" providerId="ADAL" clId="{B600404B-B4AC-BA48-ABCA-42DD293133BE}" dt="2020-12-02T04:20:15.484" v="2178" actId="6264"/>
          <ac:spMkLst>
            <pc:docMk/>
            <pc:sldMk cId="1511176286" sldId="261"/>
            <ac:spMk id="6" creationId="{93CAF3DF-C091-49F3-9A99-6DC437D36896}"/>
          </ac:spMkLst>
        </pc:spChg>
        <pc:spChg chg="mod ord">
          <ac:chgData name="鈴木 秀規" userId="f68c5fd9-22d5-4c0a-9833-7fb0f5135313" providerId="ADAL" clId="{B600404B-B4AC-BA48-ABCA-42DD293133BE}" dt="2020-12-02T05:50:12.152" v="6260" actId="114"/>
          <ac:spMkLst>
            <pc:docMk/>
            <pc:sldMk cId="1511176286" sldId="261"/>
            <ac:spMk id="7" creationId="{26125C28-3058-490D-92C2-94CB56CB505F}"/>
          </ac:spMkLst>
        </pc:spChg>
        <pc:spChg chg="add del mod ord">
          <ac:chgData name="鈴木 秀規" userId="f68c5fd9-22d5-4c0a-9833-7fb0f5135313" providerId="ADAL" clId="{B600404B-B4AC-BA48-ABCA-42DD293133BE}" dt="2020-12-02T04:18:39.054" v="2164" actId="6264"/>
          <ac:spMkLst>
            <pc:docMk/>
            <pc:sldMk cId="1511176286" sldId="261"/>
            <ac:spMk id="9" creationId="{C3192905-400E-EF41-AE20-89458CD96150}"/>
          </ac:spMkLst>
        </pc:spChg>
        <pc:spChg chg="del mod">
          <ac:chgData name="鈴木 秀規" userId="f68c5fd9-22d5-4c0a-9833-7fb0f5135313" providerId="ADAL" clId="{B600404B-B4AC-BA48-ABCA-42DD293133BE}" dt="2020-12-02T04:08:41.396" v="1831" actId="700"/>
          <ac:spMkLst>
            <pc:docMk/>
            <pc:sldMk cId="1511176286" sldId="261"/>
            <ac:spMk id="10" creationId="{3E5F57E8-1388-43AE-8DB4-00724FCD3EB3}"/>
          </ac:spMkLst>
        </pc:spChg>
        <pc:spChg chg="add del mod">
          <ac:chgData name="鈴木 秀規" userId="f68c5fd9-22d5-4c0a-9833-7fb0f5135313" providerId="ADAL" clId="{B600404B-B4AC-BA48-ABCA-42DD293133BE}" dt="2020-12-02T04:18:39.054" v="2164" actId="6264"/>
          <ac:spMkLst>
            <pc:docMk/>
            <pc:sldMk cId="1511176286" sldId="261"/>
            <ac:spMk id="11" creationId="{F5A7CD29-DF2C-2649-8D6C-D9CD9FFF89EE}"/>
          </ac:spMkLst>
        </pc:spChg>
        <pc:spChg chg="add del mod">
          <ac:chgData name="鈴木 秀規" userId="f68c5fd9-22d5-4c0a-9833-7fb0f5135313" providerId="ADAL" clId="{B600404B-B4AC-BA48-ABCA-42DD293133BE}" dt="2020-12-02T04:18:39.054" v="2164" actId="6264"/>
          <ac:spMkLst>
            <pc:docMk/>
            <pc:sldMk cId="1511176286" sldId="261"/>
            <ac:spMk id="12" creationId="{00BB7E62-BEF6-014D-B3C4-5CD6A5EF82A6}"/>
          </ac:spMkLst>
        </pc:spChg>
        <pc:spChg chg="add del mod">
          <ac:chgData name="鈴木 秀規" userId="f68c5fd9-22d5-4c0a-9833-7fb0f5135313" providerId="ADAL" clId="{B600404B-B4AC-BA48-ABCA-42DD293133BE}" dt="2020-12-02T04:18:39.054" v="2164" actId="6264"/>
          <ac:spMkLst>
            <pc:docMk/>
            <pc:sldMk cId="1511176286" sldId="261"/>
            <ac:spMk id="13" creationId="{CC291E27-F70F-4A45-B050-7EDC3A665555}"/>
          </ac:spMkLst>
        </pc:spChg>
        <pc:spChg chg="add del mod">
          <ac:chgData name="鈴木 秀規" userId="f68c5fd9-22d5-4c0a-9833-7fb0f5135313" providerId="ADAL" clId="{B600404B-B4AC-BA48-ABCA-42DD293133BE}" dt="2020-12-02T04:18:39.054" v="2164" actId="6264"/>
          <ac:spMkLst>
            <pc:docMk/>
            <pc:sldMk cId="1511176286" sldId="261"/>
            <ac:spMk id="14" creationId="{904467C0-5C51-654B-BEBF-953CC27972D7}"/>
          </ac:spMkLst>
        </pc:spChg>
        <pc:spChg chg="add del mod ord">
          <ac:chgData name="鈴木 秀規" userId="f68c5fd9-22d5-4c0a-9833-7fb0f5135313" providerId="ADAL" clId="{B600404B-B4AC-BA48-ABCA-42DD293133BE}" dt="2020-12-02T04:18:51.543" v="2165" actId="700"/>
          <ac:spMkLst>
            <pc:docMk/>
            <pc:sldMk cId="1511176286" sldId="261"/>
            <ac:spMk id="15" creationId="{EC25E2CB-2FED-5943-9A3F-BD1999E6F085}"/>
          </ac:spMkLst>
        </pc:spChg>
        <pc:spChg chg="add mod">
          <ac:chgData name="鈴木 秀規" userId="f68c5fd9-22d5-4c0a-9833-7fb0f5135313" providerId="ADAL" clId="{B600404B-B4AC-BA48-ABCA-42DD293133BE}" dt="2020-12-02T04:20:06.076" v="2176" actId="242"/>
          <ac:spMkLst>
            <pc:docMk/>
            <pc:sldMk cId="1511176286" sldId="261"/>
            <ac:spMk id="16" creationId="{3D3083A4-EDBD-F44F-B749-8C32843AE7E8}"/>
          </ac:spMkLst>
        </pc:spChg>
        <pc:spChg chg="add del mod">
          <ac:chgData name="鈴木 秀規" userId="f68c5fd9-22d5-4c0a-9833-7fb0f5135313" providerId="ADAL" clId="{B600404B-B4AC-BA48-ABCA-42DD293133BE}" dt="2020-12-02T04:20:15.484" v="2178" actId="6264"/>
          <ac:spMkLst>
            <pc:docMk/>
            <pc:sldMk cId="1511176286" sldId="261"/>
            <ac:spMk id="17" creationId="{B7EEAD20-B52E-C84D-BA41-A4B13D35618D}"/>
          </ac:spMkLst>
        </pc:spChg>
        <pc:spChg chg="add del mod">
          <ac:chgData name="鈴木 秀規" userId="f68c5fd9-22d5-4c0a-9833-7fb0f5135313" providerId="ADAL" clId="{B600404B-B4AC-BA48-ABCA-42DD293133BE}" dt="2020-12-02T04:20:15.484" v="2178" actId="6264"/>
          <ac:spMkLst>
            <pc:docMk/>
            <pc:sldMk cId="1511176286" sldId="261"/>
            <ac:spMk id="18" creationId="{40B8B8CE-4432-2546-8F34-537F5F02040C}"/>
          </ac:spMkLst>
        </pc:spChg>
        <pc:spChg chg="add del mod">
          <ac:chgData name="鈴木 秀規" userId="f68c5fd9-22d5-4c0a-9833-7fb0f5135313" providerId="ADAL" clId="{B600404B-B4AC-BA48-ABCA-42DD293133BE}" dt="2020-12-02T04:20:15.484" v="2178" actId="6264"/>
          <ac:spMkLst>
            <pc:docMk/>
            <pc:sldMk cId="1511176286" sldId="261"/>
            <ac:spMk id="19" creationId="{43D5AFBE-3129-1040-8963-822EAB0C5BD8}"/>
          </ac:spMkLst>
        </pc:spChg>
        <pc:spChg chg="add del mod">
          <ac:chgData name="鈴木 秀規" userId="f68c5fd9-22d5-4c0a-9833-7fb0f5135313" providerId="ADAL" clId="{B600404B-B4AC-BA48-ABCA-42DD293133BE}" dt="2020-12-02T04:20:15.484" v="2178" actId="6264"/>
          <ac:spMkLst>
            <pc:docMk/>
            <pc:sldMk cId="1511176286" sldId="261"/>
            <ac:spMk id="20" creationId="{2F0831C7-3517-C74B-BAB4-5369133A2678}"/>
          </ac:spMkLst>
        </pc:spChg>
        <pc:graphicFrameChg chg="add del mod modGraphic">
          <ac:chgData name="鈴木 秀規" userId="f68c5fd9-22d5-4c0a-9833-7fb0f5135313" providerId="ADAL" clId="{B600404B-B4AC-BA48-ABCA-42DD293133BE}" dt="2020-12-02T04:13:51.067" v="1969" actId="478"/>
          <ac:graphicFrameMkLst>
            <pc:docMk/>
            <pc:sldMk cId="1511176286" sldId="261"/>
            <ac:graphicFrameMk id="2" creationId="{498EC15B-77CB-D94B-ABA0-F0F409B243C6}"/>
          </ac:graphicFrameMkLst>
        </pc:graphicFrameChg>
        <pc:graphicFrameChg chg="add mod modGraphic">
          <ac:chgData name="鈴木 秀規" userId="f68c5fd9-22d5-4c0a-9833-7fb0f5135313" providerId="ADAL" clId="{B600404B-B4AC-BA48-ABCA-42DD293133BE}" dt="2020-12-02T04:42:16.648" v="3412" actId="20577"/>
          <ac:graphicFrameMkLst>
            <pc:docMk/>
            <pc:sldMk cId="1511176286" sldId="261"/>
            <ac:graphicFrameMk id="8" creationId="{2E59ED26-9DC1-6D41-B485-712238FCF173}"/>
          </ac:graphicFrameMkLst>
        </pc:graphicFrameChg>
      </pc:sldChg>
      <pc:sldChg chg="del">
        <pc:chgData name="鈴木 秀規" userId="f68c5fd9-22d5-4c0a-9833-7fb0f5135313" providerId="ADAL" clId="{B600404B-B4AC-BA48-ABCA-42DD293133BE}" dt="2020-12-02T04:27:42.306" v="2672" actId="2696"/>
        <pc:sldMkLst>
          <pc:docMk/>
          <pc:sldMk cId="1713214288" sldId="262"/>
        </pc:sldMkLst>
      </pc:sldChg>
      <pc:sldChg chg="del">
        <pc:chgData name="鈴木 秀規" userId="f68c5fd9-22d5-4c0a-9833-7fb0f5135313" providerId="ADAL" clId="{B600404B-B4AC-BA48-ABCA-42DD293133BE}" dt="2020-12-02T04:27:42.306" v="2672" actId="2696"/>
        <pc:sldMkLst>
          <pc:docMk/>
          <pc:sldMk cId="254834012" sldId="263"/>
        </pc:sldMkLst>
      </pc:sldChg>
      <pc:sldChg chg="del">
        <pc:chgData name="鈴木 秀規" userId="f68c5fd9-22d5-4c0a-9833-7fb0f5135313" providerId="ADAL" clId="{B600404B-B4AC-BA48-ABCA-42DD293133BE}" dt="2020-12-02T04:27:42.306" v="2672" actId="2696"/>
        <pc:sldMkLst>
          <pc:docMk/>
          <pc:sldMk cId="1099120957" sldId="264"/>
        </pc:sldMkLst>
      </pc:sldChg>
      <pc:sldChg chg="del">
        <pc:chgData name="鈴木 秀規" userId="f68c5fd9-22d5-4c0a-9833-7fb0f5135313" providerId="ADAL" clId="{B600404B-B4AC-BA48-ABCA-42DD293133BE}" dt="2020-12-02T04:27:42.306" v="2672" actId="2696"/>
        <pc:sldMkLst>
          <pc:docMk/>
          <pc:sldMk cId="1314233390" sldId="265"/>
        </pc:sldMkLst>
      </pc:sldChg>
      <pc:sldChg chg="del">
        <pc:chgData name="鈴木 秀規" userId="f68c5fd9-22d5-4c0a-9833-7fb0f5135313" providerId="ADAL" clId="{B600404B-B4AC-BA48-ABCA-42DD293133BE}" dt="2020-12-02T04:27:42.306" v="2672" actId="2696"/>
        <pc:sldMkLst>
          <pc:docMk/>
          <pc:sldMk cId="1172273642" sldId="266"/>
        </pc:sldMkLst>
      </pc:sldChg>
      <pc:sldChg chg="del">
        <pc:chgData name="鈴木 秀規" userId="f68c5fd9-22d5-4c0a-9833-7fb0f5135313" providerId="ADAL" clId="{B600404B-B4AC-BA48-ABCA-42DD293133BE}" dt="2020-12-02T04:27:42.306" v="2672" actId="2696"/>
        <pc:sldMkLst>
          <pc:docMk/>
          <pc:sldMk cId="3121341803" sldId="268"/>
        </pc:sldMkLst>
      </pc:sldChg>
      <pc:sldChg chg="del">
        <pc:chgData name="鈴木 秀規" userId="f68c5fd9-22d5-4c0a-9833-7fb0f5135313" providerId="ADAL" clId="{B600404B-B4AC-BA48-ABCA-42DD293133BE}" dt="2020-12-02T04:27:42.306" v="2672" actId="2696"/>
        <pc:sldMkLst>
          <pc:docMk/>
          <pc:sldMk cId="3266701290" sldId="270"/>
        </pc:sldMkLst>
      </pc:sldChg>
      <pc:sldChg chg="del">
        <pc:chgData name="鈴木 秀規" userId="f68c5fd9-22d5-4c0a-9833-7fb0f5135313" providerId="ADAL" clId="{B600404B-B4AC-BA48-ABCA-42DD293133BE}" dt="2020-12-02T04:27:42.306" v="2672" actId="2696"/>
        <pc:sldMkLst>
          <pc:docMk/>
          <pc:sldMk cId="3345440256" sldId="271"/>
        </pc:sldMkLst>
      </pc:sldChg>
      <pc:sldChg chg="del">
        <pc:chgData name="鈴木 秀規" userId="f68c5fd9-22d5-4c0a-9833-7fb0f5135313" providerId="ADAL" clId="{B600404B-B4AC-BA48-ABCA-42DD293133BE}" dt="2020-12-02T04:27:42.306" v="2672" actId="2696"/>
        <pc:sldMkLst>
          <pc:docMk/>
          <pc:sldMk cId="1062431507" sldId="272"/>
        </pc:sldMkLst>
      </pc:sldChg>
      <pc:sldChg chg="del">
        <pc:chgData name="鈴木 秀規" userId="f68c5fd9-22d5-4c0a-9833-7fb0f5135313" providerId="ADAL" clId="{B600404B-B4AC-BA48-ABCA-42DD293133BE}" dt="2020-12-02T04:27:42.306" v="2672" actId="2696"/>
        <pc:sldMkLst>
          <pc:docMk/>
          <pc:sldMk cId="321865084" sldId="274"/>
        </pc:sldMkLst>
      </pc:sldChg>
      <pc:sldChg chg="del">
        <pc:chgData name="鈴木 秀規" userId="f68c5fd9-22d5-4c0a-9833-7fb0f5135313" providerId="ADAL" clId="{B600404B-B4AC-BA48-ABCA-42DD293133BE}" dt="2020-12-02T04:27:42.306" v="2672" actId="2696"/>
        <pc:sldMkLst>
          <pc:docMk/>
          <pc:sldMk cId="1750612290" sldId="275"/>
        </pc:sldMkLst>
      </pc:sldChg>
      <pc:sldChg chg="del">
        <pc:chgData name="鈴木 秀規" userId="f68c5fd9-22d5-4c0a-9833-7fb0f5135313" providerId="ADAL" clId="{B600404B-B4AC-BA48-ABCA-42DD293133BE}" dt="2020-12-02T04:27:42.306" v="2672" actId="2696"/>
        <pc:sldMkLst>
          <pc:docMk/>
          <pc:sldMk cId="2863491344" sldId="276"/>
        </pc:sldMkLst>
      </pc:sldChg>
      <pc:sldChg chg="modSp del mod">
        <pc:chgData name="鈴木 秀規" userId="f68c5fd9-22d5-4c0a-9833-7fb0f5135313" providerId="ADAL" clId="{B600404B-B4AC-BA48-ABCA-42DD293133BE}" dt="2020-12-02T01:48:28.078" v="628" actId="2696"/>
        <pc:sldMkLst>
          <pc:docMk/>
          <pc:sldMk cId="1678292941" sldId="359"/>
        </pc:sldMkLst>
        <pc:spChg chg="mod">
          <ac:chgData name="鈴木 秀規" userId="f68c5fd9-22d5-4c0a-9833-7fb0f5135313" providerId="ADAL" clId="{B600404B-B4AC-BA48-ABCA-42DD293133BE}" dt="2020-12-02T01:41:11.197" v="113" actId="20577"/>
          <ac:spMkLst>
            <pc:docMk/>
            <pc:sldMk cId="1678292941" sldId="359"/>
            <ac:spMk id="5" creationId="{9FB73B72-EC40-4233-BAB1-83ECFE5A4DD1}"/>
          </ac:spMkLst>
        </pc:spChg>
      </pc:sldChg>
      <pc:sldChg chg="modSp mod">
        <pc:chgData name="鈴木 秀規" userId="f68c5fd9-22d5-4c0a-9833-7fb0f5135313" providerId="ADAL" clId="{B600404B-B4AC-BA48-ABCA-42DD293133BE}" dt="2020-12-02T01:48:09.543" v="626" actId="20577"/>
        <pc:sldMkLst>
          <pc:docMk/>
          <pc:sldMk cId="1668843990" sldId="360"/>
        </pc:sldMkLst>
        <pc:spChg chg="mod">
          <ac:chgData name="鈴木 秀規" userId="f68c5fd9-22d5-4c0a-9833-7fb0f5135313" providerId="ADAL" clId="{B600404B-B4AC-BA48-ABCA-42DD293133BE}" dt="2020-12-02T01:45:44.912" v="351" actId="20577"/>
          <ac:spMkLst>
            <pc:docMk/>
            <pc:sldMk cId="1668843990" sldId="360"/>
            <ac:spMk id="6" creationId="{296F413B-E489-4470-92CF-59B185034A28}"/>
          </ac:spMkLst>
        </pc:spChg>
        <pc:spChg chg="mod">
          <ac:chgData name="鈴木 秀規" userId="f68c5fd9-22d5-4c0a-9833-7fb0f5135313" providerId="ADAL" clId="{B600404B-B4AC-BA48-ABCA-42DD293133BE}" dt="2020-12-02T01:48:09.543" v="626" actId="20577"/>
          <ac:spMkLst>
            <pc:docMk/>
            <pc:sldMk cId="1668843990" sldId="360"/>
            <ac:spMk id="9" creationId="{A4832727-EA7F-44D6-A9F2-E4AE0246960A}"/>
          </ac:spMkLst>
        </pc:spChg>
      </pc:sldChg>
      <pc:sldChg chg="modSp mod">
        <pc:chgData name="鈴木 秀規" userId="f68c5fd9-22d5-4c0a-9833-7fb0f5135313" providerId="ADAL" clId="{B600404B-B4AC-BA48-ABCA-42DD293133BE}" dt="2020-12-02T01:48:17.333" v="627" actId="5793"/>
        <pc:sldMkLst>
          <pc:docMk/>
          <pc:sldMk cId="267129399" sldId="361"/>
        </pc:sldMkLst>
        <pc:spChg chg="mod">
          <ac:chgData name="鈴木 秀規" userId="f68c5fd9-22d5-4c0a-9833-7fb0f5135313" providerId="ADAL" clId="{B600404B-B4AC-BA48-ABCA-42DD293133BE}" dt="2020-12-02T01:45:36.756" v="348" actId="20577"/>
          <ac:spMkLst>
            <pc:docMk/>
            <pc:sldMk cId="267129399" sldId="361"/>
            <ac:spMk id="3" creationId="{AA9BFD7B-04B5-49CD-8E91-4AC76C8C681F}"/>
          </ac:spMkLst>
        </pc:spChg>
        <pc:spChg chg="mod">
          <ac:chgData name="鈴木 秀規" userId="f68c5fd9-22d5-4c0a-9833-7fb0f5135313" providerId="ADAL" clId="{B600404B-B4AC-BA48-ABCA-42DD293133BE}" dt="2020-12-02T01:48:17.333" v="627" actId="5793"/>
          <ac:spMkLst>
            <pc:docMk/>
            <pc:sldMk cId="267129399" sldId="361"/>
            <ac:spMk id="6" creationId="{D0F3BEAC-A5EA-4EE4-95C7-0AEC1107FD29}"/>
          </ac:spMkLst>
        </pc:spChg>
      </pc:sldChg>
      <pc:sldChg chg="addSp delSp modSp new mod chgLayout">
        <pc:chgData name="鈴木 秀規" userId="f68c5fd9-22d5-4c0a-9833-7fb0f5135313" providerId="ADAL" clId="{B600404B-B4AC-BA48-ABCA-42DD293133BE}" dt="2020-12-02T05:24:56.732" v="4844" actId="14734"/>
        <pc:sldMkLst>
          <pc:docMk/>
          <pc:sldMk cId="2503862587" sldId="362"/>
        </pc:sldMkLst>
        <pc:spChg chg="mod ord">
          <ac:chgData name="鈴木 秀規" userId="f68c5fd9-22d5-4c0a-9833-7fb0f5135313" providerId="ADAL" clId="{B600404B-B4AC-BA48-ABCA-42DD293133BE}" dt="2020-12-02T04:33:42.301" v="2887" actId="700"/>
          <ac:spMkLst>
            <pc:docMk/>
            <pc:sldMk cId="2503862587" sldId="362"/>
            <ac:spMk id="2" creationId="{6E4694B3-F66C-2C42-ABF3-667F907DA0DD}"/>
          </ac:spMkLst>
        </pc:spChg>
        <pc:spChg chg="mod ord">
          <ac:chgData name="鈴木 秀規" userId="f68c5fd9-22d5-4c0a-9833-7fb0f5135313" providerId="ADAL" clId="{B600404B-B4AC-BA48-ABCA-42DD293133BE}" dt="2020-12-02T05:09:53.477" v="4274" actId="20577"/>
          <ac:spMkLst>
            <pc:docMk/>
            <pc:sldMk cId="2503862587" sldId="362"/>
            <ac:spMk id="3" creationId="{0AA7DF0E-6130-4E46-AE0F-FC0B82015E51}"/>
          </ac:spMkLst>
        </pc:spChg>
        <pc:spChg chg="mod ord">
          <ac:chgData name="鈴木 秀規" userId="f68c5fd9-22d5-4c0a-9833-7fb0f5135313" providerId="ADAL" clId="{B600404B-B4AC-BA48-ABCA-42DD293133BE}" dt="2020-12-02T04:33:42.301" v="2887" actId="700"/>
          <ac:spMkLst>
            <pc:docMk/>
            <pc:sldMk cId="2503862587" sldId="362"/>
            <ac:spMk id="4" creationId="{D9FB1868-09BC-2B48-A261-614253F308F0}"/>
          </ac:spMkLst>
        </pc:spChg>
        <pc:spChg chg="del">
          <ac:chgData name="鈴木 秀規" userId="f68c5fd9-22d5-4c0a-9833-7fb0f5135313" providerId="ADAL" clId="{B600404B-B4AC-BA48-ABCA-42DD293133BE}" dt="2020-12-02T04:33:42.301" v="2887" actId="700"/>
          <ac:spMkLst>
            <pc:docMk/>
            <pc:sldMk cId="2503862587" sldId="362"/>
            <ac:spMk id="5" creationId="{EC071710-D4A1-D947-8F95-B8885D252A75}"/>
          </ac:spMkLst>
        </pc:spChg>
        <pc:spChg chg="add mod ord">
          <ac:chgData name="鈴木 秀規" userId="f68c5fd9-22d5-4c0a-9833-7fb0f5135313" providerId="ADAL" clId="{B600404B-B4AC-BA48-ABCA-42DD293133BE}" dt="2020-12-02T05:16:01.006" v="4537" actId="14100"/>
          <ac:spMkLst>
            <pc:docMk/>
            <pc:sldMk cId="2503862587" sldId="362"/>
            <ac:spMk id="6" creationId="{A4890558-85D0-1F40-B0C3-667A893B0352}"/>
          </ac:spMkLst>
        </pc:spChg>
        <pc:graphicFrameChg chg="add mod modGraphic">
          <ac:chgData name="鈴木 秀規" userId="f68c5fd9-22d5-4c0a-9833-7fb0f5135313" providerId="ADAL" clId="{B600404B-B4AC-BA48-ABCA-42DD293133BE}" dt="2020-12-02T05:24:56.732" v="4844" actId="14734"/>
          <ac:graphicFrameMkLst>
            <pc:docMk/>
            <pc:sldMk cId="2503862587" sldId="362"/>
            <ac:graphicFrameMk id="7" creationId="{4A74ACCC-FCC6-6B42-8E3E-348AE8E67A5C}"/>
          </ac:graphicFrameMkLst>
        </pc:graphicFrameChg>
      </pc:sldChg>
      <pc:sldChg chg="delSp modSp add mod ord">
        <pc:chgData name="鈴木 秀規" userId="f68c5fd9-22d5-4c0a-9833-7fb0f5135313" providerId="ADAL" clId="{B600404B-B4AC-BA48-ABCA-42DD293133BE}" dt="2020-12-02T05:51:40.506" v="6349" actId="114"/>
        <pc:sldMkLst>
          <pc:docMk/>
          <pc:sldMk cId="4089106883" sldId="363"/>
        </pc:sldMkLst>
        <pc:spChg chg="mod">
          <ac:chgData name="鈴木 秀規" userId="f68c5fd9-22d5-4c0a-9833-7fb0f5135313" providerId="ADAL" clId="{B600404B-B4AC-BA48-ABCA-42DD293133BE}" dt="2020-12-02T04:53:21.389" v="4074" actId="14100"/>
          <ac:spMkLst>
            <pc:docMk/>
            <pc:sldMk cId="4089106883" sldId="363"/>
            <ac:spMk id="2" creationId="{DC201A77-6CED-B64F-B3B1-47082D385545}"/>
          </ac:spMkLst>
        </pc:spChg>
        <pc:spChg chg="mod">
          <ac:chgData name="鈴木 秀規" userId="f68c5fd9-22d5-4c0a-9833-7fb0f5135313" providerId="ADAL" clId="{B600404B-B4AC-BA48-ABCA-42DD293133BE}" dt="2020-12-02T05:51:40.506" v="6349" actId="114"/>
          <ac:spMkLst>
            <pc:docMk/>
            <pc:sldMk cId="4089106883" sldId="363"/>
            <ac:spMk id="7" creationId="{26125C28-3058-490D-92C2-94CB56CB505F}"/>
          </ac:spMkLst>
        </pc:spChg>
        <pc:spChg chg="mod">
          <ac:chgData name="鈴木 秀規" userId="f68c5fd9-22d5-4c0a-9833-7fb0f5135313" providerId="ADAL" clId="{B600404B-B4AC-BA48-ABCA-42DD293133BE}" dt="2020-12-02T04:53:17.495" v="4073" actId="14100"/>
          <ac:spMkLst>
            <pc:docMk/>
            <pc:sldMk cId="4089106883" sldId="363"/>
            <ac:spMk id="9" creationId="{14E1B7D8-B324-1D47-BB93-2B20562C44B8}"/>
          </ac:spMkLst>
        </pc:spChg>
        <pc:spChg chg="mod">
          <ac:chgData name="鈴木 秀規" userId="f68c5fd9-22d5-4c0a-9833-7fb0f5135313" providerId="ADAL" clId="{B600404B-B4AC-BA48-ABCA-42DD293133BE}" dt="2020-12-02T05:26:43.906" v="5049" actId="20577"/>
          <ac:spMkLst>
            <pc:docMk/>
            <pc:sldMk cId="4089106883" sldId="363"/>
            <ac:spMk id="10" creationId="{3E5F57E8-1388-43AE-8DB4-00724FCD3EB3}"/>
          </ac:spMkLst>
        </pc:spChg>
        <pc:spChg chg="del">
          <ac:chgData name="鈴木 秀規" userId="f68c5fd9-22d5-4c0a-9833-7fb0f5135313" providerId="ADAL" clId="{B600404B-B4AC-BA48-ABCA-42DD293133BE}" dt="2020-12-02T04:39:08.472" v="3216" actId="478"/>
          <ac:spMkLst>
            <pc:docMk/>
            <pc:sldMk cId="4089106883" sldId="363"/>
            <ac:spMk id="16" creationId="{15D20A36-4487-7441-AAC0-662645AC7C25}"/>
          </ac:spMkLst>
        </pc:spChg>
      </pc:sldChg>
      <pc:sldChg chg="modSp new mod">
        <pc:chgData name="鈴木 秀規" userId="f68c5fd9-22d5-4c0a-9833-7fb0f5135313" providerId="ADAL" clId="{B600404B-B4AC-BA48-ABCA-42DD293133BE}" dt="2020-12-02T07:35:57.521" v="8283" actId="20577"/>
        <pc:sldMkLst>
          <pc:docMk/>
          <pc:sldMk cId="3893490019" sldId="364"/>
        </pc:sldMkLst>
        <pc:spChg chg="mod">
          <ac:chgData name="鈴木 秀規" userId="f68c5fd9-22d5-4c0a-9833-7fb0f5135313" providerId="ADAL" clId="{B600404B-B4AC-BA48-ABCA-42DD293133BE}" dt="2020-12-02T05:28:00.095" v="5105" actId="20577"/>
          <ac:spMkLst>
            <pc:docMk/>
            <pc:sldMk cId="3893490019" sldId="364"/>
            <ac:spMk id="3" creationId="{3A3F26A6-F565-3340-BD2E-EB9E7892240E}"/>
          </ac:spMkLst>
        </pc:spChg>
        <pc:spChg chg="mod">
          <ac:chgData name="鈴木 秀規" userId="f68c5fd9-22d5-4c0a-9833-7fb0f5135313" providerId="ADAL" clId="{B600404B-B4AC-BA48-ABCA-42DD293133BE}" dt="2020-12-02T07:35:57.521" v="8283" actId="20577"/>
          <ac:spMkLst>
            <pc:docMk/>
            <pc:sldMk cId="3893490019" sldId="364"/>
            <ac:spMk id="5" creationId="{2BB4C47D-B980-1C4B-8248-0869FD55EB3D}"/>
          </ac:spMkLst>
        </pc:spChg>
      </pc:sldChg>
      <pc:sldChg chg="addSp delSp modSp new mod modClrScheme chgLayout">
        <pc:chgData name="鈴木 秀規" userId="f68c5fd9-22d5-4c0a-9833-7fb0f5135313" providerId="ADAL" clId="{B600404B-B4AC-BA48-ABCA-42DD293133BE}" dt="2020-12-02T08:01:23.432" v="9334" actId="12385"/>
        <pc:sldMkLst>
          <pc:docMk/>
          <pc:sldMk cId="2559106598" sldId="365"/>
        </pc:sldMkLst>
        <pc:spChg chg="mod ord">
          <ac:chgData name="鈴木 秀規" userId="f68c5fd9-22d5-4c0a-9833-7fb0f5135313" providerId="ADAL" clId="{B600404B-B4AC-BA48-ABCA-42DD293133BE}" dt="2020-12-02T05:49:05.916" v="6232" actId="700"/>
          <ac:spMkLst>
            <pc:docMk/>
            <pc:sldMk cId="2559106598" sldId="365"/>
            <ac:spMk id="2" creationId="{78E72CC0-84D7-F940-8547-5CD32644186A}"/>
          </ac:spMkLst>
        </pc:spChg>
        <pc:spChg chg="mod ord">
          <ac:chgData name="鈴木 秀規" userId="f68c5fd9-22d5-4c0a-9833-7fb0f5135313" providerId="ADAL" clId="{B600404B-B4AC-BA48-ABCA-42DD293133BE}" dt="2020-12-02T05:49:05.916" v="6232" actId="700"/>
          <ac:spMkLst>
            <pc:docMk/>
            <pc:sldMk cId="2559106598" sldId="365"/>
            <ac:spMk id="3" creationId="{570D767C-529D-1D4C-9BD6-2E3AAE679914}"/>
          </ac:spMkLst>
        </pc:spChg>
        <pc:spChg chg="mod ord">
          <ac:chgData name="鈴木 秀規" userId="f68c5fd9-22d5-4c0a-9833-7fb0f5135313" providerId="ADAL" clId="{B600404B-B4AC-BA48-ABCA-42DD293133BE}" dt="2020-12-02T05:49:05.916" v="6232" actId="700"/>
          <ac:spMkLst>
            <pc:docMk/>
            <pc:sldMk cId="2559106598" sldId="365"/>
            <ac:spMk id="4" creationId="{5C76D554-1D05-0D47-95D6-B29E81E5EAFC}"/>
          </ac:spMkLst>
        </pc:spChg>
        <pc:spChg chg="del">
          <ac:chgData name="鈴木 秀規" userId="f68c5fd9-22d5-4c0a-9833-7fb0f5135313" providerId="ADAL" clId="{B600404B-B4AC-BA48-ABCA-42DD293133BE}" dt="2020-12-02T05:49:05.916" v="6232" actId="700"/>
          <ac:spMkLst>
            <pc:docMk/>
            <pc:sldMk cId="2559106598" sldId="365"/>
            <ac:spMk id="5" creationId="{98336345-77D1-E74E-B614-58C5A3FC2AFC}"/>
          </ac:spMkLst>
        </pc:spChg>
        <pc:graphicFrameChg chg="add mod modGraphic">
          <ac:chgData name="鈴木 秀規" userId="f68c5fd9-22d5-4c0a-9833-7fb0f5135313" providerId="ADAL" clId="{B600404B-B4AC-BA48-ABCA-42DD293133BE}" dt="2020-12-02T08:01:23.432" v="9334" actId="12385"/>
          <ac:graphicFrameMkLst>
            <pc:docMk/>
            <pc:sldMk cId="2559106598" sldId="365"/>
            <ac:graphicFrameMk id="6" creationId="{A5C776C1-5736-6E41-AFE0-D7FC9EBFA87B}"/>
          </ac:graphicFrameMkLst>
        </pc:graphicFrameChg>
      </pc:sldChg>
      <pc:sldChg chg="modSp new del mod">
        <pc:chgData name="鈴木 秀規" userId="f68c5fd9-22d5-4c0a-9833-7fb0f5135313" providerId="ADAL" clId="{B600404B-B4AC-BA48-ABCA-42DD293133BE}" dt="2020-12-02T07:34:48.074" v="8254" actId="2696"/>
        <pc:sldMkLst>
          <pc:docMk/>
          <pc:sldMk cId="671293941" sldId="366"/>
        </pc:sldMkLst>
        <pc:spChg chg="mod">
          <ac:chgData name="鈴木 秀規" userId="f68c5fd9-22d5-4c0a-9833-7fb0f5135313" providerId="ADAL" clId="{B600404B-B4AC-BA48-ABCA-42DD293133BE}" dt="2020-12-02T06:02:14.509" v="6889" actId="20577"/>
          <ac:spMkLst>
            <pc:docMk/>
            <pc:sldMk cId="671293941" sldId="366"/>
            <ac:spMk id="3" creationId="{32F6F70D-4A22-6441-9F95-1F3D498CB74F}"/>
          </ac:spMkLst>
        </pc:spChg>
        <pc:spChg chg="mod">
          <ac:chgData name="鈴木 秀規" userId="f68c5fd9-22d5-4c0a-9833-7fb0f5135313" providerId="ADAL" clId="{B600404B-B4AC-BA48-ABCA-42DD293133BE}" dt="2020-12-02T06:05:46.880" v="6905" actId="20577"/>
          <ac:spMkLst>
            <pc:docMk/>
            <pc:sldMk cId="671293941" sldId="366"/>
            <ac:spMk id="5" creationId="{A0D45762-B465-394B-8671-1944E65D97C7}"/>
          </ac:spMkLst>
        </pc:spChg>
      </pc:sldChg>
      <pc:sldChg chg="modSp add mod ord">
        <pc:chgData name="鈴木 秀規" userId="f68c5fd9-22d5-4c0a-9833-7fb0f5135313" providerId="ADAL" clId="{B600404B-B4AC-BA48-ABCA-42DD293133BE}" dt="2020-12-02T07:38:38.710" v="8518" actId="20577"/>
        <pc:sldMkLst>
          <pc:docMk/>
          <pc:sldMk cId="15529201" sldId="367"/>
        </pc:sldMkLst>
        <pc:spChg chg="mod">
          <ac:chgData name="鈴木 秀規" userId="f68c5fd9-22d5-4c0a-9833-7fb0f5135313" providerId="ADAL" clId="{B600404B-B4AC-BA48-ABCA-42DD293133BE}" dt="2020-12-02T06:11:15.049" v="7173" actId="14100"/>
          <ac:spMkLst>
            <pc:docMk/>
            <pc:sldMk cId="15529201" sldId="367"/>
            <ac:spMk id="2" creationId="{DC201A77-6CED-B64F-B3B1-47082D385545}"/>
          </ac:spMkLst>
        </pc:spChg>
        <pc:spChg chg="mod">
          <ac:chgData name="鈴木 秀規" userId="f68c5fd9-22d5-4c0a-9833-7fb0f5135313" providerId="ADAL" clId="{B600404B-B4AC-BA48-ABCA-42DD293133BE}" dt="2020-12-02T06:14:22.528" v="7407" actId="20577"/>
          <ac:spMkLst>
            <pc:docMk/>
            <pc:sldMk cId="15529201" sldId="367"/>
            <ac:spMk id="7" creationId="{26125C28-3058-490D-92C2-94CB56CB505F}"/>
          </ac:spMkLst>
        </pc:spChg>
        <pc:spChg chg="mod">
          <ac:chgData name="鈴木 秀規" userId="f68c5fd9-22d5-4c0a-9833-7fb0f5135313" providerId="ADAL" clId="{B600404B-B4AC-BA48-ABCA-42DD293133BE}" dt="2020-12-02T06:13:07.833" v="7308" actId="20577"/>
          <ac:spMkLst>
            <pc:docMk/>
            <pc:sldMk cId="15529201" sldId="367"/>
            <ac:spMk id="9" creationId="{14E1B7D8-B324-1D47-BB93-2B20562C44B8}"/>
          </ac:spMkLst>
        </pc:spChg>
        <pc:spChg chg="mod">
          <ac:chgData name="鈴木 秀規" userId="f68c5fd9-22d5-4c0a-9833-7fb0f5135313" providerId="ADAL" clId="{B600404B-B4AC-BA48-ABCA-42DD293133BE}" dt="2020-12-02T07:38:38.710" v="8518" actId="20577"/>
          <ac:spMkLst>
            <pc:docMk/>
            <pc:sldMk cId="15529201" sldId="367"/>
            <ac:spMk id="10" creationId="{3E5F57E8-1388-43AE-8DB4-00724FCD3EB3}"/>
          </ac:spMkLst>
        </pc:spChg>
      </pc:sldChg>
      <pc:sldChg chg="modSp add mod">
        <pc:chgData name="鈴木 秀規" userId="f68c5fd9-22d5-4c0a-9833-7fb0f5135313" providerId="ADAL" clId="{B600404B-B4AC-BA48-ABCA-42DD293133BE}" dt="2020-12-02T08:19:39.228" v="9351" actId="6549"/>
        <pc:sldMkLst>
          <pc:docMk/>
          <pc:sldMk cId="1431651866" sldId="368"/>
        </pc:sldMkLst>
        <pc:spChg chg="mod">
          <ac:chgData name="鈴木 秀規" userId="f68c5fd9-22d5-4c0a-9833-7fb0f5135313" providerId="ADAL" clId="{B600404B-B4AC-BA48-ABCA-42DD293133BE}" dt="2020-12-02T08:01:57.843" v="9350" actId="20577"/>
          <ac:spMkLst>
            <pc:docMk/>
            <pc:sldMk cId="1431651866" sldId="368"/>
            <ac:spMk id="3" creationId="{570D767C-529D-1D4C-9BD6-2E3AAE679914}"/>
          </ac:spMkLst>
        </pc:spChg>
        <pc:graphicFrameChg chg="modGraphic">
          <ac:chgData name="鈴木 秀規" userId="f68c5fd9-22d5-4c0a-9833-7fb0f5135313" providerId="ADAL" clId="{B600404B-B4AC-BA48-ABCA-42DD293133BE}" dt="2020-12-02T08:19:39.228" v="9351" actId="6549"/>
          <ac:graphicFrameMkLst>
            <pc:docMk/>
            <pc:sldMk cId="1431651866" sldId="368"/>
            <ac:graphicFrameMk id="6" creationId="{A5C776C1-5736-6E41-AFE0-D7FC9EBFA87B}"/>
          </ac:graphicFrameMkLst>
        </pc:graphicFrameChg>
      </pc:sldChg>
      <pc:sldMasterChg chg="delSldLayout">
        <pc:chgData name="鈴木 秀規" userId="f68c5fd9-22d5-4c0a-9833-7fb0f5135313" providerId="ADAL" clId="{B600404B-B4AC-BA48-ABCA-42DD293133BE}" dt="2020-12-02T04:27:42.306" v="2672" actId="2696"/>
        <pc:sldMasterMkLst>
          <pc:docMk/>
          <pc:sldMasterMk cId="435389543" sldId="2147483658"/>
        </pc:sldMasterMkLst>
        <pc:sldLayoutChg chg="del">
          <pc:chgData name="鈴木 秀規" userId="f68c5fd9-22d5-4c0a-9833-7fb0f5135313" providerId="ADAL" clId="{B600404B-B4AC-BA48-ABCA-42DD293133BE}" dt="2020-12-02T04:27:42.306" v="2672" actId="2696"/>
          <pc:sldLayoutMkLst>
            <pc:docMk/>
            <pc:sldMasterMk cId="435389543" sldId="2147483658"/>
            <pc:sldLayoutMk cId="2862377429" sldId="2147483665"/>
          </pc:sldLayoutMkLst>
        </pc:sldLayoutChg>
      </pc:sldMasterChg>
    </pc:docChg>
  </pc:docChgLst>
  <pc:docChgLst>
    <pc:chgData name="鈴木 秀規" userId="f68c5fd9-22d5-4c0a-9833-7fb0f5135313" providerId="ADAL" clId="{08638EF6-D777-4C0B-B3AC-F96EA920AE28}"/>
    <pc:docChg chg="undo custSel addSld delSld modSld">
      <pc:chgData name="鈴木 秀規" userId="f68c5fd9-22d5-4c0a-9833-7fb0f5135313" providerId="ADAL" clId="{08638EF6-D777-4C0B-B3AC-F96EA920AE28}" dt="2021-01-26T05:25:46.933" v="140" actId="14100"/>
      <pc:docMkLst>
        <pc:docMk/>
      </pc:docMkLst>
      <pc:sldChg chg="modSp mod">
        <pc:chgData name="鈴木 秀規" userId="f68c5fd9-22d5-4c0a-9833-7fb0f5135313" providerId="ADAL" clId="{08638EF6-D777-4C0B-B3AC-F96EA920AE28}" dt="2021-01-26T05:15:53.098" v="18" actId="14100"/>
        <pc:sldMkLst>
          <pc:docMk/>
          <pc:sldMk cId="0" sldId="256"/>
        </pc:sldMkLst>
        <pc:spChg chg="mod">
          <ac:chgData name="鈴木 秀規" userId="f68c5fd9-22d5-4c0a-9833-7fb0f5135313" providerId="ADAL" clId="{08638EF6-D777-4C0B-B3AC-F96EA920AE28}" dt="2021-01-26T05:15:53.098" v="18" actId="14100"/>
          <ac:spMkLst>
            <pc:docMk/>
            <pc:sldMk cId="0" sldId="256"/>
            <ac:spMk id="56" creationId="{00000000-0000-0000-0000-000000000000}"/>
          </ac:spMkLst>
        </pc:spChg>
      </pc:sldChg>
      <pc:sldChg chg="addSp delSp modSp new mod modClrScheme chgLayout">
        <pc:chgData name="鈴木 秀規" userId="f68c5fd9-22d5-4c0a-9833-7fb0f5135313" providerId="ADAL" clId="{08638EF6-D777-4C0B-B3AC-F96EA920AE28}" dt="2021-01-26T05:18:58.554" v="68" actId="20577"/>
        <pc:sldMkLst>
          <pc:docMk/>
          <pc:sldMk cId="1859091905" sldId="362"/>
        </pc:sldMkLst>
        <pc:spChg chg="del mod ord">
          <ac:chgData name="鈴木 秀規" userId="f68c5fd9-22d5-4c0a-9833-7fb0f5135313" providerId="ADAL" clId="{08638EF6-D777-4C0B-B3AC-F96EA920AE28}" dt="2021-01-26T05:16:11.335" v="21" actId="700"/>
          <ac:spMkLst>
            <pc:docMk/>
            <pc:sldMk cId="1859091905" sldId="362"/>
            <ac:spMk id="2" creationId="{4CBF5B66-7AA2-455B-BB64-AE2435551191}"/>
          </ac:spMkLst>
        </pc:spChg>
        <pc:spChg chg="del mod ord">
          <ac:chgData name="鈴木 秀規" userId="f68c5fd9-22d5-4c0a-9833-7fb0f5135313" providerId="ADAL" clId="{08638EF6-D777-4C0B-B3AC-F96EA920AE28}" dt="2021-01-26T05:16:11.335" v="21" actId="700"/>
          <ac:spMkLst>
            <pc:docMk/>
            <pc:sldMk cId="1859091905" sldId="362"/>
            <ac:spMk id="3" creationId="{1C6FA6B5-2ABF-4944-A196-C3D0F717D6DD}"/>
          </ac:spMkLst>
        </pc:spChg>
        <pc:spChg chg="mod ord">
          <ac:chgData name="鈴木 秀規" userId="f68c5fd9-22d5-4c0a-9833-7fb0f5135313" providerId="ADAL" clId="{08638EF6-D777-4C0B-B3AC-F96EA920AE28}" dt="2021-01-26T05:16:11.335" v="21" actId="700"/>
          <ac:spMkLst>
            <pc:docMk/>
            <pc:sldMk cId="1859091905" sldId="362"/>
            <ac:spMk id="4" creationId="{D6DC238B-EE56-4E60-9254-5D7461C2FECA}"/>
          </ac:spMkLst>
        </pc:spChg>
        <pc:spChg chg="mod ord">
          <ac:chgData name="鈴木 秀規" userId="f68c5fd9-22d5-4c0a-9833-7fb0f5135313" providerId="ADAL" clId="{08638EF6-D777-4C0B-B3AC-F96EA920AE28}" dt="2021-01-26T05:16:11.335" v="21" actId="700"/>
          <ac:spMkLst>
            <pc:docMk/>
            <pc:sldMk cId="1859091905" sldId="362"/>
            <ac:spMk id="5" creationId="{CAF52E47-E0BD-4CE1-8C78-272007650A0D}"/>
          </ac:spMkLst>
        </pc:spChg>
        <pc:spChg chg="del">
          <ac:chgData name="鈴木 秀規" userId="f68c5fd9-22d5-4c0a-9833-7fb0f5135313" providerId="ADAL" clId="{08638EF6-D777-4C0B-B3AC-F96EA920AE28}" dt="2021-01-26T05:16:11.335" v="21" actId="700"/>
          <ac:spMkLst>
            <pc:docMk/>
            <pc:sldMk cId="1859091905" sldId="362"/>
            <ac:spMk id="6" creationId="{79872133-46EE-42C3-B6F5-3AE94028958F}"/>
          </ac:spMkLst>
        </pc:spChg>
        <pc:spChg chg="add mod ord">
          <ac:chgData name="鈴木 秀規" userId="f68c5fd9-22d5-4c0a-9833-7fb0f5135313" providerId="ADAL" clId="{08638EF6-D777-4C0B-B3AC-F96EA920AE28}" dt="2021-01-26T05:17:31.196" v="24"/>
          <ac:spMkLst>
            <pc:docMk/>
            <pc:sldMk cId="1859091905" sldId="362"/>
            <ac:spMk id="7" creationId="{58177CF6-E256-4D88-B489-5F2EFF09AC4C}"/>
          </ac:spMkLst>
        </pc:spChg>
        <pc:spChg chg="add mod ord">
          <ac:chgData name="鈴木 秀規" userId="f68c5fd9-22d5-4c0a-9833-7fb0f5135313" providerId="ADAL" clId="{08638EF6-D777-4C0B-B3AC-F96EA920AE28}" dt="2021-01-26T05:18:58.554" v="68" actId="20577"/>
          <ac:spMkLst>
            <pc:docMk/>
            <pc:sldMk cId="1859091905" sldId="362"/>
            <ac:spMk id="8" creationId="{C57C43D1-E1C5-418D-A114-931FDA96CE3D}"/>
          </ac:spMkLst>
        </pc:spChg>
        <pc:picChg chg="add mod">
          <ac:chgData name="鈴木 秀規" userId="f68c5fd9-22d5-4c0a-9833-7fb0f5135313" providerId="ADAL" clId="{08638EF6-D777-4C0B-B3AC-F96EA920AE28}" dt="2021-01-26T05:17:56.352" v="28" actId="1076"/>
          <ac:picMkLst>
            <pc:docMk/>
            <pc:sldMk cId="1859091905" sldId="362"/>
            <ac:picMk id="9" creationId="{BA5D05B1-6F0D-4655-AFC1-495F71BCF81C}"/>
          </ac:picMkLst>
        </pc:picChg>
        <pc:picChg chg="add mod">
          <ac:chgData name="鈴木 秀規" userId="f68c5fd9-22d5-4c0a-9833-7fb0f5135313" providerId="ADAL" clId="{08638EF6-D777-4C0B-B3AC-F96EA920AE28}" dt="2021-01-26T05:17:56.352" v="28" actId="1076"/>
          <ac:picMkLst>
            <pc:docMk/>
            <pc:sldMk cId="1859091905" sldId="362"/>
            <ac:picMk id="10" creationId="{899D8770-B1F7-436F-BE7F-0F92A7770FDF}"/>
          </ac:picMkLst>
        </pc:picChg>
      </pc:sldChg>
      <pc:sldChg chg="addSp delSp modSp new mod">
        <pc:chgData name="鈴木 秀規" userId="f68c5fd9-22d5-4c0a-9833-7fb0f5135313" providerId="ADAL" clId="{08638EF6-D777-4C0B-B3AC-F96EA920AE28}" dt="2021-01-26T05:21:22.847" v="98" actId="1076"/>
        <pc:sldMkLst>
          <pc:docMk/>
          <pc:sldMk cId="2364365537" sldId="363"/>
        </pc:sldMkLst>
        <pc:spChg chg="mod">
          <ac:chgData name="鈴木 秀規" userId="f68c5fd9-22d5-4c0a-9833-7fb0f5135313" providerId="ADAL" clId="{08638EF6-D777-4C0B-B3AC-F96EA920AE28}" dt="2021-01-26T05:19:36.856" v="70"/>
          <ac:spMkLst>
            <pc:docMk/>
            <pc:sldMk cId="2364365537" sldId="363"/>
            <ac:spMk id="3" creationId="{B640D129-B6CB-4C83-B970-246D59D57573}"/>
          </ac:spMkLst>
        </pc:spChg>
        <pc:spChg chg="mod">
          <ac:chgData name="鈴木 秀規" userId="f68c5fd9-22d5-4c0a-9833-7fb0f5135313" providerId="ADAL" clId="{08638EF6-D777-4C0B-B3AC-F96EA920AE28}" dt="2021-01-26T05:19:50.758" v="73" actId="14100"/>
          <ac:spMkLst>
            <pc:docMk/>
            <pc:sldMk cId="2364365537" sldId="363"/>
            <ac:spMk id="5" creationId="{B57261C1-F514-40BE-AAF2-BA12D96EEC29}"/>
          </ac:spMkLst>
        </pc:spChg>
        <pc:spChg chg="add mod">
          <ac:chgData name="鈴木 秀規" userId="f68c5fd9-22d5-4c0a-9833-7fb0f5135313" providerId="ADAL" clId="{08638EF6-D777-4C0B-B3AC-F96EA920AE28}" dt="2021-01-26T05:20:52.991" v="88" actId="1076"/>
          <ac:spMkLst>
            <pc:docMk/>
            <pc:sldMk cId="2364365537" sldId="363"/>
            <ac:spMk id="9" creationId="{E22A0353-8EA1-4FD8-A39C-49D9187B8256}"/>
          </ac:spMkLst>
        </pc:spChg>
        <pc:picChg chg="add del mod">
          <ac:chgData name="鈴木 秀規" userId="f68c5fd9-22d5-4c0a-9833-7fb0f5135313" providerId="ADAL" clId="{08638EF6-D777-4C0B-B3AC-F96EA920AE28}" dt="2021-01-26T05:20:32.232" v="82" actId="478"/>
          <ac:picMkLst>
            <pc:docMk/>
            <pc:sldMk cId="2364365537" sldId="363"/>
            <ac:picMk id="6" creationId="{993F232B-F330-49C7-8CFF-CFCD402F49F4}"/>
          </ac:picMkLst>
        </pc:picChg>
        <pc:picChg chg="add mod">
          <ac:chgData name="鈴木 秀規" userId="f68c5fd9-22d5-4c0a-9833-7fb0f5135313" providerId="ADAL" clId="{08638EF6-D777-4C0B-B3AC-F96EA920AE28}" dt="2021-01-26T05:20:57.696" v="89" actId="14100"/>
          <ac:picMkLst>
            <pc:docMk/>
            <pc:sldMk cId="2364365537" sldId="363"/>
            <ac:picMk id="8" creationId="{763A5F80-3D1F-4918-9FDD-53A678F1CC4C}"/>
          </ac:picMkLst>
        </pc:picChg>
        <pc:picChg chg="add mod">
          <ac:chgData name="鈴木 秀規" userId="f68c5fd9-22d5-4c0a-9833-7fb0f5135313" providerId="ADAL" clId="{08638EF6-D777-4C0B-B3AC-F96EA920AE28}" dt="2021-01-26T05:21:14.092" v="94" actId="14100"/>
          <ac:picMkLst>
            <pc:docMk/>
            <pc:sldMk cId="2364365537" sldId="363"/>
            <ac:picMk id="10" creationId="{FBDEFDB1-0089-42FD-AE86-6574A2FA16DF}"/>
          </ac:picMkLst>
        </pc:picChg>
        <pc:picChg chg="add mod">
          <ac:chgData name="鈴木 秀規" userId="f68c5fd9-22d5-4c0a-9833-7fb0f5135313" providerId="ADAL" clId="{08638EF6-D777-4C0B-B3AC-F96EA920AE28}" dt="2021-01-26T05:21:22.847" v="98" actId="1076"/>
          <ac:picMkLst>
            <pc:docMk/>
            <pc:sldMk cId="2364365537" sldId="363"/>
            <ac:picMk id="11" creationId="{05719BC9-65AB-4C7B-9FC7-0A3C1B55521D}"/>
          </ac:picMkLst>
        </pc:picChg>
        <pc:picChg chg="add mod">
          <ac:chgData name="鈴木 秀規" userId="f68c5fd9-22d5-4c0a-9833-7fb0f5135313" providerId="ADAL" clId="{08638EF6-D777-4C0B-B3AC-F96EA920AE28}" dt="2021-01-26T05:21:19.192" v="96" actId="1076"/>
          <ac:picMkLst>
            <pc:docMk/>
            <pc:sldMk cId="2364365537" sldId="363"/>
            <ac:picMk id="12" creationId="{860637D5-85A1-4BFF-AD71-F43936BDB20B}"/>
          </ac:picMkLst>
        </pc:picChg>
      </pc:sldChg>
      <pc:sldChg chg="addSp modSp new mod">
        <pc:chgData name="鈴木 秀規" userId="f68c5fd9-22d5-4c0a-9833-7fb0f5135313" providerId="ADAL" clId="{08638EF6-D777-4C0B-B3AC-F96EA920AE28}" dt="2021-01-26T05:22:08.016" v="105" actId="1076"/>
        <pc:sldMkLst>
          <pc:docMk/>
          <pc:sldMk cId="2741627324" sldId="364"/>
        </pc:sldMkLst>
        <pc:spChg chg="mod">
          <ac:chgData name="鈴木 秀規" userId="f68c5fd9-22d5-4c0a-9833-7fb0f5135313" providerId="ADAL" clId="{08638EF6-D777-4C0B-B3AC-F96EA920AE28}" dt="2021-01-26T05:21:46.356" v="100"/>
          <ac:spMkLst>
            <pc:docMk/>
            <pc:sldMk cId="2741627324" sldId="364"/>
            <ac:spMk id="3" creationId="{B4DA3833-1318-40D9-AD12-6A36AD1AFCBA}"/>
          </ac:spMkLst>
        </pc:spChg>
        <pc:spChg chg="mod">
          <ac:chgData name="鈴木 秀規" userId="f68c5fd9-22d5-4c0a-9833-7fb0f5135313" providerId="ADAL" clId="{08638EF6-D777-4C0B-B3AC-F96EA920AE28}" dt="2021-01-26T05:22:03.812" v="103" actId="14100"/>
          <ac:spMkLst>
            <pc:docMk/>
            <pc:sldMk cId="2741627324" sldId="364"/>
            <ac:spMk id="5" creationId="{3EDB9DE5-251B-463B-B6D4-B3B16D2E8021}"/>
          </ac:spMkLst>
        </pc:spChg>
        <pc:picChg chg="add mod">
          <ac:chgData name="鈴木 秀規" userId="f68c5fd9-22d5-4c0a-9833-7fb0f5135313" providerId="ADAL" clId="{08638EF6-D777-4C0B-B3AC-F96EA920AE28}" dt="2021-01-26T05:22:08.016" v="105" actId="1076"/>
          <ac:picMkLst>
            <pc:docMk/>
            <pc:sldMk cId="2741627324" sldId="364"/>
            <ac:picMk id="6" creationId="{58B423EC-130A-4687-A843-790DB5B5F07B}"/>
          </ac:picMkLst>
        </pc:picChg>
      </pc:sldChg>
      <pc:sldChg chg="modSp new mod">
        <pc:chgData name="鈴木 秀規" userId="f68c5fd9-22d5-4c0a-9833-7fb0f5135313" providerId="ADAL" clId="{08638EF6-D777-4C0B-B3AC-F96EA920AE28}" dt="2021-01-26T05:23:15.844" v="115" actId="2710"/>
        <pc:sldMkLst>
          <pc:docMk/>
          <pc:sldMk cId="2463410247" sldId="365"/>
        </pc:sldMkLst>
        <pc:spChg chg="mod">
          <ac:chgData name="鈴木 秀規" userId="f68c5fd9-22d5-4c0a-9833-7fb0f5135313" providerId="ADAL" clId="{08638EF6-D777-4C0B-B3AC-F96EA920AE28}" dt="2021-01-26T05:22:27.921" v="107"/>
          <ac:spMkLst>
            <pc:docMk/>
            <pc:sldMk cId="2463410247" sldId="365"/>
            <ac:spMk id="3" creationId="{A7622962-8E8E-4B0A-B95C-5C847044E3A9}"/>
          </ac:spMkLst>
        </pc:spChg>
        <pc:spChg chg="mod">
          <ac:chgData name="鈴木 秀規" userId="f68c5fd9-22d5-4c0a-9833-7fb0f5135313" providerId="ADAL" clId="{08638EF6-D777-4C0B-B3AC-F96EA920AE28}" dt="2021-01-26T05:23:15.844" v="115" actId="2710"/>
          <ac:spMkLst>
            <pc:docMk/>
            <pc:sldMk cId="2463410247" sldId="365"/>
            <ac:spMk id="5" creationId="{D828DF36-6DEE-4664-A888-D5E7FA24C8BF}"/>
          </ac:spMkLst>
        </pc:spChg>
      </pc:sldChg>
      <pc:sldChg chg="addSp modSp new mod">
        <pc:chgData name="鈴木 秀規" userId="f68c5fd9-22d5-4c0a-9833-7fb0f5135313" providerId="ADAL" clId="{08638EF6-D777-4C0B-B3AC-F96EA920AE28}" dt="2021-01-26T05:25:46.933" v="140" actId="14100"/>
        <pc:sldMkLst>
          <pc:docMk/>
          <pc:sldMk cId="2468282938" sldId="366"/>
        </pc:sldMkLst>
        <pc:spChg chg="mod">
          <ac:chgData name="鈴木 秀規" userId="f68c5fd9-22d5-4c0a-9833-7fb0f5135313" providerId="ADAL" clId="{08638EF6-D777-4C0B-B3AC-F96EA920AE28}" dt="2021-01-26T05:23:59.930" v="117"/>
          <ac:spMkLst>
            <pc:docMk/>
            <pc:sldMk cId="2468282938" sldId="366"/>
            <ac:spMk id="3" creationId="{DCF72238-40A0-49B2-BCDA-0F4FC7B049CE}"/>
          </ac:spMkLst>
        </pc:spChg>
        <pc:spChg chg="mod">
          <ac:chgData name="鈴木 秀規" userId="f68c5fd9-22d5-4c0a-9833-7fb0f5135313" providerId="ADAL" clId="{08638EF6-D777-4C0B-B3AC-F96EA920AE28}" dt="2021-01-26T05:24:16.360" v="121" actId="14100"/>
          <ac:spMkLst>
            <pc:docMk/>
            <pc:sldMk cId="2468282938" sldId="366"/>
            <ac:spMk id="5" creationId="{74B6BD97-612C-4CA8-8A5C-7C81E7891880}"/>
          </ac:spMkLst>
        </pc:spChg>
        <pc:spChg chg="add mod">
          <ac:chgData name="鈴木 秀規" userId="f68c5fd9-22d5-4c0a-9833-7fb0f5135313" providerId="ADAL" clId="{08638EF6-D777-4C0B-B3AC-F96EA920AE28}" dt="2021-01-26T05:25:10.477" v="131" actId="1076"/>
          <ac:spMkLst>
            <pc:docMk/>
            <pc:sldMk cId="2468282938" sldId="366"/>
            <ac:spMk id="6" creationId="{71674804-97F6-4D1A-B06A-C8494D885214}"/>
          </ac:spMkLst>
        </pc:spChg>
        <pc:spChg chg="add mod">
          <ac:chgData name="鈴木 秀規" userId="f68c5fd9-22d5-4c0a-9833-7fb0f5135313" providerId="ADAL" clId="{08638EF6-D777-4C0B-B3AC-F96EA920AE28}" dt="2021-01-26T05:25:17.214" v="132" actId="571"/>
          <ac:spMkLst>
            <pc:docMk/>
            <pc:sldMk cId="2468282938" sldId="366"/>
            <ac:spMk id="7" creationId="{EAB6021F-3697-4137-B487-BDABD536A412}"/>
          </ac:spMkLst>
        </pc:spChg>
        <pc:spChg chg="add mod">
          <ac:chgData name="鈴木 秀規" userId="f68c5fd9-22d5-4c0a-9833-7fb0f5135313" providerId="ADAL" clId="{08638EF6-D777-4C0B-B3AC-F96EA920AE28}" dt="2021-01-26T05:25:46.933" v="140" actId="14100"/>
          <ac:spMkLst>
            <pc:docMk/>
            <pc:sldMk cId="2468282938" sldId="366"/>
            <ac:spMk id="8" creationId="{8AF68B02-7758-40C3-B9B1-151583045834}"/>
          </ac:spMkLst>
        </pc:spChg>
      </pc:sldChg>
      <pc:sldChg chg="del">
        <pc:chgData name="鈴木 秀規" userId="f68c5fd9-22d5-4c0a-9833-7fb0f5135313" providerId="ADAL" clId="{08638EF6-D777-4C0B-B3AC-F96EA920AE28}" dt="2021-01-26T05:16:05.009" v="19" actId="2696"/>
        <pc:sldMkLst>
          <pc:docMk/>
          <pc:sldMk cId="172008769" sldId="372"/>
        </pc:sldMkLst>
      </pc:sldChg>
      <pc:sldChg chg="del">
        <pc:chgData name="鈴木 秀規" userId="f68c5fd9-22d5-4c0a-9833-7fb0f5135313" providerId="ADAL" clId="{08638EF6-D777-4C0B-B3AC-F96EA920AE28}" dt="2021-01-26T05:16:05.009" v="19" actId="2696"/>
        <pc:sldMkLst>
          <pc:docMk/>
          <pc:sldMk cId="1907161375" sldId="375"/>
        </pc:sldMkLst>
      </pc:sldChg>
      <pc:sldChg chg="del">
        <pc:chgData name="鈴木 秀規" userId="f68c5fd9-22d5-4c0a-9833-7fb0f5135313" providerId="ADAL" clId="{08638EF6-D777-4C0B-B3AC-F96EA920AE28}" dt="2021-01-26T05:16:05.009" v="19" actId="2696"/>
        <pc:sldMkLst>
          <pc:docMk/>
          <pc:sldMk cId="2720488262" sldId="376"/>
        </pc:sldMkLst>
      </pc:sldChg>
      <pc:sldChg chg="del">
        <pc:chgData name="鈴木 秀規" userId="f68c5fd9-22d5-4c0a-9833-7fb0f5135313" providerId="ADAL" clId="{08638EF6-D777-4C0B-B3AC-F96EA920AE28}" dt="2021-01-26T05:16:05.009" v="19" actId="2696"/>
        <pc:sldMkLst>
          <pc:docMk/>
          <pc:sldMk cId="3649920568" sldId="377"/>
        </pc:sldMkLst>
      </pc:sldChg>
      <pc:sldChg chg="del">
        <pc:chgData name="鈴木 秀規" userId="f68c5fd9-22d5-4c0a-9833-7fb0f5135313" providerId="ADAL" clId="{08638EF6-D777-4C0B-B3AC-F96EA920AE28}" dt="2021-01-26T05:16:05.009" v="19" actId="2696"/>
        <pc:sldMkLst>
          <pc:docMk/>
          <pc:sldMk cId="958544309" sldId="379"/>
        </pc:sldMkLst>
      </pc:sldChg>
      <pc:sldChg chg="del">
        <pc:chgData name="鈴木 秀規" userId="f68c5fd9-22d5-4c0a-9833-7fb0f5135313" providerId="ADAL" clId="{08638EF6-D777-4C0B-B3AC-F96EA920AE28}" dt="2021-01-26T05:16:05.009" v="19" actId="2696"/>
        <pc:sldMkLst>
          <pc:docMk/>
          <pc:sldMk cId="690129785" sldId="380"/>
        </pc:sldMkLst>
      </pc:sldChg>
      <pc:sldChg chg="del">
        <pc:chgData name="鈴木 秀規" userId="f68c5fd9-22d5-4c0a-9833-7fb0f5135313" providerId="ADAL" clId="{08638EF6-D777-4C0B-B3AC-F96EA920AE28}" dt="2021-01-26T05:16:05.009" v="19" actId="2696"/>
        <pc:sldMkLst>
          <pc:docMk/>
          <pc:sldMk cId="2547390421" sldId="381"/>
        </pc:sldMkLst>
      </pc:sldChg>
    </pc:docChg>
  </pc:docChgLst>
  <pc:docChgLst>
    <pc:chgData name="鈴木 秀規" userId="f68c5fd9-22d5-4c0a-9833-7fb0f5135313" providerId="ADAL" clId="{1FFDFDEC-295D-434A-B582-72A8CC8A5E88}"/>
    <pc:docChg chg="undo custSel addSld delSld modSld">
      <pc:chgData name="鈴木 秀規" userId="f68c5fd9-22d5-4c0a-9833-7fb0f5135313" providerId="ADAL" clId="{1FFDFDEC-295D-434A-B582-72A8CC8A5E88}" dt="2021-01-26T04:14:36.735" v="1145" actId="2696"/>
      <pc:docMkLst>
        <pc:docMk/>
      </pc:docMkLst>
      <pc:sldChg chg="modSp mod">
        <pc:chgData name="鈴木 秀規" userId="f68c5fd9-22d5-4c0a-9833-7fb0f5135313" providerId="ADAL" clId="{1FFDFDEC-295D-434A-B582-72A8CC8A5E88}" dt="2021-01-14T07:55:57.714" v="879" actId="20577"/>
        <pc:sldMkLst>
          <pc:docMk/>
          <pc:sldMk cId="0" sldId="256"/>
        </pc:sldMkLst>
        <pc:spChg chg="mod">
          <ac:chgData name="鈴木 秀規" userId="f68c5fd9-22d5-4c0a-9833-7fb0f5135313" providerId="ADAL" clId="{1FFDFDEC-295D-434A-B582-72A8CC8A5E88}" dt="2021-01-14T07:55:57.714" v="879" actId="20577"/>
          <ac:spMkLst>
            <pc:docMk/>
            <pc:sldMk cId="0" sldId="256"/>
            <ac:spMk id="56" creationId="{00000000-0000-0000-0000-000000000000}"/>
          </ac:spMkLst>
        </pc:spChg>
      </pc:sldChg>
      <pc:sldChg chg="del">
        <pc:chgData name="鈴木 秀規" userId="f68c5fd9-22d5-4c0a-9833-7fb0f5135313" providerId="ADAL" clId="{1FFDFDEC-295D-434A-B582-72A8CC8A5E88}" dt="2021-01-14T02:02:02.288" v="173" actId="2696"/>
        <pc:sldMkLst>
          <pc:docMk/>
          <pc:sldMk cId="1511176286" sldId="261"/>
        </pc:sldMkLst>
      </pc:sldChg>
      <pc:sldChg chg="modSp mod">
        <pc:chgData name="鈴木 秀規" userId="f68c5fd9-22d5-4c0a-9833-7fb0f5135313" providerId="ADAL" clId="{1FFDFDEC-295D-434A-B582-72A8CC8A5E88}" dt="2021-01-14T01:53:14.302" v="5" actId="20577"/>
        <pc:sldMkLst>
          <pc:docMk/>
          <pc:sldMk cId="1668843990" sldId="360"/>
        </pc:sldMkLst>
        <pc:spChg chg="mod">
          <ac:chgData name="鈴木 秀規" userId="f68c5fd9-22d5-4c0a-9833-7fb0f5135313" providerId="ADAL" clId="{1FFDFDEC-295D-434A-B582-72A8CC8A5E88}" dt="2021-01-14T01:53:14.302" v="5" actId="20577"/>
          <ac:spMkLst>
            <pc:docMk/>
            <pc:sldMk cId="1668843990" sldId="360"/>
            <ac:spMk id="9" creationId="{A4832727-EA7F-44D6-A9F2-E4AE0246960A}"/>
          </ac:spMkLst>
        </pc:spChg>
      </pc:sldChg>
      <pc:sldChg chg="modSp mod">
        <pc:chgData name="鈴木 秀規" userId="f68c5fd9-22d5-4c0a-9833-7fb0f5135313" providerId="ADAL" clId="{1FFDFDEC-295D-434A-B582-72A8CC8A5E88}" dt="2021-01-26T04:14:26.201" v="1144"/>
        <pc:sldMkLst>
          <pc:docMk/>
          <pc:sldMk cId="267129399" sldId="361"/>
        </pc:sldMkLst>
        <pc:spChg chg="mod">
          <ac:chgData name="鈴木 秀規" userId="f68c5fd9-22d5-4c0a-9833-7fb0f5135313" providerId="ADAL" clId="{1FFDFDEC-295D-434A-B582-72A8CC8A5E88}" dt="2021-01-26T04:14:26.201" v="1144"/>
          <ac:spMkLst>
            <pc:docMk/>
            <pc:sldMk cId="267129399" sldId="361"/>
            <ac:spMk id="6" creationId="{D0F3BEAC-A5EA-4EE4-95C7-0AEC1107FD29}"/>
          </ac:spMkLst>
        </pc:spChg>
      </pc:sldChg>
      <pc:sldChg chg="del">
        <pc:chgData name="鈴木 秀規" userId="f68c5fd9-22d5-4c0a-9833-7fb0f5135313" providerId="ADAL" clId="{1FFDFDEC-295D-434A-B582-72A8CC8A5E88}" dt="2021-01-14T02:02:02.288" v="173" actId="2696"/>
        <pc:sldMkLst>
          <pc:docMk/>
          <pc:sldMk cId="2503862587" sldId="362"/>
        </pc:sldMkLst>
      </pc:sldChg>
      <pc:sldChg chg="del">
        <pc:chgData name="鈴木 秀規" userId="f68c5fd9-22d5-4c0a-9833-7fb0f5135313" providerId="ADAL" clId="{1FFDFDEC-295D-434A-B582-72A8CC8A5E88}" dt="2021-01-14T02:02:02.288" v="173" actId="2696"/>
        <pc:sldMkLst>
          <pc:docMk/>
          <pc:sldMk cId="3893490019" sldId="364"/>
        </pc:sldMkLst>
      </pc:sldChg>
      <pc:sldChg chg="del">
        <pc:chgData name="鈴木 秀規" userId="f68c5fd9-22d5-4c0a-9833-7fb0f5135313" providerId="ADAL" clId="{1FFDFDEC-295D-434A-B582-72A8CC8A5E88}" dt="2021-01-14T02:02:02.288" v="173" actId="2696"/>
        <pc:sldMkLst>
          <pc:docMk/>
          <pc:sldMk cId="2559106598" sldId="365"/>
        </pc:sldMkLst>
      </pc:sldChg>
      <pc:sldChg chg="del">
        <pc:chgData name="鈴木 秀規" userId="f68c5fd9-22d5-4c0a-9833-7fb0f5135313" providerId="ADAL" clId="{1FFDFDEC-295D-434A-B582-72A8CC8A5E88}" dt="2021-01-14T02:02:02.288" v="173" actId="2696"/>
        <pc:sldMkLst>
          <pc:docMk/>
          <pc:sldMk cId="15529201" sldId="367"/>
        </pc:sldMkLst>
      </pc:sldChg>
      <pc:sldChg chg="del">
        <pc:chgData name="鈴木 秀規" userId="f68c5fd9-22d5-4c0a-9833-7fb0f5135313" providerId="ADAL" clId="{1FFDFDEC-295D-434A-B582-72A8CC8A5E88}" dt="2021-01-14T02:02:02.288" v="173" actId="2696"/>
        <pc:sldMkLst>
          <pc:docMk/>
          <pc:sldMk cId="1431651866" sldId="368"/>
        </pc:sldMkLst>
      </pc:sldChg>
      <pc:sldChg chg="del">
        <pc:chgData name="鈴木 秀規" userId="f68c5fd9-22d5-4c0a-9833-7fb0f5135313" providerId="ADAL" clId="{1FFDFDEC-295D-434A-B582-72A8CC8A5E88}" dt="2021-01-14T02:02:02.288" v="173" actId="2696"/>
        <pc:sldMkLst>
          <pc:docMk/>
          <pc:sldMk cId="3805279594" sldId="370"/>
        </pc:sldMkLst>
      </pc:sldChg>
      <pc:sldChg chg="del">
        <pc:chgData name="鈴木 秀規" userId="f68c5fd9-22d5-4c0a-9833-7fb0f5135313" providerId="ADAL" clId="{1FFDFDEC-295D-434A-B582-72A8CC8A5E88}" dt="2021-01-14T02:02:02.288" v="173" actId="2696"/>
        <pc:sldMkLst>
          <pc:docMk/>
          <pc:sldMk cId="2800751255" sldId="371"/>
        </pc:sldMkLst>
      </pc:sldChg>
      <pc:sldChg chg="addSp delSp modSp add del mod">
        <pc:chgData name="鈴木 秀規" userId="f68c5fd9-22d5-4c0a-9833-7fb0f5135313" providerId="ADAL" clId="{1FFDFDEC-295D-434A-B582-72A8CC8A5E88}" dt="2021-01-26T04:07:56.960" v="1122" actId="2696"/>
        <pc:sldMkLst>
          <pc:docMk/>
          <pc:sldMk cId="172008769" sldId="372"/>
        </pc:sldMkLst>
        <pc:spChg chg="add del mod">
          <ac:chgData name="鈴木 秀規" userId="f68c5fd9-22d5-4c0a-9833-7fb0f5135313" providerId="ADAL" clId="{1FFDFDEC-295D-434A-B582-72A8CC8A5E88}" dt="2021-01-14T01:56:40.925" v="60" actId="478"/>
          <ac:spMkLst>
            <pc:docMk/>
            <pc:sldMk cId="172008769" sldId="372"/>
            <ac:spMk id="5" creationId="{67B38081-02F3-4384-BBAE-22C104C2455D}"/>
          </ac:spMkLst>
        </pc:spChg>
        <pc:spChg chg="mod">
          <ac:chgData name="鈴木 秀規" userId="f68c5fd9-22d5-4c0a-9833-7fb0f5135313" providerId="ADAL" clId="{1FFDFDEC-295D-434A-B582-72A8CC8A5E88}" dt="2021-01-14T01:55:41.096" v="38" actId="20577"/>
          <ac:spMkLst>
            <pc:docMk/>
            <pc:sldMk cId="172008769" sldId="372"/>
            <ac:spMk id="6" creationId="{3706AB8D-A382-42EF-9DE4-041BFCABF741}"/>
          </ac:spMkLst>
        </pc:spChg>
        <pc:spChg chg="del">
          <ac:chgData name="鈴木 秀規" userId="f68c5fd9-22d5-4c0a-9833-7fb0f5135313" providerId="ADAL" clId="{1FFDFDEC-295D-434A-B582-72A8CC8A5E88}" dt="2021-01-14T01:55:46.815" v="39" actId="478"/>
          <ac:spMkLst>
            <pc:docMk/>
            <pc:sldMk cId="172008769" sldId="372"/>
            <ac:spMk id="7" creationId="{672739A4-DFB9-47C7-9258-80F9236238A4}"/>
          </ac:spMkLst>
        </pc:spChg>
        <pc:spChg chg="mod">
          <ac:chgData name="鈴木 秀規" userId="f68c5fd9-22d5-4c0a-9833-7fb0f5135313" providerId="ADAL" clId="{1FFDFDEC-295D-434A-B582-72A8CC8A5E88}" dt="2021-01-14T01:56:25.122" v="59" actId="14100"/>
          <ac:spMkLst>
            <pc:docMk/>
            <pc:sldMk cId="172008769" sldId="372"/>
            <ac:spMk id="8" creationId="{1A8BB172-35AF-4185-A46A-ED93D3A7D7C5}"/>
          </ac:spMkLst>
        </pc:spChg>
        <pc:spChg chg="del">
          <ac:chgData name="鈴木 秀規" userId="f68c5fd9-22d5-4c0a-9833-7fb0f5135313" providerId="ADAL" clId="{1FFDFDEC-295D-434A-B582-72A8CC8A5E88}" dt="2021-01-14T01:55:46.815" v="39" actId="478"/>
          <ac:spMkLst>
            <pc:docMk/>
            <pc:sldMk cId="172008769" sldId="372"/>
            <ac:spMk id="10" creationId="{0AFC5742-3896-4E4B-91EB-5143E04BDFE8}"/>
          </ac:spMkLst>
        </pc:spChg>
        <pc:spChg chg="add mod">
          <ac:chgData name="鈴木 秀規" userId="f68c5fd9-22d5-4c0a-9833-7fb0f5135313" providerId="ADAL" clId="{1FFDFDEC-295D-434A-B582-72A8CC8A5E88}" dt="2021-01-26T03:27:03.211" v="885" actId="1036"/>
          <ac:spMkLst>
            <pc:docMk/>
            <pc:sldMk cId="172008769" sldId="372"/>
            <ac:spMk id="11" creationId="{0EE89B3D-777A-4D82-AF4A-FEBBC0B38D57}"/>
          </ac:spMkLst>
        </pc:spChg>
        <pc:spChg chg="mod">
          <ac:chgData name="鈴木 秀規" userId="f68c5fd9-22d5-4c0a-9833-7fb0f5135313" providerId="ADAL" clId="{1FFDFDEC-295D-434A-B582-72A8CC8A5E88}" dt="2021-01-14T01:56:41.228" v="61"/>
          <ac:spMkLst>
            <pc:docMk/>
            <pc:sldMk cId="172008769" sldId="372"/>
            <ac:spMk id="13" creationId="{00FBD691-EDB3-459B-AE89-CE15BB28FB9C}"/>
          </ac:spMkLst>
        </pc:spChg>
        <pc:spChg chg="mod">
          <ac:chgData name="鈴木 秀規" userId="f68c5fd9-22d5-4c0a-9833-7fb0f5135313" providerId="ADAL" clId="{1FFDFDEC-295D-434A-B582-72A8CC8A5E88}" dt="2021-01-14T01:56:41.228" v="61"/>
          <ac:spMkLst>
            <pc:docMk/>
            <pc:sldMk cId="172008769" sldId="372"/>
            <ac:spMk id="14" creationId="{760527DA-04D2-438C-8525-3AFE1849FF14}"/>
          </ac:spMkLst>
        </pc:spChg>
        <pc:spChg chg="mod">
          <ac:chgData name="鈴木 秀規" userId="f68c5fd9-22d5-4c0a-9833-7fb0f5135313" providerId="ADAL" clId="{1FFDFDEC-295D-434A-B582-72A8CC8A5E88}" dt="2021-01-14T01:56:41.228" v="61"/>
          <ac:spMkLst>
            <pc:docMk/>
            <pc:sldMk cId="172008769" sldId="372"/>
            <ac:spMk id="15" creationId="{C2114889-2F4A-4C98-8174-9526FFFDABA8}"/>
          </ac:spMkLst>
        </pc:spChg>
        <pc:spChg chg="add mod">
          <ac:chgData name="鈴木 秀規" userId="f68c5fd9-22d5-4c0a-9833-7fb0f5135313" providerId="ADAL" clId="{1FFDFDEC-295D-434A-B582-72A8CC8A5E88}" dt="2021-01-26T03:27:03.211" v="885" actId="1036"/>
          <ac:spMkLst>
            <pc:docMk/>
            <pc:sldMk cId="172008769" sldId="372"/>
            <ac:spMk id="16" creationId="{08963021-C7BF-4E30-88F9-27358B57D639}"/>
          </ac:spMkLst>
        </pc:spChg>
        <pc:spChg chg="add mod">
          <ac:chgData name="鈴木 秀規" userId="f68c5fd9-22d5-4c0a-9833-7fb0f5135313" providerId="ADAL" clId="{1FFDFDEC-295D-434A-B582-72A8CC8A5E88}" dt="2021-01-26T03:27:03.211" v="885" actId="1036"/>
          <ac:spMkLst>
            <pc:docMk/>
            <pc:sldMk cId="172008769" sldId="372"/>
            <ac:spMk id="20" creationId="{DDB2A47F-7592-4281-8601-0082B2A0F27B}"/>
          </ac:spMkLst>
        </pc:spChg>
        <pc:spChg chg="add mod">
          <ac:chgData name="鈴木 秀規" userId="f68c5fd9-22d5-4c0a-9833-7fb0f5135313" providerId="ADAL" clId="{1FFDFDEC-295D-434A-B582-72A8CC8A5E88}" dt="2021-01-26T03:27:03.211" v="885" actId="1036"/>
          <ac:spMkLst>
            <pc:docMk/>
            <pc:sldMk cId="172008769" sldId="372"/>
            <ac:spMk id="21" creationId="{E6A262F3-374E-4532-B119-B865B91C4E39}"/>
          </ac:spMkLst>
        </pc:spChg>
        <pc:grpChg chg="add mod">
          <ac:chgData name="鈴木 秀規" userId="f68c5fd9-22d5-4c0a-9833-7fb0f5135313" providerId="ADAL" clId="{1FFDFDEC-295D-434A-B582-72A8CC8A5E88}" dt="2021-01-26T03:27:03.211" v="885" actId="1036"/>
          <ac:grpSpMkLst>
            <pc:docMk/>
            <pc:sldMk cId="172008769" sldId="372"/>
            <ac:grpSpMk id="12" creationId="{3BF1A17C-1891-4B32-9243-CD5A4079FDC1}"/>
          </ac:grpSpMkLst>
        </pc:grpChg>
        <pc:picChg chg="add mod">
          <ac:chgData name="鈴木 秀規" userId="f68c5fd9-22d5-4c0a-9833-7fb0f5135313" providerId="ADAL" clId="{1FFDFDEC-295D-434A-B582-72A8CC8A5E88}" dt="2021-01-26T03:27:03.211" v="885" actId="1036"/>
          <ac:picMkLst>
            <pc:docMk/>
            <pc:sldMk cId="172008769" sldId="372"/>
            <ac:picMk id="17" creationId="{6BB4F070-ED21-451B-8D3B-ABEA92C592CF}"/>
          </ac:picMkLst>
        </pc:picChg>
        <pc:picChg chg="add mod">
          <ac:chgData name="鈴木 秀規" userId="f68c5fd9-22d5-4c0a-9833-7fb0f5135313" providerId="ADAL" clId="{1FFDFDEC-295D-434A-B582-72A8CC8A5E88}" dt="2021-01-26T03:27:03.211" v="885" actId="1036"/>
          <ac:picMkLst>
            <pc:docMk/>
            <pc:sldMk cId="172008769" sldId="372"/>
            <ac:picMk id="18" creationId="{18CDD6B3-104E-4B2C-ABCE-BDDA2A03556C}"/>
          </ac:picMkLst>
        </pc:picChg>
        <pc:picChg chg="add mod">
          <ac:chgData name="鈴木 秀規" userId="f68c5fd9-22d5-4c0a-9833-7fb0f5135313" providerId="ADAL" clId="{1FFDFDEC-295D-434A-B582-72A8CC8A5E88}" dt="2021-01-26T03:27:03.211" v="885" actId="1036"/>
          <ac:picMkLst>
            <pc:docMk/>
            <pc:sldMk cId="172008769" sldId="372"/>
            <ac:picMk id="19" creationId="{1818FF79-0FA6-4DDC-A3CE-FD7017CADC96}"/>
          </ac:picMkLst>
        </pc:picChg>
      </pc:sldChg>
      <pc:sldChg chg="del">
        <pc:chgData name="鈴木 秀規" userId="f68c5fd9-22d5-4c0a-9833-7fb0f5135313" providerId="ADAL" clId="{1FFDFDEC-295D-434A-B582-72A8CC8A5E88}" dt="2021-01-14T02:02:02.288" v="173" actId="2696"/>
        <pc:sldMkLst>
          <pc:docMk/>
          <pc:sldMk cId="1008457363" sldId="373"/>
        </pc:sldMkLst>
      </pc:sldChg>
      <pc:sldChg chg="del">
        <pc:chgData name="鈴木 秀規" userId="f68c5fd9-22d5-4c0a-9833-7fb0f5135313" providerId="ADAL" clId="{1FFDFDEC-295D-434A-B582-72A8CC8A5E88}" dt="2021-01-14T02:02:02.288" v="173" actId="2696"/>
        <pc:sldMkLst>
          <pc:docMk/>
          <pc:sldMk cId="3737915234" sldId="374"/>
        </pc:sldMkLst>
      </pc:sldChg>
      <pc:sldChg chg="addSp delSp modSp new mod modClrScheme chgLayout">
        <pc:chgData name="鈴木 秀規" userId="f68c5fd9-22d5-4c0a-9833-7fb0f5135313" providerId="ADAL" clId="{1FFDFDEC-295D-434A-B582-72A8CC8A5E88}" dt="2021-01-14T01:59:45.566" v="120" actId="20577"/>
        <pc:sldMkLst>
          <pc:docMk/>
          <pc:sldMk cId="1907161375" sldId="375"/>
        </pc:sldMkLst>
        <pc:spChg chg="mod ord">
          <ac:chgData name="鈴木 秀規" userId="f68c5fd9-22d5-4c0a-9833-7fb0f5135313" providerId="ADAL" clId="{1FFDFDEC-295D-434A-B582-72A8CC8A5E88}" dt="2021-01-14T01:54:25.584" v="9" actId="700"/>
          <ac:spMkLst>
            <pc:docMk/>
            <pc:sldMk cId="1907161375" sldId="375"/>
            <ac:spMk id="2" creationId="{F2C33459-1977-49C7-8169-E241134D1068}"/>
          </ac:spMkLst>
        </pc:spChg>
        <pc:spChg chg="del mod ord">
          <ac:chgData name="鈴木 秀規" userId="f68c5fd9-22d5-4c0a-9833-7fb0f5135313" providerId="ADAL" clId="{1FFDFDEC-295D-434A-B582-72A8CC8A5E88}" dt="2021-01-14T01:54:25.584" v="9" actId="700"/>
          <ac:spMkLst>
            <pc:docMk/>
            <pc:sldMk cId="1907161375" sldId="375"/>
            <ac:spMk id="3" creationId="{636E995A-F897-446B-8750-F1FA333D638B}"/>
          </ac:spMkLst>
        </pc:spChg>
        <pc:spChg chg="mod ord">
          <ac:chgData name="鈴木 秀規" userId="f68c5fd9-22d5-4c0a-9833-7fb0f5135313" providerId="ADAL" clId="{1FFDFDEC-295D-434A-B582-72A8CC8A5E88}" dt="2021-01-14T01:54:25.584" v="9" actId="700"/>
          <ac:spMkLst>
            <pc:docMk/>
            <pc:sldMk cId="1907161375" sldId="375"/>
            <ac:spMk id="4" creationId="{B2A3B6B7-9A60-4D01-AAEE-C2106AF10B28}"/>
          </ac:spMkLst>
        </pc:spChg>
        <pc:spChg chg="del mod ord">
          <ac:chgData name="鈴木 秀規" userId="f68c5fd9-22d5-4c0a-9833-7fb0f5135313" providerId="ADAL" clId="{1FFDFDEC-295D-434A-B582-72A8CC8A5E88}" dt="2021-01-14T01:54:25.584" v="9" actId="700"/>
          <ac:spMkLst>
            <pc:docMk/>
            <pc:sldMk cId="1907161375" sldId="375"/>
            <ac:spMk id="5" creationId="{B151D206-9F6E-4D12-A8D3-8A8829BB5028}"/>
          </ac:spMkLst>
        </pc:spChg>
        <pc:spChg chg="del">
          <ac:chgData name="鈴木 秀規" userId="f68c5fd9-22d5-4c0a-9833-7fb0f5135313" providerId="ADAL" clId="{1FFDFDEC-295D-434A-B582-72A8CC8A5E88}" dt="2021-01-14T01:54:25.584" v="9" actId="700"/>
          <ac:spMkLst>
            <pc:docMk/>
            <pc:sldMk cId="1907161375" sldId="375"/>
            <ac:spMk id="6" creationId="{D6696C33-9BDD-48AC-8E27-0A64C91D0D98}"/>
          </ac:spMkLst>
        </pc:spChg>
        <pc:spChg chg="del">
          <ac:chgData name="鈴木 秀規" userId="f68c5fd9-22d5-4c0a-9833-7fb0f5135313" providerId="ADAL" clId="{1FFDFDEC-295D-434A-B582-72A8CC8A5E88}" dt="2021-01-14T01:54:25.584" v="9" actId="700"/>
          <ac:spMkLst>
            <pc:docMk/>
            <pc:sldMk cId="1907161375" sldId="375"/>
            <ac:spMk id="7" creationId="{E4D4E024-E9E2-43D0-B1F1-F13EC947B786}"/>
          </ac:spMkLst>
        </pc:spChg>
        <pc:spChg chg="add mod ord">
          <ac:chgData name="鈴木 秀規" userId="f68c5fd9-22d5-4c0a-9833-7fb0f5135313" providerId="ADAL" clId="{1FFDFDEC-295D-434A-B582-72A8CC8A5E88}" dt="2021-01-14T01:58:04.334" v="101" actId="20577"/>
          <ac:spMkLst>
            <pc:docMk/>
            <pc:sldMk cId="1907161375" sldId="375"/>
            <ac:spMk id="8" creationId="{78B182D4-16E3-44FD-A2E5-1D567BDD09F0}"/>
          </ac:spMkLst>
        </pc:spChg>
        <pc:spChg chg="add mod ord">
          <ac:chgData name="鈴木 秀規" userId="f68c5fd9-22d5-4c0a-9833-7fb0f5135313" providerId="ADAL" clId="{1FFDFDEC-295D-434A-B582-72A8CC8A5E88}" dt="2021-01-14T01:59:03.773" v="108" actId="14100"/>
          <ac:spMkLst>
            <pc:docMk/>
            <pc:sldMk cId="1907161375" sldId="375"/>
            <ac:spMk id="9" creationId="{4F6550AC-7983-47F0-BE4F-14B2B41AE9EE}"/>
          </ac:spMkLst>
        </pc:spChg>
        <pc:spChg chg="add mod">
          <ac:chgData name="鈴木 秀規" userId="f68c5fd9-22d5-4c0a-9833-7fb0f5135313" providerId="ADAL" clId="{1FFDFDEC-295D-434A-B582-72A8CC8A5E88}" dt="2021-01-14T01:59:18.272" v="110" actId="1076"/>
          <ac:spMkLst>
            <pc:docMk/>
            <pc:sldMk cId="1907161375" sldId="375"/>
            <ac:spMk id="10" creationId="{07AAD370-75E4-4088-9385-8BD5A3B0B1FA}"/>
          </ac:spMkLst>
        </pc:spChg>
        <pc:spChg chg="add mod">
          <ac:chgData name="鈴木 秀規" userId="f68c5fd9-22d5-4c0a-9833-7fb0f5135313" providerId="ADAL" clId="{1FFDFDEC-295D-434A-B582-72A8CC8A5E88}" dt="2021-01-14T01:59:36.868" v="115" actId="207"/>
          <ac:spMkLst>
            <pc:docMk/>
            <pc:sldMk cId="1907161375" sldId="375"/>
            <ac:spMk id="14" creationId="{A20BE2EF-A56E-47BB-9FD3-66EB89F1CAB2}"/>
          </ac:spMkLst>
        </pc:spChg>
        <pc:spChg chg="add mod">
          <ac:chgData name="鈴木 秀規" userId="f68c5fd9-22d5-4c0a-9833-7fb0f5135313" providerId="ADAL" clId="{1FFDFDEC-295D-434A-B582-72A8CC8A5E88}" dt="2021-01-14T01:59:18.272" v="110" actId="1076"/>
          <ac:spMkLst>
            <pc:docMk/>
            <pc:sldMk cId="1907161375" sldId="375"/>
            <ac:spMk id="17" creationId="{21ED72EF-CCE7-4002-AA1A-6B5AC15DFF59}"/>
          </ac:spMkLst>
        </pc:spChg>
        <pc:spChg chg="add mod">
          <ac:chgData name="鈴木 秀規" userId="f68c5fd9-22d5-4c0a-9833-7fb0f5135313" providerId="ADAL" clId="{1FFDFDEC-295D-434A-B582-72A8CC8A5E88}" dt="2021-01-14T01:59:18.272" v="110" actId="1076"/>
          <ac:spMkLst>
            <pc:docMk/>
            <pc:sldMk cId="1907161375" sldId="375"/>
            <ac:spMk id="18" creationId="{0326BFB2-441C-48B3-A336-83EED185BD7F}"/>
          </ac:spMkLst>
        </pc:spChg>
        <pc:spChg chg="add mod">
          <ac:chgData name="鈴木 秀規" userId="f68c5fd9-22d5-4c0a-9833-7fb0f5135313" providerId="ADAL" clId="{1FFDFDEC-295D-434A-B582-72A8CC8A5E88}" dt="2021-01-14T01:59:18.272" v="110" actId="1076"/>
          <ac:spMkLst>
            <pc:docMk/>
            <pc:sldMk cId="1907161375" sldId="375"/>
            <ac:spMk id="19" creationId="{E7B78823-E559-44B9-B837-BC65C7418CA2}"/>
          </ac:spMkLst>
        </pc:spChg>
        <pc:spChg chg="add mod">
          <ac:chgData name="鈴木 秀規" userId="f68c5fd9-22d5-4c0a-9833-7fb0f5135313" providerId="ADAL" clId="{1FFDFDEC-295D-434A-B582-72A8CC8A5E88}" dt="2021-01-14T01:59:18.272" v="110" actId="1076"/>
          <ac:spMkLst>
            <pc:docMk/>
            <pc:sldMk cId="1907161375" sldId="375"/>
            <ac:spMk id="21" creationId="{9504068A-D6BB-4A8F-B6B6-F71AFA026404}"/>
          </ac:spMkLst>
        </pc:spChg>
        <pc:spChg chg="add mod">
          <ac:chgData name="鈴木 秀規" userId="f68c5fd9-22d5-4c0a-9833-7fb0f5135313" providerId="ADAL" clId="{1FFDFDEC-295D-434A-B582-72A8CC8A5E88}" dt="2021-01-14T01:59:18.272" v="110" actId="1076"/>
          <ac:spMkLst>
            <pc:docMk/>
            <pc:sldMk cId="1907161375" sldId="375"/>
            <ac:spMk id="25" creationId="{84546D2E-07EA-4D64-8042-B418A8D1EB7F}"/>
          </ac:spMkLst>
        </pc:spChg>
        <pc:spChg chg="add mod">
          <ac:chgData name="鈴木 秀規" userId="f68c5fd9-22d5-4c0a-9833-7fb0f5135313" providerId="ADAL" clId="{1FFDFDEC-295D-434A-B582-72A8CC8A5E88}" dt="2021-01-14T01:59:45.566" v="120" actId="20577"/>
          <ac:spMkLst>
            <pc:docMk/>
            <pc:sldMk cId="1907161375" sldId="375"/>
            <ac:spMk id="31" creationId="{05E58047-D705-49A5-9998-531FF0EE584D}"/>
          </ac:spMkLst>
        </pc:spChg>
        <pc:picChg chg="add mod">
          <ac:chgData name="鈴木 秀規" userId="f68c5fd9-22d5-4c0a-9833-7fb0f5135313" providerId="ADAL" clId="{1FFDFDEC-295D-434A-B582-72A8CC8A5E88}" dt="2021-01-14T01:59:18.272" v="110" actId="1076"/>
          <ac:picMkLst>
            <pc:docMk/>
            <pc:sldMk cId="1907161375" sldId="375"/>
            <ac:picMk id="11" creationId="{564BFD27-68F4-4E9B-BBD1-3DF2216B791D}"/>
          </ac:picMkLst>
        </pc:picChg>
        <pc:picChg chg="add mod">
          <ac:chgData name="鈴木 秀規" userId="f68c5fd9-22d5-4c0a-9833-7fb0f5135313" providerId="ADAL" clId="{1FFDFDEC-295D-434A-B582-72A8CC8A5E88}" dt="2021-01-14T01:59:18.272" v="110" actId="1076"/>
          <ac:picMkLst>
            <pc:docMk/>
            <pc:sldMk cId="1907161375" sldId="375"/>
            <ac:picMk id="12" creationId="{B50ED766-00D9-495F-A414-BBA5DB6E911F}"/>
          </ac:picMkLst>
        </pc:picChg>
        <pc:picChg chg="add mod">
          <ac:chgData name="鈴木 秀規" userId="f68c5fd9-22d5-4c0a-9833-7fb0f5135313" providerId="ADAL" clId="{1FFDFDEC-295D-434A-B582-72A8CC8A5E88}" dt="2021-01-14T01:59:18.272" v="110" actId="1076"/>
          <ac:picMkLst>
            <pc:docMk/>
            <pc:sldMk cId="1907161375" sldId="375"/>
            <ac:picMk id="13" creationId="{675DBB52-291D-4CFA-83BC-E791C49F2029}"/>
          </ac:picMkLst>
        </pc:picChg>
        <pc:picChg chg="add mod">
          <ac:chgData name="鈴木 秀規" userId="f68c5fd9-22d5-4c0a-9833-7fb0f5135313" providerId="ADAL" clId="{1FFDFDEC-295D-434A-B582-72A8CC8A5E88}" dt="2021-01-14T01:59:18.272" v="110" actId="1076"/>
          <ac:picMkLst>
            <pc:docMk/>
            <pc:sldMk cId="1907161375" sldId="375"/>
            <ac:picMk id="20" creationId="{C6F8F643-F6C2-48A3-A5B6-AD5484107388}"/>
          </ac:picMkLst>
        </pc:picChg>
        <pc:picChg chg="add mod">
          <ac:chgData name="鈴木 秀規" userId="f68c5fd9-22d5-4c0a-9833-7fb0f5135313" providerId="ADAL" clId="{1FFDFDEC-295D-434A-B582-72A8CC8A5E88}" dt="2021-01-14T01:59:18.272" v="110" actId="1076"/>
          <ac:picMkLst>
            <pc:docMk/>
            <pc:sldMk cId="1907161375" sldId="375"/>
            <ac:picMk id="23" creationId="{C8CD0E29-FC7E-401E-8953-904CC4E89018}"/>
          </ac:picMkLst>
        </pc:picChg>
        <pc:picChg chg="add mod">
          <ac:chgData name="鈴木 秀規" userId="f68c5fd9-22d5-4c0a-9833-7fb0f5135313" providerId="ADAL" clId="{1FFDFDEC-295D-434A-B582-72A8CC8A5E88}" dt="2021-01-14T01:59:18.272" v="110" actId="1076"/>
          <ac:picMkLst>
            <pc:docMk/>
            <pc:sldMk cId="1907161375" sldId="375"/>
            <ac:picMk id="24" creationId="{6AF5DD5D-6F24-49E8-9C70-34C2AB7E47BD}"/>
          </ac:picMkLst>
        </pc:picChg>
        <pc:picChg chg="add mod">
          <ac:chgData name="鈴木 秀規" userId="f68c5fd9-22d5-4c0a-9833-7fb0f5135313" providerId="ADAL" clId="{1FFDFDEC-295D-434A-B582-72A8CC8A5E88}" dt="2021-01-14T01:59:18.272" v="110" actId="1076"/>
          <ac:picMkLst>
            <pc:docMk/>
            <pc:sldMk cId="1907161375" sldId="375"/>
            <ac:picMk id="29" creationId="{4D35E043-D2AD-4290-8C14-32D0728BF532}"/>
          </ac:picMkLst>
        </pc:picChg>
        <pc:picChg chg="add mod">
          <ac:chgData name="鈴木 秀規" userId="f68c5fd9-22d5-4c0a-9833-7fb0f5135313" providerId="ADAL" clId="{1FFDFDEC-295D-434A-B582-72A8CC8A5E88}" dt="2021-01-14T01:59:18.272" v="110" actId="1076"/>
          <ac:picMkLst>
            <pc:docMk/>
            <pc:sldMk cId="1907161375" sldId="375"/>
            <ac:picMk id="30" creationId="{C010E05C-1871-42D5-9FB7-ABF30847EAF3}"/>
          </ac:picMkLst>
        </pc:picChg>
        <pc:picChg chg="add mod">
          <ac:chgData name="鈴木 秀規" userId="f68c5fd9-22d5-4c0a-9833-7fb0f5135313" providerId="ADAL" clId="{1FFDFDEC-295D-434A-B582-72A8CC8A5E88}" dt="2021-01-14T01:59:18.272" v="110" actId="1076"/>
          <ac:picMkLst>
            <pc:docMk/>
            <pc:sldMk cId="1907161375" sldId="375"/>
            <ac:picMk id="32" creationId="{E9F0B6A4-1999-4C8C-A73B-2901C433607C}"/>
          </ac:picMkLst>
        </pc:picChg>
        <pc:cxnChg chg="add mod">
          <ac:chgData name="鈴木 秀規" userId="f68c5fd9-22d5-4c0a-9833-7fb0f5135313" providerId="ADAL" clId="{1FFDFDEC-295D-434A-B582-72A8CC8A5E88}" dt="2021-01-14T01:59:18.272" v="110" actId="1076"/>
          <ac:cxnSpMkLst>
            <pc:docMk/>
            <pc:sldMk cId="1907161375" sldId="375"/>
            <ac:cxnSpMk id="15" creationId="{0F95D75C-089C-431C-9673-BAF8BC7E7B81}"/>
          </ac:cxnSpMkLst>
        </pc:cxnChg>
        <pc:cxnChg chg="add mod">
          <ac:chgData name="鈴木 秀規" userId="f68c5fd9-22d5-4c0a-9833-7fb0f5135313" providerId="ADAL" clId="{1FFDFDEC-295D-434A-B582-72A8CC8A5E88}" dt="2021-01-14T01:59:18.272" v="110" actId="1076"/>
          <ac:cxnSpMkLst>
            <pc:docMk/>
            <pc:sldMk cId="1907161375" sldId="375"/>
            <ac:cxnSpMk id="16" creationId="{EBAA7087-1D49-4E99-B6FE-4EE4FDA7636C}"/>
          </ac:cxnSpMkLst>
        </pc:cxnChg>
        <pc:cxnChg chg="add mod">
          <ac:chgData name="鈴木 秀規" userId="f68c5fd9-22d5-4c0a-9833-7fb0f5135313" providerId="ADAL" clId="{1FFDFDEC-295D-434A-B582-72A8CC8A5E88}" dt="2021-01-14T01:59:18.272" v="110" actId="1076"/>
          <ac:cxnSpMkLst>
            <pc:docMk/>
            <pc:sldMk cId="1907161375" sldId="375"/>
            <ac:cxnSpMk id="22" creationId="{FCC53815-0305-4D47-9C8D-837854022F3D}"/>
          </ac:cxnSpMkLst>
        </pc:cxnChg>
        <pc:cxnChg chg="add mod">
          <ac:chgData name="鈴木 秀規" userId="f68c5fd9-22d5-4c0a-9833-7fb0f5135313" providerId="ADAL" clId="{1FFDFDEC-295D-434A-B582-72A8CC8A5E88}" dt="2021-01-14T01:59:18.272" v="110" actId="1076"/>
          <ac:cxnSpMkLst>
            <pc:docMk/>
            <pc:sldMk cId="1907161375" sldId="375"/>
            <ac:cxnSpMk id="26" creationId="{6164547E-80FC-4466-ACDC-B8B858B19E4A}"/>
          </ac:cxnSpMkLst>
        </pc:cxnChg>
        <pc:cxnChg chg="add mod">
          <ac:chgData name="鈴木 秀規" userId="f68c5fd9-22d5-4c0a-9833-7fb0f5135313" providerId="ADAL" clId="{1FFDFDEC-295D-434A-B582-72A8CC8A5E88}" dt="2021-01-14T01:59:18.272" v="110" actId="1076"/>
          <ac:cxnSpMkLst>
            <pc:docMk/>
            <pc:sldMk cId="1907161375" sldId="375"/>
            <ac:cxnSpMk id="27" creationId="{C8083653-A187-4061-9CFC-9CA906255BB5}"/>
          </ac:cxnSpMkLst>
        </pc:cxnChg>
        <pc:cxnChg chg="add mod">
          <ac:chgData name="鈴木 秀規" userId="f68c5fd9-22d5-4c0a-9833-7fb0f5135313" providerId="ADAL" clId="{1FFDFDEC-295D-434A-B582-72A8CC8A5E88}" dt="2021-01-14T01:59:18.272" v="110" actId="1076"/>
          <ac:cxnSpMkLst>
            <pc:docMk/>
            <pc:sldMk cId="1907161375" sldId="375"/>
            <ac:cxnSpMk id="28" creationId="{B0B783CC-E721-469F-8E26-C91C6EA2D86D}"/>
          </ac:cxnSpMkLst>
        </pc:cxnChg>
      </pc:sldChg>
      <pc:sldChg chg="addSp modSp new del mod">
        <pc:chgData name="鈴木 秀規" userId="f68c5fd9-22d5-4c0a-9833-7fb0f5135313" providerId="ADAL" clId="{1FFDFDEC-295D-434A-B582-72A8CC8A5E88}" dt="2021-01-14T02:02:02.288" v="173" actId="2696"/>
        <pc:sldMkLst>
          <pc:docMk/>
          <pc:sldMk cId="2108988060" sldId="376"/>
        </pc:sldMkLst>
        <pc:spChg chg="mod">
          <ac:chgData name="鈴木 秀規" userId="f68c5fd9-22d5-4c0a-9833-7fb0f5135313" providerId="ADAL" clId="{1FFDFDEC-295D-434A-B582-72A8CC8A5E88}" dt="2021-01-14T02:00:18.963" v="141" actId="20577"/>
          <ac:spMkLst>
            <pc:docMk/>
            <pc:sldMk cId="2108988060" sldId="376"/>
            <ac:spMk id="3" creationId="{4034037C-2A01-447F-B387-82829C86D752}"/>
          </ac:spMkLst>
        </pc:spChg>
        <pc:spChg chg="mod">
          <ac:chgData name="鈴木 秀規" userId="f68c5fd9-22d5-4c0a-9833-7fb0f5135313" providerId="ADAL" clId="{1FFDFDEC-295D-434A-B582-72A8CC8A5E88}" dt="2021-01-14T02:00:42.734" v="149" actId="14100"/>
          <ac:spMkLst>
            <pc:docMk/>
            <pc:sldMk cId="2108988060" sldId="376"/>
            <ac:spMk id="5" creationId="{E15B8FA5-9AB3-4033-B52C-496ED6F99D7F}"/>
          </ac:spMkLst>
        </pc:spChg>
        <pc:spChg chg="add mod">
          <ac:chgData name="鈴木 秀規" userId="f68c5fd9-22d5-4c0a-9833-7fb0f5135313" providerId="ADAL" clId="{1FFDFDEC-295D-434A-B582-72A8CC8A5E88}" dt="2021-01-14T02:01:35.267" v="172" actId="2711"/>
          <ac:spMkLst>
            <pc:docMk/>
            <pc:sldMk cId="2108988060" sldId="376"/>
            <ac:spMk id="6" creationId="{0D2BEEBB-6965-4B5F-ACDB-F88BB098F84F}"/>
          </ac:spMkLst>
        </pc:spChg>
        <pc:spChg chg="add mod">
          <ac:chgData name="鈴木 秀規" userId="f68c5fd9-22d5-4c0a-9833-7fb0f5135313" providerId="ADAL" clId="{1FFDFDEC-295D-434A-B582-72A8CC8A5E88}" dt="2021-01-14T02:01:22.917" v="170" actId="2711"/>
          <ac:spMkLst>
            <pc:docMk/>
            <pc:sldMk cId="2108988060" sldId="376"/>
            <ac:spMk id="7" creationId="{0FCC3EBA-F893-40BB-B081-ACC77689B0FC}"/>
          </ac:spMkLst>
        </pc:spChg>
        <pc:spChg chg="add mod">
          <ac:chgData name="鈴木 秀規" userId="f68c5fd9-22d5-4c0a-9833-7fb0f5135313" providerId="ADAL" clId="{1FFDFDEC-295D-434A-B582-72A8CC8A5E88}" dt="2021-01-14T02:00:56.108" v="167" actId="1038"/>
          <ac:spMkLst>
            <pc:docMk/>
            <pc:sldMk cId="2108988060" sldId="376"/>
            <ac:spMk id="23" creationId="{1F6C9A36-E9A4-4BD6-825B-FC77DB8E9344}"/>
          </ac:spMkLst>
        </pc:spChg>
        <pc:picChg chg="add mod">
          <ac:chgData name="鈴木 秀規" userId="f68c5fd9-22d5-4c0a-9833-7fb0f5135313" providerId="ADAL" clId="{1FFDFDEC-295D-434A-B582-72A8CC8A5E88}" dt="2021-01-14T02:00:56.108" v="167" actId="1038"/>
          <ac:picMkLst>
            <pc:docMk/>
            <pc:sldMk cId="2108988060" sldId="376"/>
            <ac:picMk id="8" creationId="{7D4690F8-FC21-4394-B9FE-9B820E6B457B}"/>
          </ac:picMkLst>
        </pc:picChg>
        <pc:picChg chg="add mod">
          <ac:chgData name="鈴木 秀規" userId="f68c5fd9-22d5-4c0a-9833-7fb0f5135313" providerId="ADAL" clId="{1FFDFDEC-295D-434A-B582-72A8CC8A5E88}" dt="2021-01-14T02:00:56.108" v="167" actId="1038"/>
          <ac:picMkLst>
            <pc:docMk/>
            <pc:sldMk cId="2108988060" sldId="376"/>
            <ac:picMk id="9" creationId="{336C59ED-035D-4032-9BFD-BF65F969EDF1}"/>
          </ac:picMkLst>
        </pc:picChg>
        <pc:picChg chg="add mod">
          <ac:chgData name="鈴木 秀規" userId="f68c5fd9-22d5-4c0a-9833-7fb0f5135313" providerId="ADAL" clId="{1FFDFDEC-295D-434A-B582-72A8CC8A5E88}" dt="2021-01-14T02:00:56.108" v="167" actId="1038"/>
          <ac:picMkLst>
            <pc:docMk/>
            <pc:sldMk cId="2108988060" sldId="376"/>
            <ac:picMk id="10" creationId="{180159D8-3060-47E5-A3FF-F69BA91BCC65}"/>
          </ac:picMkLst>
        </pc:picChg>
        <pc:picChg chg="add mod">
          <ac:chgData name="鈴木 秀規" userId="f68c5fd9-22d5-4c0a-9833-7fb0f5135313" providerId="ADAL" clId="{1FFDFDEC-295D-434A-B582-72A8CC8A5E88}" dt="2021-01-14T02:00:56.108" v="167" actId="1038"/>
          <ac:picMkLst>
            <pc:docMk/>
            <pc:sldMk cId="2108988060" sldId="376"/>
            <ac:picMk id="11" creationId="{D0AA5A03-85CD-431A-AA28-AF9AF959A7D7}"/>
          </ac:picMkLst>
        </pc:picChg>
        <pc:picChg chg="add mod">
          <ac:chgData name="鈴木 秀規" userId="f68c5fd9-22d5-4c0a-9833-7fb0f5135313" providerId="ADAL" clId="{1FFDFDEC-295D-434A-B582-72A8CC8A5E88}" dt="2021-01-14T02:00:56.108" v="167" actId="1038"/>
          <ac:picMkLst>
            <pc:docMk/>
            <pc:sldMk cId="2108988060" sldId="376"/>
            <ac:picMk id="15" creationId="{80A29E5E-9321-468A-9CCA-AF71B189FBF3}"/>
          </ac:picMkLst>
        </pc:picChg>
        <pc:picChg chg="add mod">
          <ac:chgData name="鈴木 秀規" userId="f68c5fd9-22d5-4c0a-9833-7fb0f5135313" providerId="ADAL" clId="{1FFDFDEC-295D-434A-B582-72A8CC8A5E88}" dt="2021-01-14T02:00:56.108" v="167" actId="1038"/>
          <ac:picMkLst>
            <pc:docMk/>
            <pc:sldMk cId="2108988060" sldId="376"/>
            <ac:picMk id="17" creationId="{F611D90C-FAEF-4108-B794-0C74A595485A}"/>
          </ac:picMkLst>
        </pc:picChg>
        <pc:picChg chg="add mod">
          <ac:chgData name="鈴木 秀規" userId="f68c5fd9-22d5-4c0a-9833-7fb0f5135313" providerId="ADAL" clId="{1FFDFDEC-295D-434A-B582-72A8CC8A5E88}" dt="2021-01-14T02:00:56.108" v="167" actId="1038"/>
          <ac:picMkLst>
            <pc:docMk/>
            <pc:sldMk cId="2108988060" sldId="376"/>
            <ac:picMk id="19" creationId="{13B29F4B-524E-49F7-AB7F-930E08C2CCEC}"/>
          </ac:picMkLst>
        </pc:picChg>
        <pc:picChg chg="add mod">
          <ac:chgData name="鈴木 秀規" userId="f68c5fd9-22d5-4c0a-9833-7fb0f5135313" providerId="ADAL" clId="{1FFDFDEC-295D-434A-B582-72A8CC8A5E88}" dt="2021-01-14T02:00:56.108" v="167" actId="1038"/>
          <ac:picMkLst>
            <pc:docMk/>
            <pc:sldMk cId="2108988060" sldId="376"/>
            <ac:picMk id="20" creationId="{B096E803-6DF6-44E4-835A-4594EBFDE7DE}"/>
          </ac:picMkLst>
        </pc:picChg>
        <pc:cxnChg chg="add mod">
          <ac:chgData name="鈴木 秀規" userId="f68c5fd9-22d5-4c0a-9833-7fb0f5135313" providerId="ADAL" clId="{1FFDFDEC-295D-434A-B582-72A8CC8A5E88}" dt="2021-01-14T02:00:56.108" v="167" actId="1038"/>
          <ac:cxnSpMkLst>
            <pc:docMk/>
            <pc:sldMk cId="2108988060" sldId="376"/>
            <ac:cxnSpMk id="12" creationId="{9275C84D-51CF-4E43-9882-182A2890E520}"/>
          </ac:cxnSpMkLst>
        </pc:cxnChg>
        <pc:cxnChg chg="add mod">
          <ac:chgData name="鈴木 秀規" userId="f68c5fd9-22d5-4c0a-9833-7fb0f5135313" providerId="ADAL" clId="{1FFDFDEC-295D-434A-B582-72A8CC8A5E88}" dt="2021-01-14T02:00:56.108" v="167" actId="1038"/>
          <ac:cxnSpMkLst>
            <pc:docMk/>
            <pc:sldMk cId="2108988060" sldId="376"/>
            <ac:cxnSpMk id="13" creationId="{DF4E31EB-54A7-4852-8F50-0540BE9E3E92}"/>
          </ac:cxnSpMkLst>
        </pc:cxnChg>
        <pc:cxnChg chg="add mod">
          <ac:chgData name="鈴木 秀規" userId="f68c5fd9-22d5-4c0a-9833-7fb0f5135313" providerId="ADAL" clId="{1FFDFDEC-295D-434A-B582-72A8CC8A5E88}" dt="2021-01-14T02:00:56.108" v="167" actId="1038"/>
          <ac:cxnSpMkLst>
            <pc:docMk/>
            <pc:sldMk cId="2108988060" sldId="376"/>
            <ac:cxnSpMk id="14" creationId="{3756BD93-8BA4-4E4B-93AE-C0D53EC65ED2}"/>
          </ac:cxnSpMkLst>
        </pc:cxnChg>
        <pc:cxnChg chg="add mod">
          <ac:chgData name="鈴木 秀規" userId="f68c5fd9-22d5-4c0a-9833-7fb0f5135313" providerId="ADAL" clId="{1FFDFDEC-295D-434A-B582-72A8CC8A5E88}" dt="2021-01-14T02:00:56.108" v="167" actId="1038"/>
          <ac:cxnSpMkLst>
            <pc:docMk/>
            <pc:sldMk cId="2108988060" sldId="376"/>
            <ac:cxnSpMk id="16" creationId="{9361722C-727A-4C85-AFBE-03A5C414B66F}"/>
          </ac:cxnSpMkLst>
        </pc:cxnChg>
        <pc:cxnChg chg="add mod">
          <ac:chgData name="鈴木 秀規" userId="f68c5fd9-22d5-4c0a-9833-7fb0f5135313" providerId="ADAL" clId="{1FFDFDEC-295D-434A-B582-72A8CC8A5E88}" dt="2021-01-14T02:00:56.108" v="167" actId="1038"/>
          <ac:cxnSpMkLst>
            <pc:docMk/>
            <pc:sldMk cId="2108988060" sldId="376"/>
            <ac:cxnSpMk id="18" creationId="{7B9A898E-71D2-4F9C-9A94-21BFC2A57883}"/>
          </ac:cxnSpMkLst>
        </pc:cxnChg>
        <pc:cxnChg chg="add mod">
          <ac:chgData name="鈴木 秀規" userId="f68c5fd9-22d5-4c0a-9833-7fb0f5135313" providerId="ADAL" clId="{1FFDFDEC-295D-434A-B582-72A8CC8A5E88}" dt="2021-01-14T02:00:56.108" v="167" actId="1038"/>
          <ac:cxnSpMkLst>
            <pc:docMk/>
            <pc:sldMk cId="2108988060" sldId="376"/>
            <ac:cxnSpMk id="21" creationId="{DFB78371-7452-4CFF-828C-3F19969B1ECE}"/>
          </ac:cxnSpMkLst>
        </pc:cxnChg>
        <pc:cxnChg chg="add mod">
          <ac:chgData name="鈴木 秀規" userId="f68c5fd9-22d5-4c0a-9833-7fb0f5135313" providerId="ADAL" clId="{1FFDFDEC-295D-434A-B582-72A8CC8A5E88}" dt="2021-01-14T02:00:56.108" v="167" actId="1038"/>
          <ac:cxnSpMkLst>
            <pc:docMk/>
            <pc:sldMk cId="2108988060" sldId="376"/>
            <ac:cxnSpMk id="22" creationId="{B6B0AD38-13DB-41EA-9A1F-2C1952CFF914}"/>
          </ac:cxnSpMkLst>
        </pc:cxnChg>
      </pc:sldChg>
      <pc:sldChg chg="addSp modSp new mod">
        <pc:chgData name="鈴木 秀規" userId="f68c5fd9-22d5-4c0a-9833-7fb0f5135313" providerId="ADAL" clId="{1FFDFDEC-295D-434A-B582-72A8CC8A5E88}" dt="2021-01-14T02:02:38.621" v="211" actId="1076"/>
        <pc:sldMkLst>
          <pc:docMk/>
          <pc:sldMk cId="2720488262" sldId="376"/>
        </pc:sldMkLst>
        <pc:spChg chg="mod">
          <ac:chgData name="鈴木 秀規" userId="f68c5fd9-22d5-4c0a-9833-7fb0f5135313" providerId="ADAL" clId="{1FFDFDEC-295D-434A-B582-72A8CC8A5E88}" dt="2021-01-14T02:02:12.463" v="202" actId="20577"/>
          <ac:spMkLst>
            <pc:docMk/>
            <pc:sldMk cId="2720488262" sldId="376"/>
            <ac:spMk id="3" creationId="{7E76A76D-A4A9-46AF-854D-786E7BC777F0}"/>
          </ac:spMkLst>
        </pc:spChg>
        <pc:spChg chg="mod">
          <ac:chgData name="鈴木 秀規" userId="f68c5fd9-22d5-4c0a-9833-7fb0f5135313" providerId="ADAL" clId="{1FFDFDEC-295D-434A-B582-72A8CC8A5E88}" dt="2021-01-14T02:02:30.004" v="209" actId="207"/>
          <ac:spMkLst>
            <pc:docMk/>
            <pc:sldMk cId="2720488262" sldId="376"/>
            <ac:spMk id="5" creationId="{053BE284-A5FE-49E2-93EB-ED11556292A1}"/>
          </ac:spMkLst>
        </pc:spChg>
        <pc:spChg chg="add mod">
          <ac:chgData name="鈴木 秀規" userId="f68c5fd9-22d5-4c0a-9833-7fb0f5135313" providerId="ADAL" clId="{1FFDFDEC-295D-434A-B582-72A8CC8A5E88}" dt="2021-01-14T02:02:38.621" v="211" actId="1076"/>
          <ac:spMkLst>
            <pc:docMk/>
            <pc:sldMk cId="2720488262" sldId="376"/>
            <ac:spMk id="6" creationId="{3FDB19DB-E07E-4F5F-ADE2-8952BB7ABFD9}"/>
          </ac:spMkLst>
        </pc:spChg>
        <pc:spChg chg="add mod">
          <ac:chgData name="鈴木 秀規" userId="f68c5fd9-22d5-4c0a-9833-7fb0f5135313" providerId="ADAL" clId="{1FFDFDEC-295D-434A-B582-72A8CC8A5E88}" dt="2021-01-14T02:02:38.621" v="211" actId="1076"/>
          <ac:spMkLst>
            <pc:docMk/>
            <pc:sldMk cId="2720488262" sldId="376"/>
            <ac:spMk id="7" creationId="{7CF06173-29D3-4D35-835B-E0E1E7C5F04B}"/>
          </ac:spMkLst>
        </pc:spChg>
        <pc:spChg chg="add mod">
          <ac:chgData name="鈴木 秀規" userId="f68c5fd9-22d5-4c0a-9833-7fb0f5135313" providerId="ADAL" clId="{1FFDFDEC-295D-434A-B582-72A8CC8A5E88}" dt="2021-01-14T02:02:38.621" v="211" actId="1076"/>
          <ac:spMkLst>
            <pc:docMk/>
            <pc:sldMk cId="2720488262" sldId="376"/>
            <ac:spMk id="8" creationId="{E75346FE-F118-48D8-9BA4-5715319032B0}"/>
          </ac:spMkLst>
        </pc:spChg>
        <pc:spChg chg="add mod">
          <ac:chgData name="鈴木 秀規" userId="f68c5fd9-22d5-4c0a-9833-7fb0f5135313" providerId="ADAL" clId="{1FFDFDEC-295D-434A-B582-72A8CC8A5E88}" dt="2021-01-14T02:02:38.621" v="211" actId="1076"/>
          <ac:spMkLst>
            <pc:docMk/>
            <pc:sldMk cId="2720488262" sldId="376"/>
            <ac:spMk id="9" creationId="{CC214F5B-CCBE-4F4D-A63F-1C91155FD880}"/>
          </ac:spMkLst>
        </pc:spChg>
        <pc:spChg chg="add mod">
          <ac:chgData name="鈴木 秀規" userId="f68c5fd9-22d5-4c0a-9833-7fb0f5135313" providerId="ADAL" clId="{1FFDFDEC-295D-434A-B582-72A8CC8A5E88}" dt="2021-01-14T02:02:38.621" v="211" actId="1076"/>
          <ac:spMkLst>
            <pc:docMk/>
            <pc:sldMk cId="2720488262" sldId="376"/>
            <ac:spMk id="10" creationId="{4B8696C4-7CBC-49D4-BA27-0B15F1DA9A5A}"/>
          </ac:spMkLst>
        </pc:spChg>
        <pc:spChg chg="add mod">
          <ac:chgData name="鈴木 秀規" userId="f68c5fd9-22d5-4c0a-9833-7fb0f5135313" providerId="ADAL" clId="{1FFDFDEC-295D-434A-B582-72A8CC8A5E88}" dt="2021-01-14T02:02:38.621" v="211" actId="1076"/>
          <ac:spMkLst>
            <pc:docMk/>
            <pc:sldMk cId="2720488262" sldId="376"/>
            <ac:spMk id="11" creationId="{61531945-198A-4659-919F-54A6276F9688}"/>
          </ac:spMkLst>
        </pc:spChg>
        <pc:picChg chg="add mod">
          <ac:chgData name="鈴木 秀規" userId="f68c5fd9-22d5-4c0a-9833-7fb0f5135313" providerId="ADAL" clId="{1FFDFDEC-295D-434A-B582-72A8CC8A5E88}" dt="2021-01-14T02:02:38.621" v="211" actId="1076"/>
          <ac:picMkLst>
            <pc:docMk/>
            <pc:sldMk cId="2720488262" sldId="376"/>
            <ac:picMk id="12" creationId="{264B2629-3235-4C1F-81CC-0EB9738C6DF9}"/>
          </ac:picMkLst>
        </pc:picChg>
        <pc:picChg chg="add mod">
          <ac:chgData name="鈴木 秀規" userId="f68c5fd9-22d5-4c0a-9833-7fb0f5135313" providerId="ADAL" clId="{1FFDFDEC-295D-434A-B582-72A8CC8A5E88}" dt="2021-01-14T02:02:38.621" v="211" actId="1076"/>
          <ac:picMkLst>
            <pc:docMk/>
            <pc:sldMk cId="2720488262" sldId="376"/>
            <ac:picMk id="13" creationId="{07A0F9A4-F2B7-462B-87D6-F59F33309D73}"/>
          </ac:picMkLst>
        </pc:picChg>
        <pc:cxnChg chg="add mod">
          <ac:chgData name="鈴木 秀規" userId="f68c5fd9-22d5-4c0a-9833-7fb0f5135313" providerId="ADAL" clId="{1FFDFDEC-295D-434A-B582-72A8CC8A5E88}" dt="2021-01-14T02:02:38.621" v="211" actId="1076"/>
          <ac:cxnSpMkLst>
            <pc:docMk/>
            <pc:sldMk cId="2720488262" sldId="376"/>
            <ac:cxnSpMk id="14" creationId="{A021EA36-EAD1-413B-9C82-429596853257}"/>
          </ac:cxnSpMkLst>
        </pc:cxnChg>
        <pc:cxnChg chg="add mod">
          <ac:chgData name="鈴木 秀規" userId="f68c5fd9-22d5-4c0a-9833-7fb0f5135313" providerId="ADAL" clId="{1FFDFDEC-295D-434A-B582-72A8CC8A5E88}" dt="2021-01-14T02:02:38.621" v="211" actId="1076"/>
          <ac:cxnSpMkLst>
            <pc:docMk/>
            <pc:sldMk cId="2720488262" sldId="376"/>
            <ac:cxnSpMk id="15" creationId="{D5C25223-29DF-4B17-B420-0CB7560CD3AC}"/>
          </ac:cxnSpMkLst>
        </pc:cxnChg>
        <pc:cxnChg chg="add mod">
          <ac:chgData name="鈴木 秀規" userId="f68c5fd9-22d5-4c0a-9833-7fb0f5135313" providerId="ADAL" clId="{1FFDFDEC-295D-434A-B582-72A8CC8A5E88}" dt="2021-01-14T02:02:38.621" v="211" actId="1076"/>
          <ac:cxnSpMkLst>
            <pc:docMk/>
            <pc:sldMk cId="2720488262" sldId="376"/>
            <ac:cxnSpMk id="16" creationId="{24763586-9DAE-493B-8315-4FF9493818EE}"/>
          </ac:cxnSpMkLst>
        </pc:cxnChg>
        <pc:cxnChg chg="add mod">
          <ac:chgData name="鈴木 秀規" userId="f68c5fd9-22d5-4c0a-9833-7fb0f5135313" providerId="ADAL" clId="{1FFDFDEC-295D-434A-B582-72A8CC8A5E88}" dt="2021-01-14T02:02:38.621" v="211" actId="1076"/>
          <ac:cxnSpMkLst>
            <pc:docMk/>
            <pc:sldMk cId="2720488262" sldId="376"/>
            <ac:cxnSpMk id="17" creationId="{C098CE7A-3790-4DBB-B135-514F41130A01}"/>
          </ac:cxnSpMkLst>
        </pc:cxnChg>
      </pc:sldChg>
      <pc:sldChg chg="addSp delSp modSp new add del mod">
        <pc:chgData name="鈴木 秀規" userId="f68c5fd9-22d5-4c0a-9833-7fb0f5135313" providerId="ADAL" clId="{1FFDFDEC-295D-434A-B582-72A8CC8A5E88}" dt="2021-01-26T03:29:01.368" v="886" actId="14100"/>
        <pc:sldMkLst>
          <pc:docMk/>
          <pc:sldMk cId="3649920568" sldId="377"/>
        </pc:sldMkLst>
        <pc:spChg chg="mod">
          <ac:chgData name="鈴木 秀規" userId="f68c5fd9-22d5-4c0a-9833-7fb0f5135313" providerId="ADAL" clId="{1FFDFDEC-295D-434A-B582-72A8CC8A5E88}" dt="2021-01-14T02:03:05.174" v="223" actId="20577"/>
          <ac:spMkLst>
            <pc:docMk/>
            <pc:sldMk cId="3649920568" sldId="377"/>
            <ac:spMk id="3" creationId="{DF13203F-8593-420C-AE20-66E21972FB4D}"/>
          </ac:spMkLst>
        </pc:spChg>
        <pc:spChg chg="mod">
          <ac:chgData name="鈴木 秀規" userId="f68c5fd9-22d5-4c0a-9833-7fb0f5135313" providerId="ADAL" clId="{1FFDFDEC-295D-434A-B582-72A8CC8A5E88}" dt="2021-01-26T03:29:01.368" v="886" actId="14100"/>
          <ac:spMkLst>
            <pc:docMk/>
            <pc:sldMk cId="3649920568" sldId="377"/>
            <ac:spMk id="5" creationId="{63D511F6-27E6-40A2-9A93-B28B3EF22E08}"/>
          </ac:spMkLst>
        </pc:spChg>
        <pc:spChg chg="add del mod">
          <ac:chgData name="鈴木 秀規" userId="f68c5fd9-22d5-4c0a-9833-7fb0f5135313" providerId="ADAL" clId="{1FFDFDEC-295D-434A-B582-72A8CC8A5E88}" dt="2021-01-14T02:04:21.934" v="240" actId="478"/>
          <ac:spMkLst>
            <pc:docMk/>
            <pc:sldMk cId="3649920568" sldId="377"/>
            <ac:spMk id="6" creationId="{D2845405-5103-4C62-BB3C-E80E03C545AE}"/>
          </ac:spMkLst>
        </pc:spChg>
        <pc:spChg chg="add del mod">
          <ac:chgData name="鈴木 秀規" userId="f68c5fd9-22d5-4c0a-9833-7fb0f5135313" providerId="ADAL" clId="{1FFDFDEC-295D-434A-B582-72A8CC8A5E88}" dt="2021-01-14T02:04:21.934" v="240" actId="478"/>
          <ac:spMkLst>
            <pc:docMk/>
            <pc:sldMk cId="3649920568" sldId="377"/>
            <ac:spMk id="10" creationId="{E9941C32-1BEA-433B-B5DA-07AC1252A60F}"/>
          </ac:spMkLst>
        </pc:spChg>
        <pc:spChg chg="add del mod">
          <ac:chgData name="鈴木 秀規" userId="f68c5fd9-22d5-4c0a-9833-7fb0f5135313" providerId="ADAL" clId="{1FFDFDEC-295D-434A-B582-72A8CC8A5E88}" dt="2021-01-14T02:04:21.934" v="240" actId="478"/>
          <ac:spMkLst>
            <pc:docMk/>
            <pc:sldMk cId="3649920568" sldId="377"/>
            <ac:spMk id="13" creationId="{D98634BF-B3C5-4EDA-96E5-D352230508C6}"/>
          </ac:spMkLst>
        </pc:spChg>
        <pc:spChg chg="add del mod">
          <ac:chgData name="鈴木 秀規" userId="f68c5fd9-22d5-4c0a-9833-7fb0f5135313" providerId="ADAL" clId="{1FFDFDEC-295D-434A-B582-72A8CC8A5E88}" dt="2021-01-14T02:04:21.934" v="240" actId="478"/>
          <ac:spMkLst>
            <pc:docMk/>
            <pc:sldMk cId="3649920568" sldId="377"/>
            <ac:spMk id="14" creationId="{150B9EE1-73C9-4075-9A0E-D054ABA7F56A}"/>
          </ac:spMkLst>
        </pc:spChg>
        <pc:spChg chg="add del mod">
          <ac:chgData name="鈴木 秀規" userId="f68c5fd9-22d5-4c0a-9833-7fb0f5135313" providerId="ADAL" clId="{1FFDFDEC-295D-434A-B582-72A8CC8A5E88}" dt="2021-01-14T02:04:21.934" v="240" actId="478"/>
          <ac:spMkLst>
            <pc:docMk/>
            <pc:sldMk cId="3649920568" sldId="377"/>
            <ac:spMk id="16" creationId="{5E32583E-40E0-42F7-8034-4FFF71881D5C}"/>
          </ac:spMkLst>
        </pc:spChg>
        <pc:spChg chg="add del mod">
          <ac:chgData name="鈴木 秀規" userId="f68c5fd9-22d5-4c0a-9833-7fb0f5135313" providerId="ADAL" clId="{1FFDFDEC-295D-434A-B582-72A8CC8A5E88}" dt="2021-01-14T02:04:21.934" v="240" actId="478"/>
          <ac:spMkLst>
            <pc:docMk/>
            <pc:sldMk cId="3649920568" sldId="377"/>
            <ac:spMk id="17" creationId="{CF346F72-7AFE-4925-93DC-FDD7E804143F}"/>
          </ac:spMkLst>
        </pc:spChg>
        <pc:spChg chg="add del mod">
          <ac:chgData name="鈴木 秀規" userId="f68c5fd9-22d5-4c0a-9833-7fb0f5135313" providerId="ADAL" clId="{1FFDFDEC-295D-434A-B582-72A8CC8A5E88}" dt="2021-01-14T02:04:21.934" v="240" actId="478"/>
          <ac:spMkLst>
            <pc:docMk/>
            <pc:sldMk cId="3649920568" sldId="377"/>
            <ac:spMk id="20" creationId="{E9152E8C-4229-44F2-9DC1-CDC1BA9A5AD2}"/>
          </ac:spMkLst>
        </pc:spChg>
        <pc:spChg chg="add del mod">
          <ac:chgData name="鈴木 秀規" userId="f68c5fd9-22d5-4c0a-9833-7fb0f5135313" providerId="ADAL" clId="{1FFDFDEC-295D-434A-B582-72A8CC8A5E88}" dt="2021-01-14T02:04:21.934" v="240" actId="478"/>
          <ac:spMkLst>
            <pc:docMk/>
            <pc:sldMk cId="3649920568" sldId="377"/>
            <ac:spMk id="21" creationId="{05EAAF42-2527-44E6-9B7A-D3034CE102CC}"/>
          </ac:spMkLst>
        </pc:spChg>
        <pc:spChg chg="add del mod">
          <ac:chgData name="鈴木 秀規" userId="f68c5fd9-22d5-4c0a-9833-7fb0f5135313" providerId="ADAL" clId="{1FFDFDEC-295D-434A-B582-72A8CC8A5E88}" dt="2021-01-14T02:04:21.934" v="240" actId="478"/>
          <ac:spMkLst>
            <pc:docMk/>
            <pc:sldMk cId="3649920568" sldId="377"/>
            <ac:spMk id="22" creationId="{8A3C8E80-DD1C-4652-B997-D788E663BEE4}"/>
          </ac:spMkLst>
        </pc:spChg>
        <pc:spChg chg="add del mod">
          <ac:chgData name="鈴木 秀規" userId="f68c5fd9-22d5-4c0a-9833-7fb0f5135313" providerId="ADAL" clId="{1FFDFDEC-295D-434A-B582-72A8CC8A5E88}" dt="2021-01-14T02:04:21.934" v="240" actId="478"/>
          <ac:spMkLst>
            <pc:docMk/>
            <pc:sldMk cId="3649920568" sldId="377"/>
            <ac:spMk id="23" creationId="{8B17CD57-67F5-4E8B-9C1D-455AF85951A9}"/>
          </ac:spMkLst>
        </pc:spChg>
        <pc:spChg chg="add del mod">
          <ac:chgData name="鈴木 秀規" userId="f68c5fd9-22d5-4c0a-9833-7fb0f5135313" providerId="ADAL" clId="{1FFDFDEC-295D-434A-B582-72A8CC8A5E88}" dt="2021-01-14T02:04:21.934" v="240" actId="478"/>
          <ac:spMkLst>
            <pc:docMk/>
            <pc:sldMk cId="3649920568" sldId="377"/>
            <ac:spMk id="24" creationId="{0AA6CF66-5F0A-4C62-8899-D61D2AA31212}"/>
          </ac:spMkLst>
        </pc:spChg>
        <pc:spChg chg="add del mod">
          <ac:chgData name="鈴木 秀規" userId="f68c5fd9-22d5-4c0a-9833-7fb0f5135313" providerId="ADAL" clId="{1FFDFDEC-295D-434A-B582-72A8CC8A5E88}" dt="2021-01-14T02:04:21.934" v="240" actId="478"/>
          <ac:spMkLst>
            <pc:docMk/>
            <pc:sldMk cId="3649920568" sldId="377"/>
            <ac:spMk id="25" creationId="{A13B0CD3-F44A-4B4E-93FB-112CBFC0E562}"/>
          </ac:spMkLst>
        </pc:spChg>
        <pc:spChg chg="add del mod">
          <ac:chgData name="鈴木 秀規" userId="f68c5fd9-22d5-4c0a-9833-7fb0f5135313" providerId="ADAL" clId="{1FFDFDEC-295D-434A-B582-72A8CC8A5E88}" dt="2021-01-14T02:04:21.934" v="240" actId="478"/>
          <ac:spMkLst>
            <pc:docMk/>
            <pc:sldMk cId="3649920568" sldId="377"/>
            <ac:spMk id="26" creationId="{BF42F3B7-1C69-4091-AFEA-40E9B9421075}"/>
          </ac:spMkLst>
        </pc:spChg>
        <pc:spChg chg="add del mod">
          <ac:chgData name="鈴木 秀規" userId="f68c5fd9-22d5-4c0a-9833-7fb0f5135313" providerId="ADAL" clId="{1FFDFDEC-295D-434A-B582-72A8CC8A5E88}" dt="2021-01-14T02:05:27.788" v="286" actId="478"/>
          <ac:spMkLst>
            <pc:docMk/>
            <pc:sldMk cId="3649920568" sldId="377"/>
            <ac:spMk id="30" creationId="{0B4F687E-D4E0-4135-AC7C-527281EC3D14}"/>
          </ac:spMkLst>
        </pc:spChg>
        <pc:spChg chg="add mod">
          <ac:chgData name="鈴木 秀規" userId="f68c5fd9-22d5-4c0a-9833-7fb0f5135313" providerId="ADAL" clId="{1FFDFDEC-295D-434A-B582-72A8CC8A5E88}" dt="2021-01-14T03:36:28.590" v="767" actId="20577"/>
          <ac:spMkLst>
            <pc:docMk/>
            <pc:sldMk cId="3649920568" sldId="377"/>
            <ac:spMk id="31" creationId="{FFC60DF4-583B-4EF1-886C-A29A4130BA29}"/>
          </ac:spMkLst>
        </pc:spChg>
        <pc:spChg chg="add del mod">
          <ac:chgData name="鈴木 秀規" userId="f68c5fd9-22d5-4c0a-9833-7fb0f5135313" providerId="ADAL" clId="{1FFDFDEC-295D-434A-B582-72A8CC8A5E88}" dt="2021-01-14T02:16:36.835" v="446" actId="1076"/>
          <ac:spMkLst>
            <pc:docMk/>
            <pc:sldMk cId="3649920568" sldId="377"/>
            <ac:spMk id="34" creationId="{8F2C3383-3D92-46AC-BD0E-043B93B52929}"/>
          </ac:spMkLst>
        </pc:spChg>
        <pc:spChg chg="add del mod">
          <ac:chgData name="鈴木 秀規" userId="f68c5fd9-22d5-4c0a-9833-7fb0f5135313" providerId="ADAL" clId="{1FFDFDEC-295D-434A-B582-72A8CC8A5E88}" dt="2021-01-14T02:06:26.115" v="302" actId="478"/>
          <ac:spMkLst>
            <pc:docMk/>
            <pc:sldMk cId="3649920568" sldId="377"/>
            <ac:spMk id="35" creationId="{C69D6D9F-3157-4061-9774-8F87C0A7A76D}"/>
          </ac:spMkLst>
        </pc:spChg>
        <pc:spChg chg="add del mod">
          <ac:chgData name="鈴木 秀規" userId="f68c5fd9-22d5-4c0a-9833-7fb0f5135313" providerId="ADAL" clId="{1FFDFDEC-295D-434A-B582-72A8CC8A5E88}" dt="2021-01-14T02:16:31.942" v="445" actId="478"/>
          <ac:spMkLst>
            <pc:docMk/>
            <pc:sldMk cId="3649920568" sldId="377"/>
            <ac:spMk id="46" creationId="{F67477F8-6865-4B2A-A073-E83E5CC25623}"/>
          </ac:spMkLst>
        </pc:spChg>
        <pc:spChg chg="add del mod">
          <ac:chgData name="鈴木 秀規" userId="f68c5fd9-22d5-4c0a-9833-7fb0f5135313" providerId="ADAL" clId="{1FFDFDEC-295D-434A-B582-72A8CC8A5E88}" dt="2021-01-14T02:16:31.942" v="445" actId="478"/>
          <ac:spMkLst>
            <pc:docMk/>
            <pc:sldMk cId="3649920568" sldId="377"/>
            <ac:spMk id="47" creationId="{BB6E310E-301D-4047-8904-D7EA81227523}"/>
          </ac:spMkLst>
        </pc:spChg>
        <pc:spChg chg="add del mod">
          <ac:chgData name="鈴木 秀規" userId="f68c5fd9-22d5-4c0a-9833-7fb0f5135313" providerId="ADAL" clId="{1FFDFDEC-295D-434A-B582-72A8CC8A5E88}" dt="2021-01-14T02:16:01.629" v="442" actId="478"/>
          <ac:spMkLst>
            <pc:docMk/>
            <pc:sldMk cId="3649920568" sldId="377"/>
            <ac:spMk id="48" creationId="{BF786DD5-0EB2-4730-B00E-F22341692CD7}"/>
          </ac:spMkLst>
        </pc:spChg>
        <pc:spChg chg="add del mod">
          <ac:chgData name="鈴木 秀規" userId="f68c5fd9-22d5-4c0a-9833-7fb0f5135313" providerId="ADAL" clId="{1FFDFDEC-295D-434A-B582-72A8CC8A5E88}" dt="2021-01-14T02:16:01.629" v="442" actId="478"/>
          <ac:spMkLst>
            <pc:docMk/>
            <pc:sldMk cId="3649920568" sldId="377"/>
            <ac:spMk id="49" creationId="{77CA64BB-7E63-4245-8D28-F37677F8555D}"/>
          </ac:spMkLst>
        </pc:spChg>
        <pc:spChg chg="add del mod">
          <ac:chgData name="鈴木 秀規" userId="f68c5fd9-22d5-4c0a-9833-7fb0f5135313" providerId="ADAL" clId="{1FFDFDEC-295D-434A-B582-72A8CC8A5E88}" dt="2021-01-14T02:16:01.629" v="442" actId="478"/>
          <ac:spMkLst>
            <pc:docMk/>
            <pc:sldMk cId="3649920568" sldId="377"/>
            <ac:spMk id="50" creationId="{0A739127-191F-4C4F-8FF6-7AD938954C7B}"/>
          </ac:spMkLst>
        </pc:spChg>
        <pc:spChg chg="add del mod">
          <ac:chgData name="鈴木 秀規" userId="f68c5fd9-22d5-4c0a-9833-7fb0f5135313" providerId="ADAL" clId="{1FFDFDEC-295D-434A-B582-72A8CC8A5E88}" dt="2021-01-14T02:16:01.629" v="442" actId="478"/>
          <ac:spMkLst>
            <pc:docMk/>
            <pc:sldMk cId="3649920568" sldId="377"/>
            <ac:spMk id="51" creationId="{BAAC543E-D653-406C-BC24-004A738F98DF}"/>
          </ac:spMkLst>
        </pc:spChg>
        <pc:spChg chg="add mod">
          <ac:chgData name="鈴木 秀規" userId="f68c5fd9-22d5-4c0a-9833-7fb0f5135313" providerId="ADAL" clId="{1FFDFDEC-295D-434A-B582-72A8CC8A5E88}" dt="2021-01-14T02:11:52.343" v="379" actId="1076"/>
          <ac:spMkLst>
            <pc:docMk/>
            <pc:sldMk cId="3649920568" sldId="377"/>
            <ac:spMk id="52" creationId="{9FD0A5F7-3C21-449A-86AA-27C6C68FBB14}"/>
          </ac:spMkLst>
        </pc:spChg>
        <pc:spChg chg="add del mod">
          <ac:chgData name="鈴木 秀規" userId="f68c5fd9-22d5-4c0a-9833-7fb0f5135313" providerId="ADAL" clId="{1FFDFDEC-295D-434A-B582-72A8CC8A5E88}" dt="2021-01-14T02:16:01.629" v="442" actId="478"/>
          <ac:spMkLst>
            <pc:docMk/>
            <pc:sldMk cId="3649920568" sldId="377"/>
            <ac:spMk id="61" creationId="{83D46220-ADF8-4081-A483-E5B7CD8BA853}"/>
          </ac:spMkLst>
        </pc:spChg>
        <pc:spChg chg="add del mod">
          <ac:chgData name="鈴木 秀規" userId="f68c5fd9-22d5-4c0a-9833-7fb0f5135313" providerId="ADAL" clId="{1FFDFDEC-295D-434A-B582-72A8CC8A5E88}" dt="2021-01-14T02:16:01.629" v="442" actId="478"/>
          <ac:spMkLst>
            <pc:docMk/>
            <pc:sldMk cId="3649920568" sldId="377"/>
            <ac:spMk id="62" creationId="{D6CA32A0-C620-4951-966F-93FC0AB160BD}"/>
          </ac:spMkLst>
        </pc:spChg>
        <pc:spChg chg="add del mod">
          <ac:chgData name="鈴木 秀規" userId="f68c5fd9-22d5-4c0a-9833-7fb0f5135313" providerId="ADAL" clId="{1FFDFDEC-295D-434A-B582-72A8CC8A5E88}" dt="2021-01-14T02:19:36.642" v="496" actId="478"/>
          <ac:spMkLst>
            <pc:docMk/>
            <pc:sldMk cId="3649920568" sldId="377"/>
            <ac:spMk id="66" creationId="{E2C49944-ACA2-4A58-B0E5-0D3B7E65719E}"/>
          </ac:spMkLst>
        </pc:spChg>
        <pc:spChg chg="add mod">
          <ac:chgData name="鈴木 秀規" userId="f68c5fd9-22d5-4c0a-9833-7fb0f5135313" providerId="ADAL" clId="{1FFDFDEC-295D-434A-B582-72A8CC8A5E88}" dt="2021-01-14T02:21:14.524" v="523" actId="207"/>
          <ac:spMkLst>
            <pc:docMk/>
            <pc:sldMk cId="3649920568" sldId="377"/>
            <ac:spMk id="67" creationId="{0671154F-E1FA-4A93-B4CE-E5911A6852BA}"/>
          </ac:spMkLst>
        </pc:spChg>
        <pc:spChg chg="add mod">
          <ac:chgData name="鈴木 秀規" userId="f68c5fd9-22d5-4c0a-9833-7fb0f5135313" providerId="ADAL" clId="{1FFDFDEC-295D-434A-B582-72A8CC8A5E88}" dt="2021-01-14T02:22:21.665" v="553" actId="14100"/>
          <ac:spMkLst>
            <pc:docMk/>
            <pc:sldMk cId="3649920568" sldId="377"/>
            <ac:spMk id="68" creationId="{A3733B56-91A6-4B5A-8E5E-C9331ECCCC0B}"/>
          </ac:spMkLst>
        </pc:spChg>
        <pc:spChg chg="add mod">
          <ac:chgData name="鈴木 秀規" userId="f68c5fd9-22d5-4c0a-9833-7fb0f5135313" providerId="ADAL" clId="{1FFDFDEC-295D-434A-B582-72A8CC8A5E88}" dt="2021-01-14T02:22:32.890" v="556" actId="1035"/>
          <ac:spMkLst>
            <pc:docMk/>
            <pc:sldMk cId="3649920568" sldId="377"/>
            <ac:spMk id="69" creationId="{5E42E419-B13D-4016-8238-7F4799B6EB23}"/>
          </ac:spMkLst>
        </pc:spChg>
        <pc:spChg chg="add del mod">
          <ac:chgData name="鈴木 秀規" userId="f68c5fd9-22d5-4c0a-9833-7fb0f5135313" providerId="ADAL" clId="{1FFDFDEC-295D-434A-B582-72A8CC8A5E88}" dt="2021-01-14T03:36:49.050" v="769" actId="478"/>
          <ac:spMkLst>
            <pc:docMk/>
            <pc:sldMk cId="3649920568" sldId="377"/>
            <ac:spMk id="70" creationId="{75EE7C32-A449-48C9-858A-29C1A72E0B2F}"/>
          </ac:spMkLst>
        </pc:spChg>
        <pc:grpChg chg="add mod">
          <ac:chgData name="鈴木 秀規" userId="f68c5fd9-22d5-4c0a-9833-7fb0f5135313" providerId="ADAL" clId="{1FFDFDEC-295D-434A-B582-72A8CC8A5E88}" dt="2021-01-14T02:16:43.606" v="449" actId="1076"/>
          <ac:grpSpMkLst>
            <pc:docMk/>
            <pc:sldMk cId="3649920568" sldId="377"/>
            <ac:grpSpMk id="32" creationId="{A6E6B39E-1581-4318-9C25-C50545DCF6E5}"/>
          </ac:grpSpMkLst>
        </pc:grpChg>
        <pc:grpChg chg="add del mod">
          <ac:chgData name="鈴木 秀規" userId="f68c5fd9-22d5-4c0a-9833-7fb0f5135313" providerId="ADAL" clId="{1FFDFDEC-295D-434A-B582-72A8CC8A5E88}" dt="2021-01-14T02:16:01.629" v="442" actId="478"/>
          <ac:grpSpMkLst>
            <pc:docMk/>
            <pc:sldMk cId="3649920568" sldId="377"/>
            <ac:grpSpMk id="54" creationId="{D4036D75-2FD5-461E-A87F-4C388D4052D0}"/>
          </ac:grpSpMkLst>
        </pc:grpChg>
        <pc:picChg chg="add del mod">
          <ac:chgData name="鈴木 秀規" userId="f68c5fd9-22d5-4c0a-9833-7fb0f5135313" providerId="ADAL" clId="{1FFDFDEC-295D-434A-B582-72A8CC8A5E88}" dt="2021-01-14T02:04:21.934" v="240" actId="478"/>
          <ac:picMkLst>
            <pc:docMk/>
            <pc:sldMk cId="3649920568" sldId="377"/>
            <ac:picMk id="7" creationId="{E20396D6-2E5A-4A3C-866A-3EDECF145E1F}"/>
          </ac:picMkLst>
        </pc:picChg>
        <pc:picChg chg="add del mod">
          <ac:chgData name="鈴木 秀規" userId="f68c5fd9-22d5-4c0a-9833-7fb0f5135313" providerId="ADAL" clId="{1FFDFDEC-295D-434A-B582-72A8CC8A5E88}" dt="2021-01-14T02:04:21.934" v="240" actId="478"/>
          <ac:picMkLst>
            <pc:docMk/>
            <pc:sldMk cId="3649920568" sldId="377"/>
            <ac:picMk id="8" creationId="{E560B7DF-E113-4E23-B6A5-CAD857447DB8}"/>
          </ac:picMkLst>
        </pc:picChg>
        <pc:picChg chg="add del mod">
          <ac:chgData name="鈴木 秀規" userId="f68c5fd9-22d5-4c0a-9833-7fb0f5135313" providerId="ADAL" clId="{1FFDFDEC-295D-434A-B582-72A8CC8A5E88}" dt="2021-01-14T02:04:21.934" v="240" actId="478"/>
          <ac:picMkLst>
            <pc:docMk/>
            <pc:sldMk cId="3649920568" sldId="377"/>
            <ac:picMk id="9" creationId="{B194A6BA-DF1B-426E-9CDD-97A45AC51E7D}"/>
          </ac:picMkLst>
        </pc:picChg>
        <pc:picChg chg="add del mod">
          <ac:chgData name="鈴木 秀規" userId="f68c5fd9-22d5-4c0a-9833-7fb0f5135313" providerId="ADAL" clId="{1FFDFDEC-295D-434A-B582-72A8CC8A5E88}" dt="2021-01-14T02:04:21.934" v="240" actId="478"/>
          <ac:picMkLst>
            <pc:docMk/>
            <pc:sldMk cId="3649920568" sldId="377"/>
            <ac:picMk id="15" creationId="{7F2FFC44-3FB7-42E8-880F-3FA0352F329F}"/>
          </ac:picMkLst>
        </pc:picChg>
        <pc:picChg chg="add mod">
          <ac:chgData name="鈴木 秀規" userId="f68c5fd9-22d5-4c0a-9833-7fb0f5135313" providerId="ADAL" clId="{1FFDFDEC-295D-434A-B582-72A8CC8A5E88}" dt="2021-01-14T02:05:34.524" v="287" actId="164"/>
          <ac:picMkLst>
            <pc:docMk/>
            <pc:sldMk cId="3649920568" sldId="377"/>
            <ac:picMk id="27" creationId="{E93CA468-4AE8-485A-AB76-A2D114168246}"/>
          </ac:picMkLst>
        </pc:picChg>
        <pc:picChg chg="add mod">
          <ac:chgData name="鈴木 秀規" userId="f68c5fd9-22d5-4c0a-9833-7fb0f5135313" providerId="ADAL" clId="{1FFDFDEC-295D-434A-B582-72A8CC8A5E88}" dt="2021-01-14T02:05:34.524" v="287" actId="164"/>
          <ac:picMkLst>
            <pc:docMk/>
            <pc:sldMk cId="3649920568" sldId="377"/>
            <ac:picMk id="28" creationId="{AD28C022-22D5-4A58-AFE7-972EB062E364}"/>
          </ac:picMkLst>
        </pc:picChg>
        <pc:picChg chg="add mod">
          <ac:chgData name="鈴木 秀規" userId="f68c5fd9-22d5-4c0a-9833-7fb0f5135313" providerId="ADAL" clId="{1FFDFDEC-295D-434A-B582-72A8CC8A5E88}" dt="2021-01-14T02:05:34.524" v="287" actId="164"/>
          <ac:picMkLst>
            <pc:docMk/>
            <pc:sldMk cId="3649920568" sldId="377"/>
            <ac:picMk id="29" creationId="{9D45EBC1-DEE0-40E3-A104-46EB8914BDF4}"/>
          </ac:picMkLst>
        </pc:picChg>
        <pc:picChg chg="add del mod ord">
          <ac:chgData name="鈴木 秀規" userId="f68c5fd9-22d5-4c0a-9833-7fb0f5135313" providerId="ADAL" clId="{1FFDFDEC-295D-434A-B582-72A8CC8A5E88}" dt="2021-01-14T02:16:36.835" v="446" actId="1076"/>
          <ac:picMkLst>
            <pc:docMk/>
            <pc:sldMk cId="3649920568" sldId="377"/>
            <ac:picMk id="33" creationId="{0E9D1243-8407-457A-82BD-F88B5BBECD23}"/>
          </ac:picMkLst>
        </pc:picChg>
        <pc:picChg chg="add mod">
          <ac:chgData name="鈴木 秀規" userId="f68c5fd9-22d5-4c0a-9833-7fb0f5135313" providerId="ADAL" clId="{1FFDFDEC-295D-434A-B582-72A8CC8A5E88}" dt="2021-01-14T02:11:52.343" v="379" actId="1076"/>
          <ac:picMkLst>
            <pc:docMk/>
            <pc:sldMk cId="3649920568" sldId="377"/>
            <ac:picMk id="53" creationId="{0A86E771-969C-4F01-BFA0-1B211831F160}"/>
          </ac:picMkLst>
        </pc:picChg>
        <pc:cxnChg chg="add del mod">
          <ac:chgData name="鈴木 秀規" userId="f68c5fd9-22d5-4c0a-9833-7fb0f5135313" providerId="ADAL" clId="{1FFDFDEC-295D-434A-B582-72A8CC8A5E88}" dt="2021-01-14T02:04:21.934" v="240" actId="478"/>
          <ac:cxnSpMkLst>
            <pc:docMk/>
            <pc:sldMk cId="3649920568" sldId="377"/>
            <ac:cxnSpMk id="11" creationId="{0483F4C0-0407-44D3-A78F-49E51B86787C}"/>
          </ac:cxnSpMkLst>
        </pc:cxnChg>
        <pc:cxnChg chg="add del mod">
          <ac:chgData name="鈴木 秀規" userId="f68c5fd9-22d5-4c0a-9833-7fb0f5135313" providerId="ADAL" clId="{1FFDFDEC-295D-434A-B582-72A8CC8A5E88}" dt="2021-01-14T02:04:21.934" v="240" actId="478"/>
          <ac:cxnSpMkLst>
            <pc:docMk/>
            <pc:sldMk cId="3649920568" sldId="377"/>
            <ac:cxnSpMk id="12" creationId="{2E04BDFF-7969-411B-93A0-D8331BA8189C}"/>
          </ac:cxnSpMkLst>
        </pc:cxnChg>
        <pc:cxnChg chg="add del mod">
          <ac:chgData name="鈴木 秀規" userId="f68c5fd9-22d5-4c0a-9833-7fb0f5135313" providerId="ADAL" clId="{1FFDFDEC-295D-434A-B582-72A8CC8A5E88}" dt="2021-01-14T02:04:21.934" v="240" actId="478"/>
          <ac:cxnSpMkLst>
            <pc:docMk/>
            <pc:sldMk cId="3649920568" sldId="377"/>
            <ac:cxnSpMk id="18" creationId="{1C833306-77D8-44F7-AB46-81396D7788AF}"/>
          </ac:cxnSpMkLst>
        </pc:cxnChg>
        <pc:cxnChg chg="add del mod">
          <ac:chgData name="鈴木 秀規" userId="f68c5fd9-22d5-4c0a-9833-7fb0f5135313" providerId="ADAL" clId="{1FFDFDEC-295D-434A-B582-72A8CC8A5E88}" dt="2021-01-14T02:04:21.934" v="240" actId="478"/>
          <ac:cxnSpMkLst>
            <pc:docMk/>
            <pc:sldMk cId="3649920568" sldId="377"/>
            <ac:cxnSpMk id="19" creationId="{2B632CD0-09BA-467C-8CA1-BF1493109906}"/>
          </ac:cxnSpMkLst>
        </pc:cxnChg>
        <pc:cxnChg chg="add del mod">
          <ac:chgData name="鈴木 秀規" userId="f68c5fd9-22d5-4c0a-9833-7fb0f5135313" providerId="ADAL" clId="{1FFDFDEC-295D-434A-B582-72A8CC8A5E88}" dt="2021-01-14T02:16:31.942" v="445" actId="478"/>
          <ac:cxnSpMkLst>
            <pc:docMk/>
            <pc:sldMk cId="3649920568" sldId="377"/>
            <ac:cxnSpMk id="36" creationId="{AD6D5368-C535-4AA1-ADF8-B5E214C9BE42}"/>
          </ac:cxnSpMkLst>
        </pc:cxnChg>
        <pc:cxnChg chg="add del mod">
          <ac:chgData name="鈴木 秀規" userId="f68c5fd9-22d5-4c0a-9833-7fb0f5135313" providerId="ADAL" clId="{1FFDFDEC-295D-434A-B582-72A8CC8A5E88}" dt="2021-01-14T02:16:31.942" v="445" actId="478"/>
          <ac:cxnSpMkLst>
            <pc:docMk/>
            <pc:sldMk cId="3649920568" sldId="377"/>
            <ac:cxnSpMk id="41" creationId="{58F1D3BC-BF7A-4996-B9E2-60AA8D6F04E3}"/>
          </ac:cxnSpMkLst>
        </pc:cxnChg>
        <pc:cxnChg chg="add del mod">
          <ac:chgData name="鈴木 秀規" userId="f68c5fd9-22d5-4c0a-9833-7fb0f5135313" providerId="ADAL" clId="{1FFDFDEC-295D-434A-B582-72A8CC8A5E88}" dt="2021-01-14T02:16:01.629" v="442" actId="478"/>
          <ac:cxnSpMkLst>
            <pc:docMk/>
            <pc:sldMk cId="3649920568" sldId="377"/>
            <ac:cxnSpMk id="55" creationId="{BAEC9F89-E461-491B-94AE-A27E46E881FD}"/>
          </ac:cxnSpMkLst>
        </pc:cxnChg>
        <pc:cxnChg chg="add del mod">
          <ac:chgData name="鈴木 秀規" userId="f68c5fd9-22d5-4c0a-9833-7fb0f5135313" providerId="ADAL" clId="{1FFDFDEC-295D-434A-B582-72A8CC8A5E88}" dt="2021-01-14T02:16:01.629" v="442" actId="478"/>
          <ac:cxnSpMkLst>
            <pc:docMk/>
            <pc:sldMk cId="3649920568" sldId="377"/>
            <ac:cxnSpMk id="58" creationId="{410B3091-C760-4FE8-B549-D0650C6C8145}"/>
          </ac:cxnSpMkLst>
        </pc:cxnChg>
        <pc:cxnChg chg="add mod">
          <ac:chgData name="鈴木 秀規" userId="f68c5fd9-22d5-4c0a-9833-7fb0f5135313" providerId="ADAL" clId="{1FFDFDEC-295D-434A-B582-72A8CC8A5E88}" dt="2021-01-14T02:17:40.921" v="469" actId="1038"/>
          <ac:cxnSpMkLst>
            <pc:docMk/>
            <pc:sldMk cId="3649920568" sldId="377"/>
            <ac:cxnSpMk id="64" creationId="{100ADEA5-B42F-4347-9286-D7704FC7BE9D}"/>
          </ac:cxnSpMkLst>
        </pc:cxnChg>
        <pc:cxnChg chg="add del mod">
          <ac:chgData name="鈴木 秀規" userId="f68c5fd9-22d5-4c0a-9833-7fb0f5135313" providerId="ADAL" clId="{1FFDFDEC-295D-434A-B582-72A8CC8A5E88}" dt="2021-01-14T03:36:49.050" v="769" actId="478"/>
          <ac:cxnSpMkLst>
            <pc:docMk/>
            <pc:sldMk cId="3649920568" sldId="377"/>
            <ac:cxnSpMk id="65" creationId="{161C3D35-36D5-4C34-A872-287438D6956F}"/>
          </ac:cxnSpMkLst>
        </pc:cxnChg>
      </pc:sldChg>
      <pc:sldChg chg="delSp modSp add del mod">
        <pc:chgData name="鈴木 秀規" userId="f68c5fd9-22d5-4c0a-9833-7fb0f5135313" providerId="ADAL" clId="{1FFDFDEC-295D-434A-B582-72A8CC8A5E88}" dt="2021-01-14T02:29:25.757" v="739" actId="47"/>
        <pc:sldMkLst>
          <pc:docMk/>
          <pc:sldMk cId="2320012680" sldId="378"/>
        </pc:sldMkLst>
        <pc:spChg chg="mod">
          <ac:chgData name="鈴木 秀規" userId="f68c5fd9-22d5-4c0a-9833-7fb0f5135313" providerId="ADAL" clId="{1FFDFDEC-295D-434A-B582-72A8CC8A5E88}" dt="2021-01-14T02:14:54.356" v="440" actId="20577"/>
          <ac:spMkLst>
            <pc:docMk/>
            <pc:sldMk cId="2320012680" sldId="378"/>
            <ac:spMk id="3" creationId="{DF13203F-8593-420C-AE20-66E21972FB4D}"/>
          </ac:spMkLst>
        </pc:spChg>
        <pc:spChg chg="del">
          <ac:chgData name="鈴木 秀規" userId="f68c5fd9-22d5-4c0a-9833-7fb0f5135313" providerId="ADAL" clId="{1FFDFDEC-295D-434A-B582-72A8CC8A5E88}" dt="2021-01-14T02:22:56.356" v="557" actId="478"/>
          <ac:spMkLst>
            <pc:docMk/>
            <pc:sldMk cId="2320012680" sldId="378"/>
            <ac:spMk id="31" creationId="{FFC60DF4-583B-4EF1-886C-A29A4130BA29}"/>
          </ac:spMkLst>
        </pc:spChg>
        <pc:spChg chg="del">
          <ac:chgData name="鈴木 秀規" userId="f68c5fd9-22d5-4c0a-9833-7fb0f5135313" providerId="ADAL" clId="{1FFDFDEC-295D-434A-B582-72A8CC8A5E88}" dt="2021-01-14T02:22:56.356" v="557" actId="478"/>
          <ac:spMkLst>
            <pc:docMk/>
            <pc:sldMk cId="2320012680" sldId="378"/>
            <ac:spMk id="34" creationId="{8F2C3383-3D92-46AC-BD0E-043B93B52929}"/>
          </ac:spMkLst>
        </pc:spChg>
        <pc:spChg chg="del">
          <ac:chgData name="鈴木 秀規" userId="f68c5fd9-22d5-4c0a-9833-7fb0f5135313" providerId="ADAL" clId="{1FFDFDEC-295D-434A-B582-72A8CC8A5E88}" dt="2021-01-14T02:22:56.356" v="557" actId="478"/>
          <ac:spMkLst>
            <pc:docMk/>
            <pc:sldMk cId="2320012680" sldId="378"/>
            <ac:spMk id="46" creationId="{F67477F8-6865-4B2A-A073-E83E5CC25623}"/>
          </ac:spMkLst>
        </pc:spChg>
        <pc:spChg chg="del">
          <ac:chgData name="鈴木 秀規" userId="f68c5fd9-22d5-4c0a-9833-7fb0f5135313" providerId="ADAL" clId="{1FFDFDEC-295D-434A-B582-72A8CC8A5E88}" dt="2021-01-14T02:22:56.356" v="557" actId="478"/>
          <ac:spMkLst>
            <pc:docMk/>
            <pc:sldMk cId="2320012680" sldId="378"/>
            <ac:spMk id="47" creationId="{BB6E310E-301D-4047-8904-D7EA81227523}"/>
          </ac:spMkLst>
        </pc:spChg>
        <pc:spChg chg="del">
          <ac:chgData name="鈴木 秀規" userId="f68c5fd9-22d5-4c0a-9833-7fb0f5135313" providerId="ADAL" clId="{1FFDFDEC-295D-434A-B582-72A8CC8A5E88}" dt="2021-01-14T02:22:56.356" v="557" actId="478"/>
          <ac:spMkLst>
            <pc:docMk/>
            <pc:sldMk cId="2320012680" sldId="378"/>
            <ac:spMk id="61" creationId="{83D46220-ADF8-4081-A483-E5B7CD8BA853}"/>
          </ac:spMkLst>
        </pc:spChg>
        <pc:spChg chg="del">
          <ac:chgData name="鈴木 秀規" userId="f68c5fd9-22d5-4c0a-9833-7fb0f5135313" providerId="ADAL" clId="{1FFDFDEC-295D-434A-B582-72A8CC8A5E88}" dt="2021-01-14T02:22:56.356" v="557" actId="478"/>
          <ac:spMkLst>
            <pc:docMk/>
            <pc:sldMk cId="2320012680" sldId="378"/>
            <ac:spMk id="62" creationId="{D6CA32A0-C620-4951-966F-93FC0AB160BD}"/>
          </ac:spMkLst>
        </pc:spChg>
        <pc:grpChg chg="del">
          <ac:chgData name="鈴木 秀規" userId="f68c5fd9-22d5-4c0a-9833-7fb0f5135313" providerId="ADAL" clId="{1FFDFDEC-295D-434A-B582-72A8CC8A5E88}" dt="2021-01-14T02:22:56.356" v="557" actId="478"/>
          <ac:grpSpMkLst>
            <pc:docMk/>
            <pc:sldMk cId="2320012680" sldId="378"/>
            <ac:grpSpMk id="32" creationId="{A6E6B39E-1581-4318-9C25-C50545DCF6E5}"/>
          </ac:grpSpMkLst>
        </pc:grpChg>
        <pc:picChg chg="del">
          <ac:chgData name="鈴木 秀規" userId="f68c5fd9-22d5-4c0a-9833-7fb0f5135313" providerId="ADAL" clId="{1FFDFDEC-295D-434A-B582-72A8CC8A5E88}" dt="2021-01-14T02:22:56.356" v="557" actId="478"/>
          <ac:picMkLst>
            <pc:docMk/>
            <pc:sldMk cId="2320012680" sldId="378"/>
            <ac:picMk id="33" creationId="{0E9D1243-8407-457A-82BD-F88B5BBECD23}"/>
          </ac:picMkLst>
        </pc:picChg>
        <pc:cxnChg chg="del">
          <ac:chgData name="鈴木 秀規" userId="f68c5fd9-22d5-4c0a-9833-7fb0f5135313" providerId="ADAL" clId="{1FFDFDEC-295D-434A-B582-72A8CC8A5E88}" dt="2021-01-14T02:22:56.356" v="557" actId="478"/>
          <ac:cxnSpMkLst>
            <pc:docMk/>
            <pc:sldMk cId="2320012680" sldId="378"/>
            <ac:cxnSpMk id="36" creationId="{AD6D5368-C535-4AA1-ADF8-B5E214C9BE42}"/>
          </ac:cxnSpMkLst>
        </pc:cxnChg>
        <pc:cxnChg chg="del">
          <ac:chgData name="鈴木 秀規" userId="f68c5fd9-22d5-4c0a-9833-7fb0f5135313" providerId="ADAL" clId="{1FFDFDEC-295D-434A-B582-72A8CC8A5E88}" dt="2021-01-14T02:22:56.356" v="557" actId="478"/>
          <ac:cxnSpMkLst>
            <pc:docMk/>
            <pc:sldMk cId="2320012680" sldId="378"/>
            <ac:cxnSpMk id="41" creationId="{58F1D3BC-BF7A-4996-B9E2-60AA8D6F04E3}"/>
          </ac:cxnSpMkLst>
        </pc:cxnChg>
        <pc:cxnChg chg="del">
          <ac:chgData name="鈴木 秀規" userId="f68c5fd9-22d5-4c0a-9833-7fb0f5135313" providerId="ADAL" clId="{1FFDFDEC-295D-434A-B582-72A8CC8A5E88}" dt="2021-01-14T02:22:56.356" v="557" actId="478"/>
          <ac:cxnSpMkLst>
            <pc:docMk/>
            <pc:sldMk cId="2320012680" sldId="378"/>
            <ac:cxnSpMk id="55" creationId="{BAEC9F89-E461-491B-94AE-A27E46E881FD}"/>
          </ac:cxnSpMkLst>
        </pc:cxnChg>
        <pc:cxnChg chg="del">
          <ac:chgData name="鈴木 秀規" userId="f68c5fd9-22d5-4c0a-9833-7fb0f5135313" providerId="ADAL" clId="{1FFDFDEC-295D-434A-B582-72A8CC8A5E88}" dt="2021-01-14T02:22:56.356" v="557" actId="478"/>
          <ac:cxnSpMkLst>
            <pc:docMk/>
            <pc:sldMk cId="2320012680" sldId="378"/>
            <ac:cxnSpMk id="58" creationId="{410B3091-C760-4FE8-B549-D0650C6C8145}"/>
          </ac:cxnSpMkLst>
        </pc:cxnChg>
      </pc:sldChg>
      <pc:sldChg chg="addSp delSp modSp add mod">
        <pc:chgData name="鈴木 秀規" userId="f68c5fd9-22d5-4c0a-9833-7fb0f5135313" providerId="ADAL" clId="{1FFDFDEC-295D-434A-B582-72A8CC8A5E88}" dt="2021-01-26T03:29:33.385" v="892" actId="207"/>
        <pc:sldMkLst>
          <pc:docMk/>
          <pc:sldMk cId="958544309" sldId="379"/>
        </pc:sldMkLst>
        <pc:spChg chg="mod">
          <ac:chgData name="鈴木 秀規" userId="f68c5fd9-22d5-4c0a-9833-7fb0f5135313" providerId="ADAL" clId="{1FFDFDEC-295D-434A-B582-72A8CC8A5E88}" dt="2021-01-14T02:23:19.325" v="581" actId="20577"/>
          <ac:spMkLst>
            <pc:docMk/>
            <pc:sldMk cId="958544309" sldId="379"/>
            <ac:spMk id="3" creationId="{DF13203F-8593-420C-AE20-66E21972FB4D}"/>
          </ac:spMkLst>
        </pc:spChg>
        <pc:spChg chg="mod">
          <ac:chgData name="鈴木 秀規" userId="f68c5fd9-22d5-4c0a-9833-7fb0f5135313" providerId="ADAL" clId="{1FFDFDEC-295D-434A-B582-72A8CC8A5E88}" dt="2021-01-14T03:35:50.846" v="746" actId="1076"/>
          <ac:spMkLst>
            <pc:docMk/>
            <pc:sldMk cId="958544309" sldId="379"/>
            <ac:spMk id="5" creationId="{63D511F6-27E6-40A2-9A93-B28B3EF22E08}"/>
          </ac:spMkLst>
        </pc:spChg>
        <pc:spChg chg="add mod">
          <ac:chgData name="鈴木 秀規" userId="f68c5fd9-22d5-4c0a-9833-7fb0f5135313" providerId="ADAL" clId="{1FFDFDEC-295D-434A-B582-72A8CC8A5E88}" dt="2021-01-14T02:27:29.650" v="667" actId="1076"/>
          <ac:spMkLst>
            <pc:docMk/>
            <pc:sldMk cId="958544309" sldId="379"/>
            <ac:spMk id="19" creationId="{BFD7670E-D948-4916-A5B0-BC868BB5A7B8}"/>
          </ac:spMkLst>
        </pc:spChg>
        <pc:spChg chg="add mod">
          <ac:chgData name="鈴木 秀規" userId="f68c5fd9-22d5-4c0a-9833-7fb0f5135313" providerId="ADAL" clId="{1FFDFDEC-295D-434A-B582-72A8CC8A5E88}" dt="2021-01-14T02:27:29.650" v="667" actId="1076"/>
          <ac:spMkLst>
            <pc:docMk/>
            <pc:sldMk cId="958544309" sldId="379"/>
            <ac:spMk id="20" creationId="{342B2FC8-CEB9-4A3C-A4B9-0E07B43AA2D9}"/>
          </ac:spMkLst>
        </pc:spChg>
        <pc:spChg chg="add del mod">
          <ac:chgData name="鈴木 秀規" userId="f68c5fd9-22d5-4c0a-9833-7fb0f5135313" providerId="ADAL" clId="{1FFDFDEC-295D-434A-B582-72A8CC8A5E88}" dt="2021-01-14T03:35:53.946" v="747" actId="478"/>
          <ac:spMkLst>
            <pc:docMk/>
            <pc:sldMk cId="958544309" sldId="379"/>
            <ac:spMk id="21" creationId="{4CE962B2-0B0B-488B-B395-9937FEA31235}"/>
          </ac:spMkLst>
        </pc:spChg>
        <pc:spChg chg="add del mod">
          <ac:chgData name="鈴木 秀規" userId="f68c5fd9-22d5-4c0a-9833-7fb0f5135313" providerId="ADAL" clId="{1FFDFDEC-295D-434A-B582-72A8CC8A5E88}" dt="2021-01-14T03:35:53.946" v="747" actId="478"/>
          <ac:spMkLst>
            <pc:docMk/>
            <pc:sldMk cId="958544309" sldId="379"/>
            <ac:spMk id="22" creationId="{08473672-4663-4E76-AE85-614E63232CA2}"/>
          </ac:spMkLst>
        </pc:spChg>
        <pc:spChg chg="add del mod">
          <ac:chgData name="鈴木 秀規" userId="f68c5fd9-22d5-4c0a-9833-7fb0f5135313" providerId="ADAL" clId="{1FFDFDEC-295D-434A-B582-72A8CC8A5E88}" dt="2021-01-14T03:35:53.946" v="747" actId="478"/>
          <ac:spMkLst>
            <pc:docMk/>
            <pc:sldMk cId="958544309" sldId="379"/>
            <ac:spMk id="23" creationId="{9CEE2320-9DDB-4293-8B65-34AAC77B7A28}"/>
          </ac:spMkLst>
        </pc:spChg>
        <pc:spChg chg="add del mod">
          <ac:chgData name="鈴木 秀規" userId="f68c5fd9-22d5-4c0a-9833-7fb0f5135313" providerId="ADAL" clId="{1FFDFDEC-295D-434A-B582-72A8CC8A5E88}" dt="2021-01-14T03:35:53.946" v="747" actId="478"/>
          <ac:spMkLst>
            <pc:docMk/>
            <pc:sldMk cId="958544309" sldId="379"/>
            <ac:spMk id="24" creationId="{9EA7CECF-2E5C-48EB-89FD-A206EC488576}"/>
          </ac:spMkLst>
        </pc:spChg>
        <pc:spChg chg="mod">
          <ac:chgData name="鈴木 秀規" userId="f68c5fd9-22d5-4c0a-9833-7fb0f5135313" providerId="ADAL" clId="{1FFDFDEC-295D-434A-B582-72A8CC8A5E88}" dt="2021-01-14T02:27:21.306" v="666" actId="1038"/>
          <ac:spMkLst>
            <pc:docMk/>
            <pc:sldMk cId="958544309" sldId="379"/>
            <ac:spMk id="26" creationId="{E7DF1ACA-6CF0-40A9-9E99-DABEBFCB70AB}"/>
          </ac:spMkLst>
        </pc:spChg>
        <pc:spChg chg="del mod">
          <ac:chgData name="鈴木 秀規" userId="f68c5fd9-22d5-4c0a-9833-7fb0f5135313" providerId="ADAL" clId="{1FFDFDEC-295D-434A-B582-72A8CC8A5E88}" dt="2021-01-14T03:36:11.610" v="750" actId="478"/>
          <ac:spMkLst>
            <pc:docMk/>
            <pc:sldMk cId="958544309" sldId="379"/>
            <ac:spMk id="31" creationId="{FFC60DF4-583B-4EF1-886C-A29A4130BA29}"/>
          </ac:spMkLst>
        </pc:spChg>
        <pc:spChg chg="mod">
          <ac:chgData name="鈴木 秀規" userId="f68c5fd9-22d5-4c0a-9833-7fb0f5135313" providerId="ADAL" clId="{1FFDFDEC-295D-434A-B582-72A8CC8A5E88}" dt="2021-01-14T02:27:29.650" v="667" actId="1076"/>
          <ac:spMkLst>
            <pc:docMk/>
            <pc:sldMk cId="958544309" sldId="379"/>
            <ac:spMk id="34" creationId="{8F2C3383-3D92-46AC-BD0E-043B93B52929}"/>
          </ac:spMkLst>
        </pc:spChg>
        <pc:spChg chg="add mod">
          <ac:chgData name="鈴木 秀規" userId="f68c5fd9-22d5-4c0a-9833-7fb0f5135313" providerId="ADAL" clId="{1FFDFDEC-295D-434A-B582-72A8CC8A5E88}" dt="2021-01-14T02:27:06.061" v="657" actId="571"/>
          <ac:spMkLst>
            <pc:docMk/>
            <pc:sldMk cId="958544309" sldId="379"/>
            <ac:spMk id="37" creationId="{47831BC6-F284-47AB-A050-EAD5ACCAD148}"/>
          </ac:spMkLst>
        </pc:spChg>
        <pc:spChg chg="add mod">
          <ac:chgData name="鈴木 秀規" userId="f68c5fd9-22d5-4c0a-9833-7fb0f5135313" providerId="ADAL" clId="{1FFDFDEC-295D-434A-B582-72A8CC8A5E88}" dt="2021-01-14T02:27:06.061" v="657" actId="571"/>
          <ac:spMkLst>
            <pc:docMk/>
            <pc:sldMk cId="958544309" sldId="379"/>
            <ac:spMk id="38" creationId="{14CF0358-BECE-42C6-9A83-4C21DB825E4B}"/>
          </ac:spMkLst>
        </pc:spChg>
        <pc:spChg chg="add del mod">
          <ac:chgData name="鈴木 秀規" userId="f68c5fd9-22d5-4c0a-9833-7fb0f5135313" providerId="ADAL" clId="{1FFDFDEC-295D-434A-B582-72A8CC8A5E88}" dt="2021-01-14T03:35:47.969" v="744" actId="478"/>
          <ac:spMkLst>
            <pc:docMk/>
            <pc:sldMk cId="958544309" sldId="379"/>
            <ac:spMk id="41" creationId="{7E7E9EA2-6ECB-437C-B67E-E541576A4C98}"/>
          </ac:spMkLst>
        </pc:spChg>
        <pc:spChg chg="add del mod">
          <ac:chgData name="鈴木 秀規" userId="f68c5fd9-22d5-4c0a-9833-7fb0f5135313" providerId="ADAL" clId="{1FFDFDEC-295D-434A-B582-72A8CC8A5E88}" dt="2021-01-14T03:36:11.610" v="750" actId="478"/>
          <ac:spMkLst>
            <pc:docMk/>
            <pc:sldMk cId="958544309" sldId="379"/>
            <ac:spMk id="42" creationId="{B4F1AB1F-1298-4572-9A9F-3D1A30394D5D}"/>
          </ac:spMkLst>
        </pc:spChg>
        <pc:spChg chg="add del mod">
          <ac:chgData name="鈴木 秀規" userId="f68c5fd9-22d5-4c0a-9833-7fb0f5135313" providerId="ADAL" clId="{1FFDFDEC-295D-434A-B582-72A8CC8A5E88}" dt="2021-01-14T03:35:57.106" v="748" actId="478"/>
          <ac:spMkLst>
            <pc:docMk/>
            <pc:sldMk cId="958544309" sldId="379"/>
            <ac:spMk id="43" creationId="{3F27ACB4-8E48-4CC7-9582-119D2221438E}"/>
          </ac:spMkLst>
        </pc:spChg>
        <pc:spChg chg="add del mod">
          <ac:chgData name="鈴木 秀規" userId="f68c5fd9-22d5-4c0a-9833-7fb0f5135313" providerId="ADAL" clId="{1FFDFDEC-295D-434A-B582-72A8CC8A5E88}" dt="2021-01-14T03:35:47.969" v="744" actId="478"/>
          <ac:spMkLst>
            <pc:docMk/>
            <pc:sldMk cId="958544309" sldId="379"/>
            <ac:spMk id="44" creationId="{BDF61BC1-2F48-40F0-9086-6D8E83B221C3}"/>
          </ac:spMkLst>
        </pc:spChg>
        <pc:spChg chg="add mod">
          <ac:chgData name="鈴木 秀規" userId="f68c5fd9-22d5-4c0a-9833-7fb0f5135313" providerId="ADAL" clId="{1FFDFDEC-295D-434A-B582-72A8CC8A5E88}" dt="2021-01-26T03:29:33.385" v="892" actId="207"/>
          <ac:spMkLst>
            <pc:docMk/>
            <pc:sldMk cId="958544309" sldId="379"/>
            <ac:spMk id="46" creationId="{DFEF5E98-F257-46FC-9AC3-6F94A2A4DCB1}"/>
          </ac:spMkLst>
        </pc:spChg>
        <pc:spChg chg="add mod">
          <ac:chgData name="鈴木 秀規" userId="f68c5fd9-22d5-4c0a-9833-7fb0f5135313" providerId="ADAL" clId="{1FFDFDEC-295D-434A-B582-72A8CC8A5E88}" dt="2021-01-26T03:29:31.786" v="890" actId="207"/>
          <ac:spMkLst>
            <pc:docMk/>
            <pc:sldMk cId="958544309" sldId="379"/>
            <ac:spMk id="47" creationId="{712C7B56-3695-447A-B9B3-72DADE91B379}"/>
          </ac:spMkLst>
        </pc:spChg>
        <pc:spChg chg="add mod">
          <ac:chgData name="鈴木 秀規" userId="f68c5fd9-22d5-4c0a-9833-7fb0f5135313" providerId="ADAL" clId="{1FFDFDEC-295D-434A-B582-72A8CC8A5E88}" dt="2021-01-14T03:38:06.938" v="823" actId="207"/>
          <ac:spMkLst>
            <pc:docMk/>
            <pc:sldMk cId="958544309" sldId="379"/>
            <ac:spMk id="48" creationId="{1EE0B00C-5149-4751-9E8A-5739504BF85B}"/>
          </ac:spMkLst>
        </pc:spChg>
        <pc:spChg chg="del mod">
          <ac:chgData name="鈴木 秀規" userId="f68c5fd9-22d5-4c0a-9833-7fb0f5135313" providerId="ADAL" clId="{1FFDFDEC-295D-434A-B582-72A8CC8A5E88}" dt="2021-01-14T03:36:56.851" v="770" actId="478"/>
          <ac:spMkLst>
            <pc:docMk/>
            <pc:sldMk cId="958544309" sldId="379"/>
            <ac:spMk id="67" creationId="{0671154F-E1FA-4A93-B4CE-E5911A6852BA}"/>
          </ac:spMkLst>
        </pc:spChg>
        <pc:spChg chg="del mod">
          <ac:chgData name="鈴木 秀規" userId="f68c5fd9-22d5-4c0a-9833-7fb0f5135313" providerId="ADAL" clId="{1FFDFDEC-295D-434A-B582-72A8CC8A5E88}" dt="2021-01-14T03:36:56.851" v="770" actId="478"/>
          <ac:spMkLst>
            <pc:docMk/>
            <pc:sldMk cId="958544309" sldId="379"/>
            <ac:spMk id="68" creationId="{A3733B56-91A6-4B5A-8E5E-C9331ECCCC0B}"/>
          </ac:spMkLst>
        </pc:spChg>
        <pc:spChg chg="del mod">
          <ac:chgData name="鈴木 秀規" userId="f68c5fd9-22d5-4c0a-9833-7fb0f5135313" providerId="ADAL" clId="{1FFDFDEC-295D-434A-B582-72A8CC8A5E88}" dt="2021-01-14T03:36:56.851" v="770" actId="478"/>
          <ac:spMkLst>
            <pc:docMk/>
            <pc:sldMk cId="958544309" sldId="379"/>
            <ac:spMk id="69" creationId="{5E42E419-B13D-4016-8238-7F4799B6EB23}"/>
          </ac:spMkLst>
        </pc:spChg>
        <pc:spChg chg="mod">
          <ac:chgData name="鈴木 秀規" userId="f68c5fd9-22d5-4c0a-9833-7fb0f5135313" providerId="ADAL" clId="{1FFDFDEC-295D-434A-B582-72A8CC8A5E88}" dt="2021-01-14T02:27:29.650" v="667" actId="1076"/>
          <ac:spMkLst>
            <pc:docMk/>
            <pc:sldMk cId="958544309" sldId="379"/>
            <ac:spMk id="70" creationId="{75EE7C32-A449-48C9-858A-29C1A72E0B2F}"/>
          </ac:spMkLst>
        </pc:spChg>
        <pc:grpChg chg="add del mod">
          <ac:chgData name="鈴木 秀規" userId="f68c5fd9-22d5-4c0a-9833-7fb0f5135313" providerId="ADAL" clId="{1FFDFDEC-295D-434A-B582-72A8CC8A5E88}" dt="2021-01-14T03:36:02.778" v="749" actId="478"/>
          <ac:grpSpMkLst>
            <pc:docMk/>
            <pc:sldMk cId="958544309" sldId="379"/>
            <ac:grpSpMk id="25" creationId="{CF251A41-CE0D-496B-BA17-6C42231ED860}"/>
          </ac:grpSpMkLst>
        </pc:grpChg>
        <pc:grpChg chg="mod">
          <ac:chgData name="鈴木 秀規" userId="f68c5fd9-22d5-4c0a-9833-7fb0f5135313" providerId="ADAL" clId="{1FFDFDEC-295D-434A-B582-72A8CC8A5E88}" dt="2021-01-14T02:27:29.650" v="667" actId="1076"/>
          <ac:grpSpMkLst>
            <pc:docMk/>
            <pc:sldMk cId="958544309" sldId="379"/>
            <ac:grpSpMk id="32" creationId="{A6E6B39E-1581-4318-9C25-C50545DCF6E5}"/>
          </ac:grpSpMkLst>
        </pc:grpChg>
        <pc:picChg chg="mod">
          <ac:chgData name="鈴木 秀規" userId="f68c5fd9-22d5-4c0a-9833-7fb0f5135313" providerId="ADAL" clId="{1FFDFDEC-295D-434A-B582-72A8CC8A5E88}" dt="2021-01-14T02:27:21.306" v="666" actId="1038"/>
          <ac:picMkLst>
            <pc:docMk/>
            <pc:sldMk cId="958544309" sldId="379"/>
            <ac:picMk id="30" creationId="{9EA8748A-3EB3-43D4-9CA2-3A57C5E566FB}"/>
          </ac:picMkLst>
        </pc:picChg>
        <pc:picChg chg="mod">
          <ac:chgData name="鈴木 秀規" userId="f68c5fd9-22d5-4c0a-9833-7fb0f5135313" providerId="ADAL" clId="{1FFDFDEC-295D-434A-B582-72A8CC8A5E88}" dt="2021-01-14T02:27:29.650" v="667" actId="1076"/>
          <ac:picMkLst>
            <pc:docMk/>
            <pc:sldMk cId="958544309" sldId="379"/>
            <ac:picMk id="33" creationId="{0E9D1243-8407-457A-82BD-F88B5BBECD23}"/>
          </ac:picMkLst>
        </pc:picChg>
        <pc:cxnChg chg="add mod">
          <ac:chgData name="鈴木 秀規" userId="f68c5fd9-22d5-4c0a-9833-7fb0f5135313" providerId="ADAL" clId="{1FFDFDEC-295D-434A-B582-72A8CC8A5E88}" dt="2021-01-14T02:27:06.061" v="657" actId="571"/>
          <ac:cxnSpMkLst>
            <pc:docMk/>
            <pc:sldMk cId="958544309" sldId="379"/>
            <ac:cxnSpMk id="35" creationId="{9145D3A1-D0B7-4B5F-9A44-6B1E6DCF3564}"/>
          </ac:cxnSpMkLst>
        </pc:cxnChg>
        <pc:cxnChg chg="add mod">
          <ac:chgData name="鈴木 秀規" userId="f68c5fd9-22d5-4c0a-9833-7fb0f5135313" providerId="ADAL" clId="{1FFDFDEC-295D-434A-B582-72A8CC8A5E88}" dt="2021-01-14T02:27:06.061" v="657" actId="571"/>
          <ac:cxnSpMkLst>
            <pc:docMk/>
            <pc:sldMk cId="958544309" sldId="379"/>
            <ac:cxnSpMk id="36" creationId="{27189465-2A10-428A-B8BD-B9B0AACB95D7}"/>
          </ac:cxnSpMkLst>
        </pc:cxnChg>
        <pc:cxnChg chg="add del mod">
          <ac:chgData name="鈴木 秀規" userId="f68c5fd9-22d5-4c0a-9833-7fb0f5135313" providerId="ADAL" clId="{1FFDFDEC-295D-434A-B582-72A8CC8A5E88}" dt="2021-01-14T03:35:47.969" v="744" actId="478"/>
          <ac:cxnSpMkLst>
            <pc:docMk/>
            <pc:sldMk cId="958544309" sldId="379"/>
            <ac:cxnSpMk id="39" creationId="{E0E94342-9E08-4812-AB10-36E809847C8B}"/>
          </ac:cxnSpMkLst>
        </pc:cxnChg>
        <pc:cxnChg chg="add del mod">
          <ac:chgData name="鈴木 秀規" userId="f68c5fd9-22d5-4c0a-9833-7fb0f5135313" providerId="ADAL" clId="{1FFDFDEC-295D-434A-B582-72A8CC8A5E88}" dt="2021-01-14T03:35:47.969" v="744" actId="478"/>
          <ac:cxnSpMkLst>
            <pc:docMk/>
            <pc:sldMk cId="958544309" sldId="379"/>
            <ac:cxnSpMk id="40" creationId="{0B4CE507-17D6-44DD-B21E-7CB9FBC4E5CF}"/>
          </ac:cxnSpMkLst>
        </pc:cxnChg>
        <pc:cxnChg chg="add mod">
          <ac:chgData name="鈴木 秀規" userId="f68c5fd9-22d5-4c0a-9833-7fb0f5135313" providerId="ADAL" clId="{1FFDFDEC-295D-434A-B582-72A8CC8A5E88}" dt="2021-01-14T03:38:15.722" v="824" actId="208"/>
          <ac:cxnSpMkLst>
            <pc:docMk/>
            <pc:sldMk cId="958544309" sldId="379"/>
            <ac:cxnSpMk id="45" creationId="{CF0C4889-BCE8-4917-B51A-918A62203966}"/>
          </ac:cxnSpMkLst>
        </pc:cxnChg>
        <pc:cxnChg chg="del mod">
          <ac:chgData name="鈴木 秀規" userId="f68c5fd9-22d5-4c0a-9833-7fb0f5135313" providerId="ADAL" clId="{1FFDFDEC-295D-434A-B582-72A8CC8A5E88}" dt="2021-01-14T03:36:56.851" v="770" actId="478"/>
          <ac:cxnSpMkLst>
            <pc:docMk/>
            <pc:sldMk cId="958544309" sldId="379"/>
            <ac:cxnSpMk id="64" creationId="{100ADEA5-B42F-4347-9286-D7704FC7BE9D}"/>
          </ac:cxnSpMkLst>
        </pc:cxnChg>
        <pc:cxnChg chg="mod">
          <ac:chgData name="鈴木 秀規" userId="f68c5fd9-22d5-4c0a-9833-7fb0f5135313" providerId="ADAL" clId="{1FFDFDEC-295D-434A-B582-72A8CC8A5E88}" dt="2021-01-14T02:27:29.650" v="667" actId="1076"/>
          <ac:cxnSpMkLst>
            <pc:docMk/>
            <pc:sldMk cId="958544309" sldId="379"/>
            <ac:cxnSpMk id="65" creationId="{161C3D35-36D5-4C34-A872-287438D6956F}"/>
          </ac:cxnSpMkLst>
        </pc:cxnChg>
      </pc:sldChg>
      <pc:sldChg chg="addSp delSp modSp add mod">
        <pc:chgData name="鈴木 秀規" userId="f68c5fd9-22d5-4c0a-9833-7fb0f5135313" providerId="ADAL" clId="{1FFDFDEC-295D-434A-B582-72A8CC8A5E88}" dt="2021-01-14T03:40:27.213" v="842" actId="1076"/>
        <pc:sldMkLst>
          <pc:docMk/>
          <pc:sldMk cId="690129785" sldId="380"/>
        </pc:sldMkLst>
        <pc:spChg chg="mod">
          <ac:chgData name="鈴木 秀規" userId="f68c5fd9-22d5-4c0a-9833-7fb0f5135313" providerId="ADAL" clId="{1FFDFDEC-295D-434A-B582-72A8CC8A5E88}" dt="2021-01-14T03:35:31.183" v="743"/>
          <ac:spMkLst>
            <pc:docMk/>
            <pc:sldMk cId="690129785" sldId="380"/>
            <ac:spMk id="5" creationId="{63D511F6-27E6-40A2-9A93-B28B3EF22E08}"/>
          </ac:spMkLst>
        </pc:spChg>
        <pc:spChg chg="mod">
          <ac:chgData name="鈴木 秀規" userId="f68c5fd9-22d5-4c0a-9833-7fb0f5135313" providerId="ADAL" clId="{1FFDFDEC-295D-434A-B582-72A8CC8A5E88}" dt="2021-01-14T03:38:39.508" v="826" actId="207"/>
          <ac:spMkLst>
            <pc:docMk/>
            <pc:sldMk cId="690129785" sldId="380"/>
            <ac:spMk id="19" creationId="{BFD7670E-D948-4916-A5B0-BC868BB5A7B8}"/>
          </ac:spMkLst>
        </pc:spChg>
        <pc:spChg chg="mod">
          <ac:chgData name="鈴木 秀規" userId="f68c5fd9-22d5-4c0a-9833-7fb0f5135313" providerId="ADAL" clId="{1FFDFDEC-295D-434A-B582-72A8CC8A5E88}" dt="2021-01-14T03:38:39.508" v="826" actId="207"/>
          <ac:spMkLst>
            <pc:docMk/>
            <pc:sldMk cId="690129785" sldId="380"/>
            <ac:spMk id="20" creationId="{342B2FC8-CEB9-4A3C-A4B9-0E07B43AA2D9}"/>
          </ac:spMkLst>
        </pc:spChg>
        <pc:spChg chg="del">
          <ac:chgData name="鈴木 秀規" userId="f68c5fd9-22d5-4c0a-9833-7fb0f5135313" providerId="ADAL" clId="{1FFDFDEC-295D-434A-B582-72A8CC8A5E88}" dt="2021-01-14T03:38:57.355" v="829" actId="478"/>
          <ac:spMkLst>
            <pc:docMk/>
            <pc:sldMk cId="690129785" sldId="380"/>
            <ac:spMk id="31" creationId="{FFC60DF4-583B-4EF1-886C-A29A4130BA29}"/>
          </ac:spMkLst>
        </pc:spChg>
        <pc:spChg chg="add mod">
          <ac:chgData name="鈴木 秀規" userId="f68c5fd9-22d5-4c0a-9833-7fb0f5135313" providerId="ADAL" clId="{1FFDFDEC-295D-434A-B582-72A8CC8A5E88}" dt="2021-01-14T03:39:14.610" v="833" actId="1076"/>
          <ac:spMkLst>
            <pc:docMk/>
            <pc:sldMk cId="690129785" sldId="380"/>
            <ac:spMk id="35" creationId="{442AE633-127A-4F03-BFC5-1CFB48F3BC01}"/>
          </ac:spMkLst>
        </pc:spChg>
        <pc:spChg chg="add mod">
          <ac:chgData name="鈴木 秀規" userId="f68c5fd9-22d5-4c0a-9833-7fb0f5135313" providerId="ADAL" clId="{1FFDFDEC-295D-434A-B582-72A8CC8A5E88}" dt="2021-01-14T03:39:21.599" v="835" actId="6549"/>
          <ac:spMkLst>
            <pc:docMk/>
            <pc:sldMk cId="690129785" sldId="380"/>
            <ac:spMk id="36" creationId="{4D0D594F-AB92-4BC7-ADA3-5E3676F7A0D3}"/>
          </ac:spMkLst>
        </pc:spChg>
        <pc:spChg chg="del">
          <ac:chgData name="鈴木 秀規" userId="f68c5fd9-22d5-4c0a-9833-7fb0f5135313" providerId="ADAL" clId="{1FFDFDEC-295D-434A-B582-72A8CC8A5E88}" dt="2021-01-14T03:36:43.601" v="768" actId="478"/>
          <ac:spMkLst>
            <pc:docMk/>
            <pc:sldMk cId="690129785" sldId="380"/>
            <ac:spMk id="67" creationId="{0671154F-E1FA-4A93-B4CE-E5911A6852BA}"/>
          </ac:spMkLst>
        </pc:spChg>
        <pc:spChg chg="del">
          <ac:chgData name="鈴木 秀規" userId="f68c5fd9-22d5-4c0a-9833-7fb0f5135313" providerId="ADAL" clId="{1FFDFDEC-295D-434A-B582-72A8CC8A5E88}" dt="2021-01-14T03:36:43.601" v="768" actId="478"/>
          <ac:spMkLst>
            <pc:docMk/>
            <pc:sldMk cId="690129785" sldId="380"/>
            <ac:spMk id="68" creationId="{A3733B56-91A6-4B5A-8E5E-C9331ECCCC0B}"/>
          </ac:spMkLst>
        </pc:spChg>
        <pc:spChg chg="del">
          <ac:chgData name="鈴木 秀規" userId="f68c5fd9-22d5-4c0a-9833-7fb0f5135313" providerId="ADAL" clId="{1FFDFDEC-295D-434A-B582-72A8CC8A5E88}" dt="2021-01-14T03:36:43.601" v="768" actId="478"/>
          <ac:spMkLst>
            <pc:docMk/>
            <pc:sldMk cId="690129785" sldId="380"/>
            <ac:spMk id="69" creationId="{5E42E419-B13D-4016-8238-7F4799B6EB23}"/>
          </ac:spMkLst>
        </pc:spChg>
        <pc:spChg chg="mod">
          <ac:chgData name="鈴木 秀規" userId="f68c5fd9-22d5-4c0a-9833-7fb0f5135313" providerId="ADAL" clId="{1FFDFDEC-295D-434A-B582-72A8CC8A5E88}" dt="2021-01-14T03:38:43.857" v="827" actId="207"/>
          <ac:spMkLst>
            <pc:docMk/>
            <pc:sldMk cId="690129785" sldId="380"/>
            <ac:spMk id="70" creationId="{75EE7C32-A449-48C9-858A-29C1A72E0B2F}"/>
          </ac:spMkLst>
        </pc:spChg>
        <pc:picChg chg="add mod">
          <ac:chgData name="鈴木 秀規" userId="f68c5fd9-22d5-4c0a-9833-7fb0f5135313" providerId="ADAL" clId="{1FFDFDEC-295D-434A-B582-72A8CC8A5E88}" dt="2021-01-14T03:40:27.213" v="842" actId="1076"/>
          <ac:picMkLst>
            <pc:docMk/>
            <pc:sldMk cId="690129785" sldId="380"/>
            <ac:picMk id="7" creationId="{693BFE0A-79C3-4E5A-A460-85BD918A8380}"/>
          </ac:picMkLst>
        </pc:picChg>
        <pc:cxnChg chg="del">
          <ac:chgData name="鈴木 秀規" userId="f68c5fd9-22d5-4c0a-9833-7fb0f5135313" providerId="ADAL" clId="{1FFDFDEC-295D-434A-B582-72A8CC8A5E88}" dt="2021-01-14T03:36:43.601" v="768" actId="478"/>
          <ac:cxnSpMkLst>
            <pc:docMk/>
            <pc:sldMk cId="690129785" sldId="380"/>
            <ac:cxnSpMk id="64" creationId="{100ADEA5-B42F-4347-9286-D7704FC7BE9D}"/>
          </ac:cxnSpMkLst>
        </pc:cxnChg>
        <pc:cxnChg chg="mod">
          <ac:chgData name="鈴木 秀規" userId="f68c5fd9-22d5-4c0a-9833-7fb0f5135313" providerId="ADAL" clId="{1FFDFDEC-295D-434A-B582-72A8CC8A5E88}" dt="2021-01-14T03:38:47.556" v="828" actId="208"/>
          <ac:cxnSpMkLst>
            <pc:docMk/>
            <pc:sldMk cId="690129785" sldId="380"/>
            <ac:cxnSpMk id="65" creationId="{161C3D35-36D5-4C34-A872-287438D6956F}"/>
          </ac:cxnSpMkLst>
        </pc:cxnChg>
      </pc:sldChg>
      <pc:sldChg chg="new del">
        <pc:chgData name="鈴木 秀規" userId="f68c5fd9-22d5-4c0a-9833-7fb0f5135313" providerId="ADAL" clId="{1FFDFDEC-295D-434A-B582-72A8CC8A5E88}" dt="2021-01-14T03:35:11.845" v="741" actId="2696"/>
        <pc:sldMkLst>
          <pc:docMk/>
          <pc:sldMk cId="1494621647" sldId="380"/>
        </pc:sldMkLst>
      </pc:sldChg>
      <pc:sldChg chg="addSp delSp modSp new mod">
        <pc:chgData name="鈴木 秀規" userId="f68c5fd9-22d5-4c0a-9833-7fb0f5135313" providerId="ADAL" clId="{1FFDFDEC-295D-434A-B582-72A8CC8A5E88}" dt="2021-01-14T03:42:59.759" v="869" actId="207"/>
        <pc:sldMkLst>
          <pc:docMk/>
          <pc:sldMk cId="2547390421" sldId="381"/>
        </pc:sldMkLst>
        <pc:spChg chg="mod">
          <ac:chgData name="鈴木 秀規" userId="f68c5fd9-22d5-4c0a-9833-7fb0f5135313" providerId="ADAL" clId="{1FFDFDEC-295D-434A-B582-72A8CC8A5E88}" dt="2021-01-14T03:41:02.743" v="844"/>
          <ac:spMkLst>
            <pc:docMk/>
            <pc:sldMk cId="2547390421" sldId="381"/>
            <ac:spMk id="3" creationId="{236A2B6A-B051-4601-BC09-0A4E40E958EC}"/>
          </ac:spMkLst>
        </pc:spChg>
        <pc:spChg chg="mod">
          <ac:chgData name="鈴木 秀規" userId="f68c5fd9-22d5-4c0a-9833-7fb0f5135313" providerId="ADAL" clId="{1FFDFDEC-295D-434A-B582-72A8CC8A5E88}" dt="2021-01-14T03:42:59.759" v="869" actId="207"/>
          <ac:spMkLst>
            <pc:docMk/>
            <pc:sldMk cId="2547390421" sldId="381"/>
            <ac:spMk id="5" creationId="{2E8B918B-3E76-4823-84DC-91C8203F970A}"/>
          </ac:spMkLst>
        </pc:spChg>
        <pc:spChg chg="add mod">
          <ac:chgData name="鈴木 秀規" userId="f68c5fd9-22d5-4c0a-9833-7fb0f5135313" providerId="ADAL" clId="{1FFDFDEC-295D-434A-B582-72A8CC8A5E88}" dt="2021-01-14T03:41:44.623" v="854" actId="207"/>
          <ac:spMkLst>
            <pc:docMk/>
            <pc:sldMk cId="2547390421" sldId="381"/>
            <ac:spMk id="6" creationId="{B9C15A32-3348-4403-96B7-043F173C077F}"/>
          </ac:spMkLst>
        </pc:spChg>
        <pc:spChg chg="add mod">
          <ac:chgData name="鈴木 秀規" userId="f68c5fd9-22d5-4c0a-9833-7fb0f5135313" providerId="ADAL" clId="{1FFDFDEC-295D-434A-B582-72A8CC8A5E88}" dt="2021-01-14T03:42:25.827" v="860" actId="207"/>
          <ac:spMkLst>
            <pc:docMk/>
            <pc:sldMk cId="2547390421" sldId="381"/>
            <ac:spMk id="8" creationId="{67921FE2-D48F-40A3-9E4A-C0E39838B9C9}"/>
          </ac:spMkLst>
        </pc:spChg>
        <pc:spChg chg="add mod">
          <ac:chgData name="鈴木 秀規" userId="f68c5fd9-22d5-4c0a-9833-7fb0f5135313" providerId="ADAL" clId="{1FFDFDEC-295D-434A-B582-72A8CC8A5E88}" dt="2021-01-14T03:42:17.807" v="859" actId="13822"/>
          <ac:spMkLst>
            <pc:docMk/>
            <pc:sldMk cId="2547390421" sldId="381"/>
            <ac:spMk id="9" creationId="{70D21FF4-2AD4-4571-8733-6297D1F24FFB}"/>
          </ac:spMkLst>
        </pc:spChg>
        <pc:spChg chg="add del mod">
          <ac:chgData name="鈴木 秀規" userId="f68c5fd9-22d5-4c0a-9833-7fb0f5135313" providerId="ADAL" clId="{1FFDFDEC-295D-434A-B582-72A8CC8A5E88}" dt="2021-01-14T03:42:48.716" v="865"/>
          <ac:spMkLst>
            <pc:docMk/>
            <pc:sldMk cId="2547390421" sldId="381"/>
            <ac:spMk id="13" creationId="{BC61954F-4826-4D29-AB58-318DFEFC6CD8}"/>
          </ac:spMkLst>
        </pc:spChg>
        <pc:spChg chg="add del mod">
          <ac:chgData name="鈴木 秀規" userId="f68c5fd9-22d5-4c0a-9833-7fb0f5135313" providerId="ADAL" clId="{1FFDFDEC-295D-434A-B582-72A8CC8A5E88}" dt="2021-01-14T03:42:48.716" v="865"/>
          <ac:spMkLst>
            <pc:docMk/>
            <pc:sldMk cId="2547390421" sldId="381"/>
            <ac:spMk id="15" creationId="{200225F7-5DCA-4A81-97BA-18B028D6555C}"/>
          </ac:spMkLst>
        </pc:spChg>
        <pc:spChg chg="add del mod">
          <ac:chgData name="鈴木 秀規" userId="f68c5fd9-22d5-4c0a-9833-7fb0f5135313" providerId="ADAL" clId="{1FFDFDEC-295D-434A-B582-72A8CC8A5E88}" dt="2021-01-14T03:42:48.716" v="865"/>
          <ac:spMkLst>
            <pc:docMk/>
            <pc:sldMk cId="2547390421" sldId="381"/>
            <ac:spMk id="16" creationId="{A76A9395-02D3-4893-AA80-077B85EC34DE}"/>
          </ac:spMkLst>
        </pc:spChg>
        <pc:cxnChg chg="add mod">
          <ac:chgData name="鈴木 秀規" userId="f68c5fd9-22d5-4c0a-9833-7fb0f5135313" providerId="ADAL" clId="{1FFDFDEC-295D-434A-B582-72A8CC8A5E88}" dt="2021-01-14T03:41:58.185" v="857" actId="14100"/>
          <ac:cxnSpMkLst>
            <pc:docMk/>
            <pc:sldMk cId="2547390421" sldId="381"/>
            <ac:cxnSpMk id="7" creationId="{DFF4ED54-7A34-4A0C-945A-51688849F719}"/>
          </ac:cxnSpMkLst>
        </pc:cxnChg>
        <pc:cxnChg chg="add mod">
          <ac:chgData name="鈴木 秀規" userId="f68c5fd9-22d5-4c0a-9833-7fb0f5135313" providerId="ADAL" clId="{1FFDFDEC-295D-434A-B582-72A8CC8A5E88}" dt="2021-01-14T03:41:55.139" v="856" actId="14100"/>
          <ac:cxnSpMkLst>
            <pc:docMk/>
            <pc:sldMk cId="2547390421" sldId="381"/>
            <ac:cxnSpMk id="10" creationId="{02AED7FF-9D9D-4560-A387-F55F9D64CB0D}"/>
          </ac:cxnSpMkLst>
        </pc:cxnChg>
        <pc:cxnChg chg="add del mod">
          <ac:chgData name="鈴木 秀規" userId="f68c5fd9-22d5-4c0a-9833-7fb0f5135313" providerId="ADAL" clId="{1FFDFDEC-295D-434A-B582-72A8CC8A5E88}" dt="2021-01-14T03:42:48.716" v="865"/>
          <ac:cxnSpMkLst>
            <pc:docMk/>
            <pc:sldMk cId="2547390421" sldId="381"/>
            <ac:cxnSpMk id="14" creationId="{8C9E9DE6-058A-441C-A5F3-BF0A9865E5FB}"/>
          </ac:cxnSpMkLst>
        </pc:cxnChg>
        <pc:cxnChg chg="add del mod">
          <ac:chgData name="鈴木 秀規" userId="f68c5fd9-22d5-4c0a-9833-7fb0f5135313" providerId="ADAL" clId="{1FFDFDEC-295D-434A-B582-72A8CC8A5E88}" dt="2021-01-14T03:42:48.716" v="865"/>
          <ac:cxnSpMkLst>
            <pc:docMk/>
            <pc:sldMk cId="2547390421" sldId="381"/>
            <ac:cxnSpMk id="17" creationId="{AD1445E4-E103-46D7-B55D-14568F6ACA4F}"/>
          </ac:cxnSpMkLst>
        </pc:cxnChg>
      </pc:sldChg>
      <pc:sldChg chg="addSp delSp modSp new add del mod chgLayout">
        <pc:chgData name="鈴木 秀規" userId="f68c5fd9-22d5-4c0a-9833-7fb0f5135313" providerId="ADAL" clId="{1FFDFDEC-295D-434A-B582-72A8CC8A5E88}" dt="2021-01-26T04:14:36.735" v="1145" actId="2696"/>
        <pc:sldMkLst>
          <pc:docMk/>
          <pc:sldMk cId="4270902671" sldId="382"/>
        </pc:sldMkLst>
        <pc:spChg chg="del">
          <ac:chgData name="鈴木 秀規" userId="f68c5fd9-22d5-4c0a-9833-7fb0f5135313" providerId="ADAL" clId="{1FFDFDEC-295D-434A-B582-72A8CC8A5E88}" dt="2021-01-26T03:44:33.395" v="928" actId="478"/>
          <ac:spMkLst>
            <pc:docMk/>
            <pc:sldMk cId="4270902671" sldId="382"/>
            <ac:spMk id="2" creationId="{680AF992-1EFF-4152-AB8D-ED0F6CBCDA55}"/>
          </ac:spMkLst>
        </pc:spChg>
        <pc:spChg chg="mod ord">
          <ac:chgData name="鈴木 秀規" userId="f68c5fd9-22d5-4c0a-9833-7fb0f5135313" providerId="ADAL" clId="{1FFDFDEC-295D-434A-B582-72A8CC8A5E88}" dt="2021-01-26T03:48:51.751" v="991" actId="6264"/>
          <ac:spMkLst>
            <pc:docMk/>
            <pc:sldMk cId="4270902671" sldId="382"/>
            <ac:spMk id="3" creationId="{347745C2-842F-461A-8482-F5E3F2B33188}"/>
          </ac:spMkLst>
        </pc:spChg>
        <pc:spChg chg="mod ord">
          <ac:chgData name="鈴木 秀規" userId="f68c5fd9-22d5-4c0a-9833-7fb0f5135313" providerId="ADAL" clId="{1FFDFDEC-295D-434A-B582-72A8CC8A5E88}" dt="2021-01-26T03:48:51.751" v="991" actId="6264"/>
          <ac:spMkLst>
            <pc:docMk/>
            <pc:sldMk cId="4270902671" sldId="382"/>
            <ac:spMk id="4" creationId="{B2D33C3D-4F1E-4861-BEE1-D418CFD9014C}"/>
          </ac:spMkLst>
        </pc:spChg>
        <pc:spChg chg="mod ord">
          <ac:chgData name="鈴木 秀規" userId="f68c5fd9-22d5-4c0a-9833-7fb0f5135313" providerId="ADAL" clId="{1FFDFDEC-295D-434A-B582-72A8CC8A5E88}" dt="2021-01-26T03:48:51.751" v="991" actId="6264"/>
          <ac:spMkLst>
            <pc:docMk/>
            <pc:sldMk cId="4270902671" sldId="382"/>
            <ac:spMk id="5" creationId="{86E9EC95-4197-4F9B-96BF-D31C5A1A1A4D}"/>
          </ac:spMkLst>
        </pc:spChg>
        <pc:spChg chg="del">
          <ac:chgData name="鈴木 秀規" userId="f68c5fd9-22d5-4c0a-9833-7fb0f5135313" providerId="ADAL" clId="{1FFDFDEC-295D-434A-B582-72A8CC8A5E88}" dt="2021-01-26T03:44:33.395" v="928" actId="478"/>
          <ac:spMkLst>
            <pc:docMk/>
            <pc:sldMk cId="4270902671" sldId="382"/>
            <ac:spMk id="6" creationId="{7F70CC25-12EA-4832-BEC8-55567F25E694}"/>
          </ac:spMkLst>
        </pc:spChg>
        <pc:spChg chg="add mod">
          <ac:chgData name="鈴木 秀規" userId="f68c5fd9-22d5-4c0a-9833-7fb0f5135313" providerId="ADAL" clId="{1FFDFDEC-295D-434A-B582-72A8CC8A5E88}" dt="2021-01-26T03:45:11.198" v="938" actId="14100"/>
          <ac:spMkLst>
            <pc:docMk/>
            <pc:sldMk cId="4270902671" sldId="382"/>
            <ac:spMk id="10" creationId="{7C3760F5-0448-4B07-9357-5DD9243CD6A1}"/>
          </ac:spMkLst>
        </pc:spChg>
        <pc:spChg chg="add mod">
          <ac:chgData name="鈴木 秀規" userId="f68c5fd9-22d5-4c0a-9833-7fb0f5135313" providerId="ADAL" clId="{1FFDFDEC-295D-434A-B582-72A8CC8A5E88}" dt="2021-01-26T03:45:13.642" v="939" actId="14100"/>
          <ac:spMkLst>
            <pc:docMk/>
            <pc:sldMk cId="4270902671" sldId="382"/>
            <ac:spMk id="11" creationId="{6AFAD27C-B17C-4A26-8D46-B84638FE20C9}"/>
          </ac:spMkLst>
        </pc:spChg>
        <pc:spChg chg="add mod">
          <ac:chgData name="鈴木 秀規" userId="f68c5fd9-22d5-4c0a-9833-7fb0f5135313" providerId="ADAL" clId="{1FFDFDEC-295D-434A-B582-72A8CC8A5E88}" dt="2021-01-26T03:46:45.261" v="950" actId="1076"/>
          <ac:spMkLst>
            <pc:docMk/>
            <pc:sldMk cId="4270902671" sldId="382"/>
            <ac:spMk id="12" creationId="{4779DC12-997D-427C-8D5F-D3C32CCE9829}"/>
          </ac:spMkLst>
        </pc:spChg>
        <pc:spChg chg="add mod">
          <ac:chgData name="鈴木 秀規" userId="f68c5fd9-22d5-4c0a-9833-7fb0f5135313" providerId="ADAL" clId="{1FFDFDEC-295D-434A-B582-72A8CC8A5E88}" dt="2021-01-26T03:46:45.261" v="950" actId="1076"/>
          <ac:spMkLst>
            <pc:docMk/>
            <pc:sldMk cId="4270902671" sldId="382"/>
            <ac:spMk id="13" creationId="{17D11134-6A3C-4349-80D0-227C8553B2C2}"/>
          </ac:spMkLst>
        </pc:spChg>
        <pc:spChg chg="add mod">
          <ac:chgData name="鈴木 秀規" userId="f68c5fd9-22d5-4c0a-9833-7fb0f5135313" providerId="ADAL" clId="{1FFDFDEC-295D-434A-B582-72A8CC8A5E88}" dt="2021-01-26T03:46:45.261" v="950" actId="1076"/>
          <ac:spMkLst>
            <pc:docMk/>
            <pc:sldMk cId="4270902671" sldId="382"/>
            <ac:spMk id="15" creationId="{BF8B4138-1FB6-4D1C-AADA-7F5C45A6ECDD}"/>
          </ac:spMkLst>
        </pc:spChg>
        <pc:spChg chg="add mod">
          <ac:chgData name="鈴木 秀規" userId="f68c5fd9-22d5-4c0a-9833-7fb0f5135313" providerId="ADAL" clId="{1FFDFDEC-295D-434A-B582-72A8CC8A5E88}" dt="2021-01-26T03:46:45.261" v="950" actId="1076"/>
          <ac:spMkLst>
            <pc:docMk/>
            <pc:sldMk cId="4270902671" sldId="382"/>
            <ac:spMk id="18" creationId="{E28B5E37-BE31-4DBF-8316-79E231D1CCD1}"/>
          </ac:spMkLst>
        </pc:spChg>
        <pc:spChg chg="add mod">
          <ac:chgData name="鈴木 秀規" userId="f68c5fd9-22d5-4c0a-9833-7fb0f5135313" providerId="ADAL" clId="{1FFDFDEC-295D-434A-B582-72A8CC8A5E88}" dt="2021-01-26T03:46:45.261" v="950" actId="1076"/>
          <ac:spMkLst>
            <pc:docMk/>
            <pc:sldMk cId="4270902671" sldId="382"/>
            <ac:spMk id="24" creationId="{A9E63F44-7FDA-4B83-BD1E-2F9BC602BDFC}"/>
          </ac:spMkLst>
        </pc:spChg>
        <pc:spChg chg="add mod">
          <ac:chgData name="鈴木 秀規" userId="f68c5fd9-22d5-4c0a-9833-7fb0f5135313" providerId="ADAL" clId="{1FFDFDEC-295D-434A-B582-72A8CC8A5E88}" dt="2021-01-26T03:50:19.700" v="1008" actId="1582"/>
          <ac:spMkLst>
            <pc:docMk/>
            <pc:sldMk cId="4270902671" sldId="382"/>
            <ac:spMk id="25" creationId="{D203164A-16BB-4A33-A44C-D5005AB76239}"/>
          </ac:spMkLst>
        </pc:spChg>
        <pc:spChg chg="add del mod">
          <ac:chgData name="鈴木 秀規" userId="f68c5fd9-22d5-4c0a-9833-7fb0f5135313" providerId="ADAL" clId="{1FFDFDEC-295D-434A-B582-72A8CC8A5E88}" dt="2021-01-26T03:48:51.751" v="991" actId="6264"/>
          <ac:spMkLst>
            <pc:docMk/>
            <pc:sldMk cId="4270902671" sldId="382"/>
            <ac:spMk id="33" creationId="{373F4D12-7797-41A9-BB1E-6C465033A0A1}"/>
          </ac:spMkLst>
        </pc:spChg>
        <pc:spChg chg="add del mod">
          <ac:chgData name="鈴木 秀規" userId="f68c5fd9-22d5-4c0a-9833-7fb0f5135313" providerId="ADAL" clId="{1FFDFDEC-295D-434A-B582-72A8CC8A5E88}" dt="2021-01-26T03:48:51.751" v="991" actId="6264"/>
          <ac:spMkLst>
            <pc:docMk/>
            <pc:sldMk cId="4270902671" sldId="382"/>
            <ac:spMk id="34" creationId="{6AC6CE12-29A2-4E11-AA40-582DFEAC4BA6}"/>
          </ac:spMkLst>
        </pc:spChg>
        <pc:spChg chg="add del mod">
          <ac:chgData name="鈴木 秀規" userId="f68c5fd9-22d5-4c0a-9833-7fb0f5135313" providerId="ADAL" clId="{1FFDFDEC-295D-434A-B582-72A8CC8A5E88}" dt="2021-01-26T03:48:51.751" v="991" actId="6264"/>
          <ac:spMkLst>
            <pc:docMk/>
            <pc:sldMk cId="4270902671" sldId="382"/>
            <ac:spMk id="35" creationId="{B55A2A41-E70B-49B7-A2C1-E9ADC31A34F2}"/>
          </ac:spMkLst>
        </pc:spChg>
        <pc:spChg chg="add del mod ord">
          <ac:chgData name="鈴木 秀規" userId="f68c5fd9-22d5-4c0a-9833-7fb0f5135313" providerId="ADAL" clId="{1FFDFDEC-295D-434A-B582-72A8CC8A5E88}" dt="2021-01-26T03:48:58.807" v="992" actId="478"/>
          <ac:spMkLst>
            <pc:docMk/>
            <pc:sldMk cId="4270902671" sldId="382"/>
            <ac:spMk id="36" creationId="{8E4298F6-82EF-43C7-9819-DFC83B203660}"/>
          </ac:spMkLst>
        </pc:spChg>
        <pc:spChg chg="add mod ord">
          <ac:chgData name="鈴木 秀規" userId="f68c5fd9-22d5-4c0a-9833-7fb0f5135313" providerId="ADAL" clId="{1FFDFDEC-295D-434A-B582-72A8CC8A5E88}" dt="2021-01-26T03:49:45.941" v="1002" actId="20577"/>
          <ac:spMkLst>
            <pc:docMk/>
            <pc:sldMk cId="4270902671" sldId="382"/>
            <ac:spMk id="37" creationId="{BD46D08B-CDC1-40F7-B3B2-96E4746B3A1C}"/>
          </ac:spMkLst>
        </pc:spChg>
        <pc:picChg chg="add mod">
          <ac:chgData name="鈴木 秀規" userId="f68c5fd9-22d5-4c0a-9833-7fb0f5135313" providerId="ADAL" clId="{1FFDFDEC-295D-434A-B582-72A8CC8A5E88}" dt="2021-01-26T03:44:38.047" v="930" actId="1076"/>
          <ac:picMkLst>
            <pc:docMk/>
            <pc:sldMk cId="4270902671" sldId="382"/>
            <ac:picMk id="7" creationId="{ACC068A0-50E1-42AC-8287-E81E4235FF5C}"/>
          </ac:picMkLst>
        </pc:picChg>
        <pc:picChg chg="add mod">
          <ac:chgData name="鈴木 秀規" userId="f68c5fd9-22d5-4c0a-9833-7fb0f5135313" providerId="ADAL" clId="{1FFDFDEC-295D-434A-B582-72A8CC8A5E88}" dt="2021-01-26T03:44:38.047" v="930" actId="1076"/>
          <ac:picMkLst>
            <pc:docMk/>
            <pc:sldMk cId="4270902671" sldId="382"/>
            <ac:picMk id="8" creationId="{8D2F85B8-D0BB-4D5F-B8E8-359B9642BC18}"/>
          </ac:picMkLst>
        </pc:picChg>
        <pc:picChg chg="add mod">
          <ac:chgData name="鈴木 秀規" userId="f68c5fd9-22d5-4c0a-9833-7fb0f5135313" providerId="ADAL" clId="{1FFDFDEC-295D-434A-B582-72A8CC8A5E88}" dt="2021-01-26T03:44:38.047" v="930" actId="1076"/>
          <ac:picMkLst>
            <pc:docMk/>
            <pc:sldMk cId="4270902671" sldId="382"/>
            <ac:picMk id="9" creationId="{6567B165-D14C-4A46-B20C-33602CEB18CE}"/>
          </ac:picMkLst>
        </pc:picChg>
        <pc:picChg chg="add mod">
          <ac:chgData name="鈴木 秀規" userId="f68c5fd9-22d5-4c0a-9833-7fb0f5135313" providerId="ADAL" clId="{1FFDFDEC-295D-434A-B582-72A8CC8A5E88}" dt="2021-01-26T03:46:45.261" v="950" actId="1076"/>
          <ac:picMkLst>
            <pc:docMk/>
            <pc:sldMk cId="4270902671" sldId="382"/>
            <ac:picMk id="14" creationId="{89F5CAE8-7DD6-4E66-9E6B-8D828B62D848}"/>
          </ac:picMkLst>
        </pc:picChg>
        <pc:picChg chg="add mod">
          <ac:chgData name="鈴木 秀規" userId="f68c5fd9-22d5-4c0a-9833-7fb0f5135313" providerId="ADAL" clId="{1FFDFDEC-295D-434A-B582-72A8CC8A5E88}" dt="2021-01-26T03:46:45.261" v="950" actId="1076"/>
          <ac:picMkLst>
            <pc:docMk/>
            <pc:sldMk cId="4270902671" sldId="382"/>
            <ac:picMk id="17" creationId="{56C46E48-5776-47D9-8EE8-C88D764F6B56}"/>
          </ac:picMkLst>
        </pc:picChg>
        <pc:picChg chg="add mod">
          <ac:chgData name="鈴木 秀規" userId="f68c5fd9-22d5-4c0a-9833-7fb0f5135313" providerId="ADAL" clId="{1FFDFDEC-295D-434A-B582-72A8CC8A5E88}" dt="2021-01-26T03:46:45.261" v="950" actId="1076"/>
          <ac:picMkLst>
            <pc:docMk/>
            <pc:sldMk cId="4270902671" sldId="382"/>
            <ac:picMk id="22" creationId="{2076DD48-3ECF-49F3-93DF-4DA0CE8394BC}"/>
          </ac:picMkLst>
        </pc:picChg>
        <pc:picChg chg="add mod">
          <ac:chgData name="鈴木 秀規" userId="f68c5fd9-22d5-4c0a-9833-7fb0f5135313" providerId="ADAL" clId="{1FFDFDEC-295D-434A-B582-72A8CC8A5E88}" dt="2021-01-26T03:46:45.261" v="950" actId="1076"/>
          <ac:picMkLst>
            <pc:docMk/>
            <pc:sldMk cId="4270902671" sldId="382"/>
            <ac:picMk id="23" creationId="{3E2CE605-C0B8-4C18-98C1-B3840CD70767}"/>
          </ac:picMkLst>
        </pc:picChg>
        <pc:picChg chg="add mod">
          <ac:chgData name="鈴木 秀規" userId="f68c5fd9-22d5-4c0a-9833-7fb0f5135313" providerId="ADAL" clId="{1FFDFDEC-295D-434A-B582-72A8CC8A5E88}" dt="2021-01-26T03:46:04.691" v="945" actId="1076"/>
          <ac:picMkLst>
            <pc:docMk/>
            <pc:sldMk cId="4270902671" sldId="382"/>
            <ac:picMk id="26" creationId="{70D95F10-BF3B-4B19-9089-47831CF622D5}"/>
          </ac:picMkLst>
        </pc:picChg>
        <pc:cxnChg chg="add mod">
          <ac:chgData name="鈴木 秀規" userId="f68c5fd9-22d5-4c0a-9833-7fb0f5135313" providerId="ADAL" clId="{1FFDFDEC-295D-434A-B582-72A8CC8A5E88}" dt="2021-01-26T03:46:45.261" v="950" actId="1076"/>
          <ac:cxnSpMkLst>
            <pc:docMk/>
            <pc:sldMk cId="4270902671" sldId="382"/>
            <ac:cxnSpMk id="16" creationId="{8E32A4B4-C96D-4681-AEF9-EE7D9B309FBF}"/>
          </ac:cxnSpMkLst>
        </pc:cxnChg>
        <pc:cxnChg chg="add mod">
          <ac:chgData name="鈴木 秀規" userId="f68c5fd9-22d5-4c0a-9833-7fb0f5135313" providerId="ADAL" clId="{1FFDFDEC-295D-434A-B582-72A8CC8A5E88}" dt="2021-01-26T03:47:04.403" v="982" actId="1035"/>
          <ac:cxnSpMkLst>
            <pc:docMk/>
            <pc:sldMk cId="4270902671" sldId="382"/>
            <ac:cxnSpMk id="19" creationId="{F3DB8BCB-0D70-41DF-9FD3-2A8B659F17CF}"/>
          </ac:cxnSpMkLst>
        </pc:cxnChg>
        <pc:cxnChg chg="add mod">
          <ac:chgData name="鈴木 秀規" userId="f68c5fd9-22d5-4c0a-9833-7fb0f5135313" providerId="ADAL" clId="{1FFDFDEC-295D-434A-B582-72A8CC8A5E88}" dt="2021-01-26T03:46:45.261" v="950" actId="1076"/>
          <ac:cxnSpMkLst>
            <pc:docMk/>
            <pc:sldMk cId="4270902671" sldId="382"/>
            <ac:cxnSpMk id="20" creationId="{C35F15FD-C964-4627-B22E-64C02E3B1E13}"/>
          </ac:cxnSpMkLst>
        </pc:cxnChg>
        <pc:cxnChg chg="add mod">
          <ac:chgData name="鈴木 秀規" userId="f68c5fd9-22d5-4c0a-9833-7fb0f5135313" providerId="ADAL" clId="{1FFDFDEC-295D-434A-B582-72A8CC8A5E88}" dt="2021-01-26T03:47:41.189" v="983" actId="14100"/>
          <ac:cxnSpMkLst>
            <pc:docMk/>
            <pc:sldMk cId="4270902671" sldId="382"/>
            <ac:cxnSpMk id="21" creationId="{5E8CC0CA-3411-4CB6-8412-CE026E3E4961}"/>
          </ac:cxnSpMkLst>
        </pc:cxnChg>
        <pc:cxnChg chg="add mod">
          <ac:chgData name="鈴木 秀規" userId="f68c5fd9-22d5-4c0a-9833-7fb0f5135313" providerId="ADAL" clId="{1FFDFDEC-295D-434A-B582-72A8CC8A5E88}" dt="2021-01-26T03:48:36.080" v="990" actId="14100"/>
          <ac:cxnSpMkLst>
            <pc:docMk/>
            <pc:sldMk cId="4270902671" sldId="382"/>
            <ac:cxnSpMk id="28" creationId="{55404DBE-4FD6-4F92-8981-38B9A55EE093}"/>
          </ac:cxnSpMkLst>
        </pc:cxnChg>
        <pc:cxnChg chg="add mod">
          <ac:chgData name="鈴木 秀規" userId="f68c5fd9-22d5-4c0a-9833-7fb0f5135313" providerId="ADAL" clId="{1FFDFDEC-295D-434A-B582-72A8CC8A5E88}" dt="2021-01-26T03:48:08.374" v="989" actId="14100"/>
          <ac:cxnSpMkLst>
            <pc:docMk/>
            <pc:sldMk cId="4270902671" sldId="382"/>
            <ac:cxnSpMk id="30" creationId="{5862DF2C-3636-4E19-B516-9E62A13C3584}"/>
          </ac:cxnSpMkLst>
        </pc:cxnChg>
      </pc:sldChg>
      <pc:sldChg chg="addSp delSp modSp add del mod chgLayout">
        <pc:chgData name="鈴木 秀規" userId="f68c5fd9-22d5-4c0a-9833-7fb0f5135313" providerId="ADAL" clId="{1FFDFDEC-295D-434A-B582-72A8CC8A5E88}" dt="2021-01-26T04:14:36.735" v="1145" actId="2696"/>
        <pc:sldMkLst>
          <pc:docMk/>
          <pc:sldMk cId="3431740700" sldId="383"/>
        </pc:sldMkLst>
        <pc:spChg chg="mod ord">
          <ac:chgData name="鈴木 秀規" userId="f68c5fd9-22d5-4c0a-9833-7fb0f5135313" providerId="ADAL" clId="{1FFDFDEC-295D-434A-B582-72A8CC8A5E88}" dt="2021-01-26T04:02:31.002" v="1073" actId="6264"/>
          <ac:spMkLst>
            <pc:docMk/>
            <pc:sldMk cId="3431740700" sldId="383"/>
            <ac:spMk id="3" creationId="{347745C2-842F-461A-8482-F5E3F2B33188}"/>
          </ac:spMkLst>
        </pc:spChg>
        <pc:spChg chg="mod ord">
          <ac:chgData name="鈴木 秀規" userId="f68c5fd9-22d5-4c0a-9833-7fb0f5135313" providerId="ADAL" clId="{1FFDFDEC-295D-434A-B582-72A8CC8A5E88}" dt="2021-01-26T04:02:31.002" v="1073" actId="6264"/>
          <ac:spMkLst>
            <pc:docMk/>
            <pc:sldMk cId="3431740700" sldId="383"/>
            <ac:spMk id="4" creationId="{B2D33C3D-4F1E-4861-BEE1-D418CFD9014C}"/>
          </ac:spMkLst>
        </pc:spChg>
        <pc:spChg chg="mod ord">
          <ac:chgData name="鈴木 秀規" userId="f68c5fd9-22d5-4c0a-9833-7fb0f5135313" providerId="ADAL" clId="{1FFDFDEC-295D-434A-B582-72A8CC8A5E88}" dt="2021-01-26T04:02:31.002" v="1073" actId="6264"/>
          <ac:spMkLst>
            <pc:docMk/>
            <pc:sldMk cId="3431740700" sldId="383"/>
            <ac:spMk id="5" creationId="{86E9EC95-4197-4F9B-96BF-D31C5A1A1A4D}"/>
          </ac:spMkLst>
        </pc:spChg>
        <pc:spChg chg="add del mod">
          <ac:chgData name="鈴木 秀規" userId="f68c5fd9-22d5-4c0a-9833-7fb0f5135313" providerId="ADAL" clId="{1FFDFDEC-295D-434A-B582-72A8CC8A5E88}" dt="2021-01-26T03:59:15.368" v="1013" actId="478"/>
          <ac:spMkLst>
            <pc:docMk/>
            <pc:sldMk cId="3431740700" sldId="383"/>
            <ac:spMk id="6" creationId="{A4CFD6BF-E687-457B-A250-DEA51B3540B4}"/>
          </ac:spMkLst>
        </pc:spChg>
        <pc:spChg chg="del">
          <ac:chgData name="鈴木 秀規" userId="f68c5fd9-22d5-4c0a-9833-7fb0f5135313" providerId="ADAL" clId="{1FFDFDEC-295D-434A-B582-72A8CC8A5E88}" dt="2021-01-26T03:58:14.416" v="1010" actId="478"/>
          <ac:spMkLst>
            <pc:docMk/>
            <pc:sldMk cId="3431740700" sldId="383"/>
            <ac:spMk id="10" creationId="{7C3760F5-0448-4B07-9357-5DD9243CD6A1}"/>
          </ac:spMkLst>
        </pc:spChg>
        <pc:spChg chg="del">
          <ac:chgData name="鈴木 秀規" userId="f68c5fd9-22d5-4c0a-9833-7fb0f5135313" providerId="ADAL" clId="{1FFDFDEC-295D-434A-B582-72A8CC8A5E88}" dt="2021-01-26T03:58:14.416" v="1010" actId="478"/>
          <ac:spMkLst>
            <pc:docMk/>
            <pc:sldMk cId="3431740700" sldId="383"/>
            <ac:spMk id="11" creationId="{6AFAD27C-B17C-4A26-8D46-B84638FE20C9}"/>
          </ac:spMkLst>
        </pc:spChg>
        <pc:spChg chg="del">
          <ac:chgData name="鈴木 秀規" userId="f68c5fd9-22d5-4c0a-9833-7fb0f5135313" providerId="ADAL" clId="{1FFDFDEC-295D-434A-B582-72A8CC8A5E88}" dt="2021-01-26T03:58:14.416" v="1010" actId="478"/>
          <ac:spMkLst>
            <pc:docMk/>
            <pc:sldMk cId="3431740700" sldId="383"/>
            <ac:spMk id="12" creationId="{4779DC12-997D-427C-8D5F-D3C32CCE9829}"/>
          </ac:spMkLst>
        </pc:spChg>
        <pc:spChg chg="del">
          <ac:chgData name="鈴木 秀規" userId="f68c5fd9-22d5-4c0a-9833-7fb0f5135313" providerId="ADAL" clId="{1FFDFDEC-295D-434A-B582-72A8CC8A5E88}" dt="2021-01-26T03:58:14.416" v="1010" actId="478"/>
          <ac:spMkLst>
            <pc:docMk/>
            <pc:sldMk cId="3431740700" sldId="383"/>
            <ac:spMk id="13" creationId="{17D11134-6A3C-4349-80D0-227C8553B2C2}"/>
          </ac:spMkLst>
        </pc:spChg>
        <pc:spChg chg="del">
          <ac:chgData name="鈴木 秀規" userId="f68c5fd9-22d5-4c0a-9833-7fb0f5135313" providerId="ADAL" clId="{1FFDFDEC-295D-434A-B582-72A8CC8A5E88}" dt="2021-01-26T03:58:14.416" v="1010" actId="478"/>
          <ac:spMkLst>
            <pc:docMk/>
            <pc:sldMk cId="3431740700" sldId="383"/>
            <ac:spMk id="15" creationId="{BF8B4138-1FB6-4D1C-AADA-7F5C45A6ECDD}"/>
          </ac:spMkLst>
        </pc:spChg>
        <pc:spChg chg="del">
          <ac:chgData name="鈴木 秀規" userId="f68c5fd9-22d5-4c0a-9833-7fb0f5135313" providerId="ADAL" clId="{1FFDFDEC-295D-434A-B582-72A8CC8A5E88}" dt="2021-01-26T03:58:14.416" v="1010" actId="478"/>
          <ac:spMkLst>
            <pc:docMk/>
            <pc:sldMk cId="3431740700" sldId="383"/>
            <ac:spMk id="18" creationId="{E28B5E37-BE31-4DBF-8316-79E231D1CCD1}"/>
          </ac:spMkLst>
        </pc:spChg>
        <pc:spChg chg="del">
          <ac:chgData name="鈴木 秀規" userId="f68c5fd9-22d5-4c0a-9833-7fb0f5135313" providerId="ADAL" clId="{1FFDFDEC-295D-434A-B582-72A8CC8A5E88}" dt="2021-01-26T03:58:14.416" v="1010" actId="478"/>
          <ac:spMkLst>
            <pc:docMk/>
            <pc:sldMk cId="3431740700" sldId="383"/>
            <ac:spMk id="24" creationId="{A9E63F44-7FDA-4B83-BD1E-2F9BC602BDFC}"/>
          </ac:spMkLst>
        </pc:spChg>
        <pc:spChg chg="del">
          <ac:chgData name="鈴木 秀規" userId="f68c5fd9-22d5-4c0a-9833-7fb0f5135313" providerId="ADAL" clId="{1FFDFDEC-295D-434A-B582-72A8CC8A5E88}" dt="2021-01-26T03:58:14.416" v="1010" actId="478"/>
          <ac:spMkLst>
            <pc:docMk/>
            <pc:sldMk cId="3431740700" sldId="383"/>
            <ac:spMk id="25" creationId="{D203164A-16BB-4A33-A44C-D5005AB76239}"/>
          </ac:spMkLst>
        </pc:spChg>
        <pc:spChg chg="add del mod">
          <ac:chgData name="鈴木 秀規" userId="f68c5fd9-22d5-4c0a-9833-7fb0f5135313" providerId="ADAL" clId="{1FFDFDEC-295D-434A-B582-72A8CC8A5E88}" dt="2021-01-26T04:02:31.002" v="1073" actId="6264"/>
          <ac:spMkLst>
            <pc:docMk/>
            <pc:sldMk cId="3431740700" sldId="383"/>
            <ac:spMk id="29" creationId="{2A5D0E9E-56FA-473F-9905-EC3AB66EE25A}"/>
          </ac:spMkLst>
        </pc:spChg>
        <pc:spChg chg="add mod">
          <ac:chgData name="鈴木 秀規" userId="f68c5fd9-22d5-4c0a-9833-7fb0f5135313" providerId="ADAL" clId="{1FFDFDEC-295D-434A-B582-72A8CC8A5E88}" dt="2021-01-26T04:01:45.805" v="1071" actId="207"/>
          <ac:spMkLst>
            <pc:docMk/>
            <pc:sldMk cId="3431740700" sldId="383"/>
            <ac:spMk id="32" creationId="{E0F1595E-F0A3-4E14-9651-C87ED18BF9DA}"/>
          </ac:spMkLst>
        </pc:spChg>
        <pc:spChg chg="add mod">
          <ac:chgData name="鈴木 秀規" userId="f68c5fd9-22d5-4c0a-9833-7fb0f5135313" providerId="ADAL" clId="{1FFDFDEC-295D-434A-B582-72A8CC8A5E88}" dt="2021-01-26T04:09:56.305" v="1133" actId="1076"/>
          <ac:spMkLst>
            <pc:docMk/>
            <pc:sldMk cId="3431740700" sldId="383"/>
            <ac:spMk id="34" creationId="{F7EDC701-37B8-4468-97D8-52607030CA94}"/>
          </ac:spMkLst>
        </pc:spChg>
        <pc:spChg chg="add mod">
          <ac:chgData name="鈴木 秀規" userId="f68c5fd9-22d5-4c0a-9833-7fb0f5135313" providerId="ADAL" clId="{1FFDFDEC-295D-434A-B582-72A8CC8A5E88}" dt="2021-01-26T04:09:59.136" v="1134" actId="1076"/>
          <ac:spMkLst>
            <pc:docMk/>
            <pc:sldMk cId="3431740700" sldId="383"/>
            <ac:spMk id="35" creationId="{8EA723BF-2FD8-4A16-A3C8-BFD746C683D1}"/>
          </ac:spMkLst>
        </pc:spChg>
        <pc:spChg chg="add del mod">
          <ac:chgData name="鈴木 秀規" userId="f68c5fd9-22d5-4c0a-9833-7fb0f5135313" providerId="ADAL" clId="{1FFDFDEC-295D-434A-B582-72A8CC8A5E88}" dt="2021-01-26T04:01:11.785" v="1048" actId="478"/>
          <ac:spMkLst>
            <pc:docMk/>
            <pc:sldMk cId="3431740700" sldId="383"/>
            <ac:spMk id="36" creationId="{6B158A07-162D-47DD-AB6B-E1D320D975E0}"/>
          </ac:spMkLst>
        </pc:spChg>
        <pc:spChg chg="del">
          <ac:chgData name="鈴木 秀規" userId="f68c5fd9-22d5-4c0a-9833-7fb0f5135313" providerId="ADAL" clId="{1FFDFDEC-295D-434A-B582-72A8CC8A5E88}" dt="2021-01-26T03:59:02.800" v="1011" actId="478"/>
          <ac:spMkLst>
            <pc:docMk/>
            <pc:sldMk cId="3431740700" sldId="383"/>
            <ac:spMk id="37" creationId="{BD46D08B-CDC1-40F7-B3B2-96E4746B3A1C}"/>
          </ac:spMkLst>
        </pc:spChg>
        <pc:spChg chg="add mod">
          <ac:chgData name="鈴木 秀規" userId="f68c5fd9-22d5-4c0a-9833-7fb0f5135313" providerId="ADAL" clId="{1FFDFDEC-295D-434A-B582-72A8CC8A5E88}" dt="2021-01-26T04:01:32.103" v="1068" actId="14100"/>
          <ac:spMkLst>
            <pc:docMk/>
            <pc:sldMk cId="3431740700" sldId="383"/>
            <ac:spMk id="38" creationId="{40FD59BC-B13E-4715-9DC8-5CB6A9E68577}"/>
          </ac:spMkLst>
        </pc:spChg>
        <pc:spChg chg="add del mod">
          <ac:chgData name="鈴木 秀規" userId="f68c5fd9-22d5-4c0a-9833-7fb0f5135313" providerId="ADAL" clId="{1FFDFDEC-295D-434A-B582-72A8CC8A5E88}" dt="2021-01-26T04:02:31.002" v="1073" actId="6264"/>
          <ac:spMkLst>
            <pc:docMk/>
            <pc:sldMk cId="3431740700" sldId="383"/>
            <ac:spMk id="39" creationId="{72F8AD91-8F73-4C4F-AB59-5F3FD39C1312}"/>
          </ac:spMkLst>
        </pc:spChg>
        <pc:spChg chg="add del mod">
          <ac:chgData name="鈴木 秀規" userId="f68c5fd9-22d5-4c0a-9833-7fb0f5135313" providerId="ADAL" clId="{1FFDFDEC-295D-434A-B582-72A8CC8A5E88}" dt="2021-01-26T04:02:31.002" v="1073" actId="6264"/>
          <ac:spMkLst>
            <pc:docMk/>
            <pc:sldMk cId="3431740700" sldId="383"/>
            <ac:spMk id="40" creationId="{42A095DC-2541-467D-84CE-0FD53E764CA5}"/>
          </ac:spMkLst>
        </pc:spChg>
        <pc:spChg chg="add del mod ord">
          <ac:chgData name="鈴木 秀規" userId="f68c5fd9-22d5-4c0a-9833-7fb0f5135313" providerId="ADAL" clId="{1FFDFDEC-295D-434A-B582-72A8CC8A5E88}" dt="2021-01-26T04:02:37.244" v="1074" actId="478"/>
          <ac:spMkLst>
            <pc:docMk/>
            <pc:sldMk cId="3431740700" sldId="383"/>
            <ac:spMk id="41" creationId="{EB08CBDB-7389-4C58-9794-DD4F1F3C7E58}"/>
          </ac:spMkLst>
        </pc:spChg>
        <pc:spChg chg="add mod ord">
          <ac:chgData name="鈴木 秀規" userId="f68c5fd9-22d5-4c0a-9833-7fb0f5135313" providerId="ADAL" clId="{1FFDFDEC-295D-434A-B582-72A8CC8A5E88}" dt="2021-01-26T04:10:02.911" v="1143" actId="12"/>
          <ac:spMkLst>
            <pc:docMk/>
            <pc:sldMk cId="3431740700" sldId="383"/>
            <ac:spMk id="42" creationId="{C2B7E0DC-5323-408A-937A-1D9A8EEEF045}"/>
          </ac:spMkLst>
        </pc:spChg>
        <pc:grpChg chg="add mod">
          <ac:chgData name="鈴木 秀規" userId="f68c5fd9-22d5-4c0a-9833-7fb0f5135313" providerId="ADAL" clId="{1FFDFDEC-295D-434A-B582-72A8CC8A5E88}" dt="2021-01-26T04:01:37.979" v="1069" actId="1076"/>
          <ac:grpSpMkLst>
            <pc:docMk/>
            <pc:sldMk cId="3431740700" sldId="383"/>
            <ac:grpSpMk id="27" creationId="{BEDB55EE-07B8-464D-A27C-24F43E1B2BCB}"/>
          </ac:grpSpMkLst>
        </pc:grpChg>
        <pc:picChg chg="del">
          <ac:chgData name="鈴木 秀規" userId="f68c5fd9-22d5-4c0a-9833-7fb0f5135313" providerId="ADAL" clId="{1FFDFDEC-295D-434A-B582-72A8CC8A5E88}" dt="2021-01-26T03:58:14.416" v="1010" actId="478"/>
          <ac:picMkLst>
            <pc:docMk/>
            <pc:sldMk cId="3431740700" sldId="383"/>
            <ac:picMk id="7" creationId="{ACC068A0-50E1-42AC-8287-E81E4235FF5C}"/>
          </ac:picMkLst>
        </pc:picChg>
        <pc:picChg chg="del">
          <ac:chgData name="鈴木 秀規" userId="f68c5fd9-22d5-4c0a-9833-7fb0f5135313" providerId="ADAL" clId="{1FFDFDEC-295D-434A-B582-72A8CC8A5E88}" dt="2021-01-26T03:58:14.416" v="1010" actId="478"/>
          <ac:picMkLst>
            <pc:docMk/>
            <pc:sldMk cId="3431740700" sldId="383"/>
            <ac:picMk id="8" creationId="{8D2F85B8-D0BB-4D5F-B8E8-359B9642BC18}"/>
          </ac:picMkLst>
        </pc:picChg>
        <pc:picChg chg="del">
          <ac:chgData name="鈴木 秀規" userId="f68c5fd9-22d5-4c0a-9833-7fb0f5135313" providerId="ADAL" clId="{1FFDFDEC-295D-434A-B582-72A8CC8A5E88}" dt="2021-01-26T03:58:14.416" v="1010" actId="478"/>
          <ac:picMkLst>
            <pc:docMk/>
            <pc:sldMk cId="3431740700" sldId="383"/>
            <ac:picMk id="9" creationId="{6567B165-D14C-4A46-B20C-33602CEB18CE}"/>
          </ac:picMkLst>
        </pc:picChg>
        <pc:picChg chg="del">
          <ac:chgData name="鈴木 秀規" userId="f68c5fd9-22d5-4c0a-9833-7fb0f5135313" providerId="ADAL" clId="{1FFDFDEC-295D-434A-B582-72A8CC8A5E88}" dt="2021-01-26T03:58:14.416" v="1010" actId="478"/>
          <ac:picMkLst>
            <pc:docMk/>
            <pc:sldMk cId="3431740700" sldId="383"/>
            <ac:picMk id="14" creationId="{89F5CAE8-7DD6-4E66-9E6B-8D828B62D848}"/>
          </ac:picMkLst>
        </pc:picChg>
        <pc:picChg chg="del">
          <ac:chgData name="鈴木 秀規" userId="f68c5fd9-22d5-4c0a-9833-7fb0f5135313" providerId="ADAL" clId="{1FFDFDEC-295D-434A-B582-72A8CC8A5E88}" dt="2021-01-26T03:58:14.416" v="1010" actId="478"/>
          <ac:picMkLst>
            <pc:docMk/>
            <pc:sldMk cId="3431740700" sldId="383"/>
            <ac:picMk id="17" creationId="{56C46E48-5776-47D9-8EE8-C88D764F6B56}"/>
          </ac:picMkLst>
        </pc:picChg>
        <pc:picChg chg="del">
          <ac:chgData name="鈴木 秀規" userId="f68c5fd9-22d5-4c0a-9833-7fb0f5135313" providerId="ADAL" clId="{1FFDFDEC-295D-434A-B582-72A8CC8A5E88}" dt="2021-01-26T03:58:14.416" v="1010" actId="478"/>
          <ac:picMkLst>
            <pc:docMk/>
            <pc:sldMk cId="3431740700" sldId="383"/>
            <ac:picMk id="22" creationId="{2076DD48-3ECF-49F3-93DF-4DA0CE8394BC}"/>
          </ac:picMkLst>
        </pc:picChg>
        <pc:picChg chg="del">
          <ac:chgData name="鈴木 秀規" userId="f68c5fd9-22d5-4c0a-9833-7fb0f5135313" providerId="ADAL" clId="{1FFDFDEC-295D-434A-B582-72A8CC8A5E88}" dt="2021-01-26T03:58:14.416" v="1010" actId="478"/>
          <ac:picMkLst>
            <pc:docMk/>
            <pc:sldMk cId="3431740700" sldId="383"/>
            <ac:picMk id="23" creationId="{3E2CE605-C0B8-4C18-98C1-B3840CD70767}"/>
          </ac:picMkLst>
        </pc:picChg>
        <pc:picChg chg="del">
          <ac:chgData name="鈴木 秀規" userId="f68c5fd9-22d5-4c0a-9833-7fb0f5135313" providerId="ADAL" clId="{1FFDFDEC-295D-434A-B582-72A8CC8A5E88}" dt="2021-01-26T03:58:14.416" v="1010" actId="478"/>
          <ac:picMkLst>
            <pc:docMk/>
            <pc:sldMk cId="3431740700" sldId="383"/>
            <ac:picMk id="26" creationId="{70D95F10-BF3B-4B19-9089-47831CF622D5}"/>
          </ac:picMkLst>
        </pc:picChg>
        <pc:picChg chg="add mod">
          <ac:chgData name="鈴木 秀規" userId="f68c5fd9-22d5-4c0a-9833-7fb0f5135313" providerId="ADAL" clId="{1FFDFDEC-295D-434A-B582-72A8CC8A5E88}" dt="2021-01-26T04:09:59.660" v="1135" actId="14100"/>
          <ac:picMkLst>
            <pc:docMk/>
            <pc:sldMk cId="3431740700" sldId="383"/>
            <ac:picMk id="31" creationId="{1200ADEE-A09A-459A-B06D-58A20EB6F05F}"/>
          </ac:picMkLst>
        </pc:picChg>
        <pc:picChg chg="add mod">
          <ac:chgData name="鈴木 秀規" userId="f68c5fd9-22d5-4c0a-9833-7fb0f5135313" providerId="ADAL" clId="{1FFDFDEC-295D-434A-B582-72A8CC8A5E88}" dt="2021-01-26T04:01:01.321" v="1047" actId="164"/>
          <ac:picMkLst>
            <pc:docMk/>
            <pc:sldMk cId="3431740700" sldId="383"/>
            <ac:picMk id="33" creationId="{7F719B36-A8B6-4247-8535-E1D2F51893DB}"/>
          </ac:picMkLst>
        </pc:picChg>
        <pc:cxnChg chg="del">
          <ac:chgData name="鈴木 秀規" userId="f68c5fd9-22d5-4c0a-9833-7fb0f5135313" providerId="ADAL" clId="{1FFDFDEC-295D-434A-B582-72A8CC8A5E88}" dt="2021-01-26T03:58:14.416" v="1010" actId="478"/>
          <ac:cxnSpMkLst>
            <pc:docMk/>
            <pc:sldMk cId="3431740700" sldId="383"/>
            <ac:cxnSpMk id="16" creationId="{8E32A4B4-C96D-4681-AEF9-EE7D9B309FBF}"/>
          </ac:cxnSpMkLst>
        </pc:cxnChg>
        <pc:cxnChg chg="del">
          <ac:chgData name="鈴木 秀規" userId="f68c5fd9-22d5-4c0a-9833-7fb0f5135313" providerId="ADAL" clId="{1FFDFDEC-295D-434A-B582-72A8CC8A5E88}" dt="2021-01-26T03:58:14.416" v="1010" actId="478"/>
          <ac:cxnSpMkLst>
            <pc:docMk/>
            <pc:sldMk cId="3431740700" sldId="383"/>
            <ac:cxnSpMk id="19" creationId="{F3DB8BCB-0D70-41DF-9FD3-2A8B659F17CF}"/>
          </ac:cxnSpMkLst>
        </pc:cxnChg>
        <pc:cxnChg chg="del">
          <ac:chgData name="鈴木 秀規" userId="f68c5fd9-22d5-4c0a-9833-7fb0f5135313" providerId="ADAL" clId="{1FFDFDEC-295D-434A-B582-72A8CC8A5E88}" dt="2021-01-26T03:58:14.416" v="1010" actId="478"/>
          <ac:cxnSpMkLst>
            <pc:docMk/>
            <pc:sldMk cId="3431740700" sldId="383"/>
            <ac:cxnSpMk id="20" creationId="{C35F15FD-C964-4627-B22E-64C02E3B1E13}"/>
          </ac:cxnSpMkLst>
        </pc:cxnChg>
        <pc:cxnChg chg="del">
          <ac:chgData name="鈴木 秀規" userId="f68c5fd9-22d5-4c0a-9833-7fb0f5135313" providerId="ADAL" clId="{1FFDFDEC-295D-434A-B582-72A8CC8A5E88}" dt="2021-01-26T03:58:14.416" v="1010" actId="478"/>
          <ac:cxnSpMkLst>
            <pc:docMk/>
            <pc:sldMk cId="3431740700" sldId="383"/>
            <ac:cxnSpMk id="21" creationId="{5E8CC0CA-3411-4CB6-8412-CE026E3E4961}"/>
          </ac:cxnSpMkLst>
        </pc:cxnChg>
        <pc:cxnChg chg="del">
          <ac:chgData name="鈴木 秀規" userId="f68c5fd9-22d5-4c0a-9833-7fb0f5135313" providerId="ADAL" clId="{1FFDFDEC-295D-434A-B582-72A8CC8A5E88}" dt="2021-01-26T03:58:14.416" v="1010" actId="478"/>
          <ac:cxnSpMkLst>
            <pc:docMk/>
            <pc:sldMk cId="3431740700" sldId="383"/>
            <ac:cxnSpMk id="28" creationId="{55404DBE-4FD6-4F92-8981-38B9A55EE093}"/>
          </ac:cxnSpMkLst>
        </pc:cxnChg>
        <pc:cxnChg chg="del">
          <ac:chgData name="鈴木 秀規" userId="f68c5fd9-22d5-4c0a-9833-7fb0f5135313" providerId="ADAL" clId="{1FFDFDEC-295D-434A-B582-72A8CC8A5E88}" dt="2021-01-26T03:58:14.416" v="1010" actId="478"/>
          <ac:cxnSpMkLst>
            <pc:docMk/>
            <pc:sldMk cId="3431740700" sldId="383"/>
            <ac:cxnSpMk id="30" creationId="{5862DF2C-3636-4E19-B516-9E62A13C3584}"/>
          </ac:cxnSpMkLst>
        </pc:cxnChg>
      </pc:sldChg>
      <pc:sldChg chg="addSp delSp modSp new del mod modClrScheme chgLayout">
        <pc:chgData name="鈴木 秀規" userId="f68c5fd9-22d5-4c0a-9833-7fb0f5135313" providerId="ADAL" clId="{1FFDFDEC-295D-434A-B582-72A8CC8A5E88}" dt="2021-01-26T04:09:55.234" v="1132" actId="680"/>
        <pc:sldMkLst>
          <pc:docMk/>
          <pc:sldMk cId="949411827" sldId="384"/>
        </pc:sldMkLst>
        <pc:spChg chg="add del mod ord">
          <ac:chgData name="鈴木 秀規" userId="f68c5fd9-22d5-4c0a-9833-7fb0f5135313" providerId="ADAL" clId="{1FFDFDEC-295D-434A-B582-72A8CC8A5E88}" dt="2021-01-26T04:09:54.227" v="1131" actId="700"/>
          <ac:spMkLst>
            <pc:docMk/>
            <pc:sldMk cId="949411827" sldId="384"/>
            <ac:spMk id="2" creationId="{D6F808A7-7307-4EC5-864E-FC8208B0AE46}"/>
          </ac:spMkLst>
        </pc:spChg>
        <pc:spChg chg="add del mod ord">
          <ac:chgData name="鈴木 秀規" userId="f68c5fd9-22d5-4c0a-9833-7fb0f5135313" providerId="ADAL" clId="{1FFDFDEC-295D-434A-B582-72A8CC8A5E88}" dt="2021-01-26T04:09:54.227" v="1131" actId="700"/>
          <ac:spMkLst>
            <pc:docMk/>
            <pc:sldMk cId="949411827" sldId="384"/>
            <ac:spMk id="3" creationId="{03C746A9-C96B-46DF-BD82-8B507DB22135}"/>
          </ac:spMkLst>
        </pc:spChg>
        <pc:spChg chg="mod ord">
          <ac:chgData name="鈴木 秀規" userId="f68c5fd9-22d5-4c0a-9833-7fb0f5135313" providerId="ADAL" clId="{1FFDFDEC-295D-434A-B582-72A8CC8A5E88}" dt="2021-01-26T04:09:54.227" v="1131" actId="700"/>
          <ac:spMkLst>
            <pc:docMk/>
            <pc:sldMk cId="949411827" sldId="384"/>
            <ac:spMk id="4" creationId="{2268533C-B512-4CED-9B27-7769E939632A}"/>
          </ac:spMkLst>
        </pc:spChg>
        <pc:spChg chg="mod ord">
          <ac:chgData name="鈴木 秀規" userId="f68c5fd9-22d5-4c0a-9833-7fb0f5135313" providerId="ADAL" clId="{1FFDFDEC-295D-434A-B582-72A8CC8A5E88}" dt="2021-01-26T04:09:54.227" v="1131" actId="700"/>
          <ac:spMkLst>
            <pc:docMk/>
            <pc:sldMk cId="949411827" sldId="384"/>
            <ac:spMk id="5" creationId="{F2A78FC6-8266-4153-942F-A3792617271D}"/>
          </ac:spMkLst>
        </pc:spChg>
        <pc:spChg chg="add del">
          <ac:chgData name="鈴木 秀規" userId="f68c5fd9-22d5-4c0a-9833-7fb0f5135313" providerId="ADAL" clId="{1FFDFDEC-295D-434A-B582-72A8CC8A5E88}" dt="2021-01-26T04:09:54.227" v="1131" actId="700"/>
          <ac:spMkLst>
            <pc:docMk/>
            <pc:sldMk cId="949411827" sldId="384"/>
            <ac:spMk id="6" creationId="{21B4622A-D25A-435E-B470-22F1DB6C998F}"/>
          </ac:spMkLst>
        </pc:spChg>
        <pc:spChg chg="add del mod ord">
          <ac:chgData name="鈴木 秀規" userId="f68c5fd9-22d5-4c0a-9833-7fb0f5135313" providerId="ADAL" clId="{1FFDFDEC-295D-434A-B582-72A8CC8A5E88}" dt="2021-01-26T04:09:54.227" v="1131" actId="700"/>
          <ac:spMkLst>
            <pc:docMk/>
            <pc:sldMk cId="949411827" sldId="384"/>
            <ac:spMk id="7" creationId="{0DA1857B-2EDE-4CE3-B404-59D7C225D7CB}"/>
          </ac:spMkLst>
        </pc:spChg>
        <pc:spChg chg="add del mod ord">
          <ac:chgData name="鈴木 秀規" userId="f68c5fd9-22d5-4c0a-9833-7fb0f5135313" providerId="ADAL" clId="{1FFDFDEC-295D-434A-B582-72A8CC8A5E88}" dt="2021-01-26T04:09:54.227" v="1131" actId="700"/>
          <ac:spMkLst>
            <pc:docMk/>
            <pc:sldMk cId="949411827" sldId="384"/>
            <ac:spMk id="8" creationId="{46B998EA-E1C7-43BB-B136-2B9F4052217F}"/>
          </ac:spMkLst>
        </pc:spChg>
        <pc:spChg chg="add del mod">
          <ac:chgData name="鈴木 秀規" userId="f68c5fd9-22d5-4c0a-9833-7fb0f5135313" providerId="ADAL" clId="{1FFDFDEC-295D-434A-B582-72A8CC8A5E88}" dt="2021-01-26T04:09:53.169" v="1129" actId="6264"/>
          <ac:spMkLst>
            <pc:docMk/>
            <pc:sldMk cId="949411827" sldId="384"/>
            <ac:spMk id="9" creationId="{3B461521-F8A2-4A0C-B060-3695402786D2}"/>
          </ac:spMkLst>
        </pc:spChg>
        <pc:spChg chg="add del mod">
          <ac:chgData name="鈴木 秀規" userId="f68c5fd9-22d5-4c0a-9833-7fb0f5135313" providerId="ADAL" clId="{1FFDFDEC-295D-434A-B582-72A8CC8A5E88}" dt="2021-01-26T04:09:53.169" v="1129" actId="6264"/>
          <ac:spMkLst>
            <pc:docMk/>
            <pc:sldMk cId="949411827" sldId="384"/>
            <ac:spMk id="10" creationId="{FCA127BC-C7DF-4689-87BE-C8BA567A2BBA}"/>
          </ac:spMkLst>
        </pc:spChg>
        <pc:spChg chg="add del mod">
          <ac:chgData name="鈴木 秀規" userId="f68c5fd9-22d5-4c0a-9833-7fb0f5135313" providerId="ADAL" clId="{1FFDFDEC-295D-434A-B582-72A8CC8A5E88}" dt="2021-01-26T04:09:53.169" v="1129" actId="6264"/>
          <ac:spMkLst>
            <pc:docMk/>
            <pc:sldMk cId="949411827" sldId="384"/>
            <ac:spMk id="11" creationId="{0EBDD992-35B1-4057-A6DD-F87ABE74E2B7}"/>
          </ac:spMkLst>
        </pc:spChg>
        <pc:spChg chg="add del mod ord">
          <ac:chgData name="鈴木 秀規" userId="f68c5fd9-22d5-4c0a-9833-7fb0f5135313" providerId="ADAL" clId="{1FFDFDEC-295D-434A-B582-72A8CC8A5E88}" dt="2021-01-26T04:09:53.169" v="1129" actId="6264"/>
          <ac:spMkLst>
            <pc:docMk/>
            <pc:sldMk cId="949411827" sldId="384"/>
            <ac:spMk id="12" creationId="{57D0D45A-7F80-4DF4-BA60-0514BC220F1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234AFD3-FB40-4AD7-9E76-44AC2B8BF1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8E19C006-516A-4D24-A011-BF64DE39F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636D31-DA28-4230-A80A-E7470AB13509}" type="datetimeFigureOut">
              <a:rPr kumimoji="1" lang="ja-JP" altLang="en-US" smtClean="0"/>
              <a:t>2025/3/19</a:t>
            </a:fld>
            <a:endParaRPr kumimoji="1" lang="ja-JP" altLang="en-US"/>
          </a:p>
        </p:txBody>
      </p:sp>
      <p:sp>
        <p:nvSpPr>
          <p:cNvPr id="4" name="フッター プレースホルダー 3">
            <a:extLst>
              <a:ext uri="{FF2B5EF4-FFF2-40B4-BE49-F238E27FC236}">
                <a16:creationId xmlns:a16="http://schemas.microsoft.com/office/drawing/2014/main" id="{536DDE9A-A582-478B-9738-8CFAA37FAF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A9326B9-E2C3-4532-A2D6-3EB1B422B9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BDFF3F-36BC-4947-A6C6-058FFD27CC25}" type="slidenum">
              <a:rPr kumimoji="1" lang="ja-JP" altLang="en-US" smtClean="0"/>
              <a:t>‹#›</a:t>
            </a:fld>
            <a:endParaRPr kumimoji="1" lang="ja-JP" altLang="en-US"/>
          </a:p>
        </p:txBody>
      </p:sp>
    </p:spTree>
    <p:extLst>
      <p:ext uri="{BB962C8B-B14F-4D97-AF65-F5344CB8AC3E}">
        <p14:creationId xmlns:p14="http://schemas.microsoft.com/office/powerpoint/2010/main" val="309547494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5T05:44:39.977"/>
    </inkml:context>
    <inkml:brush xml:id="br0">
      <inkml:brushProperty name="width" value="0.05" units="cm"/>
      <inkml:brushProperty name="height" value="0.05" units="cm"/>
      <inkml:brushProperty name="color" value="#E71224"/>
    </inkml:brush>
  </inkml:definitions>
  <inkml:trace contextRef="#ctx0" brushRef="#br0">6 1 4663 0 0,'0'0'456'0'0,"-5"11"-456"0"0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5T05:45:52.005"/>
    </inkml:context>
    <inkml:brush xml:id="br0">
      <inkml:brushProperty name="width" value="0.05" units="cm"/>
      <inkml:brushProperty name="height" value="0.05" units="cm"/>
      <inkml:brushProperty name="color" value="#E71224"/>
    </inkml:brush>
  </inkml:definitions>
  <inkml:trace contextRef="#ctx0" brushRef="#br0">62 44 11455 0 0,'0'0'1248'0'0,"-8"-3"-1248"0"0,-1-2 0 0 0,1 0 0 0 0,-1-1 160 0 0,0-1 0 0 0,-1-2 8 0 0,2 0-5432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5T05:45:57.741"/>
    </inkml:context>
    <inkml:brush xml:id="br0">
      <inkml:brushProperty name="width" value="0.05" units="cm"/>
      <inkml:brushProperty name="height" value="0.05" units="cm"/>
      <inkml:brushProperty name="color" value="#E71224"/>
    </inkml:brush>
  </inkml:definitions>
  <inkml:trace contextRef="#ctx0" brushRef="#br0">1 54 5063 0 0,'0'0'390'0'0,"8"3"316"0"0,3 0 4160 0 0,-8-3-4439 0 0,1-1 1 0 0,-1 0 0 0 0,1 0 0 0 0,-1-1 0 0 0,4-1-1 0 0,-4 2-455 0 0,0-1 0 0 0,-1 1 0 0 0,1-1 0 0 0,-1 1-1 0 0,0-1 1 0 0,0 0 0 0 0,1 0 0 0 0,-1 0-1 0 0,0 0 1 0 0,-1 0 0 0 0,1 0 0 0 0,2-3 0 0 0,1-6-863 0 0,-4 10 572 0 0,0 1 1 0 0,-1-1-1 0 0,1 0 1 0 0,-1 0-1 0 0,0 0 1 0 0,1 0-1 0 0,-1 0 0 0 0,1 0 1 0 0,-1 0-1 0 0,0 0 1 0 0,0-2-1 0 0,0 2 7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5T06:06:41.173"/>
    </inkml:context>
    <inkml:brush xml:id="br0">
      <inkml:brushProperty name="width" value="0.05" units="cm"/>
      <inkml:brushProperty name="height" value="0.05" units="cm"/>
      <inkml:brushProperty name="color" value="#E71224"/>
    </inkml:brush>
  </inkml:definitions>
  <inkml:trace contextRef="#ctx0" brushRef="#br0">26 1 1839 0 0,'0'0'160'0'0,"-7"6"-160"0"0,-2-3 0 0 0,-1-2 224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5T06:06:43.719"/>
    </inkml:context>
    <inkml:brush xml:id="br0">
      <inkml:brushProperty name="width" value="0.05" units="cm"/>
      <inkml:brushProperty name="height" value="0.05" units="cm"/>
      <inkml:brushProperty name="color" value="#E71224"/>
    </inkml:brush>
  </inkml:definitions>
  <inkml:trace contextRef="#ctx0" brushRef="#br0">3 22 2303 0 0,'0'0'200'0'0,"-3"-10"728"0"0,3-2 136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5T06:09:46.277"/>
    </inkml:context>
    <inkml:brush xml:id="br0">
      <inkml:brushProperty name="width" value="0.05" units="cm"/>
      <inkml:brushProperty name="height" value="0.05" units="cm"/>
      <inkml:brushProperty name="color" value="#E71224"/>
    </inkml:brush>
  </inkml:definitions>
  <inkml:trace contextRef="#ctx0" brushRef="#br0">0 63 2303 0 0,'16'-12'200'0'0,"2"-11"-200"0"0,2-5 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5T06:09:47.458"/>
    </inkml:context>
    <inkml:brush xml:id="br0">
      <inkml:brushProperty name="width" value="0.05" units="cm"/>
      <inkml:brushProperty name="height" value="0.05" units="cm"/>
      <inkml:brushProperty name="color" value="#E71224"/>
    </inkml:brush>
  </inkml:definitions>
  <inkml:trace contextRef="#ctx0" brushRef="#br0">9 1 3223 0 0,'0'0'288'0'0,"-9"9"-288"0"0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5T06:10:12.495"/>
    </inkml:context>
    <inkml:brush xml:id="br0">
      <inkml:brushProperty name="width" value="0.05" units="cm"/>
      <inkml:brushProperty name="height" value="0.05" units="cm"/>
      <inkml:brushProperty name="color" value="#E71224"/>
    </inkml:brush>
  </inkml:definitions>
  <inkml:trace contextRef="#ctx0" brushRef="#br0">1 1 18079 0 0,'0'0'800'0'0,"10"14"168"0"0,2 1-776 0 0,6 2-192 0 0,2 0 0 0 0,7 1 0 0 0,4-3 544 0 0,4-2 72 0 0,4-1 16 0 0,4-4 0 0 0,3-1-336 0 0,1-4-64 0 0,1-4-8 0 0,-2-3-8 0 0,-4-3-728 0 0,-1-4-136 0 0,-1-4-32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5T06:10:12.872"/>
    </inkml:context>
    <inkml:brush xml:id="br0">
      <inkml:brushProperty name="width" value="0.05" units="cm"/>
      <inkml:brushProperty name="height" value="0.05" units="cm"/>
      <inkml:brushProperty name="color" value="#E71224"/>
    </inkml:brush>
  </inkml:definitions>
  <inkml:trace contextRef="#ctx0" brushRef="#br0">239 0 18399 0 0,'-11'5'1960'0'0,"-45"35"-704"0"0,46-32-1167 0 0,0-1-1 0 0,0 2 1 0 0,1-1-1 0 0,0 1 1 0 0,1 1 0 0 0,0-1-1 0 0,0 2 1 0 0,1-1-1 0 0,-7 14 1 0 0,-2 5-211 0 0,2 0 1 0 0,-14 44-1 0 0,23-60 81 0 0,1 0 0 0 0,1 1 0 0 0,0 0 0 0 0,0 0 0 0 0,2 0-1 0 0,-1 24 1 0 0,2-33 30 0 0,1 0-1 0 0,-1 0 1 0 0,1 0-1 0 0,0 0 1 0 0,0 0-1 0 0,1-1 0 0 0,-1 1 1 0 0,1-1-1 0 0,0 1 1 0 0,0-1-1 0 0,1 1 1 0 0,-1-1-1 0 0,1 0 1 0 0,0 0-1 0 0,0 0 1 0 0,0-1-1 0 0,1 1 1 0 0,-1-1-1 0 0,1 0 1 0 0,0 1-1 0 0,0-2 1 0 0,8 6-1 0 0,-3-4 18 0 0,1 0-1 0 0,0-1 1 0 0,0 0 0 0 0,0 0-1 0 0,1-1 1 0 0,-1 0 0 0 0,0-1-1 0 0,1-1 1 0 0,-1 1-1 0 0,1-1 1 0 0,-1-1 0 0 0,17-3-1 0 0,6-2 130 0 0,-1-2 0 0 0,52-20-1 0 0,-43 12 86 0 0,-1-2-1 0 0,-1-1 1 0 0,-1-2-1 0 0,68-50 1 0 0,-96 62-169 0 0,0 1 0 0 0,-1-1 0 0 0,0-1 0 0 0,-1 1 0 0 0,0-2 0 0 0,0 1 0 0 0,-1-1-1 0 0,10-19 1 0 0,-14 24 1 0 0,-1 1 0 0 0,0-1 0 0 0,0 1 0 0 0,0-1-1 0 0,-1 0 1 0 0,0 0 0 0 0,0 0 0 0 0,0 0 0 0 0,-1 0 0 0 0,0 0-1 0 0,0 0 1 0 0,0 0 0 0 0,-1 0 0 0 0,0 1 0 0 0,0-1-1 0 0,0 0 1 0 0,-1 0 0 0 0,0 1 0 0 0,0-1 0 0 0,-6-9-1 0 0,6 10 22 0 0,-1 1-1 0 0,-1-1 0 0 0,1 1 1 0 0,0 0-1 0 0,-1 0 0 0 0,0 1 0 0 0,0-1 1 0 0,0 1-1 0 0,-1-1 0 0 0,1 1 1 0 0,-1 1-1 0 0,1-1 0 0 0,-10-3 0 0 0,7 4 0 0 0,0 0-1 0 0,0 0 1 0 0,0 1-1 0 0,0 0 0 0 0,-1 0 1 0 0,1 1-1 0 0,0-1 1 0 0,-1 2-1 0 0,-7 0 0 0 0,-2 2-30 0 0,1 1 0 0 0,0 0 0 0 0,0 1 0 0 0,0 1 0 0 0,1 1 0 0 0,0 0 0 0 0,0 0 0 0 0,-15 12 0 0 0,-5 6-170 0 0,2 1 1 0 0,-46 47-1 0 0,22-14-2516 0 0,37-37 1180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5T06:24:15.705"/>
    </inkml:context>
    <inkml:brush xml:id="br0">
      <inkml:brushProperty name="width" value="0.05" units="cm"/>
      <inkml:brushProperty name="height" value="0.05" units="cm"/>
      <inkml:brushProperty name="color" value="#E71224"/>
    </inkml:brush>
  </inkml:definitions>
  <inkml:trace contextRef="#ctx0" brushRef="#br0">1 1 3223 0 0,'0'0'1984'0'0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5T06:24:58.438"/>
    </inkml:context>
    <inkml:brush xml:id="br0">
      <inkml:brushProperty name="width" value="0.05" units="cm"/>
      <inkml:brushProperty name="height" value="0.05" units="cm"/>
      <inkml:brushProperty name="color" value="#E71224"/>
    </inkml:brush>
  </inkml:definitions>
  <inkml:trace contextRef="#ctx0" brushRef="#br0">0 10 1375 0 0,'0'0'136'0'0,"15"5"-136"0"0,-10-12 544 0 0,0-1 96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5T06:25:44.218"/>
    </inkml:context>
    <inkml:brush xml:id="br0">
      <inkml:brushProperty name="width" value="0.05" units="cm"/>
      <inkml:brushProperty name="height" value="0.05" units="cm"/>
      <inkml:brushProperty name="color" value="#E71224"/>
    </inkml:brush>
  </inkml:definitions>
  <inkml:trace contextRef="#ctx0" brushRef="#br0">9 0 2759 0 0,'0'0'248'0'0,"-8"3"56"0"0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05T06:28:15.986"/>
    </inkml:context>
    <inkml:brush xml:id="br0">
      <inkml:brushProperty name="width" value="0.05" units="cm"/>
      <inkml:brushProperty name="height" value="0.05" units="cm"/>
      <inkml:brushProperty name="color" value="#E71224"/>
    </inkml:brush>
  </inkml:definitions>
  <inkml:trace contextRef="#ctx0" brushRef="#br0">0 59 5983 0 0,'14'-4'541'0'0,"1"0"1738"0"0,-5 3 2504 0 0,-8 0-4656 0 0,0 0 0 0 0,-1 0 1 0 0,1 0-1 0 0,0-1 0 0 0,-1 1 1 0 0,1-1-1 0 0,-1 1 0 0 0,3-4 0 0 0,-3 3-304 0 0,0 0 16 0 0,1 1 0 0 0,-1-1 0 0 0,-1 1 0 0 0,1-1 0 0 0,0 0 0 0 0,0 0 0 0 0,-1 1 0 0 0,1-1 0 0 0,-1 0 0 0 0,1 0 0 0 0,-1 0 0 0 0,0-2 0 0 0,0-4-1341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7381820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33715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タイトル スライド">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EA1B8483-F5A8-4F30-96A0-EDAFA70B0F27}"/>
              </a:ext>
            </a:extLst>
          </p:cNvPr>
          <p:cNvSpPr/>
          <p:nvPr/>
        </p:nvSpPr>
        <p:spPr>
          <a:xfrm>
            <a:off x="1169100" y="400050"/>
            <a:ext cx="7554900" cy="38424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50" charset="0"/>
            </a:endParaRPr>
          </a:p>
        </p:txBody>
      </p:sp>
      <p:sp>
        <p:nvSpPr>
          <p:cNvPr id="7" name="Google Shape;11;p2">
            <a:extLst>
              <a:ext uri="{FF2B5EF4-FFF2-40B4-BE49-F238E27FC236}">
                <a16:creationId xmlns:a16="http://schemas.microsoft.com/office/drawing/2014/main" id="{983BA885-2074-450F-AE06-7909906D9F48}"/>
              </a:ext>
            </a:extLst>
          </p:cNvPr>
          <p:cNvSpPr txBox="1">
            <a:spLocks noGrp="1"/>
          </p:cNvSpPr>
          <p:nvPr>
            <p:ph type="ctrTitle"/>
          </p:nvPr>
        </p:nvSpPr>
        <p:spPr>
          <a:xfrm>
            <a:off x="546012" y="456607"/>
            <a:ext cx="5041200" cy="3150600"/>
          </a:xfrm>
          <a:prstGeom prst="rect">
            <a:avLst/>
          </a:prstGeom>
          <a:ln w="114300" cap="flat" cmpd="sng">
            <a:solidFill>
              <a:srgbClr val="FF33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48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pic>
        <p:nvPicPr>
          <p:cNvPr id="2" name="図 1">
            <a:extLst>
              <a:ext uri="{FF2B5EF4-FFF2-40B4-BE49-F238E27FC236}">
                <a16:creationId xmlns:a16="http://schemas.microsoft.com/office/drawing/2014/main" id="{02032C93-7552-4839-AF39-0C4F3C5A3543}"/>
              </a:ext>
            </a:extLst>
          </p:cNvPr>
          <p:cNvPicPr>
            <a:picLocks noChangeAspect="1"/>
          </p:cNvPicPr>
          <p:nvPr/>
        </p:nvPicPr>
        <p:blipFill>
          <a:blip r:embed="rId2"/>
          <a:stretch>
            <a:fillRect/>
          </a:stretch>
        </p:blipFill>
        <p:spPr>
          <a:xfrm>
            <a:off x="7426629" y="4563450"/>
            <a:ext cx="1297371" cy="360000"/>
          </a:xfrm>
          <a:prstGeom prst="rect">
            <a:avLst/>
          </a:prstGeom>
        </p:spPr>
      </p:pic>
      <p:sp>
        <p:nvSpPr>
          <p:cNvPr id="9" name="フッター プレースホルダー 4">
            <a:extLst>
              <a:ext uri="{FF2B5EF4-FFF2-40B4-BE49-F238E27FC236}">
                <a16:creationId xmlns:a16="http://schemas.microsoft.com/office/drawing/2014/main" id="{BBFC6E56-6F9E-4EB5-93D5-B6A41EF330A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p>
        </p:txBody>
      </p:sp>
    </p:spTree>
    <p:extLst>
      <p:ext uri="{BB962C8B-B14F-4D97-AF65-F5344CB8AC3E}">
        <p14:creationId xmlns:p14="http://schemas.microsoft.com/office/powerpoint/2010/main" val="413471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noAutofit/>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71409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64116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212422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noAutofit/>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45155565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タイトル、見出し、コード">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a:solidFill>
            <a:schemeClr val="bg1"/>
          </a:solidFill>
        </p:spPr>
        <p:txBody>
          <a:bodyPr>
            <a:noAutofit/>
          </a:bodyPr>
          <a:lstStyle>
            <a:lvl1pPr>
              <a:defRPr sz="1400" baseline="0">
                <a:latin typeface="MyricaM M" panose="020B0509020203020207" pitchFamily="49" charset="-128"/>
                <a:ea typeface="BIZ UDゴシック" panose="020B0400000000000000" pitchFamily="49" charset="-128"/>
              </a:defRPr>
            </a:lvl1pPr>
            <a:lvl2pPr>
              <a:defRPr sz="1400" baseline="0">
                <a:latin typeface="MyricaM M" panose="020B0509020203020207" pitchFamily="49" charset="-128"/>
                <a:ea typeface="BIZ UDゴシック" panose="020B0400000000000000" pitchFamily="49" charset="-128"/>
              </a:defRPr>
            </a:lvl2pPr>
            <a:lvl3pPr>
              <a:defRPr sz="1400" baseline="0">
                <a:latin typeface="MyricaM M" panose="020B0509020203020207" pitchFamily="49" charset="-128"/>
                <a:ea typeface="BIZ UDゴシック" panose="020B0400000000000000" pitchFamily="49" charset="-128"/>
              </a:defRPr>
            </a:lvl3pPr>
            <a:lvl4pPr>
              <a:defRPr sz="1400" baseline="0">
                <a:latin typeface="MyricaM M" panose="020B0509020203020207" pitchFamily="49" charset="-128"/>
                <a:ea typeface="BIZ UDゴシック" panose="020B0400000000000000" pitchFamily="49" charset="-128"/>
              </a:defRPr>
            </a:lvl4pPr>
            <a:lvl5pPr>
              <a:defRPr sz="1400" baseline="0">
                <a:latin typeface="MyricaM M" panose="020B0509020203020207" pitchFamily="49" charset="-128"/>
                <a:ea typeface="BIZ UDゴシック" panose="020B0400000000000000" pitchFamily="49"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57660531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学習のポイント付き本文">
    <p:spTree>
      <p:nvGrpSpPr>
        <p:cNvPr id="1" name=""/>
        <p:cNvGrpSpPr/>
        <p:nvPr/>
      </p:nvGrpSpPr>
      <p:grpSpPr>
        <a:xfrm>
          <a:off x="0" y="0"/>
          <a:ext cx="0" cy="0"/>
          <a:chOff x="0" y="0"/>
          <a:chExt cx="0" cy="0"/>
        </a:xfrm>
      </p:grpSpPr>
      <p:sp>
        <p:nvSpPr>
          <p:cNvPr id="12" name="Google Shape;29;p6">
            <a:extLst>
              <a:ext uri="{FF2B5EF4-FFF2-40B4-BE49-F238E27FC236}">
                <a16:creationId xmlns:a16="http://schemas.microsoft.com/office/drawing/2014/main" id="{72035EF0-464F-433E-8728-9DD54C9F7E85}"/>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2295035"/>
            <a:ext cx="8216900" cy="2489053"/>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テキスト プレースホルダー 4">
            <a:extLst>
              <a:ext uri="{FF2B5EF4-FFF2-40B4-BE49-F238E27FC236}">
                <a16:creationId xmlns:a16="http://schemas.microsoft.com/office/drawing/2014/main" id="{FC8E89EF-C81C-40F7-8F70-59B820485326}"/>
              </a:ext>
            </a:extLst>
          </p:cNvPr>
          <p:cNvSpPr>
            <a:spLocks noGrp="1"/>
          </p:cNvSpPr>
          <p:nvPr>
            <p:ph type="body" sz="quarter" idx="15"/>
          </p:nvPr>
        </p:nvSpPr>
        <p:spPr>
          <a:xfrm>
            <a:off x="463549" y="1023814"/>
            <a:ext cx="7177471" cy="1142410"/>
          </a:xfrm>
          <a:prstGeom prst="roundRect">
            <a:avLst>
              <a:gd name="adj" fmla="val 9044"/>
            </a:avLst>
          </a:prstGeom>
          <a:ln>
            <a:solidFill>
              <a:schemeClr val="tx2"/>
            </a:solidFill>
          </a:ln>
        </p:spPr>
        <p:txBody>
          <a:bodyPr tIns="252000"/>
          <a:lstStyle>
            <a:lvl1pPr marL="388800" indent="-284400">
              <a:buSzPct val="169000"/>
              <a:defRPr b="1"/>
            </a:lvl1pPr>
            <a:lvl2pPr marL="748800" indent="-284400">
              <a:buSzPct val="169000"/>
              <a:defRPr b="1"/>
            </a:lvl2pPr>
            <a:lvl3pPr marL="1108800" indent="-284400">
              <a:buSzPct val="169000"/>
              <a:defRPr b="1"/>
            </a:lvl3pPr>
            <a:lvl4pPr marL="1468800" indent="-284400">
              <a:buSzPct val="169000"/>
              <a:defRPr b="1"/>
            </a:lvl4pPr>
            <a:lvl5pPr marL="1828800" indent="-284400">
              <a:buSzPct val="169000"/>
              <a:defRPr b="1"/>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9" name="テキスト プレースホルダー 28">
            <a:extLst>
              <a:ext uri="{FF2B5EF4-FFF2-40B4-BE49-F238E27FC236}">
                <a16:creationId xmlns:a16="http://schemas.microsoft.com/office/drawing/2014/main" id="{F1010722-FF6A-41D2-851B-EC3F0B7BDEA0}"/>
              </a:ext>
            </a:extLst>
          </p:cNvPr>
          <p:cNvSpPr>
            <a:spLocks noGrp="1"/>
          </p:cNvSpPr>
          <p:nvPr>
            <p:ph type="body" sz="quarter" idx="16" hasCustomPrompt="1"/>
          </p:nvPr>
        </p:nvSpPr>
        <p:spPr>
          <a:xfrm>
            <a:off x="848575" y="898771"/>
            <a:ext cx="1095840" cy="265721"/>
          </a:xfrm>
          <a:blipFill dpi="0" rotWithShape="1">
            <a:blip r:embed="rId2">
              <a:extLst>
                <a:ext uri="{28A0092B-C50C-407E-A947-70E740481C1C}">
                  <a14:useLocalDpi xmlns:a14="http://schemas.microsoft.com/office/drawing/2010/main" val="0"/>
                </a:ext>
              </a:extLst>
            </a:blip>
            <a:srcRect/>
            <a:stretch>
              <a:fillRect/>
            </a:stretch>
          </a:blipFill>
        </p:spPr>
        <p:txBody>
          <a:bodyPr wrap="none" lIns="72000" tIns="46800"/>
          <a:lstStyle>
            <a:lvl1pPr algn="ctr">
              <a:buNone/>
              <a:defRPr sz="800" b="0" cap="none" spc="0">
                <a:ln w="0"/>
                <a:solidFill>
                  <a:schemeClr val="tx2"/>
                </a:solidFill>
                <a:effectLst/>
                <a:latin typeface="Gill Sans Ultra Bold" panose="020B0A02020104020203" pitchFamily="34" charset="0"/>
              </a:defRPr>
            </a:lvl1pPr>
          </a:lstStyle>
          <a:p>
            <a:pPr lvl="0"/>
            <a:r>
              <a:rPr kumimoji="1" lang="en-US" altLang="ja-JP" dirty="0"/>
              <a:t>-</a:t>
            </a:r>
            <a:endParaRPr kumimoji="1" lang="ja-JP" altLang="en-US" dirty="0"/>
          </a:p>
        </p:txBody>
      </p:sp>
    </p:spTree>
    <p:extLst>
      <p:ext uri="{BB962C8B-B14F-4D97-AF65-F5344CB8AC3E}">
        <p14:creationId xmlns:p14="http://schemas.microsoft.com/office/powerpoint/2010/main" val="70762609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96432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460450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05251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dirty="0"/>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944432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3550" y="119734"/>
            <a:ext cx="8216900" cy="541192"/>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462876" y="859490"/>
            <a:ext cx="8216900" cy="3924597"/>
          </a:xfrm>
          <a:prstGeom prst="rect">
            <a:avLst/>
          </a:prstGeom>
        </p:spPr>
        <p:txBody>
          <a:bodyPr vert="horz" lIns="91440" tIns="45720" rIns="91440" bIns="4572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3028950" y="4866125"/>
            <a:ext cx="3086100" cy="254493"/>
          </a:xfrm>
          <a:prstGeom prst="rect">
            <a:avLst/>
          </a:prstGeom>
        </p:spPr>
        <p:txBody>
          <a:bodyPr vert="horz" lIns="91440" tIns="45720" rIns="91440" bIns="45720" rtlCol="0" anchor="ctr"/>
          <a:lstStyle>
            <a:lvl1pPr algn="ct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6" name="Slide Number Placeholder 5"/>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Tree>
    <p:extLst>
      <p:ext uri="{BB962C8B-B14F-4D97-AF65-F5344CB8AC3E}">
        <p14:creationId xmlns:p14="http://schemas.microsoft.com/office/powerpoint/2010/main" val="264449744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60" r:id="rId8"/>
    <p:sldLayoutId id="2147483661" r:id="rId9"/>
    <p:sldLayoutId id="2147483663" r:id="rId10"/>
    <p:sldLayoutId id="2147483662" r:id="rId11"/>
  </p:sldLayoutIdLst>
  <p:transition>
    <p:fade thruBlk="1"/>
  </p:transition>
  <p:hf hdr="0" dt="0"/>
  <p:txStyles>
    <p:titleStyle>
      <a:lvl1pPr algn="l" defTabSz="685800" rtl="0" eaLnBrk="1" latinLnBrk="0" hangingPunct="1">
        <a:lnSpc>
          <a:spcPct val="90000"/>
        </a:lnSpc>
        <a:spcBef>
          <a:spcPct val="0"/>
        </a:spcBef>
        <a:buNone/>
        <a:defRPr kumimoji="1" sz="2400" b="1" kern="1200" baseline="0">
          <a:solidFill>
            <a:schemeClr val="tx1"/>
          </a:solidFill>
          <a:latin typeface="+mj-lt"/>
          <a:ea typeface="+mj-ea"/>
          <a:cs typeface="+mj-cs"/>
        </a:defRPr>
      </a:lvl1pPr>
    </p:titleStyle>
    <p:body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3" Type="http://schemas.openxmlformats.org/officeDocument/2006/relationships/image" Target="../media/image14.png"/><Relationship Id="rId17" Type="http://schemas.openxmlformats.org/officeDocument/2006/relationships/image" Target="../media/image4.png"/><Relationship Id="rId2" Type="http://schemas.openxmlformats.org/officeDocument/2006/relationships/customXml" Target="../ink/ink1.xml"/><Relationship Id="rId16" Type="http://schemas.openxmlformats.org/officeDocument/2006/relationships/customXml" Target="../ink/ink3.xml"/><Relationship Id="rId1" Type="http://schemas.openxmlformats.org/officeDocument/2006/relationships/slideLayout" Target="../slideLayouts/slideLayout7.xml"/><Relationship Id="rId15" Type="http://schemas.openxmlformats.org/officeDocument/2006/relationships/image" Target="../media/image3.png"/><Relationship Id="rId14" Type="http://schemas.openxmlformats.org/officeDocument/2006/relationships/customXml" Target="../ink/ink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42" Type="http://schemas.openxmlformats.org/officeDocument/2006/relationships/customXml" Target="../ink/ink5.xml"/><Relationship Id="rId2" Type="http://schemas.openxmlformats.org/officeDocument/2006/relationships/customXml" Target="../ink/ink4.xml"/><Relationship Id="rId41" Type="http://schemas.openxmlformats.org/officeDocument/2006/relationships/image" Target="../media/image58.png"/><Relationship Id="rId1" Type="http://schemas.openxmlformats.org/officeDocument/2006/relationships/slideLayout" Target="../slideLayouts/slideLayout7.xml"/><Relationship Id="rId45" Type="http://schemas.openxmlformats.org/officeDocument/2006/relationships/image" Target="../media/image6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8" Type="http://schemas.openxmlformats.org/officeDocument/2006/relationships/customXml" Target="../ink/ink7.xml"/><Relationship Id="rId26" Type="http://schemas.openxmlformats.org/officeDocument/2006/relationships/customXml" Target="../ink/ink9.xml"/><Relationship Id="rId17" Type="http://schemas.openxmlformats.org/officeDocument/2006/relationships/image" Target="../media/image81.png"/><Relationship Id="rId25" Type="http://schemas.openxmlformats.org/officeDocument/2006/relationships/image" Target="../media/image85.png"/><Relationship Id="rId2" Type="http://schemas.openxmlformats.org/officeDocument/2006/relationships/customXml" Target="../ink/ink6.xml"/><Relationship Id="rId20" Type="http://schemas.openxmlformats.org/officeDocument/2006/relationships/customXml" Target="../ink/ink8.xml"/><Relationship Id="rId1" Type="http://schemas.openxmlformats.org/officeDocument/2006/relationships/slideLayout" Target="../slideLayouts/slideLayout3.xml"/><Relationship Id="rId19" Type="http://schemas.openxmlformats.org/officeDocument/2006/relationships/image" Target="../media/image6.png"/><Relationship Id="rId27" Type="http://schemas.openxmlformats.org/officeDocument/2006/relationships/image" Target="../media/image8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customXml" Target="../ink/ink10.xml"/><Relationship Id="rId1" Type="http://schemas.openxmlformats.org/officeDocument/2006/relationships/slideLayout" Target="../slideLayouts/slideLayout3.xml"/><Relationship Id="rId6" Type="http://schemas.openxmlformats.org/officeDocument/2006/relationships/customXml" Target="../ink/ink12.xml"/><Relationship Id="rId5" Type="http://schemas.openxmlformats.org/officeDocument/2006/relationships/image" Target="../media/image8.png"/><Relationship Id="rId4" Type="http://schemas.openxmlformats.org/officeDocument/2006/relationships/customXml" Target="../ink/ink11.xml"/></Relationships>
</file>

<file path=ppt/slides/_rels/slide16.xml.rels><?xml version="1.0" encoding="UTF-8" standalone="yes"?>
<Relationships xmlns="http://schemas.openxmlformats.org/package/2006/relationships"><Relationship Id="rId85" Type="http://schemas.openxmlformats.org/officeDocument/2006/relationships/image" Target="../media/image196.png"/><Relationship Id="rId2" Type="http://schemas.openxmlformats.org/officeDocument/2006/relationships/customXml" Target="../ink/ink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13309E-1E83-61D3-9195-1FC38B2D9D39}"/>
            </a:ext>
          </a:extLst>
        </p:cNvPr>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5524438-F2E8-8E7D-4E3C-460CF03ABED5}"/>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yricaM M"/>
                <a:ea typeface="BIZ UDゴシック"/>
                <a:cs typeface="+mn-cs"/>
              </a:rPr>
              <a:t>copyright ©ITCollege All Rights Reserved</a:t>
            </a:r>
            <a:endParaRPr kumimoji="1" lang="ja-JP" altLang="en-US" sz="1000" b="0" i="0" u="none" strike="noStrike" kern="1200" cap="none" spc="0" normalizeH="0" baseline="0" noProof="0">
              <a:ln>
                <a:noFill/>
              </a:ln>
              <a:solidFill>
                <a:prstClr val="black"/>
              </a:solidFill>
              <a:effectLst/>
              <a:uLnTx/>
              <a:uFillTx/>
              <a:latin typeface="MyricaM M"/>
              <a:ea typeface="BIZ UDゴシック"/>
              <a:cs typeface="+mn-cs"/>
            </a:endParaRPr>
          </a:p>
        </p:txBody>
      </p:sp>
      <p:sp>
        <p:nvSpPr>
          <p:cNvPr id="6" name="タイトル 5">
            <a:extLst>
              <a:ext uri="{FF2B5EF4-FFF2-40B4-BE49-F238E27FC236}">
                <a16:creationId xmlns:a16="http://schemas.microsoft.com/office/drawing/2014/main" id="{A0C36208-17CA-62F4-2B27-D9BF222078AE}"/>
              </a:ext>
            </a:extLst>
          </p:cNvPr>
          <p:cNvSpPr>
            <a:spLocks noGrp="1"/>
          </p:cNvSpPr>
          <p:nvPr>
            <p:ph type="ctrTitle"/>
          </p:nvPr>
        </p:nvSpPr>
        <p:spPr/>
        <p:txBody>
          <a:bodyPr/>
          <a:lstStyle/>
          <a:p>
            <a:r>
              <a:rPr lang="ja-JP" altLang="en-US" dirty="0"/>
              <a:t>改訂履歴</a:t>
            </a:r>
          </a:p>
        </p:txBody>
      </p:sp>
      <p:sp>
        <p:nvSpPr>
          <p:cNvPr id="3" name="スライド番号プレースホルダー 2">
            <a:extLst>
              <a:ext uri="{FF2B5EF4-FFF2-40B4-BE49-F238E27FC236}">
                <a16:creationId xmlns:a16="http://schemas.microsoft.com/office/drawing/2014/main" id="{24D226EF-CD34-9907-6261-58249F153993}"/>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C4605C-D4BC-457C-A820-CB9DC8935472}" type="slidenum">
              <a:rPr kumimoji="1" lang="ja-JP" altLang="en-US" sz="1200" b="0" i="0" u="none" strike="noStrike" kern="1200" cap="none" spc="0" normalizeH="0" baseline="0" noProof="0" smtClean="0">
                <a:ln>
                  <a:noFill/>
                </a:ln>
                <a:solidFill>
                  <a:prstClr val="black"/>
                </a:solidFill>
                <a:effectLst/>
                <a:uLnTx/>
                <a:uFillTx/>
                <a:latin typeface="MyricaM M"/>
                <a:ea typeface="BIZ UDゴシック"/>
                <a:cs typeface="+mn-cs"/>
              </a:rPr>
              <a:pPr marL="0" marR="0" lvl="0" indent="0" algn="r" defTabSz="457200" rtl="0" eaLnBrk="1" fontAlgn="auto" latinLnBrk="0" hangingPunct="1">
                <a:lnSpc>
                  <a:spcPct val="100000"/>
                </a:lnSpc>
                <a:spcBef>
                  <a:spcPts val="0"/>
                </a:spcBef>
                <a:spcAft>
                  <a:spcPts val="0"/>
                </a:spcAft>
                <a:buClrTx/>
                <a:buSzTx/>
                <a:buFontTx/>
                <a:buNone/>
                <a:tabLst/>
                <a:defRPr/>
              </a:pPr>
              <a:t>0</a:t>
            </a:fld>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p:txBody>
      </p:sp>
      <p:graphicFrame>
        <p:nvGraphicFramePr>
          <p:cNvPr id="17" name="表 16">
            <a:extLst>
              <a:ext uri="{FF2B5EF4-FFF2-40B4-BE49-F238E27FC236}">
                <a16:creationId xmlns:a16="http://schemas.microsoft.com/office/drawing/2014/main" id="{DE01C969-FD9C-BD07-E7D3-1588174D5D94}"/>
              </a:ext>
            </a:extLst>
          </p:cNvPr>
          <p:cNvGraphicFramePr>
            <a:graphicFrameLocks noGrp="1"/>
          </p:cNvGraphicFramePr>
          <p:nvPr/>
        </p:nvGraphicFramePr>
        <p:xfrm>
          <a:off x="463550" y="992754"/>
          <a:ext cx="8143556" cy="3721859"/>
        </p:xfrm>
        <a:graphic>
          <a:graphicData uri="http://schemas.openxmlformats.org/drawingml/2006/table">
            <a:tbl>
              <a:tblPr firstRow="1" bandRow="1">
                <a:tableStyleId>{CDAC1B92-06B8-4DD9-B31C-A81573C5778B}</a:tableStyleId>
              </a:tblPr>
              <a:tblGrid>
                <a:gridCol w="1231026">
                  <a:extLst>
                    <a:ext uri="{9D8B030D-6E8A-4147-A177-3AD203B41FA5}">
                      <a16:colId xmlns:a16="http://schemas.microsoft.com/office/drawing/2014/main" val="3251459634"/>
                    </a:ext>
                  </a:extLst>
                </a:gridCol>
                <a:gridCol w="1442907">
                  <a:extLst>
                    <a:ext uri="{9D8B030D-6E8A-4147-A177-3AD203B41FA5}">
                      <a16:colId xmlns:a16="http://schemas.microsoft.com/office/drawing/2014/main" val="2128131194"/>
                    </a:ext>
                  </a:extLst>
                </a:gridCol>
                <a:gridCol w="1459684">
                  <a:extLst>
                    <a:ext uri="{9D8B030D-6E8A-4147-A177-3AD203B41FA5}">
                      <a16:colId xmlns:a16="http://schemas.microsoft.com/office/drawing/2014/main" val="3450983996"/>
                    </a:ext>
                  </a:extLst>
                </a:gridCol>
                <a:gridCol w="3229761">
                  <a:extLst>
                    <a:ext uri="{9D8B030D-6E8A-4147-A177-3AD203B41FA5}">
                      <a16:colId xmlns:a16="http://schemas.microsoft.com/office/drawing/2014/main" val="1822196195"/>
                    </a:ext>
                  </a:extLst>
                </a:gridCol>
                <a:gridCol w="780178">
                  <a:extLst>
                    <a:ext uri="{9D8B030D-6E8A-4147-A177-3AD203B41FA5}">
                      <a16:colId xmlns:a16="http://schemas.microsoft.com/office/drawing/2014/main" val="2042661203"/>
                    </a:ext>
                  </a:extLst>
                </a:gridCol>
              </a:tblGrid>
              <a:tr h="341369">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発行日</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修正者</a:t>
                      </a: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確認者</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改訂箇所</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改訂内容</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rPr>
                        <a:t>PDF</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化</a:t>
                      </a:r>
                      <a:endPar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lumMod val="85000"/>
                      </a:schemeClr>
                    </a:solidFill>
                  </a:tcPr>
                </a:tc>
                <a:extLst>
                  <a:ext uri="{0D108BD9-81ED-4DB2-BD59-A6C34878D82A}">
                    <a16:rowId xmlns:a16="http://schemas.microsoft.com/office/drawing/2014/main" val="3064794747"/>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例：</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2024/1/1</a:t>
                      </a: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山田</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田中</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P4</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 </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MAC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アドレス</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誤：</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a:ln>
                          <a:noFill/>
                        </a:ln>
                        <a:solidFill>
                          <a:prstClr val="black"/>
                        </a:solidFill>
                        <a:effectLst/>
                        <a:uLnTx/>
                        <a:uFillTx/>
                        <a:latin typeface="MyricaM M"/>
                        <a:ea typeface="BIZ UDゴシック"/>
                        <a:cs typeface="+mn-cs"/>
                      </a:endParaRPr>
                    </a:p>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a:ln>
                            <a:noFill/>
                          </a:ln>
                          <a:solidFill>
                            <a:prstClr val="black"/>
                          </a:solidFill>
                          <a:effectLst/>
                          <a:uLnTx/>
                          <a:uFillTx/>
                          <a:latin typeface="MyricaM M"/>
                          <a:ea typeface="BIZ UDゴシック"/>
                          <a:cs typeface="+mn-cs"/>
                        </a:rPr>
                        <a:t>正</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a:t>
                      </a:r>
                      <a:r>
                        <a:rPr kumimoji="1" lang="en-US" altLang="ja-JP" sz="1200" b="0" i="0" u="none" strike="noStrike" kern="1200" cap="none" spc="0" normalizeH="0" baseline="0" noProof="0" dirty="0">
                          <a:ln>
                            <a:noFill/>
                          </a:ln>
                          <a:solidFill>
                            <a:srgbClr val="FF0000"/>
                          </a:solidFill>
                          <a:effectLst/>
                          <a:uLnTx/>
                          <a:uFillTx/>
                          <a:latin typeface="MyricaM M"/>
                          <a:ea typeface="BIZ UDゴシック"/>
                          <a:cs typeface="+mn-cs"/>
                        </a:rPr>
                        <a:t>A</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済</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60224204"/>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22983751"/>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10990003"/>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73708898"/>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888540859"/>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3633470471"/>
                  </a:ext>
                </a:extLst>
              </a:tr>
            </a:tbl>
          </a:graphicData>
        </a:graphic>
      </p:graphicFrame>
    </p:spTree>
    <p:extLst>
      <p:ext uri="{BB962C8B-B14F-4D97-AF65-F5344CB8AC3E}">
        <p14:creationId xmlns:p14="http://schemas.microsoft.com/office/powerpoint/2010/main" val="282482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1"/>
          <p:cNvSpPr txBox="1">
            <a:spLocks noGrp="1"/>
          </p:cNvSpPr>
          <p:nvPr>
            <p:ph type="ctrTitle"/>
          </p:nvPr>
        </p:nvSpPr>
        <p:spPr>
          <a:xfrm>
            <a:off x="546012" y="456607"/>
            <a:ext cx="5041200" cy="3150600"/>
          </a:xfrm>
        </p:spPr>
        <p:txBody>
          <a:bodyPr/>
          <a:lstStyle/>
          <a:p>
            <a:r>
              <a:rPr lang="ja-JP" altLang="en-US" dirty="0"/>
              <a:t>式と演算子</a:t>
            </a:r>
          </a:p>
        </p:txBody>
      </p:sp>
      <p:sp>
        <p:nvSpPr>
          <p:cNvPr id="3" name="フッター プレースホルダー 2">
            <a:extLst>
              <a:ext uri="{FF2B5EF4-FFF2-40B4-BE49-F238E27FC236}">
                <a16:creationId xmlns:a16="http://schemas.microsoft.com/office/drawing/2014/main" id="{1AF37D55-893C-40DE-8876-567A09F9C298}"/>
              </a:ext>
            </a:extLst>
          </p:cNvPr>
          <p:cNvSpPr>
            <a:spLocks noGrp="1"/>
          </p:cNvSpPr>
          <p:nvPr>
            <p:ph type="ftr" sz="quarter" idx="11"/>
          </p:nvPr>
        </p:nvSpPr>
        <p:spPr>
          <a:xfrm>
            <a:off x="3028950" y="4866125"/>
            <a:ext cx="3086100" cy="254493"/>
          </a:xfrm>
        </p:spPr>
        <p:txBody>
          <a:bodyPr/>
          <a:lstStyle/>
          <a:p>
            <a:r>
              <a:rPr lang="en-US" altLang="ja-JP" dirty="0"/>
              <a:t>copyright ©ITCollege All Rights Reserved</a:t>
            </a:r>
            <a:endParaRPr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F3941853-6FD3-4122-A071-E1BCBCDF59D4}"/>
              </a:ext>
            </a:extLst>
          </p:cNvPr>
          <p:cNvSpPr>
            <a:spLocks noGrp="1"/>
          </p:cNvSpPr>
          <p:nvPr>
            <p:ph type="body" idx="1"/>
          </p:nvPr>
        </p:nvSpPr>
        <p:spPr/>
        <p:txBody>
          <a:bodyPr/>
          <a:lstStyle/>
          <a:p>
            <a:r>
              <a:rPr kumimoji="1" lang="ja-JP" altLang="en-US" dirty="0"/>
              <a:t>このテキストを終えると・・・</a:t>
            </a:r>
          </a:p>
        </p:txBody>
      </p:sp>
      <p:sp>
        <p:nvSpPr>
          <p:cNvPr id="6" name="タイトル 5">
            <a:extLst>
              <a:ext uri="{FF2B5EF4-FFF2-40B4-BE49-F238E27FC236}">
                <a16:creationId xmlns:a16="http://schemas.microsoft.com/office/drawing/2014/main" id="{296F413B-E489-4470-92CF-59B185034A28}"/>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ゴール</a:t>
            </a:r>
            <a:endParaRPr lang="ja-JP" altLang="en-US" dirty="0"/>
          </a:p>
        </p:txBody>
      </p:sp>
      <p:sp>
        <p:nvSpPr>
          <p:cNvPr id="2" name="フッター プレースホルダー 1">
            <a:extLst>
              <a:ext uri="{FF2B5EF4-FFF2-40B4-BE49-F238E27FC236}">
                <a16:creationId xmlns:a16="http://schemas.microsoft.com/office/drawing/2014/main" id="{40FB9845-3211-4E75-B8F8-E4AD28A089F9}"/>
              </a:ext>
            </a:extLst>
          </p:cNvPr>
          <p:cNvSpPr>
            <a:spLocks noGrp="1"/>
          </p:cNvSpPr>
          <p:nvPr>
            <p:ph type="ftr" sz="quarter" idx="11"/>
          </p:nvPr>
        </p:nvSpPr>
        <p:spPr/>
        <p:txBody>
          <a:bodyPr/>
          <a:lstStyle/>
          <a:p>
            <a:r>
              <a:rPr kumimoji="1" lang="en-US" altLang="ja-JP" dirty="0"/>
              <a:t>copyright ©ITCollege All Rights Reserved</a:t>
            </a:r>
            <a:endParaRPr kumimoji="1" lang="ja-JP" altLang="en-US" sz="1000" dirty="0"/>
          </a:p>
        </p:txBody>
      </p:sp>
      <p:sp>
        <p:nvSpPr>
          <p:cNvPr id="4" name="スライド番号プレースホルダー 3">
            <a:extLst>
              <a:ext uri="{FF2B5EF4-FFF2-40B4-BE49-F238E27FC236}">
                <a16:creationId xmlns:a16="http://schemas.microsoft.com/office/drawing/2014/main" id="{334718C7-3237-4F5B-8C4E-46AD01EC8B16}"/>
              </a:ext>
            </a:extLst>
          </p:cNvPr>
          <p:cNvSpPr>
            <a:spLocks noGrp="1"/>
          </p:cNvSpPr>
          <p:nvPr>
            <p:ph type="sldNum" sz="quarter" idx="12"/>
          </p:nvPr>
        </p:nvSpPr>
        <p:spPr/>
        <p:txBody>
          <a:bodyPr/>
          <a:lstStyle/>
          <a:p>
            <a:fld id="{00000000-1234-1234-1234-123412341234}" type="slidenum">
              <a:rPr lang="en" smtClean="0"/>
              <a:pPr/>
              <a:t>2</a:t>
            </a:fld>
            <a:endParaRPr lang="en" dirty="0"/>
          </a:p>
        </p:txBody>
      </p:sp>
      <p:sp>
        <p:nvSpPr>
          <p:cNvPr id="9" name="テキスト プレースホルダー 8">
            <a:extLst>
              <a:ext uri="{FF2B5EF4-FFF2-40B4-BE49-F238E27FC236}">
                <a16:creationId xmlns:a16="http://schemas.microsoft.com/office/drawing/2014/main" id="{A4832727-EA7F-44D6-A9F2-E4AE0246960A}"/>
              </a:ext>
            </a:extLst>
          </p:cNvPr>
          <p:cNvSpPr>
            <a:spLocks noGrp="1"/>
          </p:cNvSpPr>
          <p:nvPr>
            <p:ph type="body" sz="quarter" idx="14"/>
          </p:nvPr>
        </p:nvSpPr>
        <p:spPr/>
        <p:txBody>
          <a:bodyPr vert="horz" lIns="91440" tIns="45720" rIns="91440" bIns="45720" rtlCol="0" anchor="t">
            <a:normAutofit/>
          </a:bodyPr>
          <a:lstStyle/>
          <a:p>
            <a:pPr marL="444500" indent="-342900">
              <a:buFont typeface="+mj-lt"/>
              <a:buAutoNum type="arabicPeriod"/>
            </a:pPr>
            <a:r>
              <a:rPr lang="ja-JP" altLang="en-US" dirty="0"/>
              <a:t>式とは何かを理解すること</a:t>
            </a:r>
          </a:p>
          <a:p>
            <a:pPr marL="444500" indent="-342900">
              <a:buFont typeface="+mj-lt"/>
              <a:buAutoNum type="arabicPeriod"/>
            </a:pPr>
            <a:r>
              <a:rPr lang="ja-JP" altLang="en-US" dirty="0"/>
              <a:t>リテラルとは何かを理解すること</a:t>
            </a:r>
          </a:p>
          <a:p>
            <a:pPr marL="444500" indent="-342900">
              <a:buFont typeface="+mj-lt"/>
              <a:buAutoNum type="arabicPeriod"/>
            </a:pPr>
            <a:r>
              <a:rPr lang="ja-JP" altLang="en-US" dirty="0"/>
              <a:t>エスケープシーケンスを理解すること</a:t>
            </a:r>
            <a:endParaRPr lang="en-US" altLang="ja-JP" dirty="0"/>
          </a:p>
          <a:p>
            <a:pPr marL="444500" indent="-342900">
              <a:buFont typeface="+mj-lt"/>
              <a:buAutoNum type="arabicPeriod"/>
            </a:pPr>
            <a:r>
              <a:rPr lang="ja-JP" altLang="en-US" dirty="0"/>
              <a:t>演算子の優先順位と結合順位についてを理解すること</a:t>
            </a:r>
            <a:endParaRPr lang="en-US" altLang="ja-JP" dirty="0"/>
          </a:p>
          <a:p>
            <a:pPr marL="444500" indent="-342900">
              <a:buFont typeface="+mj-lt"/>
              <a:buAutoNum type="arabicPeriod"/>
            </a:pPr>
            <a:r>
              <a:rPr lang="ja-JP" altLang="en-US" dirty="0"/>
              <a:t>単項演算子と</a:t>
            </a:r>
            <a:r>
              <a:rPr lang="en-US" altLang="ja-JP" dirty="0"/>
              <a:t>2</a:t>
            </a:r>
            <a:r>
              <a:rPr lang="ja-JP" altLang="en-US" dirty="0"/>
              <a:t>項演算子についてを理解すること</a:t>
            </a:r>
            <a:endParaRPr lang="en-US" altLang="ja-JP" dirty="0"/>
          </a:p>
          <a:p>
            <a:pPr marL="444500" indent="-342900">
              <a:buFont typeface="+mj-lt"/>
              <a:buAutoNum type="arabicPeriod"/>
            </a:pPr>
            <a:r>
              <a:rPr lang="ja-JP" altLang="en-US" dirty="0"/>
              <a:t>演算の自動変換についてを理解すること</a:t>
            </a:r>
            <a:endParaRPr lang="en-US" altLang="ja-JP" dirty="0"/>
          </a:p>
          <a:p>
            <a:pPr marL="444500" indent="-342900">
              <a:buFont typeface="+mj-lt"/>
              <a:buAutoNum type="arabicPeriod"/>
            </a:pPr>
            <a:endParaRPr kumimoji="1" lang="en-US" altLang="ja-JP" dirty="0"/>
          </a:p>
          <a:p>
            <a:pPr marL="444500" indent="-342900">
              <a:buFont typeface="+mj-lt"/>
              <a:buAutoNum type="arabicPeriod"/>
            </a:pPr>
            <a:endParaRPr kumimoji="1" lang="en-US" altLang="ja-JP" dirty="0"/>
          </a:p>
          <a:p>
            <a:pPr marL="96838" indent="0">
              <a:buNone/>
            </a:pPr>
            <a:r>
              <a:rPr lang="ja-JP" altLang="en-US" dirty="0"/>
              <a:t>ができるようになります。</a:t>
            </a:r>
            <a:endParaRPr lang="en-US" altLang="ja-JP" dirty="0">
              <a:solidFill>
                <a:schemeClr val="tx2"/>
              </a:solidFill>
            </a:endParaRPr>
          </a:p>
          <a:p>
            <a:pPr marL="96838" indent="0">
              <a:buNone/>
            </a:pPr>
            <a:endParaRPr kumimoji="1" lang="ja-JP" altLang="en-US" dirty="0"/>
          </a:p>
          <a:p>
            <a:pPr marL="439738" indent="-342900">
              <a:buFont typeface="+mj-lt"/>
              <a:buAutoNum type="arabicPeriod"/>
            </a:pPr>
            <a:endParaRPr lang="ja-JP" altLang="en-US" dirty="0"/>
          </a:p>
        </p:txBody>
      </p:sp>
    </p:spTree>
    <p:extLst>
      <p:ext uri="{BB962C8B-B14F-4D97-AF65-F5344CB8AC3E}">
        <p14:creationId xmlns:p14="http://schemas.microsoft.com/office/powerpoint/2010/main" val="166884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F991990-0DC6-4730-83E5-36F909A6129F}"/>
              </a:ext>
            </a:extLst>
          </p:cNvPr>
          <p:cNvSpPr>
            <a:spLocks noGrp="1"/>
          </p:cNvSpPr>
          <p:nvPr>
            <p:ph type="body" idx="1"/>
          </p:nvPr>
        </p:nvSpPr>
        <p:spPr/>
        <p:txBody>
          <a:bodyPr/>
          <a:lstStyle/>
          <a:p>
            <a:r>
              <a:rPr kumimoji="1" lang="ja-JP" altLang="en-US" dirty="0"/>
              <a:t>このテキストでは</a:t>
            </a:r>
          </a:p>
          <a:p>
            <a:endParaRPr kumimoji="1" lang="ja-JP" altLang="en-US" dirty="0"/>
          </a:p>
        </p:txBody>
      </p:sp>
      <p:sp>
        <p:nvSpPr>
          <p:cNvPr id="3" name="タイトル 2">
            <a:extLst>
              <a:ext uri="{FF2B5EF4-FFF2-40B4-BE49-F238E27FC236}">
                <a16:creationId xmlns:a16="http://schemas.microsoft.com/office/drawing/2014/main" id="{AA9BFD7B-04B5-49CD-8E91-4AC76C8C681F}"/>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流れ</a:t>
            </a:r>
            <a:endParaRPr kumimoji="1" lang="ja-JP" altLang="en-US" dirty="0"/>
          </a:p>
        </p:txBody>
      </p:sp>
      <p:sp>
        <p:nvSpPr>
          <p:cNvPr id="4" name="フッター プレースホルダー 3">
            <a:extLst>
              <a:ext uri="{FF2B5EF4-FFF2-40B4-BE49-F238E27FC236}">
                <a16:creationId xmlns:a16="http://schemas.microsoft.com/office/drawing/2014/main" id="{CA8524E1-6DFF-4647-8FD1-738AA4991EDC}"/>
              </a:ext>
            </a:extLst>
          </p:cNvPr>
          <p:cNvSpPr>
            <a:spLocks noGrp="1"/>
          </p:cNvSpPr>
          <p:nvPr>
            <p:ph type="ftr" sz="quarter" idx="11"/>
          </p:nvPr>
        </p:nvSpPr>
        <p:spPr/>
        <p:txBody>
          <a:bodyPr/>
          <a:lstStyle/>
          <a:p>
            <a:r>
              <a:rPr kumimoji="1" lang="en-US" altLang="ja-JP" dirty="0"/>
              <a:t>copyright ©ITCollege All Rights Reserved</a:t>
            </a:r>
            <a:endParaRPr kumimoji="1" lang="ja-JP" altLang="en-US" dirty="0"/>
          </a:p>
        </p:txBody>
      </p:sp>
      <p:sp>
        <p:nvSpPr>
          <p:cNvPr id="5" name="スライド番号プレースホルダー 4">
            <a:extLst>
              <a:ext uri="{FF2B5EF4-FFF2-40B4-BE49-F238E27FC236}">
                <a16:creationId xmlns:a16="http://schemas.microsoft.com/office/drawing/2014/main" id="{6FFB24F3-38DB-45A5-BA62-DD27EF2E4AA2}"/>
              </a:ext>
            </a:extLst>
          </p:cNvPr>
          <p:cNvSpPr>
            <a:spLocks noGrp="1"/>
          </p:cNvSpPr>
          <p:nvPr>
            <p:ph type="sldNum" sz="quarter" idx="12"/>
          </p:nvPr>
        </p:nvSpPr>
        <p:spPr/>
        <p:txBody>
          <a:bodyPr/>
          <a:lstStyle/>
          <a:p>
            <a:fld id="{00000000-1234-1234-1234-123412341234}" type="slidenum">
              <a:rPr lang="en" smtClean="0"/>
              <a:pPr/>
              <a:t>3</a:t>
            </a:fld>
            <a:endParaRPr lang="en" dirty="0"/>
          </a:p>
        </p:txBody>
      </p:sp>
      <p:sp>
        <p:nvSpPr>
          <p:cNvPr id="6" name="テキスト プレースホルダー 5">
            <a:extLst>
              <a:ext uri="{FF2B5EF4-FFF2-40B4-BE49-F238E27FC236}">
                <a16:creationId xmlns:a16="http://schemas.microsoft.com/office/drawing/2014/main" id="{D0F3BEAC-A5EA-4EE4-95C7-0AEC1107FD29}"/>
              </a:ext>
            </a:extLst>
          </p:cNvPr>
          <p:cNvSpPr>
            <a:spLocks noGrp="1"/>
          </p:cNvSpPr>
          <p:nvPr>
            <p:ph type="body" sz="quarter" idx="14"/>
          </p:nvPr>
        </p:nvSpPr>
        <p:spPr/>
        <p:txBody>
          <a:bodyPr/>
          <a:lstStyle/>
          <a:p>
            <a:pPr marL="444500" indent="-342900">
              <a:buFont typeface="+mj-lt"/>
              <a:buAutoNum type="arabicPeriod"/>
            </a:pPr>
            <a:r>
              <a:rPr lang="ja-JP" altLang="en-US" dirty="0"/>
              <a:t>式の構成要素</a:t>
            </a:r>
            <a:endParaRPr lang="en-US" altLang="ja-JP" dirty="0"/>
          </a:p>
          <a:p>
            <a:pPr marL="444500" indent="-342900">
              <a:buFont typeface="+mj-lt"/>
              <a:buAutoNum type="arabicPeriod"/>
            </a:pPr>
            <a:r>
              <a:rPr lang="ja-JP" altLang="en-US" dirty="0"/>
              <a:t>リテラル</a:t>
            </a:r>
            <a:endParaRPr lang="en-US" altLang="ja-JP" dirty="0"/>
          </a:p>
          <a:p>
            <a:pPr marL="444500" indent="-342900">
              <a:buFont typeface="+mj-lt"/>
              <a:buAutoNum type="arabicPeriod"/>
            </a:pPr>
            <a:r>
              <a:rPr lang="ja-JP" altLang="en-US" dirty="0"/>
              <a:t>エスケープシーケンス</a:t>
            </a:r>
            <a:endParaRPr lang="en-US" altLang="ja-JP" dirty="0"/>
          </a:p>
          <a:p>
            <a:pPr marL="444500" indent="-342900">
              <a:buFont typeface="+mj-lt"/>
              <a:buAutoNum type="arabicPeriod"/>
            </a:pPr>
            <a:r>
              <a:rPr lang="ja-JP" altLang="en-US" dirty="0"/>
              <a:t>優先順位と結合規則</a:t>
            </a:r>
            <a:endParaRPr lang="en-US" altLang="ja-JP" dirty="0"/>
          </a:p>
          <a:p>
            <a:pPr marL="444500" indent="-342900">
              <a:buFont typeface="+mj-lt"/>
              <a:buAutoNum type="arabicPeriod"/>
            </a:pPr>
            <a:r>
              <a:rPr lang="ja-JP" altLang="ja-JP" dirty="0"/>
              <a:t>演算子</a:t>
            </a:r>
            <a:endParaRPr lang="en-US" altLang="ja-JP" dirty="0"/>
          </a:p>
          <a:p>
            <a:pPr marL="444500" indent="-342900">
              <a:buFont typeface="+mj-lt"/>
              <a:buAutoNum type="arabicPeriod"/>
            </a:pPr>
            <a:r>
              <a:rPr lang="ja-JP" altLang="en-US" dirty="0"/>
              <a:t>演算の</a:t>
            </a:r>
            <a:r>
              <a:rPr lang="ja-JP" altLang="en-US"/>
              <a:t>自動型変換</a:t>
            </a:r>
            <a:endParaRPr lang="ja-JP" altLang="en-US" dirty="0"/>
          </a:p>
          <a:p>
            <a:pPr marL="96838" indent="0">
              <a:buNone/>
            </a:pPr>
            <a:endParaRPr kumimoji="1" lang="en-US" altLang="ja-JP" dirty="0"/>
          </a:p>
          <a:p>
            <a:pPr marL="96838" indent="0">
              <a:buNone/>
            </a:pPr>
            <a:endParaRPr kumimoji="1" lang="en-US" altLang="ja-JP" dirty="0"/>
          </a:p>
          <a:p>
            <a:pPr marL="96838" indent="0">
              <a:buNone/>
            </a:pPr>
            <a:r>
              <a:rPr lang="ja-JP" altLang="en-US" dirty="0"/>
              <a:t>の順に進めていきます。</a:t>
            </a:r>
            <a:endParaRPr kumimoji="1" lang="en-US" altLang="ja-JP" dirty="0">
              <a:solidFill>
                <a:schemeClr val="tx2"/>
              </a:solidFill>
            </a:endParaRP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26712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1CABFF61-C840-44E1-9A30-6BF8ED0D5BD7}"/>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E1B89F42-4077-49CE-ABDF-0886981C9D74}"/>
              </a:ext>
            </a:extLst>
          </p:cNvPr>
          <p:cNvSpPr>
            <a:spLocks noGrp="1"/>
          </p:cNvSpPr>
          <p:nvPr>
            <p:ph type="ctrTitle"/>
          </p:nvPr>
        </p:nvSpPr>
        <p:spPr/>
        <p:txBody>
          <a:bodyPr/>
          <a:lstStyle/>
          <a:p>
            <a:r>
              <a:rPr kumimoji="1" lang="ja-JP" altLang="en-US" dirty="0"/>
              <a:t>式の構成要素</a:t>
            </a:r>
          </a:p>
        </p:txBody>
      </p:sp>
      <p:sp>
        <p:nvSpPr>
          <p:cNvPr id="4" name="スライド番号プレースホルダー 3">
            <a:extLst>
              <a:ext uri="{FF2B5EF4-FFF2-40B4-BE49-F238E27FC236}">
                <a16:creationId xmlns:a16="http://schemas.microsoft.com/office/drawing/2014/main" id="{570E52D0-D684-4005-910E-EA476C43F2CF}"/>
              </a:ext>
            </a:extLst>
          </p:cNvPr>
          <p:cNvSpPr>
            <a:spLocks noGrp="1"/>
          </p:cNvSpPr>
          <p:nvPr>
            <p:ph type="sldNum" sz="quarter" idx="4"/>
          </p:nvPr>
        </p:nvSpPr>
        <p:spPr/>
        <p:txBody>
          <a:bodyPr/>
          <a:lstStyle/>
          <a:p>
            <a:fld id="{00000000-1234-1234-1234-123412341234}" type="slidenum">
              <a:rPr lang="en" smtClean="0"/>
              <a:pPr/>
              <a:t>4</a:t>
            </a:fld>
            <a:endParaRPr lang="en" dirty="0">
              <a:latin typeface="+mn-ea"/>
            </a:endParaRPr>
          </a:p>
        </p:txBody>
      </p:sp>
      <p:sp>
        <p:nvSpPr>
          <p:cNvPr id="5" name="テキスト プレースホルダー 4">
            <a:extLst>
              <a:ext uri="{FF2B5EF4-FFF2-40B4-BE49-F238E27FC236}">
                <a16:creationId xmlns:a16="http://schemas.microsoft.com/office/drawing/2014/main" id="{E165ECC5-D908-44DC-80D0-BB640BA0DC8C}"/>
              </a:ext>
            </a:extLst>
          </p:cNvPr>
          <p:cNvSpPr>
            <a:spLocks noGrp="1"/>
          </p:cNvSpPr>
          <p:nvPr>
            <p:ph type="body" sz="quarter" idx="14"/>
          </p:nvPr>
        </p:nvSpPr>
        <p:spPr>
          <a:xfrm>
            <a:off x="462875" y="2046609"/>
            <a:ext cx="8216900" cy="2737480"/>
          </a:xfrm>
        </p:spPr>
        <p:txBody>
          <a:bodyPr/>
          <a:lstStyle/>
          <a:p>
            <a:pPr marL="96838" indent="0">
              <a:buNone/>
            </a:pPr>
            <a:r>
              <a:rPr lang="ja-JP" altLang="en-US" dirty="0"/>
              <a:t>式、というのは例えば下のようなものです。</a:t>
            </a:r>
          </a:p>
          <a:p>
            <a:pPr marL="452438" lvl="1" indent="0">
              <a:buNone/>
            </a:pPr>
            <a:r>
              <a:rPr lang="en-US" altLang="ja-JP" b="1" dirty="0">
                <a:solidFill>
                  <a:schemeClr val="accent1"/>
                </a:solidFill>
              </a:rPr>
              <a:t>num = 10</a:t>
            </a:r>
          </a:p>
          <a:p>
            <a:pPr marL="452438" lvl="1" indent="0">
              <a:buNone/>
            </a:pPr>
            <a:r>
              <a:rPr lang="en-US" altLang="ja-JP" b="1" dirty="0">
                <a:solidFill>
                  <a:schemeClr val="accent1"/>
                </a:solidFill>
              </a:rPr>
              <a:t>100 + 50</a:t>
            </a:r>
          </a:p>
          <a:p>
            <a:pPr marL="452438" lvl="1" indent="0">
              <a:buNone/>
            </a:pPr>
            <a:r>
              <a:rPr lang="en-US" altLang="ja-JP" b="1" dirty="0" err="1">
                <a:solidFill>
                  <a:schemeClr val="accent1"/>
                </a:solidFill>
              </a:rPr>
              <a:t>akaji</a:t>
            </a:r>
            <a:r>
              <a:rPr lang="en-US" altLang="ja-JP" b="1" dirty="0">
                <a:solidFill>
                  <a:schemeClr val="accent1"/>
                </a:solidFill>
              </a:rPr>
              <a:t> = </a:t>
            </a:r>
            <a:r>
              <a:rPr lang="en-US" altLang="ja-JP" b="1" dirty="0" err="1">
                <a:solidFill>
                  <a:schemeClr val="accent1"/>
                </a:solidFill>
              </a:rPr>
              <a:t>uriage</a:t>
            </a:r>
            <a:r>
              <a:rPr lang="en-US" altLang="ja-JP" b="1" dirty="0">
                <a:solidFill>
                  <a:schemeClr val="accent1"/>
                </a:solidFill>
              </a:rPr>
              <a:t> - </a:t>
            </a:r>
            <a:r>
              <a:rPr lang="en-US" altLang="ja-JP" b="1" dirty="0" err="1">
                <a:solidFill>
                  <a:schemeClr val="accent1"/>
                </a:solidFill>
              </a:rPr>
              <a:t>keihi</a:t>
            </a:r>
            <a:endParaRPr lang="en-US" altLang="ja-JP" b="1" dirty="0">
              <a:solidFill>
                <a:schemeClr val="accent1"/>
              </a:solidFill>
            </a:endParaRPr>
          </a:p>
          <a:p>
            <a:pPr marL="96838" indent="0">
              <a:buNone/>
            </a:pPr>
            <a:r>
              <a:rPr lang="ja-JP" altLang="en-US" dirty="0"/>
              <a:t>上の例で「＝」「＋」「－」のような記号を</a:t>
            </a:r>
            <a:r>
              <a:rPr lang="ja-JP" altLang="en-US" b="1" dirty="0">
                <a:solidFill>
                  <a:schemeClr val="tx2"/>
                </a:solidFill>
              </a:rPr>
              <a:t>演算子</a:t>
            </a:r>
            <a:r>
              <a:rPr lang="en-US" altLang="ja-JP" b="1" dirty="0">
                <a:solidFill>
                  <a:schemeClr val="tx2"/>
                </a:solidFill>
              </a:rPr>
              <a:t>(operator)</a:t>
            </a:r>
            <a:r>
              <a:rPr lang="ja-JP" altLang="en-US" dirty="0"/>
              <a:t>といいます。</a:t>
            </a:r>
          </a:p>
          <a:p>
            <a:pPr marL="96838" indent="0">
              <a:buNone/>
            </a:pPr>
            <a:r>
              <a:rPr lang="ja-JP" altLang="en-US" dirty="0"/>
              <a:t>演算子の前や後ろに書く、演算の対象となるデータのことを</a:t>
            </a:r>
            <a:r>
              <a:rPr lang="ja-JP" altLang="en-US" b="1" dirty="0">
                <a:solidFill>
                  <a:schemeClr val="tx2"/>
                </a:solidFill>
              </a:rPr>
              <a:t>オペランド</a:t>
            </a:r>
            <a:r>
              <a:rPr lang="en-US" altLang="ja-JP" b="1" dirty="0">
                <a:solidFill>
                  <a:schemeClr val="tx2"/>
                </a:solidFill>
              </a:rPr>
              <a:t>(operand)</a:t>
            </a:r>
            <a:r>
              <a:rPr lang="ja-JP" altLang="en-US" dirty="0"/>
              <a:t>といいます。</a:t>
            </a:r>
          </a:p>
          <a:p>
            <a:pPr marL="96838" indent="0">
              <a:buNone/>
            </a:pPr>
            <a:r>
              <a:rPr lang="ja-JP" altLang="en-US" dirty="0"/>
              <a:t>式とは演算子とオペランドの２つの要素だけで構成されます。</a:t>
            </a:r>
          </a:p>
          <a:p>
            <a:pPr marL="96838" indent="0">
              <a:buNone/>
            </a:pPr>
            <a:r>
              <a:rPr lang="ja-JP" altLang="en-US" dirty="0"/>
              <a:t>オペランドとして使えるものはいろいろありますが、既に学習した、変数、定数の他に</a:t>
            </a:r>
            <a:r>
              <a:rPr lang="ja-JP" altLang="en-US" b="1" dirty="0">
                <a:solidFill>
                  <a:schemeClr val="tx2"/>
                </a:solidFill>
              </a:rPr>
              <a:t>リテラル</a:t>
            </a:r>
            <a:r>
              <a:rPr lang="ja-JP" altLang="en-US" dirty="0"/>
              <a:t>というものも使えます。</a:t>
            </a:r>
          </a:p>
          <a:p>
            <a:endParaRPr kumimoji="1" lang="ja-JP" altLang="en-US" dirty="0"/>
          </a:p>
        </p:txBody>
      </p:sp>
      <p:sp>
        <p:nvSpPr>
          <p:cNvPr id="6" name="テキスト プレースホルダー 5">
            <a:extLst>
              <a:ext uri="{FF2B5EF4-FFF2-40B4-BE49-F238E27FC236}">
                <a16:creationId xmlns:a16="http://schemas.microsoft.com/office/drawing/2014/main" id="{EFE4F14F-528B-4A7F-945D-8919CE7B39A6}"/>
              </a:ext>
            </a:extLst>
          </p:cNvPr>
          <p:cNvSpPr>
            <a:spLocks noGrp="1"/>
          </p:cNvSpPr>
          <p:nvPr>
            <p:ph type="body" sz="quarter" idx="15"/>
          </p:nvPr>
        </p:nvSpPr>
        <p:spPr>
          <a:xfrm>
            <a:off x="463549" y="1023814"/>
            <a:ext cx="7177471" cy="897751"/>
          </a:xfrm>
        </p:spPr>
        <p:txBody>
          <a:bodyPr/>
          <a:lstStyle/>
          <a:p>
            <a:r>
              <a:rPr kumimoji="1" lang="ja-JP" altLang="en-US" dirty="0"/>
              <a:t>式とは</a:t>
            </a:r>
            <a:r>
              <a:rPr kumimoji="1" lang="ja-JP" altLang="en-US" dirty="0">
                <a:solidFill>
                  <a:srgbClr val="FF0000"/>
                </a:solidFill>
              </a:rPr>
              <a:t>演算子</a:t>
            </a:r>
            <a:r>
              <a:rPr kumimoji="1" lang="ja-JP" altLang="en-US" dirty="0"/>
              <a:t>と</a:t>
            </a:r>
            <a:r>
              <a:rPr kumimoji="1" lang="ja-JP" altLang="en-US" dirty="0">
                <a:solidFill>
                  <a:srgbClr val="FF0000"/>
                </a:solidFill>
              </a:rPr>
              <a:t>オペランド</a:t>
            </a:r>
            <a:r>
              <a:rPr kumimoji="1" lang="ja-JP" altLang="en-US" dirty="0"/>
              <a:t>で構成されたもの</a:t>
            </a:r>
            <a:endParaRPr kumimoji="1" lang="en-US" altLang="ja-JP" dirty="0"/>
          </a:p>
          <a:p>
            <a:r>
              <a:rPr lang="ja-JP" altLang="en-US" dirty="0"/>
              <a:t>オペランドには変数、定数のほかに</a:t>
            </a:r>
            <a:r>
              <a:rPr lang="ja-JP" altLang="en-US" dirty="0">
                <a:solidFill>
                  <a:srgbClr val="FF0000"/>
                </a:solidFill>
              </a:rPr>
              <a:t>リテラル</a:t>
            </a:r>
            <a:r>
              <a:rPr lang="ja-JP" altLang="en-US" dirty="0"/>
              <a:t>が使える</a:t>
            </a:r>
            <a:endParaRPr kumimoji="1" lang="ja-JP" altLang="en-US" dirty="0"/>
          </a:p>
        </p:txBody>
      </p:sp>
      <p:sp>
        <p:nvSpPr>
          <p:cNvPr id="7" name="テキスト プレースホルダー 6">
            <a:extLst>
              <a:ext uri="{FF2B5EF4-FFF2-40B4-BE49-F238E27FC236}">
                <a16:creationId xmlns:a16="http://schemas.microsoft.com/office/drawing/2014/main" id="{8DA5D503-4DD5-4CE4-919D-8105CABDA2B3}"/>
              </a:ext>
            </a:extLst>
          </p:cNvPr>
          <p:cNvSpPr>
            <a:spLocks noGrp="1"/>
          </p:cNvSpPr>
          <p:nvPr>
            <p:ph type="body" sz="quarter" idx="16"/>
          </p:nvPr>
        </p:nvSpPr>
        <p:spPr/>
        <p:txBody>
          <a:bodyPr/>
          <a:lstStyle/>
          <a:p>
            <a:endParaRPr kumimoji="1" lang="ja-JP" altLang="en-US"/>
          </a:p>
        </p:txBody>
      </p:sp>
      <mc:AlternateContent xmlns:mc="http://schemas.openxmlformats.org/markup-compatibility/2006" xmlns:p14="http://schemas.microsoft.com/office/powerpoint/2010/main">
        <mc:Choice Requires="p14">
          <p:contentPart p14:bwMode="auto" r:id="rId2">
            <p14:nvContentPartPr>
              <p14:cNvPr id="18" name="インク 17">
                <a:extLst>
                  <a:ext uri="{FF2B5EF4-FFF2-40B4-BE49-F238E27FC236}">
                    <a16:creationId xmlns:a16="http://schemas.microsoft.com/office/drawing/2014/main" id="{7F926FB8-CAA7-818F-5267-2385D819561A}"/>
                  </a:ext>
                </a:extLst>
              </p14:cNvPr>
              <p14:cNvContentPartPr/>
              <p14:nvPr/>
            </p14:nvContentPartPr>
            <p14:xfrm>
              <a:off x="2128605" y="3351165"/>
              <a:ext cx="2160" cy="4320"/>
            </p14:xfrm>
          </p:contentPart>
        </mc:Choice>
        <mc:Fallback xmlns="">
          <p:pic>
            <p:nvPicPr>
              <p:cNvPr id="18" name="インク 17">
                <a:extLst>
                  <a:ext uri="{FF2B5EF4-FFF2-40B4-BE49-F238E27FC236}">
                    <a16:creationId xmlns:a16="http://schemas.microsoft.com/office/drawing/2014/main" id="{7F926FB8-CAA7-818F-5267-2385D819561A}"/>
                  </a:ext>
                </a:extLst>
              </p:cNvPr>
              <p:cNvPicPr/>
              <p:nvPr/>
            </p:nvPicPr>
            <p:blipFill>
              <a:blip r:embed="rId13"/>
              <a:stretch>
                <a:fillRect/>
              </a:stretch>
            </p:blipFill>
            <p:spPr>
              <a:xfrm>
                <a:off x="2119965" y="3342525"/>
                <a:ext cx="198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9" name="インク 48">
                <a:extLst>
                  <a:ext uri="{FF2B5EF4-FFF2-40B4-BE49-F238E27FC236}">
                    <a16:creationId xmlns:a16="http://schemas.microsoft.com/office/drawing/2014/main" id="{F94B37BE-6829-0E7E-4631-1D92C6B68C22}"/>
                  </a:ext>
                </a:extLst>
              </p14:cNvPr>
              <p14:cNvContentPartPr/>
              <p14:nvPr/>
            </p14:nvContentPartPr>
            <p14:xfrm>
              <a:off x="2594085" y="3111765"/>
              <a:ext cx="22320" cy="16200"/>
            </p14:xfrm>
          </p:contentPart>
        </mc:Choice>
        <mc:Fallback xmlns="">
          <p:pic>
            <p:nvPicPr>
              <p:cNvPr id="49" name="インク 48">
                <a:extLst>
                  <a:ext uri="{FF2B5EF4-FFF2-40B4-BE49-F238E27FC236}">
                    <a16:creationId xmlns:a16="http://schemas.microsoft.com/office/drawing/2014/main" id="{F94B37BE-6829-0E7E-4631-1D92C6B68C22}"/>
                  </a:ext>
                </a:extLst>
              </p:cNvPr>
              <p:cNvPicPr/>
              <p:nvPr/>
            </p:nvPicPr>
            <p:blipFill>
              <a:blip r:embed="rId15"/>
              <a:stretch>
                <a:fillRect/>
              </a:stretch>
            </p:blipFill>
            <p:spPr>
              <a:xfrm>
                <a:off x="2585085" y="3102765"/>
                <a:ext cx="3996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3" name="インク 52">
                <a:extLst>
                  <a:ext uri="{FF2B5EF4-FFF2-40B4-BE49-F238E27FC236}">
                    <a16:creationId xmlns:a16="http://schemas.microsoft.com/office/drawing/2014/main" id="{4F02DFE7-E495-7640-68B5-2717AA8CD7DD}"/>
                  </a:ext>
                </a:extLst>
              </p14:cNvPr>
              <p14:cNvContentPartPr/>
              <p14:nvPr/>
            </p14:nvContentPartPr>
            <p14:xfrm>
              <a:off x="8031885" y="4260525"/>
              <a:ext cx="30960" cy="21960"/>
            </p14:xfrm>
          </p:contentPart>
        </mc:Choice>
        <mc:Fallback xmlns="">
          <p:pic>
            <p:nvPicPr>
              <p:cNvPr id="53" name="インク 52">
                <a:extLst>
                  <a:ext uri="{FF2B5EF4-FFF2-40B4-BE49-F238E27FC236}">
                    <a16:creationId xmlns:a16="http://schemas.microsoft.com/office/drawing/2014/main" id="{4F02DFE7-E495-7640-68B5-2717AA8CD7DD}"/>
                  </a:ext>
                </a:extLst>
              </p:cNvPr>
              <p:cNvPicPr/>
              <p:nvPr/>
            </p:nvPicPr>
            <p:blipFill>
              <a:blip r:embed="rId17"/>
              <a:stretch>
                <a:fillRect/>
              </a:stretch>
            </p:blipFill>
            <p:spPr>
              <a:xfrm>
                <a:off x="8022779" y="4251375"/>
                <a:ext cx="48808" cy="39894"/>
              </a:xfrm>
              <a:prstGeom prst="rect">
                <a:avLst/>
              </a:prstGeom>
            </p:spPr>
          </p:pic>
        </mc:Fallback>
      </mc:AlternateContent>
    </p:spTree>
    <p:extLst>
      <p:ext uri="{BB962C8B-B14F-4D97-AF65-F5344CB8AC3E}">
        <p14:creationId xmlns:p14="http://schemas.microsoft.com/office/powerpoint/2010/main" val="3667626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BC3CF0C-EDBA-4A5B-9572-B2E35C25B778}"/>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8EA57DF6-D85F-41A1-8759-9D24B837B8B6}"/>
              </a:ext>
            </a:extLst>
          </p:cNvPr>
          <p:cNvSpPr>
            <a:spLocks noGrp="1"/>
          </p:cNvSpPr>
          <p:nvPr>
            <p:ph type="ctrTitle"/>
          </p:nvPr>
        </p:nvSpPr>
        <p:spPr/>
        <p:txBody>
          <a:bodyPr/>
          <a:lstStyle/>
          <a:p>
            <a:r>
              <a:rPr kumimoji="1" lang="ja-JP" altLang="en-US" dirty="0"/>
              <a:t>リテラル</a:t>
            </a:r>
          </a:p>
        </p:txBody>
      </p:sp>
      <p:sp>
        <p:nvSpPr>
          <p:cNvPr id="4" name="スライド番号プレースホルダー 3">
            <a:extLst>
              <a:ext uri="{FF2B5EF4-FFF2-40B4-BE49-F238E27FC236}">
                <a16:creationId xmlns:a16="http://schemas.microsoft.com/office/drawing/2014/main" id="{4032956A-0120-4ABC-9054-C990D8289DB9}"/>
              </a:ext>
            </a:extLst>
          </p:cNvPr>
          <p:cNvSpPr>
            <a:spLocks noGrp="1"/>
          </p:cNvSpPr>
          <p:nvPr>
            <p:ph type="sldNum" sz="quarter" idx="4"/>
          </p:nvPr>
        </p:nvSpPr>
        <p:spPr/>
        <p:txBody>
          <a:bodyPr/>
          <a:lstStyle/>
          <a:p>
            <a:fld id="{00000000-1234-1234-1234-123412341234}" type="slidenum">
              <a:rPr lang="en" smtClean="0"/>
              <a:pPr/>
              <a:t>5</a:t>
            </a:fld>
            <a:endParaRPr lang="en" dirty="0">
              <a:latin typeface="+mn-ea"/>
            </a:endParaRPr>
          </a:p>
        </p:txBody>
      </p:sp>
      <p:sp>
        <p:nvSpPr>
          <p:cNvPr id="5" name="テキスト プレースホルダー 4">
            <a:extLst>
              <a:ext uri="{FF2B5EF4-FFF2-40B4-BE49-F238E27FC236}">
                <a16:creationId xmlns:a16="http://schemas.microsoft.com/office/drawing/2014/main" id="{F51E18B2-C25B-487F-BC68-6DE00E011EEB}"/>
              </a:ext>
            </a:extLst>
          </p:cNvPr>
          <p:cNvSpPr>
            <a:spLocks noGrp="1"/>
          </p:cNvSpPr>
          <p:nvPr>
            <p:ph type="body" sz="quarter" idx="14"/>
          </p:nvPr>
        </p:nvSpPr>
        <p:spPr>
          <a:xfrm>
            <a:off x="462875" y="1808069"/>
            <a:ext cx="8216900" cy="2976019"/>
          </a:xfrm>
        </p:spPr>
        <p:txBody>
          <a:bodyPr/>
          <a:lstStyle/>
          <a:p>
            <a:pPr marL="96838" indent="0">
              <a:buNone/>
            </a:pPr>
            <a:r>
              <a:rPr kumimoji="1" lang="ja-JP" altLang="en-US" dirty="0"/>
              <a:t>「</a:t>
            </a:r>
            <a:r>
              <a:rPr kumimoji="1" lang="en-US" altLang="ja-JP" dirty="0"/>
              <a:t>Hello</a:t>
            </a:r>
            <a:r>
              <a:rPr kumimoji="1" lang="ja-JP" altLang="en-US" dirty="0"/>
              <a:t>」のような文字列、「</a:t>
            </a:r>
            <a:r>
              <a:rPr kumimoji="1" lang="en-US" altLang="ja-JP" dirty="0"/>
              <a:t>30</a:t>
            </a:r>
            <a:r>
              <a:rPr kumimoji="1" lang="ja-JP" altLang="en-US" dirty="0"/>
              <a:t>」のような数値など、</a:t>
            </a:r>
            <a:br>
              <a:rPr kumimoji="1" lang="en-US" altLang="ja-JP" dirty="0"/>
            </a:br>
            <a:r>
              <a:rPr kumimoji="1" lang="ja-JP" altLang="en-US" dirty="0"/>
              <a:t>プログラムに直接書くデータのことを</a:t>
            </a:r>
            <a:r>
              <a:rPr kumimoji="1" lang="ja-JP" altLang="en-US" dirty="0">
                <a:solidFill>
                  <a:srgbClr val="FF0000"/>
                </a:solidFill>
              </a:rPr>
              <a:t>リテラル</a:t>
            </a:r>
            <a:r>
              <a:rPr kumimoji="1" lang="ja-JP" altLang="en-US" dirty="0"/>
              <a:t>と呼びます。</a:t>
            </a:r>
          </a:p>
          <a:p>
            <a:pPr marL="96838" indent="0">
              <a:buNone/>
            </a:pPr>
            <a:r>
              <a:rPr kumimoji="1" lang="ja-JP" altLang="en-US" dirty="0"/>
              <a:t>リテラルもデータである以上、データ型があり、型ごとに書き方が決まっています。</a:t>
            </a:r>
          </a:p>
          <a:p>
            <a:endParaRPr kumimoji="1" lang="ja-JP" altLang="en-US" dirty="0"/>
          </a:p>
        </p:txBody>
      </p:sp>
      <p:sp>
        <p:nvSpPr>
          <p:cNvPr id="6" name="テキスト プレースホルダー 5">
            <a:extLst>
              <a:ext uri="{FF2B5EF4-FFF2-40B4-BE49-F238E27FC236}">
                <a16:creationId xmlns:a16="http://schemas.microsoft.com/office/drawing/2014/main" id="{E73D5FD5-0BB1-495D-AAE4-674E22C67DD2}"/>
              </a:ext>
            </a:extLst>
          </p:cNvPr>
          <p:cNvSpPr>
            <a:spLocks noGrp="1"/>
          </p:cNvSpPr>
          <p:nvPr>
            <p:ph type="body" sz="quarter" idx="15"/>
          </p:nvPr>
        </p:nvSpPr>
        <p:spPr>
          <a:xfrm>
            <a:off x="463549" y="1023814"/>
            <a:ext cx="7177471" cy="659212"/>
          </a:xfrm>
        </p:spPr>
        <p:txBody>
          <a:bodyPr/>
          <a:lstStyle/>
          <a:p>
            <a:r>
              <a:rPr kumimoji="1" lang="ja-JP" altLang="en-US" dirty="0"/>
              <a:t>リテラルとはプログラムに直接書くデータのこと</a:t>
            </a:r>
          </a:p>
        </p:txBody>
      </p:sp>
      <p:sp>
        <p:nvSpPr>
          <p:cNvPr id="7" name="テキスト プレースホルダー 6">
            <a:extLst>
              <a:ext uri="{FF2B5EF4-FFF2-40B4-BE49-F238E27FC236}">
                <a16:creationId xmlns:a16="http://schemas.microsoft.com/office/drawing/2014/main" id="{2C22178F-813D-406D-A2C7-30F162BD3F71}"/>
              </a:ext>
            </a:extLst>
          </p:cNvPr>
          <p:cNvSpPr>
            <a:spLocks noGrp="1"/>
          </p:cNvSpPr>
          <p:nvPr>
            <p:ph type="body" sz="quarter" idx="16"/>
          </p:nvPr>
        </p:nvSpPr>
        <p:spPr/>
        <p:txBody>
          <a:bodyPr/>
          <a:lstStyle/>
          <a:p>
            <a:endParaRPr kumimoji="1" lang="ja-JP" altLang="en-US"/>
          </a:p>
        </p:txBody>
      </p:sp>
    </p:spTree>
    <p:extLst>
      <p:ext uri="{BB962C8B-B14F-4D97-AF65-F5344CB8AC3E}">
        <p14:creationId xmlns:p14="http://schemas.microsoft.com/office/powerpoint/2010/main" val="895656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17CC804-738A-4086-8D95-00387FF923AC}"/>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CAEF03B5-8A80-40F1-B6F3-91A3C874CB8C}"/>
              </a:ext>
            </a:extLst>
          </p:cNvPr>
          <p:cNvSpPr>
            <a:spLocks noGrp="1"/>
          </p:cNvSpPr>
          <p:nvPr>
            <p:ph type="ctrTitle"/>
          </p:nvPr>
        </p:nvSpPr>
        <p:spPr/>
        <p:txBody>
          <a:bodyPr/>
          <a:lstStyle/>
          <a:p>
            <a:r>
              <a:rPr lang="ja-JP" altLang="en-US" dirty="0"/>
              <a:t>リテラル</a:t>
            </a:r>
            <a:endParaRPr kumimoji="1" lang="ja-JP" altLang="en-US" dirty="0"/>
          </a:p>
        </p:txBody>
      </p:sp>
      <p:sp>
        <p:nvSpPr>
          <p:cNvPr id="4" name="スライド番号プレースホルダー 3">
            <a:extLst>
              <a:ext uri="{FF2B5EF4-FFF2-40B4-BE49-F238E27FC236}">
                <a16:creationId xmlns:a16="http://schemas.microsoft.com/office/drawing/2014/main" id="{80BD9A07-8108-4921-A9C7-927AC9EF91B4}"/>
              </a:ext>
            </a:extLst>
          </p:cNvPr>
          <p:cNvSpPr>
            <a:spLocks noGrp="1"/>
          </p:cNvSpPr>
          <p:nvPr>
            <p:ph type="sldNum" sz="quarter" idx="4"/>
          </p:nvPr>
        </p:nvSpPr>
        <p:spPr/>
        <p:txBody>
          <a:bodyPr/>
          <a:lstStyle/>
          <a:p>
            <a:fld id="{00000000-1234-1234-1234-123412341234}" type="slidenum">
              <a:rPr lang="en" smtClean="0"/>
              <a:pPr/>
              <a:t>6</a:t>
            </a:fld>
            <a:endParaRPr lang="en" dirty="0"/>
          </a:p>
        </p:txBody>
      </p:sp>
      <p:sp>
        <p:nvSpPr>
          <p:cNvPr id="5" name="テキスト プレースホルダー 4">
            <a:extLst>
              <a:ext uri="{FF2B5EF4-FFF2-40B4-BE49-F238E27FC236}">
                <a16:creationId xmlns:a16="http://schemas.microsoft.com/office/drawing/2014/main" id="{3C545612-3038-40B1-A295-2CFF199741DE}"/>
              </a:ext>
            </a:extLst>
          </p:cNvPr>
          <p:cNvSpPr>
            <a:spLocks noGrp="1"/>
          </p:cNvSpPr>
          <p:nvPr>
            <p:ph type="body" sz="quarter" idx="14"/>
          </p:nvPr>
        </p:nvSpPr>
        <p:spPr>
          <a:xfrm>
            <a:off x="882379" y="1430053"/>
            <a:ext cx="8216900" cy="254495"/>
          </a:xfrm>
        </p:spPr>
        <p:txBody>
          <a:bodyPr/>
          <a:lstStyle/>
          <a:p>
            <a:pPr marL="96838" indent="0">
              <a:buNone/>
            </a:pPr>
            <a:r>
              <a:rPr kumimoji="1" lang="ja-JP" altLang="en-US" dirty="0"/>
              <a:t>データ型毎の表記例を表にまとめてみました。書き方の参考程度にどうぞ。</a:t>
            </a:r>
          </a:p>
        </p:txBody>
      </p:sp>
      <p:graphicFrame>
        <p:nvGraphicFramePr>
          <p:cNvPr id="6" name="Google Shape;114;p15">
            <a:extLst>
              <a:ext uri="{FF2B5EF4-FFF2-40B4-BE49-F238E27FC236}">
                <a16:creationId xmlns:a16="http://schemas.microsoft.com/office/drawing/2014/main" id="{5E38C811-DE1D-4334-A5BC-95985E1285ED}"/>
              </a:ext>
            </a:extLst>
          </p:cNvPr>
          <p:cNvGraphicFramePr/>
          <p:nvPr>
            <p:extLst>
              <p:ext uri="{D42A27DB-BD31-4B8C-83A1-F6EECF244321}">
                <p14:modId xmlns:p14="http://schemas.microsoft.com/office/powerpoint/2010/main" val="213609152"/>
              </p:ext>
            </p:extLst>
          </p:nvPr>
        </p:nvGraphicFramePr>
        <p:xfrm>
          <a:off x="993914" y="1730248"/>
          <a:ext cx="7248938" cy="3020518"/>
        </p:xfrm>
        <a:graphic>
          <a:graphicData uri="http://schemas.openxmlformats.org/drawingml/2006/table">
            <a:tbl>
              <a:tblPr firstRow="1" bandRow="1">
                <a:tableStyleId>{BDBED569-4797-4DF1-A0F4-6AAB3CD982D8}</a:tableStyleId>
              </a:tblPr>
              <a:tblGrid>
                <a:gridCol w="820634">
                  <a:extLst>
                    <a:ext uri="{9D8B030D-6E8A-4147-A177-3AD203B41FA5}">
                      <a16:colId xmlns:a16="http://schemas.microsoft.com/office/drawing/2014/main" val="20000"/>
                    </a:ext>
                  </a:extLst>
                </a:gridCol>
                <a:gridCol w="1367728">
                  <a:extLst>
                    <a:ext uri="{9D8B030D-6E8A-4147-A177-3AD203B41FA5}">
                      <a16:colId xmlns:a16="http://schemas.microsoft.com/office/drawing/2014/main" val="20001"/>
                    </a:ext>
                  </a:extLst>
                </a:gridCol>
                <a:gridCol w="1094169">
                  <a:extLst>
                    <a:ext uri="{9D8B030D-6E8A-4147-A177-3AD203B41FA5}">
                      <a16:colId xmlns:a16="http://schemas.microsoft.com/office/drawing/2014/main" val="20002"/>
                    </a:ext>
                  </a:extLst>
                </a:gridCol>
                <a:gridCol w="2119972">
                  <a:extLst>
                    <a:ext uri="{9D8B030D-6E8A-4147-A177-3AD203B41FA5}">
                      <a16:colId xmlns:a16="http://schemas.microsoft.com/office/drawing/2014/main" val="20003"/>
                    </a:ext>
                  </a:extLst>
                </a:gridCol>
                <a:gridCol w="1846435">
                  <a:extLst>
                    <a:ext uri="{9D8B030D-6E8A-4147-A177-3AD203B41FA5}">
                      <a16:colId xmlns:a16="http://schemas.microsoft.com/office/drawing/2014/main" val="20004"/>
                    </a:ext>
                  </a:extLst>
                </a:gridCol>
              </a:tblGrid>
              <a:tr h="250949">
                <a:tc>
                  <a:txBody>
                    <a:bodyPr/>
                    <a:lstStyle/>
                    <a:p>
                      <a:pPr marL="0" marR="0" lvl="0" indent="0" algn="ctr" rtl="0">
                        <a:spcBef>
                          <a:spcPts val="0"/>
                        </a:spcBef>
                        <a:spcAft>
                          <a:spcPts val="0"/>
                        </a:spcAft>
                        <a:buNone/>
                      </a:pPr>
                      <a:r>
                        <a:rPr lang="ja-JP" sz="1200" u="none" strike="noStrike" cap="none"/>
                        <a:t>分類</a:t>
                      </a:r>
                      <a:endParaRPr sz="1200">
                        <a:latin typeface="+mn-lt"/>
                        <a:ea typeface="+mn-ea"/>
                      </a:endParaRPr>
                    </a:p>
                  </a:txBody>
                  <a:tcPr marL="91450" marR="91450" marT="45725" marB="45725"/>
                </a:tc>
                <a:tc>
                  <a:txBody>
                    <a:bodyPr/>
                    <a:lstStyle/>
                    <a:p>
                      <a:pPr marL="0" marR="0" lvl="0" indent="0" algn="ctr" rtl="0">
                        <a:spcBef>
                          <a:spcPts val="0"/>
                        </a:spcBef>
                        <a:spcAft>
                          <a:spcPts val="0"/>
                        </a:spcAft>
                        <a:buNone/>
                      </a:pPr>
                      <a:r>
                        <a:rPr lang="ja-JP" sz="1200" u="none" strike="noStrike" cap="none" dirty="0"/>
                        <a:t>データの形</a:t>
                      </a:r>
                      <a:endParaRPr sz="1200" dirty="0">
                        <a:latin typeface="+mn-lt"/>
                        <a:ea typeface="+mn-ea"/>
                      </a:endParaRPr>
                    </a:p>
                  </a:txBody>
                  <a:tcPr marL="91450" marR="91450" marT="45725" marB="45725"/>
                </a:tc>
                <a:tc>
                  <a:txBody>
                    <a:bodyPr/>
                    <a:lstStyle/>
                    <a:p>
                      <a:pPr marL="0" marR="0" lvl="0" indent="0" algn="ctr" rtl="0">
                        <a:spcBef>
                          <a:spcPts val="0"/>
                        </a:spcBef>
                        <a:spcAft>
                          <a:spcPts val="0"/>
                        </a:spcAft>
                        <a:buNone/>
                      </a:pPr>
                      <a:r>
                        <a:rPr lang="ja-JP" sz="1200" u="none" strike="noStrike" cap="none"/>
                        <a:t>型名</a:t>
                      </a:r>
                      <a:endParaRPr sz="1200">
                        <a:latin typeface="+mn-lt"/>
                        <a:ea typeface="+mn-ea"/>
                      </a:endParaRPr>
                    </a:p>
                  </a:txBody>
                  <a:tcPr marL="91450" marR="91450" marT="45725" marB="45725"/>
                </a:tc>
                <a:tc>
                  <a:txBody>
                    <a:bodyPr/>
                    <a:lstStyle/>
                    <a:p>
                      <a:pPr marL="0" marR="0" lvl="0" indent="0" algn="ctr" rtl="0">
                        <a:spcBef>
                          <a:spcPts val="0"/>
                        </a:spcBef>
                        <a:spcAft>
                          <a:spcPts val="0"/>
                        </a:spcAft>
                        <a:buNone/>
                      </a:pPr>
                      <a:r>
                        <a:rPr lang="ja-JP" sz="1200" u="none" strike="noStrike" cap="none"/>
                        <a:t>書き方</a:t>
                      </a:r>
                      <a:endParaRPr sz="1200">
                        <a:latin typeface="+mn-lt"/>
                        <a:ea typeface="+mn-ea"/>
                      </a:endParaRPr>
                    </a:p>
                  </a:txBody>
                  <a:tcPr marL="91450" marR="91450" marT="45725" marB="45725"/>
                </a:tc>
                <a:tc>
                  <a:txBody>
                    <a:bodyPr/>
                    <a:lstStyle/>
                    <a:p>
                      <a:pPr marL="0" marR="0" lvl="0" indent="0" algn="ctr" rtl="0">
                        <a:spcBef>
                          <a:spcPts val="0"/>
                        </a:spcBef>
                        <a:spcAft>
                          <a:spcPts val="0"/>
                        </a:spcAft>
                        <a:buNone/>
                      </a:pPr>
                      <a:r>
                        <a:rPr lang="ja-JP" sz="1200" u="none" strike="noStrike" cap="none"/>
                        <a:t>表記例</a:t>
                      </a:r>
                      <a:endParaRPr sz="1200">
                        <a:latin typeface="+mn-lt"/>
                        <a:ea typeface="+mn-ea"/>
                      </a:endParaRPr>
                    </a:p>
                  </a:txBody>
                  <a:tcPr marL="91450" marR="91450" marT="45725" marB="45725"/>
                </a:tc>
                <a:extLst>
                  <a:ext uri="{0D108BD9-81ED-4DB2-BD59-A6C34878D82A}">
                    <a16:rowId xmlns:a16="http://schemas.microsoft.com/office/drawing/2014/main" val="10000"/>
                  </a:ext>
                </a:extLst>
              </a:tr>
              <a:tr h="250949">
                <a:tc rowSpan="8">
                  <a:txBody>
                    <a:bodyPr/>
                    <a:lstStyle/>
                    <a:p>
                      <a:pPr marL="0" marR="0" lvl="0" indent="0" algn="l" rtl="0">
                        <a:spcBef>
                          <a:spcPts val="0"/>
                        </a:spcBef>
                        <a:spcAft>
                          <a:spcPts val="0"/>
                        </a:spcAft>
                        <a:buNone/>
                      </a:pPr>
                      <a:r>
                        <a:rPr lang="ja-JP" sz="1200" u="none" strike="noStrike" cap="none"/>
                        <a:t>基本型</a:t>
                      </a:r>
                      <a:endParaRPr sz="1200">
                        <a:latin typeface="+mn-lt"/>
                        <a:ea typeface="+mn-ea"/>
                      </a:endParaRPr>
                    </a:p>
                  </a:txBody>
                  <a:tcPr marL="91450" marR="91450" marT="45725" marB="45725"/>
                </a:tc>
                <a:tc rowSpan="4">
                  <a:txBody>
                    <a:bodyPr/>
                    <a:lstStyle/>
                    <a:p>
                      <a:pPr marL="0" marR="0" lvl="0" indent="0" algn="l" rtl="0">
                        <a:spcBef>
                          <a:spcPts val="0"/>
                        </a:spcBef>
                        <a:spcAft>
                          <a:spcPts val="0"/>
                        </a:spcAft>
                        <a:buNone/>
                      </a:pPr>
                      <a:r>
                        <a:rPr lang="ja-JP" sz="1200" dirty="0"/>
                        <a:t>整数</a:t>
                      </a:r>
                      <a:endParaRPr sz="1200" dirty="0">
                        <a:latin typeface="+mn-lt"/>
                        <a:ea typeface="+mn-ea"/>
                      </a:endParaRPr>
                    </a:p>
                  </a:txBody>
                  <a:tcPr marL="91450" marR="91450" marT="45725" marB="45725"/>
                </a:tc>
                <a:tc>
                  <a:txBody>
                    <a:bodyPr/>
                    <a:lstStyle/>
                    <a:p>
                      <a:pPr marL="0" marR="0" lvl="0" indent="0" algn="l" rtl="0">
                        <a:spcBef>
                          <a:spcPts val="0"/>
                        </a:spcBef>
                        <a:spcAft>
                          <a:spcPts val="0"/>
                        </a:spcAft>
                        <a:buNone/>
                      </a:pPr>
                      <a:r>
                        <a:rPr lang="ja-JP" sz="1200" dirty="0"/>
                        <a:t>long</a:t>
                      </a:r>
                      <a:endParaRPr sz="1200" dirty="0">
                        <a:latin typeface="+mn-lt"/>
                        <a:ea typeface="+mn-ea"/>
                      </a:endParaRPr>
                    </a:p>
                  </a:txBody>
                  <a:tcPr marL="91450" marR="91450" marT="45725" marB="45725"/>
                </a:tc>
                <a:tc>
                  <a:txBody>
                    <a:bodyPr/>
                    <a:lstStyle/>
                    <a:p>
                      <a:pPr marL="0" marR="0" lvl="0" indent="0" algn="ctr" rtl="0">
                        <a:spcBef>
                          <a:spcPts val="0"/>
                        </a:spcBef>
                        <a:spcAft>
                          <a:spcPts val="0"/>
                        </a:spcAft>
                        <a:buNone/>
                      </a:pPr>
                      <a:r>
                        <a:rPr lang="ja-JP" sz="1200"/>
                        <a:t>末尾にLまたはl</a:t>
                      </a:r>
                      <a:endParaRPr sz="1200">
                        <a:latin typeface="+mn-lt"/>
                        <a:ea typeface="+mn-ea"/>
                      </a:endParaRPr>
                    </a:p>
                  </a:txBody>
                  <a:tcPr marL="91450" marR="91450" marT="45725" marB="45725"/>
                </a:tc>
                <a:tc>
                  <a:txBody>
                    <a:bodyPr/>
                    <a:lstStyle/>
                    <a:p>
                      <a:pPr marL="0" marR="0" lvl="0" indent="0" algn="ctr" rtl="0">
                        <a:spcBef>
                          <a:spcPts val="0"/>
                        </a:spcBef>
                        <a:spcAft>
                          <a:spcPts val="0"/>
                        </a:spcAft>
                        <a:buNone/>
                      </a:pPr>
                      <a:r>
                        <a:rPr lang="ja-JP" sz="1200" dirty="0"/>
                        <a:t>100L　0l</a:t>
                      </a:r>
                      <a:endParaRPr sz="1200" dirty="0">
                        <a:latin typeface="+mn-lt"/>
                        <a:ea typeface="+mn-ea"/>
                      </a:endParaRPr>
                    </a:p>
                  </a:txBody>
                  <a:tcPr marL="91450" marR="91450" marT="45725" marB="45725"/>
                </a:tc>
                <a:extLst>
                  <a:ext uri="{0D108BD9-81ED-4DB2-BD59-A6C34878D82A}">
                    <a16:rowId xmlns:a16="http://schemas.microsoft.com/office/drawing/2014/main" val="10001"/>
                  </a:ext>
                </a:extLst>
              </a:tr>
              <a:tr h="250949">
                <a:tc vMerge="1">
                  <a:txBody>
                    <a:bodyPr/>
                    <a:lstStyle/>
                    <a:p>
                      <a:endParaRPr lang="ja-JP"/>
                    </a:p>
                  </a:txBody>
                  <a:tcPr/>
                </a:tc>
                <a:tc vMerge="1">
                  <a:txBody>
                    <a:bodyPr/>
                    <a:lstStyle/>
                    <a:p>
                      <a:endParaRPr lang="ja-JP"/>
                    </a:p>
                  </a:txBody>
                  <a:tcPr/>
                </a:tc>
                <a:tc>
                  <a:txBody>
                    <a:bodyPr/>
                    <a:lstStyle/>
                    <a:p>
                      <a:pPr marL="0" marR="0" lvl="0" indent="0" algn="l" rtl="0">
                        <a:spcBef>
                          <a:spcPts val="0"/>
                        </a:spcBef>
                        <a:spcAft>
                          <a:spcPts val="0"/>
                        </a:spcAft>
                        <a:buNone/>
                      </a:pPr>
                      <a:r>
                        <a:rPr lang="ja-JP" sz="1200" dirty="0"/>
                        <a:t>int</a:t>
                      </a:r>
                      <a:endParaRPr sz="1200" dirty="0">
                        <a:latin typeface="+mn-lt"/>
                        <a:ea typeface="+mn-ea"/>
                      </a:endParaRPr>
                    </a:p>
                  </a:txBody>
                  <a:tcPr marL="91450" marR="91450" marT="45725" marB="45725"/>
                </a:tc>
                <a:tc>
                  <a:txBody>
                    <a:bodyPr/>
                    <a:lstStyle/>
                    <a:p>
                      <a:pPr marL="0" marR="0" lvl="0" indent="0" algn="ctr" rtl="0">
                        <a:spcBef>
                          <a:spcPts val="0"/>
                        </a:spcBef>
                        <a:spcAft>
                          <a:spcPts val="0"/>
                        </a:spcAft>
                        <a:buNone/>
                      </a:pPr>
                      <a:r>
                        <a:rPr lang="ja-JP" sz="1200"/>
                        <a:t>小数点なし</a:t>
                      </a:r>
                      <a:endParaRPr sz="1200">
                        <a:latin typeface="+mn-lt"/>
                        <a:ea typeface="+mn-ea"/>
                      </a:endParaRPr>
                    </a:p>
                  </a:txBody>
                  <a:tcPr marL="91450" marR="91450" marT="45725" marB="45725"/>
                </a:tc>
                <a:tc>
                  <a:txBody>
                    <a:bodyPr/>
                    <a:lstStyle/>
                    <a:p>
                      <a:pPr marL="0" marR="0" lvl="0" indent="0" algn="ctr" rtl="0">
                        <a:spcBef>
                          <a:spcPts val="0"/>
                        </a:spcBef>
                        <a:spcAft>
                          <a:spcPts val="0"/>
                        </a:spcAft>
                        <a:buNone/>
                      </a:pPr>
                      <a:r>
                        <a:rPr lang="ja-JP" sz="1200" dirty="0"/>
                        <a:t>-3　31200</a:t>
                      </a:r>
                      <a:endParaRPr sz="1200" dirty="0">
                        <a:latin typeface="+mn-lt"/>
                        <a:ea typeface="+mn-ea"/>
                      </a:endParaRPr>
                    </a:p>
                  </a:txBody>
                  <a:tcPr marL="91450" marR="91450" marT="45725" marB="45725"/>
                </a:tc>
                <a:extLst>
                  <a:ext uri="{0D108BD9-81ED-4DB2-BD59-A6C34878D82A}">
                    <a16:rowId xmlns:a16="http://schemas.microsoft.com/office/drawing/2014/main" val="10002"/>
                  </a:ext>
                </a:extLst>
              </a:tr>
              <a:tr h="250949">
                <a:tc vMerge="1">
                  <a:txBody>
                    <a:bodyPr/>
                    <a:lstStyle/>
                    <a:p>
                      <a:endParaRPr lang="ja-JP"/>
                    </a:p>
                  </a:txBody>
                  <a:tcPr/>
                </a:tc>
                <a:tc vMerge="1">
                  <a:txBody>
                    <a:bodyPr/>
                    <a:lstStyle/>
                    <a:p>
                      <a:endParaRPr lang="ja-JP"/>
                    </a:p>
                  </a:txBody>
                  <a:tcPr/>
                </a:tc>
                <a:tc>
                  <a:txBody>
                    <a:bodyPr/>
                    <a:lstStyle/>
                    <a:p>
                      <a:pPr marL="0" marR="0" lvl="0" indent="0" algn="l" rtl="0">
                        <a:spcBef>
                          <a:spcPts val="0"/>
                        </a:spcBef>
                        <a:spcAft>
                          <a:spcPts val="0"/>
                        </a:spcAft>
                        <a:buNone/>
                      </a:pPr>
                      <a:r>
                        <a:rPr lang="ja-JP" sz="1200"/>
                        <a:t>short</a:t>
                      </a:r>
                      <a:endParaRPr sz="1200">
                        <a:latin typeface="+mn-lt"/>
                        <a:ea typeface="+mn-ea"/>
                      </a:endParaRPr>
                    </a:p>
                  </a:txBody>
                  <a:tcPr marL="91450" marR="91450" marT="45725" marB="45725"/>
                </a:tc>
                <a:tc>
                  <a:txBody>
                    <a:bodyPr/>
                    <a:lstStyle/>
                    <a:p>
                      <a:pPr marL="0" marR="0" lvl="0" indent="0" algn="ctr" rtl="0">
                        <a:spcBef>
                          <a:spcPts val="0"/>
                        </a:spcBef>
                        <a:spcAft>
                          <a:spcPts val="0"/>
                        </a:spcAft>
                        <a:buNone/>
                      </a:pPr>
                      <a:r>
                        <a:rPr lang="ja-JP" sz="1200" dirty="0"/>
                        <a:t>－</a:t>
                      </a:r>
                      <a:endParaRPr sz="1200" dirty="0">
                        <a:latin typeface="+mn-lt"/>
                        <a:ea typeface="+mn-ea"/>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Quattrocento Sans"/>
                        <a:buNone/>
                      </a:pPr>
                      <a:r>
                        <a:rPr lang="ja-JP" sz="1200" b="0" u="none" strike="noStrike" cap="none">
                          <a:solidFill>
                            <a:srgbClr val="000000"/>
                          </a:solidFill>
                          <a:sym typeface="Quattrocento Sans"/>
                        </a:rPr>
                        <a:t>－</a:t>
                      </a:r>
                      <a:endParaRPr sz="1200">
                        <a:latin typeface="+mn-lt"/>
                        <a:ea typeface="+mn-ea"/>
                      </a:endParaRPr>
                    </a:p>
                  </a:txBody>
                  <a:tcPr marL="91450" marR="91450" marT="45725" marB="45725"/>
                </a:tc>
                <a:extLst>
                  <a:ext uri="{0D108BD9-81ED-4DB2-BD59-A6C34878D82A}">
                    <a16:rowId xmlns:a16="http://schemas.microsoft.com/office/drawing/2014/main" val="10003"/>
                  </a:ext>
                </a:extLst>
              </a:tr>
              <a:tr h="250949">
                <a:tc vMerge="1">
                  <a:txBody>
                    <a:bodyPr/>
                    <a:lstStyle/>
                    <a:p>
                      <a:endParaRPr lang="ja-JP"/>
                    </a:p>
                  </a:txBody>
                  <a:tcPr/>
                </a:tc>
                <a:tc vMerge="1">
                  <a:txBody>
                    <a:bodyPr/>
                    <a:lstStyle/>
                    <a:p>
                      <a:endParaRPr lang="ja-JP"/>
                    </a:p>
                  </a:txBody>
                  <a:tcPr/>
                </a:tc>
                <a:tc>
                  <a:txBody>
                    <a:bodyPr/>
                    <a:lstStyle/>
                    <a:p>
                      <a:pPr marL="0" marR="0" lvl="0" indent="0" algn="l" rtl="0">
                        <a:spcBef>
                          <a:spcPts val="0"/>
                        </a:spcBef>
                        <a:spcAft>
                          <a:spcPts val="0"/>
                        </a:spcAft>
                        <a:buNone/>
                      </a:pPr>
                      <a:r>
                        <a:rPr lang="ja-JP" sz="1200"/>
                        <a:t>byte</a:t>
                      </a:r>
                      <a:endParaRPr sz="1200">
                        <a:latin typeface="+mn-lt"/>
                        <a:ea typeface="+mn-ea"/>
                      </a:endParaRPr>
                    </a:p>
                  </a:txBody>
                  <a:tcPr marL="91450" marR="91450" marT="45725" marB="45725"/>
                </a:tc>
                <a:tc>
                  <a:txBody>
                    <a:bodyPr/>
                    <a:lstStyle/>
                    <a:p>
                      <a:pPr marL="0" marR="0" lvl="0" indent="0" algn="ctr" rtl="0">
                        <a:spcBef>
                          <a:spcPts val="0"/>
                        </a:spcBef>
                        <a:spcAft>
                          <a:spcPts val="0"/>
                        </a:spcAft>
                        <a:buNone/>
                      </a:pPr>
                      <a:r>
                        <a:rPr lang="ja-JP" sz="1200" dirty="0"/>
                        <a:t>－</a:t>
                      </a:r>
                      <a:endParaRPr sz="1200" dirty="0">
                        <a:latin typeface="+mn-lt"/>
                        <a:ea typeface="+mn-ea"/>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Quattrocento Sans"/>
                        <a:buNone/>
                      </a:pPr>
                      <a:r>
                        <a:rPr lang="ja-JP" sz="1200" b="0" u="none" strike="noStrike" cap="none">
                          <a:solidFill>
                            <a:srgbClr val="000000"/>
                          </a:solidFill>
                          <a:sym typeface="Quattrocento Sans"/>
                        </a:rPr>
                        <a:t>－</a:t>
                      </a:r>
                      <a:endParaRPr sz="1200">
                        <a:latin typeface="+mn-lt"/>
                        <a:ea typeface="+mn-ea"/>
                      </a:endParaRPr>
                    </a:p>
                  </a:txBody>
                  <a:tcPr marL="91450" marR="91450" marT="45725" marB="45725"/>
                </a:tc>
                <a:extLst>
                  <a:ext uri="{0D108BD9-81ED-4DB2-BD59-A6C34878D82A}">
                    <a16:rowId xmlns:a16="http://schemas.microsoft.com/office/drawing/2014/main" val="10004"/>
                  </a:ext>
                </a:extLst>
              </a:tr>
              <a:tr h="250949">
                <a:tc vMerge="1">
                  <a:txBody>
                    <a:bodyPr/>
                    <a:lstStyle/>
                    <a:p>
                      <a:endParaRPr lang="ja-JP"/>
                    </a:p>
                  </a:txBody>
                  <a:tcPr/>
                </a:tc>
                <a:tc rowSpan="2">
                  <a:txBody>
                    <a:bodyPr/>
                    <a:lstStyle/>
                    <a:p>
                      <a:pPr marL="0" marR="0" lvl="0" indent="0" algn="l" rtl="0">
                        <a:spcBef>
                          <a:spcPts val="0"/>
                        </a:spcBef>
                        <a:spcAft>
                          <a:spcPts val="0"/>
                        </a:spcAft>
                        <a:buNone/>
                      </a:pPr>
                      <a:r>
                        <a:rPr lang="ja-JP" sz="1200"/>
                        <a:t>小数</a:t>
                      </a:r>
                      <a:endParaRPr sz="1200">
                        <a:latin typeface="+mn-lt"/>
                        <a:ea typeface="+mn-ea"/>
                      </a:endParaRPr>
                    </a:p>
                  </a:txBody>
                  <a:tcPr marL="91450" marR="91450" marT="45725" marB="45725"/>
                </a:tc>
                <a:tc>
                  <a:txBody>
                    <a:bodyPr/>
                    <a:lstStyle/>
                    <a:p>
                      <a:pPr marL="0" marR="0" lvl="0" indent="0" algn="l" rtl="0">
                        <a:spcBef>
                          <a:spcPts val="0"/>
                        </a:spcBef>
                        <a:spcAft>
                          <a:spcPts val="0"/>
                        </a:spcAft>
                        <a:buNone/>
                      </a:pPr>
                      <a:r>
                        <a:rPr lang="ja-JP" sz="1200" dirty="0"/>
                        <a:t>double</a:t>
                      </a:r>
                      <a:endParaRPr sz="1200" dirty="0">
                        <a:latin typeface="+mn-lt"/>
                        <a:ea typeface="+mn-ea"/>
                      </a:endParaRPr>
                    </a:p>
                  </a:txBody>
                  <a:tcPr marL="91450" marR="91450" marT="45725" marB="45725"/>
                </a:tc>
                <a:tc>
                  <a:txBody>
                    <a:bodyPr/>
                    <a:lstStyle/>
                    <a:p>
                      <a:pPr marL="0" marR="0" lvl="0" indent="0" algn="ctr" rtl="0">
                        <a:spcBef>
                          <a:spcPts val="0"/>
                        </a:spcBef>
                        <a:spcAft>
                          <a:spcPts val="0"/>
                        </a:spcAft>
                        <a:buNone/>
                      </a:pPr>
                      <a:r>
                        <a:rPr lang="ja-JP" sz="1200"/>
                        <a:t>小数点付き</a:t>
                      </a:r>
                      <a:endParaRPr sz="1200">
                        <a:latin typeface="+mn-lt"/>
                        <a:ea typeface="+mn-ea"/>
                      </a:endParaRPr>
                    </a:p>
                  </a:txBody>
                  <a:tcPr marL="91450" marR="91450" marT="45725" marB="45725"/>
                </a:tc>
                <a:tc>
                  <a:txBody>
                    <a:bodyPr/>
                    <a:lstStyle/>
                    <a:p>
                      <a:pPr marL="0" marR="0" lvl="0" indent="0" algn="ctr" rtl="0">
                        <a:spcBef>
                          <a:spcPts val="0"/>
                        </a:spcBef>
                        <a:spcAft>
                          <a:spcPts val="0"/>
                        </a:spcAft>
                        <a:buNone/>
                      </a:pPr>
                      <a:r>
                        <a:rPr lang="ja-JP" sz="1200" dirty="0"/>
                        <a:t>3.14　5.0</a:t>
                      </a:r>
                      <a:endParaRPr sz="1200" dirty="0">
                        <a:latin typeface="+mn-lt"/>
                        <a:ea typeface="+mn-ea"/>
                      </a:endParaRPr>
                    </a:p>
                  </a:txBody>
                  <a:tcPr marL="91450" marR="91450" marT="45725" marB="45725"/>
                </a:tc>
                <a:extLst>
                  <a:ext uri="{0D108BD9-81ED-4DB2-BD59-A6C34878D82A}">
                    <a16:rowId xmlns:a16="http://schemas.microsoft.com/office/drawing/2014/main" val="10005"/>
                  </a:ext>
                </a:extLst>
              </a:tr>
              <a:tr h="418242">
                <a:tc vMerge="1">
                  <a:txBody>
                    <a:bodyPr/>
                    <a:lstStyle/>
                    <a:p>
                      <a:endParaRPr lang="ja-JP"/>
                    </a:p>
                  </a:txBody>
                  <a:tcPr/>
                </a:tc>
                <a:tc vMerge="1">
                  <a:txBody>
                    <a:bodyPr/>
                    <a:lstStyle/>
                    <a:p>
                      <a:endParaRPr lang="ja-JP"/>
                    </a:p>
                  </a:txBody>
                  <a:tcPr/>
                </a:tc>
                <a:tc>
                  <a:txBody>
                    <a:bodyPr/>
                    <a:lstStyle/>
                    <a:p>
                      <a:pPr marL="0" marR="0" lvl="0" indent="0" algn="l" rtl="0">
                        <a:spcBef>
                          <a:spcPts val="0"/>
                        </a:spcBef>
                        <a:spcAft>
                          <a:spcPts val="0"/>
                        </a:spcAft>
                        <a:buNone/>
                      </a:pPr>
                      <a:r>
                        <a:rPr lang="ja-JP" sz="1200" dirty="0"/>
                        <a:t>float</a:t>
                      </a:r>
                      <a:endParaRPr sz="1200" dirty="0">
                        <a:latin typeface="+mn-lt"/>
                        <a:ea typeface="+mn-ea"/>
                      </a:endParaRPr>
                    </a:p>
                  </a:txBody>
                  <a:tcPr marL="91450" marR="91450" marT="45725" marB="45725"/>
                </a:tc>
                <a:tc>
                  <a:txBody>
                    <a:bodyPr/>
                    <a:lstStyle/>
                    <a:p>
                      <a:pPr marL="0" marR="0" lvl="0" indent="0" algn="ctr" rtl="0">
                        <a:spcBef>
                          <a:spcPts val="0"/>
                        </a:spcBef>
                        <a:spcAft>
                          <a:spcPts val="0"/>
                        </a:spcAft>
                        <a:buNone/>
                      </a:pPr>
                      <a:r>
                        <a:rPr lang="ja-JP" sz="1200"/>
                        <a:t>小数点付きで</a:t>
                      </a:r>
                      <a:endParaRPr sz="1200"/>
                    </a:p>
                    <a:p>
                      <a:pPr marL="0" marR="0" lvl="0" indent="0" algn="ctr" rtl="0">
                        <a:spcBef>
                          <a:spcPts val="0"/>
                        </a:spcBef>
                        <a:spcAft>
                          <a:spcPts val="0"/>
                        </a:spcAft>
                        <a:buNone/>
                      </a:pPr>
                      <a:r>
                        <a:rPr lang="ja-JP" sz="1200"/>
                        <a:t>末尾にFまたはf</a:t>
                      </a:r>
                      <a:endParaRPr sz="1200">
                        <a:latin typeface="+mn-lt"/>
                        <a:ea typeface="+mn-ea"/>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Quattrocento Sans"/>
                        <a:buNone/>
                      </a:pPr>
                      <a:r>
                        <a:rPr lang="ja-JP" sz="1200" dirty="0"/>
                        <a:t>3.14F　5.0f</a:t>
                      </a:r>
                      <a:endParaRPr sz="1200" dirty="0">
                        <a:latin typeface="+mn-lt"/>
                        <a:ea typeface="+mn-ea"/>
                      </a:endParaRPr>
                    </a:p>
                  </a:txBody>
                  <a:tcPr marL="91450" marR="91450" marT="45725" marB="45725"/>
                </a:tc>
                <a:extLst>
                  <a:ext uri="{0D108BD9-81ED-4DB2-BD59-A6C34878D82A}">
                    <a16:rowId xmlns:a16="http://schemas.microsoft.com/office/drawing/2014/main" val="10006"/>
                  </a:ext>
                </a:extLst>
              </a:tr>
              <a:tr h="250949">
                <a:tc vMerge="1">
                  <a:txBody>
                    <a:bodyPr/>
                    <a:lstStyle/>
                    <a:p>
                      <a:endParaRPr lang="ja-JP"/>
                    </a:p>
                  </a:txBody>
                  <a:tcPr/>
                </a:tc>
                <a:tc>
                  <a:txBody>
                    <a:bodyPr/>
                    <a:lstStyle/>
                    <a:p>
                      <a:pPr marL="0" marR="0" lvl="0" indent="0" algn="l" rtl="0">
                        <a:spcBef>
                          <a:spcPts val="0"/>
                        </a:spcBef>
                        <a:spcAft>
                          <a:spcPts val="0"/>
                        </a:spcAft>
                        <a:buNone/>
                      </a:pPr>
                      <a:r>
                        <a:rPr lang="ja-JP" sz="1200"/>
                        <a:t>真偽値</a:t>
                      </a:r>
                      <a:endParaRPr sz="1200">
                        <a:latin typeface="+mn-lt"/>
                        <a:ea typeface="+mn-ea"/>
                      </a:endParaRPr>
                    </a:p>
                  </a:txBody>
                  <a:tcPr marL="91450" marR="91450" marT="45725" marB="45725"/>
                </a:tc>
                <a:tc>
                  <a:txBody>
                    <a:bodyPr/>
                    <a:lstStyle/>
                    <a:p>
                      <a:pPr marL="0" marR="0" lvl="0" indent="0" algn="l" rtl="0">
                        <a:spcBef>
                          <a:spcPts val="0"/>
                        </a:spcBef>
                        <a:spcAft>
                          <a:spcPts val="0"/>
                        </a:spcAft>
                        <a:buNone/>
                      </a:pPr>
                      <a:r>
                        <a:rPr lang="ja-JP" sz="1200" dirty="0"/>
                        <a:t>boolean</a:t>
                      </a:r>
                      <a:endParaRPr sz="1200" dirty="0">
                        <a:latin typeface="+mn-lt"/>
                        <a:ea typeface="+mn-ea"/>
                      </a:endParaRPr>
                    </a:p>
                  </a:txBody>
                  <a:tcPr marL="91450" marR="91450" marT="45725" marB="45725"/>
                </a:tc>
                <a:tc>
                  <a:txBody>
                    <a:bodyPr/>
                    <a:lstStyle/>
                    <a:p>
                      <a:pPr marL="0" marR="0" lvl="0" indent="0" algn="ctr" rtl="0">
                        <a:spcBef>
                          <a:spcPts val="0"/>
                        </a:spcBef>
                        <a:spcAft>
                          <a:spcPts val="0"/>
                        </a:spcAft>
                        <a:buNone/>
                      </a:pPr>
                      <a:r>
                        <a:rPr lang="ja-JP" sz="1200"/>
                        <a:t>trueとfalseのみ</a:t>
                      </a:r>
                      <a:endParaRPr sz="1200">
                        <a:latin typeface="+mn-lt"/>
                        <a:ea typeface="+mn-ea"/>
                      </a:endParaRPr>
                    </a:p>
                  </a:txBody>
                  <a:tcPr marL="91450" marR="91450" marT="45725" marB="45725"/>
                </a:tc>
                <a:tc>
                  <a:txBody>
                    <a:bodyPr/>
                    <a:lstStyle/>
                    <a:p>
                      <a:pPr marL="0" marR="0" lvl="0" indent="0" algn="ctr" rtl="0">
                        <a:spcBef>
                          <a:spcPts val="0"/>
                        </a:spcBef>
                        <a:spcAft>
                          <a:spcPts val="0"/>
                        </a:spcAft>
                        <a:buNone/>
                      </a:pPr>
                      <a:r>
                        <a:rPr lang="ja-JP" sz="1200" dirty="0"/>
                        <a:t>true　false</a:t>
                      </a:r>
                      <a:endParaRPr sz="1200" dirty="0">
                        <a:latin typeface="+mn-lt"/>
                        <a:ea typeface="+mn-ea"/>
                      </a:endParaRPr>
                    </a:p>
                  </a:txBody>
                  <a:tcPr marL="91450" marR="91450" marT="45725" marB="45725"/>
                </a:tc>
                <a:extLst>
                  <a:ext uri="{0D108BD9-81ED-4DB2-BD59-A6C34878D82A}">
                    <a16:rowId xmlns:a16="http://schemas.microsoft.com/office/drawing/2014/main" val="10007"/>
                  </a:ext>
                </a:extLst>
              </a:tr>
              <a:tr h="250949">
                <a:tc vMerge="1">
                  <a:txBody>
                    <a:bodyPr/>
                    <a:lstStyle/>
                    <a:p>
                      <a:endParaRPr lang="ja-JP"/>
                    </a:p>
                  </a:txBody>
                  <a:tcPr/>
                </a:tc>
                <a:tc>
                  <a:txBody>
                    <a:bodyPr/>
                    <a:lstStyle/>
                    <a:p>
                      <a:pPr marL="0" marR="0" lvl="0" indent="0" algn="l" rtl="0">
                        <a:spcBef>
                          <a:spcPts val="0"/>
                        </a:spcBef>
                        <a:spcAft>
                          <a:spcPts val="0"/>
                        </a:spcAft>
                        <a:buNone/>
                      </a:pPr>
                      <a:r>
                        <a:rPr lang="ja-JP" sz="1200"/>
                        <a:t>文字</a:t>
                      </a:r>
                      <a:endParaRPr sz="1200">
                        <a:latin typeface="+mn-lt"/>
                        <a:ea typeface="+mn-ea"/>
                      </a:endParaRPr>
                    </a:p>
                  </a:txBody>
                  <a:tcPr marL="91450" marR="91450" marT="45725" marB="45725"/>
                </a:tc>
                <a:tc>
                  <a:txBody>
                    <a:bodyPr/>
                    <a:lstStyle/>
                    <a:p>
                      <a:pPr marL="0" marR="0" lvl="0" indent="0" algn="l" rtl="0">
                        <a:spcBef>
                          <a:spcPts val="0"/>
                        </a:spcBef>
                        <a:spcAft>
                          <a:spcPts val="0"/>
                        </a:spcAft>
                        <a:buNone/>
                      </a:pPr>
                      <a:r>
                        <a:rPr lang="ja-JP" sz="1200"/>
                        <a:t>char</a:t>
                      </a:r>
                      <a:endParaRPr sz="1200">
                        <a:latin typeface="+mn-lt"/>
                        <a:ea typeface="+mn-ea"/>
                      </a:endParaRPr>
                    </a:p>
                  </a:txBody>
                  <a:tcPr marL="91450" marR="91450" marT="45725" marB="45725"/>
                </a:tc>
                <a:tc>
                  <a:txBody>
                    <a:bodyPr/>
                    <a:lstStyle/>
                    <a:p>
                      <a:pPr marL="0" marR="0" lvl="0" indent="0" algn="ctr" rtl="0">
                        <a:spcBef>
                          <a:spcPts val="0"/>
                        </a:spcBef>
                        <a:spcAft>
                          <a:spcPts val="0"/>
                        </a:spcAft>
                        <a:buNone/>
                      </a:pPr>
                      <a:r>
                        <a:rPr lang="ja-JP" sz="1200"/>
                        <a:t>引用符で囲む</a:t>
                      </a:r>
                      <a:endParaRPr sz="1200">
                        <a:latin typeface="+mn-lt"/>
                        <a:ea typeface="+mn-ea"/>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Quattrocento Sans"/>
                        <a:buNone/>
                      </a:pPr>
                      <a:r>
                        <a:rPr lang="ja-JP" sz="1200" dirty="0"/>
                        <a:t>‘5’　‘五’</a:t>
                      </a:r>
                      <a:endParaRPr sz="1200" dirty="0">
                        <a:latin typeface="+mn-lt"/>
                        <a:ea typeface="+mn-ea"/>
                      </a:endParaRPr>
                    </a:p>
                  </a:txBody>
                  <a:tcPr marL="91450" marR="91450" marT="45725" marB="45725"/>
                </a:tc>
                <a:extLst>
                  <a:ext uri="{0D108BD9-81ED-4DB2-BD59-A6C34878D82A}">
                    <a16:rowId xmlns:a16="http://schemas.microsoft.com/office/drawing/2014/main" val="10008"/>
                  </a:ext>
                </a:extLst>
              </a:tr>
              <a:tr h="368668">
                <a:tc>
                  <a:txBody>
                    <a:bodyPr/>
                    <a:lstStyle/>
                    <a:p>
                      <a:pPr marL="0" marR="0" lvl="0" indent="0" algn="l" rtl="0">
                        <a:spcBef>
                          <a:spcPts val="0"/>
                        </a:spcBef>
                        <a:spcAft>
                          <a:spcPts val="0"/>
                        </a:spcAft>
                        <a:buNone/>
                      </a:pPr>
                      <a:r>
                        <a:rPr lang="ja-JP" sz="1200"/>
                        <a:t>参照型</a:t>
                      </a:r>
                      <a:endParaRPr sz="1200">
                        <a:latin typeface="+mn-lt"/>
                        <a:ea typeface="+mn-ea"/>
                      </a:endParaRPr>
                    </a:p>
                  </a:txBody>
                  <a:tcPr marL="91450" marR="91450" marT="45725" marB="45725"/>
                </a:tc>
                <a:tc>
                  <a:txBody>
                    <a:bodyPr/>
                    <a:lstStyle/>
                    <a:p>
                      <a:pPr marL="0" marR="0" lvl="0" indent="0" algn="l" rtl="0">
                        <a:spcBef>
                          <a:spcPts val="0"/>
                        </a:spcBef>
                        <a:spcAft>
                          <a:spcPts val="0"/>
                        </a:spcAft>
                        <a:buNone/>
                      </a:pPr>
                      <a:r>
                        <a:rPr lang="ja-JP" sz="1200"/>
                        <a:t>文字列</a:t>
                      </a:r>
                      <a:endParaRPr sz="1200">
                        <a:latin typeface="+mn-lt"/>
                        <a:ea typeface="+mn-ea"/>
                      </a:endParaRPr>
                    </a:p>
                  </a:txBody>
                  <a:tcPr marL="91450" marR="91450" marT="45725" marB="45725"/>
                </a:tc>
                <a:tc>
                  <a:txBody>
                    <a:bodyPr/>
                    <a:lstStyle/>
                    <a:p>
                      <a:pPr marL="0" marR="0" lvl="0" indent="0" algn="l" rtl="0">
                        <a:spcBef>
                          <a:spcPts val="0"/>
                        </a:spcBef>
                        <a:spcAft>
                          <a:spcPts val="0"/>
                        </a:spcAft>
                        <a:buNone/>
                      </a:pPr>
                      <a:r>
                        <a:rPr lang="ja-JP" sz="1200" dirty="0"/>
                        <a:t>String</a:t>
                      </a:r>
                      <a:endParaRPr sz="1200" dirty="0">
                        <a:latin typeface="+mn-lt"/>
                        <a:ea typeface="+mn-ea"/>
                      </a:endParaRPr>
                    </a:p>
                  </a:txBody>
                  <a:tcPr marL="91450" marR="91450" marT="45725" marB="45725"/>
                </a:tc>
                <a:tc>
                  <a:txBody>
                    <a:bodyPr/>
                    <a:lstStyle/>
                    <a:p>
                      <a:pPr marL="0" marR="0" lvl="0" indent="0" algn="ctr" rtl="0">
                        <a:spcBef>
                          <a:spcPts val="0"/>
                        </a:spcBef>
                        <a:spcAft>
                          <a:spcPts val="0"/>
                        </a:spcAft>
                        <a:buNone/>
                      </a:pPr>
                      <a:r>
                        <a:rPr lang="ja-JP" sz="1200"/>
                        <a:t>二重引用符で囲む</a:t>
                      </a:r>
                      <a:endParaRPr sz="1200">
                        <a:latin typeface="+mn-lt"/>
                        <a:ea typeface="+mn-ea"/>
                      </a:endParaRPr>
                    </a:p>
                  </a:txBody>
                  <a:tcPr marL="91450" marR="91450" marT="45725" marB="45725"/>
                </a:tc>
                <a:tc>
                  <a:txBody>
                    <a:bodyPr/>
                    <a:lstStyle/>
                    <a:p>
                      <a:pPr marL="0" marR="0" lvl="0" indent="0" algn="ctr" rtl="0">
                        <a:spcBef>
                          <a:spcPts val="0"/>
                        </a:spcBef>
                        <a:spcAft>
                          <a:spcPts val="0"/>
                        </a:spcAft>
                        <a:buNone/>
                      </a:pPr>
                      <a:r>
                        <a:rPr lang="ja-JP" sz="1200" dirty="0"/>
                        <a:t>“IT-College”　“”</a:t>
                      </a:r>
                      <a:endParaRPr sz="1200" dirty="0">
                        <a:latin typeface="+mn-lt"/>
                        <a:ea typeface="+mn-ea"/>
                      </a:endParaRPr>
                    </a:p>
                  </a:txBody>
                  <a:tcPr marL="91450" marR="91450" marT="45725" marB="45725"/>
                </a:tc>
                <a:extLst>
                  <a:ext uri="{0D108BD9-81ED-4DB2-BD59-A6C34878D82A}">
                    <a16:rowId xmlns:a16="http://schemas.microsoft.com/office/drawing/2014/main" val="10009"/>
                  </a:ext>
                </a:extLst>
              </a:tr>
            </a:tbl>
          </a:graphicData>
        </a:graphic>
      </p:graphicFrame>
      <p:grpSp>
        <p:nvGrpSpPr>
          <p:cNvPr id="21" name="グループ化 20">
            <a:extLst>
              <a:ext uri="{FF2B5EF4-FFF2-40B4-BE49-F238E27FC236}">
                <a16:creationId xmlns:a16="http://schemas.microsoft.com/office/drawing/2014/main" id="{AD19E59C-1151-4145-B731-83A92CB7DC0B}"/>
              </a:ext>
            </a:extLst>
          </p:cNvPr>
          <p:cNvGrpSpPr/>
          <p:nvPr/>
        </p:nvGrpSpPr>
        <p:grpSpPr>
          <a:xfrm>
            <a:off x="268873" y="786891"/>
            <a:ext cx="8411576" cy="4075185"/>
            <a:chOff x="268873" y="786891"/>
            <a:chExt cx="8411576" cy="4132541"/>
          </a:xfrm>
        </p:grpSpPr>
        <p:sp>
          <p:nvSpPr>
            <p:cNvPr id="12" name="四角形: 角を丸くする 11">
              <a:extLst>
                <a:ext uri="{FF2B5EF4-FFF2-40B4-BE49-F238E27FC236}">
                  <a16:creationId xmlns:a16="http://schemas.microsoft.com/office/drawing/2014/main" id="{F4BC99DF-88CF-4B6E-87BC-88B80E5B3394}"/>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7" name="テキスト ボックス 6">
              <a:extLst>
                <a:ext uri="{FF2B5EF4-FFF2-40B4-BE49-F238E27FC236}">
                  <a16:creationId xmlns:a16="http://schemas.microsoft.com/office/drawing/2014/main" id="{53A93B3A-A638-48DB-A368-7D2A9E5DE5BC}"/>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pic>
          <p:nvPicPr>
            <p:cNvPr id="19" name="図 18">
              <a:extLst>
                <a:ext uri="{FF2B5EF4-FFF2-40B4-BE49-F238E27FC236}">
                  <a16:creationId xmlns:a16="http://schemas.microsoft.com/office/drawing/2014/main" id="{8674F1AF-081F-45BB-B29C-A52FB6F99B32}"/>
                </a:ext>
              </a:extLst>
            </p:cNvPr>
            <p:cNvPicPr>
              <a:picLocks noChangeAspect="1"/>
            </p:cNvPicPr>
            <p:nvPr/>
          </p:nvPicPr>
          <p:blipFill>
            <a:blip r:embed="rId2"/>
            <a:stretch>
              <a:fillRect/>
            </a:stretch>
          </p:blipFill>
          <p:spPr>
            <a:xfrm>
              <a:off x="268873" y="805343"/>
              <a:ext cx="728929" cy="728929"/>
            </a:xfrm>
            <a:prstGeom prst="rect">
              <a:avLst/>
            </a:prstGeom>
          </p:spPr>
        </p:pic>
        <p:sp>
          <p:nvSpPr>
            <p:cNvPr id="17" name="吹き出し: 円形 16">
              <a:extLst>
                <a:ext uri="{FF2B5EF4-FFF2-40B4-BE49-F238E27FC236}">
                  <a16:creationId xmlns:a16="http://schemas.microsoft.com/office/drawing/2014/main" id="{E34798A2-F59A-42B2-97A7-40FA545D987D}"/>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grpSp>
    </p:spTree>
    <p:extLst>
      <p:ext uri="{BB962C8B-B14F-4D97-AF65-F5344CB8AC3E}">
        <p14:creationId xmlns:p14="http://schemas.microsoft.com/office/powerpoint/2010/main" val="793301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9ED1DCE6-0DC5-47D9-8BE8-DE5B6F1BB0E4}"/>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2DC4B8CA-34F0-4306-BF5E-CF84832B9FAB}"/>
              </a:ext>
            </a:extLst>
          </p:cNvPr>
          <p:cNvSpPr>
            <a:spLocks noGrp="1"/>
          </p:cNvSpPr>
          <p:nvPr>
            <p:ph type="ctrTitle"/>
          </p:nvPr>
        </p:nvSpPr>
        <p:spPr/>
        <p:txBody>
          <a:bodyPr/>
          <a:lstStyle/>
          <a:p>
            <a:r>
              <a:rPr kumimoji="1" lang="ja-JP" altLang="en-US" dirty="0"/>
              <a:t>エスケープシーケンス</a:t>
            </a:r>
          </a:p>
        </p:txBody>
      </p:sp>
      <p:sp>
        <p:nvSpPr>
          <p:cNvPr id="4" name="スライド番号プレースホルダー 3">
            <a:extLst>
              <a:ext uri="{FF2B5EF4-FFF2-40B4-BE49-F238E27FC236}">
                <a16:creationId xmlns:a16="http://schemas.microsoft.com/office/drawing/2014/main" id="{C1208123-3AEB-495B-8C06-825BAEEAC27A}"/>
              </a:ext>
            </a:extLst>
          </p:cNvPr>
          <p:cNvSpPr>
            <a:spLocks noGrp="1"/>
          </p:cNvSpPr>
          <p:nvPr>
            <p:ph type="sldNum" sz="quarter" idx="4"/>
          </p:nvPr>
        </p:nvSpPr>
        <p:spPr/>
        <p:txBody>
          <a:bodyPr/>
          <a:lstStyle/>
          <a:p>
            <a:fld id="{00000000-1234-1234-1234-123412341234}" type="slidenum">
              <a:rPr lang="en" smtClean="0"/>
              <a:pPr/>
              <a:t>7</a:t>
            </a:fld>
            <a:endParaRPr lang="en" dirty="0">
              <a:latin typeface="+mn-ea"/>
            </a:endParaRPr>
          </a:p>
        </p:txBody>
      </p:sp>
      <p:sp>
        <p:nvSpPr>
          <p:cNvPr id="6" name="テキスト プレースホルダー 5">
            <a:extLst>
              <a:ext uri="{FF2B5EF4-FFF2-40B4-BE49-F238E27FC236}">
                <a16:creationId xmlns:a16="http://schemas.microsoft.com/office/drawing/2014/main" id="{9979D651-6F5B-4680-968E-5493DF841745}"/>
              </a:ext>
            </a:extLst>
          </p:cNvPr>
          <p:cNvSpPr>
            <a:spLocks noGrp="1"/>
          </p:cNvSpPr>
          <p:nvPr>
            <p:ph type="body" sz="quarter" idx="15"/>
          </p:nvPr>
        </p:nvSpPr>
        <p:spPr>
          <a:xfrm>
            <a:off x="463549" y="1023814"/>
            <a:ext cx="7177471" cy="824864"/>
          </a:xfrm>
        </p:spPr>
        <p:txBody>
          <a:bodyPr/>
          <a:lstStyle/>
          <a:p>
            <a:r>
              <a:rPr kumimoji="1" lang="en-US" altLang="ja-JP" dirty="0"/>
              <a:t>『\』</a:t>
            </a:r>
            <a:r>
              <a:rPr kumimoji="1" lang="ja-JP" altLang="en-US" dirty="0"/>
              <a:t>と他の文字を組み合わせることで特殊な文字を表現する方法を</a:t>
            </a:r>
            <a:br>
              <a:rPr kumimoji="1" lang="en-US" altLang="ja-JP" dirty="0"/>
            </a:br>
            <a:r>
              <a:rPr kumimoji="1" lang="ja-JP" altLang="en-US" dirty="0">
                <a:solidFill>
                  <a:srgbClr val="FF0000"/>
                </a:solidFill>
              </a:rPr>
              <a:t>エスケープシーケンス</a:t>
            </a:r>
            <a:r>
              <a:rPr kumimoji="1" lang="ja-JP" altLang="en-US" dirty="0"/>
              <a:t>と言う。</a:t>
            </a:r>
          </a:p>
        </p:txBody>
      </p:sp>
      <p:sp>
        <p:nvSpPr>
          <p:cNvPr id="7" name="テキスト プレースホルダー 6">
            <a:extLst>
              <a:ext uri="{FF2B5EF4-FFF2-40B4-BE49-F238E27FC236}">
                <a16:creationId xmlns:a16="http://schemas.microsoft.com/office/drawing/2014/main" id="{FB7B5B60-F090-48DD-8C8E-8EA5A71AF6C7}"/>
              </a:ext>
            </a:extLst>
          </p:cNvPr>
          <p:cNvSpPr>
            <a:spLocks noGrp="1"/>
          </p:cNvSpPr>
          <p:nvPr>
            <p:ph type="body" sz="quarter" idx="16"/>
          </p:nvPr>
        </p:nvSpPr>
        <p:spPr/>
        <p:txBody>
          <a:bodyPr/>
          <a:lstStyle/>
          <a:p>
            <a:endParaRPr kumimoji="1" lang="ja-JP" altLang="en-US"/>
          </a:p>
        </p:txBody>
      </p:sp>
      <p:sp>
        <p:nvSpPr>
          <p:cNvPr id="11" name="テキスト プレースホルダー 4">
            <a:extLst>
              <a:ext uri="{FF2B5EF4-FFF2-40B4-BE49-F238E27FC236}">
                <a16:creationId xmlns:a16="http://schemas.microsoft.com/office/drawing/2014/main" id="{B588C827-0C0E-4145-A366-CC13E673CF13}"/>
              </a:ext>
            </a:extLst>
          </p:cNvPr>
          <p:cNvSpPr>
            <a:spLocks noGrp="1"/>
          </p:cNvSpPr>
          <p:nvPr>
            <p:ph type="body" sz="quarter" idx="14"/>
          </p:nvPr>
        </p:nvSpPr>
        <p:spPr>
          <a:xfrm>
            <a:off x="506755" y="1848678"/>
            <a:ext cx="8216900" cy="541192"/>
          </a:xfrm>
        </p:spPr>
        <p:txBody>
          <a:bodyPr/>
          <a:lstStyle/>
          <a:p>
            <a:pPr marL="96838" indent="0">
              <a:buNone/>
            </a:pPr>
            <a:r>
              <a:rPr lang="en-US" altLang="ja-JP" dirty="0"/>
              <a:t>	</a:t>
            </a:r>
            <a:r>
              <a:rPr kumimoji="1" lang="ja-JP" altLang="en-US" b="1" dirty="0">
                <a:solidFill>
                  <a:schemeClr val="accent1"/>
                </a:solidFill>
              </a:rPr>
              <a:t>文字列は”で囲みます</a:t>
            </a:r>
          </a:p>
          <a:p>
            <a:pPr marL="96838" indent="0">
              <a:buNone/>
            </a:pPr>
            <a:r>
              <a:rPr kumimoji="1" lang="ja-JP" altLang="en-US" dirty="0"/>
              <a:t>という文字を画面に表示するプログラムを考えてみましょう。</a:t>
            </a:r>
          </a:p>
          <a:p>
            <a:pPr marL="96838" indent="0">
              <a:buNone/>
            </a:pPr>
            <a:endParaRPr kumimoji="1" lang="ja-JP" altLang="en-US" dirty="0"/>
          </a:p>
        </p:txBody>
      </p:sp>
      <p:sp>
        <p:nvSpPr>
          <p:cNvPr id="12" name="テキスト プレースホルダー 4">
            <a:extLst>
              <a:ext uri="{FF2B5EF4-FFF2-40B4-BE49-F238E27FC236}">
                <a16:creationId xmlns:a16="http://schemas.microsoft.com/office/drawing/2014/main" id="{304BBEF1-16FF-49AC-8BD5-11C10995928E}"/>
              </a:ext>
            </a:extLst>
          </p:cNvPr>
          <p:cNvSpPr txBox="1">
            <a:spLocks/>
          </p:cNvSpPr>
          <p:nvPr/>
        </p:nvSpPr>
        <p:spPr>
          <a:xfrm>
            <a:off x="1293559" y="2473517"/>
            <a:ext cx="6347461" cy="147223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public class </a:t>
            </a:r>
            <a:r>
              <a:rPr lang="en-US" altLang="ja-JP" dirty="0" err="1"/>
              <a:t>EscSample</a:t>
            </a:r>
            <a:r>
              <a:rPr lang="en-US" altLang="ja-JP" dirty="0"/>
              <a:t> {</a:t>
            </a:r>
          </a:p>
          <a:p>
            <a:pPr marL="96838" indent="0">
              <a:buFont typeface="Arial" panose="020B0604020202020204" pitchFamily="34" charset="0"/>
              <a:buNone/>
            </a:pPr>
            <a:r>
              <a:rPr lang="en-US" altLang="ja-JP" dirty="0"/>
              <a:t>	public static void main(String[] </a:t>
            </a:r>
            <a:r>
              <a:rPr lang="en-US" altLang="ja-JP" dirty="0" err="1"/>
              <a:t>args</a:t>
            </a:r>
            <a:r>
              <a:rPr lang="en-US" altLang="ja-JP" dirty="0"/>
              <a:t>) {</a:t>
            </a:r>
          </a:p>
          <a:p>
            <a:pPr marL="96838" indent="0">
              <a:buFont typeface="Arial" panose="020B0604020202020204" pitchFamily="34" charset="0"/>
              <a:buNone/>
            </a:pPr>
            <a:r>
              <a:rPr lang="en-US" altLang="ja-JP" dirty="0"/>
              <a:t>		</a:t>
            </a:r>
            <a:r>
              <a:rPr lang="en-US" altLang="ja-JP" dirty="0" err="1"/>
              <a:t>System.out.println</a:t>
            </a:r>
            <a:r>
              <a:rPr lang="en-US" altLang="ja-JP" dirty="0"/>
              <a:t>("</a:t>
            </a:r>
            <a:r>
              <a:rPr lang="ja-JP" altLang="en-US" dirty="0"/>
              <a:t>文字列は</a:t>
            </a:r>
            <a:r>
              <a:rPr lang="en-US" altLang="ja-JP" dirty="0"/>
              <a:t>"</a:t>
            </a:r>
            <a:r>
              <a:rPr lang="ja-JP" altLang="en-US" dirty="0"/>
              <a:t>で囲みます</a:t>
            </a:r>
            <a:r>
              <a:rPr lang="en-US" altLang="ja-JP" dirty="0"/>
              <a:t>");</a:t>
            </a:r>
          </a:p>
          <a:p>
            <a:pPr marL="96838" indent="0">
              <a:buFont typeface="Arial" panose="020B0604020202020204" pitchFamily="34" charset="0"/>
              <a:buNone/>
            </a:pPr>
            <a:r>
              <a:rPr lang="en-US" altLang="ja-JP" dirty="0"/>
              <a:t>	}</a:t>
            </a:r>
          </a:p>
          <a:p>
            <a:pPr marL="96838" indent="0">
              <a:buFont typeface="Arial" panose="020B0604020202020204" pitchFamily="34" charset="0"/>
              <a:buNone/>
            </a:pPr>
            <a:r>
              <a:rPr lang="en-US" altLang="ja-JP" dirty="0"/>
              <a:t>}</a:t>
            </a:r>
          </a:p>
        </p:txBody>
      </p:sp>
      <p:sp>
        <p:nvSpPr>
          <p:cNvPr id="13" name="テキスト プレースホルダー 4">
            <a:extLst>
              <a:ext uri="{FF2B5EF4-FFF2-40B4-BE49-F238E27FC236}">
                <a16:creationId xmlns:a16="http://schemas.microsoft.com/office/drawing/2014/main" id="{9D24EBFE-E394-4EEF-829E-11D3A8DCD898}"/>
              </a:ext>
            </a:extLst>
          </p:cNvPr>
          <p:cNvSpPr txBox="1">
            <a:spLocks/>
          </p:cNvSpPr>
          <p:nvPr/>
        </p:nvSpPr>
        <p:spPr>
          <a:xfrm>
            <a:off x="506755" y="4028838"/>
            <a:ext cx="8216900" cy="1186393"/>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でも、これではコンパイルエラーになってしまいます。理由を考えてみましょう。</a:t>
            </a:r>
          </a:p>
          <a:p>
            <a:pPr marL="96838" indent="0">
              <a:buFont typeface="Arial" panose="020B0604020202020204" pitchFamily="34" charset="0"/>
              <a:buNone/>
            </a:pPr>
            <a:r>
              <a:rPr lang="ja-JP" altLang="en-US" dirty="0"/>
              <a:t>正しく表示するためには</a:t>
            </a:r>
            <a:r>
              <a:rPr lang="en-US" altLang="ja-JP" dirty="0"/>
              <a:t>\</a:t>
            </a:r>
            <a:r>
              <a:rPr lang="ja-JP" altLang="en-US" dirty="0"/>
              <a:t>を付ける必要があります。</a:t>
            </a:r>
          </a:p>
          <a:p>
            <a:pPr marL="96838" indent="0">
              <a:buFont typeface="Arial" panose="020B0604020202020204" pitchFamily="34" charset="0"/>
              <a:buNone/>
            </a:pPr>
            <a:r>
              <a:rPr lang="ja-JP" altLang="en-US" dirty="0"/>
              <a:t>       </a:t>
            </a:r>
            <a:r>
              <a:rPr lang="en-US" altLang="ja-JP" b="1" dirty="0" err="1">
                <a:solidFill>
                  <a:schemeClr val="accent1"/>
                </a:solidFill>
              </a:rPr>
              <a:t>System.out.println</a:t>
            </a:r>
            <a:r>
              <a:rPr lang="en-US" altLang="ja-JP" b="1" dirty="0">
                <a:solidFill>
                  <a:schemeClr val="accent1"/>
                </a:solidFill>
              </a:rPr>
              <a:t>(“</a:t>
            </a:r>
            <a:r>
              <a:rPr lang="ja-JP" altLang="en-US" b="1" dirty="0">
                <a:solidFill>
                  <a:schemeClr val="accent1"/>
                </a:solidFill>
              </a:rPr>
              <a:t>文字列は</a:t>
            </a:r>
            <a:r>
              <a:rPr lang="en-US" altLang="ja-JP" b="1" dirty="0">
                <a:solidFill>
                  <a:schemeClr val="accent1"/>
                </a:solidFill>
              </a:rPr>
              <a:t>\”</a:t>
            </a:r>
            <a:r>
              <a:rPr lang="ja-JP" altLang="en-US" b="1" dirty="0">
                <a:solidFill>
                  <a:schemeClr val="accent1"/>
                </a:solidFill>
              </a:rPr>
              <a:t>で囲みます”</a:t>
            </a:r>
            <a:r>
              <a:rPr lang="en-US" altLang="ja-JP" b="1" dirty="0">
                <a:solidFill>
                  <a:schemeClr val="accent1"/>
                </a:solidFill>
              </a:rPr>
              <a:t>); </a:t>
            </a:r>
          </a:p>
        </p:txBody>
      </p:sp>
    </p:spTree>
    <p:extLst>
      <p:ext uri="{BB962C8B-B14F-4D97-AF65-F5344CB8AC3E}">
        <p14:creationId xmlns:p14="http://schemas.microsoft.com/office/powerpoint/2010/main" val="2842707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BB2ED9F-169F-44BB-A9A3-3DDAC5895F07}"/>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3733A05E-9BA9-4926-9517-67B8A0E150D6}"/>
              </a:ext>
            </a:extLst>
          </p:cNvPr>
          <p:cNvSpPr>
            <a:spLocks noGrp="1"/>
          </p:cNvSpPr>
          <p:nvPr>
            <p:ph type="ctrTitle"/>
          </p:nvPr>
        </p:nvSpPr>
        <p:spPr/>
        <p:txBody>
          <a:bodyPr/>
          <a:lstStyle/>
          <a:p>
            <a:r>
              <a:rPr lang="ja-JP" altLang="ja-JP" dirty="0"/>
              <a:t>エスケープシーケンス</a:t>
            </a:r>
            <a:endParaRPr kumimoji="1" lang="ja-JP" altLang="en-US" dirty="0"/>
          </a:p>
        </p:txBody>
      </p:sp>
      <p:sp>
        <p:nvSpPr>
          <p:cNvPr id="4" name="スライド番号プレースホルダー 3">
            <a:extLst>
              <a:ext uri="{FF2B5EF4-FFF2-40B4-BE49-F238E27FC236}">
                <a16:creationId xmlns:a16="http://schemas.microsoft.com/office/drawing/2014/main" id="{1A2327F3-4D81-4258-9EF3-EE6FB654831E}"/>
              </a:ext>
            </a:extLst>
          </p:cNvPr>
          <p:cNvSpPr>
            <a:spLocks noGrp="1"/>
          </p:cNvSpPr>
          <p:nvPr>
            <p:ph type="sldNum" sz="quarter" idx="4"/>
          </p:nvPr>
        </p:nvSpPr>
        <p:spPr/>
        <p:txBody>
          <a:bodyPr/>
          <a:lstStyle/>
          <a:p>
            <a:fld id="{00000000-1234-1234-1234-123412341234}" type="slidenum">
              <a:rPr lang="en" smtClean="0"/>
              <a:pPr/>
              <a:t>8</a:t>
            </a:fld>
            <a:endParaRPr lang="en" dirty="0"/>
          </a:p>
        </p:txBody>
      </p:sp>
      <p:sp>
        <p:nvSpPr>
          <p:cNvPr id="5" name="テキスト プレースホルダー 4">
            <a:extLst>
              <a:ext uri="{FF2B5EF4-FFF2-40B4-BE49-F238E27FC236}">
                <a16:creationId xmlns:a16="http://schemas.microsoft.com/office/drawing/2014/main" id="{E96A51FE-B42A-4EE4-A9DA-EEAF06618A1F}"/>
              </a:ext>
            </a:extLst>
          </p:cNvPr>
          <p:cNvSpPr>
            <a:spLocks noGrp="1"/>
          </p:cNvSpPr>
          <p:nvPr>
            <p:ph type="body" sz="quarter" idx="14"/>
          </p:nvPr>
        </p:nvSpPr>
        <p:spPr>
          <a:xfrm>
            <a:off x="462875" y="859491"/>
            <a:ext cx="8216900" cy="1015029"/>
          </a:xfrm>
        </p:spPr>
        <p:txBody>
          <a:bodyPr/>
          <a:lstStyle/>
          <a:p>
            <a:pPr marL="96838" indent="0">
              <a:buNone/>
            </a:pPr>
            <a:r>
              <a:rPr kumimoji="1" lang="ja-JP" altLang="en-US" dirty="0"/>
              <a:t>前のページの例では「</a:t>
            </a:r>
            <a:r>
              <a:rPr kumimoji="1" lang="en-US" altLang="ja-JP" dirty="0"/>
              <a:t>\”</a:t>
            </a:r>
            <a:r>
              <a:rPr kumimoji="1" lang="ja-JP" altLang="en-US" dirty="0"/>
              <a:t>」という</a:t>
            </a:r>
            <a:r>
              <a:rPr kumimoji="1" lang="en-US" altLang="ja-JP" dirty="0"/>
              <a:t>2</a:t>
            </a:r>
            <a:r>
              <a:rPr kumimoji="1" lang="ja-JP" altLang="en-US" dirty="0"/>
              <a:t>文字を書くことで「”」を表示することができました。</a:t>
            </a:r>
          </a:p>
          <a:p>
            <a:pPr marL="96838" indent="0">
              <a:buNone/>
            </a:pPr>
            <a:r>
              <a:rPr kumimoji="1" lang="ja-JP" altLang="en-US" dirty="0"/>
              <a:t>このように「</a:t>
            </a:r>
            <a:r>
              <a:rPr kumimoji="1" lang="en-US" altLang="ja-JP" dirty="0"/>
              <a:t>\</a:t>
            </a:r>
            <a:r>
              <a:rPr kumimoji="1" lang="ja-JP" altLang="en-US" dirty="0"/>
              <a:t>」の字と他の字を組み合わせて</a:t>
            </a:r>
            <a:r>
              <a:rPr kumimoji="1" lang="en-US" altLang="ja-JP" dirty="0"/>
              <a:t>1</a:t>
            </a:r>
            <a:r>
              <a:rPr kumimoji="1" lang="ja-JP" altLang="en-US" dirty="0"/>
              <a:t>つの文字を表したり、何かの機能を表すことをエスケープシーケンスといいます。</a:t>
            </a:r>
          </a:p>
          <a:p>
            <a:pPr marL="96838" indent="0">
              <a:buNone/>
            </a:pPr>
            <a:r>
              <a:rPr kumimoji="1" lang="ja-JP" altLang="en-US" dirty="0"/>
              <a:t>代表的なものを下に紹介します。</a:t>
            </a:r>
          </a:p>
        </p:txBody>
      </p:sp>
      <p:graphicFrame>
        <p:nvGraphicFramePr>
          <p:cNvPr id="8" name="Google Shape;135;p17">
            <a:extLst>
              <a:ext uri="{FF2B5EF4-FFF2-40B4-BE49-F238E27FC236}">
                <a16:creationId xmlns:a16="http://schemas.microsoft.com/office/drawing/2014/main" id="{24A77B15-E2C0-47AB-8182-DE4F73A9C347}"/>
              </a:ext>
            </a:extLst>
          </p:cNvPr>
          <p:cNvGraphicFramePr/>
          <p:nvPr>
            <p:extLst>
              <p:ext uri="{D42A27DB-BD31-4B8C-83A1-F6EECF244321}">
                <p14:modId xmlns:p14="http://schemas.microsoft.com/office/powerpoint/2010/main" val="2189484737"/>
              </p:ext>
            </p:extLst>
          </p:nvPr>
        </p:nvGraphicFramePr>
        <p:xfrm>
          <a:off x="1523325" y="1948429"/>
          <a:ext cx="6096000" cy="1828860"/>
        </p:xfrm>
        <a:graphic>
          <a:graphicData uri="http://schemas.openxmlformats.org/drawingml/2006/table">
            <a:tbl>
              <a:tblPr firstRow="1" bandRow="1">
                <a:tableStyleId>{BDBED569-4797-4DF1-A0F4-6AAB3CD982D8}</a:tableStyleId>
              </a:tblPr>
              <a:tblGrid>
                <a:gridCol w="2111900">
                  <a:extLst>
                    <a:ext uri="{9D8B030D-6E8A-4147-A177-3AD203B41FA5}">
                      <a16:colId xmlns:a16="http://schemas.microsoft.com/office/drawing/2014/main" val="20000"/>
                    </a:ext>
                  </a:extLst>
                </a:gridCol>
                <a:gridCol w="3984100">
                  <a:extLst>
                    <a:ext uri="{9D8B030D-6E8A-4147-A177-3AD203B41FA5}">
                      <a16:colId xmlns:a16="http://schemas.microsoft.com/office/drawing/2014/main" val="20001"/>
                    </a:ext>
                  </a:extLst>
                </a:gridCol>
              </a:tblGrid>
              <a:tr h="241830">
                <a:tc>
                  <a:txBody>
                    <a:bodyPr/>
                    <a:lstStyle/>
                    <a:p>
                      <a:pPr marL="0" marR="0" lvl="0" indent="0" algn="ctr" rtl="0">
                        <a:spcBef>
                          <a:spcPts val="0"/>
                        </a:spcBef>
                        <a:spcAft>
                          <a:spcPts val="0"/>
                        </a:spcAft>
                        <a:buNone/>
                      </a:pPr>
                      <a:r>
                        <a:rPr lang="ja-JP" sz="1400">
                          <a:latin typeface="+mn-lt"/>
                        </a:rPr>
                        <a:t>表記</a:t>
                      </a:r>
                      <a:endParaRPr sz="1400">
                        <a:latin typeface="+mn-lt"/>
                      </a:endParaRPr>
                    </a:p>
                  </a:txBody>
                  <a:tcPr marL="91450" marR="91450" marT="45725" marB="45725"/>
                </a:tc>
                <a:tc>
                  <a:txBody>
                    <a:bodyPr/>
                    <a:lstStyle/>
                    <a:p>
                      <a:pPr marL="0" marR="0" lvl="0" indent="0" algn="ctr" rtl="0">
                        <a:spcBef>
                          <a:spcPts val="0"/>
                        </a:spcBef>
                        <a:spcAft>
                          <a:spcPts val="0"/>
                        </a:spcAft>
                        <a:buNone/>
                      </a:pPr>
                      <a:r>
                        <a:rPr lang="ja-JP" sz="1400" dirty="0">
                          <a:latin typeface="+mn-lt"/>
                        </a:rPr>
                        <a:t>意味</a:t>
                      </a:r>
                      <a:endParaRPr sz="1400" dirty="0">
                        <a:latin typeface="+mn-lt"/>
                      </a:endParaRPr>
                    </a:p>
                  </a:txBody>
                  <a:tcPr marL="91450" marR="91450" marT="45725" marB="45725"/>
                </a:tc>
                <a:extLst>
                  <a:ext uri="{0D108BD9-81ED-4DB2-BD59-A6C34878D82A}">
                    <a16:rowId xmlns:a16="http://schemas.microsoft.com/office/drawing/2014/main" val="10000"/>
                  </a:ext>
                </a:extLst>
              </a:tr>
              <a:tr h="241830">
                <a:tc>
                  <a:txBody>
                    <a:bodyPr/>
                    <a:lstStyle/>
                    <a:p>
                      <a:pPr marL="0" marR="0" lvl="0" indent="0" algn="l" rtl="0">
                        <a:spcBef>
                          <a:spcPts val="0"/>
                        </a:spcBef>
                        <a:spcAft>
                          <a:spcPts val="0"/>
                        </a:spcAft>
                        <a:buNone/>
                      </a:pPr>
                      <a:r>
                        <a:rPr lang="ja-JP" sz="1400" dirty="0">
                          <a:latin typeface="+mn-lt"/>
                        </a:rPr>
                        <a:t>\</a:t>
                      </a:r>
                      <a:r>
                        <a:rPr lang="en-US" altLang="ja-JP" sz="1400" dirty="0">
                          <a:latin typeface="+mn-lt"/>
                        </a:rPr>
                        <a:t>”</a:t>
                      </a:r>
                      <a:endParaRPr sz="1400" dirty="0">
                        <a:latin typeface="+mn-lt"/>
                      </a:endParaRPr>
                    </a:p>
                  </a:txBody>
                  <a:tcPr marL="91450" marR="91450" marT="45725" marB="45725"/>
                </a:tc>
                <a:tc>
                  <a:txBody>
                    <a:bodyPr/>
                    <a:lstStyle/>
                    <a:p>
                      <a:pPr marL="0" marR="0" lvl="0" indent="0" algn="l" rtl="0">
                        <a:spcBef>
                          <a:spcPts val="0"/>
                        </a:spcBef>
                        <a:spcAft>
                          <a:spcPts val="0"/>
                        </a:spcAft>
                        <a:buNone/>
                      </a:pPr>
                      <a:r>
                        <a:rPr lang="ja-JP" sz="1400" dirty="0">
                          <a:latin typeface="+mn-lt"/>
                        </a:rPr>
                        <a:t>二重引用符記号(</a:t>
                      </a:r>
                      <a:r>
                        <a:rPr lang="en-US" altLang="ja-JP" sz="1400" dirty="0">
                          <a:latin typeface="+mn-lt"/>
                        </a:rPr>
                        <a:t>“</a:t>
                      </a:r>
                      <a:r>
                        <a:rPr lang="ja-JP" sz="1400" dirty="0">
                          <a:latin typeface="+mn-lt"/>
                        </a:rPr>
                        <a:t>)</a:t>
                      </a:r>
                      <a:endParaRPr sz="1400" dirty="0">
                        <a:latin typeface="+mn-lt"/>
                      </a:endParaRPr>
                    </a:p>
                  </a:txBody>
                  <a:tcPr marL="91450" marR="91450" marT="45725" marB="45725"/>
                </a:tc>
                <a:extLst>
                  <a:ext uri="{0D108BD9-81ED-4DB2-BD59-A6C34878D82A}">
                    <a16:rowId xmlns:a16="http://schemas.microsoft.com/office/drawing/2014/main" val="10001"/>
                  </a:ext>
                </a:extLst>
              </a:tr>
              <a:tr h="241830">
                <a:tc>
                  <a:txBody>
                    <a:bodyPr/>
                    <a:lstStyle/>
                    <a:p>
                      <a:pPr marL="0" marR="0" lvl="0" indent="0" algn="l" rtl="0">
                        <a:spcBef>
                          <a:spcPts val="0"/>
                        </a:spcBef>
                        <a:spcAft>
                          <a:spcPts val="0"/>
                        </a:spcAft>
                        <a:buNone/>
                      </a:pPr>
                      <a:r>
                        <a:rPr lang="ja-JP" sz="1400" dirty="0">
                          <a:latin typeface="+mn-lt"/>
                        </a:rPr>
                        <a:t>\</a:t>
                      </a:r>
                      <a:r>
                        <a:rPr lang="en-US" altLang="ja-JP" sz="1400" dirty="0">
                          <a:latin typeface="+mn-lt"/>
                        </a:rPr>
                        <a:t>’</a:t>
                      </a:r>
                      <a:endParaRPr sz="1400" dirty="0">
                        <a:latin typeface="+mn-lt"/>
                      </a:endParaRPr>
                    </a:p>
                  </a:txBody>
                  <a:tcPr marL="91450" marR="91450" marT="45725" marB="45725"/>
                </a:tc>
                <a:tc>
                  <a:txBody>
                    <a:bodyPr/>
                    <a:lstStyle/>
                    <a:p>
                      <a:pPr marL="0" marR="0" lvl="0" indent="0" algn="l" rtl="0">
                        <a:spcBef>
                          <a:spcPts val="0"/>
                        </a:spcBef>
                        <a:spcAft>
                          <a:spcPts val="0"/>
                        </a:spcAft>
                        <a:buNone/>
                      </a:pPr>
                      <a:r>
                        <a:rPr lang="ja-JP" sz="1400" dirty="0">
                          <a:latin typeface="+mn-lt"/>
                        </a:rPr>
                        <a:t>引用符記号(</a:t>
                      </a:r>
                      <a:r>
                        <a:rPr lang="en-US" altLang="ja-JP" sz="1400" dirty="0">
                          <a:latin typeface="+mn-lt"/>
                        </a:rPr>
                        <a:t>‘</a:t>
                      </a:r>
                      <a:r>
                        <a:rPr lang="ja-JP" sz="1400" dirty="0">
                          <a:latin typeface="+mn-lt"/>
                        </a:rPr>
                        <a:t>)</a:t>
                      </a:r>
                      <a:endParaRPr sz="1400" dirty="0">
                        <a:latin typeface="+mn-lt"/>
                      </a:endParaRPr>
                    </a:p>
                  </a:txBody>
                  <a:tcPr marL="91450" marR="91450" marT="45725" marB="45725"/>
                </a:tc>
                <a:extLst>
                  <a:ext uri="{0D108BD9-81ED-4DB2-BD59-A6C34878D82A}">
                    <a16:rowId xmlns:a16="http://schemas.microsoft.com/office/drawing/2014/main" val="10002"/>
                  </a:ext>
                </a:extLst>
              </a:tr>
              <a:tr h="241830">
                <a:tc>
                  <a:txBody>
                    <a:bodyPr/>
                    <a:lstStyle/>
                    <a:p>
                      <a:pPr marL="0" marR="0" lvl="0" indent="0" algn="l" rtl="0">
                        <a:spcBef>
                          <a:spcPts val="0"/>
                        </a:spcBef>
                        <a:spcAft>
                          <a:spcPts val="0"/>
                        </a:spcAft>
                        <a:buNone/>
                      </a:pPr>
                      <a:r>
                        <a:rPr lang="ja-JP" sz="1400" dirty="0">
                          <a:latin typeface="+mn-lt"/>
                        </a:rPr>
                        <a:t>\\</a:t>
                      </a:r>
                      <a:endParaRPr sz="1400" dirty="0">
                        <a:latin typeface="+mn-lt"/>
                      </a:endParaRPr>
                    </a:p>
                  </a:txBody>
                  <a:tcPr marL="91450" marR="91450" marT="45725" marB="45725"/>
                </a:tc>
                <a:tc>
                  <a:txBody>
                    <a:bodyPr/>
                    <a:lstStyle/>
                    <a:p>
                      <a:pPr marL="0" marR="0" lvl="0" indent="0" algn="l" rtl="0">
                        <a:spcBef>
                          <a:spcPts val="0"/>
                        </a:spcBef>
                        <a:spcAft>
                          <a:spcPts val="0"/>
                        </a:spcAft>
                        <a:buNone/>
                      </a:pPr>
                      <a:r>
                        <a:rPr lang="ja-JP" sz="1400">
                          <a:latin typeface="+mn-lt"/>
                        </a:rPr>
                        <a:t>円記号(\)</a:t>
                      </a:r>
                      <a:endParaRPr sz="1400">
                        <a:latin typeface="+mn-lt"/>
                      </a:endParaRPr>
                    </a:p>
                  </a:txBody>
                  <a:tcPr marL="91450" marR="91450" marT="45725" marB="45725"/>
                </a:tc>
                <a:extLst>
                  <a:ext uri="{0D108BD9-81ED-4DB2-BD59-A6C34878D82A}">
                    <a16:rowId xmlns:a16="http://schemas.microsoft.com/office/drawing/2014/main" val="10003"/>
                  </a:ext>
                </a:extLst>
              </a:tr>
              <a:tr h="241830">
                <a:tc>
                  <a:txBody>
                    <a:bodyPr/>
                    <a:lstStyle/>
                    <a:p>
                      <a:pPr marL="0" marR="0" lvl="0" indent="0" algn="l" rtl="0">
                        <a:spcBef>
                          <a:spcPts val="0"/>
                        </a:spcBef>
                        <a:spcAft>
                          <a:spcPts val="0"/>
                        </a:spcAft>
                        <a:buNone/>
                      </a:pPr>
                      <a:r>
                        <a:rPr lang="ja-JP" sz="1400" dirty="0">
                          <a:latin typeface="+mn-lt"/>
                        </a:rPr>
                        <a:t>\n</a:t>
                      </a:r>
                      <a:endParaRPr sz="1400" dirty="0">
                        <a:latin typeface="+mn-lt"/>
                      </a:endParaRPr>
                    </a:p>
                  </a:txBody>
                  <a:tcPr marL="91450" marR="91450" marT="45725" marB="45725"/>
                </a:tc>
                <a:tc>
                  <a:txBody>
                    <a:bodyPr/>
                    <a:lstStyle/>
                    <a:p>
                      <a:pPr marL="0" marR="0" lvl="0" indent="0" algn="l" rtl="0">
                        <a:spcBef>
                          <a:spcPts val="0"/>
                        </a:spcBef>
                        <a:spcAft>
                          <a:spcPts val="0"/>
                        </a:spcAft>
                        <a:buNone/>
                      </a:pPr>
                      <a:r>
                        <a:rPr lang="ja-JP" sz="1400" dirty="0">
                          <a:latin typeface="+mn-lt"/>
                        </a:rPr>
                        <a:t>改行</a:t>
                      </a:r>
                      <a:endParaRPr sz="1400" dirty="0">
                        <a:latin typeface="+mn-lt"/>
                      </a:endParaRPr>
                    </a:p>
                  </a:txBody>
                  <a:tcPr marL="91450" marR="91450" marT="45725" marB="45725"/>
                </a:tc>
                <a:extLst>
                  <a:ext uri="{0D108BD9-81ED-4DB2-BD59-A6C34878D82A}">
                    <a16:rowId xmlns:a16="http://schemas.microsoft.com/office/drawing/2014/main" val="10004"/>
                  </a:ext>
                </a:extLst>
              </a:tr>
              <a:tr h="241830">
                <a:tc>
                  <a:txBody>
                    <a:bodyPr/>
                    <a:lstStyle/>
                    <a:p>
                      <a:pPr marL="0" marR="0" lvl="0" indent="0" algn="l" rtl="0">
                        <a:spcBef>
                          <a:spcPts val="0"/>
                        </a:spcBef>
                        <a:spcAft>
                          <a:spcPts val="0"/>
                        </a:spcAft>
                        <a:buNone/>
                      </a:pPr>
                      <a:r>
                        <a:rPr lang="ja-JP" sz="1400">
                          <a:latin typeface="+mn-lt"/>
                        </a:rPr>
                        <a:t>\t</a:t>
                      </a:r>
                      <a:endParaRPr sz="1400">
                        <a:latin typeface="+mn-lt"/>
                      </a:endParaRPr>
                    </a:p>
                  </a:txBody>
                  <a:tcPr marL="91450" marR="91450" marT="45725" marB="45725"/>
                </a:tc>
                <a:tc>
                  <a:txBody>
                    <a:bodyPr/>
                    <a:lstStyle/>
                    <a:p>
                      <a:pPr marL="0" marR="0" lvl="0" indent="0" algn="l" rtl="0">
                        <a:spcBef>
                          <a:spcPts val="0"/>
                        </a:spcBef>
                        <a:spcAft>
                          <a:spcPts val="0"/>
                        </a:spcAft>
                        <a:buNone/>
                      </a:pPr>
                      <a:r>
                        <a:rPr lang="ja-JP" sz="1400" dirty="0">
                          <a:latin typeface="+mn-lt"/>
                        </a:rPr>
                        <a:t>水平タブ</a:t>
                      </a:r>
                      <a:endParaRPr sz="1400" dirty="0">
                        <a:latin typeface="+mn-lt"/>
                      </a:endParaRPr>
                    </a:p>
                  </a:txBody>
                  <a:tcPr marL="91450" marR="91450" marT="45725" marB="45725"/>
                </a:tc>
                <a:extLst>
                  <a:ext uri="{0D108BD9-81ED-4DB2-BD59-A6C34878D82A}">
                    <a16:rowId xmlns:a16="http://schemas.microsoft.com/office/drawing/2014/main" val="10005"/>
                  </a:ext>
                </a:extLst>
              </a:tr>
            </a:tbl>
          </a:graphicData>
        </a:graphic>
      </p:graphicFrame>
      <p:sp>
        <p:nvSpPr>
          <p:cNvPr id="9" name="テキスト プレースホルダー 4">
            <a:extLst>
              <a:ext uri="{FF2B5EF4-FFF2-40B4-BE49-F238E27FC236}">
                <a16:creationId xmlns:a16="http://schemas.microsoft.com/office/drawing/2014/main" id="{8A048620-FC94-4515-9BB9-AFAA97223774}"/>
              </a:ext>
            </a:extLst>
          </p:cNvPr>
          <p:cNvSpPr txBox="1">
            <a:spLocks/>
          </p:cNvSpPr>
          <p:nvPr/>
        </p:nvSpPr>
        <p:spPr>
          <a:xfrm>
            <a:off x="462875" y="3823327"/>
            <a:ext cx="8216900" cy="101502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	</a:t>
            </a:r>
            <a:r>
              <a:rPr lang="en-US" altLang="ja-JP" b="1" dirty="0" err="1"/>
              <a:t>System.out.println</a:t>
            </a:r>
            <a:r>
              <a:rPr lang="en-US" altLang="ja-JP" b="1" dirty="0"/>
              <a:t>(“</a:t>
            </a:r>
            <a:r>
              <a:rPr lang="ja-JP" altLang="en-US" b="1" dirty="0"/>
              <a:t>これは</a:t>
            </a:r>
            <a:r>
              <a:rPr lang="en-US" altLang="ja-JP" b="1" dirty="0"/>
              <a:t>2</a:t>
            </a:r>
            <a:r>
              <a:rPr lang="ja-JP" altLang="en-US" b="1" dirty="0"/>
              <a:t>行で</a:t>
            </a:r>
            <a:r>
              <a:rPr lang="en-US" altLang="ja-JP" b="1" dirty="0">
                <a:solidFill>
                  <a:schemeClr val="tx2"/>
                </a:solidFill>
              </a:rPr>
              <a:t>\n</a:t>
            </a:r>
            <a:r>
              <a:rPr lang="ja-JP" altLang="en-US" b="1" dirty="0"/>
              <a:t>表示します。</a:t>
            </a:r>
            <a:r>
              <a:rPr lang="en-US" altLang="ja-JP" b="1" dirty="0"/>
              <a:t>”);</a:t>
            </a:r>
          </a:p>
          <a:p>
            <a:pPr marL="96838" indent="0">
              <a:buFont typeface="Arial" panose="020B0604020202020204" pitchFamily="34" charset="0"/>
              <a:buNone/>
            </a:pPr>
            <a:r>
              <a:rPr lang="ja-JP" altLang="en-US" dirty="0"/>
              <a:t>この文を実行するとどうなるか、試してみましょう。</a:t>
            </a:r>
          </a:p>
        </p:txBody>
      </p:sp>
    </p:spTree>
    <p:extLst>
      <p:ext uri="{BB962C8B-B14F-4D97-AF65-F5344CB8AC3E}">
        <p14:creationId xmlns:p14="http://schemas.microsoft.com/office/powerpoint/2010/main" val="761714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F8C78FAF-C324-4AC2-B217-CF6CA2F8E956}"/>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2783BF46-9520-415F-945D-824AB7419297}"/>
              </a:ext>
            </a:extLst>
          </p:cNvPr>
          <p:cNvSpPr>
            <a:spLocks noGrp="1"/>
          </p:cNvSpPr>
          <p:nvPr>
            <p:ph type="ctrTitle"/>
          </p:nvPr>
        </p:nvSpPr>
        <p:spPr/>
        <p:txBody>
          <a:bodyPr/>
          <a:lstStyle/>
          <a:p>
            <a:r>
              <a:rPr kumimoji="1" lang="ja-JP" altLang="en-US" dirty="0"/>
              <a:t>優先順位と結合規則</a:t>
            </a:r>
          </a:p>
        </p:txBody>
      </p:sp>
      <p:sp>
        <p:nvSpPr>
          <p:cNvPr id="4" name="スライド番号プレースホルダー 3">
            <a:extLst>
              <a:ext uri="{FF2B5EF4-FFF2-40B4-BE49-F238E27FC236}">
                <a16:creationId xmlns:a16="http://schemas.microsoft.com/office/drawing/2014/main" id="{2DA7B625-66EA-438B-A656-820D3D7E6ADD}"/>
              </a:ext>
            </a:extLst>
          </p:cNvPr>
          <p:cNvSpPr>
            <a:spLocks noGrp="1"/>
          </p:cNvSpPr>
          <p:nvPr>
            <p:ph type="sldNum" sz="quarter" idx="4"/>
          </p:nvPr>
        </p:nvSpPr>
        <p:spPr/>
        <p:txBody>
          <a:bodyPr/>
          <a:lstStyle/>
          <a:p>
            <a:fld id="{00000000-1234-1234-1234-123412341234}" type="slidenum">
              <a:rPr lang="en" smtClean="0"/>
              <a:pPr/>
              <a:t>9</a:t>
            </a:fld>
            <a:endParaRPr lang="en" dirty="0">
              <a:latin typeface="+mn-ea"/>
            </a:endParaRPr>
          </a:p>
        </p:txBody>
      </p:sp>
      <p:sp>
        <p:nvSpPr>
          <p:cNvPr id="6" name="テキスト プレースホルダー 5">
            <a:extLst>
              <a:ext uri="{FF2B5EF4-FFF2-40B4-BE49-F238E27FC236}">
                <a16:creationId xmlns:a16="http://schemas.microsoft.com/office/drawing/2014/main" id="{4BA7693A-67F4-4830-9134-3A04F773769B}"/>
              </a:ext>
            </a:extLst>
          </p:cNvPr>
          <p:cNvSpPr>
            <a:spLocks noGrp="1"/>
          </p:cNvSpPr>
          <p:nvPr>
            <p:ph type="body" sz="quarter" idx="15"/>
          </p:nvPr>
        </p:nvSpPr>
        <p:spPr>
          <a:xfrm>
            <a:off x="463549" y="1023814"/>
            <a:ext cx="7177471" cy="911003"/>
          </a:xfrm>
        </p:spPr>
        <p:txBody>
          <a:bodyPr/>
          <a:lstStyle/>
          <a:p>
            <a:r>
              <a:rPr kumimoji="1" lang="en-US" altLang="ja-JP" dirty="0"/>
              <a:t>1</a:t>
            </a:r>
            <a:r>
              <a:rPr kumimoji="1" lang="ja-JP" altLang="en-US" dirty="0"/>
              <a:t>つの式の中で複数の演算がされるとき、その順序のことを優先順位と言う</a:t>
            </a:r>
            <a:endParaRPr kumimoji="1" lang="en-US" altLang="ja-JP" dirty="0"/>
          </a:p>
          <a:p>
            <a:r>
              <a:rPr kumimoji="1" lang="ja-JP" altLang="en-US" dirty="0"/>
              <a:t>同じ優先順位の演算子が複数あったときの演算順序を結合規則と言う</a:t>
            </a:r>
          </a:p>
        </p:txBody>
      </p:sp>
      <p:sp>
        <p:nvSpPr>
          <p:cNvPr id="7" name="テキスト プレースホルダー 6">
            <a:extLst>
              <a:ext uri="{FF2B5EF4-FFF2-40B4-BE49-F238E27FC236}">
                <a16:creationId xmlns:a16="http://schemas.microsoft.com/office/drawing/2014/main" id="{B81EF5FD-12E3-41F3-858F-DFE4075A8413}"/>
              </a:ext>
            </a:extLst>
          </p:cNvPr>
          <p:cNvSpPr>
            <a:spLocks noGrp="1"/>
          </p:cNvSpPr>
          <p:nvPr>
            <p:ph type="body" sz="quarter" idx="16"/>
          </p:nvPr>
        </p:nvSpPr>
        <p:spPr/>
        <p:txBody>
          <a:bodyPr/>
          <a:lstStyle/>
          <a:p>
            <a:endParaRPr kumimoji="1" lang="ja-JP" altLang="en-US"/>
          </a:p>
        </p:txBody>
      </p:sp>
      <p:sp>
        <p:nvSpPr>
          <p:cNvPr id="8" name="テキスト プレースホルダー 4">
            <a:extLst>
              <a:ext uri="{FF2B5EF4-FFF2-40B4-BE49-F238E27FC236}">
                <a16:creationId xmlns:a16="http://schemas.microsoft.com/office/drawing/2014/main" id="{420CE4F1-C2E7-46E4-8396-1BF813FB1A53}"/>
              </a:ext>
            </a:extLst>
          </p:cNvPr>
          <p:cNvSpPr>
            <a:spLocks noGrp="1"/>
          </p:cNvSpPr>
          <p:nvPr>
            <p:ph type="body" sz="quarter" idx="14"/>
          </p:nvPr>
        </p:nvSpPr>
        <p:spPr>
          <a:xfrm>
            <a:off x="533400" y="1947216"/>
            <a:ext cx="8216900" cy="3924598"/>
          </a:xfrm>
        </p:spPr>
        <p:txBody>
          <a:bodyPr/>
          <a:lstStyle/>
          <a:p>
            <a:pPr marL="96838" indent="0">
              <a:buNone/>
            </a:pPr>
            <a:r>
              <a:rPr kumimoji="1" lang="ja-JP" altLang="en-US" dirty="0"/>
              <a:t>小学校の算数では　３＋４</a:t>
            </a:r>
            <a:r>
              <a:rPr kumimoji="1" lang="en-US" altLang="ja-JP" dirty="0"/>
              <a:t>×</a:t>
            </a:r>
            <a:r>
              <a:rPr kumimoji="1" lang="ja-JP" altLang="en-US" dirty="0"/>
              <a:t>５　は掛け算を先に計算して、２３になりました。</a:t>
            </a:r>
          </a:p>
          <a:p>
            <a:pPr marL="96838" indent="0">
              <a:buNone/>
            </a:pPr>
            <a:r>
              <a:rPr kumimoji="1" lang="ja-JP" altLang="en-US" dirty="0"/>
              <a:t>このように「＋や－」より「</a:t>
            </a:r>
            <a:r>
              <a:rPr kumimoji="1" lang="en-US" altLang="ja-JP" dirty="0"/>
              <a:t>×</a:t>
            </a:r>
            <a:r>
              <a:rPr kumimoji="1" lang="ja-JP" altLang="en-US" dirty="0"/>
              <a:t>や</a:t>
            </a:r>
            <a:r>
              <a:rPr kumimoji="1" lang="en-US" altLang="ja-JP" dirty="0"/>
              <a:t>÷</a:t>
            </a:r>
            <a:r>
              <a:rPr kumimoji="1" lang="ja-JP" altLang="en-US" dirty="0"/>
              <a:t>」を先に計算するのがルールです。このルールのことを</a:t>
            </a:r>
            <a:br>
              <a:rPr kumimoji="1" lang="en-US" altLang="ja-JP" dirty="0"/>
            </a:br>
            <a:r>
              <a:rPr kumimoji="1" lang="ja-JP" altLang="en-US" b="1" dirty="0">
                <a:solidFill>
                  <a:schemeClr val="tx2"/>
                </a:solidFill>
              </a:rPr>
              <a:t>優先順位</a:t>
            </a:r>
            <a:r>
              <a:rPr kumimoji="1" lang="ja-JP" altLang="en-US" dirty="0"/>
              <a:t>といいます。</a:t>
            </a:r>
          </a:p>
          <a:p>
            <a:pPr lvl="1"/>
            <a:endParaRPr kumimoji="1" lang="en-US" altLang="ja-JP" dirty="0"/>
          </a:p>
          <a:p>
            <a:pPr lvl="1"/>
            <a:r>
              <a:rPr kumimoji="1" lang="ja-JP" altLang="en-US" dirty="0"/>
              <a:t>では、</a:t>
            </a:r>
            <a:r>
              <a:rPr kumimoji="1" lang="ja-JP" altLang="en-US" b="1" dirty="0">
                <a:solidFill>
                  <a:schemeClr val="accent1"/>
                </a:solidFill>
              </a:rPr>
              <a:t>３２</a:t>
            </a:r>
            <a:r>
              <a:rPr kumimoji="1" lang="en-US" altLang="ja-JP" b="1" dirty="0">
                <a:solidFill>
                  <a:schemeClr val="accent1"/>
                </a:solidFill>
              </a:rPr>
              <a:t>÷</a:t>
            </a:r>
            <a:r>
              <a:rPr kumimoji="1" lang="ja-JP" altLang="en-US" b="1" dirty="0">
                <a:solidFill>
                  <a:schemeClr val="accent1"/>
                </a:solidFill>
              </a:rPr>
              <a:t>８</a:t>
            </a:r>
            <a:r>
              <a:rPr kumimoji="1" lang="en-US" altLang="ja-JP" b="1" dirty="0">
                <a:solidFill>
                  <a:schemeClr val="accent1"/>
                </a:solidFill>
              </a:rPr>
              <a:t>÷</a:t>
            </a:r>
            <a:r>
              <a:rPr kumimoji="1" lang="ja-JP" altLang="en-US" b="1" dirty="0">
                <a:solidFill>
                  <a:schemeClr val="accent1"/>
                </a:solidFill>
              </a:rPr>
              <a:t>２の答えはいくつ</a:t>
            </a:r>
            <a:r>
              <a:rPr kumimoji="1" lang="ja-JP" altLang="en-US" dirty="0"/>
              <a:t>でしょうか。</a:t>
            </a:r>
            <a:br>
              <a:rPr kumimoji="1" lang="ja-JP" altLang="en-US" dirty="0"/>
            </a:br>
            <a:r>
              <a:rPr kumimoji="1" lang="ja-JP" altLang="en-US" dirty="0"/>
              <a:t>（３２</a:t>
            </a:r>
            <a:r>
              <a:rPr kumimoji="1" lang="en-US" altLang="ja-JP" dirty="0"/>
              <a:t>÷</a:t>
            </a:r>
            <a:r>
              <a:rPr kumimoji="1" lang="ja-JP" altLang="en-US" dirty="0"/>
              <a:t>８）</a:t>
            </a:r>
            <a:r>
              <a:rPr kumimoji="1" lang="en-US" altLang="ja-JP" dirty="0"/>
              <a:t>÷</a:t>
            </a:r>
            <a:r>
              <a:rPr kumimoji="1" lang="ja-JP" altLang="en-US" dirty="0"/>
              <a:t>２と計算すれば２ですが、３２</a:t>
            </a:r>
            <a:r>
              <a:rPr kumimoji="1" lang="en-US" altLang="ja-JP" dirty="0"/>
              <a:t>÷</a:t>
            </a:r>
            <a:r>
              <a:rPr kumimoji="1" lang="ja-JP" altLang="en-US" dirty="0"/>
              <a:t>（８</a:t>
            </a:r>
            <a:r>
              <a:rPr kumimoji="1" lang="en-US" altLang="ja-JP" dirty="0"/>
              <a:t>÷</a:t>
            </a:r>
            <a:r>
              <a:rPr kumimoji="1" lang="ja-JP" altLang="en-US" dirty="0"/>
              <a:t>２）と計算すれば８になります</a:t>
            </a:r>
          </a:p>
          <a:p>
            <a:pPr marL="96838" indent="0">
              <a:buNone/>
            </a:pPr>
            <a:endParaRPr kumimoji="1" lang="en-US" altLang="ja-JP" dirty="0"/>
          </a:p>
          <a:p>
            <a:pPr marL="96838" indent="0">
              <a:buNone/>
            </a:pPr>
            <a:r>
              <a:rPr kumimoji="1" lang="ja-JP" altLang="en-US" dirty="0"/>
              <a:t>このように優先順位の同じ演算子が複数ある場合に、右を先に計算するか左を先に計算するかで結果が変わってくる場合があります。</a:t>
            </a:r>
          </a:p>
          <a:p>
            <a:pPr marL="96838" indent="0">
              <a:buNone/>
            </a:pPr>
            <a:r>
              <a:rPr kumimoji="1" lang="ja-JP" altLang="en-US" dirty="0"/>
              <a:t>左右どちらを先に計算するかのルールを</a:t>
            </a:r>
            <a:r>
              <a:rPr kumimoji="1" lang="ja-JP" altLang="en-US" b="1" dirty="0">
                <a:solidFill>
                  <a:schemeClr val="tx2"/>
                </a:solidFill>
              </a:rPr>
              <a:t>結合規則</a:t>
            </a:r>
            <a:r>
              <a:rPr kumimoji="1" lang="ja-JP" altLang="en-US" dirty="0"/>
              <a:t>と呼びます。</a:t>
            </a:r>
          </a:p>
          <a:p>
            <a:pPr marL="96838" indent="0">
              <a:buNone/>
            </a:pPr>
            <a:r>
              <a:rPr kumimoji="1" lang="en-US" altLang="ja-JP" dirty="0"/>
              <a:t>Java</a:t>
            </a:r>
            <a:r>
              <a:rPr kumimoji="1" lang="ja-JP" altLang="en-US" dirty="0"/>
              <a:t>の演算子は多くが左結合ですが、一部右結合もありますので注意しましょう。</a:t>
            </a:r>
            <a:br>
              <a:rPr kumimoji="1" lang="ja-JP" altLang="en-US" dirty="0"/>
            </a:br>
            <a:r>
              <a:rPr kumimoji="1" lang="ja-JP" altLang="en-US" dirty="0"/>
              <a:t>ただ、</a:t>
            </a:r>
            <a:r>
              <a:rPr kumimoji="1" lang="en-US" altLang="ja-JP" dirty="0"/>
              <a:t>Java</a:t>
            </a:r>
            <a:r>
              <a:rPr kumimoji="1" lang="ja-JP" altLang="en-US" dirty="0"/>
              <a:t>の演算子はたくさんありますので全部の優先順位、結合規則を覚える必要はありません。</a:t>
            </a:r>
          </a:p>
          <a:p>
            <a:pPr marL="96838" indent="0">
              <a:buNone/>
            </a:pPr>
            <a:endParaRPr kumimoji="1" lang="ja-JP" altLang="en-US" dirty="0"/>
          </a:p>
        </p:txBody>
      </p:sp>
      <p:grpSp>
        <p:nvGrpSpPr>
          <p:cNvPr id="53" name="グループ化 52">
            <a:extLst>
              <a:ext uri="{FF2B5EF4-FFF2-40B4-BE49-F238E27FC236}">
                <a16:creationId xmlns:a16="http://schemas.microsoft.com/office/drawing/2014/main" id="{1546EDFC-2B00-9888-C1F2-9453992047C8}"/>
              </a:ext>
            </a:extLst>
          </p:cNvPr>
          <p:cNvGrpSpPr/>
          <p:nvPr/>
        </p:nvGrpSpPr>
        <p:grpSpPr>
          <a:xfrm>
            <a:off x="3772725" y="4623706"/>
            <a:ext cx="103320" cy="45000"/>
            <a:chOff x="3772725" y="4623706"/>
            <a:chExt cx="103320" cy="45000"/>
          </a:xfrm>
        </p:grpSpPr>
        <mc:AlternateContent xmlns:mc="http://schemas.openxmlformats.org/markup-compatibility/2006" xmlns:p14="http://schemas.microsoft.com/office/powerpoint/2010/main">
          <mc:Choice Requires="p14">
            <p:contentPart p14:bwMode="auto" r:id="rId2">
              <p14:nvContentPartPr>
                <p14:cNvPr id="48" name="インク 47">
                  <a:extLst>
                    <a:ext uri="{FF2B5EF4-FFF2-40B4-BE49-F238E27FC236}">
                      <a16:creationId xmlns:a16="http://schemas.microsoft.com/office/drawing/2014/main" id="{319576F6-10EB-498C-E0A0-E2AF1B86542F}"/>
                    </a:ext>
                  </a:extLst>
                </p14:cNvPr>
                <p14:cNvContentPartPr/>
                <p14:nvPr/>
              </p14:nvContentPartPr>
              <p14:xfrm>
                <a:off x="3866325" y="4664746"/>
                <a:ext cx="9720" cy="3960"/>
              </p14:xfrm>
            </p:contentPart>
          </mc:Choice>
          <mc:Fallback xmlns="">
            <p:pic>
              <p:nvPicPr>
                <p:cNvPr id="48" name="インク 47">
                  <a:extLst>
                    <a:ext uri="{FF2B5EF4-FFF2-40B4-BE49-F238E27FC236}">
                      <a16:creationId xmlns:a16="http://schemas.microsoft.com/office/drawing/2014/main" id="{319576F6-10EB-498C-E0A0-E2AF1B86542F}"/>
                    </a:ext>
                  </a:extLst>
                </p:cNvPr>
                <p:cNvPicPr/>
                <p:nvPr/>
              </p:nvPicPr>
              <p:blipFill>
                <a:blip r:embed="rId41"/>
                <a:stretch>
                  <a:fillRect/>
                </a:stretch>
              </p:blipFill>
              <p:spPr>
                <a:xfrm>
                  <a:off x="3857325" y="4656106"/>
                  <a:ext cx="2736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1" name="インク 50">
                  <a:extLst>
                    <a:ext uri="{FF2B5EF4-FFF2-40B4-BE49-F238E27FC236}">
                      <a16:creationId xmlns:a16="http://schemas.microsoft.com/office/drawing/2014/main" id="{887A9739-6C03-2ABC-2552-287281C28C9C}"/>
                    </a:ext>
                  </a:extLst>
                </p14:cNvPr>
                <p14:cNvContentPartPr/>
                <p14:nvPr/>
              </p14:nvContentPartPr>
              <p14:xfrm>
                <a:off x="3772725" y="4623706"/>
                <a:ext cx="1080" cy="7920"/>
              </p14:xfrm>
            </p:contentPart>
          </mc:Choice>
          <mc:Fallback xmlns="">
            <p:pic>
              <p:nvPicPr>
                <p:cNvPr id="51" name="インク 50">
                  <a:extLst>
                    <a:ext uri="{FF2B5EF4-FFF2-40B4-BE49-F238E27FC236}">
                      <a16:creationId xmlns:a16="http://schemas.microsoft.com/office/drawing/2014/main" id="{887A9739-6C03-2ABC-2552-287281C28C9C}"/>
                    </a:ext>
                  </a:extLst>
                </p:cNvPr>
                <p:cNvPicPr/>
                <p:nvPr/>
              </p:nvPicPr>
              <p:blipFill>
                <a:blip r:embed="rId45"/>
                <a:stretch>
                  <a:fillRect/>
                </a:stretch>
              </p:blipFill>
              <p:spPr>
                <a:xfrm>
                  <a:off x="3763725" y="4614706"/>
                  <a:ext cx="18720" cy="25560"/>
                </a:xfrm>
                <a:prstGeom prst="rect">
                  <a:avLst/>
                </a:prstGeom>
              </p:spPr>
            </p:pic>
          </mc:Fallback>
        </mc:AlternateContent>
      </p:grpSp>
    </p:spTree>
    <p:extLst>
      <p:ext uri="{BB962C8B-B14F-4D97-AF65-F5344CB8AC3E}">
        <p14:creationId xmlns:p14="http://schemas.microsoft.com/office/powerpoint/2010/main" val="2918265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DB36C62D-E372-4AF2-A998-E50EEF62BAFC}"/>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1DE579F0-721E-41F1-8604-25494BF75CC5}"/>
              </a:ext>
            </a:extLst>
          </p:cNvPr>
          <p:cNvSpPr>
            <a:spLocks noGrp="1"/>
          </p:cNvSpPr>
          <p:nvPr>
            <p:ph type="ctrTitle"/>
          </p:nvPr>
        </p:nvSpPr>
        <p:spPr/>
        <p:txBody>
          <a:bodyPr/>
          <a:lstStyle/>
          <a:p>
            <a:r>
              <a:rPr kumimoji="1" lang="ja-JP" altLang="en-US" dirty="0"/>
              <a:t>演算子の種類</a:t>
            </a:r>
          </a:p>
        </p:txBody>
      </p:sp>
      <p:sp>
        <p:nvSpPr>
          <p:cNvPr id="4" name="スライド番号プレースホルダー 3">
            <a:extLst>
              <a:ext uri="{FF2B5EF4-FFF2-40B4-BE49-F238E27FC236}">
                <a16:creationId xmlns:a16="http://schemas.microsoft.com/office/drawing/2014/main" id="{712EEE37-677D-4684-837E-A902DBF5F447}"/>
              </a:ext>
            </a:extLst>
          </p:cNvPr>
          <p:cNvSpPr>
            <a:spLocks noGrp="1"/>
          </p:cNvSpPr>
          <p:nvPr>
            <p:ph type="sldNum" sz="quarter" idx="4"/>
          </p:nvPr>
        </p:nvSpPr>
        <p:spPr/>
        <p:txBody>
          <a:bodyPr/>
          <a:lstStyle/>
          <a:p>
            <a:fld id="{00000000-1234-1234-1234-123412341234}" type="slidenum">
              <a:rPr lang="en" smtClean="0"/>
              <a:pPr/>
              <a:t>10</a:t>
            </a:fld>
            <a:endParaRPr lang="en" dirty="0">
              <a:latin typeface="+mn-ea"/>
            </a:endParaRPr>
          </a:p>
        </p:txBody>
      </p:sp>
      <p:sp>
        <p:nvSpPr>
          <p:cNvPr id="6" name="テキスト プレースホルダー 5">
            <a:extLst>
              <a:ext uri="{FF2B5EF4-FFF2-40B4-BE49-F238E27FC236}">
                <a16:creationId xmlns:a16="http://schemas.microsoft.com/office/drawing/2014/main" id="{49226B4E-1669-477F-AD8B-C809433665C2}"/>
              </a:ext>
            </a:extLst>
          </p:cNvPr>
          <p:cNvSpPr>
            <a:spLocks noGrp="1"/>
          </p:cNvSpPr>
          <p:nvPr>
            <p:ph type="body" sz="quarter" idx="15"/>
          </p:nvPr>
        </p:nvSpPr>
        <p:spPr>
          <a:xfrm>
            <a:off x="463549" y="1023814"/>
            <a:ext cx="7177471" cy="924256"/>
          </a:xfrm>
        </p:spPr>
        <p:txBody>
          <a:bodyPr/>
          <a:lstStyle/>
          <a:p>
            <a:r>
              <a:rPr lang="ja-JP" altLang="en-US" dirty="0"/>
              <a:t>演算子には大きく分けて</a:t>
            </a:r>
            <a:r>
              <a:rPr lang="en-US" altLang="ja-JP" dirty="0"/>
              <a:t>4</a:t>
            </a:r>
            <a:r>
              <a:rPr lang="ja-JP" altLang="en-US" dirty="0"/>
              <a:t>種類の演算子がある</a:t>
            </a:r>
            <a:endParaRPr lang="en-US" altLang="ja-JP" dirty="0"/>
          </a:p>
          <a:p>
            <a:r>
              <a:rPr kumimoji="1" lang="ja-JP" altLang="en-US" dirty="0"/>
              <a:t>特に「＋」は足し算か文字列結合かの見極めが必要</a:t>
            </a:r>
          </a:p>
        </p:txBody>
      </p:sp>
      <p:sp>
        <p:nvSpPr>
          <p:cNvPr id="7" name="テキスト プレースホルダー 6">
            <a:extLst>
              <a:ext uri="{FF2B5EF4-FFF2-40B4-BE49-F238E27FC236}">
                <a16:creationId xmlns:a16="http://schemas.microsoft.com/office/drawing/2014/main" id="{61142739-42FC-481B-AF22-D83A080A6767}"/>
              </a:ext>
            </a:extLst>
          </p:cNvPr>
          <p:cNvSpPr>
            <a:spLocks noGrp="1"/>
          </p:cNvSpPr>
          <p:nvPr>
            <p:ph type="body" sz="quarter" idx="16"/>
          </p:nvPr>
        </p:nvSpPr>
        <p:spPr/>
        <p:txBody>
          <a:bodyPr/>
          <a:lstStyle/>
          <a:p>
            <a:endParaRPr kumimoji="1" lang="ja-JP" altLang="en-US"/>
          </a:p>
        </p:txBody>
      </p:sp>
      <p:sp>
        <p:nvSpPr>
          <p:cNvPr id="8" name="テキスト プレースホルダー 4">
            <a:extLst>
              <a:ext uri="{FF2B5EF4-FFF2-40B4-BE49-F238E27FC236}">
                <a16:creationId xmlns:a16="http://schemas.microsoft.com/office/drawing/2014/main" id="{2818E07F-D846-49B6-A1FB-AFBB911FDE97}"/>
              </a:ext>
            </a:extLst>
          </p:cNvPr>
          <p:cNvSpPr>
            <a:spLocks noGrp="1"/>
          </p:cNvSpPr>
          <p:nvPr>
            <p:ph type="body" sz="quarter" idx="14"/>
          </p:nvPr>
        </p:nvSpPr>
        <p:spPr>
          <a:xfrm>
            <a:off x="463549" y="2073113"/>
            <a:ext cx="8216900" cy="3924598"/>
          </a:xfrm>
        </p:spPr>
        <p:txBody>
          <a:bodyPr/>
          <a:lstStyle/>
          <a:p>
            <a:pPr marL="96838" indent="0">
              <a:buNone/>
            </a:pPr>
            <a:r>
              <a:rPr kumimoji="1" lang="ja-JP" altLang="en-US" dirty="0"/>
              <a:t>前のページにも出てきたとおり、</a:t>
            </a:r>
            <a:r>
              <a:rPr kumimoji="1" lang="en-US" altLang="ja-JP" dirty="0"/>
              <a:t>Java</a:t>
            </a:r>
            <a:r>
              <a:rPr kumimoji="1" lang="ja-JP" altLang="en-US" dirty="0"/>
              <a:t>にはたくさんの演算子がありますので、少しずつ覚えていきましょう。ここでは４種類の演算子を学習します。</a:t>
            </a:r>
          </a:p>
          <a:p>
            <a:pPr marL="795338" lvl="1" indent="-342900">
              <a:lnSpc>
                <a:spcPct val="100000"/>
              </a:lnSpc>
              <a:buFont typeface="+mj-lt"/>
              <a:buAutoNum type="arabicPeriod"/>
            </a:pPr>
            <a:r>
              <a:rPr kumimoji="1" lang="ja-JP" altLang="en-US" sz="1800" b="1" dirty="0">
                <a:solidFill>
                  <a:schemeClr val="accent1"/>
                </a:solidFill>
              </a:rPr>
              <a:t>算術演算子</a:t>
            </a:r>
          </a:p>
          <a:p>
            <a:pPr marL="795338" lvl="1" indent="-342900">
              <a:lnSpc>
                <a:spcPct val="200000"/>
              </a:lnSpc>
              <a:buFont typeface="+mj-lt"/>
              <a:buAutoNum type="arabicPeriod"/>
            </a:pPr>
            <a:r>
              <a:rPr kumimoji="1" lang="ja-JP" altLang="en-US" sz="1800" b="1" dirty="0">
                <a:solidFill>
                  <a:schemeClr val="accent1"/>
                </a:solidFill>
              </a:rPr>
              <a:t>文字列結合演算子</a:t>
            </a:r>
          </a:p>
          <a:p>
            <a:pPr marL="795338" lvl="1" indent="-342900">
              <a:lnSpc>
                <a:spcPct val="200000"/>
              </a:lnSpc>
              <a:buFont typeface="+mj-lt"/>
              <a:buAutoNum type="arabicPeriod"/>
            </a:pPr>
            <a:r>
              <a:rPr kumimoji="1" lang="ja-JP" altLang="en-US" sz="1800" b="1" dirty="0">
                <a:solidFill>
                  <a:schemeClr val="accent1"/>
                </a:solidFill>
              </a:rPr>
              <a:t>代入演算子</a:t>
            </a:r>
          </a:p>
          <a:p>
            <a:pPr marL="795338" lvl="1" indent="-342900">
              <a:lnSpc>
                <a:spcPct val="200000"/>
              </a:lnSpc>
              <a:buFont typeface="+mj-lt"/>
              <a:buAutoNum type="arabicPeriod"/>
            </a:pPr>
            <a:r>
              <a:rPr kumimoji="1" lang="ja-JP" altLang="en-US" sz="1800" b="1" dirty="0">
                <a:solidFill>
                  <a:schemeClr val="accent1"/>
                </a:solidFill>
              </a:rPr>
              <a:t>インクリメント・デクリメント演算子</a:t>
            </a:r>
          </a:p>
          <a:p>
            <a:pPr marL="96838" indent="0">
              <a:buNone/>
            </a:pPr>
            <a:endParaRPr kumimoji="1" lang="ja-JP" altLang="en-US" dirty="0"/>
          </a:p>
        </p:txBody>
      </p:sp>
    </p:spTree>
    <p:extLst>
      <p:ext uri="{BB962C8B-B14F-4D97-AF65-F5344CB8AC3E}">
        <p14:creationId xmlns:p14="http://schemas.microsoft.com/office/powerpoint/2010/main" val="2005155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132F0D59-5A45-46E5-86FC-69F66EED2DE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89C63CE1-B4C7-4E52-9D4C-89FC8C97920A}"/>
              </a:ext>
            </a:extLst>
          </p:cNvPr>
          <p:cNvSpPr>
            <a:spLocks noGrp="1"/>
          </p:cNvSpPr>
          <p:nvPr>
            <p:ph type="ctrTitle"/>
          </p:nvPr>
        </p:nvSpPr>
        <p:spPr/>
        <p:txBody>
          <a:bodyPr/>
          <a:lstStyle/>
          <a:p>
            <a:r>
              <a:rPr kumimoji="1" lang="ja-JP" altLang="en-US" dirty="0"/>
              <a:t>算術演算子</a:t>
            </a:r>
          </a:p>
        </p:txBody>
      </p:sp>
      <p:sp>
        <p:nvSpPr>
          <p:cNvPr id="4" name="スライド番号プレースホルダー 3">
            <a:extLst>
              <a:ext uri="{FF2B5EF4-FFF2-40B4-BE49-F238E27FC236}">
                <a16:creationId xmlns:a16="http://schemas.microsoft.com/office/drawing/2014/main" id="{9BA9CAD5-D11B-47A9-85E2-BA066012D33D}"/>
              </a:ext>
            </a:extLst>
          </p:cNvPr>
          <p:cNvSpPr>
            <a:spLocks noGrp="1"/>
          </p:cNvSpPr>
          <p:nvPr>
            <p:ph type="sldNum" sz="quarter" idx="4"/>
          </p:nvPr>
        </p:nvSpPr>
        <p:spPr/>
        <p:txBody>
          <a:bodyPr/>
          <a:lstStyle/>
          <a:p>
            <a:fld id="{00000000-1234-1234-1234-123412341234}" type="slidenum">
              <a:rPr lang="en" smtClean="0"/>
              <a:pPr/>
              <a:t>11</a:t>
            </a:fld>
            <a:endParaRPr lang="en" dirty="0"/>
          </a:p>
        </p:txBody>
      </p:sp>
      <p:sp>
        <p:nvSpPr>
          <p:cNvPr id="5" name="テキスト プレースホルダー 4">
            <a:extLst>
              <a:ext uri="{FF2B5EF4-FFF2-40B4-BE49-F238E27FC236}">
                <a16:creationId xmlns:a16="http://schemas.microsoft.com/office/drawing/2014/main" id="{77F3E9FD-1612-4B26-AF75-B3654AA72AE3}"/>
              </a:ext>
            </a:extLst>
          </p:cNvPr>
          <p:cNvSpPr>
            <a:spLocks noGrp="1"/>
          </p:cNvSpPr>
          <p:nvPr>
            <p:ph type="body" sz="quarter" idx="14"/>
          </p:nvPr>
        </p:nvSpPr>
        <p:spPr>
          <a:xfrm>
            <a:off x="462875" y="859491"/>
            <a:ext cx="8216900" cy="367329"/>
          </a:xfrm>
        </p:spPr>
        <p:txBody>
          <a:bodyPr/>
          <a:lstStyle/>
          <a:p>
            <a:pPr marL="96838" indent="0">
              <a:buNone/>
            </a:pPr>
            <a:r>
              <a:rPr lang="ja-JP" altLang="en-US" dirty="0"/>
              <a:t>加減乗除の計算を行うための演算子です。下の５つを覚えましょう。</a:t>
            </a:r>
          </a:p>
        </p:txBody>
      </p:sp>
      <p:graphicFrame>
        <p:nvGraphicFramePr>
          <p:cNvPr id="6" name="Google Shape;161;p20">
            <a:extLst>
              <a:ext uri="{FF2B5EF4-FFF2-40B4-BE49-F238E27FC236}">
                <a16:creationId xmlns:a16="http://schemas.microsoft.com/office/drawing/2014/main" id="{66BCC900-1F2F-43EB-97AE-71D9DFF52AF4}"/>
              </a:ext>
            </a:extLst>
          </p:cNvPr>
          <p:cNvGraphicFramePr/>
          <p:nvPr>
            <p:extLst>
              <p:ext uri="{D42A27DB-BD31-4B8C-83A1-F6EECF244321}">
                <p14:modId xmlns:p14="http://schemas.microsoft.com/office/powerpoint/2010/main" val="1397338409"/>
              </p:ext>
            </p:extLst>
          </p:nvPr>
        </p:nvGraphicFramePr>
        <p:xfrm>
          <a:off x="1391137" y="1226820"/>
          <a:ext cx="6360375" cy="2042220"/>
        </p:xfrm>
        <a:graphic>
          <a:graphicData uri="http://schemas.openxmlformats.org/drawingml/2006/table">
            <a:tbl>
              <a:tblPr firstRow="1" bandRow="1">
                <a:tableStyleId>{BDBED569-4797-4DF1-A0F4-6AAB3CD982D8}</a:tableStyleId>
              </a:tblPr>
              <a:tblGrid>
                <a:gridCol w="1031775">
                  <a:extLst>
                    <a:ext uri="{9D8B030D-6E8A-4147-A177-3AD203B41FA5}">
                      <a16:colId xmlns:a16="http://schemas.microsoft.com/office/drawing/2014/main" val="20000"/>
                    </a:ext>
                  </a:extLst>
                </a:gridCol>
                <a:gridCol w="2148400">
                  <a:extLst>
                    <a:ext uri="{9D8B030D-6E8A-4147-A177-3AD203B41FA5}">
                      <a16:colId xmlns:a16="http://schemas.microsoft.com/office/drawing/2014/main" val="20001"/>
                    </a:ext>
                  </a:extLst>
                </a:gridCol>
                <a:gridCol w="1590100">
                  <a:extLst>
                    <a:ext uri="{9D8B030D-6E8A-4147-A177-3AD203B41FA5}">
                      <a16:colId xmlns:a16="http://schemas.microsoft.com/office/drawing/2014/main" val="20002"/>
                    </a:ext>
                  </a:extLst>
                </a:gridCol>
                <a:gridCol w="1590100">
                  <a:extLst>
                    <a:ext uri="{9D8B030D-6E8A-4147-A177-3AD203B41FA5}">
                      <a16:colId xmlns:a16="http://schemas.microsoft.com/office/drawing/2014/main" val="20003"/>
                    </a:ext>
                  </a:extLst>
                </a:gridCol>
              </a:tblGrid>
              <a:tr h="290637">
                <a:tc>
                  <a:txBody>
                    <a:bodyPr/>
                    <a:lstStyle/>
                    <a:p>
                      <a:pPr marL="0" marR="0" lvl="0" indent="0" algn="l" rtl="0">
                        <a:spcBef>
                          <a:spcPts val="0"/>
                        </a:spcBef>
                        <a:spcAft>
                          <a:spcPts val="0"/>
                        </a:spcAft>
                        <a:buNone/>
                      </a:pPr>
                      <a:r>
                        <a:rPr lang="ja-JP" sz="1400"/>
                        <a:t>演算子</a:t>
                      </a:r>
                      <a:endParaRPr sz="1400">
                        <a:latin typeface="+mn-lt"/>
                        <a:ea typeface="+mn-ea"/>
                      </a:endParaRPr>
                    </a:p>
                  </a:txBody>
                  <a:tcPr marL="91450" marR="91450" marT="45725" marB="45725"/>
                </a:tc>
                <a:tc>
                  <a:txBody>
                    <a:bodyPr/>
                    <a:lstStyle/>
                    <a:p>
                      <a:pPr marL="0" marR="0" lvl="0" indent="0" algn="l" rtl="0">
                        <a:spcBef>
                          <a:spcPts val="0"/>
                        </a:spcBef>
                        <a:spcAft>
                          <a:spcPts val="0"/>
                        </a:spcAft>
                        <a:buNone/>
                      </a:pPr>
                      <a:r>
                        <a:rPr lang="ja-JP" sz="1400"/>
                        <a:t>機能</a:t>
                      </a:r>
                      <a:endParaRPr sz="1400">
                        <a:latin typeface="+mn-lt"/>
                        <a:ea typeface="+mn-ea"/>
                      </a:endParaRPr>
                    </a:p>
                  </a:txBody>
                  <a:tcPr marL="91450" marR="91450" marT="45725" marB="45725"/>
                </a:tc>
                <a:tc>
                  <a:txBody>
                    <a:bodyPr/>
                    <a:lstStyle/>
                    <a:p>
                      <a:pPr marL="0" marR="0" lvl="0" indent="0" algn="l" rtl="0">
                        <a:spcBef>
                          <a:spcPts val="0"/>
                        </a:spcBef>
                        <a:spcAft>
                          <a:spcPts val="0"/>
                        </a:spcAft>
                        <a:buNone/>
                      </a:pPr>
                      <a:r>
                        <a:rPr lang="ja-JP" sz="1400"/>
                        <a:t>書き方の例</a:t>
                      </a:r>
                      <a:endParaRPr sz="1400">
                        <a:latin typeface="+mn-lt"/>
                        <a:ea typeface="+mn-ea"/>
                      </a:endParaRPr>
                    </a:p>
                  </a:txBody>
                  <a:tcPr marL="91450" marR="91450" marT="45725" marB="45725"/>
                </a:tc>
                <a:tc>
                  <a:txBody>
                    <a:bodyPr/>
                    <a:lstStyle/>
                    <a:p>
                      <a:pPr marL="0" marR="0" lvl="0" indent="0" algn="l" rtl="0">
                        <a:spcBef>
                          <a:spcPts val="0"/>
                        </a:spcBef>
                        <a:spcAft>
                          <a:spcPts val="0"/>
                        </a:spcAft>
                        <a:buNone/>
                      </a:pPr>
                      <a:r>
                        <a:rPr lang="ja-JP" sz="1400"/>
                        <a:t>左の例の結果</a:t>
                      </a:r>
                      <a:endParaRPr sz="1400">
                        <a:latin typeface="+mn-lt"/>
                        <a:ea typeface="+mn-ea"/>
                      </a:endParaRPr>
                    </a:p>
                  </a:txBody>
                  <a:tcPr marL="91450" marR="91450" marT="45725" marB="45725"/>
                </a:tc>
                <a:extLst>
                  <a:ext uri="{0D108BD9-81ED-4DB2-BD59-A6C34878D82A}">
                    <a16:rowId xmlns:a16="http://schemas.microsoft.com/office/drawing/2014/main" val="10000"/>
                  </a:ext>
                </a:extLst>
              </a:tr>
              <a:tr h="290637">
                <a:tc>
                  <a:txBody>
                    <a:bodyPr/>
                    <a:lstStyle/>
                    <a:p>
                      <a:pPr marL="0" marR="0" lvl="0" indent="0" algn="ctr" rtl="0">
                        <a:spcBef>
                          <a:spcPts val="0"/>
                        </a:spcBef>
                        <a:spcAft>
                          <a:spcPts val="0"/>
                        </a:spcAft>
                        <a:buNone/>
                      </a:pPr>
                      <a:r>
                        <a:rPr lang="ja-JP" sz="1400"/>
                        <a:t>+</a:t>
                      </a:r>
                      <a:endParaRPr sz="1400">
                        <a:latin typeface="+mn-lt"/>
                        <a:ea typeface="+mn-ea"/>
                      </a:endParaRPr>
                    </a:p>
                  </a:txBody>
                  <a:tcPr marL="91450" marR="91450" marT="45725" marB="45725"/>
                </a:tc>
                <a:tc>
                  <a:txBody>
                    <a:bodyPr/>
                    <a:lstStyle/>
                    <a:p>
                      <a:pPr marL="0" marR="0" lvl="0" indent="0" algn="l" rtl="0">
                        <a:spcBef>
                          <a:spcPts val="0"/>
                        </a:spcBef>
                        <a:spcAft>
                          <a:spcPts val="0"/>
                        </a:spcAft>
                        <a:buNone/>
                      </a:pPr>
                      <a:r>
                        <a:rPr lang="ja-JP" sz="1400" dirty="0"/>
                        <a:t>足し算</a:t>
                      </a:r>
                      <a:endParaRPr sz="1400" dirty="0">
                        <a:latin typeface="+mn-lt"/>
                        <a:ea typeface="+mn-ea"/>
                      </a:endParaRPr>
                    </a:p>
                  </a:txBody>
                  <a:tcPr marL="91450" marR="91450" marT="45725" marB="45725"/>
                </a:tc>
                <a:tc>
                  <a:txBody>
                    <a:bodyPr/>
                    <a:lstStyle/>
                    <a:p>
                      <a:pPr marL="0" marR="0" lvl="0" indent="0" algn="l" rtl="0">
                        <a:spcBef>
                          <a:spcPts val="0"/>
                        </a:spcBef>
                        <a:spcAft>
                          <a:spcPts val="0"/>
                        </a:spcAft>
                        <a:buNone/>
                      </a:pPr>
                      <a:r>
                        <a:rPr lang="ja-JP" sz="1400"/>
                        <a:t>100+250</a:t>
                      </a:r>
                      <a:endParaRPr sz="1400">
                        <a:latin typeface="+mn-lt"/>
                        <a:ea typeface="+mn-ea"/>
                      </a:endParaRPr>
                    </a:p>
                  </a:txBody>
                  <a:tcPr marL="91450" marR="91450" marT="45725" marB="45725"/>
                </a:tc>
                <a:tc>
                  <a:txBody>
                    <a:bodyPr/>
                    <a:lstStyle/>
                    <a:p>
                      <a:pPr marL="0" marR="0" lvl="0" indent="0" algn="ctr" rtl="0">
                        <a:spcBef>
                          <a:spcPts val="0"/>
                        </a:spcBef>
                        <a:spcAft>
                          <a:spcPts val="0"/>
                        </a:spcAft>
                        <a:buNone/>
                      </a:pPr>
                      <a:r>
                        <a:rPr lang="ja-JP" sz="1400"/>
                        <a:t>350</a:t>
                      </a:r>
                      <a:endParaRPr sz="1400">
                        <a:latin typeface="+mn-lt"/>
                        <a:ea typeface="+mn-ea"/>
                      </a:endParaRPr>
                    </a:p>
                  </a:txBody>
                  <a:tcPr marL="91450" marR="91450" marT="45725" marB="45725"/>
                </a:tc>
                <a:extLst>
                  <a:ext uri="{0D108BD9-81ED-4DB2-BD59-A6C34878D82A}">
                    <a16:rowId xmlns:a16="http://schemas.microsoft.com/office/drawing/2014/main" val="10001"/>
                  </a:ext>
                </a:extLst>
              </a:tr>
              <a:tr h="290637">
                <a:tc>
                  <a:txBody>
                    <a:bodyPr/>
                    <a:lstStyle/>
                    <a:p>
                      <a:pPr marL="0" marR="0" lvl="0" indent="0" algn="ctr" rtl="0">
                        <a:spcBef>
                          <a:spcPts val="0"/>
                        </a:spcBef>
                        <a:spcAft>
                          <a:spcPts val="0"/>
                        </a:spcAft>
                        <a:buNone/>
                      </a:pPr>
                      <a:r>
                        <a:rPr lang="ja-JP" sz="1400"/>
                        <a:t>-</a:t>
                      </a:r>
                      <a:endParaRPr sz="1400">
                        <a:latin typeface="+mn-lt"/>
                        <a:ea typeface="+mn-ea"/>
                      </a:endParaRPr>
                    </a:p>
                  </a:txBody>
                  <a:tcPr marL="91450" marR="91450" marT="45725" marB="45725"/>
                </a:tc>
                <a:tc>
                  <a:txBody>
                    <a:bodyPr/>
                    <a:lstStyle/>
                    <a:p>
                      <a:pPr marL="0" marR="0" lvl="0" indent="0" algn="l" rtl="0">
                        <a:spcBef>
                          <a:spcPts val="0"/>
                        </a:spcBef>
                        <a:spcAft>
                          <a:spcPts val="0"/>
                        </a:spcAft>
                        <a:buNone/>
                      </a:pPr>
                      <a:r>
                        <a:rPr lang="ja-JP" sz="1400"/>
                        <a:t>引き算</a:t>
                      </a:r>
                      <a:endParaRPr sz="1400">
                        <a:latin typeface="+mn-lt"/>
                        <a:ea typeface="+mn-ea"/>
                      </a:endParaRPr>
                    </a:p>
                  </a:txBody>
                  <a:tcPr marL="91450" marR="91450" marT="45725" marB="45725"/>
                </a:tc>
                <a:tc>
                  <a:txBody>
                    <a:bodyPr/>
                    <a:lstStyle/>
                    <a:p>
                      <a:pPr marL="0" marR="0" lvl="0" indent="0" algn="l" rtl="0">
                        <a:spcBef>
                          <a:spcPts val="0"/>
                        </a:spcBef>
                        <a:spcAft>
                          <a:spcPts val="0"/>
                        </a:spcAft>
                        <a:buNone/>
                      </a:pPr>
                      <a:r>
                        <a:rPr lang="ja-JP" sz="1400"/>
                        <a:t>53-25</a:t>
                      </a:r>
                      <a:endParaRPr sz="1400">
                        <a:latin typeface="+mn-lt"/>
                        <a:ea typeface="+mn-ea"/>
                      </a:endParaRPr>
                    </a:p>
                  </a:txBody>
                  <a:tcPr marL="91450" marR="91450" marT="45725" marB="45725"/>
                </a:tc>
                <a:tc>
                  <a:txBody>
                    <a:bodyPr/>
                    <a:lstStyle/>
                    <a:p>
                      <a:pPr marL="0" marR="0" lvl="0" indent="0" algn="ctr" rtl="0">
                        <a:spcBef>
                          <a:spcPts val="0"/>
                        </a:spcBef>
                        <a:spcAft>
                          <a:spcPts val="0"/>
                        </a:spcAft>
                        <a:buNone/>
                      </a:pPr>
                      <a:r>
                        <a:rPr lang="ja-JP" sz="1400"/>
                        <a:t>28</a:t>
                      </a:r>
                      <a:endParaRPr sz="1400">
                        <a:latin typeface="+mn-lt"/>
                        <a:ea typeface="+mn-ea"/>
                      </a:endParaRPr>
                    </a:p>
                  </a:txBody>
                  <a:tcPr marL="91450" marR="91450" marT="45725" marB="45725"/>
                </a:tc>
                <a:extLst>
                  <a:ext uri="{0D108BD9-81ED-4DB2-BD59-A6C34878D82A}">
                    <a16:rowId xmlns:a16="http://schemas.microsoft.com/office/drawing/2014/main" val="10002"/>
                  </a:ext>
                </a:extLst>
              </a:tr>
              <a:tr h="290637">
                <a:tc>
                  <a:txBody>
                    <a:bodyPr/>
                    <a:lstStyle/>
                    <a:p>
                      <a:pPr marL="0" marR="0" lvl="0" indent="0" algn="ctr" rtl="0">
                        <a:spcBef>
                          <a:spcPts val="0"/>
                        </a:spcBef>
                        <a:spcAft>
                          <a:spcPts val="0"/>
                        </a:spcAft>
                        <a:buNone/>
                      </a:pPr>
                      <a:r>
                        <a:rPr lang="ja-JP" sz="1400"/>
                        <a:t>*</a:t>
                      </a:r>
                      <a:endParaRPr sz="1400">
                        <a:latin typeface="+mn-lt"/>
                        <a:ea typeface="+mn-ea"/>
                      </a:endParaRPr>
                    </a:p>
                  </a:txBody>
                  <a:tcPr marL="91450" marR="91450" marT="45725" marB="45725"/>
                </a:tc>
                <a:tc>
                  <a:txBody>
                    <a:bodyPr/>
                    <a:lstStyle/>
                    <a:p>
                      <a:pPr marL="0" marR="0" lvl="0" indent="0" algn="l" rtl="0">
                        <a:spcBef>
                          <a:spcPts val="0"/>
                        </a:spcBef>
                        <a:spcAft>
                          <a:spcPts val="0"/>
                        </a:spcAft>
                        <a:buNone/>
                      </a:pPr>
                      <a:r>
                        <a:rPr lang="ja-JP" sz="1400"/>
                        <a:t>掛け算</a:t>
                      </a:r>
                      <a:endParaRPr sz="1400">
                        <a:latin typeface="+mn-lt"/>
                        <a:ea typeface="+mn-ea"/>
                      </a:endParaRPr>
                    </a:p>
                  </a:txBody>
                  <a:tcPr marL="91450" marR="91450" marT="45725" marB="45725"/>
                </a:tc>
                <a:tc>
                  <a:txBody>
                    <a:bodyPr/>
                    <a:lstStyle/>
                    <a:p>
                      <a:pPr marL="0" marR="0" lvl="0" indent="0" algn="l" rtl="0">
                        <a:spcBef>
                          <a:spcPts val="0"/>
                        </a:spcBef>
                        <a:spcAft>
                          <a:spcPts val="0"/>
                        </a:spcAft>
                        <a:buNone/>
                      </a:pPr>
                      <a:r>
                        <a:rPr lang="ja-JP" sz="1400"/>
                        <a:t>7*4</a:t>
                      </a:r>
                      <a:endParaRPr sz="1400">
                        <a:latin typeface="+mn-lt"/>
                        <a:ea typeface="+mn-ea"/>
                      </a:endParaRPr>
                    </a:p>
                  </a:txBody>
                  <a:tcPr marL="91450" marR="91450" marT="45725" marB="45725"/>
                </a:tc>
                <a:tc>
                  <a:txBody>
                    <a:bodyPr/>
                    <a:lstStyle/>
                    <a:p>
                      <a:pPr marL="0" marR="0" lvl="0" indent="0" algn="ctr" rtl="0">
                        <a:spcBef>
                          <a:spcPts val="0"/>
                        </a:spcBef>
                        <a:spcAft>
                          <a:spcPts val="0"/>
                        </a:spcAft>
                        <a:buNone/>
                      </a:pPr>
                      <a:r>
                        <a:rPr lang="ja-JP" sz="1400"/>
                        <a:t>28</a:t>
                      </a:r>
                      <a:endParaRPr sz="1400">
                        <a:latin typeface="+mn-lt"/>
                        <a:ea typeface="+mn-ea"/>
                      </a:endParaRPr>
                    </a:p>
                  </a:txBody>
                  <a:tcPr marL="91450" marR="91450" marT="45725" marB="45725"/>
                </a:tc>
                <a:extLst>
                  <a:ext uri="{0D108BD9-81ED-4DB2-BD59-A6C34878D82A}">
                    <a16:rowId xmlns:a16="http://schemas.microsoft.com/office/drawing/2014/main" val="10003"/>
                  </a:ext>
                </a:extLst>
              </a:tr>
              <a:tr h="406093">
                <a:tc>
                  <a:txBody>
                    <a:bodyPr/>
                    <a:lstStyle/>
                    <a:p>
                      <a:pPr marL="0" marR="0" lvl="0" indent="0" algn="ctr" rtl="0">
                        <a:spcBef>
                          <a:spcPts val="0"/>
                        </a:spcBef>
                        <a:spcAft>
                          <a:spcPts val="0"/>
                        </a:spcAft>
                        <a:buNone/>
                      </a:pPr>
                      <a:r>
                        <a:rPr lang="ja-JP" sz="1400"/>
                        <a:t>/</a:t>
                      </a:r>
                      <a:endParaRPr sz="1400">
                        <a:latin typeface="+mn-lt"/>
                        <a:ea typeface="+mn-ea"/>
                      </a:endParaRPr>
                    </a:p>
                  </a:txBody>
                  <a:tcPr marL="91450" marR="91450" marT="45725" marB="45725"/>
                </a:tc>
                <a:tc>
                  <a:txBody>
                    <a:bodyPr/>
                    <a:lstStyle/>
                    <a:p>
                      <a:pPr marL="0" marR="0" lvl="0" indent="0" algn="l" rtl="0">
                        <a:spcBef>
                          <a:spcPts val="0"/>
                        </a:spcBef>
                        <a:spcAft>
                          <a:spcPts val="0"/>
                        </a:spcAft>
                        <a:buNone/>
                      </a:pPr>
                      <a:r>
                        <a:rPr lang="ja-JP" sz="1400"/>
                        <a:t>割り算</a:t>
                      </a:r>
                      <a:endParaRPr sz="1400"/>
                    </a:p>
                    <a:p>
                      <a:pPr marL="0" marR="0" lvl="0" indent="0" algn="l" rtl="0">
                        <a:spcBef>
                          <a:spcPts val="0"/>
                        </a:spcBef>
                        <a:spcAft>
                          <a:spcPts val="0"/>
                        </a:spcAft>
                        <a:buNone/>
                      </a:pPr>
                      <a:r>
                        <a:rPr lang="ja-JP" sz="1400"/>
                        <a:t>割り算の商</a:t>
                      </a:r>
                      <a:endParaRPr sz="1400">
                        <a:latin typeface="+mn-lt"/>
                        <a:ea typeface="+mn-ea"/>
                      </a:endParaRPr>
                    </a:p>
                  </a:txBody>
                  <a:tcPr marL="91450" marR="91450" marT="45725" marB="45725"/>
                </a:tc>
                <a:tc>
                  <a:txBody>
                    <a:bodyPr/>
                    <a:lstStyle/>
                    <a:p>
                      <a:pPr marL="0" marR="0" lvl="0" indent="0" algn="l" rtl="0">
                        <a:spcBef>
                          <a:spcPts val="0"/>
                        </a:spcBef>
                        <a:spcAft>
                          <a:spcPts val="0"/>
                        </a:spcAft>
                        <a:buNone/>
                      </a:pPr>
                      <a:r>
                        <a:rPr lang="ja-JP" sz="1400"/>
                        <a:t>3.14/2</a:t>
                      </a:r>
                      <a:endParaRPr sz="1400"/>
                    </a:p>
                    <a:p>
                      <a:pPr marL="0" marR="0" lvl="0" indent="0" algn="l" rtl="0">
                        <a:spcBef>
                          <a:spcPts val="0"/>
                        </a:spcBef>
                        <a:spcAft>
                          <a:spcPts val="0"/>
                        </a:spcAft>
                        <a:buNone/>
                      </a:pPr>
                      <a:r>
                        <a:rPr lang="ja-JP" sz="1400"/>
                        <a:t>14/4</a:t>
                      </a:r>
                      <a:endParaRPr sz="1400">
                        <a:latin typeface="+mn-lt"/>
                        <a:ea typeface="+mn-ea"/>
                      </a:endParaRPr>
                    </a:p>
                  </a:txBody>
                  <a:tcPr marL="91450" marR="91450" marT="45725" marB="45725"/>
                </a:tc>
                <a:tc>
                  <a:txBody>
                    <a:bodyPr/>
                    <a:lstStyle/>
                    <a:p>
                      <a:pPr marL="0" marR="0" lvl="0" indent="0" algn="ctr" rtl="0">
                        <a:spcBef>
                          <a:spcPts val="0"/>
                        </a:spcBef>
                        <a:spcAft>
                          <a:spcPts val="0"/>
                        </a:spcAft>
                        <a:buNone/>
                      </a:pPr>
                      <a:r>
                        <a:rPr lang="ja-JP" sz="1400"/>
                        <a:t>1.57</a:t>
                      </a:r>
                      <a:endParaRPr sz="1400"/>
                    </a:p>
                    <a:p>
                      <a:pPr marL="0" marR="0" lvl="0" indent="0" algn="ctr" rtl="0">
                        <a:spcBef>
                          <a:spcPts val="0"/>
                        </a:spcBef>
                        <a:spcAft>
                          <a:spcPts val="0"/>
                        </a:spcAft>
                        <a:buNone/>
                      </a:pPr>
                      <a:r>
                        <a:rPr lang="ja-JP" sz="1400"/>
                        <a:t>3</a:t>
                      </a:r>
                      <a:endParaRPr sz="1400">
                        <a:latin typeface="+mn-lt"/>
                        <a:ea typeface="+mn-ea"/>
                      </a:endParaRPr>
                    </a:p>
                  </a:txBody>
                  <a:tcPr marL="91450" marR="91450" marT="45725" marB="45725"/>
                </a:tc>
                <a:extLst>
                  <a:ext uri="{0D108BD9-81ED-4DB2-BD59-A6C34878D82A}">
                    <a16:rowId xmlns:a16="http://schemas.microsoft.com/office/drawing/2014/main" val="10004"/>
                  </a:ext>
                </a:extLst>
              </a:tr>
              <a:tr h="290637">
                <a:tc>
                  <a:txBody>
                    <a:bodyPr/>
                    <a:lstStyle/>
                    <a:p>
                      <a:pPr marL="0" marR="0" lvl="0" indent="0" algn="ctr" rtl="0">
                        <a:spcBef>
                          <a:spcPts val="0"/>
                        </a:spcBef>
                        <a:spcAft>
                          <a:spcPts val="0"/>
                        </a:spcAft>
                        <a:buNone/>
                      </a:pPr>
                      <a:r>
                        <a:rPr lang="ja-JP" sz="1400"/>
                        <a:t>%</a:t>
                      </a:r>
                      <a:endParaRPr sz="1400">
                        <a:latin typeface="+mn-lt"/>
                        <a:ea typeface="+mn-ea"/>
                      </a:endParaRPr>
                    </a:p>
                  </a:txBody>
                  <a:tcPr marL="91450" marR="91450" marT="45725" marB="45725"/>
                </a:tc>
                <a:tc>
                  <a:txBody>
                    <a:bodyPr/>
                    <a:lstStyle/>
                    <a:p>
                      <a:pPr marL="0" marR="0" lvl="0" indent="0" algn="l" rtl="0">
                        <a:spcBef>
                          <a:spcPts val="0"/>
                        </a:spcBef>
                        <a:spcAft>
                          <a:spcPts val="0"/>
                        </a:spcAft>
                        <a:buNone/>
                      </a:pPr>
                      <a:r>
                        <a:rPr lang="ja-JP" sz="1400"/>
                        <a:t>割り算の余り</a:t>
                      </a:r>
                      <a:endParaRPr sz="1400">
                        <a:latin typeface="+mn-lt"/>
                        <a:ea typeface="+mn-ea"/>
                      </a:endParaRPr>
                    </a:p>
                  </a:txBody>
                  <a:tcPr marL="91450" marR="91450" marT="45725" marB="45725"/>
                </a:tc>
                <a:tc>
                  <a:txBody>
                    <a:bodyPr/>
                    <a:lstStyle/>
                    <a:p>
                      <a:pPr marL="0" marR="0" lvl="0" indent="0" algn="l" rtl="0">
                        <a:spcBef>
                          <a:spcPts val="0"/>
                        </a:spcBef>
                        <a:spcAft>
                          <a:spcPts val="0"/>
                        </a:spcAft>
                        <a:buNone/>
                      </a:pPr>
                      <a:r>
                        <a:rPr lang="ja-JP" sz="1400"/>
                        <a:t>14%4</a:t>
                      </a:r>
                      <a:endParaRPr sz="1400">
                        <a:latin typeface="+mn-lt"/>
                        <a:ea typeface="+mn-ea"/>
                      </a:endParaRPr>
                    </a:p>
                  </a:txBody>
                  <a:tcPr marL="91450" marR="91450" marT="45725" marB="45725"/>
                </a:tc>
                <a:tc>
                  <a:txBody>
                    <a:bodyPr/>
                    <a:lstStyle/>
                    <a:p>
                      <a:pPr marL="0" marR="0" lvl="0" indent="0" algn="ctr" rtl="0">
                        <a:spcBef>
                          <a:spcPts val="0"/>
                        </a:spcBef>
                        <a:spcAft>
                          <a:spcPts val="0"/>
                        </a:spcAft>
                        <a:buNone/>
                      </a:pPr>
                      <a:r>
                        <a:rPr lang="ja-JP" sz="1400" dirty="0"/>
                        <a:t>2</a:t>
                      </a:r>
                      <a:endParaRPr sz="1400" dirty="0">
                        <a:latin typeface="+mn-lt"/>
                        <a:ea typeface="+mn-ea"/>
                      </a:endParaRPr>
                    </a:p>
                  </a:txBody>
                  <a:tcPr marL="91450" marR="91450" marT="45725" marB="45725"/>
                </a:tc>
                <a:extLst>
                  <a:ext uri="{0D108BD9-81ED-4DB2-BD59-A6C34878D82A}">
                    <a16:rowId xmlns:a16="http://schemas.microsoft.com/office/drawing/2014/main" val="10005"/>
                  </a:ext>
                </a:extLst>
              </a:tr>
            </a:tbl>
          </a:graphicData>
        </a:graphic>
      </p:graphicFrame>
      <p:sp>
        <p:nvSpPr>
          <p:cNvPr id="7" name="テキスト プレースホルダー 4">
            <a:extLst>
              <a:ext uri="{FF2B5EF4-FFF2-40B4-BE49-F238E27FC236}">
                <a16:creationId xmlns:a16="http://schemas.microsoft.com/office/drawing/2014/main" id="{C343A5EB-2A4E-49AD-9B0E-AA7D5DED592C}"/>
              </a:ext>
            </a:extLst>
          </p:cNvPr>
          <p:cNvSpPr txBox="1">
            <a:spLocks/>
          </p:cNvSpPr>
          <p:nvPr/>
        </p:nvSpPr>
        <p:spPr>
          <a:xfrm>
            <a:off x="462875" y="3343611"/>
            <a:ext cx="8216900" cy="141888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足し算、引き算は </a:t>
            </a:r>
            <a:r>
              <a:rPr lang="en-US" altLang="ja-JP" dirty="0"/>
              <a:t>+ </a:t>
            </a:r>
            <a:r>
              <a:rPr lang="ja-JP" altLang="en-US" dirty="0"/>
              <a:t>と </a:t>
            </a:r>
            <a:r>
              <a:rPr lang="en-US" altLang="ja-JP" dirty="0"/>
              <a:t>- </a:t>
            </a:r>
            <a:r>
              <a:rPr lang="ja-JP" altLang="en-US" dirty="0"/>
              <a:t>のため問題ないのですが、掛け算、割り算は</a:t>
            </a:r>
            <a:r>
              <a:rPr lang="en-US" altLang="ja-JP" dirty="0"/>
              <a:t>×</a:t>
            </a:r>
            <a:r>
              <a:rPr lang="ja-JP" altLang="en-US" dirty="0"/>
              <a:t>や</a:t>
            </a:r>
            <a:r>
              <a:rPr lang="en-US" altLang="ja-JP" dirty="0"/>
              <a:t>÷</a:t>
            </a:r>
            <a:r>
              <a:rPr lang="ja-JP" altLang="en-US" dirty="0"/>
              <a:t>ではないことに注意しましょう。割り算は左右両方が整数型の場合は小数以下の計算をしません。</a:t>
            </a:r>
            <a:endParaRPr lang="en-US" altLang="ja-JP" dirty="0"/>
          </a:p>
          <a:p>
            <a:pPr marL="96838" indent="0">
              <a:buFont typeface="Arial" panose="020B0604020202020204" pitchFamily="34" charset="0"/>
              <a:buNone/>
            </a:pPr>
            <a:r>
              <a:rPr lang="en-US" altLang="ja-JP" dirty="0"/>
              <a:t>14÷4=3</a:t>
            </a:r>
            <a:r>
              <a:rPr lang="ja-JP" altLang="en-US" dirty="0"/>
              <a:t>余り</a:t>
            </a:r>
            <a:r>
              <a:rPr lang="en-US" altLang="ja-JP" dirty="0"/>
              <a:t>2</a:t>
            </a:r>
            <a:r>
              <a:rPr lang="ja-JP" altLang="en-US" dirty="0"/>
              <a:t>の、商</a:t>
            </a:r>
            <a:r>
              <a:rPr lang="en-US" altLang="ja-JP" dirty="0"/>
              <a:t>(3)</a:t>
            </a:r>
            <a:r>
              <a:rPr lang="ja-JP" altLang="en-US" dirty="0"/>
              <a:t>を求める計算です。余り</a:t>
            </a:r>
            <a:r>
              <a:rPr lang="en-US" altLang="ja-JP" dirty="0"/>
              <a:t>(2)</a:t>
            </a:r>
            <a:r>
              <a:rPr lang="ja-JP" altLang="en-US" dirty="0"/>
              <a:t>は</a:t>
            </a:r>
            <a:r>
              <a:rPr lang="en-US" altLang="ja-JP" dirty="0"/>
              <a:t>%</a:t>
            </a:r>
            <a:r>
              <a:rPr lang="ja-JP" altLang="en-US" dirty="0"/>
              <a:t>という演算子を使います。</a:t>
            </a:r>
          </a:p>
          <a:p>
            <a:pPr marL="96838" indent="0">
              <a:buFont typeface="Arial" panose="020B0604020202020204" pitchFamily="34" charset="0"/>
              <a:buNone/>
            </a:pPr>
            <a:r>
              <a:rPr lang="ja-JP" altLang="en-US" dirty="0"/>
              <a:t>割り算で左右どちらかに小数型がある場合は小数以下も計算します。</a:t>
            </a:r>
          </a:p>
        </p:txBody>
      </p:sp>
      <mc:AlternateContent xmlns:mc="http://schemas.openxmlformats.org/markup-compatibility/2006" xmlns:p14="http://schemas.microsoft.com/office/powerpoint/2010/main">
        <mc:Choice Requires="p14">
          <p:contentPart p14:bwMode="auto" r:id="rId2">
            <p14:nvContentPartPr>
              <p14:cNvPr id="16" name="インク 15">
                <a:extLst>
                  <a:ext uri="{FF2B5EF4-FFF2-40B4-BE49-F238E27FC236}">
                    <a16:creationId xmlns:a16="http://schemas.microsoft.com/office/drawing/2014/main" id="{62CB4CB9-908B-D8F0-B2B5-D382CB664AF8}"/>
                  </a:ext>
                </a:extLst>
              </p14:cNvPr>
              <p14:cNvContentPartPr/>
              <p14:nvPr/>
            </p14:nvContentPartPr>
            <p14:xfrm>
              <a:off x="1883805" y="3484482"/>
              <a:ext cx="19800" cy="22680"/>
            </p14:xfrm>
          </p:contentPart>
        </mc:Choice>
        <mc:Fallback xmlns="">
          <p:pic>
            <p:nvPicPr>
              <p:cNvPr id="16" name="インク 15">
                <a:extLst>
                  <a:ext uri="{FF2B5EF4-FFF2-40B4-BE49-F238E27FC236}">
                    <a16:creationId xmlns:a16="http://schemas.microsoft.com/office/drawing/2014/main" id="{62CB4CB9-908B-D8F0-B2B5-D382CB664AF8}"/>
                  </a:ext>
                </a:extLst>
              </p:cNvPr>
              <p:cNvPicPr/>
              <p:nvPr/>
            </p:nvPicPr>
            <p:blipFill>
              <a:blip r:embed="rId17"/>
              <a:stretch>
                <a:fillRect/>
              </a:stretch>
            </p:blipFill>
            <p:spPr>
              <a:xfrm>
                <a:off x="1874805" y="3475482"/>
                <a:ext cx="3744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インク 16">
                <a:extLst>
                  <a:ext uri="{FF2B5EF4-FFF2-40B4-BE49-F238E27FC236}">
                    <a16:creationId xmlns:a16="http://schemas.microsoft.com/office/drawing/2014/main" id="{95ECAFE6-A104-A50E-B5EA-28756C5421A5}"/>
                  </a:ext>
                </a:extLst>
              </p14:cNvPr>
              <p14:cNvContentPartPr/>
              <p14:nvPr/>
            </p14:nvContentPartPr>
            <p14:xfrm>
              <a:off x="1863645" y="3190002"/>
              <a:ext cx="3600" cy="3600"/>
            </p14:xfrm>
          </p:contentPart>
        </mc:Choice>
        <mc:Fallback xmlns="">
          <p:pic>
            <p:nvPicPr>
              <p:cNvPr id="17" name="インク 16">
                <a:extLst>
                  <a:ext uri="{FF2B5EF4-FFF2-40B4-BE49-F238E27FC236}">
                    <a16:creationId xmlns:a16="http://schemas.microsoft.com/office/drawing/2014/main" id="{95ECAFE6-A104-A50E-B5EA-28756C5421A5}"/>
                  </a:ext>
                </a:extLst>
              </p:cNvPr>
              <p:cNvPicPr/>
              <p:nvPr/>
            </p:nvPicPr>
            <p:blipFill>
              <a:blip r:embed="rId19"/>
              <a:stretch>
                <a:fillRect/>
              </a:stretch>
            </p:blipFill>
            <p:spPr>
              <a:xfrm>
                <a:off x="1854645" y="3181002"/>
                <a:ext cx="21240" cy="21240"/>
              </a:xfrm>
              <a:prstGeom prst="rect">
                <a:avLst/>
              </a:prstGeom>
            </p:spPr>
          </p:pic>
        </mc:Fallback>
      </mc:AlternateContent>
      <p:grpSp>
        <p:nvGrpSpPr>
          <p:cNvPr id="41" name="グループ化 40">
            <a:extLst>
              <a:ext uri="{FF2B5EF4-FFF2-40B4-BE49-F238E27FC236}">
                <a16:creationId xmlns:a16="http://schemas.microsoft.com/office/drawing/2014/main" id="{06467F42-1885-ACF6-4B5A-A14990EC60BD}"/>
              </a:ext>
            </a:extLst>
          </p:cNvPr>
          <p:cNvGrpSpPr/>
          <p:nvPr/>
        </p:nvGrpSpPr>
        <p:grpSpPr>
          <a:xfrm>
            <a:off x="6963045" y="-361758"/>
            <a:ext cx="537840" cy="207360"/>
            <a:chOff x="6963045" y="-361758"/>
            <a:chExt cx="537840" cy="207360"/>
          </a:xfrm>
        </p:grpSpPr>
        <mc:AlternateContent xmlns:mc="http://schemas.openxmlformats.org/markup-compatibility/2006" xmlns:p14="http://schemas.microsoft.com/office/powerpoint/2010/main">
          <mc:Choice Requires="p14">
            <p:contentPart p14:bwMode="auto" r:id="rId20">
              <p14:nvContentPartPr>
                <p14:cNvPr id="39" name="インク 38">
                  <a:extLst>
                    <a:ext uri="{FF2B5EF4-FFF2-40B4-BE49-F238E27FC236}">
                      <a16:creationId xmlns:a16="http://schemas.microsoft.com/office/drawing/2014/main" id="{BC8A0762-1EF7-71AD-8170-451751E1DEE4}"/>
                    </a:ext>
                  </a:extLst>
                </p14:cNvPr>
                <p14:cNvContentPartPr/>
                <p14:nvPr/>
              </p14:nvContentPartPr>
              <p14:xfrm>
                <a:off x="6963045" y="-204798"/>
                <a:ext cx="196560" cy="50400"/>
              </p14:xfrm>
            </p:contentPart>
          </mc:Choice>
          <mc:Fallback xmlns="">
            <p:pic>
              <p:nvPicPr>
                <p:cNvPr id="39" name="インク 38">
                  <a:extLst>
                    <a:ext uri="{FF2B5EF4-FFF2-40B4-BE49-F238E27FC236}">
                      <a16:creationId xmlns:a16="http://schemas.microsoft.com/office/drawing/2014/main" id="{BC8A0762-1EF7-71AD-8170-451751E1DEE4}"/>
                    </a:ext>
                  </a:extLst>
                </p:cNvPr>
                <p:cNvPicPr/>
                <p:nvPr/>
              </p:nvPicPr>
              <p:blipFill>
                <a:blip r:embed="rId25"/>
                <a:stretch>
                  <a:fillRect/>
                </a:stretch>
              </p:blipFill>
              <p:spPr>
                <a:xfrm>
                  <a:off x="6954405" y="-213438"/>
                  <a:ext cx="21420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40" name="インク 39">
                  <a:extLst>
                    <a:ext uri="{FF2B5EF4-FFF2-40B4-BE49-F238E27FC236}">
                      <a16:creationId xmlns:a16="http://schemas.microsoft.com/office/drawing/2014/main" id="{BA913109-20CD-919C-1163-27EA38EAA25A}"/>
                    </a:ext>
                  </a:extLst>
                </p14:cNvPr>
                <p14:cNvContentPartPr/>
                <p14:nvPr/>
              </p14:nvContentPartPr>
              <p14:xfrm>
                <a:off x="7239885" y="-361758"/>
                <a:ext cx="261000" cy="189000"/>
              </p14:xfrm>
            </p:contentPart>
          </mc:Choice>
          <mc:Fallback xmlns="">
            <p:pic>
              <p:nvPicPr>
                <p:cNvPr id="40" name="インク 39">
                  <a:extLst>
                    <a:ext uri="{FF2B5EF4-FFF2-40B4-BE49-F238E27FC236}">
                      <a16:creationId xmlns:a16="http://schemas.microsoft.com/office/drawing/2014/main" id="{BA913109-20CD-919C-1163-27EA38EAA25A}"/>
                    </a:ext>
                  </a:extLst>
                </p:cNvPr>
                <p:cNvPicPr/>
                <p:nvPr/>
              </p:nvPicPr>
              <p:blipFill>
                <a:blip r:embed="rId27"/>
                <a:stretch>
                  <a:fillRect/>
                </a:stretch>
              </p:blipFill>
              <p:spPr>
                <a:xfrm>
                  <a:off x="7230885" y="-370758"/>
                  <a:ext cx="278640" cy="206640"/>
                </a:xfrm>
                <a:prstGeom prst="rect">
                  <a:avLst/>
                </a:prstGeom>
              </p:spPr>
            </p:pic>
          </mc:Fallback>
        </mc:AlternateContent>
      </p:grpSp>
    </p:spTree>
    <p:extLst>
      <p:ext uri="{BB962C8B-B14F-4D97-AF65-F5344CB8AC3E}">
        <p14:creationId xmlns:p14="http://schemas.microsoft.com/office/powerpoint/2010/main" val="1322122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4D46B8FD-0438-4B15-945B-6927DF328DE1}"/>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3579D21D-214D-4555-8975-F5BB54400AC7}"/>
              </a:ext>
            </a:extLst>
          </p:cNvPr>
          <p:cNvSpPr>
            <a:spLocks noGrp="1"/>
          </p:cNvSpPr>
          <p:nvPr>
            <p:ph type="ctrTitle"/>
          </p:nvPr>
        </p:nvSpPr>
        <p:spPr/>
        <p:txBody>
          <a:bodyPr/>
          <a:lstStyle/>
          <a:p>
            <a:r>
              <a:rPr lang="ja-JP" altLang="ja-JP" dirty="0"/>
              <a:t>文字列結合演算子</a:t>
            </a:r>
            <a:endParaRPr kumimoji="1" lang="ja-JP" altLang="en-US" dirty="0"/>
          </a:p>
        </p:txBody>
      </p:sp>
      <p:sp>
        <p:nvSpPr>
          <p:cNvPr id="4" name="スライド番号プレースホルダー 3">
            <a:extLst>
              <a:ext uri="{FF2B5EF4-FFF2-40B4-BE49-F238E27FC236}">
                <a16:creationId xmlns:a16="http://schemas.microsoft.com/office/drawing/2014/main" id="{15CB1DCB-7CD2-4135-9C57-056717CE97F6}"/>
              </a:ext>
            </a:extLst>
          </p:cNvPr>
          <p:cNvSpPr>
            <a:spLocks noGrp="1"/>
          </p:cNvSpPr>
          <p:nvPr>
            <p:ph type="sldNum" sz="quarter" idx="4"/>
          </p:nvPr>
        </p:nvSpPr>
        <p:spPr/>
        <p:txBody>
          <a:bodyPr/>
          <a:lstStyle/>
          <a:p>
            <a:fld id="{00000000-1234-1234-1234-123412341234}" type="slidenum">
              <a:rPr lang="en" smtClean="0"/>
              <a:pPr/>
              <a:t>12</a:t>
            </a:fld>
            <a:endParaRPr lang="en" dirty="0"/>
          </a:p>
        </p:txBody>
      </p:sp>
      <p:sp>
        <p:nvSpPr>
          <p:cNvPr id="5" name="テキスト プレースホルダー 4">
            <a:extLst>
              <a:ext uri="{FF2B5EF4-FFF2-40B4-BE49-F238E27FC236}">
                <a16:creationId xmlns:a16="http://schemas.microsoft.com/office/drawing/2014/main" id="{D163C203-11FA-4A78-BFC9-15A479C92BB8}"/>
              </a:ext>
            </a:extLst>
          </p:cNvPr>
          <p:cNvSpPr>
            <a:spLocks noGrp="1"/>
          </p:cNvSpPr>
          <p:nvPr>
            <p:ph type="body" sz="quarter" idx="14"/>
          </p:nvPr>
        </p:nvSpPr>
        <p:spPr>
          <a:xfrm>
            <a:off x="462875" y="859491"/>
            <a:ext cx="8216900" cy="313989"/>
          </a:xfrm>
        </p:spPr>
        <p:txBody>
          <a:bodyPr/>
          <a:lstStyle/>
          <a:p>
            <a:pPr marL="96838" indent="0">
              <a:buNone/>
            </a:pPr>
            <a:r>
              <a:rPr lang="en-US" altLang="ja-JP" dirty="0"/>
              <a:t>2</a:t>
            </a:r>
            <a:r>
              <a:rPr lang="ja-JP" altLang="en-US" dirty="0"/>
              <a:t>つの文字列を結合して</a:t>
            </a:r>
            <a:r>
              <a:rPr lang="en-US" altLang="ja-JP" dirty="0"/>
              <a:t>1</a:t>
            </a:r>
            <a:r>
              <a:rPr lang="ja-JP" altLang="en-US" dirty="0"/>
              <a:t>つの文字列にする演算子です。</a:t>
            </a:r>
          </a:p>
        </p:txBody>
      </p:sp>
      <p:graphicFrame>
        <p:nvGraphicFramePr>
          <p:cNvPr id="6" name="Google Shape;171;p21">
            <a:extLst>
              <a:ext uri="{FF2B5EF4-FFF2-40B4-BE49-F238E27FC236}">
                <a16:creationId xmlns:a16="http://schemas.microsoft.com/office/drawing/2014/main" id="{3FB337BA-FCC4-476F-851F-E9D142017ED6}"/>
              </a:ext>
            </a:extLst>
          </p:cNvPr>
          <p:cNvGraphicFramePr/>
          <p:nvPr>
            <p:extLst>
              <p:ext uri="{D42A27DB-BD31-4B8C-83A1-F6EECF244321}">
                <p14:modId xmlns:p14="http://schemas.microsoft.com/office/powerpoint/2010/main" val="3617545287"/>
              </p:ext>
            </p:extLst>
          </p:nvPr>
        </p:nvGraphicFramePr>
        <p:xfrm>
          <a:off x="1059181" y="1173480"/>
          <a:ext cx="6248400" cy="822980"/>
        </p:xfrm>
        <a:graphic>
          <a:graphicData uri="http://schemas.openxmlformats.org/drawingml/2006/table">
            <a:tbl>
              <a:tblPr firstRow="1" bandRow="1">
                <a:tableStyleId>{BDBED569-4797-4DF1-A0F4-6AAB3CD982D8}</a:tableStyleId>
              </a:tblPr>
              <a:tblGrid>
                <a:gridCol w="852383">
                  <a:extLst>
                    <a:ext uri="{9D8B030D-6E8A-4147-A177-3AD203B41FA5}">
                      <a16:colId xmlns:a16="http://schemas.microsoft.com/office/drawing/2014/main" val="20000"/>
                    </a:ext>
                  </a:extLst>
                </a:gridCol>
                <a:gridCol w="1603635">
                  <a:extLst>
                    <a:ext uri="{9D8B030D-6E8A-4147-A177-3AD203B41FA5}">
                      <a16:colId xmlns:a16="http://schemas.microsoft.com/office/drawing/2014/main" val="20001"/>
                    </a:ext>
                  </a:extLst>
                </a:gridCol>
                <a:gridCol w="1856901">
                  <a:extLst>
                    <a:ext uri="{9D8B030D-6E8A-4147-A177-3AD203B41FA5}">
                      <a16:colId xmlns:a16="http://schemas.microsoft.com/office/drawing/2014/main" val="20002"/>
                    </a:ext>
                  </a:extLst>
                </a:gridCol>
                <a:gridCol w="1935481">
                  <a:extLst>
                    <a:ext uri="{9D8B030D-6E8A-4147-A177-3AD203B41FA5}">
                      <a16:colId xmlns:a16="http://schemas.microsoft.com/office/drawing/2014/main" val="20003"/>
                    </a:ext>
                  </a:extLst>
                </a:gridCol>
              </a:tblGrid>
              <a:tr h="125848">
                <a:tc>
                  <a:txBody>
                    <a:bodyPr/>
                    <a:lstStyle/>
                    <a:p>
                      <a:pPr marL="0" marR="0" lvl="0" indent="0" algn="l" rtl="0">
                        <a:spcBef>
                          <a:spcPts val="0"/>
                        </a:spcBef>
                        <a:spcAft>
                          <a:spcPts val="0"/>
                        </a:spcAft>
                        <a:buNone/>
                      </a:pPr>
                      <a:r>
                        <a:rPr lang="ja-JP" sz="1400"/>
                        <a:t>演算子</a:t>
                      </a:r>
                      <a:endParaRPr sz="1400">
                        <a:latin typeface="+mn-lt"/>
                        <a:ea typeface="+mn-ea"/>
                      </a:endParaRPr>
                    </a:p>
                  </a:txBody>
                  <a:tcPr marL="91450" marR="91450" marT="45725" marB="45725"/>
                </a:tc>
                <a:tc>
                  <a:txBody>
                    <a:bodyPr/>
                    <a:lstStyle/>
                    <a:p>
                      <a:pPr marL="0" marR="0" lvl="0" indent="0" algn="l" rtl="0">
                        <a:spcBef>
                          <a:spcPts val="0"/>
                        </a:spcBef>
                        <a:spcAft>
                          <a:spcPts val="0"/>
                        </a:spcAft>
                        <a:buNone/>
                      </a:pPr>
                      <a:r>
                        <a:rPr lang="ja-JP" sz="1400"/>
                        <a:t>機能</a:t>
                      </a:r>
                      <a:endParaRPr sz="1400">
                        <a:latin typeface="+mn-lt"/>
                        <a:ea typeface="+mn-ea"/>
                      </a:endParaRPr>
                    </a:p>
                  </a:txBody>
                  <a:tcPr marL="91450" marR="91450" marT="45725" marB="45725"/>
                </a:tc>
                <a:tc>
                  <a:txBody>
                    <a:bodyPr/>
                    <a:lstStyle/>
                    <a:p>
                      <a:pPr marL="0" marR="0" lvl="0" indent="0" algn="l" rtl="0">
                        <a:spcBef>
                          <a:spcPts val="0"/>
                        </a:spcBef>
                        <a:spcAft>
                          <a:spcPts val="0"/>
                        </a:spcAft>
                        <a:buNone/>
                      </a:pPr>
                      <a:r>
                        <a:rPr lang="ja-JP" sz="1400"/>
                        <a:t>書き方の例</a:t>
                      </a:r>
                      <a:endParaRPr sz="1400">
                        <a:latin typeface="+mn-lt"/>
                        <a:ea typeface="+mn-ea"/>
                      </a:endParaRPr>
                    </a:p>
                  </a:txBody>
                  <a:tcPr marL="91450" marR="91450" marT="45725" marB="45725"/>
                </a:tc>
                <a:tc>
                  <a:txBody>
                    <a:bodyPr/>
                    <a:lstStyle/>
                    <a:p>
                      <a:pPr marL="0" marR="0" lvl="0" indent="0" algn="l" rtl="0">
                        <a:spcBef>
                          <a:spcPts val="0"/>
                        </a:spcBef>
                        <a:spcAft>
                          <a:spcPts val="0"/>
                        </a:spcAft>
                        <a:buNone/>
                      </a:pPr>
                      <a:r>
                        <a:rPr lang="ja-JP" sz="1400"/>
                        <a:t>左の例の結果</a:t>
                      </a:r>
                      <a:endParaRPr sz="1400">
                        <a:latin typeface="+mn-lt"/>
                        <a:ea typeface="+mn-ea"/>
                      </a:endParaRPr>
                    </a:p>
                  </a:txBody>
                  <a:tcPr marL="91450" marR="91450" marT="45725" marB="45725"/>
                </a:tc>
                <a:extLst>
                  <a:ext uri="{0D108BD9-81ED-4DB2-BD59-A6C34878D82A}">
                    <a16:rowId xmlns:a16="http://schemas.microsoft.com/office/drawing/2014/main" val="10000"/>
                  </a:ext>
                </a:extLst>
              </a:tr>
              <a:tr h="267852">
                <a:tc>
                  <a:txBody>
                    <a:bodyPr/>
                    <a:lstStyle/>
                    <a:p>
                      <a:pPr marL="0" marR="0" lvl="0" indent="0" algn="ctr" rtl="0">
                        <a:spcBef>
                          <a:spcPts val="0"/>
                        </a:spcBef>
                        <a:spcAft>
                          <a:spcPts val="0"/>
                        </a:spcAft>
                        <a:buNone/>
                      </a:pPr>
                      <a:r>
                        <a:rPr lang="ja-JP" sz="1400"/>
                        <a:t>+</a:t>
                      </a:r>
                      <a:endParaRPr sz="1400">
                        <a:latin typeface="+mn-lt"/>
                        <a:ea typeface="+mn-ea"/>
                      </a:endParaRPr>
                    </a:p>
                  </a:txBody>
                  <a:tcPr marL="91450" marR="91450" marT="45725" marB="45725"/>
                </a:tc>
                <a:tc>
                  <a:txBody>
                    <a:bodyPr/>
                    <a:lstStyle/>
                    <a:p>
                      <a:pPr marL="0" marR="0" lvl="0" indent="0" algn="l" rtl="0">
                        <a:spcBef>
                          <a:spcPts val="0"/>
                        </a:spcBef>
                        <a:spcAft>
                          <a:spcPts val="0"/>
                        </a:spcAft>
                        <a:buNone/>
                      </a:pPr>
                      <a:r>
                        <a:rPr lang="ja-JP" sz="1400" dirty="0"/>
                        <a:t>文字列の結合</a:t>
                      </a:r>
                      <a:endParaRPr sz="1400" dirty="0">
                        <a:latin typeface="+mn-lt"/>
                        <a:ea typeface="+mn-ea"/>
                      </a:endParaRPr>
                    </a:p>
                  </a:txBody>
                  <a:tcPr marL="91450" marR="91450" marT="45725" marB="45725"/>
                </a:tc>
                <a:tc>
                  <a:txBody>
                    <a:bodyPr/>
                    <a:lstStyle/>
                    <a:p>
                      <a:pPr marL="0" marR="0" lvl="0" indent="0" algn="l" rtl="0">
                        <a:spcBef>
                          <a:spcPts val="0"/>
                        </a:spcBef>
                        <a:spcAft>
                          <a:spcPts val="0"/>
                        </a:spcAft>
                        <a:buNone/>
                      </a:pPr>
                      <a:r>
                        <a:rPr lang="en-US" altLang="ja-JP" sz="1400" dirty="0"/>
                        <a:t>“</a:t>
                      </a:r>
                      <a:r>
                        <a:rPr lang="ja-JP" sz="1400" dirty="0"/>
                        <a:t>山田</a:t>
                      </a:r>
                      <a:r>
                        <a:rPr lang="en-US" altLang="ja-JP" sz="1400" dirty="0"/>
                        <a:t>”</a:t>
                      </a:r>
                      <a:r>
                        <a:rPr lang="ja-JP" sz="1400" dirty="0"/>
                        <a:t>+</a:t>
                      </a:r>
                      <a:r>
                        <a:rPr lang="en-US" altLang="ja-JP" sz="1400" dirty="0"/>
                        <a:t>”</a:t>
                      </a:r>
                      <a:r>
                        <a:rPr lang="ja-JP" sz="1400" dirty="0"/>
                        <a:t>太郎</a:t>
                      </a:r>
                      <a:r>
                        <a:rPr lang="en-US" altLang="ja-JP" sz="1400" dirty="0"/>
                        <a:t>”</a:t>
                      </a:r>
                    </a:p>
                    <a:p>
                      <a:pPr marL="0" marR="0" lvl="0" indent="0" algn="l" rtl="0">
                        <a:spcBef>
                          <a:spcPts val="0"/>
                        </a:spcBef>
                        <a:spcAft>
                          <a:spcPts val="0"/>
                        </a:spcAft>
                        <a:buNone/>
                      </a:pPr>
                      <a:r>
                        <a:rPr lang="ja-JP" sz="1400" dirty="0"/>
                        <a:t>9+</a:t>
                      </a:r>
                      <a:r>
                        <a:rPr lang="en-US" altLang="ja-JP" sz="1400" dirty="0"/>
                        <a:t>”</a:t>
                      </a:r>
                      <a:r>
                        <a:rPr lang="ja-JP" sz="1400" dirty="0"/>
                        <a:t>時に集合</a:t>
                      </a:r>
                      <a:r>
                        <a:rPr lang="en-US" altLang="ja-JP" sz="1400" dirty="0"/>
                        <a:t>"</a:t>
                      </a:r>
                      <a:endParaRPr sz="1400" dirty="0">
                        <a:latin typeface="+mn-lt"/>
                        <a:ea typeface="+mn-ea"/>
                      </a:endParaRPr>
                    </a:p>
                  </a:txBody>
                  <a:tcPr marL="91450" marR="91450" marT="45725" marB="45725"/>
                </a:tc>
                <a:tc>
                  <a:txBody>
                    <a:bodyPr/>
                    <a:lstStyle/>
                    <a:p>
                      <a:pPr marL="0" marR="0" lvl="0" indent="0" algn="l" rtl="0">
                        <a:spcBef>
                          <a:spcPts val="0"/>
                        </a:spcBef>
                        <a:spcAft>
                          <a:spcPts val="0"/>
                        </a:spcAft>
                        <a:buNone/>
                      </a:pPr>
                      <a:r>
                        <a:rPr lang="en-US" altLang="ja-JP" sz="1400" dirty="0"/>
                        <a:t>“</a:t>
                      </a:r>
                      <a:r>
                        <a:rPr lang="ja-JP" sz="1400" dirty="0"/>
                        <a:t>山田太郎</a:t>
                      </a:r>
                      <a:r>
                        <a:rPr lang="en-US" altLang="ja-JP" sz="1400" dirty="0"/>
                        <a:t>”</a:t>
                      </a:r>
                      <a:endParaRPr sz="1400" dirty="0"/>
                    </a:p>
                    <a:p>
                      <a:pPr marL="0" marR="0" lvl="0" indent="0" algn="l" rtl="0">
                        <a:spcBef>
                          <a:spcPts val="0"/>
                        </a:spcBef>
                        <a:spcAft>
                          <a:spcPts val="0"/>
                        </a:spcAft>
                        <a:buNone/>
                      </a:pPr>
                      <a:r>
                        <a:rPr lang="en-US" altLang="ja-JP" sz="1400" dirty="0"/>
                        <a:t>"</a:t>
                      </a:r>
                      <a:r>
                        <a:rPr lang="ja-JP" sz="1400" dirty="0"/>
                        <a:t>9時に集合</a:t>
                      </a:r>
                      <a:r>
                        <a:rPr lang="en-US" altLang="ja-JP" sz="1400" dirty="0"/>
                        <a:t>”</a:t>
                      </a:r>
                      <a:endParaRPr sz="1400" dirty="0">
                        <a:latin typeface="+mn-lt"/>
                        <a:ea typeface="+mn-ea"/>
                      </a:endParaRPr>
                    </a:p>
                  </a:txBody>
                  <a:tcPr marL="91450" marR="91450" marT="45725" marB="45725"/>
                </a:tc>
                <a:extLst>
                  <a:ext uri="{0D108BD9-81ED-4DB2-BD59-A6C34878D82A}">
                    <a16:rowId xmlns:a16="http://schemas.microsoft.com/office/drawing/2014/main" val="10001"/>
                  </a:ext>
                </a:extLst>
              </a:tr>
            </a:tbl>
          </a:graphicData>
        </a:graphic>
      </p:graphicFrame>
      <p:sp>
        <p:nvSpPr>
          <p:cNvPr id="7" name="テキスト プレースホルダー 4">
            <a:extLst>
              <a:ext uri="{FF2B5EF4-FFF2-40B4-BE49-F238E27FC236}">
                <a16:creationId xmlns:a16="http://schemas.microsoft.com/office/drawing/2014/main" id="{FFE3FAC7-5395-4AAF-ABA2-9B7509B04D4D}"/>
              </a:ext>
            </a:extLst>
          </p:cNvPr>
          <p:cNvSpPr txBox="1">
            <a:spLocks/>
          </p:cNvSpPr>
          <p:nvPr/>
        </p:nvSpPr>
        <p:spPr>
          <a:xfrm>
            <a:off x="462875" y="2034240"/>
            <a:ext cx="8216900" cy="53751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左右のオペランドに文字列を指定すると</a:t>
            </a:r>
            <a:r>
              <a:rPr lang="en-US" altLang="ja-JP" dirty="0"/>
              <a:t>1</a:t>
            </a:r>
            <a:r>
              <a:rPr lang="ja-JP" altLang="en-US" dirty="0"/>
              <a:t>つの文字列に結合する演算子ですが、どちらか一方が文字列でない場合は自動的に文字列に変換してから結合します。</a:t>
            </a:r>
          </a:p>
        </p:txBody>
      </p:sp>
      <p:graphicFrame>
        <p:nvGraphicFramePr>
          <p:cNvPr id="8" name="表 8">
            <a:extLst>
              <a:ext uri="{FF2B5EF4-FFF2-40B4-BE49-F238E27FC236}">
                <a16:creationId xmlns:a16="http://schemas.microsoft.com/office/drawing/2014/main" id="{49C03C2E-C2C3-4E43-A6AC-F47AF13EE8CD}"/>
              </a:ext>
            </a:extLst>
          </p:cNvPr>
          <p:cNvGraphicFramePr>
            <a:graphicFrameLocks noGrp="1"/>
          </p:cNvGraphicFramePr>
          <p:nvPr>
            <p:extLst>
              <p:ext uri="{D42A27DB-BD31-4B8C-83A1-F6EECF244321}">
                <p14:modId xmlns:p14="http://schemas.microsoft.com/office/powerpoint/2010/main" val="91074320"/>
              </p:ext>
            </p:extLst>
          </p:nvPr>
        </p:nvGraphicFramePr>
        <p:xfrm>
          <a:off x="2132924" y="2560320"/>
          <a:ext cx="4876802" cy="1524000"/>
        </p:xfrm>
        <a:graphic>
          <a:graphicData uri="http://schemas.openxmlformats.org/drawingml/2006/table">
            <a:tbl>
              <a:tblPr firstRow="1" bandRow="1">
                <a:tableStyleId>{2D5ABB26-0587-4C30-8999-92F81FD0307C}</a:tableStyleId>
              </a:tblPr>
              <a:tblGrid>
                <a:gridCol w="2438401">
                  <a:extLst>
                    <a:ext uri="{9D8B030D-6E8A-4147-A177-3AD203B41FA5}">
                      <a16:colId xmlns:a16="http://schemas.microsoft.com/office/drawing/2014/main" val="3822048986"/>
                    </a:ext>
                  </a:extLst>
                </a:gridCol>
                <a:gridCol w="2438401">
                  <a:extLst>
                    <a:ext uri="{9D8B030D-6E8A-4147-A177-3AD203B41FA5}">
                      <a16:colId xmlns:a16="http://schemas.microsoft.com/office/drawing/2014/main" val="1687143059"/>
                    </a:ext>
                  </a:extLst>
                </a:gridCol>
              </a:tblGrid>
              <a:tr h="280730">
                <a:tc>
                  <a:txBody>
                    <a:bodyPr/>
                    <a:lstStyle/>
                    <a:p>
                      <a:pPr algn="ctr"/>
                      <a:r>
                        <a:rPr kumimoji="1" lang="en-US" altLang="ja-JP" sz="1400" b="1" dirty="0">
                          <a:solidFill>
                            <a:schemeClr val="tx2"/>
                          </a:solidFill>
                        </a:rPr>
                        <a:t>9</a:t>
                      </a:r>
                      <a:r>
                        <a:rPr kumimoji="1" lang="ja-JP" altLang="en-US" sz="1400" b="1" dirty="0">
                          <a:solidFill>
                            <a:schemeClr val="tx2"/>
                          </a:solidFill>
                        </a:rPr>
                        <a:t> </a:t>
                      </a:r>
                      <a:r>
                        <a:rPr kumimoji="1" lang="en-US" altLang="ja-JP" sz="1400" b="1" dirty="0">
                          <a:solidFill>
                            <a:schemeClr val="tx2"/>
                          </a:solidFill>
                        </a:rPr>
                        <a:t>+</a:t>
                      </a:r>
                      <a:r>
                        <a:rPr kumimoji="1" lang="ja-JP" altLang="en-US" sz="1400" b="1" dirty="0">
                          <a:solidFill>
                            <a:schemeClr val="tx2"/>
                          </a:solidFill>
                        </a:rPr>
                        <a:t> </a:t>
                      </a:r>
                      <a:r>
                        <a:rPr kumimoji="1" lang="en-US" altLang="ja-JP" sz="1400" b="1" dirty="0">
                          <a:solidFill>
                            <a:schemeClr val="tx2"/>
                          </a:solidFill>
                        </a:rPr>
                        <a:t>“</a:t>
                      </a:r>
                      <a:r>
                        <a:rPr kumimoji="1" lang="ja-JP" altLang="en-US" sz="1400" b="1" dirty="0">
                          <a:solidFill>
                            <a:schemeClr val="tx2"/>
                          </a:solidFill>
                        </a:rPr>
                        <a:t>時に集合</a:t>
                      </a:r>
                      <a:r>
                        <a:rPr kumimoji="1" lang="en-US" altLang="ja-JP" sz="1400" b="1" dirty="0">
                          <a:solidFill>
                            <a:schemeClr val="tx2"/>
                          </a:solidFill>
                        </a:rPr>
                        <a:t>”</a:t>
                      </a:r>
                      <a:endParaRPr kumimoji="1" lang="ja-JP" altLang="en-US" sz="1400" b="1" dirty="0">
                        <a:solidFill>
                          <a:schemeClr val="tx2"/>
                        </a:solidFill>
                        <a:latin typeface="+mn-lt"/>
                        <a:ea typeface="+mn-ea"/>
                      </a:endParaRPr>
                    </a:p>
                  </a:txBody>
                  <a:tcPr/>
                </a:tc>
                <a:tc>
                  <a:txBody>
                    <a:bodyPr/>
                    <a:lstStyle/>
                    <a:p>
                      <a:pPr algn="ctr"/>
                      <a:r>
                        <a:rPr kumimoji="1" lang="en-US" altLang="ja-JP" sz="1400" b="1" dirty="0">
                          <a:solidFill>
                            <a:schemeClr val="tx2"/>
                          </a:solidFill>
                        </a:rPr>
                        <a:t>int</a:t>
                      </a:r>
                      <a:r>
                        <a:rPr kumimoji="1" lang="ja-JP" altLang="en-US" sz="1400" b="1" dirty="0">
                          <a:solidFill>
                            <a:schemeClr val="tx2"/>
                          </a:solidFill>
                        </a:rPr>
                        <a:t>型 </a:t>
                      </a:r>
                      <a:r>
                        <a:rPr kumimoji="1" lang="en-US" altLang="ja-JP" sz="1400" b="1" dirty="0">
                          <a:solidFill>
                            <a:schemeClr val="tx2"/>
                          </a:solidFill>
                        </a:rPr>
                        <a:t>+ String</a:t>
                      </a:r>
                      <a:r>
                        <a:rPr kumimoji="1" lang="ja-JP" altLang="en-US" sz="1400" b="1" dirty="0">
                          <a:solidFill>
                            <a:schemeClr val="tx2"/>
                          </a:solidFill>
                        </a:rPr>
                        <a:t>型</a:t>
                      </a:r>
                      <a:endParaRPr kumimoji="1" lang="ja-JP" altLang="en-US" sz="1400" b="1" dirty="0">
                        <a:solidFill>
                          <a:schemeClr val="tx2"/>
                        </a:solidFill>
                        <a:latin typeface="+mn-lt"/>
                        <a:ea typeface="+mn-ea"/>
                      </a:endParaRPr>
                    </a:p>
                  </a:txBody>
                  <a:tcPr/>
                </a:tc>
                <a:extLst>
                  <a:ext uri="{0D108BD9-81ED-4DB2-BD59-A6C34878D82A}">
                    <a16:rowId xmlns:a16="http://schemas.microsoft.com/office/drawing/2014/main" val="246854526"/>
                  </a:ext>
                </a:extLst>
              </a:tr>
              <a:tr h="280730">
                <a:tc>
                  <a:txBody>
                    <a:bodyPr/>
                    <a:lstStyle/>
                    <a:p>
                      <a:pPr algn="ctr"/>
                      <a:endParaRPr kumimoji="1" lang="ja-JP" altLang="en-US" sz="1400" b="0" dirty="0">
                        <a:solidFill>
                          <a:schemeClr val="tx2"/>
                        </a:solidFill>
                        <a:latin typeface="+mn-lt"/>
                        <a:ea typeface="+mn-ea"/>
                      </a:endParaRPr>
                    </a:p>
                  </a:txBody>
                  <a:tcPr/>
                </a:tc>
                <a:tc>
                  <a:txBody>
                    <a:bodyPr/>
                    <a:lstStyle/>
                    <a:p>
                      <a:pPr algn="ctr"/>
                      <a:endParaRPr kumimoji="1" lang="ja-JP" altLang="en-US" sz="1400" b="0" dirty="0">
                        <a:solidFill>
                          <a:schemeClr val="tx2"/>
                        </a:solidFill>
                        <a:latin typeface="+mn-lt"/>
                        <a:ea typeface="+mn-ea"/>
                      </a:endParaRPr>
                    </a:p>
                  </a:txBody>
                  <a:tcPr/>
                </a:tc>
                <a:extLst>
                  <a:ext uri="{0D108BD9-81ED-4DB2-BD59-A6C34878D82A}">
                    <a16:rowId xmlns:a16="http://schemas.microsoft.com/office/drawing/2014/main" val="3177681711"/>
                  </a:ext>
                </a:extLst>
              </a:tr>
              <a:tr h="280730">
                <a:tc>
                  <a:txBody>
                    <a:bodyPr/>
                    <a:lstStyle/>
                    <a:p>
                      <a:pPr algn="ctr"/>
                      <a:r>
                        <a:rPr kumimoji="1" lang="en-US" altLang="ja-JP" sz="1400" b="1" dirty="0">
                          <a:solidFill>
                            <a:schemeClr val="tx2"/>
                          </a:solidFill>
                        </a:rPr>
                        <a:t>“9” + “</a:t>
                      </a:r>
                      <a:r>
                        <a:rPr kumimoji="1" lang="ja-JP" altLang="en-US" sz="1400" b="1" dirty="0">
                          <a:solidFill>
                            <a:schemeClr val="tx2"/>
                          </a:solidFill>
                        </a:rPr>
                        <a:t>時に集合</a:t>
                      </a:r>
                      <a:r>
                        <a:rPr kumimoji="1" lang="en-US" altLang="ja-JP" sz="1400" b="1" dirty="0">
                          <a:solidFill>
                            <a:schemeClr val="tx2"/>
                          </a:solidFill>
                        </a:rPr>
                        <a:t>”</a:t>
                      </a:r>
                      <a:endParaRPr kumimoji="1" lang="ja-JP" altLang="en-US" sz="1400" b="1" dirty="0">
                        <a:solidFill>
                          <a:schemeClr val="tx2"/>
                        </a:solidFill>
                        <a:latin typeface="+mn-lt"/>
                        <a:ea typeface="+mn-ea"/>
                      </a:endParaRPr>
                    </a:p>
                  </a:txBody>
                  <a:tcPr/>
                </a:tc>
                <a:tc>
                  <a:txBody>
                    <a:bodyPr/>
                    <a:lstStyle/>
                    <a:p>
                      <a:pPr algn="ctr"/>
                      <a:r>
                        <a:rPr kumimoji="1" lang="en-US" altLang="ja-JP" sz="1400" b="1" dirty="0">
                          <a:solidFill>
                            <a:schemeClr val="tx2"/>
                          </a:solidFill>
                        </a:rPr>
                        <a:t>String</a:t>
                      </a:r>
                      <a:r>
                        <a:rPr kumimoji="1" lang="ja-JP" altLang="en-US" sz="1400" b="1" dirty="0">
                          <a:solidFill>
                            <a:schemeClr val="tx2"/>
                          </a:solidFill>
                        </a:rPr>
                        <a:t>型 </a:t>
                      </a:r>
                      <a:r>
                        <a:rPr kumimoji="1" lang="en-US" altLang="ja-JP" sz="1400" b="1" dirty="0">
                          <a:solidFill>
                            <a:schemeClr val="tx2"/>
                          </a:solidFill>
                        </a:rPr>
                        <a:t>+ String</a:t>
                      </a:r>
                      <a:r>
                        <a:rPr kumimoji="1" lang="ja-JP" altLang="en-US" sz="1400" b="1" dirty="0">
                          <a:solidFill>
                            <a:schemeClr val="tx2"/>
                          </a:solidFill>
                        </a:rPr>
                        <a:t>型</a:t>
                      </a:r>
                      <a:endParaRPr kumimoji="1" lang="ja-JP" altLang="en-US" sz="1400" b="1" dirty="0">
                        <a:solidFill>
                          <a:schemeClr val="tx2"/>
                        </a:solidFill>
                        <a:latin typeface="+mn-lt"/>
                        <a:ea typeface="+mn-ea"/>
                      </a:endParaRPr>
                    </a:p>
                  </a:txBody>
                  <a:tcPr/>
                </a:tc>
                <a:extLst>
                  <a:ext uri="{0D108BD9-81ED-4DB2-BD59-A6C34878D82A}">
                    <a16:rowId xmlns:a16="http://schemas.microsoft.com/office/drawing/2014/main" val="1171142460"/>
                  </a:ext>
                </a:extLst>
              </a:tr>
              <a:tr h="280730">
                <a:tc>
                  <a:txBody>
                    <a:bodyPr/>
                    <a:lstStyle/>
                    <a:p>
                      <a:pPr algn="ctr"/>
                      <a:endParaRPr kumimoji="1" lang="ja-JP" altLang="en-US" sz="1400" b="0" dirty="0">
                        <a:solidFill>
                          <a:schemeClr val="tx2"/>
                        </a:solidFill>
                        <a:latin typeface="+mn-lt"/>
                        <a:ea typeface="+mn-ea"/>
                      </a:endParaRPr>
                    </a:p>
                  </a:txBody>
                  <a:tcPr/>
                </a:tc>
                <a:tc>
                  <a:txBody>
                    <a:bodyPr/>
                    <a:lstStyle/>
                    <a:p>
                      <a:pPr algn="ctr"/>
                      <a:endParaRPr kumimoji="1" lang="ja-JP" altLang="en-US" sz="1400" b="0" dirty="0">
                        <a:solidFill>
                          <a:schemeClr val="tx2"/>
                        </a:solidFill>
                        <a:latin typeface="+mn-lt"/>
                        <a:ea typeface="+mn-ea"/>
                      </a:endParaRPr>
                    </a:p>
                  </a:txBody>
                  <a:tcPr/>
                </a:tc>
                <a:extLst>
                  <a:ext uri="{0D108BD9-81ED-4DB2-BD59-A6C34878D82A}">
                    <a16:rowId xmlns:a16="http://schemas.microsoft.com/office/drawing/2014/main" val="2426711135"/>
                  </a:ext>
                </a:extLst>
              </a:tr>
              <a:tr h="280730">
                <a:tc>
                  <a:txBody>
                    <a:bodyPr/>
                    <a:lstStyle/>
                    <a:p>
                      <a:pPr algn="ctr"/>
                      <a:r>
                        <a:rPr kumimoji="1" lang="en-US" altLang="ja-JP" sz="1400" b="1" dirty="0">
                          <a:solidFill>
                            <a:schemeClr val="tx2"/>
                          </a:solidFill>
                        </a:rPr>
                        <a:t>“9</a:t>
                      </a:r>
                      <a:r>
                        <a:rPr kumimoji="1" lang="ja-JP" altLang="en-US" sz="1400" b="1" dirty="0">
                          <a:solidFill>
                            <a:schemeClr val="tx2"/>
                          </a:solidFill>
                        </a:rPr>
                        <a:t>時に集合</a:t>
                      </a:r>
                      <a:r>
                        <a:rPr kumimoji="1" lang="en-US" altLang="ja-JP" sz="1400" b="1" dirty="0">
                          <a:solidFill>
                            <a:schemeClr val="tx2"/>
                          </a:solidFill>
                        </a:rPr>
                        <a:t>”</a:t>
                      </a:r>
                      <a:endParaRPr kumimoji="1" lang="ja-JP" altLang="en-US" sz="1400" b="1" dirty="0">
                        <a:solidFill>
                          <a:schemeClr val="tx2"/>
                        </a:solidFill>
                        <a:latin typeface="+mn-lt"/>
                        <a:ea typeface="+mn-ea"/>
                      </a:endParaRPr>
                    </a:p>
                  </a:txBody>
                  <a:tcPr/>
                </a:tc>
                <a:tc>
                  <a:txBody>
                    <a:bodyPr/>
                    <a:lstStyle/>
                    <a:p>
                      <a:pPr algn="ctr"/>
                      <a:r>
                        <a:rPr kumimoji="1" lang="en-US" altLang="ja-JP" sz="1400" b="1" dirty="0">
                          <a:solidFill>
                            <a:schemeClr val="tx2"/>
                          </a:solidFill>
                        </a:rPr>
                        <a:t>String</a:t>
                      </a:r>
                      <a:r>
                        <a:rPr kumimoji="1" lang="ja-JP" altLang="en-US" sz="1400" b="1" dirty="0">
                          <a:solidFill>
                            <a:schemeClr val="tx2"/>
                          </a:solidFill>
                        </a:rPr>
                        <a:t>型</a:t>
                      </a:r>
                      <a:endParaRPr kumimoji="1" lang="ja-JP" altLang="en-US" sz="1400" b="1" dirty="0">
                        <a:solidFill>
                          <a:schemeClr val="tx2"/>
                        </a:solidFill>
                        <a:latin typeface="+mn-lt"/>
                        <a:ea typeface="+mn-ea"/>
                      </a:endParaRPr>
                    </a:p>
                  </a:txBody>
                  <a:tcPr/>
                </a:tc>
                <a:extLst>
                  <a:ext uri="{0D108BD9-81ED-4DB2-BD59-A6C34878D82A}">
                    <a16:rowId xmlns:a16="http://schemas.microsoft.com/office/drawing/2014/main" val="1009046511"/>
                  </a:ext>
                </a:extLst>
              </a:tr>
            </a:tbl>
          </a:graphicData>
        </a:graphic>
      </p:graphicFrame>
      <p:sp>
        <p:nvSpPr>
          <p:cNvPr id="9" name="二等辺三角形 8">
            <a:extLst>
              <a:ext uri="{FF2B5EF4-FFF2-40B4-BE49-F238E27FC236}">
                <a16:creationId xmlns:a16="http://schemas.microsoft.com/office/drawing/2014/main" id="{6D5056E3-2F58-4B23-BB19-5CEAC7EB4FB7}"/>
              </a:ext>
            </a:extLst>
          </p:cNvPr>
          <p:cNvSpPr/>
          <p:nvPr/>
        </p:nvSpPr>
        <p:spPr>
          <a:xfrm rot="10800000">
            <a:off x="3147060" y="2960950"/>
            <a:ext cx="419100" cy="13688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0" name="二等辺三角形 9">
            <a:extLst>
              <a:ext uri="{FF2B5EF4-FFF2-40B4-BE49-F238E27FC236}">
                <a16:creationId xmlns:a16="http://schemas.microsoft.com/office/drawing/2014/main" id="{04909C17-CFB9-4D4C-9AC6-0A3C971DE333}"/>
              </a:ext>
            </a:extLst>
          </p:cNvPr>
          <p:cNvSpPr/>
          <p:nvPr/>
        </p:nvSpPr>
        <p:spPr>
          <a:xfrm rot="10800000">
            <a:off x="3147060" y="3555471"/>
            <a:ext cx="419100" cy="13688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1" name="二等辺三角形 10">
            <a:extLst>
              <a:ext uri="{FF2B5EF4-FFF2-40B4-BE49-F238E27FC236}">
                <a16:creationId xmlns:a16="http://schemas.microsoft.com/office/drawing/2014/main" id="{59DE6BC7-E6E4-423A-BB58-C78E0EE07548}"/>
              </a:ext>
            </a:extLst>
          </p:cNvPr>
          <p:cNvSpPr/>
          <p:nvPr/>
        </p:nvSpPr>
        <p:spPr>
          <a:xfrm rot="10800000">
            <a:off x="5577842" y="2960950"/>
            <a:ext cx="419100" cy="13688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2" name="二等辺三角形 11">
            <a:extLst>
              <a:ext uri="{FF2B5EF4-FFF2-40B4-BE49-F238E27FC236}">
                <a16:creationId xmlns:a16="http://schemas.microsoft.com/office/drawing/2014/main" id="{8ADCFC81-F201-4182-9877-E88678F91386}"/>
              </a:ext>
            </a:extLst>
          </p:cNvPr>
          <p:cNvSpPr/>
          <p:nvPr/>
        </p:nvSpPr>
        <p:spPr>
          <a:xfrm rot="10800000">
            <a:off x="5577842" y="3555471"/>
            <a:ext cx="419100" cy="13688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3" name="テキスト プレースホルダー 4">
            <a:extLst>
              <a:ext uri="{FF2B5EF4-FFF2-40B4-BE49-F238E27FC236}">
                <a16:creationId xmlns:a16="http://schemas.microsoft.com/office/drawing/2014/main" id="{7FC3877A-4C79-40D9-956C-E51FFDD02FB7}"/>
              </a:ext>
            </a:extLst>
          </p:cNvPr>
          <p:cNvSpPr txBox="1">
            <a:spLocks/>
          </p:cNvSpPr>
          <p:nvPr/>
        </p:nvSpPr>
        <p:spPr>
          <a:xfrm>
            <a:off x="462875" y="4204764"/>
            <a:ext cx="8216900" cy="53751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a:t>
            </a:r>
            <a:r>
              <a:rPr lang="en-US" altLang="ja-JP" dirty="0"/>
              <a:t>9</a:t>
            </a:r>
            <a:r>
              <a:rPr lang="ja-JP" altLang="en-US" dirty="0"/>
              <a:t>」は引用符で囲まれていないし、小数点もないので</a:t>
            </a:r>
            <a:r>
              <a:rPr lang="en-US" altLang="ja-JP" dirty="0"/>
              <a:t>int</a:t>
            </a:r>
            <a:r>
              <a:rPr lang="ja-JP" altLang="en-US" dirty="0"/>
              <a:t>型です。</a:t>
            </a:r>
            <a:endParaRPr lang="en-US" altLang="ja-JP" dirty="0"/>
          </a:p>
          <a:p>
            <a:pPr marL="96838" indent="0">
              <a:buFont typeface="Arial" panose="020B0604020202020204" pitchFamily="34" charset="0"/>
              <a:buNone/>
            </a:pPr>
            <a:r>
              <a:rPr lang="ja-JP" altLang="en-US" dirty="0"/>
              <a:t>忘れてしまった人はリテラルのページを復習しましょう。</a:t>
            </a:r>
          </a:p>
        </p:txBody>
      </p:sp>
    </p:spTree>
    <p:extLst>
      <p:ext uri="{BB962C8B-B14F-4D97-AF65-F5344CB8AC3E}">
        <p14:creationId xmlns:p14="http://schemas.microsoft.com/office/powerpoint/2010/main" val="315703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0E5C22D-C2C7-4046-AE76-C3B28C5DB1C0}"/>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64F1479F-1941-4D3E-9030-5EA412C6B32C}"/>
              </a:ext>
            </a:extLst>
          </p:cNvPr>
          <p:cNvSpPr>
            <a:spLocks noGrp="1"/>
          </p:cNvSpPr>
          <p:nvPr>
            <p:ph type="ctrTitle"/>
          </p:nvPr>
        </p:nvSpPr>
        <p:spPr/>
        <p:txBody>
          <a:bodyPr/>
          <a:lstStyle/>
          <a:p>
            <a:r>
              <a:rPr lang="ja-JP" altLang="ja-JP" dirty="0"/>
              <a:t>文字列結合演算子</a:t>
            </a:r>
            <a:endParaRPr kumimoji="1" lang="ja-JP" altLang="en-US" dirty="0"/>
          </a:p>
        </p:txBody>
      </p:sp>
      <p:sp>
        <p:nvSpPr>
          <p:cNvPr id="4" name="スライド番号プレースホルダー 3">
            <a:extLst>
              <a:ext uri="{FF2B5EF4-FFF2-40B4-BE49-F238E27FC236}">
                <a16:creationId xmlns:a16="http://schemas.microsoft.com/office/drawing/2014/main" id="{6AC746FF-DB0A-479F-B542-6819C59BDC9A}"/>
              </a:ext>
            </a:extLst>
          </p:cNvPr>
          <p:cNvSpPr>
            <a:spLocks noGrp="1"/>
          </p:cNvSpPr>
          <p:nvPr>
            <p:ph type="sldNum" sz="quarter" idx="4"/>
          </p:nvPr>
        </p:nvSpPr>
        <p:spPr/>
        <p:txBody>
          <a:bodyPr/>
          <a:lstStyle/>
          <a:p>
            <a:fld id="{00000000-1234-1234-1234-123412341234}" type="slidenum">
              <a:rPr lang="en" smtClean="0"/>
              <a:pPr/>
              <a:t>13</a:t>
            </a:fld>
            <a:endParaRPr lang="en" dirty="0"/>
          </a:p>
        </p:txBody>
      </p:sp>
      <p:sp>
        <p:nvSpPr>
          <p:cNvPr id="5" name="テキスト プレースホルダー 4">
            <a:extLst>
              <a:ext uri="{FF2B5EF4-FFF2-40B4-BE49-F238E27FC236}">
                <a16:creationId xmlns:a16="http://schemas.microsoft.com/office/drawing/2014/main" id="{BFCE6B65-8715-4522-A55C-2D7440524DC1}"/>
              </a:ext>
            </a:extLst>
          </p:cNvPr>
          <p:cNvSpPr>
            <a:spLocks noGrp="1"/>
          </p:cNvSpPr>
          <p:nvPr>
            <p:ph type="body" sz="quarter" idx="14"/>
          </p:nvPr>
        </p:nvSpPr>
        <p:spPr/>
        <p:txBody>
          <a:bodyPr/>
          <a:lstStyle/>
          <a:p>
            <a:pPr marL="96838" indent="0">
              <a:buNone/>
            </a:pPr>
            <a:r>
              <a:rPr kumimoji="1" lang="ja-JP" altLang="en-US" dirty="0"/>
              <a:t>このようにデータの型が違っていても結合できるので、</a:t>
            </a:r>
            <a:r>
              <a:rPr kumimoji="1" lang="en-US" altLang="ja-JP" dirty="0"/>
              <a:t>+</a:t>
            </a:r>
            <a:r>
              <a:rPr kumimoji="1" lang="ja-JP" altLang="en-US" dirty="0"/>
              <a:t>演算子は大変便利</a:t>
            </a:r>
            <a:br>
              <a:rPr kumimoji="1" lang="ja-JP" altLang="en-US" dirty="0"/>
            </a:br>
            <a:r>
              <a:rPr kumimoji="1" lang="ja-JP" altLang="en-US" dirty="0"/>
              <a:t>ですが、気をつけないといけないことがあります。</a:t>
            </a:r>
          </a:p>
          <a:p>
            <a:pPr marL="96838" indent="0">
              <a:buNone/>
            </a:pPr>
            <a:r>
              <a:rPr kumimoji="1" lang="ja-JP" altLang="en-US" dirty="0"/>
              <a:t>以下のプログラムを実行したら画面にどのように表示されるか、予想してみましょう。</a:t>
            </a:r>
          </a:p>
          <a:p>
            <a:pPr marL="452438" lvl="1" indent="0">
              <a:buNone/>
            </a:pPr>
            <a:r>
              <a:rPr kumimoji="1" lang="en-US" altLang="ja-JP" b="1" dirty="0" err="1">
                <a:solidFill>
                  <a:schemeClr val="accent1"/>
                </a:solidFill>
              </a:rPr>
              <a:t>System.out.println</a:t>
            </a:r>
            <a:r>
              <a:rPr kumimoji="1" lang="en-US" altLang="ja-JP" b="1" dirty="0">
                <a:solidFill>
                  <a:schemeClr val="accent1"/>
                </a:solidFill>
              </a:rPr>
              <a:t>(“3+4=” + 3 + 4);</a:t>
            </a:r>
          </a:p>
          <a:p>
            <a:pPr marL="452438" lvl="1" indent="0">
              <a:buNone/>
            </a:pPr>
            <a:r>
              <a:rPr kumimoji="1" lang="en-US" altLang="ja-JP" b="1" dirty="0" err="1">
                <a:solidFill>
                  <a:schemeClr val="accent1"/>
                </a:solidFill>
              </a:rPr>
              <a:t>System.out.println</a:t>
            </a:r>
            <a:r>
              <a:rPr kumimoji="1" lang="en-US" altLang="ja-JP" b="1" dirty="0">
                <a:solidFill>
                  <a:schemeClr val="accent1"/>
                </a:solidFill>
              </a:rPr>
              <a:t>(“3×4=” + 3 * 4);</a:t>
            </a:r>
          </a:p>
          <a:p>
            <a:pPr marL="96838" indent="0">
              <a:buNone/>
            </a:pPr>
            <a:r>
              <a:rPr kumimoji="1" lang="ja-JP" altLang="en-US" dirty="0"/>
              <a:t>予想が合っているか、実際にプログラムを作って実行してみましょう。</a:t>
            </a:r>
          </a:p>
          <a:p>
            <a:pPr marL="96838" indent="0">
              <a:buNone/>
            </a:pPr>
            <a:r>
              <a:rPr kumimoji="1" lang="ja-JP" altLang="en-US" dirty="0"/>
              <a:t>いかがでしたか？　予想通りに表示されましたか？</a:t>
            </a:r>
          </a:p>
          <a:p>
            <a:pPr marL="96838" indent="0">
              <a:buNone/>
            </a:pPr>
            <a:r>
              <a:rPr kumimoji="1" lang="ja-JP" altLang="en-US" dirty="0"/>
              <a:t>予想通りでなければ何故そうなったのかを考えてみましょう。</a:t>
            </a:r>
            <a:br>
              <a:rPr kumimoji="1" lang="ja-JP" altLang="en-US" dirty="0"/>
            </a:br>
            <a:r>
              <a:rPr kumimoji="1" lang="ja-JP" altLang="en-US" dirty="0"/>
              <a:t>また、どうしたら正しい表示にできるか、考えてみましょう。</a:t>
            </a:r>
          </a:p>
          <a:p>
            <a:pPr marL="96838" indent="0">
              <a:buNone/>
            </a:pPr>
            <a:endParaRPr kumimoji="1" lang="ja-JP" altLang="en-US" dirty="0"/>
          </a:p>
        </p:txBody>
      </p:sp>
    </p:spTree>
    <p:extLst>
      <p:ext uri="{BB962C8B-B14F-4D97-AF65-F5344CB8AC3E}">
        <p14:creationId xmlns:p14="http://schemas.microsoft.com/office/powerpoint/2010/main" val="1918088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4D9AF6AF-6A65-484E-92C9-8CCAF42CA572}"/>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79199FA5-8FEC-4EF4-8FEB-C59D90C2228A}"/>
              </a:ext>
            </a:extLst>
          </p:cNvPr>
          <p:cNvSpPr>
            <a:spLocks noGrp="1"/>
          </p:cNvSpPr>
          <p:nvPr>
            <p:ph type="ctrTitle"/>
          </p:nvPr>
        </p:nvSpPr>
        <p:spPr/>
        <p:txBody>
          <a:bodyPr/>
          <a:lstStyle/>
          <a:p>
            <a:r>
              <a:rPr lang="ja-JP" altLang="ja-JP" dirty="0"/>
              <a:t>代入演算子</a:t>
            </a:r>
            <a:endParaRPr kumimoji="1" lang="ja-JP" altLang="en-US" dirty="0"/>
          </a:p>
        </p:txBody>
      </p:sp>
      <p:sp>
        <p:nvSpPr>
          <p:cNvPr id="4" name="スライド番号プレースホルダー 3">
            <a:extLst>
              <a:ext uri="{FF2B5EF4-FFF2-40B4-BE49-F238E27FC236}">
                <a16:creationId xmlns:a16="http://schemas.microsoft.com/office/drawing/2014/main" id="{39CD4A4D-B540-473E-82A5-4AA4DC7DBCD2}"/>
              </a:ext>
            </a:extLst>
          </p:cNvPr>
          <p:cNvSpPr>
            <a:spLocks noGrp="1"/>
          </p:cNvSpPr>
          <p:nvPr>
            <p:ph type="sldNum" sz="quarter" idx="4"/>
          </p:nvPr>
        </p:nvSpPr>
        <p:spPr/>
        <p:txBody>
          <a:bodyPr/>
          <a:lstStyle/>
          <a:p>
            <a:fld id="{00000000-1234-1234-1234-123412341234}" type="slidenum">
              <a:rPr lang="en" smtClean="0"/>
              <a:pPr/>
              <a:t>14</a:t>
            </a:fld>
            <a:endParaRPr lang="en" dirty="0"/>
          </a:p>
        </p:txBody>
      </p:sp>
      <p:sp>
        <p:nvSpPr>
          <p:cNvPr id="5" name="テキスト プレースホルダー 4">
            <a:extLst>
              <a:ext uri="{FF2B5EF4-FFF2-40B4-BE49-F238E27FC236}">
                <a16:creationId xmlns:a16="http://schemas.microsoft.com/office/drawing/2014/main" id="{5DA25019-0660-4BDD-B55E-B5F9E8A5F8FA}"/>
              </a:ext>
            </a:extLst>
          </p:cNvPr>
          <p:cNvSpPr>
            <a:spLocks noGrp="1"/>
          </p:cNvSpPr>
          <p:nvPr>
            <p:ph type="body" sz="quarter" idx="14"/>
          </p:nvPr>
        </p:nvSpPr>
        <p:spPr>
          <a:xfrm>
            <a:off x="462875" y="859491"/>
            <a:ext cx="8216900" cy="329229"/>
          </a:xfrm>
        </p:spPr>
        <p:txBody>
          <a:bodyPr/>
          <a:lstStyle/>
          <a:p>
            <a:pPr marL="96838" indent="0">
              <a:buNone/>
            </a:pPr>
            <a:r>
              <a:rPr kumimoji="1" lang="ja-JP" altLang="en-US" dirty="0"/>
              <a:t>変数にデータを代入するときに使う演算子です。代入先の変数を左オペランドに指定します。</a:t>
            </a:r>
          </a:p>
          <a:p>
            <a:pPr marL="96838" indent="0">
              <a:buNone/>
            </a:pPr>
            <a:endParaRPr kumimoji="1" lang="ja-JP" altLang="en-US" dirty="0"/>
          </a:p>
        </p:txBody>
      </p:sp>
      <p:graphicFrame>
        <p:nvGraphicFramePr>
          <p:cNvPr id="6" name="Google Shape;193;p23">
            <a:extLst>
              <a:ext uri="{FF2B5EF4-FFF2-40B4-BE49-F238E27FC236}">
                <a16:creationId xmlns:a16="http://schemas.microsoft.com/office/drawing/2014/main" id="{DB6E5E4E-A296-4C66-AFBD-8AB7FFAEFF35}"/>
              </a:ext>
            </a:extLst>
          </p:cNvPr>
          <p:cNvGraphicFramePr/>
          <p:nvPr>
            <p:extLst>
              <p:ext uri="{D42A27DB-BD31-4B8C-83A1-F6EECF244321}">
                <p14:modId xmlns:p14="http://schemas.microsoft.com/office/powerpoint/2010/main" val="15576883"/>
              </p:ext>
            </p:extLst>
          </p:nvPr>
        </p:nvGraphicFramePr>
        <p:xfrm>
          <a:off x="1391137" y="1188720"/>
          <a:ext cx="6360375" cy="2739418"/>
        </p:xfrm>
        <a:graphic>
          <a:graphicData uri="http://schemas.openxmlformats.org/drawingml/2006/table">
            <a:tbl>
              <a:tblPr firstRow="1" bandRow="1">
                <a:tableStyleId>{BDBED569-4797-4DF1-A0F4-6AAB3CD982D8}</a:tableStyleId>
              </a:tblPr>
              <a:tblGrid>
                <a:gridCol w="1031775">
                  <a:extLst>
                    <a:ext uri="{9D8B030D-6E8A-4147-A177-3AD203B41FA5}">
                      <a16:colId xmlns:a16="http://schemas.microsoft.com/office/drawing/2014/main" val="20000"/>
                    </a:ext>
                  </a:extLst>
                </a:gridCol>
                <a:gridCol w="2148400">
                  <a:extLst>
                    <a:ext uri="{9D8B030D-6E8A-4147-A177-3AD203B41FA5}">
                      <a16:colId xmlns:a16="http://schemas.microsoft.com/office/drawing/2014/main" val="20001"/>
                    </a:ext>
                  </a:extLst>
                </a:gridCol>
                <a:gridCol w="1590100">
                  <a:extLst>
                    <a:ext uri="{9D8B030D-6E8A-4147-A177-3AD203B41FA5}">
                      <a16:colId xmlns:a16="http://schemas.microsoft.com/office/drawing/2014/main" val="20002"/>
                    </a:ext>
                  </a:extLst>
                </a:gridCol>
                <a:gridCol w="1590100">
                  <a:extLst>
                    <a:ext uri="{9D8B030D-6E8A-4147-A177-3AD203B41FA5}">
                      <a16:colId xmlns:a16="http://schemas.microsoft.com/office/drawing/2014/main" val="20003"/>
                    </a:ext>
                  </a:extLst>
                </a:gridCol>
              </a:tblGrid>
              <a:tr h="227344">
                <a:tc>
                  <a:txBody>
                    <a:bodyPr/>
                    <a:lstStyle/>
                    <a:p>
                      <a:pPr marL="0" marR="0" lvl="0" indent="0" algn="l" rtl="0">
                        <a:spcBef>
                          <a:spcPts val="0"/>
                        </a:spcBef>
                        <a:spcAft>
                          <a:spcPts val="0"/>
                        </a:spcAft>
                        <a:buNone/>
                      </a:pPr>
                      <a:r>
                        <a:rPr lang="ja-JP" sz="1400"/>
                        <a:t>演算子</a:t>
                      </a:r>
                      <a:endParaRPr sz="1400"/>
                    </a:p>
                  </a:txBody>
                  <a:tcPr marL="91450" marR="91450" marT="45725" marB="45725"/>
                </a:tc>
                <a:tc>
                  <a:txBody>
                    <a:bodyPr/>
                    <a:lstStyle/>
                    <a:p>
                      <a:pPr marL="0" marR="0" lvl="0" indent="0" algn="l" rtl="0">
                        <a:spcBef>
                          <a:spcPts val="0"/>
                        </a:spcBef>
                        <a:spcAft>
                          <a:spcPts val="0"/>
                        </a:spcAft>
                        <a:buNone/>
                      </a:pPr>
                      <a:r>
                        <a:rPr lang="ja-JP" sz="1400"/>
                        <a:t>機能</a:t>
                      </a:r>
                      <a:endParaRPr sz="1400"/>
                    </a:p>
                  </a:txBody>
                  <a:tcPr marL="91450" marR="91450" marT="45725" marB="45725"/>
                </a:tc>
                <a:tc>
                  <a:txBody>
                    <a:bodyPr/>
                    <a:lstStyle/>
                    <a:p>
                      <a:pPr marL="0" marR="0" lvl="0" indent="0" algn="l" rtl="0">
                        <a:spcBef>
                          <a:spcPts val="0"/>
                        </a:spcBef>
                        <a:spcAft>
                          <a:spcPts val="0"/>
                        </a:spcAft>
                        <a:buNone/>
                      </a:pPr>
                      <a:r>
                        <a:rPr lang="ja-JP" sz="1400"/>
                        <a:t>書き方の例</a:t>
                      </a:r>
                      <a:endParaRPr sz="1400"/>
                    </a:p>
                  </a:txBody>
                  <a:tcPr marL="91450" marR="91450" marT="45725" marB="45725"/>
                </a:tc>
                <a:tc>
                  <a:txBody>
                    <a:bodyPr/>
                    <a:lstStyle/>
                    <a:p>
                      <a:pPr marL="0" marR="0" lvl="0" indent="0" algn="l" rtl="0">
                        <a:spcBef>
                          <a:spcPts val="0"/>
                        </a:spcBef>
                        <a:spcAft>
                          <a:spcPts val="0"/>
                        </a:spcAft>
                        <a:buNone/>
                      </a:pPr>
                      <a:r>
                        <a:rPr lang="ja-JP" sz="1400"/>
                        <a:t>代入される値</a:t>
                      </a:r>
                      <a:endParaRPr sz="1400"/>
                    </a:p>
                  </a:txBody>
                  <a:tcPr marL="91450" marR="91450" marT="45725" marB="45725"/>
                </a:tc>
                <a:extLst>
                  <a:ext uri="{0D108BD9-81ED-4DB2-BD59-A6C34878D82A}">
                    <a16:rowId xmlns:a16="http://schemas.microsoft.com/office/drawing/2014/main" val="10000"/>
                  </a:ext>
                </a:extLst>
              </a:tr>
              <a:tr h="227344">
                <a:tc>
                  <a:txBody>
                    <a:bodyPr/>
                    <a:lstStyle/>
                    <a:p>
                      <a:pPr marL="0" marR="0" lvl="0" indent="0" algn="ctr" rtl="0">
                        <a:spcBef>
                          <a:spcPts val="0"/>
                        </a:spcBef>
                        <a:spcAft>
                          <a:spcPts val="0"/>
                        </a:spcAft>
                        <a:buNone/>
                      </a:pPr>
                      <a:r>
                        <a:rPr lang="ja-JP" sz="1400"/>
                        <a:t>=</a:t>
                      </a:r>
                      <a:endParaRPr sz="1400"/>
                    </a:p>
                  </a:txBody>
                  <a:tcPr marL="91450" marR="91450" marT="45725" marB="45725"/>
                </a:tc>
                <a:tc>
                  <a:txBody>
                    <a:bodyPr/>
                    <a:lstStyle/>
                    <a:p>
                      <a:pPr marL="0" marR="0" lvl="0" indent="0" algn="l" rtl="0">
                        <a:spcBef>
                          <a:spcPts val="0"/>
                        </a:spcBef>
                        <a:spcAft>
                          <a:spcPts val="0"/>
                        </a:spcAft>
                        <a:buNone/>
                      </a:pPr>
                      <a:r>
                        <a:rPr lang="ja-JP" sz="1400"/>
                        <a:t>単純に代入</a:t>
                      </a:r>
                      <a:endParaRPr sz="1400"/>
                    </a:p>
                  </a:txBody>
                  <a:tcPr marL="91450" marR="91450" marT="45725" marB="45725"/>
                </a:tc>
                <a:tc>
                  <a:txBody>
                    <a:bodyPr/>
                    <a:lstStyle/>
                    <a:p>
                      <a:pPr marL="0" marR="0" lvl="0" indent="0" algn="l" rtl="0">
                        <a:spcBef>
                          <a:spcPts val="0"/>
                        </a:spcBef>
                        <a:spcAft>
                          <a:spcPts val="0"/>
                        </a:spcAft>
                        <a:buNone/>
                      </a:pPr>
                      <a:r>
                        <a:rPr lang="ja-JP" sz="1400"/>
                        <a:t>num=10;</a:t>
                      </a:r>
                      <a:endParaRPr sz="1400"/>
                    </a:p>
                  </a:txBody>
                  <a:tcPr marL="91450" marR="91450" marT="45725" marB="45725"/>
                </a:tc>
                <a:tc>
                  <a:txBody>
                    <a:bodyPr/>
                    <a:lstStyle/>
                    <a:p>
                      <a:pPr marL="0" marR="0" lvl="0" indent="0" algn="ctr" rtl="0">
                        <a:spcBef>
                          <a:spcPts val="0"/>
                        </a:spcBef>
                        <a:spcAft>
                          <a:spcPts val="0"/>
                        </a:spcAft>
                        <a:buNone/>
                      </a:pPr>
                      <a:r>
                        <a:rPr lang="ja-JP" sz="1400"/>
                        <a:t>10</a:t>
                      </a:r>
                      <a:endParaRPr sz="1400"/>
                    </a:p>
                  </a:txBody>
                  <a:tcPr marL="91450" marR="91450" marT="45725" marB="45725"/>
                </a:tc>
                <a:extLst>
                  <a:ext uri="{0D108BD9-81ED-4DB2-BD59-A6C34878D82A}">
                    <a16:rowId xmlns:a16="http://schemas.microsoft.com/office/drawing/2014/main" val="10001"/>
                  </a:ext>
                </a:extLst>
              </a:tr>
              <a:tr h="227344">
                <a:tc>
                  <a:txBody>
                    <a:bodyPr/>
                    <a:lstStyle/>
                    <a:p>
                      <a:pPr marL="0" marR="0" lvl="0" indent="0" algn="ctr" rtl="0">
                        <a:spcBef>
                          <a:spcPts val="0"/>
                        </a:spcBef>
                        <a:spcAft>
                          <a:spcPts val="0"/>
                        </a:spcAft>
                        <a:buNone/>
                      </a:pPr>
                      <a:r>
                        <a:rPr lang="ja-JP" sz="1400"/>
                        <a:t>+=</a:t>
                      </a:r>
                      <a:endParaRPr sz="1400"/>
                    </a:p>
                  </a:txBody>
                  <a:tcPr marL="91450" marR="91450" marT="45725" marB="45725"/>
                </a:tc>
                <a:tc>
                  <a:txBody>
                    <a:bodyPr/>
                    <a:lstStyle/>
                    <a:p>
                      <a:pPr marL="0" marR="0" lvl="0" indent="0" algn="l" rtl="0">
                        <a:spcBef>
                          <a:spcPts val="0"/>
                        </a:spcBef>
                        <a:spcAft>
                          <a:spcPts val="0"/>
                        </a:spcAft>
                        <a:buNone/>
                      </a:pPr>
                      <a:r>
                        <a:rPr lang="ja-JP" sz="1400"/>
                        <a:t>左辺＋右辺を代入</a:t>
                      </a:r>
                      <a:endParaRPr sz="140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Quattrocento Sans"/>
                        <a:buNone/>
                      </a:pPr>
                      <a:r>
                        <a:rPr lang="ja-JP" sz="1400"/>
                        <a:t>num+=5;</a:t>
                      </a:r>
                      <a:endParaRPr sz="1400"/>
                    </a:p>
                  </a:txBody>
                  <a:tcPr marL="91450" marR="91450" marT="45725" marB="45725"/>
                </a:tc>
                <a:tc>
                  <a:txBody>
                    <a:bodyPr/>
                    <a:lstStyle/>
                    <a:p>
                      <a:pPr marL="0" marR="0" lvl="0" indent="0" algn="ctr" rtl="0">
                        <a:spcBef>
                          <a:spcPts val="0"/>
                        </a:spcBef>
                        <a:spcAft>
                          <a:spcPts val="0"/>
                        </a:spcAft>
                        <a:buNone/>
                      </a:pPr>
                      <a:r>
                        <a:rPr lang="ja-JP" sz="1400"/>
                        <a:t>num+5</a:t>
                      </a:r>
                      <a:endParaRPr sz="1400"/>
                    </a:p>
                  </a:txBody>
                  <a:tcPr marL="91450" marR="91450" marT="45725" marB="45725"/>
                </a:tc>
                <a:extLst>
                  <a:ext uri="{0D108BD9-81ED-4DB2-BD59-A6C34878D82A}">
                    <a16:rowId xmlns:a16="http://schemas.microsoft.com/office/drawing/2014/main" val="10002"/>
                  </a:ext>
                </a:extLst>
              </a:tr>
              <a:tr h="227344">
                <a:tc>
                  <a:txBody>
                    <a:bodyPr/>
                    <a:lstStyle/>
                    <a:p>
                      <a:pPr marL="0" marR="0" lvl="0" indent="0" algn="ctr" rtl="0">
                        <a:spcBef>
                          <a:spcPts val="0"/>
                        </a:spcBef>
                        <a:spcAft>
                          <a:spcPts val="0"/>
                        </a:spcAft>
                        <a:buNone/>
                      </a:pPr>
                      <a:r>
                        <a:rPr lang="ja-JP" sz="1400" dirty="0"/>
                        <a:t>-=</a:t>
                      </a:r>
                      <a:endParaRPr sz="1400" dirty="0"/>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Quattrocento Sans"/>
                        <a:buNone/>
                      </a:pPr>
                      <a:r>
                        <a:rPr lang="ja-JP" sz="1400" b="0" u="none" strike="noStrike" cap="none">
                          <a:solidFill>
                            <a:srgbClr val="000000"/>
                          </a:solidFill>
                          <a:sym typeface="Quattrocento Sans"/>
                        </a:rPr>
                        <a:t>左辺－右辺を代入</a:t>
                      </a:r>
                      <a:endParaRPr sz="1400"/>
                    </a:p>
                  </a:txBody>
                  <a:tcPr marL="91450" marR="91450" marT="45725" marB="45725"/>
                </a:tc>
                <a:tc>
                  <a:txBody>
                    <a:bodyPr/>
                    <a:lstStyle/>
                    <a:p>
                      <a:pPr marL="0" marR="0" lvl="0" indent="0" algn="l" rtl="0">
                        <a:spcBef>
                          <a:spcPts val="0"/>
                        </a:spcBef>
                        <a:spcAft>
                          <a:spcPts val="0"/>
                        </a:spcAft>
                        <a:buNone/>
                      </a:pPr>
                      <a:r>
                        <a:rPr lang="ja-JP" sz="1400" b="0" u="none" strike="noStrike" cap="none">
                          <a:solidFill>
                            <a:srgbClr val="000000"/>
                          </a:solidFill>
                          <a:sym typeface="Quattrocento Sans"/>
                        </a:rPr>
                        <a:t>num-=5;</a:t>
                      </a:r>
                      <a:endParaRPr sz="1400"/>
                    </a:p>
                  </a:txBody>
                  <a:tcPr marL="91450" marR="91450" marT="45725" marB="45725"/>
                </a:tc>
                <a:tc>
                  <a:txBody>
                    <a:bodyPr/>
                    <a:lstStyle/>
                    <a:p>
                      <a:pPr marL="0" marR="0" lvl="0" indent="0" algn="ctr" rtl="0">
                        <a:spcBef>
                          <a:spcPts val="0"/>
                        </a:spcBef>
                        <a:spcAft>
                          <a:spcPts val="0"/>
                        </a:spcAft>
                        <a:buNone/>
                      </a:pPr>
                      <a:r>
                        <a:rPr lang="ja-JP" sz="1400"/>
                        <a:t>num-5</a:t>
                      </a:r>
                      <a:endParaRPr sz="1400"/>
                    </a:p>
                  </a:txBody>
                  <a:tcPr marL="91450" marR="91450" marT="45725" marB="45725"/>
                </a:tc>
                <a:extLst>
                  <a:ext uri="{0D108BD9-81ED-4DB2-BD59-A6C34878D82A}">
                    <a16:rowId xmlns:a16="http://schemas.microsoft.com/office/drawing/2014/main" val="10003"/>
                  </a:ext>
                </a:extLst>
              </a:tr>
              <a:tr h="227344">
                <a:tc>
                  <a:txBody>
                    <a:bodyPr/>
                    <a:lstStyle/>
                    <a:p>
                      <a:pPr marL="0" marR="0" lvl="0" indent="0" algn="ctr" rtl="0">
                        <a:spcBef>
                          <a:spcPts val="0"/>
                        </a:spcBef>
                        <a:spcAft>
                          <a:spcPts val="0"/>
                        </a:spcAft>
                        <a:buNone/>
                      </a:pPr>
                      <a:r>
                        <a:rPr lang="ja-JP" sz="1400"/>
                        <a:t>*=</a:t>
                      </a:r>
                      <a:endParaRPr sz="1400"/>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Quattrocento Sans"/>
                        <a:buNone/>
                      </a:pPr>
                      <a:r>
                        <a:rPr lang="ja-JP" sz="1400" b="0" u="none" strike="noStrike" cap="none">
                          <a:solidFill>
                            <a:srgbClr val="000000"/>
                          </a:solidFill>
                          <a:sym typeface="Quattrocento Sans"/>
                        </a:rPr>
                        <a:t>左辺×右辺を代入</a:t>
                      </a:r>
                      <a:endParaRPr sz="1400"/>
                    </a:p>
                  </a:txBody>
                  <a:tcPr marL="91450" marR="91450" marT="45725" marB="45725"/>
                </a:tc>
                <a:tc>
                  <a:txBody>
                    <a:bodyPr/>
                    <a:lstStyle/>
                    <a:p>
                      <a:pPr marL="0" marR="0" lvl="0" indent="0" algn="l" rtl="0">
                        <a:spcBef>
                          <a:spcPts val="0"/>
                        </a:spcBef>
                        <a:spcAft>
                          <a:spcPts val="0"/>
                        </a:spcAft>
                        <a:buNone/>
                      </a:pPr>
                      <a:r>
                        <a:rPr lang="ja-JP" sz="1400" b="0" u="none" strike="noStrike" cap="none">
                          <a:solidFill>
                            <a:srgbClr val="000000"/>
                          </a:solidFill>
                          <a:sym typeface="Quattrocento Sans"/>
                        </a:rPr>
                        <a:t>num*=5;</a:t>
                      </a:r>
                      <a:endParaRPr sz="1400"/>
                    </a:p>
                  </a:txBody>
                  <a:tcPr marL="91450" marR="91450" marT="45725" marB="45725"/>
                </a:tc>
                <a:tc>
                  <a:txBody>
                    <a:bodyPr/>
                    <a:lstStyle/>
                    <a:p>
                      <a:pPr marL="0" marR="0" lvl="0" indent="0" algn="ctr" rtl="0">
                        <a:spcBef>
                          <a:spcPts val="0"/>
                        </a:spcBef>
                        <a:spcAft>
                          <a:spcPts val="0"/>
                        </a:spcAft>
                        <a:buNone/>
                      </a:pPr>
                      <a:r>
                        <a:rPr lang="ja-JP" sz="1400"/>
                        <a:t>num*5</a:t>
                      </a:r>
                      <a:endParaRPr sz="1400"/>
                    </a:p>
                  </a:txBody>
                  <a:tcPr marL="91450" marR="91450" marT="45725" marB="45725"/>
                </a:tc>
                <a:extLst>
                  <a:ext uri="{0D108BD9-81ED-4DB2-BD59-A6C34878D82A}">
                    <a16:rowId xmlns:a16="http://schemas.microsoft.com/office/drawing/2014/main" val="10004"/>
                  </a:ext>
                </a:extLst>
              </a:tr>
              <a:tr h="227344">
                <a:tc>
                  <a:txBody>
                    <a:bodyPr/>
                    <a:lstStyle/>
                    <a:p>
                      <a:pPr marL="0" marR="0" lvl="0" indent="0" algn="ctr" rtl="0">
                        <a:spcBef>
                          <a:spcPts val="0"/>
                        </a:spcBef>
                        <a:spcAft>
                          <a:spcPts val="0"/>
                        </a:spcAft>
                        <a:buNone/>
                      </a:pPr>
                      <a:r>
                        <a:rPr lang="ja-JP" sz="1400"/>
                        <a:t>/=</a:t>
                      </a:r>
                      <a:endParaRPr sz="1400"/>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Quattrocento Sans"/>
                        <a:buNone/>
                      </a:pPr>
                      <a:r>
                        <a:rPr lang="ja-JP" sz="1400" b="0" u="none" strike="noStrike" cap="none">
                          <a:solidFill>
                            <a:srgbClr val="000000"/>
                          </a:solidFill>
                          <a:sym typeface="Quattrocento Sans"/>
                        </a:rPr>
                        <a:t>左辺÷右辺を代入</a:t>
                      </a:r>
                      <a:endParaRPr sz="1400"/>
                    </a:p>
                  </a:txBody>
                  <a:tcPr marL="91450" marR="91450" marT="45725" marB="45725"/>
                </a:tc>
                <a:tc>
                  <a:txBody>
                    <a:bodyPr/>
                    <a:lstStyle/>
                    <a:p>
                      <a:pPr marL="0" marR="0" lvl="0" indent="0" algn="l" rtl="0">
                        <a:spcBef>
                          <a:spcPts val="0"/>
                        </a:spcBef>
                        <a:spcAft>
                          <a:spcPts val="0"/>
                        </a:spcAft>
                        <a:buNone/>
                      </a:pPr>
                      <a:r>
                        <a:rPr lang="ja-JP" sz="1400" b="0" u="none" strike="noStrike" cap="none">
                          <a:solidFill>
                            <a:srgbClr val="000000"/>
                          </a:solidFill>
                          <a:sym typeface="Quattrocento Sans"/>
                        </a:rPr>
                        <a:t>num/=5;</a:t>
                      </a:r>
                      <a:endParaRPr sz="1400"/>
                    </a:p>
                  </a:txBody>
                  <a:tcPr marL="91450" marR="91450" marT="45725" marB="45725"/>
                </a:tc>
                <a:tc>
                  <a:txBody>
                    <a:bodyPr/>
                    <a:lstStyle/>
                    <a:p>
                      <a:pPr marL="0" marR="0" lvl="0" indent="0" algn="ctr" rtl="0">
                        <a:spcBef>
                          <a:spcPts val="0"/>
                        </a:spcBef>
                        <a:spcAft>
                          <a:spcPts val="0"/>
                        </a:spcAft>
                        <a:buNone/>
                      </a:pPr>
                      <a:r>
                        <a:rPr lang="ja-JP" sz="1400"/>
                        <a:t>num/5</a:t>
                      </a:r>
                      <a:endParaRPr sz="1400"/>
                    </a:p>
                  </a:txBody>
                  <a:tcPr marL="91450" marR="91450" marT="45725" marB="45725"/>
                </a:tc>
                <a:extLst>
                  <a:ext uri="{0D108BD9-81ED-4DB2-BD59-A6C34878D82A}">
                    <a16:rowId xmlns:a16="http://schemas.microsoft.com/office/drawing/2014/main" val="10005"/>
                  </a:ext>
                </a:extLst>
              </a:tr>
              <a:tr h="392388">
                <a:tc>
                  <a:txBody>
                    <a:bodyPr/>
                    <a:lstStyle/>
                    <a:p>
                      <a:pPr marL="0" marR="0" lvl="0" indent="0" algn="ctr" rtl="0">
                        <a:spcBef>
                          <a:spcPts val="0"/>
                        </a:spcBef>
                        <a:spcAft>
                          <a:spcPts val="0"/>
                        </a:spcAft>
                        <a:buNone/>
                      </a:pPr>
                      <a:r>
                        <a:rPr lang="ja-JP" sz="1400"/>
                        <a:t>%=</a:t>
                      </a:r>
                      <a:endParaRPr sz="1400"/>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Quattrocento Sans"/>
                        <a:buNone/>
                      </a:pPr>
                      <a:r>
                        <a:rPr lang="ja-JP" sz="1400" b="0" u="none" strike="noStrike" cap="none">
                          <a:solidFill>
                            <a:srgbClr val="000000"/>
                          </a:solidFill>
                          <a:sym typeface="Quattrocento Sans"/>
                        </a:rPr>
                        <a:t>左辺÷右辺の余りを代入</a:t>
                      </a:r>
                      <a:endParaRPr sz="1400"/>
                    </a:p>
                  </a:txBody>
                  <a:tcPr marL="91450" marR="91450" marT="45725" marB="45725"/>
                </a:tc>
                <a:tc>
                  <a:txBody>
                    <a:bodyPr/>
                    <a:lstStyle/>
                    <a:p>
                      <a:pPr marL="0" marR="0" lvl="0" indent="0" algn="l" rtl="0">
                        <a:spcBef>
                          <a:spcPts val="0"/>
                        </a:spcBef>
                        <a:spcAft>
                          <a:spcPts val="0"/>
                        </a:spcAft>
                        <a:buNone/>
                      </a:pPr>
                      <a:r>
                        <a:rPr lang="ja-JP" sz="1400" b="0" u="none" strike="noStrike" cap="none">
                          <a:solidFill>
                            <a:srgbClr val="000000"/>
                          </a:solidFill>
                          <a:sym typeface="Quattrocento Sans"/>
                        </a:rPr>
                        <a:t>num%=5;</a:t>
                      </a:r>
                      <a:endParaRPr sz="1400"/>
                    </a:p>
                  </a:txBody>
                  <a:tcPr marL="91450" marR="91450" marT="45725" marB="45725"/>
                </a:tc>
                <a:tc>
                  <a:txBody>
                    <a:bodyPr/>
                    <a:lstStyle/>
                    <a:p>
                      <a:pPr marL="0" marR="0" lvl="0" indent="0" algn="ctr" rtl="0">
                        <a:spcBef>
                          <a:spcPts val="0"/>
                        </a:spcBef>
                        <a:spcAft>
                          <a:spcPts val="0"/>
                        </a:spcAft>
                        <a:buNone/>
                      </a:pPr>
                      <a:r>
                        <a:rPr lang="ja-JP" sz="1400"/>
                        <a:t>num%5</a:t>
                      </a:r>
                      <a:endParaRPr sz="1400"/>
                    </a:p>
                  </a:txBody>
                  <a:tcPr marL="91450" marR="91450" marT="45725" marB="45725"/>
                </a:tc>
                <a:extLst>
                  <a:ext uri="{0D108BD9-81ED-4DB2-BD59-A6C34878D82A}">
                    <a16:rowId xmlns:a16="http://schemas.microsoft.com/office/drawing/2014/main" val="10006"/>
                  </a:ext>
                </a:extLst>
              </a:tr>
              <a:tr h="392388">
                <a:tc>
                  <a:txBody>
                    <a:bodyPr/>
                    <a:lstStyle/>
                    <a:p>
                      <a:pPr marL="0" marR="0" lvl="0" indent="0" algn="ctr" rtl="0">
                        <a:spcBef>
                          <a:spcPts val="0"/>
                        </a:spcBef>
                        <a:spcAft>
                          <a:spcPts val="0"/>
                        </a:spcAft>
                        <a:buNone/>
                      </a:pPr>
                      <a:r>
                        <a:rPr lang="ja-JP" sz="1400"/>
                        <a:t>+=</a:t>
                      </a:r>
                      <a:endParaRPr sz="1400"/>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Quattrocento Sans"/>
                        <a:buNone/>
                      </a:pPr>
                      <a:r>
                        <a:rPr lang="ja-JP" sz="1400" b="0" u="none" strike="noStrike" cap="none">
                          <a:solidFill>
                            <a:srgbClr val="000000"/>
                          </a:solidFill>
                          <a:sym typeface="Quattrocento Sans"/>
                        </a:rPr>
                        <a:t>左辺と右辺の文字列を結合して代入</a:t>
                      </a:r>
                      <a:endParaRPr sz="1400"/>
                    </a:p>
                  </a:txBody>
                  <a:tcPr marL="91450" marR="91450" marT="45725" marB="45725"/>
                </a:tc>
                <a:tc>
                  <a:txBody>
                    <a:bodyPr/>
                    <a:lstStyle/>
                    <a:p>
                      <a:pPr marL="0" marR="0" lvl="0" indent="0" algn="l" rtl="0">
                        <a:spcBef>
                          <a:spcPts val="0"/>
                        </a:spcBef>
                        <a:spcAft>
                          <a:spcPts val="0"/>
                        </a:spcAft>
                        <a:buNone/>
                      </a:pPr>
                      <a:r>
                        <a:rPr lang="ja-JP" sz="1400"/>
                        <a:t>str+=“情報”;</a:t>
                      </a:r>
                      <a:endParaRPr sz="1400"/>
                    </a:p>
                  </a:txBody>
                  <a:tcPr marL="91450" marR="91450" marT="45725" marB="45725"/>
                </a:tc>
                <a:tc>
                  <a:txBody>
                    <a:bodyPr/>
                    <a:lstStyle/>
                    <a:p>
                      <a:pPr marL="0" marR="0" lvl="0" indent="0" algn="ctr" rtl="0">
                        <a:spcBef>
                          <a:spcPts val="0"/>
                        </a:spcBef>
                        <a:spcAft>
                          <a:spcPts val="0"/>
                        </a:spcAft>
                        <a:buNone/>
                      </a:pPr>
                      <a:r>
                        <a:rPr lang="ja-JP" sz="1400" dirty="0"/>
                        <a:t>str+”情報”</a:t>
                      </a:r>
                      <a:endParaRPr sz="1400" dirty="0"/>
                    </a:p>
                  </a:txBody>
                  <a:tcPr marL="91450" marR="91450" marT="45725" marB="45725"/>
                </a:tc>
                <a:extLst>
                  <a:ext uri="{0D108BD9-81ED-4DB2-BD59-A6C34878D82A}">
                    <a16:rowId xmlns:a16="http://schemas.microsoft.com/office/drawing/2014/main" val="10007"/>
                  </a:ext>
                </a:extLst>
              </a:tr>
            </a:tbl>
          </a:graphicData>
        </a:graphic>
      </p:graphicFrame>
      <p:sp>
        <p:nvSpPr>
          <p:cNvPr id="7" name="テキスト プレースホルダー 4">
            <a:extLst>
              <a:ext uri="{FF2B5EF4-FFF2-40B4-BE49-F238E27FC236}">
                <a16:creationId xmlns:a16="http://schemas.microsoft.com/office/drawing/2014/main" id="{46B1B2EB-2B3A-4DC1-B80B-474661379F83}"/>
              </a:ext>
            </a:extLst>
          </p:cNvPr>
          <p:cNvSpPr txBox="1">
            <a:spLocks/>
          </p:cNvSpPr>
          <p:nvPr/>
        </p:nvSpPr>
        <p:spPr>
          <a:xfrm>
            <a:off x="462875" y="4005053"/>
            <a:ext cx="8216900" cy="32922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a:t>
            </a:r>
            <a:r>
              <a:rPr lang="en-US" altLang="ja-JP" dirty="0"/>
              <a:t>num+=5;</a:t>
            </a:r>
            <a:r>
              <a:rPr lang="ja-JP" altLang="en-US" dirty="0"/>
              <a:t>」は「</a:t>
            </a:r>
            <a:r>
              <a:rPr lang="en-US" altLang="ja-JP" dirty="0"/>
              <a:t>num=num+5;</a:t>
            </a:r>
            <a:r>
              <a:rPr lang="ja-JP" altLang="en-US" dirty="0"/>
              <a:t>」と同じです。</a:t>
            </a:r>
            <a:endParaRPr lang="en-US" altLang="ja-JP" dirty="0"/>
          </a:p>
        </p:txBody>
      </p:sp>
      <mc:AlternateContent xmlns:mc="http://schemas.openxmlformats.org/markup-compatibility/2006" xmlns:p14="http://schemas.microsoft.com/office/powerpoint/2010/main">
        <mc:Choice Requires="p14">
          <p:contentPart p14:bwMode="auto" r:id="rId2">
            <p14:nvContentPartPr>
              <p14:cNvPr id="12" name="インク 11">
                <a:extLst>
                  <a:ext uri="{FF2B5EF4-FFF2-40B4-BE49-F238E27FC236}">
                    <a16:creationId xmlns:a16="http://schemas.microsoft.com/office/drawing/2014/main" id="{A0E400B5-9B1F-F874-5C62-7F60C24F12E3}"/>
                  </a:ext>
                </a:extLst>
              </p14:cNvPr>
              <p14:cNvContentPartPr/>
              <p14:nvPr/>
            </p14:nvContentPartPr>
            <p14:xfrm>
              <a:off x="1860765" y="2072562"/>
              <a:ext cx="360" cy="360"/>
            </p14:xfrm>
          </p:contentPart>
        </mc:Choice>
        <mc:Fallback xmlns="">
          <p:pic>
            <p:nvPicPr>
              <p:cNvPr id="12" name="インク 11">
                <a:extLst>
                  <a:ext uri="{FF2B5EF4-FFF2-40B4-BE49-F238E27FC236}">
                    <a16:creationId xmlns:a16="http://schemas.microsoft.com/office/drawing/2014/main" id="{A0E400B5-9B1F-F874-5C62-7F60C24F12E3}"/>
                  </a:ext>
                </a:extLst>
              </p:cNvPr>
              <p:cNvPicPr/>
              <p:nvPr/>
            </p:nvPicPr>
            <p:blipFill>
              <a:blip r:embed="rId3"/>
              <a:stretch>
                <a:fillRect/>
              </a:stretch>
            </p:blipFill>
            <p:spPr>
              <a:xfrm>
                <a:off x="1851765" y="206356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7" name="インク 36">
                <a:extLst>
                  <a:ext uri="{FF2B5EF4-FFF2-40B4-BE49-F238E27FC236}">
                    <a16:creationId xmlns:a16="http://schemas.microsoft.com/office/drawing/2014/main" id="{F626BA87-D885-258B-0E6C-DFCDDD4CC196}"/>
                  </a:ext>
                </a:extLst>
              </p14:cNvPr>
              <p14:cNvContentPartPr/>
              <p14:nvPr/>
            </p14:nvContentPartPr>
            <p14:xfrm>
              <a:off x="4738965" y="2026482"/>
              <a:ext cx="9360" cy="5760"/>
            </p14:xfrm>
          </p:contentPart>
        </mc:Choice>
        <mc:Fallback xmlns="">
          <p:pic>
            <p:nvPicPr>
              <p:cNvPr id="37" name="インク 36">
                <a:extLst>
                  <a:ext uri="{FF2B5EF4-FFF2-40B4-BE49-F238E27FC236}">
                    <a16:creationId xmlns:a16="http://schemas.microsoft.com/office/drawing/2014/main" id="{F626BA87-D885-258B-0E6C-DFCDDD4CC196}"/>
                  </a:ext>
                </a:extLst>
              </p:cNvPr>
              <p:cNvPicPr/>
              <p:nvPr/>
            </p:nvPicPr>
            <p:blipFill>
              <a:blip r:embed="rId5"/>
              <a:stretch>
                <a:fillRect/>
              </a:stretch>
            </p:blipFill>
            <p:spPr>
              <a:xfrm>
                <a:off x="4729965" y="2017482"/>
                <a:ext cx="2700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2" name="インク 51">
                <a:extLst>
                  <a:ext uri="{FF2B5EF4-FFF2-40B4-BE49-F238E27FC236}">
                    <a16:creationId xmlns:a16="http://schemas.microsoft.com/office/drawing/2014/main" id="{0BABA72D-FD36-1FEE-BAD9-E8A72E888B13}"/>
                  </a:ext>
                </a:extLst>
              </p14:cNvPr>
              <p14:cNvContentPartPr/>
              <p14:nvPr/>
            </p14:nvContentPartPr>
            <p14:xfrm>
              <a:off x="4945245" y="3688242"/>
              <a:ext cx="3600" cy="1080"/>
            </p14:xfrm>
          </p:contentPart>
        </mc:Choice>
        <mc:Fallback xmlns="">
          <p:pic>
            <p:nvPicPr>
              <p:cNvPr id="52" name="インク 51">
                <a:extLst>
                  <a:ext uri="{FF2B5EF4-FFF2-40B4-BE49-F238E27FC236}">
                    <a16:creationId xmlns:a16="http://schemas.microsoft.com/office/drawing/2014/main" id="{0BABA72D-FD36-1FEE-BAD9-E8A72E888B13}"/>
                  </a:ext>
                </a:extLst>
              </p:cNvPr>
              <p:cNvPicPr/>
              <p:nvPr/>
            </p:nvPicPr>
            <p:blipFill>
              <a:blip r:embed="rId7"/>
              <a:stretch>
                <a:fillRect/>
              </a:stretch>
            </p:blipFill>
            <p:spPr>
              <a:xfrm>
                <a:off x="4935245" y="3681492"/>
                <a:ext cx="23200" cy="14310"/>
              </a:xfrm>
              <a:prstGeom prst="rect">
                <a:avLst/>
              </a:prstGeom>
            </p:spPr>
          </p:pic>
        </mc:Fallback>
      </mc:AlternateContent>
    </p:spTree>
    <p:extLst>
      <p:ext uri="{BB962C8B-B14F-4D97-AF65-F5344CB8AC3E}">
        <p14:creationId xmlns:p14="http://schemas.microsoft.com/office/powerpoint/2010/main" val="1875641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0721266-2BC0-43CE-9D6B-E3F8DF1FB0FE}"/>
              </a:ext>
            </a:extLst>
          </p:cNvPr>
          <p:cNvSpPr>
            <a:spLocks noGrp="1"/>
          </p:cNvSpPr>
          <p:nvPr>
            <p:ph type="ftr" sz="quarter" idx="11"/>
          </p:nvPr>
        </p:nvSpPr>
        <p:spPr/>
        <p:txBody>
          <a:bodyPr/>
          <a:lstStyle/>
          <a:p>
            <a:r>
              <a:rPr kumimoji="1" lang="en-US" altLang="ja-JP" dirty="0"/>
              <a:t>copyright ©</a:t>
            </a:r>
            <a:r>
              <a:rPr kumimoji="1" lang="en-US" altLang="ja-JP" dirty="0" err="1"/>
              <a:t>ITCollege</a:t>
            </a:r>
            <a:r>
              <a:rPr kumimoji="1" lang="en-US" altLang="ja-JP" dirty="0"/>
              <a:t> All Rights Reserved</a:t>
            </a:r>
            <a:endParaRPr kumimoji="1" lang="ja-JP" altLang="en-US" sz="1000" dirty="0"/>
          </a:p>
        </p:txBody>
      </p:sp>
      <p:sp>
        <p:nvSpPr>
          <p:cNvPr id="3" name="タイトル 2">
            <a:extLst>
              <a:ext uri="{FF2B5EF4-FFF2-40B4-BE49-F238E27FC236}">
                <a16:creationId xmlns:a16="http://schemas.microsoft.com/office/drawing/2014/main" id="{2EA18155-BA30-4B8F-9456-D66423E4C71E}"/>
              </a:ext>
            </a:extLst>
          </p:cNvPr>
          <p:cNvSpPr>
            <a:spLocks noGrp="1"/>
          </p:cNvSpPr>
          <p:nvPr>
            <p:ph type="ctrTitle"/>
          </p:nvPr>
        </p:nvSpPr>
        <p:spPr/>
        <p:txBody>
          <a:bodyPr/>
          <a:lstStyle/>
          <a:p>
            <a:r>
              <a:rPr kumimoji="1" lang="ja-JP" altLang="en-US" dirty="0"/>
              <a:t>インクリメント・デクリメント演算子</a:t>
            </a:r>
          </a:p>
        </p:txBody>
      </p:sp>
      <p:sp>
        <p:nvSpPr>
          <p:cNvPr id="4" name="スライド番号プレースホルダー 3">
            <a:extLst>
              <a:ext uri="{FF2B5EF4-FFF2-40B4-BE49-F238E27FC236}">
                <a16:creationId xmlns:a16="http://schemas.microsoft.com/office/drawing/2014/main" id="{DEAD9ABA-ECF8-41BE-A776-8CF3D97D0839}"/>
              </a:ext>
            </a:extLst>
          </p:cNvPr>
          <p:cNvSpPr>
            <a:spLocks noGrp="1"/>
          </p:cNvSpPr>
          <p:nvPr>
            <p:ph type="sldNum" sz="quarter" idx="4"/>
          </p:nvPr>
        </p:nvSpPr>
        <p:spPr/>
        <p:txBody>
          <a:bodyPr/>
          <a:lstStyle/>
          <a:p>
            <a:fld id="{00000000-1234-1234-1234-123412341234}" type="slidenum">
              <a:rPr lang="en" smtClean="0"/>
              <a:pPr/>
              <a:t>15</a:t>
            </a:fld>
            <a:endParaRPr lang="en" dirty="0"/>
          </a:p>
        </p:txBody>
      </p:sp>
      <p:sp>
        <p:nvSpPr>
          <p:cNvPr id="5" name="テキスト プレースホルダー 4">
            <a:extLst>
              <a:ext uri="{FF2B5EF4-FFF2-40B4-BE49-F238E27FC236}">
                <a16:creationId xmlns:a16="http://schemas.microsoft.com/office/drawing/2014/main" id="{7F2EA038-8175-4307-8624-788489285D38}"/>
              </a:ext>
            </a:extLst>
          </p:cNvPr>
          <p:cNvSpPr>
            <a:spLocks noGrp="1"/>
          </p:cNvSpPr>
          <p:nvPr>
            <p:ph type="body" sz="quarter" idx="14"/>
          </p:nvPr>
        </p:nvSpPr>
        <p:spPr>
          <a:xfrm>
            <a:off x="462875" y="859491"/>
            <a:ext cx="8216900" cy="344469"/>
          </a:xfrm>
        </p:spPr>
        <p:txBody>
          <a:bodyPr/>
          <a:lstStyle/>
          <a:p>
            <a:pPr marL="96838" indent="0">
              <a:buNone/>
            </a:pPr>
            <a:r>
              <a:rPr kumimoji="1" lang="ja-JP" altLang="en-US" dirty="0"/>
              <a:t>変数に入っている値を</a:t>
            </a:r>
            <a:r>
              <a:rPr kumimoji="1" lang="en-US" altLang="ja-JP" dirty="0"/>
              <a:t>1</a:t>
            </a:r>
            <a:r>
              <a:rPr kumimoji="1" lang="ja-JP" altLang="en-US" dirty="0"/>
              <a:t>つ増やす（または減らす）演算子です。</a:t>
            </a:r>
            <a:endParaRPr kumimoji="1" lang="en-US" altLang="ja-JP" dirty="0"/>
          </a:p>
        </p:txBody>
      </p:sp>
      <p:graphicFrame>
        <p:nvGraphicFramePr>
          <p:cNvPr id="6" name="Google Shape;203;p24">
            <a:extLst>
              <a:ext uri="{FF2B5EF4-FFF2-40B4-BE49-F238E27FC236}">
                <a16:creationId xmlns:a16="http://schemas.microsoft.com/office/drawing/2014/main" id="{8D427EB3-FACB-4063-B0DC-990726DCB991}"/>
              </a:ext>
            </a:extLst>
          </p:cNvPr>
          <p:cNvGraphicFramePr/>
          <p:nvPr>
            <p:extLst>
              <p:ext uri="{D42A27DB-BD31-4B8C-83A1-F6EECF244321}">
                <p14:modId xmlns:p14="http://schemas.microsoft.com/office/powerpoint/2010/main" val="999954884"/>
              </p:ext>
            </p:extLst>
          </p:nvPr>
        </p:nvGraphicFramePr>
        <p:xfrm>
          <a:off x="1043607" y="1203960"/>
          <a:ext cx="6360375" cy="914430"/>
        </p:xfrm>
        <a:graphic>
          <a:graphicData uri="http://schemas.openxmlformats.org/drawingml/2006/table">
            <a:tbl>
              <a:tblPr firstRow="1" bandRow="1">
                <a:tableStyleId>{BDBED569-4797-4DF1-A0F4-6AAB3CD982D8}</a:tableStyleId>
              </a:tblPr>
              <a:tblGrid>
                <a:gridCol w="1031775">
                  <a:extLst>
                    <a:ext uri="{9D8B030D-6E8A-4147-A177-3AD203B41FA5}">
                      <a16:colId xmlns:a16="http://schemas.microsoft.com/office/drawing/2014/main" val="20000"/>
                    </a:ext>
                  </a:extLst>
                </a:gridCol>
                <a:gridCol w="2148400">
                  <a:extLst>
                    <a:ext uri="{9D8B030D-6E8A-4147-A177-3AD203B41FA5}">
                      <a16:colId xmlns:a16="http://schemas.microsoft.com/office/drawing/2014/main" val="20001"/>
                    </a:ext>
                  </a:extLst>
                </a:gridCol>
                <a:gridCol w="1590100">
                  <a:extLst>
                    <a:ext uri="{9D8B030D-6E8A-4147-A177-3AD203B41FA5}">
                      <a16:colId xmlns:a16="http://schemas.microsoft.com/office/drawing/2014/main" val="20002"/>
                    </a:ext>
                  </a:extLst>
                </a:gridCol>
                <a:gridCol w="1590100">
                  <a:extLst>
                    <a:ext uri="{9D8B030D-6E8A-4147-A177-3AD203B41FA5}">
                      <a16:colId xmlns:a16="http://schemas.microsoft.com/office/drawing/2014/main" val="20003"/>
                    </a:ext>
                  </a:extLst>
                </a:gridCol>
              </a:tblGrid>
              <a:tr h="292100">
                <a:tc>
                  <a:txBody>
                    <a:bodyPr/>
                    <a:lstStyle/>
                    <a:p>
                      <a:pPr marL="0" marR="0" lvl="0" indent="0" algn="l" rtl="0">
                        <a:spcBef>
                          <a:spcPts val="0"/>
                        </a:spcBef>
                        <a:spcAft>
                          <a:spcPts val="0"/>
                        </a:spcAft>
                        <a:buNone/>
                      </a:pPr>
                      <a:r>
                        <a:rPr lang="ja-JP" sz="1400"/>
                        <a:t>演算子</a:t>
                      </a:r>
                      <a:endParaRPr sz="1400"/>
                    </a:p>
                  </a:txBody>
                  <a:tcPr marL="91450" marR="91450" marT="45725" marB="45725"/>
                </a:tc>
                <a:tc>
                  <a:txBody>
                    <a:bodyPr/>
                    <a:lstStyle/>
                    <a:p>
                      <a:pPr marL="0" marR="0" lvl="0" indent="0" algn="l" rtl="0">
                        <a:spcBef>
                          <a:spcPts val="0"/>
                        </a:spcBef>
                        <a:spcAft>
                          <a:spcPts val="0"/>
                        </a:spcAft>
                        <a:buNone/>
                      </a:pPr>
                      <a:r>
                        <a:rPr lang="ja-JP" sz="1400"/>
                        <a:t>機能</a:t>
                      </a:r>
                      <a:endParaRPr sz="1400"/>
                    </a:p>
                  </a:txBody>
                  <a:tcPr marL="91450" marR="91450" marT="45725" marB="45725"/>
                </a:tc>
                <a:tc>
                  <a:txBody>
                    <a:bodyPr/>
                    <a:lstStyle/>
                    <a:p>
                      <a:pPr marL="0" marR="0" lvl="0" indent="0" algn="l" rtl="0">
                        <a:spcBef>
                          <a:spcPts val="0"/>
                        </a:spcBef>
                        <a:spcAft>
                          <a:spcPts val="0"/>
                        </a:spcAft>
                        <a:buNone/>
                      </a:pPr>
                      <a:r>
                        <a:rPr lang="ja-JP" sz="1400"/>
                        <a:t>書き方の例</a:t>
                      </a:r>
                      <a:endParaRPr sz="1400"/>
                    </a:p>
                  </a:txBody>
                  <a:tcPr marL="91450" marR="91450" marT="45725" marB="45725"/>
                </a:tc>
                <a:tc>
                  <a:txBody>
                    <a:bodyPr/>
                    <a:lstStyle/>
                    <a:p>
                      <a:pPr marL="0" marR="0" lvl="0" indent="0" algn="l" rtl="0">
                        <a:spcBef>
                          <a:spcPts val="0"/>
                        </a:spcBef>
                        <a:spcAft>
                          <a:spcPts val="0"/>
                        </a:spcAft>
                        <a:buNone/>
                      </a:pPr>
                      <a:r>
                        <a:rPr lang="ja-JP" sz="1400"/>
                        <a:t>代入される値</a:t>
                      </a:r>
                      <a:endParaRPr sz="1400"/>
                    </a:p>
                  </a:txBody>
                  <a:tcPr marL="91450" marR="91450" marT="45725" marB="45725"/>
                </a:tc>
                <a:extLst>
                  <a:ext uri="{0D108BD9-81ED-4DB2-BD59-A6C34878D82A}">
                    <a16:rowId xmlns:a16="http://schemas.microsoft.com/office/drawing/2014/main" val="10000"/>
                  </a:ext>
                </a:extLst>
              </a:tr>
              <a:tr h="292100">
                <a:tc>
                  <a:txBody>
                    <a:bodyPr/>
                    <a:lstStyle/>
                    <a:p>
                      <a:pPr marL="0" marR="0" lvl="0" indent="0" algn="ctr" rtl="0">
                        <a:spcBef>
                          <a:spcPts val="0"/>
                        </a:spcBef>
                        <a:spcAft>
                          <a:spcPts val="0"/>
                        </a:spcAft>
                        <a:buNone/>
                      </a:pPr>
                      <a:r>
                        <a:rPr lang="ja-JP" sz="1400"/>
                        <a:t>++</a:t>
                      </a:r>
                      <a:endParaRPr sz="1400"/>
                    </a:p>
                  </a:txBody>
                  <a:tcPr marL="91450" marR="91450" marT="45725" marB="45725"/>
                </a:tc>
                <a:tc>
                  <a:txBody>
                    <a:bodyPr/>
                    <a:lstStyle/>
                    <a:p>
                      <a:pPr marL="0" marR="0" lvl="0" indent="0" algn="l" rtl="0">
                        <a:spcBef>
                          <a:spcPts val="0"/>
                        </a:spcBef>
                        <a:spcAft>
                          <a:spcPts val="0"/>
                        </a:spcAft>
                        <a:buNone/>
                      </a:pPr>
                      <a:r>
                        <a:rPr lang="ja-JP" sz="1400"/>
                        <a:t>値を1増やす</a:t>
                      </a:r>
                      <a:endParaRPr sz="1400"/>
                    </a:p>
                  </a:txBody>
                  <a:tcPr marL="91450" marR="91450" marT="45725" marB="45725"/>
                </a:tc>
                <a:tc>
                  <a:txBody>
                    <a:bodyPr/>
                    <a:lstStyle/>
                    <a:p>
                      <a:pPr marL="0" marR="0" lvl="0" indent="0" algn="l" rtl="0">
                        <a:spcBef>
                          <a:spcPts val="0"/>
                        </a:spcBef>
                        <a:spcAft>
                          <a:spcPts val="0"/>
                        </a:spcAft>
                        <a:buNone/>
                      </a:pPr>
                      <a:r>
                        <a:rPr lang="ja-JP" sz="1400"/>
                        <a:t>num++;</a:t>
                      </a:r>
                      <a:endParaRPr sz="1400"/>
                    </a:p>
                  </a:txBody>
                  <a:tcPr marL="91450" marR="91450" marT="45725" marB="45725"/>
                </a:tc>
                <a:tc>
                  <a:txBody>
                    <a:bodyPr/>
                    <a:lstStyle/>
                    <a:p>
                      <a:pPr marL="0" marR="0" lvl="0" indent="0" algn="ctr" rtl="0">
                        <a:spcBef>
                          <a:spcPts val="0"/>
                        </a:spcBef>
                        <a:spcAft>
                          <a:spcPts val="0"/>
                        </a:spcAft>
                        <a:buNone/>
                      </a:pPr>
                      <a:r>
                        <a:rPr lang="ja-JP" sz="1400"/>
                        <a:t>num+1</a:t>
                      </a:r>
                      <a:endParaRPr sz="1400"/>
                    </a:p>
                  </a:txBody>
                  <a:tcPr marL="91450" marR="91450" marT="45725" marB="45725"/>
                </a:tc>
                <a:extLst>
                  <a:ext uri="{0D108BD9-81ED-4DB2-BD59-A6C34878D82A}">
                    <a16:rowId xmlns:a16="http://schemas.microsoft.com/office/drawing/2014/main" val="10001"/>
                  </a:ext>
                </a:extLst>
              </a:tr>
              <a:tr h="292100">
                <a:tc>
                  <a:txBody>
                    <a:bodyPr/>
                    <a:lstStyle/>
                    <a:p>
                      <a:pPr marL="0" marR="0" lvl="0" indent="0" algn="ctr" rtl="0">
                        <a:spcBef>
                          <a:spcPts val="0"/>
                        </a:spcBef>
                        <a:spcAft>
                          <a:spcPts val="0"/>
                        </a:spcAft>
                        <a:buNone/>
                      </a:pPr>
                      <a:r>
                        <a:rPr lang="ja-JP" sz="1400" dirty="0"/>
                        <a:t>--</a:t>
                      </a:r>
                      <a:endParaRPr sz="1400" dirty="0"/>
                    </a:p>
                  </a:txBody>
                  <a:tcPr marL="91450" marR="91450" marT="45725" marB="45725"/>
                </a:tc>
                <a:tc>
                  <a:txBody>
                    <a:bodyPr/>
                    <a:lstStyle/>
                    <a:p>
                      <a:pPr marL="0" marR="0" lvl="0" indent="0" algn="l" rtl="0">
                        <a:spcBef>
                          <a:spcPts val="0"/>
                        </a:spcBef>
                        <a:spcAft>
                          <a:spcPts val="0"/>
                        </a:spcAft>
                        <a:buNone/>
                      </a:pPr>
                      <a:r>
                        <a:rPr lang="ja-JP" sz="1400" dirty="0"/>
                        <a:t>値を1減らす</a:t>
                      </a:r>
                      <a:endParaRPr sz="1400" dirty="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Quattrocento Sans"/>
                        <a:buNone/>
                      </a:pPr>
                      <a:r>
                        <a:rPr lang="ja-JP" sz="1400" dirty="0"/>
                        <a:t>num--;</a:t>
                      </a:r>
                      <a:endParaRPr sz="1400" dirty="0"/>
                    </a:p>
                  </a:txBody>
                  <a:tcPr marL="91450" marR="91450" marT="45725" marB="45725"/>
                </a:tc>
                <a:tc>
                  <a:txBody>
                    <a:bodyPr/>
                    <a:lstStyle/>
                    <a:p>
                      <a:pPr marL="0" marR="0" lvl="0" indent="0" algn="ctr" rtl="0">
                        <a:spcBef>
                          <a:spcPts val="0"/>
                        </a:spcBef>
                        <a:spcAft>
                          <a:spcPts val="0"/>
                        </a:spcAft>
                        <a:buNone/>
                      </a:pPr>
                      <a:r>
                        <a:rPr lang="ja-JP" sz="1400" dirty="0"/>
                        <a:t>num-1</a:t>
                      </a:r>
                      <a:endParaRPr sz="1400" dirty="0"/>
                    </a:p>
                  </a:txBody>
                  <a:tcPr marL="91450" marR="91450" marT="45725" marB="45725"/>
                </a:tc>
                <a:extLst>
                  <a:ext uri="{0D108BD9-81ED-4DB2-BD59-A6C34878D82A}">
                    <a16:rowId xmlns:a16="http://schemas.microsoft.com/office/drawing/2014/main" val="10002"/>
                  </a:ext>
                </a:extLst>
              </a:tr>
            </a:tbl>
          </a:graphicData>
        </a:graphic>
      </p:graphicFrame>
      <p:sp>
        <p:nvSpPr>
          <p:cNvPr id="7" name="テキスト プレースホルダー 4">
            <a:extLst>
              <a:ext uri="{FF2B5EF4-FFF2-40B4-BE49-F238E27FC236}">
                <a16:creationId xmlns:a16="http://schemas.microsoft.com/office/drawing/2014/main" id="{7C184432-A4C0-43A0-9489-DFE4013BDC15}"/>
              </a:ext>
            </a:extLst>
          </p:cNvPr>
          <p:cNvSpPr txBox="1">
            <a:spLocks/>
          </p:cNvSpPr>
          <p:nvPr/>
        </p:nvSpPr>
        <p:spPr>
          <a:xfrm>
            <a:off x="462875" y="2244798"/>
            <a:ext cx="8216900" cy="2039211"/>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a:t>
            </a:r>
            <a:r>
              <a:rPr lang="en-US" altLang="ja-JP" dirty="0"/>
              <a:t>++</a:t>
            </a:r>
            <a:r>
              <a:rPr lang="ja-JP" altLang="en-US" dirty="0"/>
              <a:t>」をインクリメント演算子、「</a:t>
            </a:r>
            <a:r>
              <a:rPr lang="en-US" altLang="ja-JP" dirty="0"/>
              <a:t>--</a:t>
            </a:r>
            <a:r>
              <a:rPr lang="ja-JP" altLang="en-US" dirty="0"/>
              <a:t>」をデクリメント演算子といいます。</a:t>
            </a:r>
          </a:p>
          <a:p>
            <a:pPr marL="96838" indent="0">
              <a:buFont typeface="Arial" panose="020B0604020202020204" pitchFamily="34" charset="0"/>
              <a:buNone/>
            </a:pPr>
            <a:r>
              <a:rPr lang="en-US" altLang="ja-JP" dirty="0"/>
              <a:t>++</a:t>
            </a:r>
            <a:r>
              <a:rPr lang="ja-JP" altLang="en-US" dirty="0"/>
              <a:t>や</a:t>
            </a:r>
            <a:r>
              <a:rPr lang="en-US" altLang="ja-JP" dirty="0"/>
              <a:t>--</a:t>
            </a:r>
            <a:r>
              <a:rPr lang="ja-JP" altLang="en-US" dirty="0"/>
              <a:t>はオペランドが</a:t>
            </a:r>
            <a:r>
              <a:rPr lang="en-US" altLang="ja-JP" dirty="0"/>
              <a:t>1</a:t>
            </a:r>
            <a:r>
              <a:rPr lang="ja-JP" altLang="en-US" dirty="0"/>
              <a:t>つしかありません。</a:t>
            </a:r>
          </a:p>
          <a:p>
            <a:pPr marL="96838" indent="0">
              <a:buFont typeface="Arial" panose="020B0604020202020204" pitchFamily="34" charset="0"/>
              <a:buNone/>
            </a:pPr>
            <a:r>
              <a:rPr lang="ja-JP" altLang="en-US" dirty="0"/>
              <a:t>このようにオペランドが</a:t>
            </a:r>
            <a:r>
              <a:rPr lang="en-US" altLang="ja-JP" dirty="0"/>
              <a:t>1</a:t>
            </a:r>
            <a:r>
              <a:rPr lang="ja-JP" altLang="en-US" dirty="0"/>
              <a:t>つしかない演算子のことを</a:t>
            </a:r>
            <a:r>
              <a:rPr lang="ja-JP" altLang="en-US" b="1" dirty="0">
                <a:solidFill>
                  <a:schemeClr val="tx2"/>
                </a:solidFill>
              </a:rPr>
              <a:t>単項演算子</a:t>
            </a:r>
            <a:r>
              <a:rPr lang="ja-JP" altLang="en-US" dirty="0"/>
              <a:t>といいます。</a:t>
            </a:r>
          </a:p>
          <a:p>
            <a:pPr marL="96838" indent="0">
              <a:buFont typeface="Arial" panose="020B0604020202020204" pitchFamily="34" charset="0"/>
              <a:buNone/>
            </a:pPr>
            <a:r>
              <a:rPr lang="ja-JP" altLang="en-US" dirty="0"/>
              <a:t>今まで出てきた演算子は左右両方にオペランドがありました。</a:t>
            </a:r>
          </a:p>
          <a:p>
            <a:pPr marL="96838" indent="0">
              <a:buFont typeface="Arial" panose="020B0604020202020204" pitchFamily="34" charset="0"/>
              <a:buNone/>
            </a:pPr>
            <a:r>
              <a:rPr lang="ja-JP" altLang="en-US" dirty="0"/>
              <a:t>このようにオペランドが</a:t>
            </a:r>
            <a:r>
              <a:rPr lang="en-US" altLang="ja-JP" dirty="0"/>
              <a:t>2</a:t>
            </a:r>
            <a:r>
              <a:rPr lang="ja-JP" altLang="en-US" dirty="0"/>
              <a:t>つある演算子は</a:t>
            </a:r>
            <a:r>
              <a:rPr lang="ja-JP" altLang="en-US" b="1" dirty="0">
                <a:solidFill>
                  <a:schemeClr val="tx2"/>
                </a:solidFill>
              </a:rPr>
              <a:t>二項演算子</a:t>
            </a:r>
            <a:r>
              <a:rPr lang="ja-JP" altLang="en-US" dirty="0"/>
              <a:t>といいます。</a:t>
            </a:r>
          </a:p>
          <a:p>
            <a:pPr marL="96838" indent="0">
              <a:buFont typeface="Arial" panose="020B0604020202020204" pitchFamily="34" charset="0"/>
              <a:buNone/>
            </a:pPr>
            <a:r>
              <a:rPr lang="en-US" altLang="ja-JP" dirty="0"/>
              <a:t>+</a:t>
            </a:r>
            <a:r>
              <a:rPr lang="ja-JP" altLang="en-US" dirty="0"/>
              <a:t>演算子は足し算と文字列結合の</a:t>
            </a:r>
            <a:r>
              <a:rPr lang="en-US" altLang="ja-JP" dirty="0"/>
              <a:t>2</a:t>
            </a:r>
            <a:r>
              <a:rPr lang="ja-JP" altLang="en-US" dirty="0"/>
              <a:t>つの意味がありましたが、</a:t>
            </a:r>
            <a:r>
              <a:rPr lang="en-US" altLang="ja-JP" dirty="0"/>
              <a:t>++</a:t>
            </a:r>
            <a:r>
              <a:rPr lang="ja-JP" altLang="en-US" dirty="0"/>
              <a:t>演算子は文字列結合の機能はありません。</a:t>
            </a:r>
          </a:p>
        </p:txBody>
      </p:sp>
      <mc:AlternateContent xmlns:mc="http://schemas.openxmlformats.org/markup-compatibility/2006" xmlns:p14="http://schemas.microsoft.com/office/powerpoint/2010/main">
        <mc:Choice Requires="p14">
          <p:contentPart p14:bwMode="auto" r:id="rId2">
            <p14:nvContentPartPr>
              <p14:cNvPr id="60" name="インク 59">
                <a:extLst>
                  <a:ext uri="{FF2B5EF4-FFF2-40B4-BE49-F238E27FC236}">
                    <a16:creationId xmlns:a16="http://schemas.microsoft.com/office/drawing/2014/main" id="{9554DA1E-6345-BD88-1616-22E860552224}"/>
                  </a:ext>
                </a:extLst>
              </p14:cNvPr>
              <p14:cNvContentPartPr/>
              <p14:nvPr/>
            </p14:nvContentPartPr>
            <p14:xfrm>
              <a:off x="6927405" y="1588194"/>
              <a:ext cx="24120" cy="21240"/>
            </p14:xfrm>
          </p:contentPart>
        </mc:Choice>
        <mc:Fallback xmlns="">
          <p:pic>
            <p:nvPicPr>
              <p:cNvPr id="60" name="インク 59">
                <a:extLst>
                  <a:ext uri="{FF2B5EF4-FFF2-40B4-BE49-F238E27FC236}">
                    <a16:creationId xmlns:a16="http://schemas.microsoft.com/office/drawing/2014/main" id="{9554DA1E-6345-BD88-1616-22E860552224}"/>
                  </a:ext>
                </a:extLst>
              </p:cNvPr>
              <p:cNvPicPr/>
              <p:nvPr/>
            </p:nvPicPr>
            <p:blipFill>
              <a:blip r:embed="rId85"/>
              <a:stretch>
                <a:fillRect/>
              </a:stretch>
            </p:blipFill>
            <p:spPr>
              <a:xfrm>
                <a:off x="6918405" y="1579194"/>
                <a:ext cx="41760" cy="38880"/>
              </a:xfrm>
              <a:prstGeom prst="rect">
                <a:avLst/>
              </a:prstGeom>
            </p:spPr>
          </p:pic>
        </mc:Fallback>
      </mc:AlternateContent>
    </p:spTree>
    <p:extLst>
      <p:ext uri="{BB962C8B-B14F-4D97-AF65-F5344CB8AC3E}">
        <p14:creationId xmlns:p14="http://schemas.microsoft.com/office/powerpoint/2010/main" val="4147123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97D2592-EDE9-44AF-AF25-90BC353AE2B7}"/>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C746836A-6009-4BF4-BD33-FA85EC7F51DC}"/>
              </a:ext>
            </a:extLst>
          </p:cNvPr>
          <p:cNvSpPr>
            <a:spLocks noGrp="1"/>
          </p:cNvSpPr>
          <p:nvPr>
            <p:ph type="ctrTitle"/>
          </p:nvPr>
        </p:nvSpPr>
        <p:spPr/>
        <p:txBody>
          <a:bodyPr/>
          <a:lstStyle/>
          <a:p>
            <a:r>
              <a:rPr kumimoji="1" lang="ja-JP" altLang="en-US" dirty="0"/>
              <a:t>型の変換</a:t>
            </a:r>
          </a:p>
        </p:txBody>
      </p:sp>
      <p:sp>
        <p:nvSpPr>
          <p:cNvPr id="4" name="スライド番号プレースホルダー 3">
            <a:extLst>
              <a:ext uri="{FF2B5EF4-FFF2-40B4-BE49-F238E27FC236}">
                <a16:creationId xmlns:a16="http://schemas.microsoft.com/office/drawing/2014/main" id="{290B4AC8-F58F-47A3-9E01-E794161384B6}"/>
              </a:ext>
            </a:extLst>
          </p:cNvPr>
          <p:cNvSpPr>
            <a:spLocks noGrp="1"/>
          </p:cNvSpPr>
          <p:nvPr>
            <p:ph type="sldNum" sz="quarter" idx="4"/>
          </p:nvPr>
        </p:nvSpPr>
        <p:spPr/>
        <p:txBody>
          <a:bodyPr/>
          <a:lstStyle/>
          <a:p>
            <a:fld id="{00000000-1234-1234-1234-123412341234}" type="slidenum">
              <a:rPr lang="en" smtClean="0"/>
              <a:pPr/>
              <a:t>16</a:t>
            </a:fld>
            <a:endParaRPr lang="en" dirty="0">
              <a:latin typeface="+mn-ea"/>
            </a:endParaRPr>
          </a:p>
        </p:txBody>
      </p:sp>
      <p:sp>
        <p:nvSpPr>
          <p:cNvPr id="6" name="テキスト プレースホルダー 5">
            <a:extLst>
              <a:ext uri="{FF2B5EF4-FFF2-40B4-BE49-F238E27FC236}">
                <a16:creationId xmlns:a16="http://schemas.microsoft.com/office/drawing/2014/main" id="{477E87FA-4168-4B92-826B-70619F289CE4}"/>
              </a:ext>
            </a:extLst>
          </p:cNvPr>
          <p:cNvSpPr>
            <a:spLocks noGrp="1"/>
          </p:cNvSpPr>
          <p:nvPr>
            <p:ph type="body" sz="quarter" idx="15"/>
          </p:nvPr>
        </p:nvSpPr>
        <p:spPr/>
        <p:txBody>
          <a:bodyPr/>
          <a:lstStyle/>
          <a:p>
            <a:r>
              <a:rPr kumimoji="1" lang="ja-JP" altLang="en-US" dirty="0"/>
              <a:t>変数の型は別の型に変換可能</a:t>
            </a:r>
            <a:endParaRPr kumimoji="1" lang="en-US" altLang="ja-JP" dirty="0"/>
          </a:p>
          <a:p>
            <a:r>
              <a:rPr lang="ja-JP" altLang="en-US" dirty="0"/>
              <a:t>３種類の変換方法を理解する</a:t>
            </a:r>
            <a:endParaRPr lang="en-US" altLang="ja-JP" dirty="0"/>
          </a:p>
          <a:p>
            <a:r>
              <a:rPr kumimoji="1" lang="ja-JP" altLang="en-US" dirty="0"/>
              <a:t>コンパイルエラーになる理由をしっかり理解しよう</a:t>
            </a:r>
          </a:p>
        </p:txBody>
      </p:sp>
      <p:sp>
        <p:nvSpPr>
          <p:cNvPr id="7" name="テキスト プレースホルダー 6">
            <a:extLst>
              <a:ext uri="{FF2B5EF4-FFF2-40B4-BE49-F238E27FC236}">
                <a16:creationId xmlns:a16="http://schemas.microsoft.com/office/drawing/2014/main" id="{80AED289-81D6-4CE7-A938-96D1538ADA8B}"/>
              </a:ext>
            </a:extLst>
          </p:cNvPr>
          <p:cNvSpPr>
            <a:spLocks noGrp="1"/>
          </p:cNvSpPr>
          <p:nvPr>
            <p:ph type="body" sz="quarter" idx="16"/>
          </p:nvPr>
        </p:nvSpPr>
        <p:spPr/>
        <p:txBody>
          <a:bodyPr/>
          <a:lstStyle/>
          <a:p>
            <a:endParaRPr kumimoji="1" lang="ja-JP" altLang="en-US"/>
          </a:p>
        </p:txBody>
      </p:sp>
      <p:sp>
        <p:nvSpPr>
          <p:cNvPr id="8" name="テキスト プレースホルダー 4">
            <a:extLst>
              <a:ext uri="{FF2B5EF4-FFF2-40B4-BE49-F238E27FC236}">
                <a16:creationId xmlns:a16="http://schemas.microsoft.com/office/drawing/2014/main" id="{750474AB-AA5F-4711-99A1-6C4071865A35}"/>
              </a:ext>
            </a:extLst>
          </p:cNvPr>
          <p:cNvSpPr>
            <a:spLocks noGrp="1"/>
          </p:cNvSpPr>
          <p:nvPr>
            <p:ph type="body" sz="quarter" idx="14"/>
          </p:nvPr>
        </p:nvSpPr>
        <p:spPr>
          <a:xfrm>
            <a:off x="533400" y="2282430"/>
            <a:ext cx="8216900" cy="3924598"/>
          </a:xfrm>
        </p:spPr>
        <p:txBody>
          <a:bodyPr/>
          <a:lstStyle/>
          <a:p>
            <a:pPr marL="96838" indent="0">
              <a:buNone/>
            </a:pPr>
            <a:r>
              <a:rPr kumimoji="1" lang="ja-JP" altLang="en-US" dirty="0"/>
              <a:t>プログラムを作っていると、今使っているデータを別のデータ型にしたいときがあります。</a:t>
            </a:r>
          </a:p>
          <a:p>
            <a:pPr marL="96838" indent="0">
              <a:buNone/>
            </a:pPr>
            <a:r>
              <a:rPr kumimoji="1" lang="en-US" altLang="ja-JP" dirty="0"/>
              <a:t>Java</a:t>
            </a:r>
            <a:r>
              <a:rPr kumimoji="1" lang="ja-JP" altLang="en-US" dirty="0"/>
              <a:t>には型を変換する</a:t>
            </a:r>
            <a:r>
              <a:rPr kumimoji="1" lang="en-US" altLang="ja-JP" dirty="0"/>
              <a:t>3</a:t>
            </a:r>
            <a:r>
              <a:rPr kumimoji="1" lang="ja-JP" altLang="en-US" dirty="0"/>
              <a:t>つの仕組みがあります。</a:t>
            </a:r>
          </a:p>
          <a:p>
            <a:pPr lvl="1">
              <a:lnSpc>
                <a:spcPct val="150000"/>
              </a:lnSpc>
            </a:pPr>
            <a:r>
              <a:rPr kumimoji="1" lang="ja-JP" altLang="en-US" sz="2000" dirty="0">
                <a:solidFill>
                  <a:schemeClr val="accent1"/>
                </a:solidFill>
              </a:rPr>
              <a:t>代入時の自動型変換</a:t>
            </a:r>
          </a:p>
          <a:p>
            <a:pPr lvl="1">
              <a:lnSpc>
                <a:spcPct val="150000"/>
              </a:lnSpc>
            </a:pPr>
            <a:r>
              <a:rPr kumimoji="1" lang="ja-JP" altLang="en-US" sz="2000" dirty="0">
                <a:solidFill>
                  <a:schemeClr val="accent1"/>
                </a:solidFill>
              </a:rPr>
              <a:t>強制的な型変換</a:t>
            </a:r>
          </a:p>
          <a:p>
            <a:pPr lvl="1">
              <a:lnSpc>
                <a:spcPct val="150000"/>
              </a:lnSpc>
            </a:pPr>
            <a:r>
              <a:rPr kumimoji="1" lang="ja-JP" altLang="en-US" sz="2000" dirty="0">
                <a:solidFill>
                  <a:schemeClr val="accent1"/>
                </a:solidFill>
              </a:rPr>
              <a:t>演算時の自動型変換</a:t>
            </a:r>
          </a:p>
          <a:p>
            <a:pPr marL="96838" indent="0">
              <a:buNone/>
            </a:pPr>
            <a:r>
              <a:rPr kumimoji="1" lang="ja-JP" altLang="en-US" dirty="0"/>
              <a:t>次のページから</a:t>
            </a:r>
            <a:r>
              <a:rPr kumimoji="1" lang="en-US" altLang="ja-JP" dirty="0"/>
              <a:t>1</a:t>
            </a:r>
            <a:r>
              <a:rPr kumimoji="1" lang="ja-JP" altLang="en-US" dirty="0"/>
              <a:t>つずつ解説していきます。</a:t>
            </a:r>
          </a:p>
          <a:p>
            <a:pPr marL="96838" indent="0">
              <a:buNone/>
            </a:pPr>
            <a:endParaRPr kumimoji="1" lang="ja-JP" altLang="en-US" dirty="0"/>
          </a:p>
        </p:txBody>
      </p:sp>
    </p:spTree>
    <p:extLst>
      <p:ext uri="{BB962C8B-B14F-4D97-AF65-F5344CB8AC3E}">
        <p14:creationId xmlns:p14="http://schemas.microsoft.com/office/powerpoint/2010/main" val="2792617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5D3DE16-3C66-44AB-984C-0B966173221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E06B1000-9220-4D64-830A-7136494F2DBF}"/>
              </a:ext>
            </a:extLst>
          </p:cNvPr>
          <p:cNvSpPr>
            <a:spLocks noGrp="1"/>
          </p:cNvSpPr>
          <p:nvPr>
            <p:ph type="ctrTitle"/>
          </p:nvPr>
        </p:nvSpPr>
        <p:spPr/>
        <p:txBody>
          <a:bodyPr/>
          <a:lstStyle/>
          <a:p>
            <a:r>
              <a:rPr lang="ja-JP" altLang="ja-JP" dirty="0"/>
              <a:t>代入時の自動型変換</a:t>
            </a:r>
            <a:endParaRPr kumimoji="1" lang="ja-JP" altLang="en-US" dirty="0"/>
          </a:p>
        </p:txBody>
      </p:sp>
      <p:sp>
        <p:nvSpPr>
          <p:cNvPr id="4" name="スライド番号プレースホルダー 3">
            <a:extLst>
              <a:ext uri="{FF2B5EF4-FFF2-40B4-BE49-F238E27FC236}">
                <a16:creationId xmlns:a16="http://schemas.microsoft.com/office/drawing/2014/main" id="{8FF64E1B-5323-4BB0-B664-C94CC67DFFD3}"/>
              </a:ext>
            </a:extLst>
          </p:cNvPr>
          <p:cNvSpPr>
            <a:spLocks noGrp="1"/>
          </p:cNvSpPr>
          <p:nvPr>
            <p:ph type="sldNum" sz="quarter" idx="4"/>
          </p:nvPr>
        </p:nvSpPr>
        <p:spPr/>
        <p:txBody>
          <a:bodyPr/>
          <a:lstStyle/>
          <a:p>
            <a:fld id="{00000000-1234-1234-1234-123412341234}" type="slidenum">
              <a:rPr lang="en" smtClean="0"/>
              <a:pPr/>
              <a:t>17</a:t>
            </a:fld>
            <a:endParaRPr lang="en" dirty="0"/>
          </a:p>
        </p:txBody>
      </p:sp>
      <p:sp>
        <p:nvSpPr>
          <p:cNvPr id="5" name="テキスト プレースホルダー 4">
            <a:extLst>
              <a:ext uri="{FF2B5EF4-FFF2-40B4-BE49-F238E27FC236}">
                <a16:creationId xmlns:a16="http://schemas.microsoft.com/office/drawing/2014/main" id="{8AB3D740-2F1A-4FA4-AF46-FF8F852F0650}"/>
              </a:ext>
            </a:extLst>
          </p:cNvPr>
          <p:cNvSpPr>
            <a:spLocks noGrp="1"/>
          </p:cNvSpPr>
          <p:nvPr>
            <p:ph type="body" sz="quarter" idx="14"/>
          </p:nvPr>
        </p:nvSpPr>
        <p:spPr/>
        <p:txBody>
          <a:bodyPr/>
          <a:lstStyle/>
          <a:p>
            <a:pPr marL="96838" indent="0">
              <a:buNone/>
            </a:pPr>
            <a:r>
              <a:rPr kumimoji="1" lang="ja-JP" altLang="en-US" dirty="0"/>
              <a:t>基本型は</a:t>
            </a:r>
            <a:r>
              <a:rPr kumimoji="1" lang="en-US" altLang="ja-JP" dirty="0"/>
              <a:t>8</a:t>
            </a:r>
            <a:r>
              <a:rPr kumimoji="1" lang="ja-JP" altLang="en-US" dirty="0"/>
              <a:t>種類ありました。</a:t>
            </a:r>
            <a:br>
              <a:rPr kumimoji="1" lang="ja-JP" altLang="en-US" dirty="0"/>
            </a:br>
            <a:r>
              <a:rPr kumimoji="1" lang="en-US" altLang="ja-JP" dirty="0" err="1"/>
              <a:t>boolean</a:t>
            </a:r>
            <a:r>
              <a:rPr kumimoji="1" lang="ja-JP" altLang="en-US" dirty="0"/>
              <a:t>型と</a:t>
            </a:r>
            <a:r>
              <a:rPr kumimoji="1" lang="en-US" altLang="ja-JP" dirty="0"/>
              <a:t>char</a:t>
            </a:r>
            <a:r>
              <a:rPr kumimoji="1" lang="ja-JP" altLang="en-US" dirty="0"/>
              <a:t>型を除く</a:t>
            </a:r>
            <a:r>
              <a:rPr kumimoji="1" lang="en-US" altLang="ja-JP" dirty="0"/>
              <a:t>6</a:t>
            </a:r>
            <a:r>
              <a:rPr kumimoji="1" lang="ja-JP" altLang="en-US" dirty="0"/>
              <a:t>種類は整数や小数といった「数値」を表します。</a:t>
            </a:r>
          </a:p>
          <a:p>
            <a:pPr marL="96838" indent="0">
              <a:buNone/>
            </a:pPr>
            <a:r>
              <a:rPr kumimoji="1" lang="ja-JP" altLang="en-US" dirty="0"/>
              <a:t>ところで、データ型って何だったでしょうか。「データの形」や「データの大きさ」のことでしたね。忘れてしまった人はデータ型の部分を復習しましょう。</a:t>
            </a:r>
          </a:p>
          <a:p>
            <a:pPr marL="96838" indent="0">
              <a:buNone/>
            </a:pPr>
            <a:r>
              <a:rPr kumimoji="1" lang="ja-JP" altLang="en-US" dirty="0"/>
              <a:t>整数型は以下の大小関係があります。</a:t>
            </a:r>
            <a:endParaRPr kumimoji="1" lang="en-US" altLang="ja-JP" dirty="0"/>
          </a:p>
          <a:p>
            <a:pPr marL="96838" indent="0">
              <a:buNone/>
            </a:pPr>
            <a:r>
              <a:rPr kumimoji="1" lang="en-US" altLang="ja-JP" dirty="0"/>
              <a:t>	</a:t>
            </a:r>
            <a:r>
              <a:rPr kumimoji="1" lang="en-US" altLang="ja-JP" b="1" dirty="0">
                <a:solidFill>
                  <a:schemeClr val="accent1"/>
                </a:solidFill>
              </a:rPr>
              <a:t>long(8</a:t>
            </a:r>
            <a:r>
              <a:rPr kumimoji="1" lang="ja-JP" altLang="en-US" b="1" dirty="0">
                <a:solidFill>
                  <a:schemeClr val="accent1"/>
                </a:solidFill>
              </a:rPr>
              <a:t>バイト</a:t>
            </a:r>
            <a:r>
              <a:rPr kumimoji="1" lang="en-US" altLang="ja-JP" b="1" dirty="0">
                <a:solidFill>
                  <a:schemeClr val="accent1"/>
                </a:solidFill>
              </a:rPr>
              <a:t>)</a:t>
            </a:r>
            <a:r>
              <a:rPr kumimoji="1" lang="ja-JP" altLang="en-US" b="1" dirty="0">
                <a:solidFill>
                  <a:schemeClr val="accent1"/>
                </a:solidFill>
              </a:rPr>
              <a:t>　＞　</a:t>
            </a:r>
            <a:r>
              <a:rPr kumimoji="1" lang="en-US" altLang="ja-JP" b="1" dirty="0">
                <a:solidFill>
                  <a:schemeClr val="accent1"/>
                </a:solidFill>
              </a:rPr>
              <a:t>int(4</a:t>
            </a:r>
            <a:r>
              <a:rPr kumimoji="1" lang="ja-JP" altLang="en-US" b="1" dirty="0">
                <a:solidFill>
                  <a:schemeClr val="accent1"/>
                </a:solidFill>
              </a:rPr>
              <a:t>バイト</a:t>
            </a:r>
            <a:r>
              <a:rPr kumimoji="1" lang="en-US" altLang="ja-JP" b="1" dirty="0">
                <a:solidFill>
                  <a:schemeClr val="accent1"/>
                </a:solidFill>
              </a:rPr>
              <a:t>)</a:t>
            </a:r>
            <a:r>
              <a:rPr kumimoji="1" lang="ja-JP" altLang="en-US" b="1" dirty="0">
                <a:solidFill>
                  <a:schemeClr val="accent1"/>
                </a:solidFill>
              </a:rPr>
              <a:t>　＞　</a:t>
            </a:r>
            <a:r>
              <a:rPr kumimoji="1" lang="en-US" altLang="ja-JP" b="1" dirty="0">
                <a:solidFill>
                  <a:schemeClr val="accent1"/>
                </a:solidFill>
              </a:rPr>
              <a:t>short(2</a:t>
            </a:r>
            <a:r>
              <a:rPr kumimoji="1" lang="ja-JP" altLang="en-US" b="1" dirty="0">
                <a:solidFill>
                  <a:schemeClr val="accent1"/>
                </a:solidFill>
              </a:rPr>
              <a:t>バイト</a:t>
            </a:r>
            <a:r>
              <a:rPr kumimoji="1" lang="en-US" altLang="ja-JP" b="1" dirty="0">
                <a:solidFill>
                  <a:schemeClr val="accent1"/>
                </a:solidFill>
              </a:rPr>
              <a:t>)</a:t>
            </a:r>
            <a:r>
              <a:rPr kumimoji="1" lang="ja-JP" altLang="en-US" b="1" dirty="0">
                <a:solidFill>
                  <a:schemeClr val="accent1"/>
                </a:solidFill>
              </a:rPr>
              <a:t>　＞　</a:t>
            </a:r>
            <a:r>
              <a:rPr kumimoji="1" lang="en-US" altLang="ja-JP" b="1" dirty="0">
                <a:solidFill>
                  <a:schemeClr val="accent1"/>
                </a:solidFill>
              </a:rPr>
              <a:t>byte(1</a:t>
            </a:r>
            <a:r>
              <a:rPr kumimoji="1" lang="ja-JP" altLang="en-US" b="1" dirty="0">
                <a:solidFill>
                  <a:schemeClr val="accent1"/>
                </a:solidFill>
              </a:rPr>
              <a:t>バイト</a:t>
            </a:r>
            <a:r>
              <a:rPr kumimoji="1" lang="en-US" altLang="ja-JP" b="1" dirty="0">
                <a:solidFill>
                  <a:schemeClr val="accent1"/>
                </a:solidFill>
              </a:rPr>
              <a:t>)</a:t>
            </a:r>
          </a:p>
          <a:p>
            <a:pPr marL="96838" indent="0">
              <a:buNone/>
            </a:pPr>
            <a:r>
              <a:rPr kumimoji="1" lang="ja-JP" altLang="en-US" dirty="0"/>
              <a:t>同様に小数型も以下の大小関係があります。</a:t>
            </a:r>
            <a:endParaRPr kumimoji="1" lang="en-US" altLang="ja-JP" dirty="0"/>
          </a:p>
          <a:p>
            <a:pPr marL="96838" indent="0">
              <a:buNone/>
            </a:pPr>
            <a:r>
              <a:rPr kumimoji="1" lang="en-US" altLang="ja-JP" dirty="0"/>
              <a:t>	</a:t>
            </a:r>
            <a:r>
              <a:rPr kumimoji="1" lang="en-US" altLang="ja-JP" b="1" dirty="0">
                <a:solidFill>
                  <a:schemeClr val="accent1"/>
                </a:solidFill>
              </a:rPr>
              <a:t>double(8</a:t>
            </a:r>
            <a:r>
              <a:rPr kumimoji="1" lang="ja-JP" altLang="en-US" b="1" dirty="0">
                <a:solidFill>
                  <a:schemeClr val="accent1"/>
                </a:solidFill>
              </a:rPr>
              <a:t>バイト</a:t>
            </a:r>
            <a:r>
              <a:rPr kumimoji="1" lang="en-US" altLang="ja-JP" b="1" dirty="0">
                <a:solidFill>
                  <a:schemeClr val="accent1"/>
                </a:solidFill>
              </a:rPr>
              <a:t>)</a:t>
            </a:r>
            <a:r>
              <a:rPr kumimoji="1" lang="ja-JP" altLang="en-US" b="1" dirty="0">
                <a:solidFill>
                  <a:schemeClr val="accent1"/>
                </a:solidFill>
              </a:rPr>
              <a:t>　＞　</a:t>
            </a:r>
            <a:r>
              <a:rPr kumimoji="1" lang="en-US" altLang="ja-JP" b="1" dirty="0">
                <a:solidFill>
                  <a:schemeClr val="accent1"/>
                </a:solidFill>
              </a:rPr>
              <a:t>float(4</a:t>
            </a:r>
            <a:r>
              <a:rPr kumimoji="1" lang="ja-JP" altLang="en-US" b="1" dirty="0">
                <a:solidFill>
                  <a:schemeClr val="accent1"/>
                </a:solidFill>
              </a:rPr>
              <a:t>バイト</a:t>
            </a:r>
            <a:r>
              <a:rPr kumimoji="1" lang="en-US" altLang="ja-JP" b="1" dirty="0">
                <a:solidFill>
                  <a:schemeClr val="accent1"/>
                </a:solidFill>
              </a:rPr>
              <a:t>)</a:t>
            </a:r>
          </a:p>
          <a:p>
            <a:pPr marL="96838" indent="0">
              <a:buNone/>
            </a:pPr>
            <a:r>
              <a:rPr kumimoji="1" lang="ja-JP" altLang="en-US" dirty="0"/>
              <a:t>実は小数型は常に整数型より大きいという決まりになっているので、以下のようになります。</a:t>
            </a:r>
            <a:endParaRPr kumimoji="1" lang="en-US" altLang="ja-JP" dirty="0"/>
          </a:p>
          <a:p>
            <a:pPr marL="96838" indent="0">
              <a:buNone/>
            </a:pPr>
            <a:r>
              <a:rPr kumimoji="1" lang="en-US" altLang="ja-JP" dirty="0"/>
              <a:t>	</a:t>
            </a:r>
            <a:r>
              <a:rPr kumimoji="1" lang="en-US" altLang="ja-JP" b="1" dirty="0">
                <a:solidFill>
                  <a:schemeClr val="accent1"/>
                </a:solidFill>
              </a:rPr>
              <a:t>double</a:t>
            </a:r>
            <a:r>
              <a:rPr kumimoji="1" lang="ja-JP" altLang="en-US" b="1" dirty="0">
                <a:solidFill>
                  <a:schemeClr val="accent1"/>
                </a:solidFill>
              </a:rPr>
              <a:t>　＞　</a:t>
            </a:r>
            <a:r>
              <a:rPr kumimoji="1" lang="en-US" altLang="ja-JP" b="1" dirty="0">
                <a:solidFill>
                  <a:schemeClr val="accent1"/>
                </a:solidFill>
              </a:rPr>
              <a:t>float</a:t>
            </a:r>
            <a:r>
              <a:rPr kumimoji="1" lang="ja-JP" altLang="en-US" b="1" dirty="0">
                <a:solidFill>
                  <a:schemeClr val="accent1"/>
                </a:solidFill>
              </a:rPr>
              <a:t>　＞　</a:t>
            </a:r>
            <a:r>
              <a:rPr kumimoji="1" lang="en-US" altLang="ja-JP" b="1" dirty="0">
                <a:solidFill>
                  <a:schemeClr val="accent1"/>
                </a:solidFill>
              </a:rPr>
              <a:t>long</a:t>
            </a:r>
            <a:r>
              <a:rPr kumimoji="1" lang="ja-JP" altLang="en-US" b="1" dirty="0">
                <a:solidFill>
                  <a:schemeClr val="accent1"/>
                </a:solidFill>
              </a:rPr>
              <a:t>　＞　</a:t>
            </a:r>
            <a:r>
              <a:rPr kumimoji="1" lang="en-US" altLang="ja-JP" b="1" dirty="0">
                <a:solidFill>
                  <a:schemeClr val="accent1"/>
                </a:solidFill>
              </a:rPr>
              <a:t>int</a:t>
            </a:r>
            <a:r>
              <a:rPr kumimoji="1" lang="ja-JP" altLang="en-US" b="1" dirty="0">
                <a:solidFill>
                  <a:schemeClr val="accent1"/>
                </a:solidFill>
              </a:rPr>
              <a:t>　＞　</a:t>
            </a:r>
            <a:r>
              <a:rPr kumimoji="1" lang="en-US" altLang="ja-JP" b="1" dirty="0">
                <a:solidFill>
                  <a:schemeClr val="accent1"/>
                </a:solidFill>
              </a:rPr>
              <a:t>short</a:t>
            </a:r>
            <a:r>
              <a:rPr kumimoji="1" lang="ja-JP" altLang="en-US" b="1" dirty="0">
                <a:solidFill>
                  <a:schemeClr val="accent1"/>
                </a:solidFill>
              </a:rPr>
              <a:t>　＞　</a:t>
            </a:r>
            <a:r>
              <a:rPr kumimoji="1" lang="en-US" altLang="ja-JP" b="1" dirty="0">
                <a:solidFill>
                  <a:schemeClr val="accent1"/>
                </a:solidFill>
              </a:rPr>
              <a:t>byte</a:t>
            </a:r>
          </a:p>
          <a:p>
            <a:pPr marL="96838" indent="0">
              <a:buNone/>
            </a:pPr>
            <a:r>
              <a:rPr kumimoji="1" lang="ja-JP" altLang="en-US" dirty="0"/>
              <a:t>そして</a:t>
            </a:r>
            <a:r>
              <a:rPr kumimoji="1" lang="ja-JP" altLang="en-US" b="1" dirty="0">
                <a:solidFill>
                  <a:schemeClr val="tx2"/>
                </a:solidFill>
              </a:rPr>
              <a:t>大きい型＝小さい型</a:t>
            </a:r>
            <a:r>
              <a:rPr kumimoji="1" lang="en-US" altLang="ja-JP" b="1" dirty="0">
                <a:solidFill>
                  <a:schemeClr val="tx2"/>
                </a:solidFill>
              </a:rPr>
              <a:t>;</a:t>
            </a:r>
            <a:r>
              <a:rPr kumimoji="1" lang="ja-JP" altLang="en-US" dirty="0"/>
              <a:t>という代入は</a:t>
            </a:r>
            <a:r>
              <a:rPr kumimoji="1" lang="ja-JP" altLang="en-US" b="1" dirty="0">
                <a:solidFill>
                  <a:schemeClr val="tx2"/>
                </a:solidFill>
              </a:rPr>
              <a:t>自動的に型を変換</a:t>
            </a:r>
            <a:r>
              <a:rPr kumimoji="1" lang="ja-JP" altLang="en-US" dirty="0"/>
              <a:t>して代入してくれるという決まりがあります。</a:t>
            </a:r>
          </a:p>
          <a:p>
            <a:pPr marL="96838" indent="0">
              <a:buNone/>
            </a:pPr>
            <a:r>
              <a:rPr kumimoji="1" lang="ja-JP" altLang="en-US" dirty="0"/>
              <a:t>一方、小さい型＝大きい型や、数値同士でない代入（</a:t>
            </a:r>
            <a:r>
              <a:rPr kumimoji="1" lang="en-US" altLang="ja-JP" dirty="0"/>
              <a:t>int</a:t>
            </a:r>
            <a:r>
              <a:rPr kumimoji="1" lang="ja-JP" altLang="en-US" dirty="0"/>
              <a:t>型に</a:t>
            </a:r>
            <a:r>
              <a:rPr kumimoji="1" lang="en-US" altLang="ja-JP" dirty="0"/>
              <a:t>String</a:t>
            </a:r>
            <a:r>
              <a:rPr kumimoji="1" lang="ja-JP" altLang="en-US" dirty="0"/>
              <a:t>型を代入するなど）はコンパイルエラーになります。　</a:t>
            </a:r>
            <a:r>
              <a:rPr kumimoji="1" lang="en-US" altLang="ja-JP" dirty="0"/>
              <a:t>(P78 </a:t>
            </a:r>
            <a:r>
              <a:rPr kumimoji="1" lang="ja-JP" altLang="en-US" dirty="0"/>
              <a:t>図２</a:t>
            </a:r>
            <a:r>
              <a:rPr kumimoji="1" lang="en-US" altLang="ja-JP" dirty="0"/>
              <a:t>-</a:t>
            </a:r>
            <a:r>
              <a:rPr kumimoji="1" lang="ja-JP" altLang="en-US" dirty="0"/>
              <a:t>１０参照</a:t>
            </a:r>
            <a:r>
              <a:rPr kumimoji="1" lang="en-US" altLang="ja-JP" dirty="0"/>
              <a:t>)</a:t>
            </a:r>
          </a:p>
          <a:p>
            <a:pPr marL="96838" indent="0">
              <a:buNone/>
            </a:pPr>
            <a:endParaRPr kumimoji="1" lang="ja-JP" altLang="en-US" dirty="0"/>
          </a:p>
        </p:txBody>
      </p:sp>
    </p:spTree>
    <p:extLst>
      <p:ext uri="{BB962C8B-B14F-4D97-AF65-F5344CB8AC3E}">
        <p14:creationId xmlns:p14="http://schemas.microsoft.com/office/powerpoint/2010/main" val="840344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18515FFF-E4B4-4239-AFCC-129E2550CF9E}"/>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746B367E-1769-43F6-B709-9DC962BCAD84}"/>
              </a:ext>
            </a:extLst>
          </p:cNvPr>
          <p:cNvSpPr>
            <a:spLocks noGrp="1"/>
          </p:cNvSpPr>
          <p:nvPr>
            <p:ph type="ctrTitle"/>
          </p:nvPr>
        </p:nvSpPr>
        <p:spPr/>
        <p:txBody>
          <a:bodyPr/>
          <a:lstStyle/>
          <a:p>
            <a:r>
              <a:rPr kumimoji="1" lang="ja-JP" altLang="en-US" dirty="0"/>
              <a:t>強制的な型変換</a:t>
            </a:r>
          </a:p>
        </p:txBody>
      </p:sp>
      <p:sp>
        <p:nvSpPr>
          <p:cNvPr id="4" name="スライド番号プレースホルダー 3">
            <a:extLst>
              <a:ext uri="{FF2B5EF4-FFF2-40B4-BE49-F238E27FC236}">
                <a16:creationId xmlns:a16="http://schemas.microsoft.com/office/drawing/2014/main" id="{210AA2F7-0417-40F2-B654-5E1746272190}"/>
              </a:ext>
            </a:extLst>
          </p:cNvPr>
          <p:cNvSpPr>
            <a:spLocks noGrp="1"/>
          </p:cNvSpPr>
          <p:nvPr>
            <p:ph type="sldNum" sz="quarter" idx="4"/>
          </p:nvPr>
        </p:nvSpPr>
        <p:spPr/>
        <p:txBody>
          <a:bodyPr/>
          <a:lstStyle/>
          <a:p>
            <a:fld id="{00000000-1234-1234-1234-123412341234}" type="slidenum">
              <a:rPr lang="en" smtClean="0"/>
              <a:pPr/>
              <a:t>18</a:t>
            </a:fld>
            <a:endParaRPr lang="en" dirty="0"/>
          </a:p>
        </p:txBody>
      </p:sp>
      <p:sp>
        <p:nvSpPr>
          <p:cNvPr id="5" name="テキスト プレースホルダー 4">
            <a:extLst>
              <a:ext uri="{FF2B5EF4-FFF2-40B4-BE49-F238E27FC236}">
                <a16:creationId xmlns:a16="http://schemas.microsoft.com/office/drawing/2014/main" id="{7BD660E2-4B00-4845-95F2-9DBB4781CAE5}"/>
              </a:ext>
            </a:extLst>
          </p:cNvPr>
          <p:cNvSpPr>
            <a:spLocks noGrp="1"/>
          </p:cNvSpPr>
          <p:nvPr>
            <p:ph type="body" sz="quarter" idx="14"/>
          </p:nvPr>
        </p:nvSpPr>
        <p:spPr/>
        <p:txBody>
          <a:bodyPr/>
          <a:lstStyle/>
          <a:p>
            <a:pPr marL="96838" indent="0">
              <a:buNone/>
            </a:pPr>
            <a:r>
              <a:rPr kumimoji="1" lang="ja-JP" altLang="en-US" dirty="0"/>
              <a:t>小さい型＝大きい型</a:t>
            </a:r>
            <a:r>
              <a:rPr kumimoji="1" lang="en-US" altLang="ja-JP" dirty="0"/>
              <a:t>;</a:t>
            </a:r>
            <a:r>
              <a:rPr kumimoji="1" lang="ja-JP" altLang="en-US" dirty="0"/>
              <a:t>はコンパイルエラーになると学習しました。そのため、</a:t>
            </a:r>
            <a:endParaRPr kumimoji="1" lang="en-US" altLang="ja-JP" dirty="0"/>
          </a:p>
          <a:p>
            <a:pPr marL="452438" lvl="1" indent="0">
              <a:buNone/>
            </a:pPr>
            <a:r>
              <a:rPr kumimoji="1" lang="en-US" altLang="ja-JP" b="1" dirty="0">
                <a:solidFill>
                  <a:schemeClr val="accent1"/>
                </a:solidFill>
              </a:rPr>
              <a:t>int num = 3.14;</a:t>
            </a:r>
          </a:p>
          <a:p>
            <a:pPr marL="96838" indent="0">
              <a:buNone/>
            </a:pPr>
            <a:r>
              <a:rPr kumimoji="1" lang="ja-JP" altLang="en-US" dirty="0"/>
              <a:t>は左辺が</a:t>
            </a:r>
            <a:r>
              <a:rPr kumimoji="1" lang="en-US" altLang="ja-JP" dirty="0"/>
              <a:t>int</a:t>
            </a:r>
            <a:r>
              <a:rPr kumimoji="1" lang="ja-JP" altLang="en-US" dirty="0"/>
              <a:t>型、右辺が</a:t>
            </a:r>
            <a:r>
              <a:rPr kumimoji="1" lang="en-US" altLang="ja-JP" dirty="0"/>
              <a:t>double</a:t>
            </a:r>
            <a:r>
              <a:rPr kumimoji="1" lang="ja-JP" altLang="en-US" dirty="0"/>
              <a:t>型なのでコンパイルエラーになります。</a:t>
            </a:r>
          </a:p>
          <a:p>
            <a:pPr marL="96838" indent="0">
              <a:buNone/>
            </a:pPr>
            <a:r>
              <a:rPr kumimoji="1" lang="en-US" altLang="ja-JP" dirty="0"/>
              <a:t>int</a:t>
            </a:r>
            <a:r>
              <a:rPr kumimoji="1" lang="ja-JP" altLang="en-US" dirty="0"/>
              <a:t>型では「</a:t>
            </a:r>
            <a:r>
              <a:rPr kumimoji="1" lang="en-US" altLang="ja-JP" dirty="0"/>
              <a:t>.14</a:t>
            </a:r>
            <a:r>
              <a:rPr kumimoji="1" lang="ja-JP" altLang="en-US" dirty="0"/>
              <a:t>」の部分が入らないので当然です。しかし、小数以下は切り捨ててもいいから</a:t>
            </a:r>
            <a:r>
              <a:rPr kumimoji="1" lang="en-US" altLang="ja-JP" dirty="0"/>
              <a:t>int</a:t>
            </a:r>
            <a:r>
              <a:rPr kumimoji="1" lang="ja-JP" altLang="en-US" dirty="0"/>
              <a:t>型に代入したい、ということもしばしば起こります。</a:t>
            </a:r>
          </a:p>
          <a:p>
            <a:pPr marL="96838" indent="0">
              <a:buNone/>
            </a:pPr>
            <a:r>
              <a:rPr kumimoji="1" lang="ja-JP" altLang="en-US" dirty="0"/>
              <a:t>このような場合、</a:t>
            </a:r>
            <a:r>
              <a:rPr kumimoji="1" lang="ja-JP" altLang="en-US" b="1" dirty="0">
                <a:solidFill>
                  <a:schemeClr val="tx2"/>
                </a:solidFill>
              </a:rPr>
              <a:t>キャスト演算子</a:t>
            </a:r>
            <a:r>
              <a:rPr kumimoji="1" lang="ja-JP" altLang="en-US" dirty="0"/>
              <a:t>という演算子を使うと強制的に型を変換することができます。</a:t>
            </a:r>
            <a:endParaRPr kumimoji="1" lang="en-US" altLang="ja-JP" dirty="0"/>
          </a:p>
          <a:p>
            <a:pPr marL="452438" lvl="1" indent="0">
              <a:buNone/>
            </a:pPr>
            <a:r>
              <a:rPr kumimoji="1" lang="en-US" altLang="ja-JP" b="1" dirty="0">
                <a:solidFill>
                  <a:schemeClr val="accent1"/>
                </a:solidFill>
              </a:rPr>
              <a:t>int num = (int) 3.14;</a:t>
            </a:r>
          </a:p>
          <a:p>
            <a:pPr marL="96838" indent="0">
              <a:buNone/>
            </a:pPr>
            <a:r>
              <a:rPr kumimoji="1" lang="ja-JP" altLang="en-US" dirty="0"/>
              <a:t>キャスト演算子を使えば大きい型のデータを小さい型の変数に代入することができます。しかし、数値同士以外の代入はキャスト演算子を使っても代入することができません。例えば</a:t>
            </a:r>
            <a:endParaRPr kumimoji="1" lang="en-US" altLang="ja-JP" dirty="0"/>
          </a:p>
          <a:p>
            <a:pPr marL="452438" lvl="1" indent="0">
              <a:buNone/>
            </a:pPr>
            <a:r>
              <a:rPr kumimoji="1" lang="en-US" altLang="ja-JP" b="1" dirty="0">
                <a:solidFill>
                  <a:schemeClr val="accent1"/>
                </a:solidFill>
              </a:rPr>
              <a:t>int num = (int) ”12345”;</a:t>
            </a:r>
          </a:p>
          <a:p>
            <a:pPr marL="452438" lvl="1" indent="0">
              <a:buNone/>
            </a:pPr>
            <a:r>
              <a:rPr kumimoji="1" lang="en-US" altLang="ja-JP" b="1" dirty="0" err="1">
                <a:solidFill>
                  <a:schemeClr val="accent1"/>
                </a:solidFill>
              </a:rPr>
              <a:t>boolean</a:t>
            </a:r>
            <a:r>
              <a:rPr kumimoji="1" lang="en-US" altLang="ja-JP" b="1" dirty="0">
                <a:solidFill>
                  <a:schemeClr val="accent1"/>
                </a:solidFill>
              </a:rPr>
              <a:t> </a:t>
            </a:r>
            <a:r>
              <a:rPr kumimoji="1" lang="en-US" altLang="ja-JP" b="1" dirty="0" err="1">
                <a:solidFill>
                  <a:schemeClr val="accent1"/>
                </a:solidFill>
              </a:rPr>
              <a:t>flg</a:t>
            </a:r>
            <a:r>
              <a:rPr kumimoji="1" lang="en-US" altLang="ja-JP" b="1" dirty="0">
                <a:solidFill>
                  <a:schemeClr val="accent1"/>
                </a:solidFill>
              </a:rPr>
              <a:t> = (</a:t>
            </a:r>
            <a:r>
              <a:rPr kumimoji="1" lang="en-US" altLang="ja-JP" b="1" dirty="0" err="1">
                <a:solidFill>
                  <a:schemeClr val="accent1"/>
                </a:solidFill>
              </a:rPr>
              <a:t>boolean</a:t>
            </a:r>
            <a:r>
              <a:rPr kumimoji="1" lang="en-US" altLang="ja-JP" b="1" dirty="0">
                <a:solidFill>
                  <a:schemeClr val="accent1"/>
                </a:solidFill>
              </a:rPr>
              <a:t>) 3;</a:t>
            </a:r>
          </a:p>
          <a:p>
            <a:pPr marL="96838" indent="0">
              <a:buNone/>
            </a:pPr>
            <a:r>
              <a:rPr kumimoji="1" lang="ja-JP" altLang="en-US" dirty="0"/>
              <a:t>などはコンパイルエラーになります。</a:t>
            </a:r>
          </a:p>
          <a:p>
            <a:pPr marL="96838" indent="0">
              <a:buNone/>
            </a:pPr>
            <a:endParaRPr kumimoji="1" lang="ja-JP" altLang="en-US" dirty="0"/>
          </a:p>
        </p:txBody>
      </p:sp>
    </p:spTree>
    <p:extLst>
      <p:ext uri="{BB962C8B-B14F-4D97-AF65-F5344CB8AC3E}">
        <p14:creationId xmlns:p14="http://schemas.microsoft.com/office/powerpoint/2010/main" val="4133178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5138D08-B660-4285-9B95-8204C024078E}"/>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507E0B6-C1E9-4F9D-8B09-1681C4D89919}"/>
              </a:ext>
            </a:extLst>
          </p:cNvPr>
          <p:cNvSpPr>
            <a:spLocks noGrp="1"/>
          </p:cNvSpPr>
          <p:nvPr>
            <p:ph type="ctrTitle"/>
          </p:nvPr>
        </p:nvSpPr>
        <p:spPr/>
        <p:txBody>
          <a:bodyPr/>
          <a:lstStyle/>
          <a:p>
            <a:r>
              <a:rPr kumimoji="1" lang="ja-JP" altLang="en-US" dirty="0"/>
              <a:t>演算時の自動型変換</a:t>
            </a:r>
          </a:p>
        </p:txBody>
      </p:sp>
      <p:sp>
        <p:nvSpPr>
          <p:cNvPr id="4" name="スライド番号プレースホルダー 3">
            <a:extLst>
              <a:ext uri="{FF2B5EF4-FFF2-40B4-BE49-F238E27FC236}">
                <a16:creationId xmlns:a16="http://schemas.microsoft.com/office/drawing/2014/main" id="{F6D2643D-2CBC-4639-9F1B-E68E1593D17B}"/>
              </a:ext>
            </a:extLst>
          </p:cNvPr>
          <p:cNvSpPr>
            <a:spLocks noGrp="1"/>
          </p:cNvSpPr>
          <p:nvPr>
            <p:ph type="sldNum" sz="quarter" idx="4"/>
          </p:nvPr>
        </p:nvSpPr>
        <p:spPr/>
        <p:txBody>
          <a:bodyPr/>
          <a:lstStyle/>
          <a:p>
            <a:fld id="{00000000-1234-1234-1234-123412341234}" type="slidenum">
              <a:rPr lang="en" smtClean="0"/>
              <a:pPr/>
              <a:t>19</a:t>
            </a:fld>
            <a:endParaRPr lang="en" dirty="0"/>
          </a:p>
        </p:txBody>
      </p:sp>
      <p:sp>
        <p:nvSpPr>
          <p:cNvPr id="5" name="テキスト プレースホルダー 4">
            <a:extLst>
              <a:ext uri="{FF2B5EF4-FFF2-40B4-BE49-F238E27FC236}">
                <a16:creationId xmlns:a16="http://schemas.microsoft.com/office/drawing/2014/main" id="{BE107BB1-F5D7-4713-A850-B3ACA63D2DE9}"/>
              </a:ext>
            </a:extLst>
          </p:cNvPr>
          <p:cNvSpPr>
            <a:spLocks noGrp="1"/>
          </p:cNvSpPr>
          <p:nvPr>
            <p:ph type="body" sz="quarter" idx="14"/>
          </p:nvPr>
        </p:nvSpPr>
        <p:spPr/>
        <p:txBody>
          <a:bodyPr/>
          <a:lstStyle/>
          <a:p>
            <a:pPr marL="96838" indent="0">
              <a:buNone/>
            </a:pPr>
            <a:r>
              <a:rPr kumimoji="1" lang="ja-JP" altLang="en-US" dirty="0"/>
              <a:t>算術演算子を使って計算する場合、左右のオペランドの型は同じ、というのが原則です。しかし、</a:t>
            </a:r>
            <a:r>
              <a:rPr kumimoji="1" lang="en-US" altLang="ja-JP" dirty="0"/>
              <a:t>3.14 / 2</a:t>
            </a:r>
            <a:r>
              <a:rPr kumimoji="1" lang="ja-JP" altLang="en-US" dirty="0"/>
              <a:t>（</a:t>
            </a:r>
            <a:r>
              <a:rPr kumimoji="1" lang="en-US" altLang="ja-JP" dirty="0"/>
              <a:t>double</a:t>
            </a:r>
            <a:r>
              <a:rPr kumimoji="1" lang="ja-JP" altLang="en-US" dirty="0"/>
              <a:t>型</a:t>
            </a:r>
            <a:r>
              <a:rPr kumimoji="1" lang="en-US" altLang="ja-JP" dirty="0"/>
              <a:t>÷int</a:t>
            </a:r>
            <a:r>
              <a:rPr kumimoji="1" lang="ja-JP" altLang="en-US" dirty="0"/>
              <a:t>型）を、いちいち</a:t>
            </a:r>
          </a:p>
          <a:p>
            <a:pPr marL="452438" lvl="1" indent="0">
              <a:buNone/>
            </a:pPr>
            <a:r>
              <a:rPr kumimoji="1" lang="en-US" altLang="ja-JP" b="1" dirty="0">
                <a:solidFill>
                  <a:schemeClr val="accent1"/>
                </a:solidFill>
              </a:rPr>
              <a:t>3.14 / (double) 2</a:t>
            </a:r>
          </a:p>
          <a:p>
            <a:pPr marL="96838" indent="0">
              <a:buNone/>
            </a:pPr>
            <a:r>
              <a:rPr kumimoji="1" lang="ja-JP" altLang="en-US" dirty="0"/>
              <a:t>と書かなければいけないのでは面倒です。そのため、</a:t>
            </a:r>
            <a:endParaRPr kumimoji="1" lang="en-US" altLang="ja-JP" dirty="0"/>
          </a:p>
          <a:p>
            <a:pPr marL="452438" lvl="1" indent="0">
              <a:buNone/>
            </a:pPr>
            <a:r>
              <a:rPr kumimoji="1" lang="ja-JP" altLang="en-US" b="1" dirty="0">
                <a:solidFill>
                  <a:schemeClr val="tx2"/>
                </a:solidFill>
              </a:rPr>
              <a:t>左右の型が違う場合、キャストしなくても自動的に大きい型に左右を合わせる</a:t>
            </a:r>
            <a:endParaRPr kumimoji="1" lang="en-US" altLang="ja-JP" b="1" dirty="0">
              <a:solidFill>
                <a:schemeClr val="tx2"/>
              </a:solidFill>
            </a:endParaRPr>
          </a:p>
          <a:p>
            <a:pPr marL="96838" indent="0">
              <a:buNone/>
            </a:pPr>
            <a:r>
              <a:rPr kumimoji="1" lang="ja-JP" altLang="en-US" dirty="0"/>
              <a:t>というルールがあります。</a:t>
            </a:r>
          </a:p>
          <a:p>
            <a:pPr marL="96838" indent="0">
              <a:buNone/>
            </a:pPr>
            <a:r>
              <a:rPr kumimoji="1" lang="ja-JP" altLang="en-US" dirty="0"/>
              <a:t>ただし、</a:t>
            </a:r>
            <a:r>
              <a:rPr kumimoji="1" lang="ja-JP" altLang="en-US" b="1" dirty="0">
                <a:solidFill>
                  <a:schemeClr val="tx2"/>
                </a:solidFill>
              </a:rPr>
              <a:t>算術演算は</a:t>
            </a:r>
            <a:r>
              <a:rPr kumimoji="1" lang="en-US" altLang="ja-JP" b="1" dirty="0">
                <a:solidFill>
                  <a:schemeClr val="tx2"/>
                </a:solidFill>
              </a:rPr>
              <a:t>int</a:t>
            </a:r>
            <a:r>
              <a:rPr kumimoji="1" lang="ja-JP" altLang="en-US" b="1" dirty="0">
                <a:solidFill>
                  <a:schemeClr val="tx2"/>
                </a:solidFill>
              </a:rPr>
              <a:t>型以上の型</a:t>
            </a:r>
            <a:r>
              <a:rPr kumimoji="1" lang="ja-JP" altLang="en-US" dirty="0"/>
              <a:t>で計算するというルールもあるので、</a:t>
            </a:r>
            <a:br>
              <a:rPr kumimoji="1" lang="ja-JP" altLang="en-US" dirty="0"/>
            </a:br>
            <a:r>
              <a:rPr kumimoji="1" lang="en-US" altLang="ja-JP" dirty="0"/>
              <a:t>short</a:t>
            </a:r>
            <a:r>
              <a:rPr kumimoji="1" lang="ja-JP" altLang="en-US" dirty="0"/>
              <a:t>型＝</a:t>
            </a:r>
            <a:r>
              <a:rPr kumimoji="1" lang="en-US" altLang="ja-JP" dirty="0"/>
              <a:t>short</a:t>
            </a:r>
            <a:r>
              <a:rPr kumimoji="1" lang="ja-JP" altLang="en-US" dirty="0"/>
              <a:t>型＋</a:t>
            </a:r>
            <a:r>
              <a:rPr kumimoji="1" lang="en-US" altLang="ja-JP" dirty="0"/>
              <a:t>byte</a:t>
            </a:r>
            <a:r>
              <a:rPr kumimoji="1" lang="ja-JP" altLang="en-US" dirty="0"/>
              <a:t>型</a:t>
            </a:r>
            <a:r>
              <a:rPr kumimoji="1" lang="en-US" altLang="ja-JP" dirty="0"/>
              <a:t>;</a:t>
            </a:r>
            <a:r>
              <a:rPr kumimoji="1" lang="ja-JP" altLang="en-US" dirty="0"/>
              <a:t>という代入は右辺が</a:t>
            </a:r>
            <a:r>
              <a:rPr kumimoji="1" lang="en-US" altLang="ja-JP" dirty="0"/>
              <a:t>int</a:t>
            </a:r>
            <a:r>
              <a:rPr kumimoji="1" lang="ja-JP" altLang="en-US" dirty="0"/>
              <a:t>型＋</a:t>
            </a:r>
            <a:r>
              <a:rPr kumimoji="1" lang="en-US" altLang="ja-JP" dirty="0"/>
              <a:t>int</a:t>
            </a:r>
            <a:r>
              <a:rPr kumimoji="1" lang="ja-JP" altLang="en-US" dirty="0"/>
              <a:t>型に自動変換されます。</a:t>
            </a:r>
            <a:r>
              <a:rPr kumimoji="1" lang="en-US" altLang="ja-JP" dirty="0"/>
              <a:t>short</a:t>
            </a:r>
            <a:r>
              <a:rPr kumimoji="1" lang="ja-JP" altLang="en-US" dirty="0"/>
              <a:t>型＝</a:t>
            </a:r>
            <a:r>
              <a:rPr kumimoji="1" lang="en-US" altLang="ja-JP" dirty="0"/>
              <a:t>int</a:t>
            </a:r>
            <a:r>
              <a:rPr kumimoji="1" lang="ja-JP" altLang="en-US" dirty="0"/>
              <a:t>型＋</a:t>
            </a:r>
            <a:r>
              <a:rPr kumimoji="1" lang="en-US" altLang="ja-JP" dirty="0"/>
              <a:t>int</a:t>
            </a:r>
            <a:r>
              <a:rPr kumimoji="1" lang="ja-JP" altLang="en-US" dirty="0"/>
              <a:t>型</a:t>
            </a:r>
            <a:r>
              <a:rPr kumimoji="1" lang="en-US" altLang="ja-JP" dirty="0"/>
              <a:t>;</a:t>
            </a:r>
            <a:r>
              <a:rPr kumimoji="1" lang="ja-JP" altLang="en-US" dirty="0"/>
              <a:t>となってコンパイルエラーになります。注意しましょう。</a:t>
            </a:r>
          </a:p>
          <a:p>
            <a:pPr marL="96838" indent="0">
              <a:buNone/>
            </a:pPr>
            <a:r>
              <a:rPr kumimoji="1" lang="ja-JP" altLang="en-US" dirty="0"/>
              <a:t>数値同士以外でも、</a:t>
            </a:r>
            <a:r>
              <a:rPr kumimoji="1" lang="en-US" altLang="ja-JP" dirty="0"/>
              <a:t>+</a:t>
            </a:r>
            <a:r>
              <a:rPr kumimoji="1" lang="ja-JP" altLang="en-US" dirty="0"/>
              <a:t>演算子では一方のオペランドが文字列型、もう一方が基本型の場合、</a:t>
            </a:r>
            <a:r>
              <a:rPr kumimoji="1" lang="ja-JP" altLang="en-US" b="1" dirty="0">
                <a:solidFill>
                  <a:schemeClr val="tx2"/>
                </a:solidFill>
              </a:rPr>
              <a:t>基本型を文字列型に自動変換</a:t>
            </a:r>
            <a:r>
              <a:rPr kumimoji="1" lang="ja-JP" altLang="en-US" dirty="0"/>
              <a:t>します。</a:t>
            </a:r>
            <a:br>
              <a:rPr kumimoji="1" lang="ja-JP" altLang="en-US" dirty="0"/>
            </a:br>
            <a:r>
              <a:rPr kumimoji="1" lang="ja-JP" altLang="en-US" dirty="0"/>
              <a:t>そのため、既に習っているような</a:t>
            </a:r>
          </a:p>
          <a:p>
            <a:pPr marL="452438" lvl="1" indent="0">
              <a:buNone/>
            </a:pPr>
            <a:r>
              <a:rPr kumimoji="1" lang="en-US" altLang="ja-JP" b="1" dirty="0">
                <a:solidFill>
                  <a:schemeClr val="accent1"/>
                </a:solidFill>
              </a:rPr>
              <a:t>9 + ”</a:t>
            </a:r>
            <a:r>
              <a:rPr kumimoji="1" lang="ja-JP" altLang="en-US" b="1" dirty="0">
                <a:solidFill>
                  <a:schemeClr val="accent1"/>
                </a:solidFill>
              </a:rPr>
              <a:t>時に集合”</a:t>
            </a:r>
          </a:p>
          <a:p>
            <a:pPr marL="96838" indent="0">
              <a:buNone/>
            </a:pPr>
            <a:r>
              <a:rPr kumimoji="1" lang="ja-JP" altLang="en-US" dirty="0"/>
              <a:t>のような書き方が可能になっています。</a:t>
            </a:r>
          </a:p>
          <a:p>
            <a:pPr marL="96838" indent="0">
              <a:buNone/>
            </a:pPr>
            <a:endParaRPr kumimoji="1" lang="ja-JP" altLang="en-US" dirty="0"/>
          </a:p>
        </p:txBody>
      </p:sp>
    </p:spTree>
    <p:extLst>
      <p:ext uri="{BB962C8B-B14F-4D97-AF65-F5344CB8AC3E}">
        <p14:creationId xmlns:p14="http://schemas.microsoft.com/office/powerpoint/2010/main" val="37958043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55957580-E8BB-4231-A16F-7F431E0A111F}"/>
              </a:ext>
            </a:extLst>
          </p:cNvPr>
          <p:cNvSpPr>
            <a:spLocks noGrp="1"/>
          </p:cNvSpPr>
          <p:nvPr>
            <p:ph type="sldNum" sz="quarter" idx="12"/>
          </p:nvPr>
        </p:nvSpPr>
        <p:spPr/>
        <p:txBody>
          <a:bodyPr/>
          <a:lstStyle/>
          <a:p>
            <a:fld id="{00000000-1234-1234-1234-123412341234}" type="slidenum">
              <a:rPr lang="en" smtClean="0"/>
              <a:pPr/>
              <a:t>20</a:t>
            </a:fld>
            <a:endParaRPr lang="en" dirty="0">
              <a:latin typeface="+mn-ea"/>
            </a:endParaRPr>
          </a:p>
        </p:txBody>
      </p:sp>
      <p:sp>
        <p:nvSpPr>
          <p:cNvPr id="4" name="フッター プレースホルダー 3">
            <a:extLst>
              <a:ext uri="{FF2B5EF4-FFF2-40B4-BE49-F238E27FC236}">
                <a16:creationId xmlns:a16="http://schemas.microsoft.com/office/drawing/2014/main" id="{7760AA03-950C-4680-885F-22071DAEBE3F}"/>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5" name="タイトル 4">
            <a:extLst>
              <a:ext uri="{FF2B5EF4-FFF2-40B4-BE49-F238E27FC236}">
                <a16:creationId xmlns:a16="http://schemas.microsoft.com/office/drawing/2014/main" id="{F3C4E151-3248-4FF6-B110-1F7A998BD5D8}"/>
              </a:ext>
            </a:extLst>
          </p:cNvPr>
          <p:cNvSpPr>
            <a:spLocks noGrp="1"/>
          </p:cNvSpPr>
          <p:nvPr>
            <p:ph type="ctrTitle"/>
          </p:nvPr>
        </p:nvSpPr>
        <p:spPr/>
        <p:txBody>
          <a:bodyPr/>
          <a:lstStyle/>
          <a:p>
            <a:r>
              <a:rPr kumimoji="1" lang="ja-JP" altLang="en-US" dirty="0"/>
              <a:t>式と演算子のまとめ</a:t>
            </a:r>
          </a:p>
        </p:txBody>
      </p:sp>
      <p:sp>
        <p:nvSpPr>
          <p:cNvPr id="7" name="テキスト プレースホルダー 4">
            <a:extLst>
              <a:ext uri="{FF2B5EF4-FFF2-40B4-BE49-F238E27FC236}">
                <a16:creationId xmlns:a16="http://schemas.microsoft.com/office/drawing/2014/main" id="{66D6BBA6-0732-4309-AF5D-49B6C0EE9C84}"/>
              </a:ext>
            </a:extLst>
          </p:cNvPr>
          <p:cNvSpPr txBox="1">
            <a:spLocks/>
          </p:cNvSpPr>
          <p:nvPr/>
        </p:nvSpPr>
        <p:spPr>
          <a:xfrm>
            <a:off x="462875" y="859491"/>
            <a:ext cx="8216900" cy="3924598"/>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b="1" dirty="0">
                <a:solidFill>
                  <a:schemeClr val="tx2"/>
                </a:solidFill>
              </a:rPr>
              <a:t>式について</a:t>
            </a:r>
          </a:p>
          <a:p>
            <a:pPr marL="452438" lvl="1" indent="0">
              <a:buFont typeface="Arial" panose="020B0604020202020204" pitchFamily="34" charset="0"/>
              <a:buNone/>
            </a:pPr>
            <a:r>
              <a:rPr lang="ja-JP" altLang="en-US" dirty="0"/>
              <a:t>式は演算子とオペランドで構成されます。</a:t>
            </a:r>
          </a:p>
          <a:p>
            <a:pPr marL="452438" lvl="1" indent="0">
              <a:buFont typeface="Arial" panose="020B0604020202020204" pitchFamily="34" charset="0"/>
              <a:buNone/>
            </a:pPr>
            <a:r>
              <a:rPr lang="ja-JP" altLang="en-US" dirty="0"/>
              <a:t>オペランドはリテラルを書くことができます。リテラルも書き方によって</a:t>
            </a:r>
            <a:br>
              <a:rPr lang="ja-JP" altLang="en-US" dirty="0"/>
            </a:br>
            <a:r>
              <a:rPr lang="ja-JP" altLang="en-US" dirty="0"/>
              <a:t>データ型が決まります。</a:t>
            </a:r>
          </a:p>
          <a:p>
            <a:pPr marL="452438" lvl="1" indent="0">
              <a:buFont typeface="Arial" panose="020B0604020202020204" pitchFamily="34" charset="0"/>
              <a:buNone/>
            </a:pPr>
            <a:r>
              <a:rPr lang="ja-JP" altLang="en-US" dirty="0"/>
              <a:t>演算子は優先順位と結合規則にしたがって処理する順序が決まります。</a:t>
            </a:r>
          </a:p>
          <a:p>
            <a:pPr marL="96838" indent="0">
              <a:buFont typeface="Arial" panose="020B0604020202020204" pitchFamily="34" charset="0"/>
              <a:buNone/>
            </a:pPr>
            <a:endParaRPr lang="en-US" altLang="ja-JP" dirty="0"/>
          </a:p>
          <a:p>
            <a:pPr marL="96838" indent="0">
              <a:buFont typeface="Arial" panose="020B0604020202020204" pitchFamily="34" charset="0"/>
              <a:buNone/>
            </a:pPr>
            <a:r>
              <a:rPr lang="ja-JP" altLang="en-US" b="1" dirty="0">
                <a:solidFill>
                  <a:schemeClr val="tx2"/>
                </a:solidFill>
              </a:rPr>
              <a:t>型変換</a:t>
            </a:r>
          </a:p>
          <a:p>
            <a:pPr marL="452438" lvl="1" indent="0">
              <a:buFont typeface="Arial" panose="020B0604020202020204" pitchFamily="34" charset="0"/>
              <a:buNone/>
            </a:pPr>
            <a:r>
              <a:rPr lang="ja-JP" altLang="en-US" dirty="0"/>
              <a:t>大きい型＝小さい型</a:t>
            </a:r>
            <a:r>
              <a:rPr lang="en-US" altLang="ja-JP" dirty="0"/>
              <a:t>;</a:t>
            </a:r>
            <a:r>
              <a:rPr lang="ja-JP" altLang="en-US" dirty="0"/>
              <a:t>の代入は自動的に型変換されます。</a:t>
            </a:r>
          </a:p>
          <a:p>
            <a:pPr marL="452438" lvl="1" indent="0">
              <a:buFont typeface="Arial" panose="020B0604020202020204" pitchFamily="34" charset="0"/>
              <a:buNone/>
            </a:pPr>
            <a:r>
              <a:rPr lang="ja-JP" altLang="en-US" dirty="0"/>
              <a:t>小さい型＝大きい型はコンパイルエラーになるので代入する場合は</a:t>
            </a:r>
            <a:br>
              <a:rPr lang="ja-JP" altLang="en-US" dirty="0"/>
            </a:br>
            <a:r>
              <a:rPr lang="ja-JP" altLang="en-US" dirty="0"/>
              <a:t>キャスト演算子を使う必要があります。</a:t>
            </a:r>
          </a:p>
          <a:p>
            <a:pPr marL="452438" lvl="1" indent="0">
              <a:buFont typeface="Arial" panose="020B0604020202020204" pitchFamily="34" charset="0"/>
              <a:buNone/>
            </a:pPr>
            <a:r>
              <a:rPr lang="ja-JP" altLang="en-US" dirty="0"/>
              <a:t>型が違う演算は大きい型に両方を合わせてから計算されます。</a:t>
            </a:r>
          </a:p>
          <a:p>
            <a:pPr marL="96838" indent="0">
              <a:buFont typeface="Arial" panose="020B0604020202020204" pitchFamily="34" charset="0"/>
              <a:buNone/>
            </a:pPr>
            <a:endParaRPr lang="en-US" altLang="ja-JP" dirty="0"/>
          </a:p>
        </p:txBody>
      </p:sp>
    </p:spTree>
    <p:extLst>
      <p:ext uri="{BB962C8B-B14F-4D97-AF65-F5344CB8AC3E}">
        <p14:creationId xmlns:p14="http://schemas.microsoft.com/office/powerpoint/2010/main" val="3484163060"/>
      </p:ext>
    </p:extLst>
  </p:cSld>
  <p:clrMapOvr>
    <a:masterClrMapping/>
  </p:clrMapOvr>
</p:sld>
</file>

<file path=ppt/theme/theme1.xml><?xml version="1.0" encoding="utf-8"?>
<a:theme xmlns:a="http://schemas.openxmlformats.org/drawingml/2006/main" name="template">
  <a:themeElements>
    <a:clrScheme name="ユーザー定義 2">
      <a:dk1>
        <a:sysClr val="windowText" lastClr="000000"/>
      </a:dk1>
      <a:lt1>
        <a:sysClr val="window" lastClr="FFFFFF"/>
      </a:lt1>
      <a:dk2>
        <a:srgbClr val="E10000"/>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954F72"/>
      </a:folHlink>
    </a:clrScheme>
    <a:fontScheme name="ユーザー定義 4">
      <a:majorFont>
        <a:latin typeface="MyricaM M"/>
        <a:ea typeface="BIZ UDゴシック"/>
        <a:cs typeface=""/>
      </a:majorFont>
      <a:minorFont>
        <a:latin typeface="MyricaM M"/>
        <a:ea typeface="BIZ UD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lumMod val="20000"/>
            <a:lumOff val="80000"/>
          </a:schemeClr>
        </a:solidFill>
        <a:ln>
          <a:solidFill>
            <a:schemeClr val="tx2"/>
          </a:solidFill>
        </a:ln>
      </a:spPr>
      <a:bodyPr rtlCol="0" anchor="ctr"/>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square" rtlCol="0">
        <a:noAutofit/>
      </a:bodyPr>
      <a:lstStyle>
        <a:defPPr algn="l">
          <a:defRPr kumimoji="1" sz="1400" baseline="0" dirty="0">
            <a:solidFill>
              <a:schemeClr val="tx1"/>
            </a:solidFill>
          </a:defRPr>
        </a:defPPr>
      </a:lstStyle>
    </a:txDef>
  </a:objectDefaults>
  <a:extraClrSchemeLst/>
  <a:extLst>
    <a:ext uri="{05A4C25C-085E-4340-85A3-A5531E510DB2}">
      <thm15:themeFamily xmlns:thm15="http://schemas.microsoft.com/office/thememl/2012/main" name="プレゼンテーション1" id="{F0295CA2-4D04-418E-9880-A080A4FA0EA6}" vid="{795711FB-1E41-4FEF-B680-294A3F6A0EB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1174</TotalTime>
  <Words>2700</Words>
  <Application>Microsoft Office PowerPoint</Application>
  <PresentationFormat>画面に合わせる (16:9)</PresentationFormat>
  <Paragraphs>351</Paragraphs>
  <Slides>21</Slides>
  <Notes>1</Notes>
  <HiddenSlides>1</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21</vt:i4>
      </vt:variant>
    </vt:vector>
  </HeadingPairs>
  <TitlesOfParts>
    <vt:vector size="30" baseType="lpstr">
      <vt:lpstr>BIZ UDゴシック</vt:lpstr>
      <vt:lpstr>MyricaM M</vt:lpstr>
      <vt:lpstr>Gill Sans Ultra Bold</vt:lpstr>
      <vt:lpstr>Arial</vt:lpstr>
      <vt:lpstr>Montserrat</vt:lpstr>
      <vt:lpstr>Quattrocento Sans</vt:lpstr>
      <vt:lpstr>HGP創英角ﾎﾟｯﾌﾟ体</vt:lpstr>
      <vt:lpstr>游ゴシック</vt:lpstr>
      <vt:lpstr>template</vt:lpstr>
      <vt:lpstr>改訂履歴</vt:lpstr>
      <vt:lpstr>式と演算子</vt:lpstr>
      <vt:lpstr>テキストの ゴール</vt:lpstr>
      <vt:lpstr>テキストの 流れ</vt:lpstr>
      <vt:lpstr>式の構成要素</vt:lpstr>
      <vt:lpstr>リテラル</vt:lpstr>
      <vt:lpstr>リテラル</vt:lpstr>
      <vt:lpstr>エスケープシーケンス</vt:lpstr>
      <vt:lpstr>エスケープシーケンス</vt:lpstr>
      <vt:lpstr>優先順位と結合規則</vt:lpstr>
      <vt:lpstr>演算子の種類</vt:lpstr>
      <vt:lpstr>算術演算子</vt:lpstr>
      <vt:lpstr>文字列結合演算子</vt:lpstr>
      <vt:lpstr>文字列結合演算子</vt:lpstr>
      <vt:lpstr>代入演算子</vt:lpstr>
      <vt:lpstr>インクリメント・デクリメント演算子</vt:lpstr>
      <vt:lpstr>型の変換</vt:lpstr>
      <vt:lpstr>代入時の自動型変換</vt:lpstr>
      <vt:lpstr>強制的な型変換</vt:lpstr>
      <vt:lpstr>演算時の自動型変換</vt:lpstr>
      <vt:lpstr>式と演算子のまとめ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営業サーバ</dc:creator>
  <cp:lastModifiedBy>a031-031</cp:lastModifiedBy>
  <cp:revision>34</cp:revision>
  <dcterms:created xsi:type="dcterms:W3CDTF">2020-11-26T07:05:51Z</dcterms:created>
  <dcterms:modified xsi:type="dcterms:W3CDTF">2025-03-19T07:51:42Z</dcterms:modified>
</cp:coreProperties>
</file>