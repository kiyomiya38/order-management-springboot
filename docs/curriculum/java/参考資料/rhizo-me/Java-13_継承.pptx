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65" r:id="rId1"/>
  </p:sldMasterIdLst>
  <p:notesMasterIdLst>
    <p:notesMasterId r:id="rId22"/>
  </p:notesMasterIdLst>
  <p:handoutMasterIdLst>
    <p:handoutMasterId r:id="rId23"/>
  </p:handoutMasterIdLst>
  <p:sldIdLst>
    <p:sldId id="382" r:id="rId2"/>
    <p:sldId id="256" r:id="rId3"/>
    <p:sldId id="360" r:id="rId4"/>
    <p:sldId id="361" r:id="rId5"/>
    <p:sldId id="390" r:id="rId6"/>
    <p:sldId id="364" r:id="rId7"/>
    <p:sldId id="365" r:id="rId8"/>
    <p:sldId id="366" r:id="rId9"/>
    <p:sldId id="379" r:id="rId10"/>
    <p:sldId id="367" r:id="rId11"/>
    <p:sldId id="368" r:id="rId12"/>
    <p:sldId id="370" r:id="rId13"/>
    <p:sldId id="371" r:id="rId14"/>
    <p:sldId id="373" r:id="rId15"/>
    <p:sldId id="374" r:id="rId16"/>
    <p:sldId id="375" r:id="rId17"/>
    <p:sldId id="376" r:id="rId18"/>
    <p:sldId id="377" r:id="rId19"/>
    <p:sldId id="380" r:id="rId20"/>
    <p:sldId id="378" r:id="rId21"/>
  </p:sldIdLst>
  <p:sldSz cx="9144000" cy="5143500" type="screen16x9"/>
  <p:notesSz cx="6858000" cy="9144000"/>
  <p:embeddedFontLst>
    <p:embeddedFont>
      <p:font typeface="MyricaM M" panose="020B0600070205080204" charset="-128"/>
      <p:regular r:id="rId24"/>
    </p:embeddedFont>
    <p:embeddedFont>
      <p:font typeface="Meiryo" panose="020B0604030504040204" pitchFamily="50" charset="-128"/>
      <p:regular r:id="rId25"/>
      <p:bold r:id="rId26"/>
      <p:italic r:id="rId27"/>
      <p:boldItalic r:id="rId28"/>
    </p:embeddedFont>
    <p:embeddedFont>
      <p:font typeface="BIZ UDゴシック" panose="020B0400000000000000" pitchFamily="49" charset="-128"/>
      <p:regular r:id="rId29"/>
      <p:bold r:id="rId30"/>
    </p:embeddedFont>
    <p:embeddedFont>
      <p:font typeface="Gill Sans Ultra Bold" panose="020B0A02020104020203" pitchFamily="34" charset="0"/>
      <p:regular r:id="rId31"/>
    </p:embeddedFont>
    <p:embeddedFont>
      <p:font typeface="HGP創英角ﾎﾟｯﾌﾟ体" panose="040B0A00000000000000" pitchFamily="50" charset="-128"/>
      <p:regular r:id="rId32"/>
    </p:embeddedFont>
    <p:embeddedFont>
      <p:font typeface="Montserrat" panose="00000500000000000000" pitchFamily="2" charset="0"/>
      <p:regular r:id="rId33"/>
      <p:bold r:id="rId34"/>
      <p:italic r:id="rId35"/>
      <p:boldItalic r:id="rId36"/>
    </p:embeddedFont>
    <p:embeddedFont>
      <p:font typeface="游ゴシック" panose="020B0400000000000000" pitchFamily="50" charset="-128"/>
      <p:regular r:id="rId37"/>
      <p:bold r:id="rId3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0000"/>
    <a:srgbClr val="000000"/>
    <a:srgbClr val="FF0000"/>
    <a:srgbClr val="FF9900"/>
    <a:srgbClr val="7D7D7D"/>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DAC1B92-06B8-4DD9-B31C-A81573C5778B}">
  <a:tblStyle styleId="{CDAC1B92-06B8-4DD9-B31C-A81573C5778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49" autoAdjust="0"/>
    <p:restoredTop sz="95728" autoAdjust="0"/>
  </p:normalViewPr>
  <p:slideViewPr>
    <p:cSldViewPr snapToGrid="0">
      <p:cViewPr varScale="1">
        <p:scale>
          <a:sx n="104" d="100"/>
          <a:sy n="104" d="100"/>
        </p:scale>
        <p:origin x="552" y="102"/>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鈴木 秀規" userId="f68c5fd9-22d5-4c0a-9833-7fb0f5135313" providerId="ADAL" clId="{B600404B-B4AC-BA48-ABCA-42DD293133BE}"/>
    <pc:docChg chg="undo custSel addSld delSld modSld sldOrd">
      <pc:chgData name="鈴木 秀規" userId="f68c5fd9-22d5-4c0a-9833-7fb0f5135313" providerId="ADAL" clId="{B600404B-B4AC-BA48-ABCA-42DD293133BE}" dt="2020-12-02T08:19:39.228" v="9351" actId="6549"/>
      <pc:docMkLst>
        <pc:docMk/>
      </pc:docMkLst>
      <pc:sldChg chg="addSp delSp modSp mod">
        <pc:chgData name="鈴木 秀規" userId="f68c5fd9-22d5-4c0a-9833-7fb0f5135313" providerId="ADAL" clId="{B600404B-B4AC-BA48-ABCA-42DD293133BE}" dt="2020-12-02T04:54:04.684" v="4077" actId="12"/>
        <pc:sldMkLst>
          <pc:docMk/>
          <pc:sldMk cId="510692425" sldId="259"/>
        </pc:sldMkLst>
        <pc:spChg chg="add mod">
          <ac:chgData name="鈴木 秀規" userId="f68c5fd9-22d5-4c0a-9833-7fb0f5135313" providerId="ADAL" clId="{B600404B-B4AC-BA48-ABCA-42DD293133BE}" dt="2020-12-02T02:23:27.049" v="1554" actId="14100"/>
          <ac:spMkLst>
            <pc:docMk/>
            <pc:sldMk cId="510692425" sldId="259"/>
            <ac:spMk id="2" creationId="{DC201A77-6CED-B64F-B3B1-47082D385545}"/>
          </ac:spMkLst>
        </pc:spChg>
        <pc:spChg chg="add del mod">
          <ac:chgData name="鈴木 秀規" userId="f68c5fd9-22d5-4c0a-9833-7fb0f5135313" providerId="ADAL" clId="{B600404B-B4AC-BA48-ABCA-42DD293133BE}" dt="2020-12-02T02:09:33.143" v="746" actId="478"/>
          <ac:spMkLst>
            <pc:docMk/>
            <pc:sldMk cId="510692425" sldId="259"/>
            <ac:spMk id="3" creationId="{CC3BEACF-542D-8D43-8EB6-E67A6836736E}"/>
          </ac:spMkLst>
        </pc:spChg>
        <pc:spChg chg="add mod">
          <ac:chgData name="鈴木 秀規" userId="f68c5fd9-22d5-4c0a-9833-7fb0f5135313" providerId="ADAL" clId="{B600404B-B4AC-BA48-ABCA-42DD293133BE}" dt="2020-12-02T02:11:22.858" v="766" actId="122"/>
          <ac:spMkLst>
            <pc:docMk/>
            <pc:sldMk cId="510692425" sldId="259"/>
            <ac:spMk id="4" creationId="{727D21BD-9F31-F24E-B765-050B498880B7}"/>
          </ac:spMkLst>
        </pc:spChg>
        <pc:spChg chg="mod">
          <ac:chgData name="鈴木 秀規" userId="f68c5fd9-22d5-4c0a-9833-7fb0f5135313" providerId="ADAL" clId="{B600404B-B4AC-BA48-ABCA-42DD293133BE}" dt="2020-12-02T01:49:22.837" v="702" actId="114"/>
          <ac:spMkLst>
            <pc:docMk/>
            <pc:sldMk cId="510692425" sldId="259"/>
            <ac:spMk id="7" creationId="{26125C28-3058-490D-92C2-94CB56CB505F}"/>
          </ac:spMkLst>
        </pc:spChg>
        <pc:spChg chg="add del mod">
          <ac:chgData name="鈴木 秀規" userId="f68c5fd9-22d5-4c0a-9833-7fb0f5135313" providerId="ADAL" clId="{B600404B-B4AC-BA48-ABCA-42DD293133BE}" dt="2020-12-02T04:54:04.684" v="4077" actId="12"/>
          <ac:spMkLst>
            <pc:docMk/>
            <pc:sldMk cId="510692425" sldId="259"/>
            <ac:spMk id="9" creationId="{14E1B7D8-B324-1D47-BB93-2B20562C44B8}"/>
          </ac:spMkLst>
        </pc:spChg>
        <pc:spChg chg="mod">
          <ac:chgData name="鈴木 秀規" userId="f68c5fd9-22d5-4c0a-9833-7fb0f5135313" providerId="ADAL" clId="{B600404B-B4AC-BA48-ABCA-42DD293133BE}" dt="2020-12-02T02:28:29.305" v="1762" actId="14100"/>
          <ac:spMkLst>
            <pc:docMk/>
            <pc:sldMk cId="510692425" sldId="259"/>
            <ac:spMk id="10" creationId="{3E5F57E8-1388-43AE-8DB4-00724FCD3EB3}"/>
          </ac:spMkLst>
        </pc:spChg>
        <pc:spChg chg="add del mod">
          <ac:chgData name="鈴木 秀規" userId="f68c5fd9-22d5-4c0a-9833-7fb0f5135313" providerId="ADAL" clId="{B600404B-B4AC-BA48-ABCA-42DD293133BE}" dt="2020-12-02T04:27:55.213" v="2673" actId="478"/>
          <ac:spMkLst>
            <pc:docMk/>
            <pc:sldMk cId="510692425" sldId="259"/>
            <ac:spMk id="11" creationId="{E2E00357-82C8-894B-AEA7-3E016C1C75A3}"/>
          </ac:spMkLst>
        </pc:spChg>
        <pc:spChg chg="add del mod">
          <ac:chgData name="鈴木 秀規" userId="f68c5fd9-22d5-4c0a-9833-7fb0f5135313" providerId="ADAL" clId="{B600404B-B4AC-BA48-ABCA-42DD293133BE}" dt="2020-12-02T02:29:58.865" v="1775" actId="478"/>
          <ac:spMkLst>
            <pc:docMk/>
            <pc:sldMk cId="510692425" sldId="259"/>
            <ac:spMk id="12" creationId="{AA4BC16F-B774-2548-9D76-CEAC3ACF35C6}"/>
          </ac:spMkLst>
        </pc:spChg>
        <pc:spChg chg="add del mod">
          <ac:chgData name="鈴木 秀規" userId="f68c5fd9-22d5-4c0a-9833-7fb0f5135313" providerId="ADAL" clId="{B600404B-B4AC-BA48-ABCA-42DD293133BE}" dt="2020-12-02T04:27:55.213" v="2673" actId="478"/>
          <ac:spMkLst>
            <pc:docMk/>
            <pc:sldMk cId="510692425" sldId="259"/>
            <ac:spMk id="13" creationId="{B973EC8C-CE64-954A-8E60-CEA7F2605A1C}"/>
          </ac:spMkLst>
        </pc:spChg>
        <pc:spChg chg="add del mod">
          <ac:chgData name="鈴木 秀規" userId="f68c5fd9-22d5-4c0a-9833-7fb0f5135313" providerId="ADAL" clId="{B600404B-B4AC-BA48-ABCA-42DD293133BE}" dt="2020-12-02T04:27:55.213" v="2673" actId="478"/>
          <ac:spMkLst>
            <pc:docMk/>
            <pc:sldMk cId="510692425" sldId="259"/>
            <ac:spMk id="14" creationId="{3CA950C9-C4F5-7543-BD2D-DFCE2F576188}"/>
          </ac:spMkLst>
        </pc:spChg>
        <pc:spChg chg="add del mod">
          <ac:chgData name="鈴木 秀規" userId="f68c5fd9-22d5-4c0a-9833-7fb0f5135313" providerId="ADAL" clId="{B600404B-B4AC-BA48-ABCA-42DD293133BE}" dt="2020-12-02T04:27:55.213" v="2673" actId="478"/>
          <ac:spMkLst>
            <pc:docMk/>
            <pc:sldMk cId="510692425" sldId="259"/>
            <ac:spMk id="15" creationId="{ED5AD4F3-B985-664A-86AC-B10F1F90B886}"/>
          </ac:spMkLst>
        </pc:spChg>
        <pc:spChg chg="add mod">
          <ac:chgData name="鈴木 秀規" userId="f68c5fd9-22d5-4c0a-9833-7fb0f5135313" providerId="ADAL" clId="{B600404B-B4AC-BA48-ABCA-42DD293133BE}" dt="2020-12-02T04:28:23.990" v="2714" actId="20577"/>
          <ac:spMkLst>
            <pc:docMk/>
            <pc:sldMk cId="510692425" sldId="259"/>
            <ac:spMk id="16" creationId="{15D20A36-4487-7441-AAC0-662645AC7C25}"/>
          </ac:spMkLst>
        </pc:spChg>
        <pc:grpChg chg="add">
          <ac:chgData name="鈴木 秀規" userId="f68c5fd9-22d5-4c0a-9833-7fb0f5135313" providerId="ADAL" clId="{B600404B-B4AC-BA48-ABCA-42DD293133BE}" dt="2020-12-02T02:13:59.325" v="791" actId="164"/>
          <ac:grpSpMkLst>
            <pc:docMk/>
            <pc:sldMk cId="510692425" sldId="259"/>
            <ac:grpSpMk id="8" creationId="{6ADB31C3-0BE2-AE4F-A979-FDA1F14C8FD1}"/>
          </ac:grpSpMkLst>
        </pc:grpChg>
      </pc:sldChg>
      <pc:sldChg chg="addSp delSp modSp mod modClrScheme chgLayout">
        <pc:chgData name="鈴木 秀規" userId="f68c5fd9-22d5-4c0a-9833-7fb0f5135313" providerId="ADAL" clId="{B600404B-B4AC-BA48-ABCA-42DD293133BE}" dt="2020-12-02T05:50:50.043" v="6319" actId="20577"/>
        <pc:sldMkLst>
          <pc:docMk/>
          <pc:sldMk cId="1511176286" sldId="261"/>
        </pc:sldMkLst>
        <pc:spChg chg="add mod ord">
          <ac:chgData name="鈴木 秀規" userId="f68c5fd9-22d5-4c0a-9833-7fb0f5135313" providerId="ADAL" clId="{B600404B-B4AC-BA48-ABCA-42DD293133BE}" dt="2020-12-02T05:50:50.043" v="6319" actId="20577"/>
          <ac:spMkLst>
            <pc:docMk/>
            <pc:sldMk cId="1511176286" sldId="261"/>
            <ac:spMk id="3" creationId="{0B12D7F3-A5C2-B94D-B5AC-293A43E6E105}"/>
          </ac:spMkLst>
        </pc:spChg>
        <pc:spChg chg="add del mod ord">
          <ac:chgData name="鈴木 秀規" userId="f68c5fd9-22d5-4c0a-9833-7fb0f5135313" providerId="ADAL" clId="{B600404B-B4AC-BA48-ABCA-42DD293133BE}" dt="2020-12-02T04:14:35.860" v="2005" actId="478"/>
          <ac:spMkLst>
            <pc:docMk/>
            <pc:sldMk cId="1511176286" sldId="261"/>
            <ac:spMk id="4" creationId="{E852CDE0-AA4B-314A-B85C-A782B80C00D9}"/>
          </ac:spMkLst>
        </pc:spChg>
        <pc:spChg chg="mod ord">
          <ac:chgData name="鈴木 秀規" userId="f68c5fd9-22d5-4c0a-9833-7fb0f5135313" providerId="ADAL" clId="{B600404B-B4AC-BA48-ABCA-42DD293133BE}" dt="2020-12-02T04:20:15.484" v="2178" actId="6264"/>
          <ac:spMkLst>
            <pc:docMk/>
            <pc:sldMk cId="1511176286" sldId="261"/>
            <ac:spMk id="5" creationId="{A3029779-EAC3-4C79-8D54-6C50A59BB25F}"/>
          </ac:spMkLst>
        </pc:spChg>
        <pc:spChg chg="mod ord">
          <ac:chgData name="鈴木 秀規" userId="f68c5fd9-22d5-4c0a-9833-7fb0f5135313" providerId="ADAL" clId="{B600404B-B4AC-BA48-ABCA-42DD293133BE}" dt="2020-12-02T04:20:15.484" v="2178" actId="6264"/>
          <ac:spMkLst>
            <pc:docMk/>
            <pc:sldMk cId="1511176286" sldId="261"/>
            <ac:spMk id="6" creationId="{93CAF3DF-C091-49F3-9A99-6DC437D36896}"/>
          </ac:spMkLst>
        </pc:spChg>
        <pc:spChg chg="mod ord">
          <ac:chgData name="鈴木 秀規" userId="f68c5fd9-22d5-4c0a-9833-7fb0f5135313" providerId="ADAL" clId="{B600404B-B4AC-BA48-ABCA-42DD293133BE}" dt="2020-12-02T05:50:12.152" v="6260" actId="114"/>
          <ac:spMkLst>
            <pc:docMk/>
            <pc:sldMk cId="1511176286" sldId="261"/>
            <ac:spMk id="7" creationId="{26125C28-3058-490D-92C2-94CB56CB505F}"/>
          </ac:spMkLst>
        </pc:spChg>
        <pc:spChg chg="add del mod ord">
          <ac:chgData name="鈴木 秀規" userId="f68c5fd9-22d5-4c0a-9833-7fb0f5135313" providerId="ADAL" clId="{B600404B-B4AC-BA48-ABCA-42DD293133BE}" dt="2020-12-02T04:18:39.054" v="2164" actId="6264"/>
          <ac:spMkLst>
            <pc:docMk/>
            <pc:sldMk cId="1511176286" sldId="261"/>
            <ac:spMk id="9" creationId="{C3192905-400E-EF41-AE20-89458CD96150}"/>
          </ac:spMkLst>
        </pc:spChg>
        <pc:spChg chg="del mod">
          <ac:chgData name="鈴木 秀規" userId="f68c5fd9-22d5-4c0a-9833-7fb0f5135313" providerId="ADAL" clId="{B600404B-B4AC-BA48-ABCA-42DD293133BE}" dt="2020-12-02T04:08:41.396" v="1831" actId="700"/>
          <ac:spMkLst>
            <pc:docMk/>
            <pc:sldMk cId="1511176286" sldId="261"/>
            <ac:spMk id="10" creationId="{3E5F57E8-1388-43AE-8DB4-00724FCD3EB3}"/>
          </ac:spMkLst>
        </pc:spChg>
        <pc:spChg chg="add del mod">
          <ac:chgData name="鈴木 秀規" userId="f68c5fd9-22d5-4c0a-9833-7fb0f5135313" providerId="ADAL" clId="{B600404B-B4AC-BA48-ABCA-42DD293133BE}" dt="2020-12-02T04:18:39.054" v="2164" actId="6264"/>
          <ac:spMkLst>
            <pc:docMk/>
            <pc:sldMk cId="1511176286" sldId="261"/>
            <ac:spMk id="11" creationId="{F5A7CD29-DF2C-2649-8D6C-D9CD9FFF89EE}"/>
          </ac:spMkLst>
        </pc:spChg>
        <pc:spChg chg="add del mod">
          <ac:chgData name="鈴木 秀規" userId="f68c5fd9-22d5-4c0a-9833-7fb0f5135313" providerId="ADAL" clId="{B600404B-B4AC-BA48-ABCA-42DD293133BE}" dt="2020-12-02T04:18:39.054" v="2164" actId="6264"/>
          <ac:spMkLst>
            <pc:docMk/>
            <pc:sldMk cId="1511176286" sldId="261"/>
            <ac:spMk id="12" creationId="{00BB7E62-BEF6-014D-B3C4-5CD6A5EF82A6}"/>
          </ac:spMkLst>
        </pc:spChg>
        <pc:spChg chg="add del mod">
          <ac:chgData name="鈴木 秀規" userId="f68c5fd9-22d5-4c0a-9833-7fb0f5135313" providerId="ADAL" clId="{B600404B-B4AC-BA48-ABCA-42DD293133BE}" dt="2020-12-02T04:18:39.054" v="2164" actId="6264"/>
          <ac:spMkLst>
            <pc:docMk/>
            <pc:sldMk cId="1511176286" sldId="261"/>
            <ac:spMk id="13" creationId="{CC291E27-F70F-4A45-B050-7EDC3A665555}"/>
          </ac:spMkLst>
        </pc:spChg>
        <pc:spChg chg="add del mod">
          <ac:chgData name="鈴木 秀規" userId="f68c5fd9-22d5-4c0a-9833-7fb0f5135313" providerId="ADAL" clId="{B600404B-B4AC-BA48-ABCA-42DD293133BE}" dt="2020-12-02T04:18:39.054" v="2164" actId="6264"/>
          <ac:spMkLst>
            <pc:docMk/>
            <pc:sldMk cId="1511176286" sldId="261"/>
            <ac:spMk id="14" creationId="{904467C0-5C51-654B-BEBF-953CC27972D7}"/>
          </ac:spMkLst>
        </pc:spChg>
        <pc:spChg chg="add del mod ord">
          <ac:chgData name="鈴木 秀規" userId="f68c5fd9-22d5-4c0a-9833-7fb0f5135313" providerId="ADAL" clId="{B600404B-B4AC-BA48-ABCA-42DD293133BE}" dt="2020-12-02T04:18:51.543" v="2165" actId="700"/>
          <ac:spMkLst>
            <pc:docMk/>
            <pc:sldMk cId="1511176286" sldId="261"/>
            <ac:spMk id="15" creationId="{EC25E2CB-2FED-5943-9A3F-BD1999E6F085}"/>
          </ac:spMkLst>
        </pc:spChg>
        <pc:spChg chg="add mod">
          <ac:chgData name="鈴木 秀規" userId="f68c5fd9-22d5-4c0a-9833-7fb0f5135313" providerId="ADAL" clId="{B600404B-B4AC-BA48-ABCA-42DD293133BE}" dt="2020-12-02T04:20:06.076" v="2176" actId="242"/>
          <ac:spMkLst>
            <pc:docMk/>
            <pc:sldMk cId="1511176286" sldId="261"/>
            <ac:spMk id="16" creationId="{3D3083A4-EDBD-F44F-B749-8C32843AE7E8}"/>
          </ac:spMkLst>
        </pc:spChg>
        <pc:spChg chg="add del mod">
          <ac:chgData name="鈴木 秀規" userId="f68c5fd9-22d5-4c0a-9833-7fb0f5135313" providerId="ADAL" clId="{B600404B-B4AC-BA48-ABCA-42DD293133BE}" dt="2020-12-02T04:20:15.484" v="2178" actId="6264"/>
          <ac:spMkLst>
            <pc:docMk/>
            <pc:sldMk cId="1511176286" sldId="261"/>
            <ac:spMk id="17" creationId="{B7EEAD20-B52E-C84D-BA41-A4B13D35618D}"/>
          </ac:spMkLst>
        </pc:spChg>
        <pc:spChg chg="add del mod">
          <ac:chgData name="鈴木 秀規" userId="f68c5fd9-22d5-4c0a-9833-7fb0f5135313" providerId="ADAL" clId="{B600404B-B4AC-BA48-ABCA-42DD293133BE}" dt="2020-12-02T04:20:15.484" v="2178" actId="6264"/>
          <ac:spMkLst>
            <pc:docMk/>
            <pc:sldMk cId="1511176286" sldId="261"/>
            <ac:spMk id="18" creationId="{40B8B8CE-4432-2546-8F34-537F5F02040C}"/>
          </ac:spMkLst>
        </pc:spChg>
        <pc:spChg chg="add del mod">
          <ac:chgData name="鈴木 秀規" userId="f68c5fd9-22d5-4c0a-9833-7fb0f5135313" providerId="ADAL" clId="{B600404B-B4AC-BA48-ABCA-42DD293133BE}" dt="2020-12-02T04:20:15.484" v="2178" actId="6264"/>
          <ac:spMkLst>
            <pc:docMk/>
            <pc:sldMk cId="1511176286" sldId="261"/>
            <ac:spMk id="19" creationId="{43D5AFBE-3129-1040-8963-822EAB0C5BD8}"/>
          </ac:spMkLst>
        </pc:spChg>
        <pc:spChg chg="add del mod">
          <ac:chgData name="鈴木 秀規" userId="f68c5fd9-22d5-4c0a-9833-7fb0f5135313" providerId="ADAL" clId="{B600404B-B4AC-BA48-ABCA-42DD293133BE}" dt="2020-12-02T04:20:15.484" v="2178" actId="6264"/>
          <ac:spMkLst>
            <pc:docMk/>
            <pc:sldMk cId="1511176286" sldId="261"/>
            <ac:spMk id="20" creationId="{2F0831C7-3517-C74B-BAB4-5369133A2678}"/>
          </ac:spMkLst>
        </pc:spChg>
        <pc:graphicFrameChg chg="add del mod modGraphic">
          <ac:chgData name="鈴木 秀規" userId="f68c5fd9-22d5-4c0a-9833-7fb0f5135313" providerId="ADAL" clId="{B600404B-B4AC-BA48-ABCA-42DD293133BE}" dt="2020-12-02T04:13:51.067" v="1969" actId="478"/>
          <ac:graphicFrameMkLst>
            <pc:docMk/>
            <pc:sldMk cId="1511176286" sldId="261"/>
            <ac:graphicFrameMk id="2" creationId="{498EC15B-77CB-D94B-ABA0-F0F409B243C6}"/>
          </ac:graphicFrameMkLst>
        </pc:graphicFrameChg>
        <pc:graphicFrameChg chg="add mod modGraphic">
          <ac:chgData name="鈴木 秀規" userId="f68c5fd9-22d5-4c0a-9833-7fb0f5135313" providerId="ADAL" clId="{B600404B-B4AC-BA48-ABCA-42DD293133BE}" dt="2020-12-02T04:42:16.648" v="3412" actId="20577"/>
          <ac:graphicFrameMkLst>
            <pc:docMk/>
            <pc:sldMk cId="1511176286" sldId="261"/>
            <ac:graphicFrameMk id="8" creationId="{2E59ED26-9DC1-6D41-B485-712238FCF173}"/>
          </ac:graphicFrameMkLst>
        </pc:graphicFrameChg>
      </pc:sldChg>
      <pc:sldChg chg="del">
        <pc:chgData name="鈴木 秀規" userId="f68c5fd9-22d5-4c0a-9833-7fb0f5135313" providerId="ADAL" clId="{B600404B-B4AC-BA48-ABCA-42DD293133BE}" dt="2020-12-02T04:27:42.306" v="2672" actId="2696"/>
        <pc:sldMkLst>
          <pc:docMk/>
          <pc:sldMk cId="1713214288" sldId="262"/>
        </pc:sldMkLst>
      </pc:sldChg>
      <pc:sldChg chg="del">
        <pc:chgData name="鈴木 秀規" userId="f68c5fd9-22d5-4c0a-9833-7fb0f5135313" providerId="ADAL" clId="{B600404B-B4AC-BA48-ABCA-42DD293133BE}" dt="2020-12-02T04:27:42.306" v="2672" actId="2696"/>
        <pc:sldMkLst>
          <pc:docMk/>
          <pc:sldMk cId="254834012" sldId="263"/>
        </pc:sldMkLst>
      </pc:sldChg>
      <pc:sldChg chg="del">
        <pc:chgData name="鈴木 秀規" userId="f68c5fd9-22d5-4c0a-9833-7fb0f5135313" providerId="ADAL" clId="{B600404B-B4AC-BA48-ABCA-42DD293133BE}" dt="2020-12-02T04:27:42.306" v="2672" actId="2696"/>
        <pc:sldMkLst>
          <pc:docMk/>
          <pc:sldMk cId="1099120957" sldId="264"/>
        </pc:sldMkLst>
      </pc:sldChg>
      <pc:sldChg chg="del">
        <pc:chgData name="鈴木 秀規" userId="f68c5fd9-22d5-4c0a-9833-7fb0f5135313" providerId="ADAL" clId="{B600404B-B4AC-BA48-ABCA-42DD293133BE}" dt="2020-12-02T04:27:42.306" v="2672" actId="2696"/>
        <pc:sldMkLst>
          <pc:docMk/>
          <pc:sldMk cId="1314233390" sldId="265"/>
        </pc:sldMkLst>
      </pc:sldChg>
      <pc:sldChg chg="del">
        <pc:chgData name="鈴木 秀規" userId="f68c5fd9-22d5-4c0a-9833-7fb0f5135313" providerId="ADAL" clId="{B600404B-B4AC-BA48-ABCA-42DD293133BE}" dt="2020-12-02T04:27:42.306" v="2672" actId="2696"/>
        <pc:sldMkLst>
          <pc:docMk/>
          <pc:sldMk cId="1172273642" sldId="266"/>
        </pc:sldMkLst>
      </pc:sldChg>
      <pc:sldChg chg="del">
        <pc:chgData name="鈴木 秀規" userId="f68c5fd9-22d5-4c0a-9833-7fb0f5135313" providerId="ADAL" clId="{B600404B-B4AC-BA48-ABCA-42DD293133BE}" dt="2020-12-02T04:27:42.306" v="2672" actId="2696"/>
        <pc:sldMkLst>
          <pc:docMk/>
          <pc:sldMk cId="3121341803" sldId="268"/>
        </pc:sldMkLst>
      </pc:sldChg>
      <pc:sldChg chg="del">
        <pc:chgData name="鈴木 秀規" userId="f68c5fd9-22d5-4c0a-9833-7fb0f5135313" providerId="ADAL" clId="{B600404B-B4AC-BA48-ABCA-42DD293133BE}" dt="2020-12-02T04:27:42.306" v="2672" actId="2696"/>
        <pc:sldMkLst>
          <pc:docMk/>
          <pc:sldMk cId="3266701290" sldId="270"/>
        </pc:sldMkLst>
      </pc:sldChg>
      <pc:sldChg chg="del">
        <pc:chgData name="鈴木 秀規" userId="f68c5fd9-22d5-4c0a-9833-7fb0f5135313" providerId="ADAL" clId="{B600404B-B4AC-BA48-ABCA-42DD293133BE}" dt="2020-12-02T04:27:42.306" v="2672" actId="2696"/>
        <pc:sldMkLst>
          <pc:docMk/>
          <pc:sldMk cId="3345440256" sldId="271"/>
        </pc:sldMkLst>
      </pc:sldChg>
      <pc:sldChg chg="del">
        <pc:chgData name="鈴木 秀規" userId="f68c5fd9-22d5-4c0a-9833-7fb0f5135313" providerId="ADAL" clId="{B600404B-B4AC-BA48-ABCA-42DD293133BE}" dt="2020-12-02T04:27:42.306" v="2672" actId="2696"/>
        <pc:sldMkLst>
          <pc:docMk/>
          <pc:sldMk cId="1062431507" sldId="272"/>
        </pc:sldMkLst>
      </pc:sldChg>
      <pc:sldChg chg="del">
        <pc:chgData name="鈴木 秀規" userId="f68c5fd9-22d5-4c0a-9833-7fb0f5135313" providerId="ADAL" clId="{B600404B-B4AC-BA48-ABCA-42DD293133BE}" dt="2020-12-02T04:27:42.306" v="2672" actId="2696"/>
        <pc:sldMkLst>
          <pc:docMk/>
          <pc:sldMk cId="321865084" sldId="274"/>
        </pc:sldMkLst>
      </pc:sldChg>
      <pc:sldChg chg="del">
        <pc:chgData name="鈴木 秀規" userId="f68c5fd9-22d5-4c0a-9833-7fb0f5135313" providerId="ADAL" clId="{B600404B-B4AC-BA48-ABCA-42DD293133BE}" dt="2020-12-02T04:27:42.306" v="2672" actId="2696"/>
        <pc:sldMkLst>
          <pc:docMk/>
          <pc:sldMk cId="1750612290" sldId="275"/>
        </pc:sldMkLst>
      </pc:sldChg>
      <pc:sldChg chg="del">
        <pc:chgData name="鈴木 秀規" userId="f68c5fd9-22d5-4c0a-9833-7fb0f5135313" providerId="ADAL" clId="{B600404B-B4AC-BA48-ABCA-42DD293133BE}" dt="2020-12-02T04:27:42.306" v="2672" actId="2696"/>
        <pc:sldMkLst>
          <pc:docMk/>
          <pc:sldMk cId="2863491344" sldId="276"/>
        </pc:sldMkLst>
      </pc:sldChg>
      <pc:sldChg chg="modSp del mod">
        <pc:chgData name="鈴木 秀規" userId="f68c5fd9-22d5-4c0a-9833-7fb0f5135313" providerId="ADAL" clId="{B600404B-B4AC-BA48-ABCA-42DD293133BE}" dt="2020-12-02T01:48:28.078" v="628" actId="2696"/>
        <pc:sldMkLst>
          <pc:docMk/>
          <pc:sldMk cId="1678292941" sldId="359"/>
        </pc:sldMkLst>
        <pc:spChg chg="mod">
          <ac:chgData name="鈴木 秀規" userId="f68c5fd9-22d5-4c0a-9833-7fb0f5135313" providerId="ADAL" clId="{B600404B-B4AC-BA48-ABCA-42DD293133BE}" dt="2020-12-02T01:41:11.197" v="113" actId="20577"/>
          <ac:spMkLst>
            <pc:docMk/>
            <pc:sldMk cId="1678292941" sldId="359"/>
            <ac:spMk id="5" creationId="{9FB73B72-EC40-4233-BAB1-83ECFE5A4DD1}"/>
          </ac:spMkLst>
        </pc:spChg>
      </pc:sldChg>
      <pc:sldChg chg="modSp mod">
        <pc:chgData name="鈴木 秀規" userId="f68c5fd9-22d5-4c0a-9833-7fb0f5135313" providerId="ADAL" clId="{B600404B-B4AC-BA48-ABCA-42DD293133BE}" dt="2020-12-02T01:48:09.543" v="626" actId="20577"/>
        <pc:sldMkLst>
          <pc:docMk/>
          <pc:sldMk cId="1668843990" sldId="360"/>
        </pc:sldMkLst>
        <pc:spChg chg="mod">
          <ac:chgData name="鈴木 秀規" userId="f68c5fd9-22d5-4c0a-9833-7fb0f5135313" providerId="ADAL" clId="{B600404B-B4AC-BA48-ABCA-42DD293133BE}" dt="2020-12-02T01:45:44.912" v="351" actId="20577"/>
          <ac:spMkLst>
            <pc:docMk/>
            <pc:sldMk cId="1668843990" sldId="360"/>
            <ac:spMk id="6" creationId="{296F413B-E489-4470-92CF-59B185034A28}"/>
          </ac:spMkLst>
        </pc:spChg>
        <pc:spChg chg="mod">
          <ac:chgData name="鈴木 秀規" userId="f68c5fd9-22d5-4c0a-9833-7fb0f5135313" providerId="ADAL" clId="{B600404B-B4AC-BA48-ABCA-42DD293133BE}" dt="2020-12-02T01:48:09.543" v="626" actId="20577"/>
          <ac:spMkLst>
            <pc:docMk/>
            <pc:sldMk cId="1668843990" sldId="360"/>
            <ac:spMk id="9" creationId="{A4832727-EA7F-44D6-A9F2-E4AE0246960A}"/>
          </ac:spMkLst>
        </pc:spChg>
      </pc:sldChg>
      <pc:sldChg chg="modSp mod">
        <pc:chgData name="鈴木 秀規" userId="f68c5fd9-22d5-4c0a-9833-7fb0f5135313" providerId="ADAL" clId="{B600404B-B4AC-BA48-ABCA-42DD293133BE}" dt="2020-12-02T01:48:17.333" v="627" actId="5793"/>
        <pc:sldMkLst>
          <pc:docMk/>
          <pc:sldMk cId="267129399" sldId="361"/>
        </pc:sldMkLst>
        <pc:spChg chg="mod">
          <ac:chgData name="鈴木 秀規" userId="f68c5fd9-22d5-4c0a-9833-7fb0f5135313" providerId="ADAL" clId="{B600404B-B4AC-BA48-ABCA-42DD293133BE}" dt="2020-12-02T01:45:36.756" v="348" actId="20577"/>
          <ac:spMkLst>
            <pc:docMk/>
            <pc:sldMk cId="267129399" sldId="361"/>
            <ac:spMk id="3" creationId="{AA9BFD7B-04B5-49CD-8E91-4AC76C8C681F}"/>
          </ac:spMkLst>
        </pc:spChg>
        <pc:spChg chg="mod">
          <ac:chgData name="鈴木 秀規" userId="f68c5fd9-22d5-4c0a-9833-7fb0f5135313" providerId="ADAL" clId="{B600404B-B4AC-BA48-ABCA-42DD293133BE}" dt="2020-12-02T01:48:17.333" v="627" actId="5793"/>
          <ac:spMkLst>
            <pc:docMk/>
            <pc:sldMk cId="267129399" sldId="361"/>
            <ac:spMk id="6" creationId="{D0F3BEAC-A5EA-4EE4-95C7-0AEC1107FD29}"/>
          </ac:spMkLst>
        </pc:spChg>
      </pc:sldChg>
      <pc:sldChg chg="addSp delSp modSp new mod chgLayout">
        <pc:chgData name="鈴木 秀規" userId="f68c5fd9-22d5-4c0a-9833-7fb0f5135313" providerId="ADAL" clId="{B600404B-B4AC-BA48-ABCA-42DD293133BE}" dt="2020-12-02T05:24:56.732" v="4844" actId="14734"/>
        <pc:sldMkLst>
          <pc:docMk/>
          <pc:sldMk cId="2503862587" sldId="362"/>
        </pc:sldMkLst>
        <pc:spChg chg="mod ord">
          <ac:chgData name="鈴木 秀規" userId="f68c5fd9-22d5-4c0a-9833-7fb0f5135313" providerId="ADAL" clId="{B600404B-B4AC-BA48-ABCA-42DD293133BE}" dt="2020-12-02T04:33:42.301" v="2887" actId="700"/>
          <ac:spMkLst>
            <pc:docMk/>
            <pc:sldMk cId="2503862587" sldId="362"/>
            <ac:spMk id="2" creationId="{6E4694B3-F66C-2C42-ABF3-667F907DA0DD}"/>
          </ac:spMkLst>
        </pc:spChg>
        <pc:spChg chg="mod ord">
          <ac:chgData name="鈴木 秀規" userId="f68c5fd9-22d5-4c0a-9833-7fb0f5135313" providerId="ADAL" clId="{B600404B-B4AC-BA48-ABCA-42DD293133BE}" dt="2020-12-02T05:09:53.477" v="4274" actId="20577"/>
          <ac:spMkLst>
            <pc:docMk/>
            <pc:sldMk cId="2503862587" sldId="362"/>
            <ac:spMk id="3" creationId="{0AA7DF0E-6130-4E46-AE0F-FC0B82015E51}"/>
          </ac:spMkLst>
        </pc:spChg>
        <pc:spChg chg="mod ord">
          <ac:chgData name="鈴木 秀規" userId="f68c5fd9-22d5-4c0a-9833-7fb0f5135313" providerId="ADAL" clId="{B600404B-B4AC-BA48-ABCA-42DD293133BE}" dt="2020-12-02T04:33:42.301" v="2887" actId="700"/>
          <ac:spMkLst>
            <pc:docMk/>
            <pc:sldMk cId="2503862587" sldId="362"/>
            <ac:spMk id="4" creationId="{D9FB1868-09BC-2B48-A261-614253F308F0}"/>
          </ac:spMkLst>
        </pc:spChg>
        <pc:spChg chg="del">
          <ac:chgData name="鈴木 秀規" userId="f68c5fd9-22d5-4c0a-9833-7fb0f5135313" providerId="ADAL" clId="{B600404B-B4AC-BA48-ABCA-42DD293133BE}" dt="2020-12-02T04:33:42.301" v="2887" actId="700"/>
          <ac:spMkLst>
            <pc:docMk/>
            <pc:sldMk cId="2503862587" sldId="362"/>
            <ac:spMk id="5" creationId="{EC071710-D4A1-D947-8F95-B8885D252A75}"/>
          </ac:spMkLst>
        </pc:spChg>
        <pc:spChg chg="add mod ord">
          <ac:chgData name="鈴木 秀規" userId="f68c5fd9-22d5-4c0a-9833-7fb0f5135313" providerId="ADAL" clId="{B600404B-B4AC-BA48-ABCA-42DD293133BE}" dt="2020-12-02T05:16:01.006" v="4537" actId="14100"/>
          <ac:spMkLst>
            <pc:docMk/>
            <pc:sldMk cId="2503862587" sldId="362"/>
            <ac:spMk id="6" creationId="{A4890558-85D0-1F40-B0C3-667A893B0352}"/>
          </ac:spMkLst>
        </pc:spChg>
        <pc:graphicFrameChg chg="add mod modGraphic">
          <ac:chgData name="鈴木 秀規" userId="f68c5fd9-22d5-4c0a-9833-7fb0f5135313" providerId="ADAL" clId="{B600404B-B4AC-BA48-ABCA-42DD293133BE}" dt="2020-12-02T05:24:56.732" v="4844" actId="14734"/>
          <ac:graphicFrameMkLst>
            <pc:docMk/>
            <pc:sldMk cId="2503862587" sldId="362"/>
            <ac:graphicFrameMk id="7" creationId="{4A74ACCC-FCC6-6B42-8E3E-348AE8E67A5C}"/>
          </ac:graphicFrameMkLst>
        </pc:graphicFrameChg>
      </pc:sldChg>
      <pc:sldChg chg="delSp modSp add mod ord">
        <pc:chgData name="鈴木 秀規" userId="f68c5fd9-22d5-4c0a-9833-7fb0f5135313" providerId="ADAL" clId="{B600404B-B4AC-BA48-ABCA-42DD293133BE}" dt="2020-12-02T05:51:40.506" v="6349" actId="114"/>
        <pc:sldMkLst>
          <pc:docMk/>
          <pc:sldMk cId="4089106883" sldId="363"/>
        </pc:sldMkLst>
        <pc:spChg chg="mod">
          <ac:chgData name="鈴木 秀規" userId="f68c5fd9-22d5-4c0a-9833-7fb0f5135313" providerId="ADAL" clId="{B600404B-B4AC-BA48-ABCA-42DD293133BE}" dt="2020-12-02T04:53:21.389" v="4074" actId="14100"/>
          <ac:spMkLst>
            <pc:docMk/>
            <pc:sldMk cId="4089106883" sldId="363"/>
            <ac:spMk id="2" creationId="{DC201A77-6CED-B64F-B3B1-47082D385545}"/>
          </ac:spMkLst>
        </pc:spChg>
        <pc:spChg chg="mod">
          <ac:chgData name="鈴木 秀規" userId="f68c5fd9-22d5-4c0a-9833-7fb0f5135313" providerId="ADAL" clId="{B600404B-B4AC-BA48-ABCA-42DD293133BE}" dt="2020-12-02T05:51:40.506" v="6349" actId="114"/>
          <ac:spMkLst>
            <pc:docMk/>
            <pc:sldMk cId="4089106883" sldId="363"/>
            <ac:spMk id="7" creationId="{26125C28-3058-490D-92C2-94CB56CB505F}"/>
          </ac:spMkLst>
        </pc:spChg>
        <pc:spChg chg="mod">
          <ac:chgData name="鈴木 秀規" userId="f68c5fd9-22d5-4c0a-9833-7fb0f5135313" providerId="ADAL" clId="{B600404B-B4AC-BA48-ABCA-42DD293133BE}" dt="2020-12-02T04:53:17.495" v="4073" actId="14100"/>
          <ac:spMkLst>
            <pc:docMk/>
            <pc:sldMk cId="4089106883" sldId="363"/>
            <ac:spMk id="9" creationId="{14E1B7D8-B324-1D47-BB93-2B20562C44B8}"/>
          </ac:spMkLst>
        </pc:spChg>
        <pc:spChg chg="mod">
          <ac:chgData name="鈴木 秀規" userId="f68c5fd9-22d5-4c0a-9833-7fb0f5135313" providerId="ADAL" clId="{B600404B-B4AC-BA48-ABCA-42DD293133BE}" dt="2020-12-02T05:26:43.906" v="5049" actId="20577"/>
          <ac:spMkLst>
            <pc:docMk/>
            <pc:sldMk cId="4089106883" sldId="363"/>
            <ac:spMk id="10" creationId="{3E5F57E8-1388-43AE-8DB4-00724FCD3EB3}"/>
          </ac:spMkLst>
        </pc:spChg>
        <pc:spChg chg="del">
          <ac:chgData name="鈴木 秀規" userId="f68c5fd9-22d5-4c0a-9833-7fb0f5135313" providerId="ADAL" clId="{B600404B-B4AC-BA48-ABCA-42DD293133BE}" dt="2020-12-02T04:39:08.472" v="3216" actId="478"/>
          <ac:spMkLst>
            <pc:docMk/>
            <pc:sldMk cId="4089106883" sldId="363"/>
            <ac:spMk id="16" creationId="{15D20A36-4487-7441-AAC0-662645AC7C25}"/>
          </ac:spMkLst>
        </pc:spChg>
      </pc:sldChg>
      <pc:sldChg chg="modSp new mod">
        <pc:chgData name="鈴木 秀規" userId="f68c5fd9-22d5-4c0a-9833-7fb0f5135313" providerId="ADAL" clId="{B600404B-B4AC-BA48-ABCA-42DD293133BE}" dt="2020-12-02T07:35:57.521" v="8283" actId="20577"/>
        <pc:sldMkLst>
          <pc:docMk/>
          <pc:sldMk cId="3893490019" sldId="364"/>
        </pc:sldMkLst>
        <pc:spChg chg="mod">
          <ac:chgData name="鈴木 秀規" userId="f68c5fd9-22d5-4c0a-9833-7fb0f5135313" providerId="ADAL" clId="{B600404B-B4AC-BA48-ABCA-42DD293133BE}" dt="2020-12-02T05:28:00.095" v="5105" actId="20577"/>
          <ac:spMkLst>
            <pc:docMk/>
            <pc:sldMk cId="3893490019" sldId="364"/>
            <ac:spMk id="3" creationId="{3A3F26A6-F565-3340-BD2E-EB9E7892240E}"/>
          </ac:spMkLst>
        </pc:spChg>
        <pc:spChg chg="mod">
          <ac:chgData name="鈴木 秀規" userId="f68c5fd9-22d5-4c0a-9833-7fb0f5135313" providerId="ADAL" clId="{B600404B-B4AC-BA48-ABCA-42DD293133BE}" dt="2020-12-02T07:35:57.521" v="8283" actId="20577"/>
          <ac:spMkLst>
            <pc:docMk/>
            <pc:sldMk cId="3893490019" sldId="364"/>
            <ac:spMk id="5" creationId="{2BB4C47D-B980-1C4B-8248-0869FD55EB3D}"/>
          </ac:spMkLst>
        </pc:spChg>
      </pc:sldChg>
      <pc:sldChg chg="addSp delSp modSp new mod modClrScheme chgLayout">
        <pc:chgData name="鈴木 秀規" userId="f68c5fd9-22d5-4c0a-9833-7fb0f5135313" providerId="ADAL" clId="{B600404B-B4AC-BA48-ABCA-42DD293133BE}" dt="2020-12-02T08:01:23.432" v="9334" actId="12385"/>
        <pc:sldMkLst>
          <pc:docMk/>
          <pc:sldMk cId="2559106598" sldId="365"/>
        </pc:sldMkLst>
        <pc:spChg chg="mod ord">
          <ac:chgData name="鈴木 秀規" userId="f68c5fd9-22d5-4c0a-9833-7fb0f5135313" providerId="ADAL" clId="{B600404B-B4AC-BA48-ABCA-42DD293133BE}" dt="2020-12-02T05:49:05.916" v="6232" actId="700"/>
          <ac:spMkLst>
            <pc:docMk/>
            <pc:sldMk cId="2559106598" sldId="365"/>
            <ac:spMk id="2" creationId="{78E72CC0-84D7-F940-8547-5CD32644186A}"/>
          </ac:spMkLst>
        </pc:spChg>
        <pc:spChg chg="mod ord">
          <ac:chgData name="鈴木 秀規" userId="f68c5fd9-22d5-4c0a-9833-7fb0f5135313" providerId="ADAL" clId="{B600404B-B4AC-BA48-ABCA-42DD293133BE}" dt="2020-12-02T05:49:05.916" v="6232" actId="700"/>
          <ac:spMkLst>
            <pc:docMk/>
            <pc:sldMk cId="2559106598" sldId="365"/>
            <ac:spMk id="3" creationId="{570D767C-529D-1D4C-9BD6-2E3AAE679914}"/>
          </ac:spMkLst>
        </pc:spChg>
        <pc:spChg chg="mod ord">
          <ac:chgData name="鈴木 秀規" userId="f68c5fd9-22d5-4c0a-9833-7fb0f5135313" providerId="ADAL" clId="{B600404B-B4AC-BA48-ABCA-42DD293133BE}" dt="2020-12-02T05:49:05.916" v="6232" actId="700"/>
          <ac:spMkLst>
            <pc:docMk/>
            <pc:sldMk cId="2559106598" sldId="365"/>
            <ac:spMk id="4" creationId="{5C76D554-1D05-0D47-95D6-B29E81E5EAFC}"/>
          </ac:spMkLst>
        </pc:spChg>
        <pc:spChg chg="del">
          <ac:chgData name="鈴木 秀規" userId="f68c5fd9-22d5-4c0a-9833-7fb0f5135313" providerId="ADAL" clId="{B600404B-B4AC-BA48-ABCA-42DD293133BE}" dt="2020-12-02T05:49:05.916" v="6232" actId="700"/>
          <ac:spMkLst>
            <pc:docMk/>
            <pc:sldMk cId="2559106598" sldId="365"/>
            <ac:spMk id="5" creationId="{98336345-77D1-E74E-B614-58C5A3FC2AFC}"/>
          </ac:spMkLst>
        </pc:spChg>
        <pc:graphicFrameChg chg="add mod modGraphic">
          <ac:chgData name="鈴木 秀規" userId="f68c5fd9-22d5-4c0a-9833-7fb0f5135313" providerId="ADAL" clId="{B600404B-B4AC-BA48-ABCA-42DD293133BE}" dt="2020-12-02T08:01:23.432" v="9334" actId="12385"/>
          <ac:graphicFrameMkLst>
            <pc:docMk/>
            <pc:sldMk cId="2559106598" sldId="365"/>
            <ac:graphicFrameMk id="6" creationId="{A5C776C1-5736-6E41-AFE0-D7FC9EBFA87B}"/>
          </ac:graphicFrameMkLst>
        </pc:graphicFrameChg>
      </pc:sldChg>
      <pc:sldChg chg="modSp new del mod">
        <pc:chgData name="鈴木 秀規" userId="f68c5fd9-22d5-4c0a-9833-7fb0f5135313" providerId="ADAL" clId="{B600404B-B4AC-BA48-ABCA-42DD293133BE}" dt="2020-12-02T07:34:48.074" v="8254" actId="2696"/>
        <pc:sldMkLst>
          <pc:docMk/>
          <pc:sldMk cId="671293941" sldId="366"/>
        </pc:sldMkLst>
        <pc:spChg chg="mod">
          <ac:chgData name="鈴木 秀規" userId="f68c5fd9-22d5-4c0a-9833-7fb0f5135313" providerId="ADAL" clId="{B600404B-B4AC-BA48-ABCA-42DD293133BE}" dt="2020-12-02T06:02:14.509" v="6889" actId="20577"/>
          <ac:spMkLst>
            <pc:docMk/>
            <pc:sldMk cId="671293941" sldId="366"/>
            <ac:spMk id="3" creationId="{32F6F70D-4A22-6441-9F95-1F3D498CB74F}"/>
          </ac:spMkLst>
        </pc:spChg>
        <pc:spChg chg="mod">
          <ac:chgData name="鈴木 秀規" userId="f68c5fd9-22d5-4c0a-9833-7fb0f5135313" providerId="ADAL" clId="{B600404B-B4AC-BA48-ABCA-42DD293133BE}" dt="2020-12-02T06:05:46.880" v="6905" actId="20577"/>
          <ac:spMkLst>
            <pc:docMk/>
            <pc:sldMk cId="671293941" sldId="366"/>
            <ac:spMk id="5" creationId="{A0D45762-B465-394B-8671-1944E65D97C7}"/>
          </ac:spMkLst>
        </pc:spChg>
      </pc:sldChg>
      <pc:sldChg chg="modSp add mod ord">
        <pc:chgData name="鈴木 秀規" userId="f68c5fd9-22d5-4c0a-9833-7fb0f5135313" providerId="ADAL" clId="{B600404B-B4AC-BA48-ABCA-42DD293133BE}" dt="2020-12-02T07:38:38.710" v="8518" actId="20577"/>
        <pc:sldMkLst>
          <pc:docMk/>
          <pc:sldMk cId="15529201" sldId="367"/>
        </pc:sldMkLst>
        <pc:spChg chg="mod">
          <ac:chgData name="鈴木 秀規" userId="f68c5fd9-22d5-4c0a-9833-7fb0f5135313" providerId="ADAL" clId="{B600404B-B4AC-BA48-ABCA-42DD293133BE}" dt="2020-12-02T06:11:15.049" v="7173" actId="14100"/>
          <ac:spMkLst>
            <pc:docMk/>
            <pc:sldMk cId="15529201" sldId="367"/>
            <ac:spMk id="2" creationId="{DC201A77-6CED-B64F-B3B1-47082D385545}"/>
          </ac:spMkLst>
        </pc:spChg>
        <pc:spChg chg="mod">
          <ac:chgData name="鈴木 秀規" userId="f68c5fd9-22d5-4c0a-9833-7fb0f5135313" providerId="ADAL" clId="{B600404B-B4AC-BA48-ABCA-42DD293133BE}" dt="2020-12-02T06:14:22.528" v="7407" actId="20577"/>
          <ac:spMkLst>
            <pc:docMk/>
            <pc:sldMk cId="15529201" sldId="367"/>
            <ac:spMk id="7" creationId="{26125C28-3058-490D-92C2-94CB56CB505F}"/>
          </ac:spMkLst>
        </pc:spChg>
        <pc:spChg chg="mod">
          <ac:chgData name="鈴木 秀規" userId="f68c5fd9-22d5-4c0a-9833-7fb0f5135313" providerId="ADAL" clId="{B600404B-B4AC-BA48-ABCA-42DD293133BE}" dt="2020-12-02T06:13:07.833" v="7308" actId="20577"/>
          <ac:spMkLst>
            <pc:docMk/>
            <pc:sldMk cId="15529201" sldId="367"/>
            <ac:spMk id="9" creationId="{14E1B7D8-B324-1D47-BB93-2B20562C44B8}"/>
          </ac:spMkLst>
        </pc:spChg>
        <pc:spChg chg="mod">
          <ac:chgData name="鈴木 秀規" userId="f68c5fd9-22d5-4c0a-9833-7fb0f5135313" providerId="ADAL" clId="{B600404B-B4AC-BA48-ABCA-42DD293133BE}" dt="2020-12-02T07:38:38.710" v="8518" actId="20577"/>
          <ac:spMkLst>
            <pc:docMk/>
            <pc:sldMk cId="15529201" sldId="367"/>
            <ac:spMk id="10" creationId="{3E5F57E8-1388-43AE-8DB4-00724FCD3EB3}"/>
          </ac:spMkLst>
        </pc:spChg>
      </pc:sldChg>
      <pc:sldChg chg="modSp add mod">
        <pc:chgData name="鈴木 秀規" userId="f68c5fd9-22d5-4c0a-9833-7fb0f5135313" providerId="ADAL" clId="{B600404B-B4AC-BA48-ABCA-42DD293133BE}" dt="2020-12-02T08:19:39.228" v="9351" actId="6549"/>
        <pc:sldMkLst>
          <pc:docMk/>
          <pc:sldMk cId="1431651866" sldId="368"/>
        </pc:sldMkLst>
        <pc:spChg chg="mod">
          <ac:chgData name="鈴木 秀規" userId="f68c5fd9-22d5-4c0a-9833-7fb0f5135313" providerId="ADAL" clId="{B600404B-B4AC-BA48-ABCA-42DD293133BE}" dt="2020-12-02T08:01:57.843" v="9350" actId="20577"/>
          <ac:spMkLst>
            <pc:docMk/>
            <pc:sldMk cId="1431651866" sldId="368"/>
            <ac:spMk id="3" creationId="{570D767C-529D-1D4C-9BD6-2E3AAE679914}"/>
          </ac:spMkLst>
        </pc:spChg>
        <pc:graphicFrameChg chg="modGraphic">
          <ac:chgData name="鈴木 秀規" userId="f68c5fd9-22d5-4c0a-9833-7fb0f5135313" providerId="ADAL" clId="{B600404B-B4AC-BA48-ABCA-42DD293133BE}" dt="2020-12-02T08:19:39.228" v="9351" actId="6549"/>
          <ac:graphicFrameMkLst>
            <pc:docMk/>
            <pc:sldMk cId="1431651866" sldId="368"/>
            <ac:graphicFrameMk id="6" creationId="{A5C776C1-5736-6E41-AFE0-D7FC9EBFA87B}"/>
          </ac:graphicFrameMkLst>
        </pc:graphicFrameChg>
      </pc:sldChg>
      <pc:sldMasterChg chg="delSldLayout">
        <pc:chgData name="鈴木 秀規" userId="f68c5fd9-22d5-4c0a-9833-7fb0f5135313" providerId="ADAL" clId="{B600404B-B4AC-BA48-ABCA-42DD293133BE}" dt="2020-12-02T04:27:42.306" v="2672" actId="2696"/>
        <pc:sldMasterMkLst>
          <pc:docMk/>
          <pc:sldMasterMk cId="435389543" sldId="2147483658"/>
        </pc:sldMasterMkLst>
        <pc:sldLayoutChg chg="del">
          <pc:chgData name="鈴木 秀規" userId="f68c5fd9-22d5-4c0a-9833-7fb0f5135313" providerId="ADAL" clId="{B600404B-B4AC-BA48-ABCA-42DD293133BE}" dt="2020-12-02T04:27:42.306" v="2672" actId="2696"/>
          <pc:sldLayoutMkLst>
            <pc:docMk/>
            <pc:sldMasterMk cId="435389543" sldId="2147483658"/>
            <pc:sldLayoutMk cId="2862377429" sldId="2147483665"/>
          </pc:sldLayoutMkLst>
        </pc:sldLayoutChg>
      </pc:sldMasterChg>
    </pc:docChg>
  </pc:docChgLst>
  <pc:docChgLst>
    <pc:chgData name="営業サーバ" userId="c35045ed-c185-45de-8f58-be20a28877d8" providerId="ADAL" clId="{034C929F-50EC-4052-8F50-398F27893DAE}"/>
    <pc:docChg chg="modSld">
      <pc:chgData name="営業サーバ" userId="c35045ed-c185-45de-8f58-be20a28877d8" providerId="ADAL" clId="{034C929F-50EC-4052-8F50-398F27893DAE}" dt="2020-11-26T07:12:51.982" v="0"/>
      <pc:docMkLst>
        <pc:docMk/>
      </pc:docMkLst>
      <pc:sldChg chg="modSp mod">
        <pc:chgData name="営業サーバ" userId="c35045ed-c185-45de-8f58-be20a28877d8" providerId="ADAL" clId="{034C929F-50EC-4052-8F50-398F27893DAE}" dt="2020-11-26T07:12:51.982" v="0"/>
        <pc:sldMkLst>
          <pc:docMk/>
          <pc:sldMk cId="0" sldId="256"/>
        </pc:sldMkLst>
        <pc:spChg chg="mod">
          <ac:chgData name="営業サーバ" userId="c35045ed-c185-45de-8f58-be20a28877d8" providerId="ADAL" clId="{034C929F-50EC-4052-8F50-398F27893DAE}" dt="2020-11-26T07:12:51.982" v="0"/>
          <ac:spMkLst>
            <pc:docMk/>
            <pc:sldMk cId="0" sldId="256"/>
            <ac:spMk id="56" creationId="{00000000-0000-0000-0000-000000000000}"/>
          </ac:spMkLst>
        </pc:spChg>
      </pc:sldChg>
    </pc:docChg>
  </pc:docChgLst>
  <pc:docChgLst>
    <pc:chgData name="鈴木 秀規" userId="f68c5fd9-22d5-4c0a-9833-7fb0f5135313" providerId="ADAL" clId="{E98ED17A-7109-B540-9D8D-B21534B0C6CC}"/>
    <pc:docChg chg="undo redo custSel addSld delSld modSld sldOrd">
      <pc:chgData name="鈴木 秀規" userId="f68c5fd9-22d5-4c0a-9833-7fb0f5135313" providerId="ADAL" clId="{E98ED17A-7109-B540-9D8D-B21534B0C6CC}" dt="2020-12-03T01:25:32.355" v="4574" actId="20577"/>
      <pc:docMkLst>
        <pc:docMk/>
      </pc:docMkLst>
      <pc:sldChg chg="modSp mod">
        <pc:chgData name="鈴木 秀規" userId="f68c5fd9-22d5-4c0a-9833-7fb0f5135313" providerId="ADAL" clId="{E98ED17A-7109-B540-9D8D-B21534B0C6CC}" dt="2020-12-03T00:41:04.785" v="2001" actId="207"/>
        <pc:sldMkLst>
          <pc:docMk/>
          <pc:sldMk cId="1668843990" sldId="360"/>
        </pc:sldMkLst>
        <pc:spChg chg="mod">
          <ac:chgData name="鈴木 秀規" userId="f68c5fd9-22d5-4c0a-9833-7fb0f5135313" providerId="ADAL" clId="{E98ED17A-7109-B540-9D8D-B21534B0C6CC}" dt="2020-12-03T00:41:04.785" v="2001" actId="207"/>
          <ac:spMkLst>
            <pc:docMk/>
            <pc:sldMk cId="1668843990" sldId="360"/>
            <ac:spMk id="9" creationId="{A4832727-EA7F-44D6-A9F2-E4AE0246960A}"/>
          </ac:spMkLst>
        </pc:spChg>
      </pc:sldChg>
      <pc:sldChg chg="modSp mod">
        <pc:chgData name="鈴木 秀規" userId="f68c5fd9-22d5-4c0a-9833-7fb0f5135313" providerId="ADAL" clId="{E98ED17A-7109-B540-9D8D-B21534B0C6CC}" dt="2020-12-03T00:40:51.829" v="1985" actId="207"/>
        <pc:sldMkLst>
          <pc:docMk/>
          <pc:sldMk cId="267129399" sldId="361"/>
        </pc:sldMkLst>
        <pc:spChg chg="mod">
          <ac:chgData name="鈴木 秀規" userId="f68c5fd9-22d5-4c0a-9833-7fb0f5135313" providerId="ADAL" clId="{E98ED17A-7109-B540-9D8D-B21534B0C6CC}" dt="2020-12-03T00:40:51.829" v="1985" actId="207"/>
          <ac:spMkLst>
            <pc:docMk/>
            <pc:sldMk cId="267129399" sldId="361"/>
            <ac:spMk id="6" creationId="{D0F3BEAC-A5EA-4EE4-95C7-0AEC1107FD29}"/>
          </ac:spMkLst>
        </pc:spChg>
      </pc:sldChg>
      <pc:sldChg chg="modSp mod">
        <pc:chgData name="鈴木 秀規" userId="f68c5fd9-22d5-4c0a-9833-7fb0f5135313" providerId="ADAL" clId="{E98ED17A-7109-B540-9D8D-B21534B0C6CC}" dt="2020-12-03T00:09:50.546" v="69" actId="13926"/>
        <pc:sldMkLst>
          <pc:docMk/>
          <pc:sldMk cId="2503862587" sldId="362"/>
        </pc:sldMkLst>
        <pc:graphicFrameChg chg="modGraphic">
          <ac:chgData name="鈴木 秀規" userId="f68c5fd9-22d5-4c0a-9833-7fb0f5135313" providerId="ADAL" clId="{E98ED17A-7109-B540-9D8D-B21534B0C6CC}" dt="2020-12-03T00:09:50.546" v="69" actId="13926"/>
          <ac:graphicFrameMkLst>
            <pc:docMk/>
            <pc:sldMk cId="2503862587" sldId="362"/>
            <ac:graphicFrameMk id="7" creationId="{4A74ACCC-FCC6-6B42-8E3E-348AE8E67A5C}"/>
          </ac:graphicFrameMkLst>
        </pc:graphicFrameChg>
      </pc:sldChg>
      <pc:sldChg chg="modSp mod">
        <pc:chgData name="鈴木 秀規" userId="f68c5fd9-22d5-4c0a-9833-7fb0f5135313" providerId="ADAL" clId="{E98ED17A-7109-B540-9D8D-B21534B0C6CC}" dt="2020-12-03T00:11:54.831" v="266" actId="20577"/>
        <pc:sldMkLst>
          <pc:docMk/>
          <pc:sldMk cId="1431651866" sldId="368"/>
        </pc:sldMkLst>
        <pc:spChg chg="mod">
          <ac:chgData name="鈴木 秀規" userId="f68c5fd9-22d5-4c0a-9833-7fb0f5135313" providerId="ADAL" clId="{E98ED17A-7109-B540-9D8D-B21534B0C6CC}" dt="2020-12-03T00:05:53.907" v="27" actId="20577"/>
          <ac:spMkLst>
            <pc:docMk/>
            <pc:sldMk cId="1431651866" sldId="368"/>
            <ac:spMk id="3" creationId="{570D767C-529D-1D4C-9BD6-2E3AAE679914}"/>
          </ac:spMkLst>
        </pc:spChg>
        <pc:graphicFrameChg chg="mod modGraphic">
          <ac:chgData name="鈴木 秀規" userId="f68c5fd9-22d5-4c0a-9833-7fb0f5135313" providerId="ADAL" clId="{E98ED17A-7109-B540-9D8D-B21534B0C6CC}" dt="2020-12-03T00:11:54.831" v="266" actId="20577"/>
          <ac:graphicFrameMkLst>
            <pc:docMk/>
            <pc:sldMk cId="1431651866" sldId="368"/>
            <ac:graphicFrameMk id="6" creationId="{A5C776C1-5736-6E41-AFE0-D7FC9EBFA87B}"/>
          </ac:graphicFrameMkLst>
        </pc:graphicFrameChg>
      </pc:sldChg>
      <pc:sldChg chg="addSp delSp modSp new mod modClrScheme chgLayout">
        <pc:chgData name="鈴木 秀規" userId="f68c5fd9-22d5-4c0a-9833-7fb0f5135313" providerId="ADAL" clId="{E98ED17A-7109-B540-9D8D-B21534B0C6CC}" dt="2020-12-03T00:30:58.436" v="1852" actId="113"/>
        <pc:sldMkLst>
          <pc:docMk/>
          <pc:sldMk cId="3018498330" sldId="369"/>
        </pc:sldMkLst>
        <pc:spChg chg="mod ord">
          <ac:chgData name="鈴木 秀規" userId="f68c5fd9-22d5-4c0a-9833-7fb0f5135313" providerId="ADAL" clId="{E98ED17A-7109-B540-9D8D-B21534B0C6CC}" dt="2020-12-03T00:15:50.957" v="308" actId="700"/>
          <ac:spMkLst>
            <pc:docMk/>
            <pc:sldMk cId="3018498330" sldId="369"/>
            <ac:spMk id="2" creationId="{66EC7532-098F-E543-A5F5-DCE2A43E7B47}"/>
          </ac:spMkLst>
        </pc:spChg>
        <pc:spChg chg="mod ord">
          <ac:chgData name="鈴木 秀規" userId="f68c5fd9-22d5-4c0a-9833-7fb0f5135313" providerId="ADAL" clId="{E98ED17A-7109-B540-9D8D-B21534B0C6CC}" dt="2020-12-03T00:22:38.430" v="839" actId="20577"/>
          <ac:spMkLst>
            <pc:docMk/>
            <pc:sldMk cId="3018498330" sldId="369"/>
            <ac:spMk id="3" creationId="{F1C6C295-7820-0949-875F-EAF056230447}"/>
          </ac:spMkLst>
        </pc:spChg>
        <pc:spChg chg="mod ord">
          <ac:chgData name="鈴木 秀規" userId="f68c5fd9-22d5-4c0a-9833-7fb0f5135313" providerId="ADAL" clId="{E98ED17A-7109-B540-9D8D-B21534B0C6CC}" dt="2020-12-03T00:15:50.957" v="308" actId="700"/>
          <ac:spMkLst>
            <pc:docMk/>
            <pc:sldMk cId="3018498330" sldId="369"/>
            <ac:spMk id="4" creationId="{0B3C1CED-6132-7648-873E-BC90BCD14454}"/>
          </ac:spMkLst>
        </pc:spChg>
        <pc:spChg chg="add mod ord">
          <ac:chgData name="鈴木 秀規" userId="f68c5fd9-22d5-4c0a-9833-7fb0f5135313" providerId="ADAL" clId="{E98ED17A-7109-B540-9D8D-B21534B0C6CC}" dt="2020-12-03T00:30:58.436" v="1852" actId="113"/>
          <ac:spMkLst>
            <pc:docMk/>
            <pc:sldMk cId="3018498330" sldId="369"/>
            <ac:spMk id="5" creationId="{6B35BADF-F225-2348-897F-AF9752777AC5}"/>
          </ac:spMkLst>
        </pc:spChg>
        <pc:spChg chg="mod">
          <ac:chgData name="鈴木 秀規" userId="f68c5fd9-22d5-4c0a-9833-7fb0f5135313" providerId="ADAL" clId="{E98ED17A-7109-B540-9D8D-B21534B0C6CC}" dt="2020-12-03T00:25:13.532" v="1197"/>
          <ac:spMkLst>
            <pc:docMk/>
            <pc:sldMk cId="3018498330" sldId="369"/>
            <ac:spMk id="7" creationId="{7389CFBE-CBA4-3044-8F7A-0832B95E2F69}"/>
          </ac:spMkLst>
        </pc:spChg>
        <pc:spChg chg="mod">
          <ac:chgData name="鈴木 秀規" userId="f68c5fd9-22d5-4c0a-9833-7fb0f5135313" providerId="ADAL" clId="{E98ED17A-7109-B540-9D8D-B21534B0C6CC}" dt="2020-12-03T00:25:13.532" v="1197"/>
          <ac:spMkLst>
            <pc:docMk/>
            <pc:sldMk cId="3018498330" sldId="369"/>
            <ac:spMk id="8" creationId="{2F0CFBA7-C5CD-2441-813A-37125FC4817F}"/>
          </ac:spMkLst>
        </pc:spChg>
        <pc:spChg chg="add del mod">
          <ac:chgData name="鈴木 秀規" userId="f68c5fd9-22d5-4c0a-9833-7fb0f5135313" providerId="ADAL" clId="{E98ED17A-7109-B540-9D8D-B21534B0C6CC}" dt="2020-12-03T00:25:21.474" v="1200" actId="478"/>
          <ac:spMkLst>
            <pc:docMk/>
            <pc:sldMk cId="3018498330" sldId="369"/>
            <ac:spMk id="9" creationId="{3E884ED8-CB61-D543-B6E2-843DFC8389FB}"/>
          </ac:spMkLst>
        </pc:spChg>
        <pc:spChg chg="add del mod">
          <ac:chgData name="鈴木 秀規" userId="f68c5fd9-22d5-4c0a-9833-7fb0f5135313" providerId="ADAL" clId="{E98ED17A-7109-B540-9D8D-B21534B0C6CC}" dt="2020-12-03T00:26:04.588" v="1224" actId="478"/>
          <ac:spMkLst>
            <pc:docMk/>
            <pc:sldMk cId="3018498330" sldId="369"/>
            <ac:spMk id="10" creationId="{A7FAB5BB-1B58-CB4E-AE9C-8EA9B9D7FA24}"/>
          </ac:spMkLst>
        </pc:spChg>
        <pc:spChg chg="add mod">
          <ac:chgData name="鈴木 秀規" userId="f68c5fd9-22d5-4c0a-9833-7fb0f5135313" providerId="ADAL" clId="{E98ED17A-7109-B540-9D8D-B21534B0C6CC}" dt="2020-12-03T00:28:30.002" v="1621" actId="20577"/>
          <ac:spMkLst>
            <pc:docMk/>
            <pc:sldMk cId="3018498330" sldId="369"/>
            <ac:spMk id="11" creationId="{B4286CF0-DD30-344B-A450-767F0006A1A9}"/>
          </ac:spMkLst>
        </pc:spChg>
        <pc:grpChg chg="add mod">
          <ac:chgData name="鈴木 秀規" userId="f68c5fd9-22d5-4c0a-9833-7fb0f5135313" providerId="ADAL" clId="{E98ED17A-7109-B540-9D8D-B21534B0C6CC}" dt="2020-12-03T00:25:13.532" v="1197"/>
          <ac:grpSpMkLst>
            <pc:docMk/>
            <pc:sldMk cId="3018498330" sldId="369"/>
            <ac:grpSpMk id="6" creationId="{DE734515-ACC6-2E42-9D2E-E4E038D8D99A}"/>
          </ac:grpSpMkLst>
        </pc:grpChg>
      </pc:sldChg>
      <pc:sldChg chg="modSp new del mod">
        <pc:chgData name="鈴木 秀規" userId="f68c5fd9-22d5-4c0a-9833-7fb0f5135313" providerId="ADAL" clId="{E98ED17A-7109-B540-9D8D-B21534B0C6CC}" dt="2020-12-03T00:19:32.708" v="624" actId="2696"/>
        <pc:sldMkLst>
          <pc:docMk/>
          <pc:sldMk cId="2598863501" sldId="370"/>
        </pc:sldMkLst>
        <pc:spChg chg="mod">
          <ac:chgData name="鈴木 秀規" userId="f68c5fd9-22d5-4c0a-9833-7fb0f5135313" providerId="ADAL" clId="{E98ED17A-7109-B540-9D8D-B21534B0C6CC}" dt="2020-12-03T00:19:29.498" v="623" actId="20577"/>
          <ac:spMkLst>
            <pc:docMk/>
            <pc:sldMk cId="2598863501" sldId="370"/>
            <ac:spMk id="3" creationId="{EF268E63-F4E2-A445-97FA-CF579BA4774C}"/>
          </ac:spMkLst>
        </pc:spChg>
      </pc:sldChg>
      <pc:sldChg chg="modSp new mod ord">
        <pc:chgData name="鈴木 秀規" userId="f68c5fd9-22d5-4c0a-9833-7fb0f5135313" providerId="ADAL" clId="{E98ED17A-7109-B540-9D8D-B21534B0C6CC}" dt="2020-12-03T00:41:58.575" v="2005" actId="20578"/>
        <pc:sldMkLst>
          <pc:docMk/>
          <pc:sldMk cId="3805279594" sldId="370"/>
        </pc:sldMkLst>
        <pc:spChg chg="mod">
          <ac:chgData name="鈴木 秀規" userId="f68c5fd9-22d5-4c0a-9833-7fb0f5135313" providerId="ADAL" clId="{E98ED17A-7109-B540-9D8D-B21534B0C6CC}" dt="2020-12-03T00:38:59.922" v="1891" actId="20577"/>
          <ac:spMkLst>
            <pc:docMk/>
            <pc:sldMk cId="3805279594" sldId="370"/>
            <ac:spMk id="3" creationId="{9CB86EFC-2A3F-214C-A2A0-00EB1AC0E3F3}"/>
          </ac:spMkLst>
        </pc:spChg>
        <pc:spChg chg="mod">
          <ac:chgData name="鈴木 秀規" userId="f68c5fd9-22d5-4c0a-9833-7fb0f5135313" providerId="ADAL" clId="{E98ED17A-7109-B540-9D8D-B21534B0C6CC}" dt="2020-12-03T00:40:00.384" v="1967" actId="20577"/>
          <ac:spMkLst>
            <pc:docMk/>
            <pc:sldMk cId="3805279594" sldId="370"/>
            <ac:spMk id="5" creationId="{D9D24A15-605C-D342-9DF6-15A80C8E63C7}"/>
          </ac:spMkLst>
        </pc:spChg>
      </pc:sldChg>
      <pc:sldChg chg="modSp new mod">
        <pc:chgData name="鈴木 秀規" userId="f68c5fd9-22d5-4c0a-9833-7fb0f5135313" providerId="ADAL" clId="{E98ED17A-7109-B540-9D8D-B21534B0C6CC}" dt="2020-12-03T01:25:32.355" v="4574" actId="20577"/>
        <pc:sldMkLst>
          <pc:docMk/>
          <pc:sldMk cId="2800751255" sldId="371"/>
        </pc:sldMkLst>
        <pc:spChg chg="mod">
          <ac:chgData name="鈴木 秀規" userId="f68c5fd9-22d5-4c0a-9833-7fb0f5135313" providerId="ADAL" clId="{E98ED17A-7109-B540-9D8D-B21534B0C6CC}" dt="2020-12-03T01:24:23.480" v="4457" actId="20577"/>
          <ac:spMkLst>
            <pc:docMk/>
            <pc:sldMk cId="2800751255" sldId="371"/>
            <ac:spMk id="3" creationId="{86AF2C75-7C50-5545-B86A-AB0C1071AFF0}"/>
          </ac:spMkLst>
        </pc:spChg>
        <pc:spChg chg="mod">
          <ac:chgData name="鈴木 秀規" userId="f68c5fd9-22d5-4c0a-9833-7fb0f5135313" providerId="ADAL" clId="{E98ED17A-7109-B540-9D8D-B21534B0C6CC}" dt="2020-12-03T01:25:32.355" v="4574" actId="20577"/>
          <ac:spMkLst>
            <pc:docMk/>
            <pc:sldMk cId="2800751255" sldId="371"/>
            <ac:spMk id="5" creationId="{199D3E35-553D-E34C-ABB7-3B8D9DB70C07}"/>
          </ac:spMkLst>
        </pc:spChg>
      </pc:sldChg>
      <pc:sldChg chg="modSp add del mod">
        <pc:chgData name="鈴木 秀規" userId="f68c5fd9-22d5-4c0a-9833-7fb0f5135313" providerId="ADAL" clId="{E98ED17A-7109-B540-9D8D-B21534B0C6CC}" dt="2020-12-03T01:23:47.866" v="4441" actId="2696"/>
        <pc:sldMkLst>
          <pc:docMk/>
          <pc:sldMk cId="2920690313" sldId="371"/>
        </pc:sldMkLst>
        <pc:spChg chg="mod">
          <ac:chgData name="鈴木 秀規" userId="f68c5fd9-22d5-4c0a-9833-7fb0f5135313" providerId="ADAL" clId="{E98ED17A-7109-B540-9D8D-B21534B0C6CC}" dt="2020-12-03T00:42:25.265" v="2063" actId="20577"/>
          <ac:spMkLst>
            <pc:docMk/>
            <pc:sldMk cId="2920690313" sldId="371"/>
            <ac:spMk id="3" creationId="{F1C6C295-7820-0949-875F-EAF056230447}"/>
          </ac:spMkLst>
        </pc:spChg>
        <pc:spChg chg="mod">
          <ac:chgData name="鈴木 秀規" userId="f68c5fd9-22d5-4c0a-9833-7fb0f5135313" providerId="ADAL" clId="{E98ED17A-7109-B540-9D8D-B21534B0C6CC}" dt="2020-12-03T01:02:23.598" v="3980" actId="20577"/>
          <ac:spMkLst>
            <pc:docMk/>
            <pc:sldMk cId="2920690313" sldId="371"/>
            <ac:spMk id="5" creationId="{6B35BADF-F225-2348-897F-AF9752777AC5}"/>
          </ac:spMkLst>
        </pc:spChg>
        <pc:spChg chg="mod">
          <ac:chgData name="鈴木 秀規" userId="f68c5fd9-22d5-4c0a-9833-7fb0f5135313" providerId="ADAL" clId="{E98ED17A-7109-B540-9D8D-B21534B0C6CC}" dt="2020-12-03T00:46:58.847" v="2499" actId="20577"/>
          <ac:spMkLst>
            <pc:docMk/>
            <pc:sldMk cId="2920690313" sldId="371"/>
            <ac:spMk id="11" creationId="{B4286CF0-DD30-344B-A450-767F0006A1A9}"/>
          </ac:spMkLst>
        </pc:spChg>
      </pc:sldChg>
      <pc:sldChg chg="new del">
        <pc:chgData name="鈴木 秀規" userId="f68c5fd9-22d5-4c0a-9833-7fb0f5135313" providerId="ADAL" clId="{E98ED17A-7109-B540-9D8D-B21534B0C6CC}" dt="2020-12-03T00:41:47.526" v="2003" actId="2696"/>
        <pc:sldMkLst>
          <pc:docMk/>
          <pc:sldMk cId="4021239412" sldId="371"/>
        </pc:sldMkLst>
      </pc:sldChg>
      <pc:sldChg chg="addSp delSp modSp new del mod modClrScheme chgLayout">
        <pc:chgData name="鈴木 秀規" userId="f68c5fd9-22d5-4c0a-9833-7fb0f5135313" providerId="ADAL" clId="{E98ED17A-7109-B540-9D8D-B21534B0C6CC}" dt="2020-12-03T01:23:47.866" v="4441" actId="2696"/>
        <pc:sldMkLst>
          <pc:docMk/>
          <pc:sldMk cId="1635587013" sldId="372"/>
        </pc:sldMkLst>
        <pc:spChg chg="mod ord">
          <ac:chgData name="鈴木 秀規" userId="f68c5fd9-22d5-4c0a-9833-7fb0f5135313" providerId="ADAL" clId="{E98ED17A-7109-B540-9D8D-B21534B0C6CC}" dt="2020-12-03T01:00:58.087" v="3892" actId="700"/>
          <ac:spMkLst>
            <pc:docMk/>
            <pc:sldMk cId="1635587013" sldId="372"/>
            <ac:spMk id="2" creationId="{5078F227-8528-3540-AF9F-E4C525D46E51}"/>
          </ac:spMkLst>
        </pc:spChg>
        <pc:spChg chg="mod ord">
          <ac:chgData name="鈴木 秀規" userId="f68c5fd9-22d5-4c0a-9833-7fb0f5135313" providerId="ADAL" clId="{E98ED17A-7109-B540-9D8D-B21534B0C6CC}" dt="2020-12-03T01:02:16.565" v="3974" actId="20577"/>
          <ac:spMkLst>
            <pc:docMk/>
            <pc:sldMk cId="1635587013" sldId="372"/>
            <ac:spMk id="3" creationId="{38B5B614-E92D-C34C-B48C-B49809F551F5}"/>
          </ac:spMkLst>
        </pc:spChg>
        <pc:spChg chg="mod ord">
          <ac:chgData name="鈴木 秀規" userId="f68c5fd9-22d5-4c0a-9833-7fb0f5135313" providerId="ADAL" clId="{E98ED17A-7109-B540-9D8D-B21534B0C6CC}" dt="2020-12-03T01:00:58.087" v="3892" actId="700"/>
          <ac:spMkLst>
            <pc:docMk/>
            <pc:sldMk cId="1635587013" sldId="372"/>
            <ac:spMk id="4" creationId="{7E6ABC7F-1D7C-2643-A2E5-FD593C087B97}"/>
          </ac:spMkLst>
        </pc:spChg>
        <pc:spChg chg="del">
          <ac:chgData name="鈴木 秀規" userId="f68c5fd9-22d5-4c0a-9833-7fb0f5135313" providerId="ADAL" clId="{E98ED17A-7109-B540-9D8D-B21534B0C6CC}" dt="2020-12-03T01:00:55.215" v="3891" actId="700"/>
          <ac:spMkLst>
            <pc:docMk/>
            <pc:sldMk cId="1635587013" sldId="372"/>
            <ac:spMk id="5" creationId="{C84F0EC1-BEE9-1240-B931-66A4575EE533}"/>
          </ac:spMkLst>
        </pc:spChg>
        <pc:spChg chg="add mod ord">
          <ac:chgData name="鈴木 秀規" userId="f68c5fd9-22d5-4c0a-9833-7fb0f5135313" providerId="ADAL" clId="{E98ED17A-7109-B540-9D8D-B21534B0C6CC}" dt="2020-12-03T01:11:38.290" v="4283" actId="113"/>
          <ac:spMkLst>
            <pc:docMk/>
            <pc:sldMk cId="1635587013" sldId="372"/>
            <ac:spMk id="6" creationId="{7A317AAC-7FA8-7044-8617-53BFC58410B7}"/>
          </ac:spMkLst>
        </pc:spChg>
        <pc:spChg chg="add del mod">
          <ac:chgData name="鈴木 秀規" userId="f68c5fd9-22d5-4c0a-9833-7fb0f5135313" providerId="ADAL" clId="{E98ED17A-7109-B540-9D8D-B21534B0C6CC}" dt="2020-12-03T01:01:07.927" v="3894"/>
          <ac:spMkLst>
            <pc:docMk/>
            <pc:sldMk cId="1635587013" sldId="372"/>
            <ac:spMk id="7" creationId="{2D1E7911-94F1-9A43-976E-12D1608396B0}"/>
          </ac:spMkLst>
        </pc:spChg>
        <pc:spChg chg="add mod">
          <ac:chgData name="鈴木 秀規" userId="f68c5fd9-22d5-4c0a-9833-7fb0f5135313" providerId="ADAL" clId="{E98ED17A-7109-B540-9D8D-B21534B0C6CC}" dt="2020-12-03T01:11:19.402" v="4281" actId="14100"/>
          <ac:spMkLst>
            <pc:docMk/>
            <pc:sldMk cId="1635587013" sldId="372"/>
            <ac:spMk id="11" creationId="{88D872CC-356E-AF48-AA16-FAA6E94AAA63}"/>
          </ac:spMkLst>
        </pc:spChg>
        <pc:picChg chg="add mod">
          <ac:chgData name="鈴木 秀規" userId="f68c5fd9-22d5-4c0a-9833-7fb0f5135313" providerId="ADAL" clId="{E98ED17A-7109-B540-9D8D-B21534B0C6CC}" dt="2020-12-03T01:11:09.469" v="4278" actId="14100"/>
          <ac:picMkLst>
            <pc:docMk/>
            <pc:sldMk cId="1635587013" sldId="372"/>
            <ac:picMk id="9" creationId="{D02AEF55-75BE-9A46-B250-FC3DC2E377DE}"/>
          </ac:picMkLst>
        </pc:picChg>
        <pc:picChg chg="add del mod">
          <ac:chgData name="鈴木 秀規" userId="f68c5fd9-22d5-4c0a-9833-7fb0f5135313" providerId="ADAL" clId="{E98ED17A-7109-B540-9D8D-B21534B0C6CC}" dt="2020-12-03T01:09:31.274" v="4256" actId="478"/>
          <ac:picMkLst>
            <pc:docMk/>
            <pc:sldMk cId="1635587013" sldId="372"/>
            <ac:picMk id="13" creationId="{181B2E39-FB46-D84F-BDF6-092FF822422D}"/>
          </ac:picMkLst>
        </pc:picChg>
        <pc:picChg chg="add mod">
          <ac:chgData name="鈴木 秀規" userId="f68c5fd9-22d5-4c0a-9833-7fb0f5135313" providerId="ADAL" clId="{E98ED17A-7109-B540-9D8D-B21534B0C6CC}" dt="2020-12-03T01:11:22.332" v="4282" actId="1076"/>
          <ac:picMkLst>
            <pc:docMk/>
            <pc:sldMk cId="1635587013" sldId="372"/>
            <ac:picMk id="15" creationId="{4374EA10-B603-D54A-93C0-72956B90F74B}"/>
          </ac:picMkLst>
        </pc:picChg>
        <pc:inkChg chg="add del">
          <ac:chgData name="鈴木 秀規" userId="f68c5fd9-22d5-4c0a-9833-7fb0f5135313" providerId="ADAL" clId="{E98ED17A-7109-B540-9D8D-B21534B0C6CC}" dt="2020-12-03T01:07:32.252" v="4214" actId="9405"/>
          <ac:inkMkLst>
            <pc:docMk/>
            <pc:sldMk cId="1635587013" sldId="372"/>
            <ac:inkMk id="10" creationId="{52E244E1-A625-FC4A-B3CE-A5C917494B56}"/>
          </ac:inkMkLst>
        </pc:inkChg>
      </pc:sldChg>
      <pc:sldChg chg="addSp delSp modSp add del mod">
        <pc:chgData name="鈴木 秀規" userId="f68c5fd9-22d5-4c0a-9833-7fb0f5135313" providerId="ADAL" clId="{E98ED17A-7109-B540-9D8D-B21534B0C6CC}" dt="2020-12-03T01:23:47.866" v="4441" actId="2696"/>
        <pc:sldMkLst>
          <pc:docMk/>
          <pc:sldMk cId="615592541" sldId="373"/>
        </pc:sldMkLst>
        <pc:spChg chg="mod">
          <ac:chgData name="鈴木 秀規" userId="f68c5fd9-22d5-4c0a-9833-7fb0f5135313" providerId="ADAL" clId="{E98ED17A-7109-B540-9D8D-B21534B0C6CC}" dt="2020-12-03T01:12:33.393" v="4394" actId="20577"/>
          <ac:spMkLst>
            <pc:docMk/>
            <pc:sldMk cId="615592541" sldId="373"/>
            <ac:spMk id="6" creationId="{7A317AAC-7FA8-7044-8617-53BFC58410B7}"/>
          </ac:spMkLst>
        </pc:spChg>
        <pc:spChg chg="del">
          <ac:chgData name="鈴木 秀規" userId="f68c5fd9-22d5-4c0a-9833-7fb0f5135313" providerId="ADAL" clId="{E98ED17A-7109-B540-9D8D-B21534B0C6CC}" dt="2020-12-03T01:12:36.799" v="4395" actId="478"/>
          <ac:spMkLst>
            <pc:docMk/>
            <pc:sldMk cId="615592541" sldId="373"/>
            <ac:spMk id="11" creationId="{88D872CC-356E-AF48-AA16-FAA6E94AAA63}"/>
          </ac:spMkLst>
        </pc:spChg>
        <pc:grpChg chg="del mod">
          <ac:chgData name="鈴木 秀規" userId="f68c5fd9-22d5-4c0a-9833-7fb0f5135313" providerId="ADAL" clId="{E98ED17A-7109-B540-9D8D-B21534B0C6CC}" dt="2020-12-03T01:12:56.873" v="4408"/>
          <ac:grpSpMkLst>
            <pc:docMk/>
            <pc:sldMk cId="615592541" sldId="373"/>
            <ac:grpSpMk id="14" creationId="{8551A2E1-818D-7146-B07E-DF10303D9250}"/>
          </ac:grpSpMkLst>
        </pc:grpChg>
        <pc:grpChg chg="del mod">
          <ac:chgData name="鈴木 秀規" userId="f68c5fd9-22d5-4c0a-9833-7fb0f5135313" providerId="ADAL" clId="{E98ED17A-7109-B540-9D8D-B21534B0C6CC}" dt="2020-12-03T01:13:00.256" v="4414"/>
          <ac:grpSpMkLst>
            <pc:docMk/>
            <pc:sldMk cId="615592541" sldId="373"/>
            <ac:grpSpMk id="21" creationId="{1A19AE5A-D3A5-1B43-8537-FD9C98B59252}"/>
          </ac:grpSpMkLst>
        </pc:grpChg>
        <pc:grpChg chg="del mod">
          <ac:chgData name="鈴木 秀規" userId="f68c5fd9-22d5-4c0a-9833-7fb0f5135313" providerId="ADAL" clId="{E98ED17A-7109-B540-9D8D-B21534B0C6CC}" dt="2020-12-03T01:13:00.256" v="4414"/>
          <ac:grpSpMkLst>
            <pc:docMk/>
            <pc:sldMk cId="615592541" sldId="373"/>
            <ac:grpSpMk id="25" creationId="{4F9FE873-6A52-FD4C-9258-CA185F43F37E}"/>
          </ac:grpSpMkLst>
        </pc:grpChg>
        <pc:grpChg chg="mod">
          <ac:chgData name="鈴木 秀規" userId="f68c5fd9-22d5-4c0a-9833-7fb0f5135313" providerId="ADAL" clId="{E98ED17A-7109-B540-9D8D-B21534B0C6CC}" dt="2020-12-03T01:13:00.256" v="4414"/>
          <ac:grpSpMkLst>
            <pc:docMk/>
            <pc:sldMk cId="615592541" sldId="373"/>
            <ac:grpSpMk id="27" creationId="{D272DCE0-9EB4-9E40-9E1F-B34593E59CE7}"/>
          </ac:grpSpMkLst>
        </pc:grpChg>
        <pc:grpChg chg="mod">
          <ac:chgData name="鈴木 秀規" userId="f68c5fd9-22d5-4c0a-9833-7fb0f5135313" providerId="ADAL" clId="{E98ED17A-7109-B540-9D8D-B21534B0C6CC}" dt="2020-12-03T01:13:04.351" v="4419"/>
          <ac:grpSpMkLst>
            <pc:docMk/>
            <pc:sldMk cId="615592541" sldId="373"/>
            <ac:grpSpMk id="32" creationId="{FF31E88D-1A46-5542-82FA-9B7E260065D7}"/>
          </ac:grpSpMkLst>
        </pc:grpChg>
        <pc:grpChg chg="del mod">
          <ac:chgData name="鈴木 秀規" userId="f68c5fd9-22d5-4c0a-9833-7fb0f5135313" providerId="ADAL" clId="{E98ED17A-7109-B540-9D8D-B21534B0C6CC}" dt="2020-12-03T01:13:15.987" v="4431"/>
          <ac:grpSpMkLst>
            <pc:docMk/>
            <pc:sldMk cId="615592541" sldId="373"/>
            <ac:grpSpMk id="35" creationId="{839705A0-C752-514B-B68E-4DB44DC8A134}"/>
          </ac:grpSpMkLst>
        </pc:grpChg>
        <pc:grpChg chg="del mod">
          <ac:chgData name="鈴木 秀規" userId="f68c5fd9-22d5-4c0a-9833-7fb0f5135313" providerId="ADAL" clId="{E98ED17A-7109-B540-9D8D-B21534B0C6CC}" dt="2020-12-03T01:13:22.530" v="4437"/>
          <ac:grpSpMkLst>
            <pc:docMk/>
            <pc:sldMk cId="615592541" sldId="373"/>
            <ac:grpSpMk id="44" creationId="{5930A674-1151-AE4E-9CAE-276FA17D766A}"/>
          </ac:grpSpMkLst>
        </pc:grpChg>
        <pc:grpChg chg="del mod">
          <ac:chgData name="鈴木 秀規" userId="f68c5fd9-22d5-4c0a-9833-7fb0f5135313" providerId="ADAL" clId="{E98ED17A-7109-B540-9D8D-B21534B0C6CC}" dt="2020-12-03T01:13:25.226" v="4440"/>
          <ac:grpSpMkLst>
            <pc:docMk/>
            <pc:sldMk cId="615592541" sldId="373"/>
            <ac:grpSpMk id="50" creationId="{C4183422-7E13-7C4C-B712-DE3E98AD633A}"/>
          </ac:grpSpMkLst>
        </pc:grpChg>
        <pc:grpChg chg="mod">
          <ac:chgData name="鈴木 秀規" userId="f68c5fd9-22d5-4c0a-9833-7fb0f5135313" providerId="ADAL" clId="{E98ED17A-7109-B540-9D8D-B21534B0C6CC}" dt="2020-12-03T01:13:22.530" v="4437"/>
          <ac:grpSpMkLst>
            <pc:docMk/>
            <pc:sldMk cId="615592541" sldId="373"/>
            <ac:grpSpMk id="51" creationId="{BADCCBE2-93D5-1B43-B588-3A3CFF852C58}"/>
          </ac:grpSpMkLst>
        </pc:grpChg>
        <pc:grpChg chg="mod">
          <ac:chgData name="鈴木 秀規" userId="f68c5fd9-22d5-4c0a-9833-7fb0f5135313" providerId="ADAL" clId="{E98ED17A-7109-B540-9D8D-B21534B0C6CC}" dt="2020-12-03T01:13:25.226" v="4440"/>
          <ac:grpSpMkLst>
            <pc:docMk/>
            <pc:sldMk cId="615592541" sldId="373"/>
            <ac:grpSpMk id="54" creationId="{EC51F5D5-9987-304C-81F2-23905D124D38}"/>
          </ac:grpSpMkLst>
        </pc:grpChg>
        <pc:picChg chg="del">
          <ac:chgData name="鈴木 秀規" userId="f68c5fd9-22d5-4c0a-9833-7fb0f5135313" providerId="ADAL" clId="{E98ED17A-7109-B540-9D8D-B21534B0C6CC}" dt="2020-12-03T01:12:36.799" v="4395" actId="478"/>
          <ac:picMkLst>
            <pc:docMk/>
            <pc:sldMk cId="615592541" sldId="373"/>
            <ac:picMk id="9" creationId="{D02AEF55-75BE-9A46-B250-FC3DC2E377DE}"/>
          </ac:picMkLst>
        </pc:picChg>
        <pc:picChg chg="del">
          <ac:chgData name="鈴木 秀規" userId="f68c5fd9-22d5-4c0a-9833-7fb0f5135313" providerId="ADAL" clId="{E98ED17A-7109-B540-9D8D-B21534B0C6CC}" dt="2020-12-03T01:12:36.799" v="4395" actId="478"/>
          <ac:picMkLst>
            <pc:docMk/>
            <pc:sldMk cId="615592541" sldId="373"/>
            <ac:picMk id="15" creationId="{4374EA10-B603-D54A-93C0-72956B90F74B}"/>
          </ac:picMkLst>
        </pc:picChg>
        <pc:inkChg chg="add">
          <ac:chgData name="鈴木 秀規" userId="f68c5fd9-22d5-4c0a-9833-7fb0f5135313" providerId="ADAL" clId="{E98ED17A-7109-B540-9D8D-B21534B0C6CC}" dt="2020-12-03T01:12:45.376" v="4396" actId="9405"/>
          <ac:inkMkLst>
            <pc:docMk/>
            <pc:sldMk cId="615592541" sldId="373"/>
            <ac:inkMk id="5" creationId="{0AAFCCC5-5E76-CA48-81D5-A4E539E4401A}"/>
          </ac:inkMkLst>
        </pc:inkChg>
        <pc:inkChg chg="add">
          <ac:chgData name="鈴木 秀規" userId="f68c5fd9-22d5-4c0a-9833-7fb0f5135313" providerId="ADAL" clId="{E98ED17A-7109-B540-9D8D-B21534B0C6CC}" dt="2020-12-03T01:12:46.255" v="4397" actId="9405"/>
          <ac:inkMkLst>
            <pc:docMk/>
            <pc:sldMk cId="615592541" sldId="373"/>
            <ac:inkMk id="7" creationId="{2D2B5447-4F6B-9C44-9888-8B103E237897}"/>
          </ac:inkMkLst>
        </pc:inkChg>
        <pc:inkChg chg="add">
          <ac:chgData name="鈴木 秀規" userId="f68c5fd9-22d5-4c0a-9833-7fb0f5135313" providerId="ADAL" clId="{E98ED17A-7109-B540-9D8D-B21534B0C6CC}" dt="2020-12-03T01:12:47.620" v="4398" actId="9405"/>
          <ac:inkMkLst>
            <pc:docMk/>
            <pc:sldMk cId="615592541" sldId="373"/>
            <ac:inkMk id="8" creationId="{32D62E2B-CE79-3B4C-B7D1-ECDA946FA396}"/>
          </ac:inkMkLst>
        </pc:inkChg>
        <pc:inkChg chg="add">
          <ac:chgData name="鈴木 秀規" userId="f68c5fd9-22d5-4c0a-9833-7fb0f5135313" providerId="ADAL" clId="{E98ED17A-7109-B540-9D8D-B21534B0C6CC}" dt="2020-12-03T01:12:48.478" v="4399" actId="9405"/>
          <ac:inkMkLst>
            <pc:docMk/>
            <pc:sldMk cId="615592541" sldId="373"/>
            <ac:inkMk id="10" creationId="{C38D747C-B1C5-7646-8912-EAF8AD9B05FB}"/>
          </ac:inkMkLst>
        </pc:inkChg>
        <pc:inkChg chg="add mod">
          <ac:chgData name="鈴木 秀規" userId="f68c5fd9-22d5-4c0a-9833-7fb0f5135313" providerId="ADAL" clId="{E98ED17A-7109-B540-9D8D-B21534B0C6CC}" dt="2020-12-03T01:13:00.256" v="4414"/>
          <ac:inkMkLst>
            <pc:docMk/>
            <pc:sldMk cId="615592541" sldId="373"/>
            <ac:inkMk id="12" creationId="{806335AF-A205-0341-B2A0-1D60694F4960}"/>
          </ac:inkMkLst>
        </pc:inkChg>
        <pc:inkChg chg="add mod">
          <ac:chgData name="鈴木 秀規" userId="f68c5fd9-22d5-4c0a-9833-7fb0f5135313" providerId="ADAL" clId="{E98ED17A-7109-B540-9D8D-B21534B0C6CC}" dt="2020-12-03T01:13:00.256" v="4414"/>
          <ac:inkMkLst>
            <pc:docMk/>
            <pc:sldMk cId="615592541" sldId="373"/>
            <ac:inkMk id="13" creationId="{265E78D4-90FC-E941-952F-4DC34934B910}"/>
          </ac:inkMkLst>
        </pc:inkChg>
        <pc:inkChg chg="add mod">
          <ac:chgData name="鈴木 秀規" userId="f68c5fd9-22d5-4c0a-9833-7fb0f5135313" providerId="ADAL" clId="{E98ED17A-7109-B540-9D8D-B21534B0C6CC}" dt="2020-12-03T01:13:00.256" v="4414"/>
          <ac:inkMkLst>
            <pc:docMk/>
            <pc:sldMk cId="615592541" sldId="373"/>
            <ac:inkMk id="16" creationId="{25D529C6-2677-8143-A2EC-3E3D29C398ED}"/>
          </ac:inkMkLst>
        </pc:inkChg>
        <pc:inkChg chg="add mod">
          <ac:chgData name="鈴木 秀規" userId="f68c5fd9-22d5-4c0a-9833-7fb0f5135313" providerId="ADAL" clId="{E98ED17A-7109-B540-9D8D-B21534B0C6CC}" dt="2020-12-03T01:13:00.256" v="4414"/>
          <ac:inkMkLst>
            <pc:docMk/>
            <pc:sldMk cId="615592541" sldId="373"/>
            <ac:inkMk id="17" creationId="{06274F75-3053-9645-A2A8-DF2DE6A3B538}"/>
          </ac:inkMkLst>
        </pc:inkChg>
        <pc:inkChg chg="add mod">
          <ac:chgData name="鈴木 秀規" userId="f68c5fd9-22d5-4c0a-9833-7fb0f5135313" providerId="ADAL" clId="{E98ED17A-7109-B540-9D8D-B21534B0C6CC}" dt="2020-12-03T01:13:00.256" v="4414"/>
          <ac:inkMkLst>
            <pc:docMk/>
            <pc:sldMk cId="615592541" sldId="373"/>
            <ac:inkMk id="18" creationId="{5D9D1CCC-7C4B-4F45-9E8C-46E7A461F224}"/>
          </ac:inkMkLst>
        </pc:inkChg>
        <pc:inkChg chg="add mod">
          <ac:chgData name="鈴木 秀規" userId="f68c5fd9-22d5-4c0a-9833-7fb0f5135313" providerId="ADAL" clId="{E98ED17A-7109-B540-9D8D-B21534B0C6CC}" dt="2020-12-03T01:13:00.256" v="4414"/>
          <ac:inkMkLst>
            <pc:docMk/>
            <pc:sldMk cId="615592541" sldId="373"/>
            <ac:inkMk id="19" creationId="{80067FE2-41C2-1547-839E-8D7B8C559F11}"/>
          </ac:inkMkLst>
        </pc:inkChg>
        <pc:inkChg chg="add mod">
          <ac:chgData name="鈴木 秀規" userId="f68c5fd9-22d5-4c0a-9833-7fb0f5135313" providerId="ADAL" clId="{E98ED17A-7109-B540-9D8D-B21534B0C6CC}" dt="2020-12-03T01:13:00.256" v="4414"/>
          <ac:inkMkLst>
            <pc:docMk/>
            <pc:sldMk cId="615592541" sldId="373"/>
            <ac:inkMk id="20" creationId="{F851E1F2-49C9-2445-9F7E-DE468F4F208B}"/>
          </ac:inkMkLst>
        </pc:inkChg>
        <pc:inkChg chg="add mod">
          <ac:chgData name="鈴木 秀規" userId="f68c5fd9-22d5-4c0a-9833-7fb0f5135313" providerId="ADAL" clId="{E98ED17A-7109-B540-9D8D-B21534B0C6CC}" dt="2020-12-03T01:13:00.256" v="4414"/>
          <ac:inkMkLst>
            <pc:docMk/>
            <pc:sldMk cId="615592541" sldId="373"/>
            <ac:inkMk id="22" creationId="{30A1AF40-AD9F-8C47-9E55-8A996B26915D}"/>
          </ac:inkMkLst>
        </pc:inkChg>
        <pc:inkChg chg="add mod">
          <ac:chgData name="鈴木 秀規" userId="f68c5fd9-22d5-4c0a-9833-7fb0f5135313" providerId="ADAL" clId="{E98ED17A-7109-B540-9D8D-B21534B0C6CC}" dt="2020-12-03T01:13:00.256" v="4414"/>
          <ac:inkMkLst>
            <pc:docMk/>
            <pc:sldMk cId="615592541" sldId="373"/>
            <ac:inkMk id="23" creationId="{B40EA742-73B3-364D-AA23-FB8590AC2207}"/>
          </ac:inkMkLst>
        </pc:inkChg>
        <pc:inkChg chg="add mod">
          <ac:chgData name="鈴木 秀規" userId="f68c5fd9-22d5-4c0a-9833-7fb0f5135313" providerId="ADAL" clId="{E98ED17A-7109-B540-9D8D-B21534B0C6CC}" dt="2020-12-03T01:13:00.256" v="4414"/>
          <ac:inkMkLst>
            <pc:docMk/>
            <pc:sldMk cId="615592541" sldId="373"/>
            <ac:inkMk id="24" creationId="{5795096A-74E9-234F-8BC6-A2B37FEC1E1B}"/>
          </ac:inkMkLst>
        </pc:inkChg>
        <pc:inkChg chg="add mod">
          <ac:chgData name="鈴木 秀規" userId="f68c5fd9-22d5-4c0a-9833-7fb0f5135313" providerId="ADAL" clId="{E98ED17A-7109-B540-9D8D-B21534B0C6CC}" dt="2020-12-03T01:13:00.256" v="4414"/>
          <ac:inkMkLst>
            <pc:docMk/>
            <pc:sldMk cId="615592541" sldId="373"/>
            <ac:inkMk id="26" creationId="{9B6B34F6-24F6-0845-A046-BBBEA60020BC}"/>
          </ac:inkMkLst>
        </pc:inkChg>
        <pc:inkChg chg="add mod">
          <ac:chgData name="鈴木 秀規" userId="f68c5fd9-22d5-4c0a-9833-7fb0f5135313" providerId="ADAL" clId="{E98ED17A-7109-B540-9D8D-B21534B0C6CC}" dt="2020-12-03T01:13:04.351" v="4419"/>
          <ac:inkMkLst>
            <pc:docMk/>
            <pc:sldMk cId="615592541" sldId="373"/>
            <ac:inkMk id="28" creationId="{12C4A5BC-67FB-BC4D-BC74-8AF6D08168AF}"/>
          </ac:inkMkLst>
        </pc:inkChg>
        <pc:inkChg chg="add mod">
          <ac:chgData name="鈴木 秀規" userId="f68c5fd9-22d5-4c0a-9833-7fb0f5135313" providerId="ADAL" clId="{E98ED17A-7109-B540-9D8D-B21534B0C6CC}" dt="2020-12-03T01:13:04.351" v="4419"/>
          <ac:inkMkLst>
            <pc:docMk/>
            <pc:sldMk cId="615592541" sldId="373"/>
            <ac:inkMk id="29" creationId="{6DAC1C2F-D9A4-1944-8C16-2751D238E4A6}"/>
          </ac:inkMkLst>
        </pc:inkChg>
        <pc:inkChg chg="add mod">
          <ac:chgData name="鈴木 秀規" userId="f68c5fd9-22d5-4c0a-9833-7fb0f5135313" providerId="ADAL" clId="{E98ED17A-7109-B540-9D8D-B21534B0C6CC}" dt="2020-12-03T01:13:04.351" v="4419"/>
          <ac:inkMkLst>
            <pc:docMk/>
            <pc:sldMk cId="615592541" sldId="373"/>
            <ac:inkMk id="30" creationId="{B951B618-8B83-0845-91F9-73B0D476A03E}"/>
          </ac:inkMkLst>
        </pc:inkChg>
        <pc:inkChg chg="add mod">
          <ac:chgData name="鈴木 秀規" userId="f68c5fd9-22d5-4c0a-9833-7fb0f5135313" providerId="ADAL" clId="{E98ED17A-7109-B540-9D8D-B21534B0C6CC}" dt="2020-12-03T01:13:04.351" v="4419"/>
          <ac:inkMkLst>
            <pc:docMk/>
            <pc:sldMk cId="615592541" sldId="373"/>
            <ac:inkMk id="31" creationId="{72845632-76A6-8147-A9AC-11489DA2606D}"/>
          </ac:inkMkLst>
        </pc:inkChg>
        <pc:inkChg chg="add mod">
          <ac:chgData name="鈴木 秀規" userId="f68c5fd9-22d5-4c0a-9833-7fb0f5135313" providerId="ADAL" clId="{E98ED17A-7109-B540-9D8D-B21534B0C6CC}" dt="2020-12-03T01:13:22.530" v="4437"/>
          <ac:inkMkLst>
            <pc:docMk/>
            <pc:sldMk cId="615592541" sldId="373"/>
            <ac:inkMk id="33" creationId="{327E1137-848C-0542-A008-A361377DC6B3}"/>
          </ac:inkMkLst>
        </pc:inkChg>
        <pc:inkChg chg="add mod">
          <ac:chgData name="鈴木 秀規" userId="f68c5fd9-22d5-4c0a-9833-7fb0f5135313" providerId="ADAL" clId="{E98ED17A-7109-B540-9D8D-B21534B0C6CC}" dt="2020-12-03T01:13:22.530" v="4437"/>
          <ac:inkMkLst>
            <pc:docMk/>
            <pc:sldMk cId="615592541" sldId="373"/>
            <ac:inkMk id="34" creationId="{04E87504-CE51-1647-BC33-8498586A5F99}"/>
          </ac:inkMkLst>
        </pc:inkChg>
        <pc:inkChg chg="add mod">
          <ac:chgData name="鈴木 秀規" userId="f68c5fd9-22d5-4c0a-9833-7fb0f5135313" providerId="ADAL" clId="{E98ED17A-7109-B540-9D8D-B21534B0C6CC}" dt="2020-12-03T01:13:22.530" v="4437"/>
          <ac:inkMkLst>
            <pc:docMk/>
            <pc:sldMk cId="615592541" sldId="373"/>
            <ac:inkMk id="36" creationId="{914ED145-23CC-D24F-B377-64500A97C9BD}"/>
          </ac:inkMkLst>
        </pc:inkChg>
        <pc:inkChg chg="add mod">
          <ac:chgData name="鈴木 秀規" userId="f68c5fd9-22d5-4c0a-9833-7fb0f5135313" providerId="ADAL" clId="{E98ED17A-7109-B540-9D8D-B21534B0C6CC}" dt="2020-12-03T01:13:22.530" v="4437"/>
          <ac:inkMkLst>
            <pc:docMk/>
            <pc:sldMk cId="615592541" sldId="373"/>
            <ac:inkMk id="37" creationId="{FA522D34-9A1E-3845-B98E-2AEBD709AF4C}"/>
          </ac:inkMkLst>
        </pc:inkChg>
        <pc:inkChg chg="add mod">
          <ac:chgData name="鈴木 秀規" userId="f68c5fd9-22d5-4c0a-9833-7fb0f5135313" providerId="ADAL" clId="{E98ED17A-7109-B540-9D8D-B21534B0C6CC}" dt="2020-12-03T01:13:22.530" v="4437"/>
          <ac:inkMkLst>
            <pc:docMk/>
            <pc:sldMk cId="615592541" sldId="373"/>
            <ac:inkMk id="38" creationId="{9066D749-49B2-DD47-A77B-9E073DE6E36E}"/>
          </ac:inkMkLst>
        </pc:inkChg>
        <pc:inkChg chg="add mod">
          <ac:chgData name="鈴木 秀規" userId="f68c5fd9-22d5-4c0a-9833-7fb0f5135313" providerId="ADAL" clId="{E98ED17A-7109-B540-9D8D-B21534B0C6CC}" dt="2020-12-03T01:13:22.530" v="4437"/>
          <ac:inkMkLst>
            <pc:docMk/>
            <pc:sldMk cId="615592541" sldId="373"/>
            <ac:inkMk id="39" creationId="{6D0E7CA8-6D0E-5D45-95BF-6DD492468F82}"/>
          </ac:inkMkLst>
        </pc:inkChg>
        <pc:inkChg chg="add mod">
          <ac:chgData name="鈴木 秀規" userId="f68c5fd9-22d5-4c0a-9833-7fb0f5135313" providerId="ADAL" clId="{E98ED17A-7109-B540-9D8D-B21534B0C6CC}" dt="2020-12-03T01:13:22.530" v="4437"/>
          <ac:inkMkLst>
            <pc:docMk/>
            <pc:sldMk cId="615592541" sldId="373"/>
            <ac:inkMk id="40" creationId="{EBE4CD0E-56F2-C94C-85BD-2F0E4734D0C6}"/>
          </ac:inkMkLst>
        </pc:inkChg>
        <pc:inkChg chg="add mod">
          <ac:chgData name="鈴木 秀規" userId="f68c5fd9-22d5-4c0a-9833-7fb0f5135313" providerId="ADAL" clId="{E98ED17A-7109-B540-9D8D-B21534B0C6CC}" dt="2020-12-03T01:13:22.530" v="4437"/>
          <ac:inkMkLst>
            <pc:docMk/>
            <pc:sldMk cId="615592541" sldId="373"/>
            <ac:inkMk id="41" creationId="{C0C2010C-9DF9-6F4D-954C-13A577A55AD1}"/>
          </ac:inkMkLst>
        </pc:inkChg>
        <pc:inkChg chg="add mod">
          <ac:chgData name="鈴木 秀規" userId="f68c5fd9-22d5-4c0a-9833-7fb0f5135313" providerId="ADAL" clId="{E98ED17A-7109-B540-9D8D-B21534B0C6CC}" dt="2020-12-03T01:13:22.530" v="4437"/>
          <ac:inkMkLst>
            <pc:docMk/>
            <pc:sldMk cId="615592541" sldId="373"/>
            <ac:inkMk id="42" creationId="{0625FF5C-52FE-9445-8BF7-0BA1D54C9A6F}"/>
          </ac:inkMkLst>
        </pc:inkChg>
        <pc:inkChg chg="add mod">
          <ac:chgData name="鈴木 秀規" userId="f68c5fd9-22d5-4c0a-9833-7fb0f5135313" providerId="ADAL" clId="{E98ED17A-7109-B540-9D8D-B21534B0C6CC}" dt="2020-12-03T01:13:22.530" v="4437"/>
          <ac:inkMkLst>
            <pc:docMk/>
            <pc:sldMk cId="615592541" sldId="373"/>
            <ac:inkMk id="43" creationId="{0F4A4156-4EB8-0B43-83C5-FC67006F1FDE}"/>
          </ac:inkMkLst>
        </pc:inkChg>
        <pc:inkChg chg="add mod">
          <ac:chgData name="鈴木 秀規" userId="f68c5fd9-22d5-4c0a-9833-7fb0f5135313" providerId="ADAL" clId="{E98ED17A-7109-B540-9D8D-B21534B0C6CC}" dt="2020-12-03T01:13:22.530" v="4437"/>
          <ac:inkMkLst>
            <pc:docMk/>
            <pc:sldMk cId="615592541" sldId="373"/>
            <ac:inkMk id="45" creationId="{588F4819-1DC0-1740-A4EF-E006190C5EEF}"/>
          </ac:inkMkLst>
        </pc:inkChg>
        <pc:inkChg chg="add mod">
          <ac:chgData name="鈴木 秀規" userId="f68c5fd9-22d5-4c0a-9833-7fb0f5135313" providerId="ADAL" clId="{E98ED17A-7109-B540-9D8D-B21534B0C6CC}" dt="2020-12-03T01:13:22.530" v="4437"/>
          <ac:inkMkLst>
            <pc:docMk/>
            <pc:sldMk cId="615592541" sldId="373"/>
            <ac:inkMk id="46" creationId="{E2E294BA-E2E1-1A41-AEFC-7921BD5BB7ED}"/>
          </ac:inkMkLst>
        </pc:inkChg>
        <pc:inkChg chg="add mod">
          <ac:chgData name="鈴木 秀規" userId="f68c5fd9-22d5-4c0a-9833-7fb0f5135313" providerId="ADAL" clId="{E98ED17A-7109-B540-9D8D-B21534B0C6CC}" dt="2020-12-03T01:13:25.226" v="4440"/>
          <ac:inkMkLst>
            <pc:docMk/>
            <pc:sldMk cId="615592541" sldId="373"/>
            <ac:inkMk id="47" creationId="{ADB155EE-7897-0340-A79E-B348072C7BAC}"/>
          </ac:inkMkLst>
        </pc:inkChg>
        <pc:inkChg chg="add mod">
          <ac:chgData name="鈴木 秀規" userId="f68c5fd9-22d5-4c0a-9833-7fb0f5135313" providerId="ADAL" clId="{E98ED17A-7109-B540-9D8D-B21534B0C6CC}" dt="2020-12-03T01:13:25.226" v="4440"/>
          <ac:inkMkLst>
            <pc:docMk/>
            <pc:sldMk cId="615592541" sldId="373"/>
            <ac:inkMk id="48" creationId="{602A42FD-E6A0-DE42-AADE-9BD997397654}"/>
          </ac:inkMkLst>
        </pc:inkChg>
        <pc:inkChg chg="add mod">
          <ac:chgData name="鈴木 秀規" userId="f68c5fd9-22d5-4c0a-9833-7fb0f5135313" providerId="ADAL" clId="{E98ED17A-7109-B540-9D8D-B21534B0C6CC}" dt="2020-12-03T01:13:25.226" v="4440"/>
          <ac:inkMkLst>
            <pc:docMk/>
            <pc:sldMk cId="615592541" sldId="373"/>
            <ac:inkMk id="49" creationId="{CB785C1E-0477-6F47-AED8-83ABC4D01D6C}"/>
          </ac:inkMkLst>
        </pc:inkChg>
        <pc:inkChg chg="add mod">
          <ac:chgData name="鈴木 秀規" userId="f68c5fd9-22d5-4c0a-9833-7fb0f5135313" providerId="ADAL" clId="{E98ED17A-7109-B540-9D8D-B21534B0C6CC}" dt="2020-12-03T01:13:25.226" v="4440"/>
          <ac:inkMkLst>
            <pc:docMk/>
            <pc:sldMk cId="615592541" sldId="373"/>
            <ac:inkMk id="52" creationId="{12C88632-5B91-3741-8EB2-3FC9DA49DBAA}"/>
          </ac:inkMkLst>
        </pc:inkChg>
        <pc:inkChg chg="add mod">
          <ac:chgData name="鈴木 秀規" userId="f68c5fd9-22d5-4c0a-9833-7fb0f5135313" providerId="ADAL" clId="{E98ED17A-7109-B540-9D8D-B21534B0C6CC}" dt="2020-12-03T01:13:25.226" v="4440"/>
          <ac:inkMkLst>
            <pc:docMk/>
            <pc:sldMk cId="615592541" sldId="373"/>
            <ac:inkMk id="53" creationId="{12F4DDED-0E09-5E49-992F-7534E6CC9135}"/>
          </ac:inkMkLst>
        </pc:inkChg>
      </pc:sldChg>
    </pc:docChg>
  </pc:docChgLst>
  <pc:docChgLst>
    <pc:chgData name="sales@rhizome01.onmicrosoft.com" userId="c35045ed-c185-45de-8f58-be20a28877d8" providerId="ADAL" clId="{EB42C062-5869-4F26-92E8-CF2EF9D92746}"/>
    <pc:docChg chg="undo custSel modSld">
      <pc:chgData name="sales@rhizome01.onmicrosoft.com" userId="c35045ed-c185-45de-8f58-be20a28877d8" providerId="ADAL" clId="{EB42C062-5869-4F26-92E8-CF2EF9D92746}" dt="2023-04-26T05:50:09.248" v="9" actId="1076"/>
      <pc:docMkLst>
        <pc:docMk/>
      </pc:docMkLst>
      <pc:sldChg chg="modSp mod">
        <pc:chgData name="sales@rhizome01.onmicrosoft.com" userId="c35045ed-c185-45de-8f58-be20a28877d8" providerId="ADAL" clId="{EB42C062-5869-4F26-92E8-CF2EF9D92746}" dt="2023-04-26T05:50:09.248" v="9" actId="1076"/>
        <pc:sldMkLst>
          <pc:docMk/>
          <pc:sldMk cId="1301075000" sldId="370"/>
        </pc:sldMkLst>
        <pc:spChg chg="mod">
          <ac:chgData name="sales@rhizome01.onmicrosoft.com" userId="c35045ed-c185-45de-8f58-be20a28877d8" providerId="ADAL" clId="{EB42C062-5869-4F26-92E8-CF2EF9D92746}" dt="2023-04-26T05:50:09.248" v="9" actId="1076"/>
          <ac:spMkLst>
            <pc:docMk/>
            <pc:sldMk cId="1301075000" sldId="370"/>
            <ac:spMk id="9" creationId="{70624BBB-AA9C-4AE3-8675-A987191230A8}"/>
          </ac:spMkLst>
        </pc:spChg>
        <pc:cxnChg chg="mod">
          <ac:chgData name="sales@rhizome01.onmicrosoft.com" userId="c35045ed-c185-45de-8f58-be20a28877d8" providerId="ADAL" clId="{EB42C062-5869-4F26-92E8-CF2EF9D92746}" dt="2023-04-26T05:50:09.248" v="9" actId="1076"/>
          <ac:cxnSpMkLst>
            <pc:docMk/>
            <pc:sldMk cId="1301075000" sldId="370"/>
            <ac:cxnSpMk id="10" creationId="{EE2C543A-244E-4C6C-A2FD-6501A471B78D}"/>
          </ac:cxnSpMkLst>
        </pc:cxnChg>
      </pc:sldChg>
    </pc:docChg>
  </pc:docChgLst>
  <pc:docChgLst>
    <pc:chgData name="鈴木 秀規" userId="f68c5fd9-22d5-4c0a-9833-7fb0f5135313" providerId="ADAL" clId="{E853165E-E035-4511-B5B4-308A168A0417}"/>
    <pc:docChg chg="undo custSel addSld delSld modSld sldOrd">
      <pc:chgData name="鈴木 秀規" userId="f68c5fd9-22d5-4c0a-9833-7fb0f5135313" providerId="ADAL" clId="{E853165E-E035-4511-B5B4-308A168A0417}" dt="2021-01-26T07:40:36.140" v="901" actId="207"/>
      <pc:docMkLst>
        <pc:docMk/>
      </pc:docMkLst>
      <pc:sldChg chg="modSp mod">
        <pc:chgData name="鈴木 秀規" userId="f68c5fd9-22d5-4c0a-9833-7fb0f5135313" providerId="ADAL" clId="{E853165E-E035-4511-B5B4-308A168A0417}" dt="2021-01-26T06:47:48.930" v="0"/>
        <pc:sldMkLst>
          <pc:docMk/>
          <pc:sldMk cId="0" sldId="256"/>
        </pc:sldMkLst>
        <pc:spChg chg="mod">
          <ac:chgData name="鈴木 秀規" userId="f68c5fd9-22d5-4c0a-9833-7fb0f5135313" providerId="ADAL" clId="{E853165E-E035-4511-B5B4-308A168A0417}" dt="2021-01-26T06:47:48.930" v="0"/>
          <ac:spMkLst>
            <pc:docMk/>
            <pc:sldMk cId="0" sldId="256"/>
            <ac:spMk id="56" creationId="{00000000-0000-0000-0000-000000000000}"/>
          </ac:spMkLst>
        </pc:spChg>
      </pc:sldChg>
      <pc:sldChg chg="modSp mod">
        <pc:chgData name="鈴木 秀規" userId="f68c5fd9-22d5-4c0a-9833-7fb0f5135313" providerId="ADAL" clId="{E853165E-E035-4511-B5B4-308A168A0417}" dt="2021-01-26T06:49:05.682" v="12" actId="207"/>
        <pc:sldMkLst>
          <pc:docMk/>
          <pc:sldMk cId="1859091905" sldId="362"/>
        </pc:sldMkLst>
        <pc:spChg chg="mod">
          <ac:chgData name="鈴木 秀規" userId="f68c5fd9-22d5-4c0a-9833-7fb0f5135313" providerId="ADAL" clId="{E853165E-E035-4511-B5B4-308A168A0417}" dt="2021-01-26T06:48:04.540" v="1"/>
          <ac:spMkLst>
            <pc:docMk/>
            <pc:sldMk cId="1859091905" sldId="362"/>
            <ac:spMk id="7" creationId="{58177CF6-E256-4D88-B489-5F2EFF09AC4C}"/>
          </ac:spMkLst>
        </pc:spChg>
        <pc:spChg chg="mod">
          <ac:chgData name="鈴木 秀規" userId="f68c5fd9-22d5-4c0a-9833-7fb0f5135313" providerId="ADAL" clId="{E853165E-E035-4511-B5B4-308A168A0417}" dt="2021-01-26T06:49:05.682" v="12" actId="207"/>
          <ac:spMkLst>
            <pc:docMk/>
            <pc:sldMk cId="1859091905" sldId="362"/>
            <ac:spMk id="8" creationId="{C57C43D1-E1C5-418D-A114-931FDA96CE3D}"/>
          </ac:spMkLst>
        </pc:spChg>
      </pc:sldChg>
      <pc:sldChg chg="addSp modSp new mod">
        <pc:chgData name="鈴木 秀規" userId="f68c5fd9-22d5-4c0a-9833-7fb0f5135313" providerId="ADAL" clId="{E853165E-E035-4511-B5B4-308A168A0417}" dt="2021-01-26T06:50:48.508" v="56" actId="12385"/>
        <pc:sldMkLst>
          <pc:docMk/>
          <pc:sldMk cId="793301096" sldId="363"/>
        </pc:sldMkLst>
        <pc:spChg chg="mod">
          <ac:chgData name="鈴木 秀規" userId="f68c5fd9-22d5-4c0a-9833-7fb0f5135313" providerId="ADAL" clId="{E853165E-E035-4511-B5B4-308A168A0417}" dt="2021-01-26T06:49:57.100" v="41" actId="20577"/>
          <ac:spMkLst>
            <pc:docMk/>
            <pc:sldMk cId="793301096" sldId="363"/>
            <ac:spMk id="3" creationId="{CAEF03B5-8A80-40F1-B6F3-91A3C874CB8C}"/>
          </ac:spMkLst>
        </pc:spChg>
        <pc:spChg chg="mod">
          <ac:chgData name="鈴木 秀規" userId="f68c5fd9-22d5-4c0a-9833-7fb0f5135313" providerId="ADAL" clId="{E853165E-E035-4511-B5B4-308A168A0417}" dt="2021-01-26T06:50:08.482" v="43" actId="14100"/>
          <ac:spMkLst>
            <pc:docMk/>
            <pc:sldMk cId="793301096" sldId="363"/>
            <ac:spMk id="5" creationId="{3C545612-3038-40B1-A295-2CFF199741DE}"/>
          </ac:spMkLst>
        </pc:spChg>
        <pc:graphicFrameChg chg="add mod modGraphic">
          <ac:chgData name="鈴木 秀規" userId="f68c5fd9-22d5-4c0a-9833-7fb0f5135313" providerId="ADAL" clId="{E853165E-E035-4511-B5B4-308A168A0417}" dt="2021-01-26T06:50:48.508" v="56" actId="12385"/>
          <ac:graphicFrameMkLst>
            <pc:docMk/>
            <pc:sldMk cId="793301096" sldId="363"/>
            <ac:graphicFrameMk id="6" creationId="{5E38C811-DE1D-4334-A5BC-95985E1285ED}"/>
          </ac:graphicFrameMkLst>
        </pc:graphicFrameChg>
      </pc:sldChg>
      <pc:sldChg chg="del">
        <pc:chgData name="鈴木 秀規" userId="f68c5fd9-22d5-4c0a-9833-7fb0f5135313" providerId="ADAL" clId="{E853165E-E035-4511-B5B4-308A168A0417}" dt="2021-01-26T06:49:23.924" v="13" actId="2696"/>
        <pc:sldMkLst>
          <pc:docMk/>
          <pc:sldMk cId="3069677134" sldId="363"/>
        </pc:sldMkLst>
      </pc:sldChg>
      <pc:sldChg chg="addSp modSp new mod">
        <pc:chgData name="鈴木 秀規" userId="f68c5fd9-22d5-4c0a-9833-7fb0f5135313" providerId="ADAL" clId="{E853165E-E035-4511-B5B4-308A168A0417}" dt="2021-01-26T06:53:45.356" v="106" actId="207"/>
        <pc:sldMkLst>
          <pc:docMk/>
          <pc:sldMk cId="7953356" sldId="364"/>
        </pc:sldMkLst>
        <pc:spChg chg="mod">
          <ac:chgData name="鈴木 秀規" userId="f68c5fd9-22d5-4c0a-9833-7fb0f5135313" providerId="ADAL" clId="{E853165E-E035-4511-B5B4-308A168A0417}" dt="2021-01-26T06:51:32.794" v="58"/>
          <ac:spMkLst>
            <pc:docMk/>
            <pc:sldMk cId="7953356" sldId="364"/>
            <ac:spMk id="3" creationId="{BD59F02B-7C32-4210-BA64-A90F6DDDDA21}"/>
          </ac:spMkLst>
        </pc:spChg>
        <pc:spChg chg="mod">
          <ac:chgData name="鈴木 秀規" userId="f68c5fd9-22d5-4c0a-9833-7fb0f5135313" providerId="ADAL" clId="{E853165E-E035-4511-B5B4-308A168A0417}" dt="2021-01-26T06:52:04.128" v="66" actId="207"/>
          <ac:spMkLst>
            <pc:docMk/>
            <pc:sldMk cId="7953356" sldId="364"/>
            <ac:spMk id="5" creationId="{B4FD4BC4-80F7-45E9-873C-F05FA4D90E7F}"/>
          </ac:spMkLst>
        </pc:spChg>
        <pc:spChg chg="add mod">
          <ac:chgData name="鈴木 秀規" userId="f68c5fd9-22d5-4c0a-9833-7fb0f5135313" providerId="ADAL" clId="{E853165E-E035-4511-B5B4-308A168A0417}" dt="2021-01-26T06:52:55.530" v="95" actId="14100"/>
          <ac:spMkLst>
            <pc:docMk/>
            <pc:sldMk cId="7953356" sldId="364"/>
            <ac:spMk id="6" creationId="{D3DA8777-804A-47C3-9725-557A2585CDBC}"/>
          </ac:spMkLst>
        </pc:spChg>
        <pc:spChg chg="add mod">
          <ac:chgData name="鈴木 秀規" userId="f68c5fd9-22d5-4c0a-9833-7fb0f5135313" providerId="ADAL" clId="{E853165E-E035-4511-B5B4-308A168A0417}" dt="2021-01-26T06:53:13.991" v="98" actId="14100"/>
          <ac:spMkLst>
            <pc:docMk/>
            <pc:sldMk cId="7953356" sldId="364"/>
            <ac:spMk id="7" creationId="{3FEB2926-C905-4FA8-B450-B619224DA1C1}"/>
          </ac:spMkLst>
        </pc:spChg>
        <pc:spChg chg="add mod">
          <ac:chgData name="鈴木 秀規" userId="f68c5fd9-22d5-4c0a-9833-7fb0f5135313" providerId="ADAL" clId="{E853165E-E035-4511-B5B4-308A168A0417}" dt="2021-01-26T06:53:45.356" v="106" actId="207"/>
          <ac:spMkLst>
            <pc:docMk/>
            <pc:sldMk cId="7953356" sldId="364"/>
            <ac:spMk id="8" creationId="{6A367164-A928-4A01-943C-55D34E06BEB2}"/>
          </ac:spMkLst>
        </pc:spChg>
      </pc:sldChg>
      <pc:sldChg chg="del">
        <pc:chgData name="鈴木 秀規" userId="f68c5fd9-22d5-4c0a-9833-7fb0f5135313" providerId="ADAL" clId="{E853165E-E035-4511-B5B4-308A168A0417}" dt="2021-01-26T06:49:23.924" v="13" actId="2696"/>
        <pc:sldMkLst>
          <pc:docMk/>
          <pc:sldMk cId="2175104273" sldId="364"/>
        </pc:sldMkLst>
      </pc:sldChg>
      <pc:sldChg chg="addSp delSp modSp new mod">
        <pc:chgData name="鈴木 秀規" userId="f68c5fd9-22d5-4c0a-9833-7fb0f5135313" providerId="ADAL" clId="{E853165E-E035-4511-B5B4-308A168A0417}" dt="2021-01-26T06:56:32.270" v="142" actId="207"/>
        <pc:sldMkLst>
          <pc:docMk/>
          <pc:sldMk cId="761714059" sldId="365"/>
        </pc:sldMkLst>
        <pc:spChg chg="mod">
          <ac:chgData name="鈴木 秀規" userId="f68c5fd9-22d5-4c0a-9833-7fb0f5135313" providerId="ADAL" clId="{E853165E-E035-4511-B5B4-308A168A0417}" dt="2021-01-26T06:53:58.034" v="108"/>
          <ac:spMkLst>
            <pc:docMk/>
            <pc:sldMk cId="761714059" sldId="365"/>
            <ac:spMk id="3" creationId="{3733A05E-9BA9-4926-9517-67B8A0E150D6}"/>
          </ac:spMkLst>
        </pc:spChg>
        <pc:spChg chg="mod">
          <ac:chgData name="鈴木 秀規" userId="f68c5fd9-22d5-4c0a-9833-7fb0f5135313" providerId="ADAL" clId="{E853165E-E035-4511-B5B4-308A168A0417}" dt="2021-01-26T06:54:20.720" v="112" actId="14100"/>
          <ac:spMkLst>
            <pc:docMk/>
            <pc:sldMk cId="761714059" sldId="365"/>
            <ac:spMk id="5" creationId="{E96A51FE-B42A-4EE4-A9DA-EEAF06618A1F}"/>
          </ac:spMkLst>
        </pc:spChg>
        <pc:spChg chg="add del">
          <ac:chgData name="鈴木 秀規" userId="f68c5fd9-22d5-4c0a-9833-7fb0f5135313" providerId="ADAL" clId="{E853165E-E035-4511-B5B4-308A168A0417}" dt="2021-01-26T06:54:35.192" v="114" actId="22"/>
          <ac:spMkLst>
            <pc:docMk/>
            <pc:sldMk cId="761714059" sldId="365"/>
            <ac:spMk id="7" creationId="{64B6B4F5-BFC6-4B7A-AE6A-58D1D989F876}"/>
          </ac:spMkLst>
        </pc:spChg>
        <pc:spChg chg="add mod">
          <ac:chgData name="鈴木 秀規" userId="f68c5fd9-22d5-4c0a-9833-7fb0f5135313" providerId="ADAL" clId="{E853165E-E035-4511-B5B4-308A168A0417}" dt="2021-01-26T06:56:32.270" v="142" actId="207"/>
          <ac:spMkLst>
            <pc:docMk/>
            <pc:sldMk cId="761714059" sldId="365"/>
            <ac:spMk id="9" creationId="{8A048620-FC94-4515-9BB9-AFAA97223774}"/>
          </ac:spMkLst>
        </pc:spChg>
        <pc:graphicFrameChg chg="add mod modGraphic">
          <ac:chgData name="鈴木 秀規" userId="f68c5fd9-22d5-4c0a-9833-7fb0f5135313" providerId="ADAL" clId="{E853165E-E035-4511-B5B4-308A168A0417}" dt="2021-01-26T06:55:55.576" v="132" actId="313"/>
          <ac:graphicFrameMkLst>
            <pc:docMk/>
            <pc:sldMk cId="761714059" sldId="365"/>
            <ac:graphicFrameMk id="8" creationId="{24A77B15-E2C0-47AB-8182-DE4F73A9C347}"/>
          </ac:graphicFrameMkLst>
        </pc:graphicFrameChg>
      </pc:sldChg>
      <pc:sldChg chg="del">
        <pc:chgData name="鈴木 秀規" userId="f68c5fd9-22d5-4c0a-9833-7fb0f5135313" providerId="ADAL" clId="{E853165E-E035-4511-B5B4-308A168A0417}" dt="2021-01-26T06:49:23.924" v="13" actId="2696"/>
        <pc:sldMkLst>
          <pc:docMk/>
          <pc:sldMk cId="1672930496" sldId="365"/>
        </pc:sldMkLst>
      </pc:sldChg>
      <pc:sldChg chg="modSp new mod">
        <pc:chgData name="鈴木 秀規" userId="f68c5fd9-22d5-4c0a-9833-7fb0f5135313" providerId="ADAL" clId="{E853165E-E035-4511-B5B4-308A168A0417}" dt="2021-01-26T06:57:55.540" v="162" actId="20577"/>
        <pc:sldMkLst>
          <pc:docMk/>
          <pc:sldMk cId="680852098" sldId="366"/>
        </pc:sldMkLst>
        <pc:spChg chg="mod">
          <ac:chgData name="鈴木 秀規" userId="f68c5fd9-22d5-4c0a-9833-7fb0f5135313" providerId="ADAL" clId="{E853165E-E035-4511-B5B4-308A168A0417}" dt="2021-01-26T06:56:49.451" v="144"/>
          <ac:spMkLst>
            <pc:docMk/>
            <pc:sldMk cId="680852098" sldId="366"/>
            <ac:spMk id="3" creationId="{FADC6B5B-32D8-4456-8CAF-77166E55C7D9}"/>
          </ac:spMkLst>
        </pc:spChg>
        <pc:spChg chg="mod">
          <ac:chgData name="鈴木 秀規" userId="f68c5fd9-22d5-4c0a-9833-7fb0f5135313" providerId="ADAL" clId="{E853165E-E035-4511-B5B4-308A168A0417}" dt="2021-01-26T06:57:55.540" v="162" actId="20577"/>
          <ac:spMkLst>
            <pc:docMk/>
            <pc:sldMk cId="680852098" sldId="366"/>
            <ac:spMk id="5" creationId="{AF203247-FDC5-4142-A6A8-9F290121F747}"/>
          </ac:spMkLst>
        </pc:spChg>
      </pc:sldChg>
      <pc:sldChg chg="del">
        <pc:chgData name="鈴木 秀規" userId="f68c5fd9-22d5-4c0a-9833-7fb0f5135313" providerId="ADAL" clId="{E853165E-E035-4511-B5B4-308A168A0417}" dt="2021-01-26T06:49:23.924" v="13" actId="2696"/>
        <pc:sldMkLst>
          <pc:docMk/>
          <pc:sldMk cId="3813337944" sldId="366"/>
        </pc:sldMkLst>
      </pc:sldChg>
      <pc:sldChg chg="del">
        <pc:chgData name="鈴木 秀規" userId="f68c5fd9-22d5-4c0a-9833-7fb0f5135313" providerId="ADAL" clId="{E853165E-E035-4511-B5B4-308A168A0417}" dt="2021-01-26T06:49:23.924" v="13" actId="2696"/>
        <pc:sldMkLst>
          <pc:docMk/>
          <pc:sldMk cId="926421663" sldId="367"/>
        </pc:sldMkLst>
      </pc:sldChg>
      <pc:sldChg chg="modSp new mod">
        <pc:chgData name="鈴木 秀規" userId="f68c5fd9-22d5-4c0a-9833-7fb0f5135313" providerId="ADAL" clId="{E853165E-E035-4511-B5B4-308A168A0417}" dt="2021-01-26T06:58:36.452" v="173" actId="207"/>
        <pc:sldMkLst>
          <pc:docMk/>
          <pc:sldMk cId="4223884688" sldId="367"/>
        </pc:sldMkLst>
        <pc:spChg chg="mod">
          <ac:chgData name="鈴木 秀規" userId="f68c5fd9-22d5-4c0a-9833-7fb0f5135313" providerId="ADAL" clId="{E853165E-E035-4511-B5B4-308A168A0417}" dt="2021-01-26T06:58:09.020" v="164"/>
          <ac:spMkLst>
            <pc:docMk/>
            <pc:sldMk cId="4223884688" sldId="367"/>
            <ac:spMk id="3" creationId="{4D44382D-F420-4DA2-97ED-86AF4EE00219}"/>
          </ac:spMkLst>
        </pc:spChg>
        <pc:spChg chg="mod">
          <ac:chgData name="鈴木 秀規" userId="f68c5fd9-22d5-4c0a-9833-7fb0f5135313" providerId="ADAL" clId="{E853165E-E035-4511-B5B4-308A168A0417}" dt="2021-01-26T06:58:36.452" v="173" actId="207"/>
          <ac:spMkLst>
            <pc:docMk/>
            <pc:sldMk cId="4223884688" sldId="367"/>
            <ac:spMk id="5" creationId="{671AB20C-6279-46AD-9F80-21F317F80AA7}"/>
          </ac:spMkLst>
        </pc:spChg>
      </pc:sldChg>
      <pc:sldChg chg="addSp modSp new mod">
        <pc:chgData name="鈴木 秀規" userId="f68c5fd9-22d5-4c0a-9833-7fb0f5135313" providerId="ADAL" clId="{E853165E-E035-4511-B5B4-308A168A0417}" dt="2021-01-26T07:00:37.342" v="193" actId="20577"/>
        <pc:sldMkLst>
          <pc:docMk/>
          <pc:sldMk cId="1322122799" sldId="368"/>
        </pc:sldMkLst>
        <pc:spChg chg="mod">
          <ac:chgData name="鈴木 秀規" userId="f68c5fd9-22d5-4c0a-9833-7fb0f5135313" providerId="ADAL" clId="{E853165E-E035-4511-B5B4-308A168A0417}" dt="2021-01-26T06:58:54.688" v="175"/>
          <ac:spMkLst>
            <pc:docMk/>
            <pc:sldMk cId="1322122799" sldId="368"/>
            <ac:spMk id="3" creationId="{89C63CE1-B4C7-4E52-9D4C-89FC8C97920A}"/>
          </ac:spMkLst>
        </pc:spChg>
        <pc:spChg chg="mod">
          <ac:chgData name="鈴木 秀規" userId="f68c5fd9-22d5-4c0a-9833-7fb0f5135313" providerId="ADAL" clId="{E853165E-E035-4511-B5B4-308A168A0417}" dt="2021-01-26T06:59:05.901" v="179" actId="14100"/>
          <ac:spMkLst>
            <pc:docMk/>
            <pc:sldMk cId="1322122799" sldId="368"/>
            <ac:spMk id="5" creationId="{77F3E9FD-1612-4B26-AF75-B3654AA72AE3}"/>
          </ac:spMkLst>
        </pc:spChg>
        <pc:spChg chg="add mod">
          <ac:chgData name="鈴木 秀規" userId="f68c5fd9-22d5-4c0a-9833-7fb0f5135313" providerId="ADAL" clId="{E853165E-E035-4511-B5B4-308A168A0417}" dt="2021-01-26T07:00:37.342" v="193" actId="20577"/>
          <ac:spMkLst>
            <pc:docMk/>
            <pc:sldMk cId="1322122799" sldId="368"/>
            <ac:spMk id="7" creationId="{C343A5EB-2A4E-49AD-9B0E-AA7D5DED592C}"/>
          </ac:spMkLst>
        </pc:spChg>
        <pc:graphicFrameChg chg="add mod modGraphic">
          <ac:chgData name="鈴木 秀規" userId="f68c5fd9-22d5-4c0a-9833-7fb0f5135313" providerId="ADAL" clId="{E853165E-E035-4511-B5B4-308A168A0417}" dt="2021-01-26T06:59:38.318" v="186" actId="12385"/>
          <ac:graphicFrameMkLst>
            <pc:docMk/>
            <pc:sldMk cId="1322122799" sldId="368"/>
            <ac:graphicFrameMk id="6" creationId="{66BCC900-1F2F-43EB-97AE-71D9DFF52AF4}"/>
          </ac:graphicFrameMkLst>
        </pc:graphicFrameChg>
      </pc:sldChg>
      <pc:sldChg chg="del">
        <pc:chgData name="鈴木 秀規" userId="f68c5fd9-22d5-4c0a-9833-7fb0f5135313" providerId="ADAL" clId="{E853165E-E035-4511-B5B4-308A168A0417}" dt="2021-01-26T06:49:23.924" v="13" actId="2696"/>
        <pc:sldMkLst>
          <pc:docMk/>
          <pc:sldMk cId="1591258520" sldId="368"/>
        </pc:sldMkLst>
      </pc:sldChg>
      <pc:sldChg chg="addSp modSp new mod">
        <pc:chgData name="鈴木 秀規" userId="f68c5fd9-22d5-4c0a-9833-7fb0f5135313" providerId="ADAL" clId="{E853165E-E035-4511-B5B4-308A168A0417}" dt="2021-01-26T07:09:00.463" v="507" actId="1076"/>
        <pc:sldMkLst>
          <pc:docMk/>
          <pc:sldMk cId="315703525" sldId="369"/>
        </pc:sldMkLst>
        <pc:spChg chg="mod">
          <ac:chgData name="鈴木 秀規" userId="f68c5fd9-22d5-4c0a-9833-7fb0f5135313" providerId="ADAL" clId="{E853165E-E035-4511-B5B4-308A168A0417}" dt="2021-01-26T07:00:51.742" v="195"/>
          <ac:spMkLst>
            <pc:docMk/>
            <pc:sldMk cId="315703525" sldId="369"/>
            <ac:spMk id="3" creationId="{3579D21D-214D-4555-8975-F5BB54400AC7}"/>
          </ac:spMkLst>
        </pc:spChg>
        <pc:spChg chg="mod">
          <ac:chgData name="鈴木 秀規" userId="f68c5fd9-22d5-4c0a-9833-7fb0f5135313" providerId="ADAL" clId="{E853165E-E035-4511-B5B4-308A168A0417}" dt="2021-01-26T07:01:02.441" v="199" actId="14100"/>
          <ac:spMkLst>
            <pc:docMk/>
            <pc:sldMk cId="315703525" sldId="369"/>
            <ac:spMk id="5" creationId="{D163C203-11FA-4A78-BFC9-15A479C92BB8}"/>
          </ac:spMkLst>
        </pc:spChg>
        <pc:spChg chg="add mod">
          <ac:chgData name="鈴木 秀規" userId="f68c5fd9-22d5-4c0a-9833-7fb0f5135313" providerId="ADAL" clId="{E853165E-E035-4511-B5B4-308A168A0417}" dt="2021-01-26T07:03:44.599" v="264" actId="14100"/>
          <ac:spMkLst>
            <pc:docMk/>
            <pc:sldMk cId="315703525" sldId="369"/>
            <ac:spMk id="7" creationId="{FFE3FAC7-5395-4AAF-ABA2-9B7509B04D4D}"/>
          </ac:spMkLst>
        </pc:spChg>
        <pc:spChg chg="add mod">
          <ac:chgData name="鈴木 秀規" userId="f68c5fd9-22d5-4c0a-9833-7fb0f5135313" providerId="ADAL" clId="{E853165E-E035-4511-B5B4-308A168A0417}" dt="2021-01-26T07:08:14.331" v="500" actId="1076"/>
          <ac:spMkLst>
            <pc:docMk/>
            <pc:sldMk cId="315703525" sldId="369"/>
            <ac:spMk id="9" creationId="{6D5056E3-2F58-4B23-BB19-5CEAC7EB4FB7}"/>
          </ac:spMkLst>
        </pc:spChg>
        <pc:spChg chg="add mod">
          <ac:chgData name="鈴木 秀規" userId="f68c5fd9-22d5-4c0a-9833-7fb0f5135313" providerId="ADAL" clId="{E853165E-E035-4511-B5B4-308A168A0417}" dt="2021-01-26T07:08:16.235" v="501" actId="571"/>
          <ac:spMkLst>
            <pc:docMk/>
            <pc:sldMk cId="315703525" sldId="369"/>
            <ac:spMk id="10" creationId="{04909C17-CFB9-4D4C-9AC6-0A3C971DE333}"/>
          </ac:spMkLst>
        </pc:spChg>
        <pc:spChg chg="add mod">
          <ac:chgData name="鈴木 秀規" userId="f68c5fd9-22d5-4c0a-9833-7fb0f5135313" providerId="ADAL" clId="{E853165E-E035-4511-B5B4-308A168A0417}" dt="2021-01-26T07:08:25.768" v="502" actId="571"/>
          <ac:spMkLst>
            <pc:docMk/>
            <pc:sldMk cId="315703525" sldId="369"/>
            <ac:spMk id="11" creationId="{59DE6BC7-E6E4-423A-BB58-C78E0EE07548}"/>
          </ac:spMkLst>
        </pc:spChg>
        <pc:spChg chg="add mod">
          <ac:chgData name="鈴木 秀規" userId="f68c5fd9-22d5-4c0a-9833-7fb0f5135313" providerId="ADAL" clId="{E853165E-E035-4511-B5B4-308A168A0417}" dt="2021-01-26T07:08:25.768" v="502" actId="571"/>
          <ac:spMkLst>
            <pc:docMk/>
            <pc:sldMk cId="315703525" sldId="369"/>
            <ac:spMk id="12" creationId="{8ADCFC81-F201-4182-9877-E88678F91386}"/>
          </ac:spMkLst>
        </pc:spChg>
        <pc:spChg chg="add mod">
          <ac:chgData name="鈴木 秀規" userId="f68c5fd9-22d5-4c0a-9833-7fb0f5135313" providerId="ADAL" clId="{E853165E-E035-4511-B5B4-308A168A0417}" dt="2021-01-26T07:09:00.463" v="507" actId="1076"/>
          <ac:spMkLst>
            <pc:docMk/>
            <pc:sldMk cId="315703525" sldId="369"/>
            <ac:spMk id="13" creationId="{7FC3877A-4C79-40D9-956C-E51FFDD02FB7}"/>
          </ac:spMkLst>
        </pc:spChg>
        <pc:graphicFrameChg chg="add mod modGraphic">
          <ac:chgData name="鈴木 秀規" userId="f68c5fd9-22d5-4c0a-9833-7fb0f5135313" providerId="ADAL" clId="{E853165E-E035-4511-B5B4-308A168A0417}" dt="2021-01-26T07:03:07.125" v="255" actId="1076"/>
          <ac:graphicFrameMkLst>
            <pc:docMk/>
            <pc:sldMk cId="315703525" sldId="369"/>
            <ac:graphicFrameMk id="6" creationId="{3FB337BA-FCC4-476F-851F-E9D142017ED6}"/>
          </ac:graphicFrameMkLst>
        </pc:graphicFrameChg>
        <pc:graphicFrameChg chg="add mod modGraphic">
          <ac:chgData name="鈴木 秀規" userId="f68c5fd9-22d5-4c0a-9833-7fb0f5135313" providerId="ADAL" clId="{E853165E-E035-4511-B5B4-308A168A0417}" dt="2021-01-26T07:07:46.065" v="495" actId="12385"/>
          <ac:graphicFrameMkLst>
            <pc:docMk/>
            <pc:sldMk cId="315703525" sldId="369"/>
            <ac:graphicFrameMk id="8" creationId="{49C03C2E-C2C3-4E43-A6AC-F47AF13EE8CD}"/>
          </ac:graphicFrameMkLst>
        </pc:graphicFrameChg>
      </pc:sldChg>
      <pc:sldChg chg="del">
        <pc:chgData name="鈴木 秀規" userId="f68c5fd9-22d5-4c0a-9833-7fb0f5135313" providerId="ADAL" clId="{E853165E-E035-4511-B5B4-308A168A0417}" dt="2021-01-26T06:49:23.924" v="13" actId="2696"/>
        <pc:sldMkLst>
          <pc:docMk/>
          <pc:sldMk cId="4005864456" sldId="369"/>
        </pc:sldMkLst>
      </pc:sldChg>
      <pc:sldChg chg="del">
        <pc:chgData name="鈴木 秀規" userId="f68c5fd9-22d5-4c0a-9833-7fb0f5135313" providerId="ADAL" clId="{E853165E-E035-4511-B5B4-308A168A0417}" dt="2021-01-26T06:49:23.924" v="13" actId="2696"/>
        <pc:sldMkLst>
          <pc:docMk/>
          <pc:sldMk cId="1111639589" sldId="370"/>
        </pc:sldMkLst>
      </pc:sldChg>
      <pc:sldChg chg="modSp new mod">
        <pc:chgData name="鈴木 秀規" userId="f68c5fd9-22d5-4c0a-9833-7fb0f5135313" providerId="ADAL" clId="{E853165E-E035-4511-B5B4-308A168A0417}" dt="2021-01-26T07:09:37.636" v="514" actId="207"/>
        <pc:sldMkLst>
          <pc:docMk/>
          <pc:sldMk cId="1918088230" sldId="370"/>
        </pc:sldMkLst>
        <pc:spChg chg="mod">
          <ac:chgData name="鈴木 秀規" userId="f68c5fd9-22d5-4c0a-9833-7fb0f5135313" providerId="ADAL" clId="{E853165E-E035-4511-B5B4-308A168A0417}" dt="2021-01-26T07:09:18.165" v="509"/>
          <ac:spMkLst>
            <pc:docMk/>
            <pc:sldMk cId="1918088230" sldId="370"/>
            <ac:spMk id="3" creationId="{64F1479F-1941-4D3E-9030-5EA412C6B32C}"/>
          </ac:spMkLst>
        </pc:spChg>
        <pc:spChg chg="mod">
          <ac:chgData name="鈴木 秀規" userId="f68c5fd9-22d5-4c0a-9833-7fb0f5135313" providerId="ADAL" clId="{E853165E-E035-4511-B5B4-308A168A0417}" dt="2021-01-26T07:09:37.636" v="514" actId="207"/>
          <ac:spMkLst>
            <pc:docMk/>
            <pc:sldMk cId="1918088230" sldId="370"/>
            <ac:spMk id="5" creationId="{BFCE6B65-8715-4522-A55C-2D7440524DC1}"/>
          </ac:spMkLst>
        </pc:spChg>
      </pc:sldChg>
      <pc:sldChg chg="del">
        <pc:chgData name="鈴木 秀規" userId="f68c5fd9-22d5-4c0a-9833-7fb0f5135313" providerId="ADAL" clId="{E853165E-E035-4511-B5B4-308A168A0417}" dt="2021-01-26T06:49:23.924" v="13" actId="2696"/>
        <pc:sldMkLst>
          <pc:docMk/>
          <pc:sldMk cId="1449548173" sldId="371"/>
        </pc:sldMkLst>
      </pc:sldChg>
      <pc:sldChg chg="addSp modSp new mod">
        <pc:chgData name="鈴木 秀規" userId="f68c5fd9-22d5-4c0a-9833-7fb0f5135313" providerId="ADAL" clId="{E853165E-E035-4511-B5B4-308A168A0417}" dt="2021-01-26T07:10:45.286" v="527" actId="6549"/>
        <pc:sldMkLst>
          <pc:docMk/>
          <pc:sldMk cId="1875641365" sldId="371"/>
        </pc:sldMkLst>
        <pc:spChg chg="mod">
          <ac:chgData name="鈴木 秀規" userId="f68c5fd9-22d5-4c0a-9833-7fb0f5135313" providerId="ADAL" clId="{E853165E-E035-4511-B5B4-308A168A0417}" dt="2021-01-26T07:09:52.646" v="516"/>
          <ac:spMkLst>
            <pc:docMk/>
            <pc:sldMk cId="1875641365" sldId="371"/>
            <ac:spMk id="3" creationId="{79199FA5-8FEC-4EF4-8FEB-C59D90C2228A}"/>
          </ac:spMkLst>
        </pc:spChg>
        <pc:spChg chg="mod">
          <ac:chgData name="鈴木 秀規" userId="f68c5fd9-22d5-4c0a-9833-7fb0f5135313" providerId="ADAL" clId="{E853165E-E035-4511-B5B4-308A168A0417}" dt="2021-01-26T07:10:06.341" v="519" actId="14100"/>
          <ac:spMkLst>
            <pc:docMk/>
            <pc:sldMk cId="1875641365" sldId="371"/>
            <ac:spMk id="5" creationId="{5DA25019-0660-4BDD-B55E-B5F9E8A5F8FA}"/>
          </ac:spMkLst>
        </pc:spChg>
        <pc:spChg chg="add mod">
          <ac:chgData name="鈴木 秀規" userId="f68c5fd9-22d5-4c0a-9833-7fb0f5135313" providerId="ADAL" clId="{E853165E-E035-4511-B5B4-308A168A0417}" dt="2021-01-26T07:10:45.286" v="527" actId="6549"/>
          <ac:spMkLst>
            <pc:docMk/>
            <pc:sldMk cId="1875641365" sldId="371"/>
            <ac:spMk id="7" creationId="{46B1B2EB-2B3A-4DC1-B80B-474661379F83}"/>
          </ac:spMkLst>
        </pc:spChg>
        <pc:graphicFrameChg chg="add mod modGraphic">
          <ac:chgData name="鈴木 秀規" userId="f68c5fd9-22d5-4c0a-9833-7fb0f5135313" providerId="ADAL" clId="{E853165E-E035-4511-B5B4-308A168A0417}" dt="2021-01-26T07:10:27.368" v="524" actId="12385"/>
          <ac:graphicFrameMkLst>
            <pc:docMk/>
            <pc:sldMk cId="1875641365" sldId="371"/>
            <ac:graphicFrameMk id="6" creationId="{DB6E5E4E-A296-4C66-AFBD-8AB7FFAEFF35}"/>
          </ac:graphicFrameMkLst>
        </pc:graphicFrameChg>
      </pc:sldChg>
      <pc:sldChg chg="del">
        <pc:chgData name="鈴木 秀規" userId="f68c5fd9-22d5-4c0a-9833-7fb0f5135313" providerId="ADAL" clId="{E853165E-E035-4511-B5B4-308A168A0417}" dt="2021-01-26T06:49:23.924" v="13" actId="2696"/>
        <pc:sldMkLst>
          <pc:docMk/>
          <pc:sldMk cId="944436562" sldId="372"/>
        </pc:sldMkLst>
      </pc:sldChg>
      <pc:sldChg chg="addSp modSp new mod">
        <pc:chgData name="鈴木 秀規" userId="f68c5fd9-22d5-4c0a-9833-7fb0f5135313" providerId="ADAL" clId="{E853165E-E035-4511-B5B4-308A168A0417}" dt="2021-01-26T07:16:30.417" v="558" actId="14100"/>
        <pc:sldMkLst>
          <pc:docMk/>
          <pc:sldMk cId="4147123060" sldId="372"/>
        </pc:sldMkLst>
        <pc:spChg chg="mod">
          <ac:chgData name="鈴木 秀規" userId="f68c5fd9-22d5-4c0a-9833-7fb0f5135313" providerId="ADAL" clId="{E853165E-E035-4511-B5B4-308A168A0417}" dt="2021-01-26T07:14:45.061" v="529"/>
          <ac:spMkLst>
            <pc:docMk/>
            <pc:sldMk cId="4147123060" sldId="372"/>
            <ac:spMk id="3" creationId="{2EA18155-BA30-4B8F-9456-D66423E4C71E}"/>
          </ac:spMkLst>
        </pc:spChg>
        <pc:spChg chg="mod">
          <ac:chgData name="鈴木 秀規" userId="f68c5fd9-22d5-4c0a-9833-7fb0f5135313" providerId="ADAL" clId="{E853165E-E035-4511-B5B4-308A168A0417}" dt="2021-01-26T07:15:11.190" v="545" actId="14100"/>
          <ac:spMkLst>
            <pc:docMk/>
            <pc:sldMk cId="4147123060" sldId="372"/>
            <ac:spMk id="5" creationId="{7F2EA038-8175-4307-8624-788489285D38}"/>
          </ac:spMkLst>
        </pc:spChg>
        <pc:spChg chg="add mod">
          <ac:chgData name="鈴木 秀規" userId="f68c5fd9-22d5-4c0a-9833-7fb0f5135313" providerId="ADAL" clId="{E853165E-E035-4511-B5B4-308A168A0417}" dt="2021-01-26T07:16:30.417" v="558" actId="14100"/>
          <ac:spMkLst>
            <pc:docMk/>
            <pc:sldMk cId="4147123060" sldId="372"/>
            <ac:spMk id="7" creationId="{7C184432-A4C0-43A0-9489-DFE4013BDC15}"/>
          </ac:spMkLst>
        </pc:spChg>
        <pc:graphicFrameChg chg="add mod modGraphic">
          <ac:chgData name="鈴木 秀規" userId="f68c5fd9-22d5-4c0a-9833-7fb0f5135313" providerId="ADAL" clId="{E853165E-E035-4511-B5B4-308A168A0417}" dt="2021-01-26T07:15:29.391" v="550" actId="12385"/>
          <ac:graphicFrameMkLst>
            <pc:docMk/>
            <pc:sldMk cId="4147123060" sldId="372"/>
            <ac:graphicFrameMk id="6" creationId="{8D427EB3-FACB-4063-B0DC-990726DCB991}"/>
          </ac:graphicFrameMkLst>
        </pc:graphicFrameChg>
      </pc:sldChg>
      <pc:sldChg chg="del">
        <pc:chgData name="鈴木 秀規" userId="f68c5fd9-22d5-4c0a-9833-7fb0f5135313" providerId="ADAL" clId="{E853165E-E035-4511-B5B4-308A168A0417}" dt="2021-01-26T06:49:23.924" v="13" actId="2696"/>
        <pc:sldMkLst>
          <pc:docMk/>
          <pc:sldMk cId="35644827" sldId="373"/>
        </pc:sldMkLst>
      </pc:sldChg>
      <pc:sldChg chg="modSp new mod">
        <pc:chgData name="鈴木 秀規" userId="f68c5fd9-22d5-4c0a-9833-7fb0f5135313" providerId="ADAL" clId="{E853165E-E035-4511-B5B4-308A168A0417}" dt="2021-01-26T07:17:03.116" v="569" actId="207"/>
        <pc:sldMkLst>
          <pc:docMk/>
          <pc:sldMk cId="310747956" sldId="373"/>
        </pc:sldMkLst>
        <pc:spChg chg="mod">
          <ac:chgData name="鈴木 秀規" userId="f68c5fd9-22d5-4c0a-9833-7fb0f5135313" providerId="ADAL" clId="{E853165E-E035-4511-B5B4-308A168A0417}" dt="2021-01-26T07:16:39.438" v="560"/>
          <ac:spMkLst>
            <pc:docMk/>
            <pc:sldMk cId="310747956" sldId="373"/>
            <ac:spMk id="3" creationId="{1D48062C-486F-4508-9019-5F8EBA5C15A4}"/>
          </ac:spMkLst>
        </pc:spChg>
        <pc:spChg chg="mod">
          <ac:chgData name="鈴木 秀規" userId="f68c5fd9-22d5-4c0a-9833-7fb0f5135313" providerId="ADAL" clId="{E853165E-E035-4511-B5B4-308A168A0417}" dt="2021-01-26T07:17:03.116" v="569" actId="207"/>
          <ac:spMkLst>
            <pc:docMk/>
            <pc:sldMk cId="310747956" sldId="373"/>
            <ac:spMk id="5" creationId="{A4750B68-70D9-4C99-AF60-82482FAB7F0A}"/>
          </ac:spMkLst>
        </pc:spChg>
      </pc:sldChg>
      <pc:sldChg chg="modSp new mod">
        <pc:chgData name="鈴木 秀規" userId="f68c5fd9-22d5-4c0a-9833-7fb0f5135313" providerId="ADAL" clId="{E853165E-E035-4511-B5B4-308A168A0417}" dt="2021-01-26T07:18:19.034" v="594" actId="207"/>
        <pc:sldMkLst>
          <pc:docMk/>
          <pc:sldMk cId="84034417" sldId="374"/>
        </pc:sldMkLst>
        <pc:spChg chg="mod">
          <ac:chgData name="鈴木 秀規" userId="f68c5fd9-22d5-4c0a-9833-7fb0f5135313" providerId="ADAL" clId="{E853165E-E035-4511-B5B4-308A168A0417}" dt="2021-01-26T07:17:12.938" v="571"/>
          <ac:spMkLst>
            <pc:docMk/>
            <pc:sldMk cId="84034417" sldId="374"/>
            <ac:spMk id="3" creationId="{E06B1000-9220-4D64-830A-7136494F2DBF}"/>
          </ac:spMkLst>
        </pc:spChg>
        <pc:spChg chg="mod">
          <ac:chgData name="鈴木 秀規" userId="f68c5fd9-22d5-4c0a-9833-7fb0f5135313" providerId="ADAL" clId="{E853165E-E035-4511-B5B4-308A168A0417}" dt="2021-01-26T07:18:19.034" v="594" actId="207"/>
          <ac:spMkLst>
            <pc:docMk/>
            <pc:sldMk cId="84034417" sldId="374"/>
            <ac:spMk id="5" creationId="{8AB3D740-2F1A-4FA4-AF46-FF8F852F0650}"/>
          </ac:spMkLst>
        </pc:spChg>
      </pc:sldChg>
      <pc:sldChg chg="del">
        <pc:chgData name="鈴木 秀規" userId="f68c5fd9-22d5-4c0a-9833-7fb0f5135313" providerId="ADAL" clId="{E853165E-E035-4511-B5B4-308A168A0417}" dt="2021-01-26T06:49:23.924" v="13" actId="2696"/>
        <pc:sldMkLst>
          <pc:docMk/>
          <pc:sldMk cId="3586215112" sldId="374"/>
        </pc:sldMkLst>
      </pc:sldChg>
      <pc:sldChg chg="del">
        <pc:chgData name="鈴木 秀規" userId="f68c5fd9-22d5-4c0a-9833-7fb0f5135313" providerId="ADAL" clId="{E853165E-E035-4511-B5B4-308A168A0417}" dt="2021-01-26T06:49:23.924" v="13" actId="2696"/>
        <pc:sldMkLst>
          <pc:docMk/>
          <pc:sldMk cId="3278431197" sldId="375"/>
        </pc:sldMkLst>
      </pc:sldChg>
      <pc:sldChg chg="modSp new mod">
        <pc:chgData name="鈴木 秀規" userId="f68c5fd9-22d5-4c0a-9833-7fb0f5135313" providerId="ADAL" clId="{E853165E-E035-4511-B5B4-308A168A0417}" dt="2021-01-26T07:19:41.168" v="628" actId="207"/>
        <pc:sldMkLst>
          <pc:docMk/>
          <pc:sldMk cId="4133178376" sldId="375"/>
        </pc:sldMkLst>
        <pc:spChg chg="mod">
          <ac:chgData name="鈴木 秀規" userId="f68c5fd9-22d5-4c0a-9833-7fb0f5135313" providerId="ADAL" clId="{E853165E-E035-4511-B5B4-308A168A0417}" dt="2021-01-26T07:18:35.603" v="596"/>
          <ac:spMkLst>
            <pc:docMk/>
            <pc:sldMk cId="4133178376" sldId="375"/>
            <ac:spMk id="3" creationId="{746B367E-1769-43F6-B709-9DC962BCAD84}"/>
          </ac:spMkLst>
        </pc:spChg>
        <pc:spChg chg="mod">
          <ac:chgData name="鈴木 秀規" userId="f68c5fd9-22d5-4c0a-9833-7fb0f5135313" providerId="ADAL" clId="{E853165E-E035-4511-B5B4-308A168A0417}" dt="2021-01-26T07:19:41.168" v="628" actId="207"/>
          <ac:spMkLst>
            <pc:docMk/>
            <pc:sldMk cId="4133178376" sldId="375"/>
            <ac:spMk id="5" creationId="{7BD660E2-4B00-4845-95F2-9DBB4781CAE5}"/>
          </ac:spMkLst>
        </pc:spChg>
      </pc:sldChg>
      <pc:sldChg chg="del">
        <pc:chgData name="鈴木 秀規" userId="f68c5fd9-22d5-4c0a-9833-7fb0f5135313" providerId="ADAL" clId="{E853165E-E035-4511-B5B4-308A168A0417}" dt="2021-01-26T06:49:23.924" v="13" actId="2696"/>
        <pc:sldMkLst>
          <pc:docMk/>
          <pc:sldMk cId="3335697102" sldId="376"/>
        </pc:sldMkLst>
      </pc:sldChg>
      <pc:sldChg chg="modSp new mod">
        <pc:chgData name="鈴木 秀規" userId="f68c5fd9-22d5-4c0a-9833-7fb0f5135313" providerId="ADAL" clId="{E853165E-E035-4511-B5B4-308A168A0417}" dt="2021-01-26T07:21:48.714" v="658" actId="207"/>
        <pc:sldMkLst>
          <pc:docMk/>
          <pc:sldMk cId="3795804375" sldId="376"/>
        </pc:sldMkLst>
        <pc:spChg chg="mod">
          <ac:chgData name="鈴木 秀規" userId="f68c5fd9-22d5-4c0a-9833-7fb0f5135313" providerId="ADAL" clId="{E853165E-E035-4511-B5B4-308A168A0417}" dt="2021-01-26T07:20:07.699" v="630"/>
          <ac:spMkLst>
            <pc:docMk/>
            <pc:sldMk cId="3795804375" sldId="376"/>
            <ac:spMk id="3" creationId="{B507E0B6-C1E9-4F9D-8B09-1681C4D89919}"/>
          </ac:spMkLst>
        </pc:spChg>
        <pc:spChg chg="mod">
          <ac:chgData name="鈴木 秀規" userId="f68c5fd9-22d5-4c0a-9833-7fb0f5135313" providerId="ADAL" clId="{E853165E-E035-4511-B5B4-308A168A0417}" dt="2021-01-26T07:21:48.714" v="658" actId="207"/>
          <ac:spMkLst>
            <pc:docMk/>
            <pc:sldMk cId="3795804375" sldId="376"/>
            <ac:spMk id="5" creationId="{BE107BB1-F5D7-4713-A850-B3ACA63D2DE9}"/>
          </ac:spMkLst>
        </pc:spChg>
      </pc:sldChg>
      <pc:sldChg chg="del">
        <pc:chgData name="鈴木 秀規" userId="f68c5fd9-22d5-4c0a-9833-7fb0f5135313" providerId="ADAL" clId="{E853165E-E035-4511-B5B4-308A168A0417}" dt="2021-01-26T06:49:23.924" v="13" actId="2696"/>
        <pc:sldMkLst>
          <pc:docMk/>
          <pc:sldMk cId="1075370688" sldId="377"/>
        </pc:sldMkLst>
      </pc:sldChg>
      <pc:sldChg chg="modSp new mod">
        <pc:chgData name="鈴木 秀規" userId="f68c5fd9-22d5-4c0a-9833-7fb0f5135313" providerId="ADAL" clId="{E853165E-E035-4511-B5B4-308A168A0417}" dt="2021-01-26T07:24:00.081" v="677"/>
        <pc:sldMkLst>
          <pc:docMk/>
          <pc:sldMk cId="4201067025" sldId="377"/>
        </pc:sldMkLst>
        <pc:spChg chg="mod">
          <ac:chgData name="鈴木 秀規" userId="f68c5fd9-22d5-4c0a-9833-7fb0f5135313" providerId="ADAL" clId="{E853165E-E035-4511-B5B4-308A168A0417}" dt="2021-01-26T07:24:00.081" v="677"/>
          <ac:spMkLst>
            <pc:docMk/>
            <pc:sldMk cId="4201067025" sldId="377"/>
            <ac:spMk id="3" creationId="{0665AB20-5634-4D5D-BE5B-3E4D60E5D7CB}"/>
          </ac:spMkLst>
        </pc:spChg>
        <pc:spChg chg="mod">
          <ac:chgData name="鈴木 秀規" userId="f68c5fd9-22d5-4c0a-9833-7fb0f5135313" providerId="ADAL" clId="{E853165E-E035-4511-B5B4-308A168A0417}" dt="2021-01-26T07:23:42.653" v="676" actId="207"/>
          <ac:spMkLst>
            <pc:docMk/>
            <pc:sldMk cId="4201067025" sldId="377"/>
            <ac:spMk id="5" creationId="{63F330CA-F3E7-4D06-A9A4-0E49DCF88952}"/>
          </ac:spMkLst>
        </pc:spChg>
      </pc:sldChg>
      <pc:sldChg chg="modSp new mod">
        <pc:chgData name="鈴木 秀規" userId="f68c5fd9-22d5-4c0a-9833-7fb0f5135313" providerId="ADAL" clId="{E853165E-E035-4511-B5B4-308A168A0417}" dt="2021-01-26T07:25:50.648" v="716" actId="20577"/>
        <pc:sldMkLst>
          <pc:docMk/>
          <pc:sldMk cId="2170260322" sldId="378"/>
        </pc:sldMkLst>
        <pc:spChg chg="mod">
          <ac:chgData name="鈴木 秀規" userId="f68c5fd9-22d5-4c0a-9833-7fb0f5135313" providerId="ADAL" clId="{E853165E-E035-4511-B5B4-308A168A0417}" dt="2021-01-26T07:24:20.672" v="679"/>
          <ac:spMkLst>
            <pc:docMk/>
            <pc:sldMk cId="2170260322" sldId="378"/>
            <ac:spMk id="3" creationId="{0DA8AECB-9949-437E-B1D6-39595C07B0D8}"/>
          </ac:spMkLst>
        </pc:spChg>
        <pc:spChg chg="mod">
          <ac:chgData name="鈴木 秀規" userId="f68c5fd9-22d5-4c0a-9833-7fb0f5135313" providerId="ADAL" clId="{E853165E-E035-4511-B5B4-308A168A0417}" dt="2021-01-26T07:25:50.648" v="716" actId="20577"/>
          <ac:spMkLst>
            <pc:docMk/>
            <pc:sldMk cId="2170260322" sldId="378"/>
            <ac:spMk id="5" creationId="{4FDEE744-CA72-4937-ADAC-29EBAB9434D3}"/>
          </ac:spMkLst>
        </pc:spChg>
      </pc:sldChg>
      <pc:sldChg chg="del">
        <pc:chgData name="鈴木 秀規" userId="f68c5fd9-22d5-4c0a-9833-7fb0f5135313" providerId="ADAL" clId="{E853165E-E035-4511-B5B4-308A168A0417}" dt="2021-01-26T06:49:23.924" v="13" actId="2696"/>
        <pc:sldMkLst>
          <pc:docMk/>
          <pc:sldMk cId="2580646882" sldId="378"/>
        </pc:sldMkLst>
      </pc:sldChg>
      <pc:sldChg chg="del">
        <pc:chgData name="鈴木 秀規" userId="f68c5fd9-22d5-4c0a-9833-7fb0f5135313" providerId="ADAL" clId="{E853165E-E035-4511-B5B4-308A168A0417}" dt="2021-01-26T06:49:23.924" v="13" actId="2696"/>
        <pc:sldMkLst>
          <pc:docMk/>
          <pc:sldMk cId="3868544456" sldId="379"/>
        </pc:sldMkLst>
      </pc:sldChg>
      <pc:sldChg chg="modSp new mod">
        <pc:chgData name="鈴木 秀規" userId="f68c5fd9-22d5-4c0a-9833-7fb0f5135313" providerId="ADAL" clId="{E853165E-E035-4511-B5B4-308A168A0417}" dt="2021-01-26T07:27:23.533" v="740" actId="207"/>
        <pc:sldMkLst>
          <pc:docMk/>
          <pc:sldMk cId="4171248681" sldId="379"/>
        </pc:sldMkLst>
        <pc:spChg chg="mod">
          <ac:chgData name="鈴木 秀規" userId="f68c5fd9-22d5-4c0a-9833-7fb0f5135313" providerId="ADAL" clId="{E853165E-E035-4511-B5B4-308A168A0417}" dt="2021-01-26T07:26:07.408" v="718"/>
          <ac:spMkLst>
            <pc:docMk/>
            <pc:sldMk cId="4171248681" sldId="379"/>
            <ac:spMk id="3" creationId="{6AB4C576-1A20-40B6-9482-425697740EAC}"/>
          </ac:spMkLst>
        </pc:spChg>
        <pc:spChg chg="mod">
          <ac:chgData name="鈴木 秀規" userId="f68c5fd9-22d5-4c0a-9833-7fb0f5135313" providerId="ADAL" clId="{E853165E-E035-4511-B5B4-308A168A0417}" dt="2021-01-26T07:27:23.533" v="740" actId="207"/>
          <ac:spMkLst>
            <pc:docMk/>
            <pc:sldMk cId="4171248681" sldId="379"/>
            <ac:spMk id="5" creationId="{411E77CC-7B52-4ADF-9369-7EE2F4FF9FB4}"/>
          </ac:spMkLst>
        </pc:spChg>
      </pc:sldChg>
      <pc:sldChg chg="modSp new mod">
        <pc:chgData name="鈴木 秀規" userId="f68c5fd9-22d5-4c0a-9833-7fb0f5135313" providerId="ADAL" clId="{E853165E-E035-4511-B5B4-308A168A0417}" dt="2021-01-26T07:30:14.987" v="775" actId="207"/>
        <pc:sldMkLst>
          <pc:docMk/>
          <pc:sldMk cId="1003752797" sldId="380"/>
        </pc:sldMkLst>
        <pc:spChg chg="mod">
          <ac:chgData name="鈴木 秀規" userId="f68c5fd9-22d5-4c0a-9833-7fb0f5135313" providerId="ADAL" clId="{E853165E-E035-4511-B5B4-308A168A0417}" dt="2021-01-26T07:27:37.948" v="742"/>
          <ac:spMkLst>
            <pc:docMk/>
            <pc:sldMk cId="1003752797" sldId="380"/>
            <ac:spMk id="3" creationId="{3DD7817D-51CC-4908-AFA3-B8716B0E7C8D}"/>
          </ac:spMkLst>
        </pc:spChg>
        <pc:spChg chg="mod">
          <ac:chgData name="鈴木 秀規" userId="f68c5fd9-22d5-4c0a-9833-7fb0f5135313" providerId="ADAL" clId="{E853165E-E035-4511-B5B4-308A168A0417}" dt="2021-01-26T07:30:14.987" v="775" actId="207"/>
          <ac:spMkLst>
            <pc:docMk/>
            <pc:sldMk cId="1003752797" sldId="380"/>
            <ac:spMk id="5" creationId="{A04F5A0A-D700-4503-AA4B-9F9FF34EA903}"/>
          </ac:spMkLst>
        </pc:spChg>
      </pc:sldChg>
      <pc:sldChg chg="del">
        <pc:chgData name="鈴木 秀規" userId="f68c5fd9-22d5-4c0a-9833-7fb0f5135313" providerId="ADAL" clId="{E853165E-E035-4511-B5B4-308A168A0417}" dt="2021-01-26T06:49:23.924" v="13" actId="2696"/>
        <pc:sldMkLst>
          <pc:docMk/>
          <pc:sldMk cId="1868720455" sldId="380"/>
        </pc:sldMkLst>
      </pc:sldChg>
      <pc:sldChg chg="modSp new mod">
        <pc:chgData name="鈴木 秀規" userId="f68c5fd9-22d5-4c0a-9833-7fb0f5135313" providerId="ADAL" clId="{E853165E-E035-4511-B5B4-308A168A0417}" dt="2021-01-26T07:31:18.750" v="789" actId="207"/>
        <pc:sldMkLst>
          <pc:docMk/>
          <pc:sldMk cId="2315279680" sldId="381"/>
        </pc:sldMkLst>
        <pc:spChg chg="mod">
          <ac:chgData name="鈴木 秀規" userId="f68c5fd9-22d5-4c0a-9833-7fb0f5135313" providerId="ADAL" clId="{E853165E-E035-4511-B5B4-308A168A0417}" dt="2021-01-26T07:30:34.108" v="777"/>
          <ac:spMkLst>
            <pc:docMk/>
            <pc:sldMk cId="2315279680" sldId="381"/>
            <ac:spMk id="3" creationId="{3AA44DE9-1882-47A0-A1B1-12AE5F0F2CA2}"/>
          </ac:spMkLst>
        </pc:spChg>
        <pc:spChg chg="mod">
          <ac:chgData name="鈴木 秀規" userId="f68c5fd9-22d5-4c0a-9833-7fb0f5135313" providerId="ADAL" clId="{E853165E-E035-4511-B5B4-308A168A0417}" dt="2021-01-26T07:31:18.750" v="789" actId="207"/>
          <ac:spMkLst>
            <pc:docMk/>
            <pc:sldMk cId="2315279680" sldId="381"/>
            <ac:spMk id="5" creationId="{608B9E3C-5E1C-4FFD-81A1-35C10C8DAB11}"/>
          </ac:spMkLst>
        </pc:spChg>
      </pc:sldChg>
      <pc:sldChg chg="del">
        <pc:chgData name="鈴木 秀規" userId="f68c5fd9-22d5-4c0a-9833-7fb0f5135313" providerId="ADAL" clId="{E853165E-E035-4511-B5B4-308A168A0417}" dt="2021-01-26T06:49:23.924" v="13" actId="2696"/>
        <pc:sldMkLst>
          <pc:docMk/>
          <pc:sldMk cId="3747614513" sldId="381"/>
        </pc:sldMkLst>
      </pc:sldChg>
      <pc:sldChg chg="del">
        <pc:chgData name="鈴木 秀規" userId="f68c5fd9-22d5-4c0a-9833-7fb0f5135313" providerId="ADAL" clId="{E853165E-E035-4511-B5B4-308A168A0417}" dt="2021-01-26T06:49:23.924" v="13" actId="2696"/>
        <pc:sldMkLst>
          <pc:docMk/>
          <pc:sldMk cId="882110079" sldId="382"/>
        </pc:sldMkLst>
      </pc:sldChg>
      <pc:sldChg chg="addSp modSp new mod">
        <pc:chgData name="鈴木 秀規" userId="f68c5fd9-22d5-4c0a-9833-7fb0f5135313" providerId="ADAL" clId="{E853165E-E035-4511-B5B4-308A168A0417}" dt="2021-01-26T07:34:31.793" v="831" actId="14100"/>
        <pc:sldMkLst>
          <pc:docMk/>
          <pc:sldMk cId="3359842153" sldId="382"/>
        </pc:sldMkLst>
        <pc:spChg chg="mod">
          <ac:chgData name="鈴木 秀規" userId="f68c5fd9-22d5-4c0a-9833-7fb0f5135313" providerId="ADAL" clId="{E853165E-E035-4511-B5B4-308A168A0417}" dt="2021-01-26T07:31:47.528" v="791"/>
          <ac:spMkLst>
            <pc:docMk/>
            <pc:sldMk cId="3359842153" sldId="382"/>
            <ac:spMk id="3" creationId="{5BF686A8-918B-4F3E-8480-FEA5F57E528A}"/>
          </ac:spMkLst>
        </pc:spChg>
        <pc:spChg chg="mod">
          <ac:chgData name="鈴木 秀規" userId="f68c5fd9-22d5-4c0a-9833-7fb0f5135313" providerId="ADAL" clId="{E853165E-E035-4511-B5B4-308A168A0417}" dt="2021-01-26T07:32:40.096" v="801" actId="1076"/>
          <ac:spMkLst>
            <pc:docMk/>
            <pc:sldMk cId="3359842153" sldId="382"/>
            <ac:spMk id="5" creationId="{1316296B-B24E-4F7F-9D1A-245D14D29C41}"/>
          </ac:spMkLst>
        </pc:spChg>
        <pc:spChg chg="add mod">
          <ac:chgData name="鈴木 秀規" userId="f68c5fd9-22d5-4c0a-9833-7fb0f5135313" providerId="ADAL" clId="{E853165E-E035-4511-B5B4-308A168A0417}" dt="2021-01-26T07:33:49.580" v="823" actId="207"/>
          <ac:spMkLst>
            <pc:docMk/>
            <pc:sldMk cId="3359842153" sldId="382"/>
            <ac:spMk id="6" creationId="{95B1C548-0F5B-4737-A0BD-405E70558ED2}"/>
          </ac:spMkLst>
        </pc:spChg>
        <pc:spChg chg="add mod">
          <ac:chgData name="鈴木 秀規" userId="f68c5fd9-22d5-4c0a-9833-7fb0f5135313" providerId="ADAL" clId="{E853165E-E035-4511-B5B4-308A168A0417}" dt="2021-01-26T07:34:31.793" v="831" actId="14100"/>
          <ac:spMkLst>
            <pc:docMk/>
            <pc:sldMk cId="3359842153" sldId="382"/>
            <ac:spMk id="7" creationId="{AF0ACB7C-680B-4722-98C7-CBF77C542C99}"/>
          </ac:spMkLst>
        </pc:spChg>
      </pc:sldChg>
      <pc:sldChg chg="modSp new mod">
        <pc:chgData name="鈴木 秀規" userId="f68c5fd9-22d5-4c0a-9833-7fb0f5135313" providerId="ADAL" clId="{E853165E-E035-4511-B5B4-308A168A0417}" dt="2021-01-26T07:36:21.744" v="847" actId="207"/>
        <pc:sldMkLst>
          <pc:docMk/>
          <pc:sldMk cId="2193843838" sldId="383"/>
        </pc:sldMkLst>
        <pc:spChg chg="mod">
          <ac:chgData name="鈴木 秀規" userId="f68c5fd9-22d5-4c0a-9833-7fb0f5135313" providerId="ADAL" clId="{E853165E-E035-4511-B5B4-308A168A0417}" dt="2021-01-26T07:35:06.888" v="833"/>
          <ac:spMkLst>
            <pc:docMk/>
            <pc:sldMk cId="2193843838" sldId="383"/>
            <ac:spMk id="3" creationId="{371F9F1C-E73B-4FDA-97E3-F6FA05DF4201}"/>
          </ac:spMkLst>
        </pc:spChg>
        <pc:spChg chg="mod">
          <ac:chgData name="鈴木 秀規" userId="f68c5fd9-22d5-4c0a-9833-7fb0f5135313" providerId="ADAL" clId="{E853165E-E035-4511-B5B4-308A168A0417}" dt="2021-01-26T07:36:21.744" v="847" actId="207"/>
          <ac:spMkLst>
            <pc:docMk/>
            <pc:sldMk cId="2193843838" sldId="383"/>
            <ac:spMk id="5" creationId="{ECFFFE50-9C3A-41A8-A1A8-E9307DCB243E}"/>
          </ac:spMkLst>
        </pc:spChg>
      </pc:sldChg>
      <pc:sldChg chg="del">
        <pc:chgData name="鈴木 秀規" userId="f68c5fd9-22d5-4c0a-9833-7fb0f5135313" providerId="ADAL" clId="{E853165E-E035-4511-B5B4-308A168A0417}" dt="2021-01-26T06:49:23.924" v="13" actId="2696"/>
        <pc:sldMkLst>
          <pc:docMk/>
          <pc:sldMk cId="2781782632" sldId="383"/>
        </pc:sldMkLst>
      </pc:sldChg>
      <pc:sldChg chg="modSp add mod ord">
        <pc:chgData name="鈴木 秀規" userId="f68c5fd9-22d5-4c0a-9833-7fb0f5135313" providerId="ADAL" clId="{E853165E-E035-4511-B5B4-308A168A0417}" dt="2021-01-26T07:39:14.652" v="873" actId="1076"/>
        <pc:sldMkLst>
          <pc:docMk/>
          <pc:sldMk cId="1703172032" sldId="384"/>
        </pc:sldMkLst>
        <pc:spChg chg="mod">
          <ac:chgData name="鈴木 秀規" userId="f68c5fd9-22d5-4c0a-9833-7fb0f5135313" providerId="ADAL" clId="{E853165E-E035-4511-B5B4-308A168A0417}" dt="2021-01-26T07:36:42.249" v="853"/>
          <ac:spMkLst>
            <pc:docMk/>
            <pc:sldMk cId="1703172032" sldId="384"/>
            <ac:spMk id="5" creationId="{1316296B-B24E-4F7F-9D1A-245D14D29C41}"/>
          </ac:spMkLst>
        </pc:spChg>
        <pc:spChg chg="mod">
          <ac:chgData name="鈴木 秀規" userId="f68c5fd9-22d5-4c0a-9833-7fb0f5135313" providerId="ADAL" clId="{E853165E-E035-4511-B5B4-308A168A0417}" dt="2021-01-26T07:39:06.824" v="871" actId="14100"/>
          <ac:spMkLst>
            <pc:docMk/>
            <pc:sldMk cId="1703172032" sldId="384"/>
            <ac:spMk id="6" creationId="{95B1C548-0F5B-4737-A0BD-405E70558ED2}"/>
          </ac:spMkLst>
        </pc:spChg>
        <pc:spChg chg="mod">
          <ac:chgData name="鈴木 秀規" userId="f68c5fd9-22d5-4c0a-9833-7fb0f5135313" providerId="ADAL" clId="{E853165E-E035-4511-B5B4-308A168A0417}" dt="2021-01-26T07:39:14.652" v="873" actId="1076"/>
          <ac:spMkLst>
            <pc:docMk/>
            <pc:sldMk cId="1703172032" sldId="384"/>
            <ac:spMk id="7" creationId="{AF0ACB7C-680B-4722-98C7-CBF77C542C99}"/>
          </ac:spMkLst>
        </pc:spChg>
      </pc:sldChg>
      <pc:sldChg chg="del">
        <pc:chgData name="鈴木 秀規" userId="f68c5fd9-22d5-4c0a-9833-7fb0f5135313" providerId="ADAL" clId="{E853165E-E035-4511-B5B4-308A168A0417}" dt="2021-01-26T06:49:23.924" v="13" actId="2696"/>
        <pc:sldMkLst>
          <pc:docMk/>
          <pc:sldMk cId="4147991204" sldId="384"/>
        </pc:sldMkLst>
      </pc:sldChg>
      <pc:sldChg chg="modSp new mod">
        <pc:chgData name="鈴木 秀規" userId="f68c5fd9-22d5-4c0a-9833-7fb0f5135313" providerId="ADAL" clId="{E853165E-E035-4511-B5B4-308A168A0417}" dt="2021-01-26T07:40:36.140" v="901" actId="207"/>
        <pc:sldMkLst>
          <pc:docMk/>
          <pc:sldMk cId="405086457" sldId="385"/>
        </pc:sldMkLst>
        <pc:spChg chg="mod">
          <ac:chgData name="鈴木 秀規" userId="f68c5fd9-22d5-4c0a-9833-7fb0f5135313" providerId="ADAL" clId="{E853165E-E035-4511-B5B4-308A168A0417}" dt="2021-01-26T07:39:28.938" v="875"/>
          <ac:spMkLst>
            <pc:docMk/>
            <pc:sldMk cId="405086457" sldId="385"/>
            <ac:spMk id="3" creationId="{3160D83B-ECD4-4212-832C-905B76595963}"/>
          </ac:spMkLst>
        </pc:spChg>
        <pc:spChg chg="mod">
          <ac:chgData name="鈴木 秀規" userId="f68c5fd9-22d5-4c0a-9833-7fb0f5135313" providerId="ADAL" clId="{E853165E-E035-4511-B5B4-308A168A0417}" dt="2021-01-26T07:40:36.140" v="901" actId="207"/>
          <ac:spMkLst>
            <pc:docMk/>
            <pc:sldMk cId="405086457" sldId="385"/>
            <ac:spMk id="5" creationId="{24EF08D6-A88C-4E3D-A14F-34B27436FAEC}"/>
          </ac:spMkLst>
        </pc:spChg>
      </pc:sldChg>
      <pc:sldChg chg="del">
        <pc:chgData name="鈴木 秀規" userId="f68c5fd9-22d5-4c0a-9833-7fb0f5135313" providerId="ADAL" clId="{E853165E-E035-4511-B5B4-308A168A0417}" dt="2021-01-26T06:49:23.924" v="13" actId="2696"/>
        <pc:sldMkLst>
          <pc:docMk/>
          <pc:sldMk cId="1389535331" sldId="385"/>
        </pc:sldMkLst>
      </pc:sldChg>
      <pc:sldChg chg="del">
        <pc:chgData name="鈴木 秀規" userId="f68c5fd9-22d5-4c0a-9833-7fb0f5135313" providerId="ADAL" clId="{E853165E-E035-4511-B5B4-308A168A0417}" dt="2021-01-26T06:49:23.924" v="13" actId="2696"/>
        <pc:sldMkLst>
          <pc:docMk/>
          <pc:sldMk cId="3711062952" sldId="386"/>
        </pc:sldMkLst>
      </pc:sldChg>
      <pc:sldChg chg="del">
        <pc:chgData name="鈴木 秀規" userId="f68c5fd9-22d5-4c0a-9833-7fb0f5135313" providerId="ADAL" clId="{E853165E-E035-4511-B5B4-308A168A0417}" dt="2021-01-26T06:49:23.924" v="13" actId="2696"/>
        <pc:sldMkLst>
          <pc:docMk/>
          <pc:sldMk cId="556755707" sldId="387"/>
        </pc:sldMkLst>
      </pc:sldChg>
      <pc:sldChg chg="del">
        <pc:chgData name="鈴木 秀規" userId="f68c5fd9-22d5-4c0a-9833-7fb0f5135313" providerId="ADAL" clId="{E853165E-E035-4511-B5B4-308A168A0417}" dt="2021-01-26T06:49:23.924" v="13" actId="2696"/>
        <pc:sldMkLst>
          <pc:docMk/>
          <pc:sldMk cId="2438793549" sldId="388"/>
        </pc:sldMkLst>
      </pc:sldChg>
      <pc:sldChg chg="del">
        <pc:chgData name="鈴木 秀規" userId="f68c5fd9-22d5-4c0a-9833-7fb0f5135313" providerId="ADAL" clId="{E853165E-E035-4511-B5B4-308A168A0417}" dt="2021-01-26T06:49:23.924" v="13" actId="2696"/>
        <pc:sldMkLst>
          <pc:docMk/>
          <pc:sldMk cId="1715481522" sldId="389"/>
        </pc:sldMkLst>
      </pc:sldChg>
      <pc:sldChg chg="del">
        <pc:chgData name="鈴木 秀規" userId="f68c5fd9-22d5-4c0a-9833-7fb0f5135313" providerId="ADAL" clId="{E853165E-E035-4511-B5B4-308A168A0417}" dt="2021-01-26T06:49:23.924" v="13" actId="2696"/>
        <pc:sldMkLst>
          <pc:docMk/>
          <pc:sldMk cId="2118453056" sldId="390"/>
        </pc:sldMkLst>
      </pc:sldChg>
      <pc:sldChg chg="del">
        <pc:chgData name="鈴木 秀規" userId="f68c5fd9-22d5-4c0a-9833-7fb0f5135313" providerId="ADAL" clId="{E853165E-E035-4511-B5B4-308A168A0417}" dt="2021-01-26T06:49:23.924" v="13" actId="2696"/>
        <pc:sldMkLst>
          <pc:docMk/>
          <pc:sldMk cId="2854077937" sldId="391"/>
        </pc:sldMkLst>
      </pc:sldChg>
      <pc:sldChg chg="del">
        <pc:chgData name="鈴木 秀規" userId="f68c5fd9-22d5-4c0a-9833-7fb0f5135313" providerId="ADAL" clId="{E853165E-E035-4511-B5B4-308A168A0417}" dt="2021-01-26T06:49:23.924" v="13" actId="2696"/>
        <pc:sldMkLst>
          <pc:docMk/>
          <pc:sldMk cId="2566377597" sldId="392"/>
        </pc:sldMkLst>
      </pc:sldChg>
      <pc:sldChg chg="del">
        <pc:chgData name="鈴木 秀規" userId="f68c5fd9-22d5-4c0a-9833-7fb0f5135313" providerId="ADAL" clId="{E853165E-E035-4511-B5B4-308A168A0417}" dt="2021-01-26T06:49:23.924" v="13" actId="2696"/>
        <pc:sldMkLst>
          <pc:docMk/>
          <pc:sldMk cId="1398339670" sldId="393"/>
        </pc:sldMkLst>
      </pc:sldChg>
    </pc:docChg>
  </pc:docChgLst>
  <pc:docChgLst>
    <pc:chgData name="鈴木 秀規" userId="f68c5fd9-22d5-4c0a-9833-7fb0f5135313" providerId="ADAL" clId="{AF96CCF2-A840-4D79-B969-C063CAB364A1}"/>
    <pc:docChg chg="modSld">
      <pc:chgData name="鈴木 秀規" userId="f68c5fd9-22d5-4c0a-9833-7fb0f5135313" providerId="ADAL" clId="{AF96CCF2-A840-4D79-B969-C063CAB364A1}" dt="2020-12-10T05:20:41.835" v="381" actId="5793"/>
      <pc:docMkLst>
        <pc:docMk/>
      </pc:docMkLst>
      <pc:sldChg chg="modSp mod">
        <pc:chgData name="鈴木 秀規" userId="f68c5fd9-22d5-4c0a-9833-7fb0f5135313" providerId="ADAL" clId="{AF96CCF2-A840-4D79-B969-C063CAB364A1}" dt="2020-12-10T05:16:41.920" v="277" actId="207"/>
        <pc:sldMkLst>
          <pc:docMk/>
          <pc:sldMk cId="510692425" sldId="259"/>
        </pc:sldMkLst>
        <pc:spChg chg="mod">
          <ac:chgData name="鈴木 秀規" userId="f68c5fd9-22d5-4c0a-9833-7fb0f5135313" providerId="ADAL" clId="{AF96CCF2-A840-4D79-B969-C063CAB364A1}" dt="2020-12-10T05:16:41.920" v="277" actId="207"/>
          <ac:spMkLst>
            <pc:docMk/>
            <pc:sldMk cId="510692425" sldId="259"/>
            <ac:spMk id="10" creationId="{3E5F57E8-1388-43AE-8DB4-00724FCD3EB3}"/>
          </ac:spMkLst>
        </pc:spChg>
      </pc:sldChg>
      <pc:sldChg chg="modSp mod">
        <pc:chgData name="鈴木 秀規" userId="f68c5fd9-22d5-4c0a-9833-7fb0f5135313" providerId="ADAL" clId="{AF96CCF2-A840-4D79-B969-C063CAB364A1}" dt="2020-12-10T05:14:37.944" v="120"/>
        <pc:sldMkLst>
          <pc:docMk/>
          <pc:sldMk cId="1668843990" sldId="360"/>
        </pc:sldMkLst>
        <pc:spChg chg="mod">
          <ac:chgData name="鈴木 秀規" userId="f68c5fd9-22d5-4c0a-9833-7fb0f5135313" providerId="ADAL" clId="{AF96CCF2-A840-4D79-B969-C063CAB364A1}" dt="2020-12-10T05:14:37.944" v="120"/>
          <ac:spMkLst>
            <pc:docMk/>
            <pc:sldMk cId="1668843990" sldId="360"/>
            <ac:spMk id="9" creationId="{A4832727-EA7F-44D6-A9F2-E4AE0246960A}"/>
          </ac:spMkLst>
        </pc:spChg>
      </pc:sldChg>
      <pc:sldChg chg="modSp mod">
        <pc:chgData name="鈴木 秀規" userId="f68c5fd9-22d5-4c0a-9833-7fb0f5135313" providerId="ADAL" clId="{AF96CCF2-A840-4D79-B969-C063CAB364A1}" dt="2020-12-10T05:15:57.439" v="239" actId="20577"/>
        <pc:sldMkLst>
          <pc:docMk/>
          <pc:sldMk cId="267129399" sldId="361"/>
        </pc:sldMkLst>
        <pc:spChg chg="mod">
          <ac:chgData name="鈴木 秀規" userId="f68c5fd9-22d5-4c0a-9833-7fb0f5135313" providerId="ADAL" clId="{AF96CCF2-A840-4D79-B969-C063CAB364A1}" dt="2020-12-10T05:15:57.439" v="239" actId="20577"/>
          <ac:spMkLst>
            <pc:docMk/>
            <pc:sldMk cId="267129399" sldId="361"/>
            <ac:spMk id="6" creationId="{D0F3BEAC-A5EA-4EE4-95C7-0AEC1107FD29}"/>
          </ac:spMkLst>
        </pc:spChg>
      </pc:sldChg>
      <pc:sldChg chg="modSp mod">
        <pc:chgData name="鈴木 秀規" userId="f68c5fd9-22d5-4c0a-9833-7fb0f5135313" providerId="ADAL" clId="{AF96CCF2-A840-4D79-B969-C063CAB364A1}" dt="2020-12-10T05:19:40.511" v="338" actId="207"/>
        <pc:sldMkLst>
          <pc:docMk/>
          <pc:sldMk cId="3018498330" sldId="369"/>
        </pc:sldMkLst>
        <pc:spChg chg="mod">
          <ac:chgData name="鈴木 秀規" userId="f68c5fd9-22d5-4c0a-9833-7fb0f5135313" providerId="ADAL" clId="{AF96CCF2-A840-4D79-B969-C063CAB364A1}" dt="2020-12-10T05:19:40.511" v="338" actId="207"/>
          <ac:spMkLst>
            <pc:docMk/>
            <pc:sldMk cId="3018498330" sldId="369"/>
            <ac:spMk id="5" creationId="{6B35BADF-F225-2348-897F-AF9752777AC5}"/>
          </ac:spMkLst>
        </pc:spChg>
      </pc:sldChg>
      <pc:sldChg chg="modSp mod">
        <pc:chgData name="鈴木 秀規" userId="f68c5fd9-22d5-4c0a-9833-7fb0f5135313" providerId="ADAL" clId="{AF96CCF2-A840-4D79-B969-C063CAB364A1}" dt="2020-12-10T05:20:41.835" v="381" actId="5793"/>
        <pc:sldMkLst>
          <pc:docMk/>
          <pc:sldMk cId="3805279594" sldId="370"/>
        </pc:sldMkLst>
        <pc:spChg chg="mod">
          <ac:chgData name="鈴木 秀規" userId="f68c5fd9-22d5-4c0a-9833-7fb0f5135313" providerId="ADAL" clId="{AF96CCF2-A840-4D79-B969-C063CAB364A1}" dt="2020-12-10T05:20:41.835" v="381" actId="5793"/>
          <ac:spMkLst>
            <pc:docMk/>
            <pc:sldMk cId="3805279594" sldId="370"/>
            <ac:spMk id="5" creationId="{D9D24A15-605C-D342-9DF6-15A80C8E63C7}"/>
          </ac:spMkLst>
        </pc:spChg>
      </pc:sldChg>
      <pc:sldChg chg="modSp mod">
        <pc:chgData name="鈴木 秀規" userId="f68c5fd9-22d5-4c0a-9833-7fb0f5135313" providerId="ADAL" clId="{AF96CCF2-A840-4D79-B969-C063CAB364A1}" dt="2020-12-10T05:20:03.861" v="347" actId="20577"/>
        <pc:sldMkLst>
          <pc:docMk/>
          <pc:sldMk cId="2800751255" sldId="371"/>
        </pc:sldMkLst>
        <pc:spChg chg="mod">
          <ac:chgData name="鈴木 秀規" userId="f68c5fd9-22d5-4c0a-9833-7fb0f5135313" providerId="ADAL" clId="{AF96CCF2-A840-4D79-B969-C063CAB364A1}" dt="2020-12-10T05:20:03.861" v="347" actId="20577"/>
          <ac:spMkLst>
            <pc:docMk/>
            <pc:sldMk cId="2800751255" sldId="371"/>
            <ac:spMk id="5" creationId="{199D3E35-553D-E34C-ABB7-3B8D9DB70C07}"/>
          </ac:spMkLst>
        </pc:spChg>
      </pc:sldChg>
    </pc:docChg>
  </pc:docChgLst>
  <pc:docChgLst>
    <pc:chgData name="鈴木 秀規" userId="f68c5fd9-22d5-4c0a-9833-7fb0f5135313" providerId="ADAL" clId="{1FFDFDEC-295D-434A-B582-72A8CC8A5E88}"/>
    <pc:docChg chg="undo custSel addSld delSld modSld">
      <pc:chgData name="鈴木 秀規" userId="f68c5fd9-22d5-4c0a-9833-7fb0f5135313" providerId="ADAL" clId="{1FFDFDEC-295D-434A-B582-72A8CC8A5E88}" dt="2021-01-26T04:14:36.735" v="1145" actId="2696"/>
      <pc:docMkLst>
        <pc:docMk/>
      </pc:docMkLst>
      <pc:sldChg chg="modSp mod">
        <pc:chgData name="鈴木 秀規" userId="f68c5fd9-22d5-4c0a-9833-7fb0f5135313" providerId="ADAL" clId="{1FFDFDEC-295D-434A-B582-72A8CC8A5E88}" dt="2021-01-14T07:55:57.714" v="879" actId="20577"/>
        <pc:sldMkLst>
          <pc:docMk/>
          <pc:sldMk cId="0" sldId="256"/>
        </pc:sldMkLst>
        <pc:spChg chg="mod">
          <ac:chgData name="鈴木 秀規" userId="f68c5fd9-22d5-4c0a-9833-7fb0f5135313" providerId="ADAL" clId="{1FFDFDEC-295D-434A-B582-72A8CC8A5E88}" dt="2021-01-14T07:55:57.714" v="879" actId="20577"/>
          <ac:spMkLst>
            <pc:docMk/>
            <pc:sldMk cId="0" sldId="256"/>
            <ac:spMk id="56" creationId="{00000000-0000-0000-0000-000000000000}"/>
          </ac:spMkLst>
        </pc:spChg>
      </pc:sldChg>
      <pc:sldChg chg="del">
        <pc:chgData name="鈴木 秀規" userId="f68c5fd9-22d5-4c0a-9833-7fb0f5135313" providerId="ADAL" clId="{1FFDFDEC-295D-434A-B582-72A8CC8A5E88}" dt="2021-01-14T02:02:02.288" v="173" actId="2696"/>
        <pc:sldMkLst>
          <pc:docMk/>
          <pc:sldMk cId="1511176286" sldId="261"/>
        </pc:sldMkLst>
      </pc:sldChg>
      <pc:sldChg chg="modSp mod">
        <pc:chgData name="鈴木 秀規" userId="f68c5fd9-22d5-4c0a-9833-7fb0f5135313" providerId="ADAL" clId="{1FFDFDEC-295D-434A-B582-72A8CC8A5E88}" dt="2021-01-14T01:53:14.302" v="5" actId="20577"/>
        <pc:sldMkLst>
          <pc:docMk/>
          <pc:sldMk cId="1668843990" sldId="360"/>
        </pc:sldMkLst>
        <pc:spChg chg="mod">
          <ac:chgData name="鈴木 秀規" userId="f68c5fd9-22d5-4c0a-9833-7fb0f5135313" providerId="ADAL" clId="{1FFDFDEC-295D-434A-B582-72A8CC8A5E88}" dt="2021-01-14T01:53:14.302" v="5" actId="20577"/>
          <ac:spMkLst>
            <pc:docMk/>
            <pc:sldMk cId="1668843990" sldId="360"/>
            <ac:spMk id="9" creationId="{A4832727-EA7F-44D6-A9F2-E4AE0246960A}"/>
          </ac:spMkLst>
        </pc:spChg>
      </pc:sldChg>
      <pc:sldChg chg="modSp mod">
        <pc:chgData name="鈴木 秀規" userId="f68c5fd9-22d5-4c0a-9833-7fb0f5135313" providerId="ADAL" clId="{1FFDFDEC-295D-434A-B582-72A8CC8A5E88}" dt="2021-01-26T04:14:26.201" v="1144"/>
        <pc:sldMkLst>
          <pc:docMk/>
          <pc:sldMk cId="267129399" sldId="361"/>
        </pc:sldMkLst>
        <pc:spChg chg="mod">
          <ac:chgData name="鈴木 秀規" userId="f68c5fd9-22d5-4c0a-9833-7fb0f5135313" providerId="ADAL" clId="{1FFDFDEC-295D-434A-B582-72A8CC8A5E88}" dt="2021-01-26T04:14:26.201" v="1144"/>
          <ac:spMkLst>
            <pc:docMk/>
            <pc:sldMk cId="267129399" sldId="361"/>
            <ac:spMk id="6" creationId="{D0F3BEAC-A5EA-4EE4-95C7-0AEC1107FD29}"/>
          </ac:spMkLst>
        </pc:spChg>
      </pc:sldChg>
      <pc:sldChg chg="del">
        <pc:chgData name="鈴木 秀規" userId="f68c5fd9-22d5-4c0a-9833-7fb0f5135313" providerId="ADAL" clId="{1FFDFDEC-295D-434A-B582-72A8CC8A5E88}" dt="2021-01-14T02:02:02.288" v="173" actId="2696"/>
        <pc:sldMkLst>
          <pc:docMk/>
          <pc:sldMk cId="2503862587" sldId="362"/>
        </pc:sldMkLst>
      </pc:sldChg>
      <pc:sldChg chg="del">
        <pc:chgData name="鈴木 秀規" userId="f68c5fd9-22d5-4c0a-9833-7fb0f5135313" providerId="ADAL" clId="{1FFDFDEC-295D-434A-B582-72A8CC8A5E88}" dt="2021-01-14T02:02:02.288" v="173" actId="2696"/>
        <pc:sldMkLst>
          <pc:docMk/>
          <pc:sldMk cId="3893490019" sldId="364"/>
        </pc:sldMkLst>
      </pc:sldChg>
      <pc:sldChg chg="del">
        <pc:chgData name="鈴木 秀規" userId="f68c5fd9-22d5-4c0a-9833-7fb0f5135313" providerId="ADAL" clId="{1FFDFDEC-295D-434A-B582-72A8CC8A5E88}" dt="2021-01-14T02:02:02.288" v="173" actId="2696"/>
        <pc:sldMkLst>
          <pc:docMk/>
          <pc:sldMk cId="2559106598" sldId="365"/>
        </pc:sldMkLst>
      </pc:sldChg>
      <pc:sldChg chg="del">
        <pc:chgData name="鈴木 秀規" userId="f68c5fd9-22d5-4c0a-9833-7fb0f5135313" providerId="ADAL" clId="{1FFDFDEC-295D-434A-B582-72A8CC8A5E88}" dt="2021-01-14T02:02:02.288" v="173" actId="2696"/>
        <pc:sldMkLst>
          <pc:docMk/>
          <pc:sldMk cId="15529201" sldId="367"/>
        </pc:sldMkLst>
      </pc:sldChg>
      <pc:sldChg chg="del">
        <pc:chgData name="鈴木 秀規" userId="f68c5fd9-22d5-4c0a-9833-7fb0f5135313" providerId="ADAL" clId="{1FFDFDEC-295D-434A-B582-72A8CC8A5E88}" dt="2021-01-14T02:02:02.288" v="173" actId="2696"/>
        <pc:sldMkLst>
          <pc:docMk/>
          <pc:sldMk cId="1431651866" sldId="368"/>
        </pc:sldMkLst>
      </pc:sldChg>
      <pc:sldChg chg="del">
        <pc:chgData name="鈴木 秀規" userId="f68c5fd9-22d5-4c0a-9833-7fb0f5135313" providerId="ADAL" clId="{1FFDFDEC-295D-434A-B582-72A8CC8A5E88}" dt="2021-01-14T02:02:02.288" v="173" actId="2696"/>
        <pc:sldMkLst>
          <pc:docMk/>
          <pc:sldMk cId="3805279594" sldId="370"/>
        </pc:sldMkLst>
      </pc:sldChg>
      <pc:sldChg chg="del">
        <pc:chgData name="鈴木 秀規" userId="f68c5fd9-22d5-4c0a-9833-7fb0f5135313" providerId="ADAL" clId="{1FFDFDEC-295D-434A-B582-72A8CC8A5E88}" dt="2021-01-14T02:02:02.288" v="173" actId="2696"/>
        <pc:sldMkLst>
          <pc:docMk/>
          <pc:sldMk cId="2800751255" sldId="371"/>
        </pc:sldMkLst>
      </pc:sldChg>
      <pc:sldChg chg="addSp delSp modSp add del mod">
        <pc:chgData name="鈴木 秀規" userId="f68c5fd9-22d5-4c0a-9833-7fb0f5135313" providerId="ADAL" clId="{1FFDFDEC-295D-434A-B582-72A8CC8A5E88}" dt="2021-01-26T04:07:56.960" v="1122" actId="2696"/>
        <pc:sldMkLst>
          <pc:docMk/>
          <pc:sldMk cId="172008769" sldId="372"/>
        </pc:sldMkLst>
        <pc:spChg chg="add del mod">
          <ac:chgData name="鈴木 秀規" userId="f68c5fd9-22d5-4c0a-9833-7fb0f5135313" providerId="ADAL" clId="{1FFDFDEC-295D-434A-B582-72A8CC8A5E88}" dt="2021-01-14T01:56:40.925" v="60" actId="478"/>
          <ac:spMkLst>
            <pc:docMk/>
            <pc:sldMk cId="172008769" sldId="372"/>
            <ac:spMk id="5" creationId="{67B38081-02F3-4384-BBAE-22C104C2455D}"/>
          </ac:spMkLst>
        </pc:spChg>
        <pc:spChg chg="mod">
          <ac:chgData name="鈴木 秀規" userId="f68c5fd9-22d5-4c0a-9833-7fb0f5135313" providerId="ADAL" clId="{1FFDFDEC-295D-434A-B582-72A8CC8A5E88}" dt="2021-01-14T01:55:41.096" v="38" actId="20577"/>
          <ac:spMkLst>
            <pc:docMk/>
            <pc:sldMk cId="172008769" sldId="372"/>
            <ac:spMk id="6" creationId="{3706AB8D-A382-42EF-9DE4-041BFCABF741}"/>
          </ac:spMkLst>
        </pc:spChg>
        <pc:spChg chg="del">
          <ac:chgData name="鈴木 秀規" userId="f68c5fd9-22d5-4c0a-9833-7fb0f5135313" providerId="ADAL" clId="{1FFDFDEC-295D-434A-B582-72A8CC8A5E88}" dt="2021-01-14T01:55:46.815" v="39" actId="478"/>
          <ac:spMkLst>
            <pc:docMk/>
            <pc:sldMk cId="172008769" sldId="372"/>
            <ac:spMk id="7" creationId="{672739A4-DFB9-47C7-9258-80F9236238A4}"/>
          </ac:spMkLst>
        </pc:spChg>
        <pc:spChg chg="mod">
          <ac:chgData name="鈴木 秀規" userId="f68c5fd9-22d5-4c0a-9833-7fb0f5135313" providerId="ADAL" clId="{1FFDFDEC-295D-434A-B582-72A8CC8A5E88}" dt="2021-01-14T01:56:25.122" v="59" actId="14100"/>
          <ac:spMkLst>
            <pc:docMk/>
            <pc:sldMk cId="172008769" sldId="372"/>
            <ac:spMk id="8" creationId="{1A8BB172-35AF-4185-A46A-ED93D3A7D7C5}"/>
          </ac:spMkLst>
        </pc:spChg>
        <pc:spChg chg="del">
          <ac:chgData name="鈴木 秀規" userId="f68c5fd9-22d5-4c0a-9833-7fb0f5135313" providerId="ADAL" clId="{1FFDFDEC-295D-434A-B582-72A8CC8A5E88}" dt="2021-01-14T01:55:46.815" v="39" actId="478"/>
          <ac:spMkLst>
            <pc:docMk/>
            <pc:sldMk cId="172008769" sldId="372"/>
            <ac:spMk id="10" creationId="{0AFC5742-3896-4E4B-91EB-5143E04BDFE8}"/>
          </ac:spMkLst>
        </pc:spChg>
        <pc:spChg chg="add mod">
          <ac:chgData name="鈴木 秀規" userId="f68c5fd9-22d5-4c0a-9833-7fb0f5135313" providerId="ADAL" clId="{1FFDFDEC-295D-434A-B582-72A8CC8A5E88}" dt="2021-01-26T03:27:03.211" v="885" actId="1036"/>
          <ac:spMkLst>
            <pc:docMk/>
            <pc:sldMk cId="172008769" sldId="372"/>
            <ac:spMk id="11" creationId="{0EE89B3D-777A-4D82-AF4A-FEBBC0B38D57}"/>
          </ac:spMkLst>
        </pc:spChg>
        <pc:spChg chg="mod">
          <ac:chgData name="鈴木 秀規" userId="f68c5fd9-22d5-4c0a-9833-7fb0f5135313" providerId="ADAL" clId="{1FFDFDEC-295D-434A-B582-72A8CC8A5E88}" dt="2021-01-14T01:56:41.228" v="61"/>
          <ac:spMkLst>
            <pc:docMk/>
            <pc:sldMk cId="172008769" sldId="372"/>
            <ac:spMk id="13" creationId="{00FBD691-EDB3-459B-AE89-CE15BB28FB9C}"/>
          </ac:spMkLst>
        </pc:spChg>
        <pc:spChg chg="mod">
          <ac:chgData name="鈴木 秀規" userId="f68c5fd9-22d5-4c0a-9833-7fb0f5135313" providerId="ADAL" clId="{1FFDFDEC-295D-434A-B582-72A8CC8A5E88}" dt="2021-01-14T01:56:41.228" v="61"/>
          <ac:spMkLst>
            <pc:docMk/>
            <pc:sldMk cId="172008769" sldId="372"/>
            <ac:spMk id="14" creationId="{760527DA-04D2-438C-8525-3AFE1849FF14}"/>
          </ac:spMkLst>
        </pc:spChg>
        <pc:spChg chg="mod">
          <ac:chgData name="鈴木 秀規" userId="f68c5fd9-22d5-4c0a-9833-7fb0f5135313" providerId="ADAL" clId="{1FFDFDEC-295D-434A-B582-72A8CC8A5E88}" dt="2021-01-14T01:56:41.228" v="61"/>
          <ac:spMkLst>
            <pc:docMk/>
            <pc:sldMk cId="172008769" sldId="372"/>
            <ac:spMk id="15" creationId="{C2114889-2F4A-4C98-8174-9526FFFDABA8}"/>
          </ac:spMkLst>
        </pc:spChg>
        <pc:spChg chg="add mod">
          <ac:chgData name="鈴木 秀規" userId="f68c5fd9-22d5-4c0a-9833-7fb0f5135313" providerId="ADAL" clId="{1FFDFDEC-295D-434A-B582-72A8CC8A5E88}" dt="2021-01-26T03:27:03.211" v="885" actId="1036"/>
          <ac:spMkLst>
            <pc:docMk/>
            <pc:sldMk cId="172008769" sldId="372"/>
            <ac:spMk id="16" creationId="{08963021-C7BF-4E30-88F9-27358B57D639}"/>
          </ac:spMkLst>
        </pc:spChg>
        <pc:spChg chg="add mod">
          <ac:chgData name="鈴木 秀規" userId="f68c5fd9-22d5-4c0a-9833-7fb0f5135313" providerId="ADAL" clId="{1FFDFDEC-295D-434A-B582-72A8CC8A5E88}" dt="2021-01-26T03:27:03.211" v="885" actId="1036"/>
          <ac:spMkLst>
            <pc:docMk/>
            <pc:sldMk cId="172008769" sldId="372"/>
            <ac:spMk id="20" creationId="{DDB2A47F-7592-4281-8601-0082B2A0F27B}"/>
          </ac:spMkLst>
        </pc:spChg>
        <pc:spChg chg="add mod">
          <ac:chgData name="鈴木 秀規" userId="f68c5fd9-22d5-4c0a-9833-7fb0f5135313" providerId="ADAL" clId="{1FFDFDEC-295D-434A-B582-72A8CC8A5E88}" dt="2021-01-26T03:27:03.211" v="885" actId="1036"/>
          <ac:spMkLst>
            <pc:docMk/>
            <pc:sldMk cId="172008769" sldId="372"/>
            <ac:spMk id="21" creationId="{E6A262F3-374E-4532-B119-B865B91C4E39}"/>
          </ac:spMkLst>
        </pc:spChg>
        <pc:grpChg chg="add mod">
          <ac:chgData name="鈴木 秀規" userId="f68c5fd9-22d5-4c0a-9833-7fb0f5135313" providerId="ADAL" clId="{1FFDFDEC-295D-434A-B582-72A8CC8A5E88}" dt="2021-01-26T03:27:03.211" v="885" actId="1036"/>
          <ac:grpSpMkLst>
            <pc:docMk/>
            <pc:sldMk cId="172008769" sldId="372"/>
            <ac:grpSpMk id="12" creationId="{3BF1A17C-1891-4B32-9243-CD5A4079FDC1}"/>
          </ac:grpSpMkLst>
        </pc:grpChg>
        <pc:picChg chg="add mod">
          <ac:chgData name="鈴木 秀規" userId="f68c5fd9-22d5-4c0a-9833-7fb0f5135313" providerId="ADAL" clId="{1FFDFDEC-295D-434A-B582-72A8CC8A5E88}" dt="2021-01-26T03:27:03.211" v="885" actId="1036"/>
          <ac:picMkLst>
            <pc:docMk/>
            <pc:sldMk cId="172008769" sldId="372"/>
            <ac:picMk id="17" creationId="{6BB4F070-ED21-451B-8D3B-ABEA92C592CF}"/>
          </ac:picMkLst>
        </pc:picChg>
        <pc:picChg chg="add mod">
          <ac:chgData name="鈴木 秀規" userId="f68c5fd9-22d5-4c0a-9833-7fb0f5135313" providerId="ADAL" clId="{1FFDFDEC-295D-434A-B582-72A8CC8A5E88}" dt="2021-01-26T03:27:03.211" v="885" actId="1036"/>
          <ac:picMkLst>
            <pc:docMk/>
            <pc:sldMk cId="172008769" sldId="372"/>
            <ac:picMk id="18" creationId="{18CDD6B3-104E-4B2C-ABCE-BDDA2A03556C}"/>
          </ac:picMkLst>
        </pc:picChg>
        <pc:picChg chg="add mod">
          <ac:chgData name="鈴木 秀規" userId="f68c5fd9-22d5-4c0a-9833-7fb0f5135313" providerId="ADAL" clId="{1FFDFDEC-295D-434A-B582-72A8CC8A5E88}" dt="2021-01-26T03:27:03.211" v="885" actId="1036"/>
          <ac:picMkLst>
            <pc:docMk/>
            <pc:sldMk cId="172008769" sldId="372"/>
            <ac:picMk id="19" creationId="{1818FF79-0FA6-4DDC-A3CE-FD7017CADC96}"/>
          </ac:picMkLst>
        </pc:picChg>
      </pc:sldChg>
      <pc:sldChg chg="del">
        <pc:chgData name="鈴木 秀規" userId="f68c5fd9-22d5-4c0a-9833-7fb0f5135313" providerId="ADAL" clId="{1FFDFDEC-295D-434A-B582-72A8CC8A5E88}" dt="2021-01-14T02:02:02.288" v="173" actId="2696"/>
        <pc:sldMkLst>
          <pc:docMk/>
          <pc:sldMk cId="1008457363" sldId="373"/>
        </pc:sldMkLst>
      </pc:sldChg>
      <pc:sldChg chg="del">
        <pc:chgData name="鈴木 秀規" userId="f68c5fd9-22d5-4c0a-9833-7fb0f5135313" providerId="ADAL" clId="{1FFDFDEC-295D-434A-B582-72A8CC8A5E88}" dt="2021-01-14T02:02:02.288" v="173" actId="2696"/>
        <pc:sldMkLst>
          <pc:docMk/>
          <pc:sldMk cId="3737915234" sldId="374"/>
        </pc:sldMkLst>
      </pc:sldChg>
      <pc:sldChg chg="addSp delSp modSp new mod modClrScheme chgLayout">
        <pc:chgData name="鈴木 秀規" userId="f68c5fd9-22d5-4c0a-9833-7fb0f5135313" providerId="ADAL" clId="{1FFDFDEC-295D-434A-B582-72A8CC8A5E88}" dt="2021-01-14T01:59:45.566" v="120" actId="20577"/>
        <pc:sldMkLst>
          <pc:docMk/>
          <pc:sldMk cId="1907161375" sldId="375"/>
        </pc:sldMkLst>
        <pc:spChg chg="mod ord">
          <ac:chgData name="鈴木 秀規" userId="f68c5fd9-22d5-4c0a-9833-7fb0f5135313" providerId="ADAL" clId="{1FFDFDEC-295D-434A-B582-72A8CC8A5E88}" dt="2021-01-14T01:54:25.584" v="9" actId="700"/>
          <ac:spMkLst>
            <pc:docMk/>
            <pc:sldMk cId="1907161375" sldId="375"/>
            <ac:spMk id="2" creationId="{F2C33459-1977-49C7-8169-E241134D1068}"/>
          </ac:spMkLst>
        </pc:spChg>
        <pc:spChg chg="del mod ord">
          <ac:chgData name="鈴木 秀規" userId="f68c5fd9-22d5-4c0a-9833-7fb0f5135313" providerId="ADAL" clId="{1FFDFDEC-295D-434A-B582-72A8CC8A5E88}" dt="2021-01-14T01:54:25.584" v="9" actId="700"/>
          <ac:spMkLst>
            <pc:docMk/>
            <pc:sldMk cId="1907161375" sldId="375"/>
            <ac:spMk id="3" creationId="{636E995A-F897-446B-8750-F1FA333D638B}"/>
          </ac:spMkLst>
        </pc:spChg>
        <pc:spChg chg="mod ord">
          <ac:chgData name="鈴木 秀規" userId="f68c5fd9-22d5-4c0a-9833-7fb0f5135313" providerId="ADAL" clId="{1FFDFDEC-295D-434A-B582-72A8CC8A5E88}" dt="2021-01-14T01:54:25.584" v="9" actId="700"/>
          <ac:spMkLst>
            <pc:docMk/>
            <pc:sldMk cId="1907161375" sldId="375"/>
            <ac:spMk id="4" creationId="{B2A3B6B7-9A60-4D01-AAEE-C2106AF10B28}"/>
          </ac:spMkLst>
        </pc:spChg>
        <pc:spChg chg="del mod ord">
          <ac:chgData name="鈴木 秀規" userId="f68c5fd9-22d5-4c0a-9833-7fb0f5135313" providerId="ADAL" clId="{1FFDFDEC-295D-434A-B582-72A8CC8A5E88}" dt="2021-01-14T01:54:25.584" v="9" actId="700"/>
          <ac:spMkLst>
            <pc:docMk/>
            <pc:sldMk cId="1907161375" sldId="375"/>
            <ac:spMk id="5" creationId="{B151D206-9F6E-4D12-A8D3-8A8829BB5028}"/>
          </ac:spMkLst>
        </pc:spChg>
        <pc:spChg chg="del">
          <ac:chgData name="鈴木 秀規" userId="f68c5fd9-22d5-4c0a-9833-7fb0f5135313" providerId="ADAL" clId="{1FFDFDEC-295D-434A-B582-72A8CC8A5E88}" dt="2021-01-14T01:54:25.584" v="9" actId="700"/>
          <ac:spMkLst>
            <pc:docMk/>
            <pc:sldMk cId="1907161375" sldId="375"/>
            <ac:spMk id="6" creationId="{D6696C33-9BDD-48AC-8E27-0A64C91D0D98}"/>
          </ac:spMkLst>
        </pc:spChg>
        <pc:spChg chg="del">
          <ac:chgData name="鈴木 秀規" userId="f68c5fd9-22d5-4c0a-9833-7fb0f5135313" providerId="ADAL" clId="{1FFDFDEC-295D-434A-B582-72A8CC8A5E88}" dt="2021-01-14T01:54:25.584" v="9" actId="700"/>
          <ac:spMkLst>
            <pc:docMk/>
            <pc:sldMk cId="1907161375" sldId="375"/>
            <ac:spMk id="7" creationId="{E4D4E024-E9E2-43D0-B1F1-F13EC947B786}"/>
          </ac:spMkLst>
        </pc:spChg>
        <pc:spChg chg="add mod ord">
          <ac:chgData name="鈴木 秀規" userId="f68c5fd9-22d5-4c0a-9833-7fb0f5135313" providerId="ADAL" clId="{1FFDFDEC-295D-434A-B582-72A8CC8A5E88}" dt="2021-01-14T01:58:04.334" v="101" actId="20577"/>
          <ac:spMkLst>
            <pc:docMk/>
            <pc:sldMk cId="1907161375" sldId="375"/>
            <ac:spMk id="8" creationId="{78B182D4-16E3-44FD-A2E5-1D567BDD09F0}"/>
          </ac:spMkLst>
        </pc:spChg>
        <pc:spChg chg="add mod ord">
          <ac:chgData name="鈴木 秀規" userId="f68c5fd9-22d5-4c0a-9833-7fb0f5135313" providerId="ADAL" clId="{1FFDFDEC-295D-434A-B582-72A8CC8A5E88}" dt="2021-01-14T01:59:03.773" v="108" actId="14100"/>
          <ac:spMkLst>
            <pc:docMk/>
            <pc:sldMk cId="1907161375" sldId="375"/>
            <ac:spMk id="9" creationId="{4F6550AC-7983-47F0-BE4F-14B2B41AE9EE}"/>
          </ac:spMkLst>
        </pc:spChg>
        <pc:spChg chg="add mod">
          <ac:chgData name="鈴木 秀規" userId="f68c5fd9-22d5-4c0a-9833-7fb0f5135313" providerId="ADAL" clId="{1FFDFDEC-295D-434A-B582-72A8CC8A5E88}" dt="2021-01-14T01:59:18.272" v="110" actId="1076"/>
          <ac:spMkLst>
            <pc:docMk/>
            <pc:sldMk cId="1907161375" sldId="375"/>
            <ac:spMk id="10" creationId="{07AAD370-75E4-4088-9385-8BD5A3B0B1FA}"/>
          </ac:spMkLst>
        </pc:spChg>
        <pc:spChg chg="add mod">
          <ac:chgData name="鈴木 秀規" userId="f68c5fd9-22d5-4c0a-9833-7fb0f5135313" providerId="ADAL" clId="{1FFDFDEC-295D-434A-B582-72A8CC8A5E88}" dt="2021-01-14T01:59:36.868" v="115" actId="207"/>
          <ac:spMkLst>
            <pc:docMk/>
            <pc:sldMk cId="1907161375" sldId="375"/>
            <ac:spMk id="14" creationId="{A20BE2EF-A56E-47BB-9FD3-66EB89F1CAB2}"/>
          </ac:spMkLst>
        </pc:spChg>
        <pc:spChg chg="add mod">
          <ac:chgData name="鈴木 秀規" userId="f68c5fd9-22d5-4c0a-9833-7fb0f5135313" providerId="ADAL" clId="{1FFDFDEC-295D-434A-B582-72A8CC8A5E88}" dt="2021-01-14T01:59:18.272" v="110" actId="1076"/>
          <ac:spMkLst>
            <pc:docMk/>
            <pc:sldMk cId="1907161375" sldId="375"/>
            <ac:spMk id="17" creationId="{21ED72EF-CCE7-4002-AA1A-6B5AC15DFF59}"/>
          </ac:spMkLst>
        </pc:spChg>
        <pc:spChg chg="add mod">
          <ac:chgData name="鈴木 秀規" userId="f68c5fd9-22d5-4c0a-9833-7fb0f5135313" providerId="ADAL" clId="{1FFDFDEC-295D-434A-B582-72A8CC8A5E88}" dt="2021-01-14T01:59:18.272" v="110" actId="1076"/>
          <ac:spMkLst>
            <pc:docMk/>
            <pc:sldMk cId="1907161375" sldId="375"/>
            <ac:spMk id="18" creationId="{0326BFB2-441C-48B3-A336-83EED185BD7F}"/>
          </ac:spMkLst>
        </pc:spChg>
        <pc:spChg chg="add mod">
          <ac:chgData name="鈴木 秀規" userId="f68c5fd9-22d5-4c0a-9833-7fb0f5135313" providerId="ADAL" clId="{1FFDFDEC-295D-434A-B582-72A8CC8A5E88}" dt="2021-01-14T01:59:18.272" v="110" actId="1076"/>
          <ac:spMkLst>
            <pc:docMk/>
            <pc:sldMk cId="1907161375" sldId="375"/>
            <ac:spMk id="19" creationId="{E7B78823-E559-44B9-B837-BC65C7418CA2}"/>
          </ac:spMkLst>
        </pc:spChg>
        <pc:spChg chg="add mod">
          <ac:chgData name="鈴木 秀規" userId="f68c5fd9-22d5-4c0a-9833-7fb0f5135313" providerId="ADAL" clId="{1FFDFDEC-295D-434A-B582-72A8CC8A5E88}" dt="2021-01-14T01:59:18.272" v="110" actId="1076"/>
          <ac:spMkLst>
            <pc:docMk/>
            <pc:sldMk cId="1907161375" sldId="375"/>
            <ac:spMk id="21" creationId="{9504068A-D6BB-4A8F-B6B6-F71AFA026404}"/>
          </ac:spMkLst>
        </pc:spChg>
        <pc:spChg chg="add mod">
          <ac:chgData name="鈴木 秀規" userId="f68c5fd9-22d5-4c0a-9833-7fb0f5135313" providerId="ADAL" clId="{1FFDFDEC-295D-434A-B582-72A8CC8A5E88}" dt="2021-01-14T01:59:18.272" v="110" actId="1076"/>
          <ac:spMkLst>
            <pc:docMk/>
            <pc:sldMk cId="1907161375" sldId="375"/>
            <ac:spMk id="25" creationId="{84546D2E-07EA-4D64-8042-B418A8D1EB7F}"/>
          </ac:spMkLst>
        </pc:spChg>
        <pc:spChg chg="add mod">
          <ac:chgData name="鈴木 秀規" userId="f68c5fd9-22d5-4c0a-9833-7fb0f5135313" providerId="ADAL" clId="{1FFDFDEC-295D-434A-B582-72A8CC8A5E88}" dt="2021-01-14T01:59:45.566" v="120" actId="20577"/>
          <ac:spMkLst>
            <pc:docMk/>
            <pc:sldMk cId="1907161375" sldId="375"/>
            <ac:spMk id="31" creationId="{05E58047-D705-49A5-9998-531FF0EE584D}"/>
          </ac:spMkLst>
        </pc:spChg>
        <pc:picChg chg="add mod">
          <ac:chgData name="鈴木 秀規" userId="f68c5fd9-22d5-4c0a-9833-7fb0f5135313" providerId="ADAL" clId="{1FFDFDEC-295D-434A-B582-72A8CC8A5E88}" dt="2021-01-14T01:59:18.272" v="110" actId="1076"/>
          <ac:picMkLst>
            <pc:docMk/>
            <pc:sldMk cId="1907161375" sldId="375"/>
            <ac:picMk id="11" creationId="{564BFD27-68F4-4E9B-BBD1-3DF2216B791D}"/>
          </ac:picMkLst>
        </pc:picChg>
        <pc:picChg chg="add mod">
          <ac:chgData name="鈴木 秀規" userId="f68c5fd9-22d5-4c0a-9833-7fb0f5135313" providerId="ADAL" clId="{1FFDFDEC-295D-434A-B582-72A8CC8A5E88}" dt="2021-01-14T01:59:18.272" v="110" actId="1076"/>
          <ac:picMkLst>
            <pc:docMk/>
            <pc:sldMk cId="1907161375" sldId="375"/>
            <ac:picMk id="12" creationId="{B50ED766-00D9-495F-A414-BBA5DB6E911F}"/>
          </ac:picMkLst>
        </pc:picChg>
        <pc:picChg chg="add mod">
          <ac:chgData name="鈴木 秀規" userId="f68c5fd9-22d5-4c0a-9833-7fb0f5135313" providerId="ADAL" clId="{1FFDFDEC-295D-434A-B582-72A8CC8A5E88}" dt="2021-01-14T01:59:18.272" v="110" actId="1076"/>
          <ac:picMkLst>
            <pc:docMk/>
            <pc:sldMk cId="1907161375" sldId="375"/>
            <ac:picMk id="13" creationId="{675DBB52-291D-4CFA-83BC-E791C49F2029}"/>
          </ac:picMkLst>
        </pc:picChg>
        <pc:picChg chg="add mod">
          <ac:chgData name="鈴木 秀規" userId="f68c5fd9-22d5-4c0a-9833-7fb0f5135313" providerId="ADAL" clId="{1FFDFDEC-295D-434A-B582-72A8CC8A5E88}" dt="2021-01-14T01:59:18.272" v="110" actId="1076"/>
          <ac:picMkLst>
            <pc:docMk/>
            <pc:sldMk cId="1907161375" sldId="375"/>
            <ac:picMk id="20" creationId="{C6F8F643-F6C2-48A3-A5B6-AD5484107388}"/>
          </ac:picMkLst>
        </pc:picChg>
        <pc:picChg chg="add mod">
          <ac:chgData name="鈴木 秀規" userId="f68c5fd9-22d5-4c0a-9833-7fb0f5135313" providerId="ADAL" clId="{1FFDFDEC-295D-434A-B582-72A8CC8A5E88}" dt="2021-01-14T01:59:18.272" v="110" actId="1076"/>
          <ac:picMkLst>
            <pc:docMk/>
            <pc:sldMk cId="1907161375" sldId="375"/>
            <ac:picMk id="23" creationId="{C8CD0E29-FC7E-401E-8953-904CC4E89018}"/>
          </ac:picMkLst>
        </pc:picChg>
        <pc:picChg chg="add mod">
          <ac:chgData name="鈴木 秀規" userId="f68c5fd9-22d5-4c0a-9833-7fb0f5135313" providerId="ADAL" clId="{1FFDFDEC-295D-434A-B582-72A8CC8A5E88}" dt="2021-01-14T01:59:18.272" v="110" actId="1076"/>
          <ac:picMkLst>
            <pc:docMk/>
            <pc:sldMk cId="1907161375" sldId="375"/>
            <ac:picMk id="24" creationId="{6AF5DD5D-6F24-49E8-9C70-34C2AB7E47BD}"/>
          </ac:picMkLst>
        </pc:picChg>
        <pc:picChg chg="add mod">
          <ac:chgData name="鈴木 秀規" userId="f68c5fd9-22d5-4c0a-9833-7fb0f5135313" providerId="ADAL" clId="{1FFDFDEC-295D-434A-B582-72A8CC8A5E88}" dt="2021-01-14T01:59:18.272" v="110" actId="1076"/>
          <ac:picMkLst>
            <pc:docMk/>
            <pc:sldMk cId="1907161375" sldId="375"/>
            <ac:picMk id="29" creationId="{4D35E043-D2AD-4290-8C14-32D0728BF532}"/>
          </ac:picMkLst>
        </pc:picChg>
        <pc:picChg chg="add mod">
          <ac:chgData name="鈴木 秀規" userId="f68c5fd9-22d5-4c0a-9833-7fb0f5135313" providerId="ADAL" clId="{1FFDFDEC-295D-434A-B582-72A8CC8A5E88}" dt="2021-01-14T01:59:18.272" v="110" actId="1076"/>
          <ac:picMkLst>
            <pc:docMk/>
            <pc:sldMk cId="1907161375" sldId="375"/>
            <ac:picMk id="30" creationId="{C010E05C-1871-42D5-9FB7-ABF30847EAF3}"/>
          </ac:picMkLst>
        </pc:picChg>
        <pc:picChg chg="add mod">
          <ac:chgData name="鈴木 秀規" userId="f68c5fd9-22d5-4c0a-9833-7fb0f5135313" providerId="ADAL" clId="{1FFDFDEC-295D-434A-B582-72A8CC8A5E88}" dt="2021-01-14T01:59:18.272" v="110" actId="1076"/>
          <ac:picMkLst>
            <pc:docMk/>
            <pc:sldMk cId="1907161375" sldId="375"/>
            <ac:picMk id="32" creationId="{E9F0B6A4-1999-4C8C-A73B-2901C433607C}"/>
          </ac:picMkLst>
        </pc:picChg>
        <pc:cxnChg chg="add mod">
          <ac:chgData name="鈴木 秀規" userId="f68c5fd9-22d5-4c0a-9833-7fb0f5135313" providerId="ADAL" clId="{1FFDFDEC-295D-434A-B582-72A8CC8A5E88}" dt="2021-01-14T01:59:18.272" v="110" actId="1076"/>
          <ac:cxnSpMkLst>
            <pc:docMk/>
            <pc:sldMk cId="1907161375" sldId="375"/>
            <ac:cxnSpMk id="15" creationId="{0F95D75C-089C-431C-9673-BAF8BC7E7B81}"/>
          </ac:cxnSpMkLst>
        </pc:cxnChg>
        <pc:cxnChg chg="add mod">
          <ac:chgData name="鈴木 秀規" userId="f68c5fd9-22d5-4c0a-9833-7fb0f5135313" providerId="ADAL" clId="{1FFDFDEC-295D-434A-B582-72A8CC8A5E88}" dt="2021-01-14T01:59:18.272" v="110" actId="1076"/>
          <ac:cxnSpMkLst>
            <pc:docMk/>
            <pc:sldMk cId="1907161375" sldId="375"/>
            <ac:cxnSpMk id="16" creationId="{EBAA7087-1D49-4E99-B6FE-4EE4FDA7636C}"/>
          </ac:cxnSpMkLst>
        </pc:cxnChg>
        <pc:cxnChg chg="add mod">
          <ac:chgData name="鈴木 秀規" userId="f68c5fd9-22d5-4c0a-9833-7fb0f5135313" providerId="ADAL" clId="{1FFDFDEC-295D-434A-B582-72A8CC8A5E88}" dt="2021-01-14T01:59:18.272" v="110" actId="1076"/>
          <ac:cxnSpMkLst>
            <pc:docMk/>
            <pc:sldMk cId="1907161375" sldId="375"/>
            <ac:cxnSpMk id="22" creationId="{FCC53815-0305-4D47-9C8D-837854022F3D}"/>
          </ac:cxnSpMkLst>
        </pc:cxnChg>
        <pc:cxnChg chg="add mod">
          <ac:chgData name="鈴木 秀規" userId="f68c5fd9-22d5-4c0a-9833-7fb0f5135313" providerId="ADAL" clId="{1FFDFDEC-295D-434A-B582-72A8CC8A5E88}" dt="2021-01-14T01:59:18.272" v="110" actId="1076"/>
          <ac:cxnSpMkLst>
            <pc:docMk/>
            <pc:sldMk cId="1907161375" sldId="375"/>
            <ac:cxnSpMk id="26" creationId="{6164547E-80FC-4466-ACDC-B8B858B19E4A}"/>
          </ac:cxnSpMkLst>
        </pc:cxnChg>
        <pc:cxnChg chg="add mod">
          <ac:chgData name="鈴木 秀規" userId="f68c5fd9-22d5-4c0a-9833-7fb0f5135313" providerId="ADAL" clId="{1FFDFDEC-295D-434A-B582-72A8CC8A5E88}" dt="2021-01-14T01:59:18.272" v="110" actId="1076"/>
          <ac:cxnSpMkLst>
            <pc:docMk/>
            <pc:sldMk cId="1907161375" sldId="375"/>
            <ac:cxnSpMk id="27" creationId="{C8083653-A187-4061-9CFC-9CA906255BB5}"/>
          </ac:cxnSpMkLst>
        </pc:cxnChg>
        <pc:cxnChg chg="add mod">
          <ac:chgData name="鈴木 秀規" userId="f68c5fd9-22d5-4c0a-9833-7fb0f5135313" providerId="ADAL" clId="{1FFDFDEC-295D-434A-B582-72A8CC8A5E88}" dt="2021-01-14T01:59:18.272" v="110" actId="1076"/>
          <ac:cxnSpMkLst>
            <pc:docMk/>
            <pc:sldMk cId="1907161375" sldId="375"/>
            <ac:cxnSpMk id="28" creationId="{B0B783CC-E721-469F-8E26-C91C6EA2D86D}"/>
          </ac:cxnSpMkLst>
        </pc:cxnChg>
      </pc:sldChg>
      <pc:sldChg chg="addSp modSp new del mod">
        <pc:chgData name="鈴木 秀規" userId="f68c5fd9-22d5-4c0a-9833-7fb0f5135313" providerId="ADAL" clId="{1FFDFDEC-295D-434A-B582-72A8CC8A5E88}" dt="2021-01-14T02:02:02.288" v="173" actId="2696"/>
        <pc:sldMkLst>
          <pc:docMk/>
          <pc:sldMk cId="2108988060" sldId="376"/>
        </pc:sldMkLst>
        <pc:spChg chg="mod">
          <ac:chgData name="鈴木 秀規" userId="f68c5fd9-22d5-4c0a-9833-7fb0f5135313" providerId="ADAL" clId="{1FFDFDEC-295D-434A-B582-72A8CC8A5E88}" dt="2021-01-14T02:00:18.963" v="141" actId="20577"/>
          <ac:spMkLst>
            <pc:docMk/>
            <pc:sldMk cId="2108988060" sldId="376"/>
            <ac:spMk id="3" creationId="{4034037C-2A01-447F-B387-82829C86D752}"/>
          </ac:spMkLst>
        </pc:spChg>
        <pc:spChg chg="mod">
          <ac:chgData name="鈴木 秀規" userId="f68c5fd9-22d5-4c0a-9833-7fb0f5135313" providerId="ADAL" clId="{1FFDFDEC-295D-434A-B582-72A8CC8A5E88}" dt="2021-01-14T02:00:42.734" v="149" actId="14100"/>
          <ac:spMkLst>
            <pc:docMk/>
            <pc:sldMk cId="2108988060" sldId="376"/>
            <ac:spMk id="5" creationId="{E15B8FA5-9AB3-4033-B52C-496ED6F99D7F}"/>
          </ac:spMkLst>
        </pc:spChg>
        <pc:spChg chg="add mod">
          <ac:chgData name="鈴木 秀規" userId="f68c5fd9-22d5-4c0a-9833-7fb0f5135313" providerId="ADAL" clId="{1FFDFDEC-295D-434A-B582-72A8CC8A5E88}" dt="2021-01-14T02:01:35.267" v="172" actId="2711"/>
          <ac:spMkLst>
            <pc:docMk/>
            <pc:sldMk cId="2108988060" sldId="376"/>
            <ac:spMk id="6" creationId="{0D2BEEBB-6965-4B5F-ACDB-F88BB098F84F}"/>
          </ac:spMkLst>
        </pc:spChg>
        <pc:spChg chg="add mod">
          <ac:chgData name="鈴木 秀規" userId="f68c5fd9-22d5-4c0a-9833-7fb0f5135313" providerId="ADAL" clId="{1FFDFDEC-295D-434A-B582-72A8CC8A5E88}" dt="2021-01-14T02:01:22.917" v="170" actId="2711"/>
          <ac:spMkLst>
            <pc:docMk/>
            <pc:sldMk cId="2108988060" sldId="376"/>
            <ac:spMk id="7" creationId="{0FCC3EBA-F893-40BB-B081-ACC77689B0FC}"/>
          </ac:spMkLst>
        </pc:spChg>
        <pc:spChg chg="add mod">
          <ac:chgData name="鈴木 秀規" userId="f68c5fd9-22d5-4c0a-9833-7fb0f5135313" providerId="ADAL" clId="{1FFDFDEC-295D-434A-B582-72A8CC8A5E88}" dt="2021-01-14T02:00:56.108" v="167" actId="1038"/>
          <ac:spMkLst>
            <pc:docMk/>
            <pc:sldMk cId="2108988060" sldId="376"/>
            <ac:spMk id="23" creationId="{1F6C9A36-E9A4-4BD6-825B-FC77DB8E9344}"/>
          </ac:spMkLst>
        </pc:spChg>
        <pc:picChg chg="add mod">
          <ac:chgData name="鈴木 秀規" userId="f68c5fd9-22d5-4c0a-9833-7fb0f5135313" providerId="ADAL" clId="{1FFDFDEC-295D-434A-B582-72A8CC8A5E88}" dt="2021-01-14T02:00:56.108" v="167" actId="1038"/>
          <ac:picMkLst>
            <pc:docMk/>
            <pc:sldMk cId="2108988060" sldId="376"/>
            <ac:picMk id="8" creationId="{7D4690F8-FC21-4394-B9FE-9B820E6B457B}"/>
          </ac:picMkLst>
        </pc:picChg>
        <pc:picChg chg="add mod">
          <ac:chgData name="鈴木 秀規" userId="f68c5fd9-22d5-4c0a-9833-7fb0f5135313" providerId="ADAL" clId="{1FFDFDEC-295D-434A-B582-72A8CC8A5E88}" dt="2021-01-14T02:00:56.108" v="167" actId="1038"/>
          <ac:picMkLst>
            <pc:docMk/>
            <pc:sldMk cId="2108988060" sldId="376"/>
            <ac:picMk id="9" creationId="{336C59ED-035D-4032-9BFD-BF65F969EDF1}"/>
          </ac:picMkLst>
        </pc:picChg>
        <pc:picChg chg="add mod">
          <ac:chgData name="鈴木 秀規" userId="f68c5fd9-22d5-4c0a-9833-7fb0f5135313" providerId="ADAL" clId="{1FFDFDEC-295D-434A-B582-72A8CC8A5E88}" dt="2021-01-14T02:00:56.108" v="167" actId="1038"/>
          <ac:picMkLst>
            <pc:docMk/>
            <pc:sldMk cId="2108988060" sldId="376"/>
            <ac:picMk id="10" creationId="{180159D8-3060-47E5-A3FF-F69BA91BCC65}"/>
          </ac:picMkLst>
        </pc:picChg>
        <pc:picChg chg="add mod">
          <ac:chgData name="鈴木 秀規" userId="f68c5fd9-22d5-4c0a-9833-7fb0f5135313" providerId="ADAL" clId="{1FFDFDEC-295D-434A-B582-72A8CC8A5E88}" dt="2021-01-14T02:00:56.108" v="167" actId="1038"/>
          <ac:picMkLst>
            <pc:docMk/>
            <pc:sldMk cId="2108988060" sldId="376"/>
            <ac:picMk id="11" creationId="{D0AA5A03-85CD-431A-AA28-AF9AF959A7D7}"/>
          </ac:picMkLst>
        </pc:picChg>
        <pc:picChg chg="add mod">
          <ac:chgData name="鈴木 秀規" userId="f68c5fd9-22d5-4c0a-9833-7fb0f5135313" providerId="ADAL" clId="{1FFDFDEC-295D-434A-B582-72A8CC8A5E88}" dt="2021-01-14T02:00:56.108" v="167" actId="1038"/>
          <ac:picMkLst>
            <pc:docMk/>
            <pc:sldMk cId="2108988060" sldId="376"/>
            <ac:picMk id="15" creationId="{80A29E5E-9321-468A-9CCA-AF71B189FBF3}"/>
          </ac:picMkLst>
        </pc:picChg>
        <pc:picChg chg="add mod">
          <ac:chgData name="鈴木 秀規" userId="f68c5fd9-22d5-4c0a-9833-7fb0f5135313" providerId="ADAL" clId="{1FFDFDEC-295D-434A-B582-72A8CC8A5E88}" dt="2021-01-14T02:00:56.108" v="167" actId="1038"/>
          <ac:picMkLst>
            <pc:docMk/>
            <pc:sldMk cId="2108988060" sldId="376"/>
            <ac:picMk id="17" creationId="{F611D90C-FAEF-4108-B794-0C74A595485A}"/>
          </ac:picMkLst>
        </pc:picChg>
        <pc:picChg chg="add mod">
          <ac:chgData name="鈴木 秀規" userId="f68c5fd9-22d5-4c0a-9833-7fb0f5135313" providerId="ADAL" clId="{1FFDFDEC-295D-434A-B582-72A8CC8A5E88}" dt="2021-01-14T02:00:56.108" v="167" actId="1038"/>
          <ac:picMkLst>
            <pc:docMk/>
            <pc:sldMk cId="2108988060" sldId="376"/>
            <ac:picMk id="19" creationId="{13B29F4B-524E-49F7-AB7F-930E08C2CCEC}"/>
          </ac:picMkLst>
        </pc:picChg>
        <pc:picChg chg="add mod">
          <ac:chgData name="鈴木 秀規" userId="f68c5fd9-22d5-4c0a-9833-7fb0f5135313" providerId="ADAL" clId="{1FFDFDEC-295D-434A-B582-72A8CC8A5E88}" dt="2021-01-14T02:00:56.108" v="167" actId="1038"/>
          <ac:picMkLst>
            <pc:docMk/>
            <pc:sldMk cId="2108988060" sldId="376"/>
            <ac:picMk id="20" creationId="{B096E803-6DF6-44E4-835A-4594EBFDE7DE}"/>
          </ac:picMkLst>
        </pc:picChg>
        <pc:cxnChg chg="add mod">
          <ac:chgData name="鈴木 秀規" userId="f68c5fd9-22d5-4c0a-9833-7fb0f5135313" providerId="ADAL" clId="{1FFDFDEC-295D-434A-B582-72A8CC8A5E88}" dt="2021-01-14T02:00:56.108" v="167" actId="1038"/>
          <ac:cxnSpMkLst>
            <pc:docMk/>
            <pc:sldMk cId="2108988060" sldId="376"/>
            <ac:cxnSpMk id="12" creationId="{9275C84D-51CF-4E43-9882-182A2890E520}"/>
          </ac:cxnSpMkLst>
        </pc:cxnChg>
        <pc:cxnChg chg="add mod">
          <ac:chgData name="鈴木 秀規" userId="f68c5fd9-22d5-4c0a-9833-7fb0f5135313" providerId="ADAL" clId="{1FFDFDEC-295D-434A-B582-72A8CC8A5E88}" dt="2021-01-14T02:00:56.108" v="167" actId="1038"/>
          <ac:cxnSpMkLst>
            <pc:docMk/>
            <pc:sldMk cId="2108988060" sldId="376"/>
            <ac:cxnSpMk id="13" creationId="{DF4E31EB-54A7-4852-8F50-0540BE9E3E92}"/>
          </ac:cxnSpMkLst>
        </pc:cxnChg>
        <pc:cxnChg chg="add mod">
          <ac:chgData name="鈴木 秀規" userId="f68c5fd9-22d5-4c0a-9833-7fb0f5135313" providerId="ADAL" clId="{1FFDFDEC-295D-434A-B582-72A8CC8A5E88}" dt="2021-01-14T02:00:56.108" v="167" actId="1038"/>
          <ac:cxnSpMkLst>
            <pc:docMk/>
            <pc:sldMk cId="2108988060" sldId="376"/>
            <ac:cxnSpMk id="14" creationId="{3756BD93-8BA4-4E4B-93AE-C0D53EC65ED2}"/>
          </ac:cxnSpMkLst>
        </pc:cxnChg>
        <pc:cxnChg chg="add mod">
          <ac:chgData name="鈴木 秀規" userId="f68c5fd9-22d5-4c0a-9833-7fb0f5135313" providerId="ADAL" clId="{1FFDFDEC-295D-434A-B582-72A8CC8A5E88}" dt="2021-01-14T02:00:56.108" v="167" actId="1038"/>
          <ac:cxnSpMkLst>
            <pc:docMk/>
            <pc:sldMk cId="2108988060" sldId="376"/>
            <ac:cxnSpMk id="16" creationId="{9361722C-727A-4C85-AFBE-03A5C414B66F}"/>
          </ac:cxnSpMkLst>
        </pc:cxnChg>
        <pc:cxnChg chg="add mod">
          <ac:chgData name="鈴木 秀規" userId="f68c5fd9-22d5-4c0a-9833-7fb0f5135313" providerId="ADAL" clId="{1FFDFDEC-295D-434A-B582-72A8CC8A5E88}" dt="2021-01-14T02:00:56.108" v="167" actId="1038"/>
          <ac:cxnSpMkLst>
            <pc:docMk/>
            <pc:sldMk cId="2108988060" sldId="376"/>
            <ac:cxnSpMk id="18" creationId="{7B9A898E-71D2-4F9C-9A94-21BFC2A57883}"/>
          </ac:cxnSpMkLst>
        </pc:cxnChg>
        <pc:cxnChg chg="add mod">
          <ac:chgData name="鈴木 秀規" userId="f68c5fd9-22d5-4c0a-9833-7fb0f5135313" providerId="ADAL" clId="{1FFDFDEC-295D-434A-B582-72A8CC8A5E88}" dt="2021-01-14T02:00:56.108" v="167" actId="1038"/>
          <ac:cxnSpMkLst>
            <pc:docMk/>
            <pc:sldMk cId="2108988060" sldId="376"/>
            <ac:cxnSpMk id="21" creationId="{DFB78371-7452-4CFF-828C-3F19969B1ECE}"/>
          </ac:cxnSpMkLst>
        </pc:cxnChg>
        <pc:cxnChg chg="add mod">
          <ac:chgData name="鈴木 秀規" userId="f68c5fd9-22d5-4c0a-9833-7fb0f5135313" providerId="ADAL" clId="{1FFDFDEC-295D-434A-B582-72A8CC8A5E88}" dt="2021-01-14T02:00:56.108" v="167" actId="1038"/>
          <ac:cxnSpMkLst>
            <pc:docMk/>
            <pc:sldMk cId="2108988060" sldId="376"/>
            <ac:cxnSpMk id="22" creationId="{B6B0AD38-13DB-41EA-9A1F-2C1952CFF914}"/>
          </ac:cxnSpMkLst>
        </pc:cxnChg>
      </pc:sldChg>
      <pc:sldChg chg="addSp modSp new mod">
        <pc:chgData name="鈴木 秀規" userId="f68c5fd9-22d5-4c0a-9833-7fb0f5135313" providerId="ADAL" clId="{1FFDFDEC-295D-434A-B582-72A8CC8A5E88}" dt="2021-01-14T02:02:38.621" v="211" actId="1076"/>
        <pc:sldMkLst>
          <pc:docMk/>
          <pc:sldMk cId="2720488262" sldId="376"/>
        </pc:sldMkLst>
        <pc:spChg chg="mod">
          <ac:chgData name="鈴木 秀規" userId="f68c5fd9-22d5-4c0a-9833-7fb0f5135313" providerId="ADAL" clId="{1FFDFDEC-295D-434A-B582-72A8CC8A5E88}" dt="2021-01-14T02:02:12.463" v="202" actId="20577"/>
          <ac:spMkLst>
            <pc:docMk/>
            <pc:sldMk cId="2720488262" sldId="376"/>
            <ac:spMk id="3" creationId="{7E76A76D-A4A9-46AF-854D-786E7BC777F0}"/>
          </ac:spMkLst>
        </pc:spChg>
        <pc:spChg chg="mod">
          <ac:chgData name="鈴木 秀規" userId="f68c5fd9-22d5-4c0a-9833-7fb0f5135313" providerId="ADAL" clId="{1FFDFDEC-295D-434A-B582-72A8CC8A5E88}" dt="2021-01-14T02:02:30.004" v="209" actId="207"/>
          <ac:spMkLst>
            <pc:docMk/>
            <pc:sldMk cId="2720488262" sldId="376"/>
            <ac:spMk id="5" creationId="{053BE284-A5FE-49E2-93EB-ED11556292A1}"/>
          </ac:spMkLst>
        </pc:spChg>
        <pc:spChg chg="add mod">
          <ac:chgData name="鈴木 秀規" userId="f68c5fd9-22d5-4c0a-9833-7fb0f5135313" providerId="ADAL" clId="{1FFDFDEC-295D-434A-B582-72A8CC8A5E88}" dt="2021-01-14T02:02:38.621" v="211" actId="1076"/>
          <ac:spMkLst>
            <pc:docMk/>
            <pc:sldMk cId="2720488262" sldId="376"/>
            <ac:spMk id="6" creationId="{3FDB19DB-E07E-4F5F-ADE2-8952BB7ABFD9}"/>
          </ac:spMkLst>
        </pc:spChg>
        <pc:spChg chg="add mod">
          <ac:chgData name="鈴木 秀規" userId="f68c5fd9-22d5-4c0a-9833-7fb0f5135313" providerId="ADAL" clId="{1FFDFDEC-295D-434A-B582-72A8CC8A5E88}" dt="2021-01-14T02:02:38.621" v="211" actId="1076"/>
          <ac:spMkLst>
            <pc:docMk/>
            <pc:sldMk cId="2720488262" sldId="376"/>
            <ac:spMk id="7" creationId="{7CF06173-29D3-4D35-835B-E0E1E7C5F04B}"/>
          </ac:spMkLst>
        </pc:spChg>
        <pc:spChg chg="add mod">
          <ac:chgData name="鈴木 秀規" userId="f68c5fd9-22d5-4c0a-9833-7fb0f5135313" providerId="ADAL" clId="{1FFDFDEC-295D-434A-B582-72A8CC8A5E88}" dt="2021-01-14T02:02:38.621" v="211" actId="1076"/>
          <ac:spMkLst>
            <pc:docMk/>
            <pc:sldMk cId="2720488262" sldId="376"/>
            <ac:spMk id="8" creationId="{E75346FE-F118-48D8-9BA4-5715319032B0}"/>
          </ac:spMkLst>
        </pc:spChg>
        <pc:spChg chg="add mod">
          <ac:chgData name="鈴木 秀規" userId="f68c5fd9-22d5-4c0a-9833-7fb0f5135313" providerId="ADAL" clId="{1FFDFDEC-295D-434A-B582-72A8CC8A5E88}" dt="2021-01-14T02:02:38.621" v="211" actId="1076"/>
          <ac:spMkLst>
            <pc:docMk/>
            <pc:sldMk cId="2720488262" sldId="376"/>
            <ac:spMk id="9" creationId="{CC214F5B-CCBE-4F4D-A63F-1C91155FD880}"/>
          </ac:spMkLst>
        </pc:spChg>
        <pc:spChg chg="add mod">
          <ac:chgData name="鈴木 秀規" userId="f68c5fd9-22d5-4c0a-9833-7fb0f5135313" providerId="ADAL" clId="{1FFDFDEC-295D-434A-B582-72A8CC8A5E88}" dt="2021-01-14T02:02:38.621" v="211" actId="1076"/>
          <ac:spMkLst>
            <pc:docMk/>
            <pc:sldMk cId="2720488262" sldId="376"/>
            <ac:spMk id="10" creationId="{4B8696C4-7CBC-49D4-BA27-0B15F1DA9A5A}"/>
          </ac:spMkLst>
        </pc:spChg>
        <pc:spChg chg="add mod">
          <ac:chgData name="鈴木 秀規" userId="f68c5fd9-22d5-4c0a-9833-7fb0f5135313" providerId="ADAL" clId="{1FFDFDEC-295D-434A-B582-72A8CC8A5E88}" dt="2021-01-14T02:02:38.621" v="211" actId="1076"/>
          <ac:spMkLst>
            <pc:docMk/>
            <pc:sldMk cId="2720488262" sldId="376"/>
            <ac:spMk id="11" creationId="{61531945-198A-4659-919F-54A6276F9688}"/>
          </ac:spMkLst>
        </pc:spChg>
        <pc:picChg chg="add mod">
          <ac:chgData name="鈴木 秀規" userId="f68c5fd9-22d5-4c0a-9833-7fb0f5135313" providerId="ADAL" clId="{1FFDFDEC-295D-434A-B582-72A8CC8A5E88}" dt="2021-01-14T02:02:38.621" v="211" actId="1076"/>
          <ac:picMkLst>
            <pc:docMk/>
            <pc:sldMk cId="2720488262" sldId="376"/>
            <ac:picMk id="12" creationId="{264B2629-3235-4C1F-81CC-0EB9738C6DF9}"/>
          </ac:picMkLst>
        </pc:picChg>
        <pc:picChg chg="add mod">
          <ac:chgData name="鈴木 秀規" userId="f68c5fd9-22d5-4c0a-9833-7fb0f5135313" providerId="ADAL" clId="{1FFDFDEC-295D-434A-B582-72A8CC8A5E88}" dt="2021-01-14T02:02:38.621" v="211" actId="1076"/>
          <ac:picMkLst>
            <pc:docMk/>
            <pc:sldMk cId="2720488262" sldId="376"/>
            <ac:picMk id="13" creationId="{07A0F9A4-F2B7-462B-87D6-F59F33309D73}"/>
          </ac:picMkLst>
        </pc:picChg>
        <pc:cxnChg chg="add mod">
          <ac:chgData name="鈴木 秀規" userId="f68c5fd9-22d5-4c0a-9833-7fb0f5135313" providerId="ADAL" clId="{1FFDFDEC-295D-434A-B582-72A8CC8A5E88}" dt="2021-01-14T02:02:38.621" v="211" actId="1076"/>
          <ac:cxnSpMkLst>
            <pc:docMk/>
            <pc:sldMk cId="2720488262" sldId="376"/>
            <ac:cxnSpMk id="14" creationId="{A021EA36-EAD1-413B-9C82-429596853257}"/>
          </ac:cxnSpMkLst>
        </pc:cxnChg>
        <pc:cxnChg chg="add mod">
          <ac:chgData name="鈴木 秀規" userId="f68c5fd9-22d5-4c0a-9833-7fb0f5135313" providerId="ADAL" clId="{1FFDFDEC-295D-434A-B582-72A8CC8A5E88}" dt="2021-01-14T02:02:38.621" v="211" actId="1076"/>
          <ac:cxnSpMkLst>
            <pc:docMk/>
            <pc:sldMk cId="2720488262" sldId="376"/>
            <ac:cxnSpMk id="15" creationId="{D5C25223-29DF-4B17-B420-0CB7560CD3AC}"/>
          </ac:cxnSpMkLst>
        </pc:cxnChg>
        <pc:cxnChg chg="add mod">
          <ac:chgData name="鈴木 秀規" userId="f68c5fd9-22d5-4c0a-9833-7fb0f5135313" providerId="ADAL" clId="{1FFDFDEC-295D-434A-B582-72A8CC8A5E88}" dt="2021-01-14T02:02:38.621" v="211" actId="1076"/>
          <ac:cxnSpMkLst>
            <pc:docMk/>
            <pc:sldMk cId="2720488262" sldId="376"/>
            <ac:cxnSpMk id="16" creationId="{24763586-9DAE-493B-8315-4FF9493818EE}"/>
          </ac:cxnSpMkLst>
        </pc:cxnChg>
        <pc:cxnChg chg="add mod">
          <ac:chgData name="鈴木 秀規" userId="f68c5fd9-22d5-4c0a-9833-7fb0f5135313" providerId="ADAL" clId="{1FFDFDEC-295D-434A-B582-72A8CC8A5E88}" dt="2021-01-14T02:02:38.621" v="211" actId="1076"/>
          <ac:cxnSpMkLst>
            <pc:docMk/>
            <pc:sldMk cId="2720488262" sldId="376"/>
            <ac:cxnSpMk id="17" creationId="{C098CE7A-3790-4DBB-B135-514F41130A01}"/>
          </ac:cxnSpMkLst>
        </pc:cxnChg>
      </pc:sldChg>
      <pc:sldChg chg="addSp delSp modSp new add del mod">
        <pc:chgData name="鈴木 秀規" userId="f68c5fd9-22d5-4c0a-9833-7fb0f5135313" providerId="ADAL" clId="{1FFDFDEC-295D-434A-B582-72A8CC8A5E88}" dt="2021-01-26T03:29:01.368" v="886" actId="14100"/>
        <pc:sldMkLst>
          <pc:docMk/>
          <pc:sldMk cId="3649920568" sldId="377"/>
        </pc:sldMkLst>
        <pc:spChg chg="mod">
          <ac:chgData name="鈴木 秀規" userId="f68c5fd9-22d5-4c0a-9833-7fb0f5135313" providerId="ADAL" clId="{1FFDFDEC-295D-434A-B582-72A8CC8A5E88}" dt="2021-01-14T02:03:05.174" v="223" actId="20577"/>
          <ac:spMkLst>
            <pc:docMk/>
            <pc:sldMk cId="3649920568" sldId="377"/>
            <ac:spMk id="3" creationId="{DF13203F-8593-420C-AE20-66E21972FB4D}"/>
          </ac:spMkLst>
        </pc:spChg>
        <pc:spChg chg="mod">
          <ac:chgData name="鈴木 秀規" userId="f68c5fd9-22d5-4c0a-9833-7fb0f5135313" providerId="ADAL" clId="{1FFDFDEC-295D-434A-B582-72A8CC8A5E88}" dt="2021-01-26T03:29:01.368" v="886" actId="14100"/>
          <ac:spMkLst>
            <pc:docMk/>
            <pc:sldMk cId="3649920568" sldId="377"/>
            <ac:spMk id="5" creationId="{63D511F6-27E6-40A2-9A93-B28B3EF22E08}"/>
          </ac:spMkLst>
        </pc:spChg>
        <pc:spChg chg="add del mod">
          <ac:chgData name="鈴木 秀規" userId="f68c5fd9-22d5-4c0a-9833-7fb0f5135313" providerId="ADAL" clId="{1FFDFDEC-295D-434A-B582-72A8CC8A5E88}" dt="2021-01-14T02:04:21.934" v="240" actId="478"/>
          <ac:spMkLst>
            <pc:docMk/>
            <pc:sldMk cId="3649920568" sldId="377"/>
            <ac:spMk id="6" creationId="{D2845405-5103-4C62-BB3C-E80E03C545AE}"/>
          </ac:spMkLst>
        </pc:spChg>
        <pc:spChg chg="add del mod">
          <ac:chgData name="鈴木 秀規" userId="f68c5fd9-22d5-4c0a-9833-7fb0f5135313" providerId="ADAL" clId="{1FFDFDEC-295D-434A-B582-72A8CC8A5E88}" dt="2021-01-14T02:04:21.934" v="240" actId="478"/>
          <ac:spMkLst>
            <pc:docMk/>
            <pc:sldMk cId="3649920568" sldId="377"/>
            <ac:spMk id="10" creationId="{E9941C32-1BEA-433B-B5DA-07AC1252A60F}"/>
          </ac:spMkLst>
        </pc:spChg>
        <pc:spChg chg="add del mod">
          <ac:chgData name="鈴木 秀規" userId="f68c5fd9-22d5-4c0a-9833-7fb0f5135313" providerId="ADAL" clId="{1FFDFDEC-295D-434A-B582-72A8CC8A5E88}" dt="2021-01-14T02:04:21.934" v="240" actId="478"/>
          <ac:spMkLst>
            <pc:docMk/>
            <pc:sldMk cId="3649920568" sldId="377"/>
            <ac:spMk id="13" creationId="{D98634BF-B3C5-4EDA-96E5-D352230508C6}"/>
          </ac:spMkLst>
        </pc:spChg>
        <pc:spChg chg="add del mod">
          <ac:chgData name="鈴木 秀規" userId="f68c5fd9-22d5-4c0a-9833-7fb0f5135313" providerId="ADAL" clId="{1FFDFDEC-295D-434A-B582-72A8CC8A5E88}" dt="2021-01-14T02:04:21.934" v="240" actId="478"/>
          <ac:spMkLst>
            <pc:docMk/>
            <pc:sldMk cId="3649920568" sldId="377"/>
            <ac:spMk id="14" creationId="{150B9EE1-73C9-4075-9A0E-D054ABA7F56A}"/>
          </ac:spMkLst>
        </pc:spChg>
        <pc:spChg chg="add del mod">
          <ac:chgData name="鈴木 秀規" userId="f68c5fd9-22d5-4c0a-9833-7fb0f5135313" providerId="ADAL" clId="{1FFDFDEC-295D-434A-B582-72A8CC8A5E88}" dt="2021-01-14T02:04:21.934" v="240" actId="478"/>
          <ac:spMkLst>
            <pc:docMk/>
            <pc:sldMk cId="3649920568" sldId="377"/>
            <ac:spMk id="16" creationId="{5E32583E-40E0-42F7-8034-4FFF71881D5C}"/>
          </ac:spMkLst>
        </pc:spChg>
        <pc:spChg chg="add del mod">
          <ac:chgData name="鈴木 秀規" userId="f68c5fd9-22d5-4c0a-9833-7fb0f5135313" providerId="ADAL" clId="{1FFDFDEC-295D-434A-B582-72A8CC8A5E88}" dt="2021-01-14T02:04:21.934" v="240" actId="478"/>
          <ac:spMkLst>
            <pc:docMk/>
            <pc:sldMk cId="3649920568" sldId="377"/>
            <ac:spMk id="17" creationId="{CF346F72-7AFE-4925-93DC-FDD7E804143F}"/>
          </ac:spMkLst>
        </pc:spChg>
        <pc:spChg chg="add del mod">
          <ac:chgData name="鈴木 秀規" userId="f68c5fd9-22d5-4c0a-9833-7fb0f5135313" providerId="ADAL" clId="{1FFDFDEC-295D-434A-B582-72A8CC8A5E88}" dt="2021-01-14T02:04:21.934" v="240" actId="478"/>
          <ac:spMkLst>
            <pc:docMk/>
            <pc:sldMk cId="3649920568" sldId="377"/>
            <ac:spMk id="20" creationId="{E9152E8C-4229-44F2-9DC1-CDC1BA9A5AD2}"/>
          </ac:spMkLst>
        </pc:spChg>
        <pc:spChg chg="add del mod">
          <ac:chgData name="鈴木 秀規" userId="f68c5fd9-22d5-4c0a-9833-7fb0f5135313" providerId="ADAL" clId="{1FFDFDEC-295D-434A-B582-72A8CC8A5E88}" dt="2021-01-14T02:04:21.934" v="240" actId="478"/>
          <ac:spMkLst>
            <pc:docMk/>
            <pc:sldMk cId="3649920568" sldId="377"/>
            <ac:spMk id="21" creationId="{05EAAF42-2527-44E6-9B7A-D3034CE102CC}"/>
          </ac:spMkLst>
        </pc:spChg>
        <pc:spChg chg="add del mod">
          <ac:chgData name="鈴木 秀規" userId="f68c5fd9-22d5-4c0a-9833-7fb0f5135313" providerId="ADAL" clId="{1FFDFDEC-295D-434A-B582-72A8CC8A5E88}" dt="2021-01-14T02:04:21.934" v="240" actId="478"/>
          <ac:spMkLst>
            <pc:docMk/>
            <pc:sldMk cId="3649920568" sldId="377"/>
            <ac:spMk id="22" creationId="{8A3C8E80-DD1C-4652-B997-D788E663BEE4}"/>
          </ac:spMkLst>
        </pc:spChg>
        <pc:spChg chg="add del mod">
          <ac:chgData name="鈴木 秀規" userId="f68c5fd9-22d5-4c0a-9833-7fb0f5135313" providerId="ADAL" clId="{1FFDFDEC-295D-434A-B582-72A8CC8A5E88}" dt="2021-01-14T02:04:21.934" v="240" actId="478"/>
          <ac:spMkLst>
            <pc:docMk/>
            <pc:sldMk cId="3649920568" sldId="377"/>
            <ac:spMk id="23" creationId="{8B17CD57-67F5-4E8B-9C1D-455AF85951A9}"/>
          </ac:spMkLst>
        </pc:spChg>
        <pc:spChg chg="add del mod">
          <ac:chgData name="鈴木 秀規" userId="f68c5fd9-22d5-4c0a-9833-7fb0f5135313" providerId="ADAL" clId="{1FFDFDEC-295D-434A-B582-72A8CC8A5E88}" dt="2021-01-14T02:04:21.934" v="240" actId="478"/>
          <ac:spMkLst>
            <pc:docMk/>
            <pc:sldMk cId="3649920568" sldId="377"/>
            <ac:spMk id="24" creationId="{0AA6CF66-5F0A-4C62-8899-D61D2AA31212}"/>
          </ac:spMkLst>
        </pc:spChg>
        <pc:spChg chg="add del mod">
          <ac:chgData name="鈴木 秀規" userId="f68c5fd9-22d5-4c0a-9833-7fb0f5135313" providerId="ADAL" clId="{1FFDFDEC-295D-434A-B582-72A8CC8A5E88}" dt="2021-01-14T02:04:21.934" v="240" actId="478"/>
          <ac:spMkLst>
            <pc:docMk/>
            <pc:sldMk cId="3649920568" sldId="377"/>
            <ac:spMk id="25" creationId="{A13B0CD3-F44A-4B4E-93FB-112CBFC0E562}"/>
          </ac:spMkLst>
        </pc:spChg>
        <pc:spChg chg="add del mod">
          <ac:chgData name="鈴木 秀規" userId="f68c5fd9-22d5-4c0a-9833-7fb0f5135313" providerId="ADAL" clId="{1FFDFDEC-295D-434A-B582-72A8CC8A5E88}" dt="2021-01-14T02:04:21.934" v="240" actId="478"/>
          <ac:spMkLst>
            <pc:docMk/>
            <pc:sldMk cId="3649920568" sldId="377"/>
            <ac:spMk id="26" creationId="{BF42F3B7-1C69-4091-AFEA-40E9B9421075}"/>
          </ac:spMkLst>
        </pc:spChg>
        <pc:spChg chg="add del mod">
          <ac:chgData name="鈴木 秀規" userId="f68c5fd9-22d5-4c0a-9833-7fb0f5135313" providerId="ADAL" clId="{1FFDFDEC-295D-434A-B582-72A8CC8A5E88}" dt="2021-01-14T02:05:27.788" v="286" actId="478"/>
          <ac:spMkLst>
            <pc:docMk/>
            <pc:sldMk cId="3649920568" sldId="377"/>
            <ac:spMk id="30" creationId="{0B4F687E-D4E0-4135-AC7C-527281EC3D14}"/>
          </ac:spMkLst>
        </pc:spChg>
        <pc:spChg chg="add mod">
          <ac:chgData name="鈴木 秀規" userId="f68c5fd9-22d5-4c0a-9833-7fb0f5135313" providerId="ADAL" clId="{1FFDFDEC-295D-434A-B582-72A8CC8A5E88}" dt="2021-01-14T03:36:28.590" v="767" actId="20577"/>
          <ac:spMkLst>
            <pc:docMk/>
            <pc:sldMk cId="3649920568" sldId="377"/>
            <ac:spMk id="31" creationId="{FFC60DF4-583B-4EF1-886C-A29A4130BA29}"/>
          </ac:spMkLst>
        </pc:spChg>
        <pc:spChg chg="add del mod">
          <ac:chgData name="鈴木 秀規" userId="f68c5fd9-22d5-4c0a-9833-7fb0f5135313" providerId="ADAL" clId="{1FFDFDEC-295D-434A-B582-72A8CC8A5E88}" dt="2021-01-14T02:16:36.835" v="446" actId="1076"/>
          <ac:spMkLst>
            <pc:docMk/>
            <pc:sldMk cId="3649920568" sldId="377"/>
            <ac:spMk id="34" creationId="{8F2C3383-3D92-46AC-BD0E-043B93B52929}"/>
          </ac:spMkLst>
        </pc:spChg>
        <pc:spChg chg="add del mod">
          <ac:chgData name="鈴木 秀規" userId="f68c5fd9-22d5-4c0a-9833-7fb0f5135313" providerId="ADAL" clId="{1FFDFDEC-295D-434A-B582-72A8CC8A5E88}" dt="2021-01-14T02:06:26.115" v="302" actId="478"/>
          <ac:spMkLst>
            <pc:docMk/>
            <pc:sldMk cId="3649920568" sldId="377"/>
            <ac:spMk id="35" creationId="{C69D6D9F-3157-4061-9774-8F87C0A7A76D}"/>
          </ac:spMkLst>
        </pc:spChg>
        <pc:spChg chg="add del mod">
          <ac:chgData name="鈴木 秀規" userId="f68c5fd9-22d5-4c0a-9833-7fb0f5135313" providerId="ADAL" clId="{1FFDFDEC-295D-434A-B582-72A8CC8A5E88}" dt="2021-01-14T02:16:31.942" v="445" actId="478"/>
          <ac:spMkLst>
            <pc:docMk/>
            <pc:sldMk cId="3649920568" sldId="377"/>
            <ac:spMk id="46" creationId="{F67477F8-6865-4B2A-A073-E83E5CC25623}"/>
          </ac:spMkLst>
        </pc:spChg>
        <pc:spChg chg="add del mod">
          <ac:chgData name="鈴木 秀規" userId="f68c5fd9-22d5-4c0a-9833-7fb0f5135313" providerId="ADAL" clId="{1FFDFDEC-295D-434A-B582-72A8CC8A5E88}" dt="2021-01-14T02:16:31.942" v="445" actId="478"/>
          <ac:spMkLst>
            <pc:docMk/>
            <pc:sldMk cId="3649920568" sldId="377"/>
            <ac:spMk id="47" creationId="{BB6E310E-301D-4047-8904-D7EA81227523}"/>
          </ac:spMkLst>
        </pc:spChg>
        <pc:spChg chg="add del mod">
          <ac:chgData name="鈴木 秀規" userId="f68c5fd9-22d5-4c0a-9833-7fb0f5135313" providerId="ADAL" clId="{1FFDFDEC-295D-434A-B582-72A8CC8A5E88}" dt="2021-01-14T02:16:01.629" v="442" actId="478"/>
          <ac:spMkLst>
            <pc:docMk/>
            <pc:sldMk cId="3649920568" sldId="377"/>
            <ac:spMk id="48" creationId="{BF786DD5-0EB2-4730-B00E-F22341692CD7}"/>
          </ac:spMkLst>
        </pc:spChg>
        <pc:spChg chg="add del mod">
          <ac:chgData name="鈴木 秀規" userId="f68c5fd9-22d5-4c0a-9833-7fb0f5135313" providerId="ADAL" clId="{1FFDFDEC-295D-434A-B582-72A8CC8A5E88}" dt="2021-01-14T02:16:01.629" v="442" actId="478"/>
          <ac:spMkLst>
            <pc:docMk/>
            <pc:sldMk cId="3649920568" sldId="377"/>
            <ac:spMk id="49" creationId="{77CA64BB-7E63-4245-8D28-F37677F8555D}"/>
          </ac:spMkLst>
        </pc:spChg>
        <pc:spChg chg="add del mod">
          <ac:chgData name="鈴木 秀規" userId="f68c5fd9-22d5-4c0a-9833-7fb0f5135313" providerId="ADAL" clId="{1FFDFDEC-295D-434A-B582-72A8CC8A5E88}" dt="2021-01-14T02:16:01.629" v="442" actId="478"/>
          <ac:spMkLst>
            <pc:docMk/>
            <pc:sldMk cId="3649920568" sldId="377"/>
            <ac:spMk id="50" creationId="{0A739127-191F-4C4F-8FF6-7AD938954C7B}"/>
          </ac:spMkLst>
        </pc:spChg>
        <pc:spChg chg="add del mod">
          <ac:chgData name="鈴木 秀規" userId="f68c5fd9-22d5-4c0a-9833-7fb0f5135313" providerId="ADAL" clId="{1FFDFDEC-295D-434A-B582-72A8CC8A5E88}" dt="2021-01-14T02:16:01.629" v="442" actId="478"/>
          <ac:spMkLst>
            <pc:docMk/>
            <pc:sldMk cId="3649920568" sldId="377"/>
            <ac:spMk id="51" creationId="{BAAC543E-D653-406C-BC24-004A738F98DF}"/>
          </ac:spMkLst>
        </pc:spChg>
        <pc:spChg chg="add mod">
          <ac:chgData name="鈴木 秀規" userId="f68c5fd9-22d5-4c0a-9833-7fb0f5135313" providerId="ADAL" clId="{1FFDFDEC-295D-434A-B582-72A8CC8A5E88}" dt="2021-01-14T02:11:52.343" v="379" actId="1076"/>
          <ac:spMkLst>
            <pc:docMk/>
            <pc:sldMk cId="3649920568" sldId="377"/>
            <ac:spMk id="52" creationId="{9FD0A5F7-3C21-449A-86AA-27C6C68FBB14}"/>
          </ac:spMkLst>
        </pc:spChg>
        <pc:spChg chg="add del mod">
          <ac:chgData name="鈴木 秀規" userId="f68c5fd9-22d5-4c0a-9833-7fb0f5135313" providerId="ADAL" clId="{1FFDFDEC-295D-434A-B582-72A8CC8A5E88}" dt="2021-01-14T02:16:01.629" v="442" actId="478"/>
          <ac:spMkLst>
            <pc:docMk/>
            <pc:sldMk cId="3649920568" sldId="377"/>
            <ac:spMk id="61" creationId="{83D46220-ADF8-4081-A483-E5B7CD8BA853}"/>
          </ac:spMkLst>
        </pc:spChg>
        <pc:spChg chg="add del mod">
          <ac:chgData name="鈴木 秀規" userId="f68c5fd9-22d5-4c0a-9833-7fb0f5135313" providerId="ADAL" clId="{1FFDFDEC-295D-434A-B582-72A8CC8A5E88}" dt="2021-01-14T02:16:01.629" v="442" actId="478"/>
          <ac:spMkLst>
            <pc:docMk/>
            <pc:sldMk cId="3649920568" sldId="377"/>
            <ac:spMk id="62" creationId="{D6CA32A0-C620-4951-966F-93FC0AB160BD}"/>
          </ac:spMkLst>
        </pc:spChg>
        <pc:spChg chg="add del mod">
          <ac:chgData name="鈴木 秀規" userId="f68c5fd9-22d5-4c0a-9833-7fb0f5135313" providerId="ADAL" clId="{1FFDFDEC-295D-434A-B582-72A8CC8A5E88}" dt="2021-01-14T02:19:36.642" v="496" actId="478"/>
          <ac:spMkLst>
            <pc:docMk/>
            <pc:sldMk cId="3649920568" sldId="377"/>
            <ac:spMk id="66" creationId="{E2C49944-ACA2-4A58-B0E5-0D3B7E65719E}"/>
          </ac:spMkLst>
        </pc:spChg>
        <pc:spChg chg="add mod">
          <ac:chgData name="鈴木 秀規" userId="f68c5fd9-22d5-4c0a-9833-7fb0f5135313" providerId="ADAL" clId="{1FFDFDEC-295D-434A-B582-72A8CC8A5E88}" dt="2021-01-14T02:21:14.524" v="523" actId="207"/>
          <ac:spMkLst>
            <pc:docMk/>
            <pc:sldMk cId="3649920568" sldId="377"/>
            <ac:spMk id="67" creationId="{0671154F-E1FA-4A93-B4CE-E5911A6852BA}"/>
          </ac:spMkLst>
        </pc:spChg>
        <pc:spChg chg="add mod">
          <ac:chgData name="鈴木 秀規" userId="f68c5fd9-22d5-4c0a-9833-7fb0f5135313" providerId="ADAL" clId="{1FFDFDEC-295D-434A-B582-72A8CC8A5E88}" dt="2021-01-14T02:22:21.665" v="553" actId="14100"/>
          <ac:spMkLst>
            <pc:docMk/>
            <pc:sldMk cId="3649920568" sldId="377"/>
            <ac:spMk id="68" creationId="{A3733B56-91A6-4B5A-8E5E-C9331ECCCC0B}"/>
          </ac:spMkLst>
        </pc:spChg>
        <pc:spChg chg="add mod">
          <ac:chgData name="鈴木 秀規" userId="f68c5fd9-22d5-4c0a-9833-7fb0f5135313" providerId="ADAL" clId="{1FFDFDEC-295D-434A-B582-72A8CC8A5E88}" dt="2021-01-14T02:22:32.890" v="556" actId="1035"/>
          <ac:spMkLst>
            <pc:docMk/>
            <pc:sldMk cId="3649920568" sldId="377"/>
            <ac:spMk id="69" creationId="{5E42E419-B13D-4016-8238-7F4799B6EB23}"/>
          </ac:spMkLst>
        </pc:spChg>
        <pc:spChg chg="add del mod">
          <ac:chgData name="鈴木 秀規" userId="f68c5fd9-22d5-4c0a-9833-7fb0f5135313" providerId="ADAL" clId="{1FFDFDEC-295D-434A-B582-72A8CC8A5E88}" dt="2021-01-14T03:36:49.050" v="769" actId="478"/>
          <ac:spMkLst>
            <pc:docMk/>
            <pc:sldMk cId="3649920568" sldId="377"/>
            <ac:spMk id="70" creationId="{75EE7C32-A449-48C9-858A-29C1A72E0B2F}"/>
          </ac:spMkLst>
        </pc:spChg>
        <pc:grpChg chg="add mod">
          <ac:chgData name="鈴木 秀規" userId="f68c5fd9-22d5-4c0a-9833-7fb0f5135313" providerId="ADAL" clId="{1FFDFDEC-295D-434A-B582-72A8CC8A5E88}" dt="2021-01-14T02:16:43.606" v="449" actId="1076"/>
          <ac:grpSpMkLst>
            <pc:docMk/>
            <pc:sldMk cId="3649920568" sldId="377"/>
            <ac:grpSpMk id="32" creationId="{A6E6B39E-1581-4318-9C25-C50545DCF6E5}"/>
          </ac:grpSpMkLst>
        </pc:grpChg>
        <pc:grpChg chg="add del mod">
          <ac:chgData name="鈴木 秀規" userId="f68c5fd9-22d5-4c0a-9833-7fb0f5135313" providerId="ADAL" clId="{1FFDFDEC-295D-434A-B582-72A8CC8A5E88}" dt="2021-01-14T02:16:01.629" v="442" actId="478"/>
          <ac:grpSpMkLst>
            <pc:docMk/>
            <pc:sldMk cId="3649920568" sldId="377"/>
            <ac:grpSpMk id="54" creationId="{D4036D75-2FD5-461E-A87F-4C388D4052D0}"/>
          </ac:grpSpMkLst>
        </pc:grpChg>
        <pc:picChg chg="add del mod">
          <ac:chgData name="鈴木 秀規" userId="f68c5fd9-22d5-4c0a-9833-7fb0f5135313" providerId="ADAL" clId="{1FFDFDEC-295D-434A-B582-72A8CC8A5E88}" dt="2021-01-14T02:04:21.934" v="240" actId="478"/>
          <ac:picMkLst>
            <pc:docMk/>
            <pc:sldMk cId="3649920568" sldId="377"/>
            <ac:picMk id="7" creationId="{E20396D6-2E5A-4A3C-866A-3EDECF145E1F}"/>
          </ac:picMkLst>
        </pc:picChg>
        <pc:picChg chg="add del mod">
          <ac:chgData name="鈴木 秀規" userId="f68c5fd9-22d5-4c0a-9833-7fb0f5135313" providerId="ADAL" clId="{1FFDFDEC-295D-434A-B582-72A8CC8A5E88}" dt="2021-01-14T02:04:21.934" v="240" actId="478"/>
          <ac:picMkLst>
            <pc:docMk/>
            <pc:sldMk cId="3649920568" sldId="377"/>
            <ac:picMk id="8" creationId="{E560B7DF-E113-4E23-B6A5-CAD857447DB8}"/>
          </ac:picMkLst>
        </pc:picChg>
        <pc:picChg chg="add del mod">
          <ac:chgData name="鈴木 秀規" userId="f68c5fd9-22d5-4c0a-9833-7fb0f5135313" providerId="ADAL" clId="{1FFDFDEC-295D-434A-B582-72A8CC8A5E88}" dt="2021-01-14T02:04:21.934" v="240" actId="478"/>
          <ac:picMkLst>
            <pc:docMk/>
            <pc:sldMk cId="3649920568" sldId="377"/>
            <ac:picMk id="9" creationId="{B194A6BA-DF1B-426E-9CDD-97A45AC51E7D}"/>
          </ac:picMkLst>
        </pc:picChg>
        <pc:picChg chg="add del mod">
          <ac:chgData name="鈴木 秀規" userId="f68c5fd9-22d5-4c0a-9833-7fb0f5135313" providerId="ADAL" clId="{1FFDFDEC-295D-434A-B582-72A8CC8A5E88}" dt="2021-01-14T02:04:21.934" v="240" actId="478"/>
          <ac:picMkLst>
            <pc:docMk/>
            <pc:sldMk cId="3649920568" sldId="377"/>
            <ac:picMk id="15" creationId="{7F2FFC44-3FB7-42E8-880F-3FA0352F329F}"/>
          </ac:picMkLst>
        </pc:picChg>
        <pc:picChg chg="add mod">
          <ac:chgData name="鈴木 秀規" userId="f68c5fd9-22d5-4c0a-9833-7fb0f5135313" providerId="ADAL" clId="{1FFDFDEC-295D-434A-B582-72A8CC8A5E88}" dt="2021-01-14T02:05:34.524" v="287" actId="164"/>
          <ac:picMkLst>
            <pc:docMk/>
            <pc:sldMk cId="3649920568" sldId="377"/>
            <ac:picMk id="27" creationId="{E93CA468-4AE8-485A-AB76-A2D114168246}"/>
          </ac:picMkLst>
        </pc:picChg>
        <pc:picChg chg="add mod">
          <ac:chgData name="鈴木 秀規" userId="f68c5fd9-22d5-4c0a-9833-7fb0f5135313" providerId="ADAL" clId="{1FFDFDEC-295D-434A-B582-72A8CC8A5E88}" dt="2021-01-14T02:05:34.524" v="287" actId="164"/>
          <ac:picMkLst>
            <pc:docMk/>
            <pc:sldMk cId="3649920568" sldId="377"/>
            <ac:picMk id="28" creationId="{AD28C022-22D5-4A58-AFE7-972EB062E364}"/>
          </ac:picMkLst>
        </pc:picChg>
        <pc:picChg chg="add mod">
          <ac:chgData name="鈴木 秀規" userId="f68c5fd9-22d5-4c0a-9833-7fb0f5135313" providerId="ADAL" clId="{1FFDFDEC-295D-434A-B582-72A8CC8A5E88}" dt="2021-01-14T02:05:34.524" v="287" actId="164"/>
          <ac:picMkLst>
            <pc:docMk/>
            <pc:sldMk cId="3649920568" sldId="377"/>
            <ac:picMk id="29" creationId="{9D45EBC1-DEE0-40E3-A104-46EB8914BDF4}"/>
          </ac:picMkLst>
        </pc:picChg>
        <pc:picChg chg="add del mod ord">
          <ac:chgData name="鈴木 秀規" userId="f68c5fd9-22d5-4c0a-9833-7fb0f5135313" providerId="ADAL" clId="{1FFDFDEC-295D-434A-B582-72A8CC8A5E88}" dt="2021-01-14T02:16:36.835" v="446" actId="1076"/>
          <ac:picMkLst>
            <pc:docMk/>
            <pc:sldMk cId="3649920568" sldId="377"/>
            <ac:picMk id="33" creationId="{0E9D1243-8407-457A-82BD-F88B5BBECD23}"/>
          </ac:picMkLst>
        </pc:picChg>
        <pc:picChg chg="add mod">
          <ac:chgData name="鈴木 秀規" userId="f68c5fd9-22d5-4c0a-9833-7fb0f5135313" providerId="ADAL" clId="{1FFDFDEC-295D-434A-B582-72A8CC8A5E88}" dt="2021-01-14T02:11:52.343" v="379" actId="1076"/>
          <ac:picMkLst>
            <pc:docMk/>
            <pc:sldMk cId="3649920568" sldId="377"/>
            <ac:picMk id="53" creationId="{0A86E771-969C-4F01-BFA0-1B211831F160}"/>
          </ac:picMkLst>
        </pc:picChg>
        <pc:cxnChg chg="add del mod">
          <ac:chgData name="鈴木 秀規" userId="f68c5fd9-22d5-4c0a-9833-7fb0f5135313" providerId="ADAL" clId="{1FFDFDEC-295D-434A-B582-72A8CC8A5E88}" dt="2021-01-14T02:04:21.934" v="240" actId="478"/>
          <ac:cxnSpMkLst>
            <pc:docMk/>
            <pc:sldMk cId="3649920568" sldId="377"/>
            <ac:cxnSpMk id="11" creationId="{0483F4C0-0407-44D3-A78F-49E51B86787C}"/>
          </ac:cxnSpMkLst>
        </pc:cxnChg>
        <pc:cxnChg chg="add del mod">
          <ac:chgData name="鈴木 秀規" userId="f68c5fd9-22d5-4c0a-9833-7fb0f5135313" providerId="ADAL" clId="{1FFDFDEC-295D-434A-B582-72A8CC8A5E88}" dt="2021-01-14T02:04:21.934" v="240" actId="478"/>
          <ac:cxnSpMkLst>
            <pc:docMk/>
            <pc:sldMk cId="3649920568" sldId="377"/>
            <ac:cxnSpMk id="12" creationId="{2E04BDFF-7969-411B-93A0-D8331BA8189C}"/>
          </ac:cxnSpMkLst>
        </pc:cxnChg>
        <pc:cxnChg chg="add del mod">
          <ac:chgData name="鈴木 秀規" userId="f68c5fd9-22d5-4c0a-9833-7fb0f5135313" providerId="ADAL" clId="{1FFDFDEC-295D-434A-B582-72A8CC8A5E88}" dt="2021-01-14T02:04:21.934" v="240" actId="478"/>
          <ac:cxnSpMkLst>
            <pc:docMk/>
            <pc:sldMk cId="3649920568" sldId="377"/>
            <ac:cxnSpMk id="18" creationId="{1C833306-77D8-44F7-AB46-81396D7788AF}"/>
          </ac:cxnSpMkLst>
        </pc:cxnChg>
        <pc:cxnChg chg="add del mod">
          <ac:chgData name="鈴木 秀規" userId="f68c5fd9-22d5-4c0a-9833-7fb0f5135313" providerId="ADAL" clId="{1FFDFDEC-295D-434A-B582-72A8CC8A5E88}" dt="2021-01-14T02:04:21.934" v="240" actId="478"/>
          <ac:cxnSpMkLst>
            <pc:docMk/>
            <pc:sldMk cId="3649920568" sldId="377"/>
            <ac:cxnSpMk id="19" creationId="{2B632CD0-09BA-467C-8CA1-BF1493109906}"/>
          </ac:cxnSpMkLst>
        </pc:cxnChg>
        <pc:cxnChg chg="add del mod">
          <ac:chgData name="鈴木 秀規" userId="f68c5fd9-22d5-4c0a-9833-7fb0f5135313" providerId="ADAL" clId="{1FFDFDEC-295D-434A-B582-72A8CC8A5E88}" dt="2021-01-14T02:16:31.942" v="445" actId="478"/>
          <ac:cxnSpMkLst>
            <pc:docMk/>
            <pc:sldMk cId="3649920568" sldId="377"/>
            <ac:cxnSpMk id="36" creationId="{AD6D5368-C535-4AA1-ADF8-B5E214C9BE42}"/>
          </ac:cxnSpMkLst>
        </pc:cxnChg>
        <pc:cxnChg chg="add del mod">
          <ac:chgData name="鈴木 秀規" userId="f68c5fd9-22d5-4c0a-9833-7fb0f5135313" providerId="ADAL" clId="{1FFDFDEC-295D-434A-B582-72A8CC8A5E88}" dt="2021-01-14T02:16:31.942" v="445" actId="478"/>
          <ac:cxnSpMkLst>
            <pc:docMk/>
            <pc:sldMk cId="3649920568" sldId="377"/>
            <ac:cxnSpMk id="41" creationId="{58F1D3BC-BF7A-4996-B9E2-60AA8D6F04E3}"/>
          </ac:cxnSpMkLst>
        </pc:cxnChg>
        <pc:cxnChg chg="add del mod">
          <ac:chgData name="鈴木 秀規" userId="f68c5fd9-22d5-4c0a-9833-7fb0f5135313" providerId="ADAL" clId="{1FFDFDEC-295D-434A-B582-72A8CC8A5E88}" dt="2021-01-14T02:16:01.629" v="442" actId="478"/>
          <ac:cxnSpMkLst>
            <pc:docMk/>
            <pc:sldMk cId="3649920568" sldId="377"/>
            <ac:cxnSpMk id="55" creationId="{BAEC9F89-E461-491B-94AE-A27E46E881FD}"/>
          </ac:cxnSpMkLst>
        </pc:cxnChg>
        <pc:cxnChg chg="add del mod">
          <ac:chgData name="鈴木 秀規" userId="f68c5fd9-22d5-4c0a-9833-7fb0f5135313" providerId="ADAL" clId="{1FFDFDEC-295D-434A-B582-72A8CC8A5E88}" dt="2021-01-14T02:16:01.629" v="442" actId="478"/>
          <ac:cxnSpMkLst>
            <pc:docMk/>
            <pc:sldMk cId="3649920568" sldId="377"/>
            <ac:cxnSpMk id="58" creationId="{410B3091-C760-4FE8-B549-D0650C6C8145}"/>
          </ac:cxnSpMkLst>
        </pc:cxnChg>
        <pc:cxnChg chg="add mod">
          <ac:chgData name="鈴木 秀規" userId="f68c5fd9-22d5-4c0a-9833-7fb0f5135313" providerId="ADAL" clId="{1FFDFDEC-295D-434A-B582-72A8CC8A5E88}" dt="2021-01-14T02:17:40.921" v="469" actId="1038"/>
          <ac:cxnSpMkLst>
            <pc:docMk/>
            <pc:sldMk cId="3649920568" sldId="377"/>
            <ac:cxnSpMk id="64" creationId="{100ADEA5-B42F-4347-9286-D7704FC7BE9D}"/>
          </ac:cxnSpMkLst>
        </pc:cxnChg>
        <pc:cxnChg chg="add del mod">
          <ac:chgData name="鈴木 秀規" userId="f68c5fd9-22d5-4c0a-9833-7fb0f5135313" providerId="ADAL" clId="{1FFDFDEC-295D-434A-B582-72A8CC8A5E88}" dt="2021-01-14T03:36:49.050" v="769" actId="478"/>
          <ac:cxnSpMkLst>
            <pc:docMk/>
            <pc:sldMk cId="3649920568" sldId="377"/>
            <ac:cxnSpMk id="65" creationId="{161C3D35-36D5-4C34-A872-287438D6956F}"/>
          </ac:cxnSpMkLst>
        </pc:cxnChg>
      </pc:sldChg>
      <pc:sldChg chg="delSp modSp add del mod">
        <pc:chgData name="鈴木 秀規" userId="f68c5fd9-22d5-4c0a-9833-7fb0f5135313" providerId="ADAL" clId="{1FFDFDEC-295D-434A-B582-72A8CC8A5E88}" dt="2021-01-14T02:29:25.757" v="739" actId="47"/>
        <pc:sldMkLst>
          <pc:docMk/>
          <pc:sldMk cId="2320012680" sldId="378"/>
        </pc:sldMkLst>
        <pc:spChg chg="mod">
          <ac:chgData name="鈴木 秀規" userId="f68c5fd9-22d5-4c0a-9833-7fb0f5135313" providerId="ADAL" clId="{1FFDFDEC-295D-434A-B582-72A8CC8A5E88}" dt="2021-01-14T02:14:54.356" v="440" actId="20577"/>
          <ac:spMkLst>
            <pc:docMk/>
            <pc:sldMk cId="2320012680" sldId="378"/>
            <ac:spMk id="3" creationId="{DF13203F-8593-420C-AE20-66E21972FB4D}"/>
          </ac:spMkLst>
        </pc:spChg>
        <pc:spChg chg="del">
          <ac:chgData name="鈴木 秀規" userId="f68c5fd9-22d5-4c0a-9833-7fb0f5135313" providerId="ADAL" clId="{1FFDFDEC-295D-434A-B582-72A8CC8A5E88}" dt="2021-01-14T02:22:56.356" v="557" actId="478"/>
          <ac:spMkLst>
            <pc:docMk/>
            <pc:sldMk cId="2320012680" sldId="378"/>
            <ac:spMk id="31" creationId="{FFC60DF4-583B-4EF1-886C-A29A4130BA29}"/>
          </ac:spMkLst>
        </pc:spChg>
        <pc:spChg chg="del">
          <ac:chgData name="鈴木 秀規" userId="f68c5fd9-22d5-4c0a-9833-7fb0f5135313" providerId="ADAL" clId="{1FFDFDEC-295D-434A-B582-72A8CC8A5E88}" dt="2021-01-14T02:22:56.356" v="557" actId="478"/>
          <ac:spMkLst>
            <pc:docMk/>
            <pc:sldMk cId="2320012680" sldId="378"/>
            <ac:spMk id="34" creationId="{8F2C3383-3D92-46AC-BD0E-043B93B52929}"/>
          </ac:spMkLst>
        </pc:spChg>
        <pc:spChg chg="del">
          <ac:chgData name="鈴木 秀規" userId="f68c5fd9-22d5-4c0a-9833-7fb0f5135313" providerId="ADAL" clId="{1FFDFDEC-295D-434A-B582-72A8CC8A5E88}" dt="2021-01-14T02:22:56.356" v="557" actId="478"/>
          <ac:spMkLst>
            <pc:docMk/>
            <pc:sldMk cId="2320012680" sldId="378"/>
            <ac:spMk id="46" creationId="{F67477F8-6865-4B2A-A073-E83E5CC25623}"/>
          </ac:spMkLst>
        </pc:spChg>
        <pc:spChg chg="del">
          <ac:chgData name="鈴木 秀規" userId="f68c5fd9-22d5-4c0a-9833-7fb0f5135313" providerId="ADAL" clId="{1FFDFDEC-295D-434A-B582-72A8CC8A5E88}" dt="2021-01-14T02:22:56.356" v="557" actId="478"/>
          <ac:spMkLst>
            <pc:docMk/>
            <pc:sldMk cId="2320012680" sldId="378"/>
            <ac:spMk id="47" creationId="{BB6E310E-301D-4047-8904-D7EA81227523}"/>
          </ac:spMkLst>
        </pc:spChg>
        <pc:spChg chg="del">
          <ac:chgData name="鈴木 秀規" userId="f68c5fd9-22d5-4c0a-9833-7fb0f5135313" providerId="ADAL" clId="{1FFDFDEC-295D-434A-B582-72A8CC8A5E88}" dt="2021-01-14T02:22:56.356" v="557" actId="478"/>
          <ac:spMkLst>
            <pc:docMk/>
            <pc:sldMk cId="2320012680" sldId="378"/>
            <ac:spMk id="61" creationId="{83D46220-ADF8-4081-A483-E5B7CD8BA853}"/>
          </ac:spMkLst>
        </pc:spChg>
        <pc:spChg chg="del">
          <ac:chgData name="鈴木 秀規" userId="f68c5fd9-22d5-4c0a-9833-7fb0f5135313" providerId="ADAL" clId="{1FFDFDEC-295D-434A-B582-72A8CC8A5E88}" dt="2021-01-14T02:22:56.356" v="557" actId="478"/>
          <ac:spMkLst>
            <pc:docMk/>
            <pc:sldMk cId="2320012680" sldId="378"/>
            <ac:spMk id="62" creationId="{D6CA32A0-C620-4951-966F-93FC0AB160BD}"/>
          </ac:spMkLst>
        </pc:spChg>
        <pc:grpChg chg="del">
          <ac:chgData name="鈴木 秀規" userId="f68c5fd9-22d5-4c0a-9833-7fb0f5135313" providerId="ADAL" clId="{1FFDFDEC-295D-434A-B582-72A8CC8A5E88}" dt="2021-01-14T02:22:56.356" v="557" actId="478"/>
          <ac:grpSpMkLst>
            <pc:docMk/>
            <pc:sldMk cId="2320012680" sldId="378"/>
            <ac:grpSpMk id="32" creationId="{A6E6B39E-1581-4318-9C25-C50545DCF6E5}"/>
          </ac:grpSpMkLst>
        </pc:grpChg>
        <pc:picChg chg="del">
          <ac:chgData name="鈴木 秀規" userId="f68c5fd9-22d5-4c0a-9833-7fb0f5135313" providerId="ADAL" clId="{1FFDFDEC-295D-434A-B582-72A8CC8A5E88}" dt="2021-01-14T02:22:56.356" v="557" actId="478"/>
          <ac:picMkLst>
            <pc:docMk/>
            <pc:sldMk cId="2320012680" sldId="378"/>
            <ac:picMk id="33" creationId="{0E9D1243-8407-457A-82BD-F88B5BBECD23}"/>
          </ac:picMkLst>
        </pc:picChg>
        <pc:cxnChg chg="del">
          <ac:chgData name="鈴木 秀規" userId="f68c5fd9-22d5-4c0a-9833-7fb0f5135313" providerId="ADAL" clId="{1FFDFDEC-295D-434A-B582-72A8CC8A5E88}" dt="2021-01-14T02:22:56.356" v="557" actId="478"/>
          <ac:cxnSpMkLst>
            <pc:docMk/>
            <pc:sldMk cId="2320012680" sldId="378"/>
            <ac:cxnSpMk id="36" creationId="{AD6D5368-C535-4AA1-ADF8-B5E214C9BE42}"/>
          </ac:cxnSpMkLst>
        </pc:cxnChg>
        <pc:cxnChg chg="del">
          <ac:chgData name="鈴木 秀規" userId="f68c5fd9-22d5-4c0a-9833-7fb0f5135313" providerId="ADAL" clId="{1FFDFDEC-295D-434A-B582-72A8CC8A5E88}" dt="2021-01-14T02:22:56.356" v="557" actId="478"/>
          <ac:cxnSpMkLst>
            <pc:docMk/>
            <pc:sldMk cId="2320012680" sldId="378"/>
            <ac:cxnSpMk id="41" creationId="{58F1D3BC-BF7A-4996-B9E2-60AA8D6F04E3}"/>
          </ac:cxnSpMkLst>
        </pc:cxnChg>
        <pc:cxnChg chg="del">
          <ac:chgData name="鈴木 秀規" userId="f68c5fd9-22d5-4c0a-9833-7fb0f5135313" providerId="ADAL" clId="{1FFDFDEC-295D-434A-B582-72A8CC8A5E88}" dt="2021-01-14T02:22:56.356" v="557" actId="478"/>
          <ac:cxnSpMkLst>
            <pc:docMk/>
            <pc:sldMk cId="2320012680" sldId="378"/>
            <ac:cxnSpMk id="55" creationId="{BAEC9F89-E461-491B-94AE-A27E46E881FD}"/>
          </ac:cxnSpMkLst>
        </pc:cxnChg>
        <pc:cxnChg chg="del">
          <ac:chgData name="鈴木 秀規" userId="f68c5fd9-22d5-4c0a-9833-7fb0f5135313" providerId="ADAL" clId="{1FFDFDEC-295D-434A-B582-72A8CC8A5E88}" dt="2021-01-14T02:22:56.356" v="557" actId="478"/>
          <ac:cxnSpMkLst>
            <pc:docMk/>
            <pc:sldMk cId="2320012680" sldId="378"/>
            <ac:cxnSpMk id="58" creationId="{410B3091-C760-4FE8-B549-D0650C6C8145}"/>
          </ac:cxnSpMkLst>
        </pc:cxnChg>
      </pc:sldChg>
      <pc:sldChg chg="addSp delSp modSp add mod">
        <pc:chgData name="鈴木 秀規" userId="f68c5fd9-22d5-4c0a-9833-7fb0f5135313" providerId="ADAL" clId="{1FFDFDEC-295D-434A-B582-72A8CC8A5E88}" dt="2021-01-26T03:29:33.385" v="892" actId="207"/>
        <pc:sldMkLst>
          <pc:docMk/>
          <pc:sldMk cId="958544309" sldId="379"/>
        </pc:sldMkLst>
        <pc:spChg chg="mod">
          <ac:chgData name="鈴木 秀規" userId="f68c5fd9-22d5-4c0a-9833-7fb0f5135313" providerId="ADAL" clId="{1FFDFDEC-295D-434A-B582-72A8CC8A5E88}" dt="2021-01-14T02:23:19.325" v="581" actId="20577"/>
          <ac:spMkLst>
            <pc:docMk/>
            <pc:sldMk cId="958544309" sldId="379"/>
            <ac:spMk id="3" creationId="{DF13203F-8593-420C-AE20-66E21972FB4D}"/>
          </ac:spMkLst>
        </pc:spChg>
        <pc:spChg chg="mod">
          <ac:chgData name="鈴木 秀規" userId="f68c5fd9-22d5-4c0a-9833-7fb0f5135313" providerId="ADAL" clId="{1FFDFDEC-295D-434A-B582-72A8CC8A5E88}" dt="2021-01-14T03:35:50.846" v="746" actId="1076"/>
          <ac:spMkLst>
            <pc:docMk/>
            <pc:sldMk cId="958544309" sldId="379"/>
            <ac:spMk id="5" creationId="{63D511F6-27E6-40A2-9A93-B28B3EF22E08}"/>
          </ac:spMkLst>
        </pc:spChg>
        <pc:spChg chg="add mod">
          <ac:chgData name="鈴木 秀規" userId="f68c5fd9-22d5-4c0a-9833-7fb0f5135313" providerId="ADAL" clId="{1FFDFDEC-295D-434A-B582-72A8CC8A5E88}" dt="2021-01-14T02:27:29.650" v="667" actId="1076"/>
          <ac:spMkLst>
            <pc:docMk/>
            <pc:sldMk cId="958544309" sldId="379"/>
            <ac:spMk id="19" creationId="{BFD7670E-D948-4916-A5B0-BC868BB5A7B8}"/>
          </ac:spMkLst>
        </pc:spChg>
        <pc:spChg chg="add mod">
          <ac:chgData name="鈴木 秀規" userId="f68c5fd9-22d5-4c0a-9833-7fb0f5135313" providerId="ADAL" clId="{1FFDFDEC-295D-434A-B582-72A8CC8A5E88}" dt="2021-01-14T02:27:29.650" v="667" actId="1076"/>
          <ac:spMkLst>
            <pc:docMk/>
            <pc:sldMk cId="958544309" sldId="379"/>
            <ac:spMk id="20" creationId="{342B2FC8-CEB9-4A3C-A4B9-0E07B43AA2D9}"/>
          </ac:spMkLst>
        </pc:spChg>
        <pc:spChg chg="add del mod">
          <ac:chgData name="鈴木 秀規" userId="f68c5fd9-22d5-4c0a-9833-7fb0f5135313" providerId="ADAL" clId="{1FFDFDEC-295D-434A-B582-72A8CC8A5E88}" dt="2021-01-14T03:35:53.946" v="747" actId="478"/>
          <ac:spMkLst>
            <pc:docMk/>
            <pc:sldMk cId="958544309" sldId="379"/>
            <ac:spMk id="21" creationId="{4CE962B2-0B0B-488B-B395-9937FEA31235}"/>
          </ac:spMkLst>
        </pc:spChg>
        <pc:spChg chg="add del mod">
          <ac:chgData name="鈴木 秀規" userId="f68c5fd9-22d5-4c0a-9833-7fb0f5135313" providerId="ADAL" clId="{1FFDFDEC-295D-434A-B582-72A8CC8A5E88}" dt="2021-01-14T03:35:53.946" v="747" actId="478"/>
          <ac:spMkLst>
            <pc:docMk/>
            <pc:sldMk cId="958544309" sldId="379"/>
            <ac:spMk id="22" creationId="{08473672-4663-4E76-AE85-614E63232CA2}"/>
          </ac:spMkLst>
        </pc:spChg>
        <pc:spChg chg="add del mod">
          <ac:chgData name="鈴木 秀規" userId="f68c5fd9-22d5-4c0a-9833-7fb0f5135313" providerId="ADAL" clId="{1FFDFDEC-295D-434A-B582-72A8CC8A5E88}" dt="2021-01-14T03:35:53.946" v="747" actId="478"/>
          <ac:spMkLst>
            <pc:docMk/>
            <pc:sldMk cId="958544309" sldId="379"/>
            <ac:spMk id="23" creationId="{9CEE2320-9DDB-4293-8B65-34AAC77B7A28}"/>
          </ac:spMkLst>
        </pc:spChg>
        <pc:spChg chg="add del mod">
          <ac:chgData name="鈴木 秀規" userId="f68c5fd9-22d5-4c0a-9833-7fb0f5135313" providerId="ADAL" clId="{1FFDFDEC-295D-434A-B582-72A8CC8A5E88}" dt="2021-01-14T03:35:53.946" v="747" actId="478"/>
          <ac:spMkLst>
            <pc:docMk/>
            <pc:sldMk cId="958544309" sldId="379"/>
            <ac:spMk id="24" creationId="{9EA7CECF-2E5C-48EB-89FD-A206EC488576}"/>
          </ac:spMkLst>
        </pc:spChg>
        <pc:spChg chg="mod">
          <ac:chgData name="鈴木 秀規" userId="f68c5fd9-22d5-4c0a-9833-7fb0f5135313" providerId="ADAL" clId="{1FFDFDEC-295D-434A-B582-72A8CC8A5E88}" dt="2021-01-14T02:27:21.306" v="666" actId="1038"/>
          <ac:spMkLst>
            <pc:docMk/>
            <pc:sldMk cId="958544309" sldId="379"/>
            <ac:spMk id="26" creationId="{E7DF1ACA-6CF0-40A9-9E99-DABEBFCB70AB}"/>
          </ac:spMkLst>
        </pc:spChg>
        <pc:spChg chg="del mod">
          <ac:chgData name="鈴木 秀規" userId="f68c5fd9-22d5-4c0a-9833-7fb0f5135313" providerId="ADAL" clId="{1FFDFDEC-295D-434A-B582-72A8CC8A5E88}" dt="2021-01-14T03:36:11.610" v="750" actId="478"/>
          <ac:spMkLst>
            <pc:docMk/>
            <pc:sldMk cId="958544309" sldId="379"/>
            <ac:spMk id="31" creationId="{FFC60DF4-583B-4EF1-886C-A29A4130BA29}"/>
          </ac:spMkLst>
        </pc:spChg>
        <pc:spChg chg="mod">
          <ac:chgData name="鈴木 秀規" userId="f68c5fd9-22d5-4c0a-9833-7fb0f5135313" providerId="ADAL" clId="{1FFDFDEC-295D-434A-B582-72A8CC8A5E88}" dt="2021-01-14T02:27:29.650" v="667" actId="1076"/>
          <ac:spMkLst>
            <pc:docMk/>
            <pc:sldMk cId="958544309" sldId="379"/>
            <ac:spMk id="34" creationId="{8F2C3383-3D92-46AC-BD0E-043B93B52929}"/>
          </ac:spMkLst>
        </pc:spChg>
        <pc:spChg chg="add mod">
          <ac:chgData name="鈴木 秀規" userId="f68c5fd9-22d5-4c0a-9833-7fb0f5135313" providerId="ADAL" clId="{1FFDFDEC-295D-434A-B582-72A8CC8A5E88}" dt="2021-01-14T02:27:06.061" v="657" actId="571"/>
          <ac:spMkLst>
            <pc:docMk/>
            <pc:sldMk cId="958544309" sldId="379"/>
            <ac:spMk id="37" creationId="{47831BC6-F284-47AB-A050-EAD5ACCAD148}"/>
          </ac:spMkLst>
        </pc:spChg>
        <pc:spChg chg="add mod">
          <ac:chgData name="鈴木 秀規" userId="f68c5fd9-22d5-4c0a-9833-7fb0f5135313" providerId="ADAL" clId="{1FFDFDEC-295D-434A-B582-72A8CC8A5E88}" dt="2021-01-14T02:27:06.061" v="657" actId="571"/>
          <ac:spMkLst>
            <pc:docMk/>
            <pc:sldMk cId="958544309" sldId="379"/>
            <ac:spMk id="38" creationId="{14CF0358-BECE-42C6-9A83-4C21DB825E4B}"/>
          </ac:spMkLst>
        </pc:spChg>
        <pc:spChg chg="add del mod">
          <ac:chgData name="鈴木 秀規" userId="f68c5fd9-22d5-4c0a-9833-7fb0f5135313" providerId="ADAL" clId="{1FFDFDEC-295D-434A-B582-72A8CC8A5E88}" dt="2021-01-14T03:35:47.969" v="744" actId="478"/>
          <ac:spMkLst>
            <pc:docMk/>
            <pc:sldMk cId="958544309" sldId="379"/>
            <ac:spMk id="41" creationId="{7E7E9EA2-6ECB-437C-B67E-E541576A4C98}"/>
          </ac:spMkLst>
        </pc:spChg>
        <pc:spChg chg="add del mod">
          <ac:chgData name="鈴木 秀規" userId="f68c5fd9-22d5-4c0a-9833-7fb0f5135313" providerId="ADAL" clId="{1FFDFDEC-295D-434A-B582-72A8CC8A5E88}" dt="2021-01-14T03:36:11.610" v="750" actId="478"/>
          <ac:spMkLst>
            <pc:docMk/>
            <pc:sldMk cId="958544309" sldId="379"/>
            <ac:spMk id="42" creationId="{B4F1AB1F-1298-4572-9A9F-3D1A30394D5D}"/>
          </ac:spMkLst>
        </pc:spChg>
        <pc:spChg chg="add del mod">
          <ac:chgData name="鈴木 秀規" userId="f68c5fd9-22d5-4c0a-9833-7fb0f5135313" providerId="ADAL" clId="{1FFDFDEC-295D-434A-B582-72A8CC8A5E88}" dt="2021-01-14T03:35:57.106" v="748" actId="478"/>
          <ac:spMkLst>
            <pc:docMk/>
            <pc:sldMk cId="958544309" sldId="379"/>
            <ac:spMk id="43" creationId="{3F27ACB4-8E48-4CC7-9582-119D2221438E}"/>
          </ac:spMkLst>
        </pc:spChg>
        <pc:spChg chg="add del mod">
          <ac:chgData name="鈴木 秀規" userId="f68c5fd9-22d5-4c0a-9833-7fb0f5135313" providerId="ADAL" clId="{1FFDFDEC-295D-434A-B582-72A8CC8A5E88}" dt="2021-01-14T03:35:47.969" v="744" actId="478"/>
          <ac:spMkLst>
            <pc:docMk/>
            <pc:sldMk cId="958544309" sldId="379"/>
            <ac:spMk id="44" creationId="{BDF61BC1-2F48-40F0-9086-6D8E83B221C3}"/>
          </ac:spMkLst>
        </pc:spChg>
        <pc:spChg chg="add mod">
          <ac:chgData name="鈴木 秀規" userId="f68c5fd9-22d5-4c0a-9833-7fb0f5135313" providerId="ADAL" clId="{1FFDFDEC-295D-434A-B582-72A8CC8A5E88}" dt="2021-01-26T03:29:33.385" v="892" actId="207"/>
          <ac:spMkLst>
            <pc:docMk/>
            <pc:sldMk cId="958544309" sldId="379"/>
            <ac:spMk id="46" creationId="{DFEF5E98-F257-46FC-9AC3-6F94A2A4DCB1}"/>
          </ac:spMkLst>
        </pc:spChg>
        <pc:spChg chg="add mod">
          <ac:chgData name="鈴木 秀規" userId="f68c5fd9-22d5-4c0a-9833-7fb0f5135313" providerId="ADAL" clId="{1FFDFDEC-295D-434A-B582-72A8CC8A5E88}" dt="2021-01-26T03:29:31.786" v="890" actId="207"/>
          <ac:spMkLst>
            <pc:docMk/>
            <pc:sldMk cId="958544309" sldId="379"/>
            <ac:spMk id="47" creationId="{712C7B56-3695-447A-B9B3-72DADE91B379}"/>
          </ac:spMkLst>
        </pc:spChg>
        <pc:spChg chg="add mod">
          <ac:chgData name="鈴木 秀規" userId="f68c5fd9-22d5-4c0a-9833-7fb0f5135313" providerId="ADAL" clId="{1FFDFDEC-295D-434A-B582-72A8CC8A5E88}" dt="2021-01-14T03:38:06.938" v="823" actId="207"/>
          <ac:spMkLst>
            <pc:docMk/>
            <pc:sldMk cId="958544309" sldId="379"/>
            <ac:spMk id="48" creationId="{1EE0B00C-5149-4751-9E8A-5739504BF85B}"/>
          </ac:spMkLst>
        </pc:spChg>
        <pc:spChg chg="del mod">
          <ac:chgData name="鈴木 秀規" userId="f68c5fd9-22d5-4c0a-9833-7fb0f5135313" providerId="ADAL" clId="{1FFDFDEC-295D-434A-B582-72A8CC8A5E88}" dt="2021-01-14T03:36:56.851" v="770" actId="478"/>
          <ac:spMkLst>
            <pc:docMk/>
            <pc:sldMk cId="958544309" sldId="379"/>
            <ac:spMk id="67" creationId="{0671154F-E1FA-4A93-B4CE-E5911A6852BA}"/>
          </ac:spMkLst>
        </pc:spChg>
        <pc:spChg chg="del mod">
          <ac:chgData name="鈴木 秀規" userId="f68c5fd9-22d5-4c0a-9833-7fb0f5135313" providerId="ADAL" clId="{1FFDFDEC-295D-434A-B582-72A8CC8A5E88}" dt="2021-01-14T03:36:56.851" v="770" actId="478"/>
          <ac:spMkLst>
            <pc:docMk/>
            <pc:sldMk cId="958544309" sldId="379"/>
            <ac:spMk id="68" creationId="{A3733B56-91A6-4B5A-8E5E-C9331ECCCC0B}"/>
          </ac:spMkLst>
        </pc:spChg>
        <pc:spChg chg="del mod">
          <ac:chgData name="鈴木 秀規" userId="f68c5fd9-22d5-4c0a-9833-7fb0f5135313" providerId="ADAL" clId="{1FFDFDEC-295D-434A-B582-72A8CC8A5E88}" dt="2021-01-14T03:36:56.851" v="770" actId="478"/>
          <ac:spMkLst>
            <pc:docMk/>
            <pc:sldMk cId="958544309" sldId="379"/>
            <ac:spMk id="69" creationId="{5E42E419-B13D-4016-8238-7F4799B6EB23}"/>
          </ac:spMkLst>
        </pc:spChg>
        <pc:spChg chg="mod">
          <ac:chgData name="鈴木 秀規" userId="f68c5fd9-22d5-4c0a-9833-7fb0f5135313" providerId="ADAL" clId="{1FFDFDEC-295D-434A-B582-72A8CC8A5E88}" dt="2021-01-14T02:27:29.650" v="667" actId="1076"/>
          <ac:spMkLst>
            <pc:docMk/>
            <pc:sldMk cId="958544309" sldId="379"/>
            <ac:spMk id="70" creationId="{75EE7C32-A449-48C9-858A-29C1A72E0B2F}"/>
          </ac:spMkLst>
        </pc:spChg>
        <pc:grpChg chg="add del mod">
          <ac:chgData name="鈴木 秀規" userId="f68c5fd9-22d5-4c0a-9833-7fb0f5135313" providerId="ADAL" clId="{1FFDFDEC-295D-434A-B582-72A8CC8A5E88}" dt="2021-01-14T03:36:02.778" v="749" actId="478"/>
          <ac:grpSpMkLst>
            <pc:docMk/>
            <pc:sldMk cId="958544309" sldId="379"/>
            <ac:grpSpMk id="25" creationId="{CF251A41-CE0D-496B-BA17-6C42231ED860}"/>
          </ac:grpSpMkLst>
        </pc:grpChg>
        <pc:grpChg chg="mod">
          <ac:chgData name="鈴木 秀規" userId="f68c5fd9-22d5-4c0a-9833-7fb0f5135313" providerId="ADAL" clId="{1FFDFDEC-295D-434A-B582-72A8CC8A5E88}" dt="2021-01-14T02:27:29.650" v="667" actId="1076"/>
          <ac:grpSpMkLst>
            <pc:docMk/>
            <pc:sldMk cId="958544309" sldId="379"/>
            <ac:grpSpMk id="32" creationId="{A6E6B39E-1581-4318-9C25-C50545DCF6E5}"/>
          </ac:grpSpMkLst>
        </pc:grpChg>
        <pc:picChg chg="mod">
          <ac:chgData name="鈴木 秀規" userId="f68c5fd9-22d5-4c0a-9833-7fb0f5135313" providerId="ADAL" clId="{1FFDFDEC-295D-434A-B582-72A8CC8A5E88}" dt="2021-01-14T02:27:21.306" v="666" actId="1038"/>
          <ac:picMkLst>
            <pc:docMk/>
            <pc:sldMk cId="958544309" sldId="379"/>
            <ac:picMk id="30" creationId="{9EA8748A-3EB3-43D4-9CA2-3A57C5E566FB}"/>
          </ac:picMkLst>
        </pc:picChg>
        <pc:picChg chg="mod">
          <ac:chgData name="鈴木 秀規" userId="f68c5fd9-22d5-4c0a-9833-7fb0f5135313" providerId="ADAL" clId="{1FFDFDEC-295D-434A-B582-72A8CC8A5E88}" dt="2021-01-14T02:27:29.650" v="667" actId="1076"/>
          <ac:picMkLst>
            <pc:docMk/>
            <pc:sldMk cId="958544309" sldId="379"/>
            <ac:picMk id="33" creationId="{0E9D1243-8407-457A-82BD-F88B5BBECD23}"/>
          </ac:picMkLst>
        </pc:picChg>
        <pc:cxnChg chg="add mod">
          <ac:chgData name="鈴木 秀規" userId="f68c5fd9-22d5-4c0a-9833-7fb0f5135313" providerId="ADAL" clId="{1FFDFDEC-295D-434A-B582-72A8CC8A5E88}" dt="2021-01-14T02:27:06.061" v="657" actId="571"/>
          <ac:cxnSpMkLst>
            <pc:docMk/>
            <pc:sldMk cId="958544309" sldId="379"/>
            <ac:cxnSpMk id="35" creationId="{9145D3A1-D0B7-4B5F-9A44-6B1E6DCF3564}"/>
          </ac:cxnSpMkLst>
        </pc:cxnChg>
        <pc:cxnChg chg="add mod">
          <ac:chgData name="鈴木 秀規" userId="f68c5fd9-22d5-4c0a-9833-7fb0f5135313" providerId="ADAL" clId="{1FFDFDEC-295D-434A-B582-72A8CC8A5E88}" dt="2021-01-14T02:27:06.061" v="657" actId="571"/>
          <ac:cxnSpMkLst>
            <pc:docMk/>
            <pc:sldMk cId="958544309" sldId="379"/>
            <ac:cxnSpMk id="36" creationId="{27189465-2A10-428A-B8BD-B9B0AACB95D7}"/>
          </ac:cxnSpMkLst>
        </pc:cxnChg>
        <pc:cxnChg chg="add del mod">
          <ac:chgData name="鈴木 秀規" userId="f68c5fd9-22d5-4c0a-9833-7fb0f5135313" providerId="ADAL" clId="{1FFDFDEC-295D-434A-B582-72A8CC8A5E88}" dt="2021-01-14T03:35:47.969" v="744" actId="478"/>
          <ac:cxnSpMkLst>
            <pc:docMk/>
            <pc:sldMk cId="958544309" sldId="379"/>
            <ac:cxnSpMk id="39" creationId="{E0E94342-9E08-4812-AB10-36E809847C8B}"/>
          </ac:cxnSpMkLst>
        </pc:cxnChg>
        <pc:cxnChg chg="add del mod">
          <ac:chgData name="鈴木 秀規" userId="f68c5fd9-22d5-4c0a-9833-7fb0f5135313" providerId="ADAL" clId="{1FFDFDEC-295D-434A-B582-72A8CC8A5E88}" dt="2021-01-14T03:35:47.969" v="744" actId="478"/>
          <ac:cxnSpMkLst>
            <pc:docMk/>
            <pc:sldMk cId="958544309" sldId="379"/>
            <ac:cxnSpMk id="40" creationId="{0B4CE507-17D6-44DD-B21E-7CB9FBC4E5CF}"/>
          </ac:cxnSpMkLst>
        </pc:cxnChg>
        <pc:cxnChg chg="add mod">
          <ac:chgData name="鈴木 秀規" userId="f68c5fd9-22d5-4c0a-9833-7fb0f5135313" providerId="ADAL" clId="{1FFDFDEC-295D-434A-B582-72A8CC8A5E88}" dt="2021-01-14T03:38:15.722" v="824" actId="208"/>
          <ac:cxnSpMkLst>
            <pc:docMk/>
            <pc:sldMk cId="958544309" sldId="379"/>
            <ac:cxnSpMk id="45" creationId="{CF0C4889-BCE8-4917-B51A-918A62203966}"/>
          </ac:cxnSpMkLst>
        </pc:cxnChg>
        <pc:cxnChg chg="del mod">
          <ac:chgData name="鈴木 秀規" userId="f68c5fd9-22d5-4c0a-9833-7fb0f5135313" providerId="ADAL" clId="{1FFDFDEC-295D-434A-B582-72A8CC8A5E88}" dt="2021-01-14T03:36:56.851" v="770" actId="478"/>
          <ac:cxnSpMkLst>
            <pc:docMk/>
            <pc:sldMk cId="958544309" sldId="379"/>
            <ac:cxnSpMk id="64" creationId="{100ADEA5-B42F-4347-9286-D7704FC7BE9D}"/>
          </ac:cxnSpMkLst>
        </pc:cxnChg>
        <pc:cxnChg chg="mod">
          <ac:chgData name="鈴木 秀規" userId="f68c5fd9-22d5-4c0a-9833-7fb0f5135313" providerId="ADAL" clId="{1FFDFDEC-295D-434A-B582-72A8CC8A5E88}" dt="2021-01-14T02:27:29.650" v="667" actId="1076"/>
          <ac:cxnSpMkLst>
            <pc:docMk/>
            <pc:sldMk cId="958544309" sldId="379"/>
            <ac:cxnSpMk id="65" creationId="{161C3D35-36D5-4C34-A872-287438D6956F}"/>
          </ac:cxnSpMkLst>
        </pc:cxnChg>
      </pc:sldChg>
      <pc:sldChg chg="addSp delSp modSp add mod">
        <pc:chgData name="鈴木 秀規" userId="f68c5fd9-22d5-4c0a-9833-7fb0f5135313" providerId="ADAL" clId="{1FFDFDEC-295D-434A-B582-72A8CC8A5E88}" dt="2021-01-14T03:40:27.213" v="842" actId="1076"/>
        <pc:sldMkLst>
          <pc:docMk/>
          <pc:sldMk cId="690129785" sldId="380"/>
        </pc:sldMkLst>
        <pc:spChg chg="mod">
          <ac:chgData name="鈴木 秀規" userId="f68c5fd9-22d5-4c0a-9833-7fb0f5135313" providerId="ADAL" clId="{1FFDFDEC-295D-434A-B582-72A8CC8A5E88}" dt="2021-01-14T03:35:31.183" v="743"/>
          <ac:spMkLst>
            <pc:docMk/>
            <pc:sldMk cId="690129785" sldId="380"/>
            <ac:spMk id="5" creationId="{63D511F6-27E6-40A2-9A93-B28B3EF22E08}"/>
          </ac:spMkLst>
        </pc:spChg>
        <pc:spChg chg="mod">
          <ac:chgData name="鈴木 秀規" userId="f68c5fd9-22d5-4c0a-9833-7fb0f5135313" providerId="ADAL" clId="{1FFDFDEC-295D-434A-B582-72A8CC8A5E88}" dt="2021-01-14T03:38:39.508" v="826" actId="207"/>
          <ac:spMkLst>
            <pc:docMk/>
            <pc:sldMk cId="690129785" sldId="380"/>
            <ac:spMk id="19" creationId="{BFD7670E-D948-4916-A5B0-BC868BB5A7B8}"/>
          </ac:spMkLst>
        </pc:spChg>
        <pc:spChg chg="mod">
          <ac:chgData name="鈴木 秀規" userId="f68c5fd9-22d5-4c0a-9833-7fb0f5135313" providerId="ADAL" clId="{1FFDFDEC-295D-434A-B582-72A8CC8A5E88}" dt="2021-01-14T03:38:39.508" v="826" actId="207"/>
          <ac:spMkLst>
            <pc:docMk/>
            <pc:sldMk cId="690129785" sldId="380"/>
            <ac:spMk id="20" creationId="{342B2FC8-CEB9-4A3C-A4B9-0E07B43AA2D9}"/>
          </ac:spMkLst>
        </pc:spChg>
        <pc:spChg chg="del">
          <ac:chgData name="鈴木 秀規" userId="f68c5fd9-22d5-4c0a-9833-7fb0f5135313" providerId="ADAL" clId="{1FFDFDEC-295D-434A-B582-72A8CC8A5E88}" dt="2021-01-14T03:38:57.355" v="829" actId="478"/>
          <ac:spMkLst>
            <pc:docMk/>
            <pc:sldMk cId="690129785" sldId="380"/>
            <ac:spMk id="31" creationId="{FFC60DF4-583B-4EF1-886C-A29A4130BA29}"/>
          </ac:spMkLst>
        </pc:spChg>
        <pc:spChg chg="add mod">
          <ac:chgData name="鈴木 秀規" userId="f68c5fd9-22d5-4c0a-9833-7fb0f5135313" providerId="ADAL" clId="{1FFDFDEC-295D-434A-B582-72A8CC8A5E88}" dt="2021-01-14T03:39:14.610" v="833" actId="1076"/>
          <ac:spMkLst>
            <pc:docMk/>
            <pc:sldMk cId="690129785" sldId="380"/>
            <ac:spMk id="35" creationId="{442AE633-127A-4F03-BFC5-1CFB48F3BC01}"/>
          </ac:spMkLst>
        </pc:spChg>
        <pc:spChg chg="add mod">
          <ac:chgData name="鈴木 秀規" userId="f68c5fd9-22d5-4c0a-9833-7fb0f5135313" providerId="ADAL" clId="{1FFDFDEC-295D-434A-B582-72A8CC8A5E88}" dt="2021-01-14T03:39:21.599" v="835" actId="6549"/>
          <ac:spMkLst>
            <pc:docMk/>
            <pc:sldMk cId="690129785" sldId="380"/>
            <ac:spMk id="36" creationId="{4D0D594F-AB92-4BC7-ADA3-5E3676F7A0D3}"/>
          </ac:spMkLst>
        </pc:spChg>
        <pc:spChg chg="del">
          <ac:chgData name="鈴木 秀規" userId="f68c5fd9-22d5-4c0a-9833-7fb0f5135313" providerId="ADAL" clId="{1FFDFDEC-295D-434A-B582-72A8CC8A5E88}" dt="2021-01-14T03:36:43.601" v="768" actId="478"/>
          <ac:spMkLst>
            <pc:docMk/>
            <pc:sldMk cId="690129785" sldId="380"/>
            <ac:spMk id="67" creationId="{0671154F-E1FA-4A93-B4CE-E5911A6852BA}"/>
          </ac:spMkLst>
        </pc:spChg>
        <pc:spChg chg="del">
          <ac:chgData name="鈴木 秀規" userId="f68c5fd9-22d5-4c0a-9833-7fb0f5135313" providerId="ADAL" clId="{1FFDFDEC-295D-434A-B582-72A8CC8A5E88}" dt="2021-01-14T03:36:43.601" v="768" actId="478"/>
          <ac:spMkLst>
            <pc:docMk/>
            <pc:sldMk cId="690129785" sldId="380"/>
            <ac:spMk id="68" creationId="{A3733B56-91A6-4B5A-8E5E-C9331ECCCC0B}"/>
          </ac:spMkLst>
        </pc:spChg>
        <pc:spChg chg="del">
          <ac:chgData name="鈴木 秀規" userId="f68c5fd9-22d5-4c0a-9833-7fb0f5135313" providerId="ADAL" clId="{1FFDFDEC-295D-434A-B582-72A8CC8A5E88}" dt="2021-01-14T03:36:43.601" v="768" actId="478"/>
          <ac:spMkLst>
            <pc:docMk/>
            <pc:sldMk cId="690129785" sldId="380"/>
            <ac:spMk id="69" creationId="{5E42E419-B13D-4016-8238-7F4799B6EB23}"/>
          </ac:spMkLst>
        </pc:spChg>
        <pc:spChg chg="mod">
          <ac:chgData name="鈴木 秀規" userId="f68c5fd9-22d5-4c0a-9833-7fb0f5135313" providerId="ADAL" clId="{1FFDFDEC-295D-434A-B582-72A8CC8A5E88}" dt="2021-01-14T03:38:43.857" v="827" actId="207"/>
          <ac:spMkLst>
            <pc:docMk/>
            <pc:sldMk cId="690129785" sldId="380"/>
            <ac:spMk id="70" creationId="{75EE7C32-A449-48C9-858A-29C1A72E0B2F}"/>
          </ac:spMkLst>
        </pc:spChg>
        <pc:picChg chg="add mod">
          <ac:chgData name="鈴木 秀規" userId="f68c5fd9-22d5-4c0a-9833-7fb0f5135313" providerId="ADAL" clId="{1FFDFDEC-295D-434A-B582-72A8CC8A5E88}" dt="2021-01-14T03:40:27.213" v="842" actId="1076"/>
          <ac:picMkLst>
            <pc:docMk/>
            <pc:sldMk cId="690129785" sldId="380"/>
            <ac:picMk id="7" creationId="{693BFE0A-79C3-4E5A-A460-85BD918A8380}"/>
          </ac:picMkLst>
        </pc:picChg>
        <pc:cxnChg chg="del">
          <ac:chgData name="鈴木 秀規" userId="f68c5fd9-22d5-4c0a-9833-7fb0f5135313" providerId="ADAL" clId="{1FFDFDEC-295D-434A-B582-72A8CC8A5E88}" dt="2021-01-14T03:36:43.601" v="768" actId="478"/>
          <ac:cxnSpMkLst>
            <pc:docMk/>
            <pc:sldMk cId="690129785" sldId="380"/>
            <ac:cxnSpMk id="64" creationId="{100ADEA5-B42F-4347-9286-D7704FC7BE9D}"/>
          </ac:cxnSpMkLst>
        </pc:cxnChg>
        <pc:cxnChg chg="mod">
          <ac:chgData name="鈴木 秀規" userId="f68c5fd9-22d5-4c0a-9833-7fb0f5135313" providerId="ADAL" clId="{1FFDFDEC-295D-434A-B582-72A8CC8A5E88}" dt="2021-01-14T03:38:47.556" v="828" actId="208"/>
          <ac:cxnSpMkLst>
            <pc:docMk/>
            <pc:sldMk cId="690129785" sldId="380"/>
            <ac:cxnSpMk id="65" creationId="{161C3D35-36D5-4C34-A872-287438D6956F}"/>
          </ac:cxnSpMkLst>
        </pc:cxnChg>
      </pc:sldChg>
      <pc:sldChg chg="new del">
        <pc:chgData name="鈴木 秀規" userId="f68c5fd9-22d5-4c0a-9833-7fb0f5135313" providerId="ADAL" clId="{1FFDFDEC-295D-434A-B582-72A8CC8A5E88}" dt="2021-01-14T03:35:11.845" v="741" actId="2696"/>
        <pc:sldMkLst>
          <pc:docMk/>
          <pc:sldMk cId="1494621647" sldId="380"/>
        </pc:sldMkLst>
      </pc:sldChg>
      <pc:sldChg chg="addSp delSp modSp new mod">
        <pc:chgData name="鈴木 秀規" userId="f68c5fd9-22d5-4c0a-9833-7fb0f5135313" providerId="ADAL" clId="{1FFDFDEC-295D-434A-B582-72A8CC8A5E88}" dt="2021-01-14T03:42:59.759" v="869" actId="207"/>
        <pc:sldMkLst>
          <pc:docMk/>
          <pc:sldMk cId="2547390421" sldId="381"/>
        </pc:sldMkLst>
        <pc:spChg chg="mod">
          <ac:chgData name="鈴木 秀規" userId="f68c5fd9-22d5-4c0a-9833-7fb0f5135313" providerId="ADAL" clId="{1FFDFDEC-295D-434A-B582-72A8CC8A5E88}" dt="2021-01-14T03:41:02.743" v="844"/>
          <ac:spMkLst>
            <pc:docMk/>
            <pc:sldMk cId="2547390421" sldId="381"/>
            <ac:spMk id="3" creationId="{236A2B6A-B051-4601-BC09-0A4E40E958EC}"/>
          </ac:spMkLst>
        </pc:spChg>
        <pc:spChg chg="mod">
          <ac:chgData name="鈴木 秀規" userId="f68c5fd9-22d5-4c0a-9833-7fb0f5135313" providerId="ADAL" clId="{1FFDFDEC-295D-434A-B582-72A8CC8A5E88}" dt="2021-01-14T03:42:59.759" v="869" actId="207"/>
          <ac:spMkLst>
            <pc:docMk/>
            <pc:sldMk cId="2547390421" sldId="381"/>
            <ac:spMk id="5" creationId="{2E8B918B-3E76-4823-84DC-91C8203F970A}"/>
          </ac:spMkLst>
        </pc:spChg>
        <pc:spChg chg="add mod">
          <ac:chgData name="鈴木 秀規" userId="f68c5fd9-22d5-4c0a-9833-7fb0f5135313" providerId="ADAL" clId="{1FFDFDEC-295D-434A-B582-72A8CC8A5E88}" dt="2021-01-14T03:41:44.623" v="854" actId="207"/>
          <ac:spMkLst>
            <pc:docMk/>
            <pc:sldMk cId="2547390421" sldId="381"/>
            <ac:spMk id="6" creationId="{B9C15A32-3348-4403-96B7-043F173C077F}"/>
          </ac:spMkLst>
        </pc:spChg>
        <pc:spChg chg="add mod">
          <ac:chgData name="鈴木 秀規" userId="f68c5fd9-22d5-4c0a-9833-7fb0f5135313" providerId="ADAL" clId="{1FFDFDEC-295D-434A-B582-72A8CC8A5E88}" dt="2021-01-14T03:42:25.827" v="860" actId="207"/>
          <ac:spMkLst>
            <pc:docMk/>
            <pc:sldMk cId="2547390421" sldId="381"/>
            <ac:spMk id="8" creationId="{67921FE2-D48F-40A3-9E4A-C0E39838B9C9}"/>
          </ac:spMkLst>
        </pc:spChg>
        <pc:spChg chg="add mod">
          <ac:chgData name="鈴木 秀規" userId="f68c5fd9-22d5-4c0a-9833-7fb0f5135313" providerId="ADAL" clId="{1FFDFDEC-295D-434A-B582-72A8CC8A5E88}" dt="2021-01-14T03:42:17.807" v="859" actId="13822"/>
          <ac:spMkLst>
            <pc:docMk/>
            <pc:sldMk cId="2547390421" sldId="381"/>
            <ac:spMk id="9" creationId="{70D21FF4-2AD4-4571-8733-6297D1F24FFB}"/>
          </ac:spMkLst>
        </pc:spChg>
        <pc:spChg chg="add del mod">
          <ac:chgData name="鈴木 秀規" userId="f68c5fd9-22d5-4c0a-9833-7fb0f5135313" providerId="ADAL" clId="{1FFDFDEC-295D-434A-B582-72A8CC8A5E88}" dt="2021-01-14T03:42:48.716" v="865"/>
          <ac:spMkLst>
            <pc:docMk/>
            <pc:sldMk cId="2547390421" sldId="381"/>
            <ac:spMk id="13" creationId="{BC61954F-4826-4D29-AB58-318DFEFC6CD8}"/>
          </ac:spMkLst>
        </pc:spChg>
        <pc:spChg chg="add del mod">
          <ac:chgData name="鈴木 秀規" userId="f68c5fd9-22d5-4c0a-9833-7fb0f5135313" providerId="ADAL" clId="{1FFDFDEC-295D-434A-B582-72A8CC8A5E88}" dt="2021-01-14T03:42:48.716" v="865"/>
          <ac:spMkLst>
            <pc:docMk/>
            <pc:sldMk cId="2547390421" sldId="381"/>
            <ac:spMk id="15" creationId="{200225F7-5DCA-4A81-97BA-18B028D6555C}"/>
          </ac:spMkLst>
        </pc:spChg>
        <pc:spChg chg="add del mod">
          <ac:chgData name="鈴木 秀規" userId="f68c5fd9-22d5-4c0a-9833-7fb0f5135313" providerId="ADAL" clId="{1FFDFDEC-295D-434A-B582-72A8CC8A5E88}" dt="2021-01-14T03:42:48.716" v="865"/>
          <ac:spMkLst>
            <pc:docMk/>
            <pc:sldMk cId="2547390421" sldId="381"/>
            <ac:spMk id="16" creationId="{A76A9395-02D3-4893-AA80-077B85EC34DE}"/>
          </ac:spMkLst>
        </pc:spChg>
        <pc:cxnChg chg="add mod">
          <ac:chgData name="鈴木 秀規" userId="f68c5fd9-22d5-4c0a-9833-7fb0f5135313" providerId="ADAL" clId="{1FFDFDEC-295D-434A-B582-72A8CC8A5E88}" dt="2021-01-14T03:41:58.185" v="857" actId="14100"/>
          <ac:cxnSpMkLst>
            <pc:docMk/>
            <pc:sldMk cId="2547390421" sldId="381"/>
            <ac:cxnSpMk id="7" creationId="{DFF4ED54-7A34-4A0C-945A-51688849F719}"/>
          </ac:cxnSpMkLst>
        </pc:cxnChg>
        <pc:cxnChg chg="add mod">
          <ac:chgData name="鈴木 秀規" userId="f68c5fd9-22d5-4c0a-9833-7fb0f5135313" providerId="ADAL" clId="{1FFDFDEC-295D-434A-B582-72A8CC8A5E88}" dt="2021-01-14T03:41:55.139" v="856" actId="14100"/>
          <ac:cxnSpMkLst>
            <pc:docMk/>
            <pc:sldMk cId="2547390421" sldId="381"/>
            <ac:cxnSpMk id="10" creationId="{02AED7FF-9D9D-4560-A387-F55F9D64CB0D}"/>
          </ac:cxnSpMkLst>
        </pc:cxnChg>
        <pc:cxnChg chg="add del mod">
          <ac:chgData name="鈴木 秀規" userId="f68c5fd9-22d5-4c0a-9833-7fb0f5135313" providerId="ADAL" clId="{1FFDFDEC-295D-434A-B582-72A8CC8A5E88}" dt="2021-01-14T03:42:48.716" v="865"/>
          <ac:cxnSpMkLst>
            <pc:docMk/>
            <pc:sldMk cId="2547390421" sldId="381"/>
            <ac:cxnSpMk id="14" creationId="{8C9E9DE6-058A-441C-A5F3-BF0A9865E5FB}"/>
          </ac:cxnSpMkLst>
        </pc:cxnChg>
        <pc:cxnChg chg="add del mod">
          <ac:chgData name="鈴木 秀規" userId="f68c5fd9-22d5-4c0a-9833-7fb0f5135313" providerId="ADAL" clId="{1FFDFDEC-295D-434A-B582-72A8CC8A5E88}" dt="2021-01-14T03:42:48.716" v="865"/>
          <ac:cxnSpMkLst>
            <pc:docMk/>
            <pc:sldMk cId="2547390421" sldId="381"/>
            <ac:cxnSpMk id="17" creationId="{AD1445E4-E103-46D7-B55D-14568F6ACA4F}"/>
          </ac:cxnSpMkLst>
        </pc:cxnChg>
      </pc:sldChg>
      <pc:sldChg chg="addSp delSp modSp new add del mod chgLayout">
        <pc:chgData name="鈴木 秀規" userId="f68c5fd9-22d5-4c0a-9833-7fb0f5135313" providerId="ADAL" clId="{1FFDFDEC-295D-434A-B582-72A8CC8A5E88}" dt="2021-01-26T04:14:36.735" v="1145" actId="2696"/>
        <pc:sldMkLst>
          <pc:docMk/>
          <pc:sldMk cId="4270902671" sldId="382"/>
        </pc:sldMkLst>
        <pc:spChg chg="del">
          <ac:chgData name="鈴木 秀規" userId="f68c5fd9-22d5-4c0a-9833-7fb0f5135313" providerId="ADAL" clId="{1FFDFDEC-295D-434A-B582-72A8CC8A5E88}" dt="2021-01-26T03:44:33.395" v="928" actId="478"/>
          <ac:spMkLst>
            <pc:docMk/>
            <pc:sldMk cId="4270902671" sldId="382"/>
            <ac:spMk id="2" creationId="{680AF992-1EFF-4152-AB8D-ED0F6CBCDA55}"/>
          </ac:spMkLst>
        </pc:spChg>
        <pc:spChg chg="mod ord">
          <ac:chgData name="鈴木 秀規" userId="f68c5fd9-22d5-4c0a-9833-7fb0f5135313" providerId="ADAL" clId="{1FFDFDEC-295D-434A-B582-72A8CC8A5E88}" dt="2021-01-26T03:48:51.751" v="991" actId="6264"/>
          <ac:spMkLst>
            <pc:docMk/>
            <pc:sldMk cId="4270902671" sldId="382"/>
            <ac:spMk id="3" creationId="{347745C2-842F-461A-8482-F5E3F2B33188}"/>
          </ac:spMkLst>
        </pc:spChg>
        <pc:spChg chg="mod ord">
          <ac:chgData name="鈴木 秀規" userId="f68c5fd9-22d5-4c0a-9833-7fb0f5135313" providerId="ADAL" clId="{1FFDFDEC-295D-434A-B582-72A8CC8A5E88}" dt="2021-01-26T03:48:51.751" v="991" actId="6264"/>
          <ac:spMkLst>
            <pc:docMk/>
            <pc:sldMk cId="4270902671" sldId="382"/>
            <ac:spMk id="4" creationId="{B2D33C3D-4F1E-4861-BEE1-D418CFD9014C}"/>
          </ac:spMkLst>
        </pc:spChg>
        <pc:spChg chg="mod ord">
          <ac:chgData name="鈴木 秀規" userId="f68c5fd9-22d5-4c0a-9833-7fb0f5135313" providerId="ADAL" clId="{1FFDFDEC-295D-434A-B582-72A8CC8A5E88}" dt="2021-01-26T03:48:51.751" v="991" actId="6264"/>
          <ac:spMkLst>
            <pc:docMk/>
            <pc:sldMk cId="4270902671" sldId="382"/>
            <ac:spMk id="5" creationId="{86E9EC95-4197-4F9B-96BF-D31C5A1A1A4D}"/>
          </ac:spMkLst>
        </pc:spChg>
        <pc:spChg chg="del">
          <ac:chgData name="鈴木 秀規" userId="f68c5fd9-22d5-4c0a-9833-7fb0f5135313" providerId="ADAL" clId="{1FFDFDEC-295D-434A-B582-72A8CC8A5E88}" dt="2021-01-26T03:44:33.395" v="928" actId="478"/>
          <ac:spMkLst>
            <pc:docMk/>
            <pc:sldMk cId="4270902671" sldId="382"/>
            <ac:spMk id="6" creationId="{7F70CC25-12EA-4832-BEC8-55567F25E694}"/>
          </ac:spMkLst>
        </pc:spChg>
        <pc:spChg chg="add mod">
          <ac:chgData name="鈴木 秀規" userId="f68c5fd9-22d5-4c0a-9833-7fb0f5135313" providerId="ADAL" clId="{1FFDFDEC-295D-434A-B582-72A8CC8A5E88}" dt="2021-01-26T03:45:11.198" v="938" actId="14100"/>
          <ac:spMkLst>
            <pc:docMk/>
            <pc:sldMk cId="4270902671" sldId="382"/>
            <ac:spMk id="10" creationId="{7C3760F5-0448-4B07-9357-5DD9243CD6A1}"/>
          </ac:spMkLst>
        </pc:spChg>
        <pc:spChg chg="add mod">
          <ac:chgData name="鈴木 秀規" userId="f68c5fd9-22d5-4c0a-9833-7fb0f5135313" providerId="ADAL" clId="{1FFDFDEC-295D-434A-B582-72A8CC8A5E88}" dt="2021-01-26T03:45:13.642" v="939" actId="14100"/>
          <ac:spMkLst>
            <pc:docMk/>
            <pc:sldMk cId="4270902671" sldId="382"/>
            <ac:spMk id="11" creationId="{6AFAD27C-B17C-4A26-8D46-B84638FE20C9}"/>
          </ac:spMkLst>
        </pc:spChg>
        <pc:spChg chg="add mod">
          <ac:chgData name="鈴木 秀規" userId="f68c5fd9-22d5-4c0a-9833-7fb0f5135313" providerId="ADAL" clId="{1FFDFDEC-295D-434A-B582-72A8CC8A5E88}" dt="2021-01-26T03:46:45.261" v="950" actId="1076"/>
          <ac:spMkLst>
            <pc:docMk/>
            <pc:sldMk cId="4270902671" sldId="382"/>
            <ac:spMk id="12" creationId="{4779DC12-997D-427C-8D5F-D3C32CCE9829}"/>
          </ac:spMkLst>
        </pc:spChg>
        <pc:spChg chg="add mod">
          <ac:chgData name="鈴木 秀規" userId="f68c5fd9-22d5-4c0a-9833-7fb0f5135313" providerId="ADAL" clId="{1FFDFDEC-295D-434A-B582-72A8CC8A5E88}" dt="2021-01-26T03:46:45.261" v="950" actId="1076"/>
          <ac:spMkLst>
            <pc:docMk/>
            <pc:sldMk cId="4270902671" sldId="382"/>
            <ac:spMk id="13" creationId="{17D11134-6A3C-4349-80D0-227C8553B2C2}"/>
          </ac:spMkLst>
        </pc:spChg>
        <pc:spChg chg="add mod">
          <ac:chgData name="鈴木 秀規" userId="f68c5fd9-22d5-4c0a-9833-7fb0f5135313" providerId="ADAL" clId="{1FFDFDEC-295D-434A-B582-72A8CC8A5E88}" dt="2021-01-26T03:46:45.261" v="950" actId="1076"/>
          <ac:spMkLst>
            <pc:docMk/>
            <pc:sldMk cId="4270902671" sldId="382"/>
            <ac:spMk id="15" creationId="{BF8B4138-1FB6-4D1C-AADA-7F5C45A6ECDD}"/>
          </ac:spMkLst>
        </pc:spChg>
        <pc:spChg chg="add mod">
          <ac:chgData name="鈴木 秀規" userId="f68c5fd9-22d5-4c0a-9833-7fb0f5135313" providerId="ADAL" clId="{1FFDFDEC-295D-434A-B582-72A8CC8A5E88}" dt="2021-01-26T03:46:45.261" v="950" actId="1076"/>
          <ac:spMkLst>
            <pc:docMk/>
            <pc:sldMk cId="4270902671" sldId="382"/>
            <ac:spMk id="18" creationId="{E28B5E37-BE31-4DBF-8316-79E231D1CCD1}"/>
          </ac:spMkLst>
        </pc:spChg>
        <pc:spChg chg="add mod">
          <ac:chgData name="鈴木 秀規" userId="f68c5fd9-22d5-4c0a-9833-7fb0f5135313" providerId="ADAL" clId="{1FFDFDEC-295D-434A-B582-72A8CC8A5E88}" dt="2021-01-26T03:46:45.261" v="950" actId="1076"/>
          <ac:spMkLst>
            <pc:docMk/>
            <pc:sldMk cId="4270902671" sldId="382"/>
            <ac:spMk id="24" creationId="{A9E63F44-7FDA-4B83-BD1E-2F9BC602BDFC}"/>
          </ac:spMkLst>
        </pc:spChg>
        <pc:spChg chg="add mod">
          <ac:chgData name="鈴木 秀規" userId="f68c5fd9-22d5-4c0a-9833-7fb0f5135313" providerId="ADAL" clId="{1FFDFDEC-295D-434A-B582-72A8CC8A5E88}" dt="2021-01-26T03:50:19.700" v="1008" actId="1582"/>
          <ac:spMkLst>
            <pc:docMk/>
            <pc:sldMk cId="4270902671" sldId="382"/>
            <ac:spMk id="25" creationId="{D203164A-16BB-4A33-A44C-D5005AB76239}"/>
          </ac:spMkLst>
        </pc:spChg>
        <pc:spChg chg="add del mod">
          <ac:chgData name="鈴木 秀規" userId="f68c5fd9-22d5-4c0a-9833-7fb0f5135313" providerId="ADAL" clId="{1FFDFDEC-295D-434A-B582-72A8CC8A5E88}" dt="2021-01-26T03:48:51.751" v="991" actId="6264"/>
          <ac:spMkLst>
            <pc:docMk/>
            <pc:sldMk cId="4270902671" sldId="382"/>
            <ac:spMk id="33" creationId="{373F4D12-7797-41A9-BB1E-6C465033A0A1}"/>
          </ac:spMkLst>
        </pc:spChg>
        <pc:spChg chg="add del mod">
          <ac:chgData name="鈴木 秀規" userId="f68c5fd9-22d5-4c0a-9833-7fb0f5135313" providerId="ADAL" clId="{1FFDFDEC-295D-434A-B582-72A8CC8A5E88}" dt="2021-01-26T03:48:51.751" v="991" actId="6264"/>
          <ac:spMkLst>
            <pc:docMk/>
            <pc:sldMk cId="4270902671" sldId="382"/>
            <ac:spMk id="34" creationId="{6AC6CE12-29A2-4E11-AA40-582DFEAC4BA6}"/>
          </ac:spMkLst>
        </pc:spChg>
        <pc:spChg chg="add del mod">
          <ac:chgData name="鈴木 秀規" userId="f68c5fd9-22d5-4c0a-9833-7fb0f5135313" providerId="ADAL" clId="{1FFDFDEC-295D-434A-B582-72A8CC8A5E88}" dt="2021-01-26T03:48:51.751" v="991" actId="6264"/>
          <ac:spMkLst>
            <pc:docMk/>
            <pc:sldMk cId="4270902671" sldId="382"/>
            <ac:spMk id="35" creationId="{B55A2A41-E70B-49B7-A2C1-E9ADC31A34F2}"/>
          </ac:spMkLst>
        </pc:spChg>
        <pc:spChg chg="add del mod ord">
          <ac:chgData name="鈴木 秀規" userId="f68c5fd9-22d5-4c0a-9833-7fb0f5135313" providerId="ADAL" clId="{1FFDFDEC-295D-434A-B582-72A8CC8A5E88}" dt="2021-01-26T03:48:58.807" v="992" actId="478"/>
          <ac:spMkLst>
            <pc:docMk/>
            <pc:sldMk cId="4270902671" sldId="382"/>
            <ac:spMk id="36" creationId="{8E4298F6-82EF-43C7-9819-DFC83B203660}"/>
          </ac:spMkLst>
        </pc:spChg>
        <pc:spChg chg="add mod ord">
          <ac:chgData name="鈴木 秀規" userId="f68c5fd9-22d5-4c0a-9833-7fb0f5135313" providerId="ADAL" clId="{1FFDFDEC-295D-434A-B582-72A8CC8A5E88}" dt="2021-01-26T03:49:45.941" v="1002" actId="20577"/>
          <ac:spMkLst>
            <pc:docMk/>
            <pc:sldMk cId="4270902671" sldId="382"/>
            <ac:spMk id="37" creationId="{BD46D08B-CDC1-40F7-B3B2-96E4746B3A1C}"/>
          </ac:spMkLst>
        </pc:spChg>
        <pc:picChg chg="add mod">
          <ac:chgData name="鈴木 秀規" userId="f68c5fd9-22d5-4c0a-9833-7fb0f5135313" providerId="ADAL" clId="{1FFDFDEC-295D-434A-B582-72A8CC8A5E88}" dt="2021-01-26T03:44:38.047" v="930" actId="1076"/>
          <ac:picMkLst>
            <pc:docMk/>
            <pc:sldMk cId="4270902671" sldId="382"/>
            <ac:picMk id="7" creationId="{ACC068A0-50E1-42AC-8287-E81E4235FF5C}"/>
          </ac:picMkLst>
        </pc:picChg>
        <pc:picChg chg="add mod">
          <ac:chgData name="鈴木 秀規" userId="f68c5fd9-22d5-4c0a-9833-7fb0f5135313" providerId="ADAL" clId="{1FFDFDEC-295D-434A-B582-72A8CC8A5E88}" dt="2021-01-26T03:44:38.047" v="930" actId="1076"/>
          <ac:picMkLst>
            <pc:docMk/>
            <pc:sldMk cId="4270902671" sldId="382"/>
            <ac:picMk id="8" creationId="{8D2F85B8-D0BB-4D5F-B8E8-359B9642BC18}"/>
          </ac:picMkLst>
        </pc:picChg>
        <pc:picChg chg="add mod">
          <ac:chgData name="鈴木 秀規" userId="f68c5fd9-22d5-4c0a-9833-7fb0f5135313" providerId="ADAL" clId="{1FFDFDEC-295D-434A-B582-72A8CC8A5E88}" dt="2021-01-26T03:44:38.047" v="930" actId="1076"/>
          <ac:picMkLst>
            <pc:docMk/>
            <pc:sldMk cId="4270902671" sldId="382"/>
            <ac:picMk id="9" creationId="{6567B165-D14C-4A46-B20C-33602CEB18CE}"/>
          </ac:picMkLst>
        </pc:picChg>
        <pc:picChg chg="add mod">
          <ac:chgData name="鈴木 秀規" userId="f68c5fd9-22d5-4c0a-9833-7fb0f5135313" providerId="ADAL" clId="{1FFDFDEC-295D-434A-B582-72A8CC8A5E88}" dt="2021-01-26T03:46:45.261" v="950" actId="1076"/>
          <ac:picMkLst>
            <pc:docMk/>
            <pc:sldMk cId="4270902671" sldId="382"/>
            <ac:picMk id="14" creationId="{89F5CAE8-7DD6-4E66-9E6B-8D828B62D848}"/>
          </ac:picMkLst>
        </pc:picChg>
        <pc:picChg chg="add mod">
          <ac:chgData name="鈴木 秀規" userId="f68c5fd9-22d5-4c0a-9833-7fb0f5135313" providerId="ADAL" clId="{1FFDFDEC-295D-434A-B582-72A8CC8A5E88}" dt="2021-01-26T03:46:45.261" v="950" actId="1076"/>
          <ac:picMkLst>
            <pc:docMk/>
            <pc:sldMk cId="4270902671" sldId="382"/>
            <ac:picMk id="17" creationId="{56C46E48-5776-47D9-8EE8-C88D764F6B56}"/>
          </ac:picMkLst>
        </pc:picChg>
        <pc:picChg chg="add mod">
          <ac:chgData name="鈴木 秀規" userId="f68c5fd9-22d5-4c0a-9833-7fb0f5135313" providerId="ADAL" clId="{1FFDFDEC-295D-434A-B582-72A8CC8A5E88}" dt="2021-01-26T03:46:45.261" v="950" actId="1076"/>
          <ac:picMkLst>
            <pc:docMk/>
            <pc:sldMk cId="4270902671" sldId="382"/>
            <ac:picMk id="22" creationId="{2076DD48-3ECF-49F3-93DF-4DA0CE8394BC}"/>
          </ac:picMkLst>
        </pc:picChg>
        <pc:picChg chg="add mod">
          <ac:chgData name="鈴木 秀規" userId="f68c5fd9-22d5-4c0a-9833-7fb0f5135313" providerId="ADAL" clId="{1FFDFDEC-295D-434A-B582-72A8CC8A5E88}" dt="2021-01-26T03:46:45.261" v="950" actId="1076"/>
          <ac:picMkLst>
            <pc:docMk/>
            <pc:sldMk cId="4270902671" sldId="382"/>
            <ac:picMk id="23" creationId="{3E2CE605-C0B8-4C18-98C1-B3840CD70767}"/>
          </ac:picMkLst>
        </pc:picChg>
        <pc:picChg chg="add mod">
          <ac:chgData name="鈴木 秀規" userId="f68c5fd9-22d5-4c0a-9833-7fb0f5135313" providerId="ADAL" clId="{1FFDFDEC-295D-434A-B582-72A8CC8A5E88}" dt="2021-01-26T03:46:04.691" v="945" actId="1076"/>
          <ac:picMkLst>
            <pc:docMk/>
            <pc:sldMk cId="4270902671" sldId="382"/>
            <ac:picMk id="26" creationId="{70D95F10-BF3B-4B19-9089-47831CF622D5}"/>
          </ac:picMkLst>
        </pc:picChg>
        <pc:cxnChg chg="add mod">
          <ac:chgData name="鈴木 秀規" userId="f68c5fd9-22d5-4c0a-9833-7fb0f5135313" providerId="ADAL" clId="{1FFDFDEC-295D-434A-B582-72A8CC8A5E88}" dt="2021-01-26T03:46:45.261" v="950" actId="1076"/>
          <ac:cxnSpMkLst>
            <pc:docMk/>
            <pc:sldMk cId="4270902671" sldId="382"/>
            <ac:cxnSpMk id="16" creationId="{8E32A4B4-C96D-4681-AEF9-EE7D9B309FBF}"/>
          </ac:cxnSpMkLst>
        </pc:cxnChg>
        <pc:cxnChg chg="add mod">
          <ac:chgData name="鈴木 秀規" userId="f68c5fd9-22d5-4c0a-9833-7fb0f5135313" providerId="ADAL" clId="{1FFDFDEC-295D-434A-B582-72A8CC8A5E88}" dt="2021-01-26T03:47:04.403" v="982" actId="1035"/>
          <ac:cxnSpMkLst>
            <pc:docMk/>
            <pc:sldMk cId="4270902671" sldId="382"/>
            <ac:cxnSpMk id="19" creationId="{F3DB8BCB-0D70-41DF-9FD3-2A8B659F17CF}"/>
          </ac:cxnSpMkLst>
        </pc:cxnChg>
        <pc:cxnChg chg="add mod">
          <ac:chgData name="鈴木 秀規" userId="f68c5fd9-22d5-4c0a-9833-7fb0f5135313" providerId="ADAL" clId="{1FFDFDEC-295D-434A-B582-72A8CC8A5E88}" dt="2021-01-26T03:46:45.261" v="950" actId="1076"/>
          <ac:cxnSpMkLst>
            <pc:docMk/>
            <pc:sldMk cId="4270902671" sldId="382"/>
            <ac:cxnSpMk id="20" creationId="{C35F15FD-C964-4627-B22E-64C02E3B1E13}"/>
          </ac:cxnSpMkLst>
        </pc:cxnChg>
        <pc:cxnChg chg="add mod">
          <ac:chgData name="鈴木 秀規" userId="f68c5fd9-22d5-4c0a-9833-7fb0f5135313" providerId="ADAL" clId="{1FFDFDEC-295D-434A-B582-72A8CC8A5E88}" dt="2021-01-26T03:47:41.189" v="983" actId="14100"/>
          <ac:cxnSpMkLst>
            <pc:docMk/>
            <pc:sldMk cId="4270902671" sldId="382"/>
            <ac:cxnSpMk id="21" creationId="{5E8CC0CA-3411-4CB6-8412-CE026E3E4961}"/>
          </ac:cxnSpMkLst>
        </pc:cxnChg>
        <pc:cxnChg chg="add mod">
          <ac:chgData name="鈴木 秀規" userId="f68c5fd9-22d5-4c0a-9833-7fb0f5135313" providerId="ADAL" clId="{1FFDFDEC-295D-434A-B582-72A8CC8A5E88}" dt="2021-01-26T03:48:36.080" v="990" actId="14100"/>
          <ac:cxnSpMkLst>
            <pc:docMk/>
            <pc:sldMk cId="4270902671" sldId="382"/>
            <ac:cxnSpMk id="28" creationId="{55404DBE-4FD6-4F92-8981-38B9A55EE093}"/>
          </ac:cxnSpMkLst>
        </pc:cxnChg>
        <pc:cxnChg chg="add mod">
          <ac:chgData name="鈴木 秀規" userId="f68c5fd9-22d5-4c0a-9833-7fb0f5135313" providerId="ADAL" clId="{1FFDFDEC-295D-434A-B582-72A8CC8A5E88}" dt="2021-01-26T03:48:08.374" v="989" actId="14100"/>
          <ac:cxnSpMkLst>
            <pc:docMk/>
            <pc:sldMk cId="4270902671" sldId="382"/>
            <ac:cxnSpMk id="30" creationId="{5862DF2C-3636-4E19-B516-9E62A13C3584}"/>
          </ac:cxnSpMkLst>
        </pc:cxnChg>
      </pc:sldChg>
      <pc:sldChg chg="addSp delSp modSp add del mod chgLayout">
        <pc:chgData name="鈴木 秀規" userId="f68c5fd9-22d5-4c0a-9833-7fb0f5135313" providerId="ADAL" clId="{1FFDFDEC-295D-434A-B582-72A8CC8A5E88}" dt="2021-01-26T04:14:36.735" v="1145" actId="2696"/>
        <pc:sldMkLst>
          <pc:docMk/>
          <pc:sldMk cId="3431740700" sldId="383"/>
        </pc:sldMkLst>
        <pc:spChg chg="mod ord">
          <ac:chgData name="鈴木 秀規" userId="f68c5fd9-22d5-4c0a-9833-7fb0f5135313" providerId="ADAL" clId="{1FFDFDEC-295D-434A-B582-72A8CC8A5E88}" dt="2021-01-26T04:02:31.002" v="1073" actId="6264"/>
          <ac:spMkLst>
            <pc:docMk/>
            <pc:sldMk cId="3431740700" sldId="383"/>
            <ac:spMk id="3" creationId="{347745C2-842F-461A-8482-F5E3F2B33188}"/>
          </ac:spMkLst>
        </pc:spChg>
        <pc:spChg chg="mod ord">
          <ac:chgData name="鈴木 秀規" userId="f68c5fd9-22d5-4c0a-9833-7fb0f5135313" providerId="ADAL" clId="{1FFDFDEC-295D-434A-B582-72A8CC8A5E88}" dt="2021-01-26T04:02:31.002" v="1073" actId="6264"/>
          <ac:spMkLst>
            <pc:docMk/>
            <pc:sldMk cId="3431740700" sldId="383"/>
            <ac:spMk id="4" creationId="{B2D33C3D-4F1E-4861-BEE1-D418CFD9014C}"/>
          </ac:spMkLst>
        </pc:spChg>
        <pc:spChg chg="mod ord">
          <ac:chgData name="鈴木 秀規" userId="f68c5fd9-22d5-4c0a-9833-7fb0f5135313" providerId="ADAL" clId="{1FFDFDEC-295D-434A-B582-72A8CC8A5E88}" dt="2021-01-26T04:02:31.002" v="1073" actId="6264"/>
          <ac:spMkLst>
            <pc:docMk/>
            <pc:sldMk cId="3431740700" sldId="383"/>
            <ac:spMk id="5" creationId="{86E9EC95-4197-4F9B-96BF-D31C5A1A1A4D}"/>
          </ac:spMkLst>
        </pc:spChg>
        <pc:spChg chg="add del mod">
          <ac:chgData name="鈴木 秀規" userId="f68c5fd9-22d5-4c0a-9833-7fb0f5135313" providerId="ADAL" clId="{1FFDFDEC-295D-434A-B582-72A8CC8A5E88}" dt="2021-01-26T03:59:15.368" v="1013" actId="478"/>
          <ac:spMkLst>
            <pc:docMk/>
            <pc:sldMk cId="3431740700" sldId="383"/>
            <ac:spMk id="6" creationId="{A4CFD6BF-E687-457B-A250-DEA51B3540B4}"/>
          </ac:spMkLst>
        </pc:spChg>
        <pc:spChg chg="del">
          <ac:chgData name="鈴木 秀規" userId="f68c5fd9-22d5-4c0a-9833-7fb0f5135313" providerId="ADAL" clId="{1FFDFDEC-295D-434A-B582-72A8CC8A5E88}" dt="2021-01-26T03:58:14.416" v="1010" actId="478"/>
          <ac:spMkLst>
            <pc:docMk/>
            <pc:sldMk cId="3431740700" sldId="383"/>
            <ac:spMk id="10" creationId="{7C3760F5-0448-4B07-9357-5DD9243CD6A1}"/>
          </ac:spMkLst>
        </pc:spChg>
        <pc:spChg chg="del">
          <ac:chgData name="鈴木 秀規" userId="f68c5fd9-22d5-4c0a-9833-7fb0f5135313" providerId="ADAL" clId="{1FFDFDEC-295D-434A-B582-72A8CC8A5E88}" dt="2021-01-26T03:58:14.416" v="1010" actId="478"/>
          <ac:spMkLst>
            <pc:docMk/>
            <pc:sldMk cId="3431740700" sldId="383"/>
            <ac:spMk id="11" creationId="{6AFAD27C-B17C-4A26-8D46-B84638FE20C9}"/>
          </ac:spMkLst>
        </pc:spChg>
        <pc:spChg chg="del">
          <ac:chgData name="鈴木 秀規" userId="f68c5fd9-22d5-4c0a-9833-7fb0f5135313" providerId="ADAL" clId="{1FFDFDEC-295D-434A-B582-72A8CC8A5E88}" dt="2021-01-26T03:58:14.416" v="1010" actId="478"/>
          <ac:spMkLst>
            <pc:docMk/>
            <pc:sldMk cId="3431740700" sldId="383"/>
            <ac:spMk id="12" creationId="{4779DC12-997D-427C-8D5F-D3C32CCE9829}"/>
          </ac:spMkLst>
        </pc:spChg>
        <pc:spChg chg="del">
          <ac:chgData name="鈴木 秀規" userId="f68c5fd9-22d5-4c0a-9833-7fb0f5135313" providerId="ADAL" clId="{1FFDFDEC-295D-434A-B582-72A8CC8A5E88}" dt="2021-01-26T03:58:14.416" v="1010" actId="478"/>
          <ac:spMkLst>
            <pc:docMk/>
            <pc:sldMk cId="3431740700" sldId="383"/>
            <ac:spMk id="13" creationId="{17D11134-6A3C-4349-80D0-227C8553B2C2}"/>
          </ac:spMkLst>
        </pc:spChg>
        <pc:spChg chg="del">
          <ac:chgData name="鈴木 秀規" userId="f68c5fd9-22d5-4c0a-9833-7fb0f5135313" providerId="ADAL" clId="{1FFDFDEC-295D-434A-B582-72A8CC8A5E88}" dt="2021-01-26T03:58:14.416" v="1010" actId="478"/>
          <ac:spMkLst>
            <pc:docMk/>
            <pc:sldMk cId="3431740700" sldId="383"/>
            <ac:spMk id="15" creationId="{BF8B4138-1FB6-4D1C-AADA-7F5C45A6ECDD}"/>
          </ac:spMkLst>
        </pc:spChg>
        <pc:spChg chg="del">
          <ac:chgData name="鈴木 秀規" userId="f68c5fd9-22d5-4c0a-9833-7fb0f5135313" providerId="ADAL" clId="{1FFDFDEC-295D-434A-B582-72A8CC8A5E88}" dt="2021-01-26T03:58:14.416" v="1010" actId="478"/>
          <ac:spMkLst>
            <pc:docMk/>
            <pc:sldMk cId="3431740700" sldId="383"/>
            <ac:spMk id="18" creationId="{E28B5E37-BE31-4DBF-8316-79E231D1CCD1}"/>
          </ac:spMkLst>
        </pc:spChg>
        <pc:spChg chg="del">
          <ac:chgData name="鈴木 秀規" userId="f68c5fd9-22d5-4c0a-9833-7fb0f5135313" providerId="ADAL" clId="{1FFDFDEC-295D-434A-B582-72A8CC8A5E88}" dt="2021-01-26T03:58:14.416" v="1010" actId="478"/>
          <ac:spMkLst>
            <pc:docMk/>
            <pc:sldMk cId="3431740700" sldId="383"/>
            <ac:spMk id="24" creationId="{A9E63F44-7FDA-4B83-BD1E-2F9BC602BDFC}"/>
          </ac:spMkLst>
        </pc:spChg>
        <pc:spChg chg="del">
          <ac:chgData name="鈴木 秀規" userId="f68c5fd9-22d5-4c0a-9833-7fb0f5135313" providerId="ADAL" clId="{1FFDFDEC-295D-434A-B582-72A8CC8A5E88}" dt="2021-01-26T03:58:14.416" v="1010" actId="478"/>
          <ac:spMkLst>
            <pc:docMk/>
            <pc:sldMk cId="3431740700" sldId="383"/>
            <ac:spMk id="25" creationId="{D203164A-16BB-4A33-A44C-D5005AB76239}"/>
          </ac:spMkLst>
        </pc:spChg>
        <pc:spChg chg="add del mod">
          <ac:chgData name="鈴木 秀規" userId="f68c5fd9-22d5-4c0a-9833-7fb0f5135313" providerId="ADAL" clId="{1FFDFDEC-295D-434A-B582-72A8CC8A5E88}" dt="2021-01-26T04:02:31.002" v="1073" actId="6264"/>
          <ac:spMkLst>
            <pc:docMk/>
            <pc:sldMk cId="3431740700" sldId="383"/>
            <ac:spMk id="29" creationId="{2A5D0E9E-56FA-473F-9905-EC3AB66EE25A}"/>
          </ac:spMkLst>
        </pc:spChg>
        <pc:spChg chg="add mod">
          <ac:chgData name="鈴木 秀規" userId="f68c5fd9-22d5-4c0a-9833-7fb0f5135313" providerId="ADAL" clId="{1FFDFDEC-295D-434A-B582-72A8CC8A5E88}" dt="2021-01-26T04:01:45.805" v="1071" actId="207"/>
          <ac:spMkLst>
            <pc:docMk/>
            <pc:sldMk cId="3431740700" sldId="383"/>
            <ac:spMk id="32" creationId="{E0F1595E-F0A3-4E14-9651-C87ED18BF9DA}"/>
          </ac:spMkLst>
        </pc:spChg>
        <pc:spChg chg="add mod">
          <ac:chgData name="鈴木 秀規" userId="f68c5fd9-22d5-4c0a-9833-7fb0f5135313" providerId="ADAL" clId="{1FFDFDEC-295D-434A-B582-72A8CC8A5E88}" dt="2021-01-26T04:09:56.305" v="1133" actId="1076"/>
          <ac:spMkLst>
            <pc:docMk/>
            <pc:sldMk cId="3431740700" sldId="383"/>
            <ac:spMk id="34" creationId="{F7EDC701-37B8-4468-97D8-52607030CA94}"/>
          </ac:spMkLst>
        </pc:spChg>
        <pc:spChg chg="add mod">
          <ac:chgData name="鈴木 秀規" userId="f68c5fd9-22d5-4c0a-9833-7fb0f5135313" providerId="ADAL" clId="{1FFDFDEC-295D-434A-B582-72A8CC8A5E88}" dt="2021-01-26T04:09:59.136" v="1134" actId="1076"/>
          <ac:spMkLst>
            <pc:docMk/>
            <pc:sldMk cId="3431740700" sldId="383"/>
            <ac:spMk id="35" creationId="{8EA723BF-2FD8-4A16-A3C8-BFD746C683D1}"/>
          </ac:spMkLst>
        </pc:spChg>
        <pc:spChg chg="add del mod">
          <ac:chgData name="鈴木 秀規" userId="f68c5fd9-22d5-4c0a-9833-7fb0f5135313" providerId="ADAL" clId="{1FFDFDEC-295D-434A-B582-72A8CC8A5E88}" dt="2021-01-26T04:01:11.785" v="1048" actId="478"/>
          <ac:spMkLst>
            <pc:docMk/>
            <pc:sldMk cId="3431740700" sldId="383"/>
            <ac:spMk id="36" creationId="{6B158A07-162D-47DD-AB6B-E1D320D975E0}"/>
          </ac:spMkLst>
        </pc:spChg>
        <pc:spChg chg="del">
          <ac:chgData name="鈴木 秀規" userId="f68c5fd9-22d5-4c0a-9833-7fb0f5135313" providerId="ADAL" clId="{1FFDFDEC-295D-434A-B582-72A8CC8A5E88}" dt="2021-01-26T03:59:02.800" v="1011" actId="478"/>
          <ac:spMkLst>
            <pc:docMk/>
            <pc:sldMk cId="3431740700" sldId="383"/>
            <ac:spMk id="37" creationId="{BD46D08B-CDC1-40F7-B3B2-96E4746B3A1C}"/>
          </ac:spMkLst>
        </pc:spChg>
        <pc:spChg chg="add mod">
          <ac:chgData name="鈴木 秀規" userId="f68c5fd9-22d5-4c0a-9833-7fb0f5135313" providerId="ADAL" clId="{1FFDFDEC-295D-434A-B582-72A8CC8A5E88}" dt="2021-01-26T04:01:32.103" v="1068" actId="14100"/>
          <ac:spMkLst>
            <pc:docMk/>
            <pc:sldMk cId="3431740700" sldId="383"/>
            <ac:spMk id="38" creationId="{40FD59BC-B13E-4715-9DC8-5CB6A9E68577}"/>
          </ac:spMkLst>
        </pc:spChg>
        <pc:spChg chg="add del mod">
          <ac:chgData name="鈴木 秀規" userId="f68c5fd9-22d5-4c0a-9833-7fb0f5135313" providerId="ADAL" clId="{1FFDFDEC-295D-434A-B582-72A8CC8A5E88}" dt="2021-01-26T04:02:31.002" v="1073" actId="6264"/>
          <ac:spMkLst>
            <pc:docMk/>
            <pc:sldMk cId="3431740700" sldId="383"/>
            <ac:spMk id="39" creationId="{72F8AD91-8F73-4C4F-AB59-5F3FD39C1312}"/>
          </ac:spMkLst>
        </pc:spChg>
        <pc:spChg chg="add del mod">
          <ac:chgData name="鈴木 秀規" userId="f68c5fd9-22d5-4c0a-9833-7fb0f5135313" providerId="ADAL" clId="{1FFDFDEC-295D-434A-B582-72A8CC8A5E88}" dt="2021-01-26T04:02:31.002" v="1073" actId="6264"/>
          <ac:spMkLst>
            <pc:docMk/>
            <pc:sldMk cId="3431740700" sldId="383"/>
            <ac:spMk id="40" creationId="{42A095DC-2541-467D-84CE-0FD53E764CA5}"/>
          </ac:spMkLst>
        </pc:spChg>
        <pc:spChg chg="add del mod ord">
          <ac:chgData name="鈴木 秀規" userId="f68c5fd9-22d5-4c0a-9833-7fb0f5135313" providerId="ADAL" clId="{1FFDFDEC-295D-434A-B582-72A8CC8A5E88}" dt="2021-01-26T04:02:37.244" v="1074" actId="478"/>
          <ac:spMkLst>
            <pc:docMk/>
            <pc:sldMk cId="3431740700" sldId="383"/>
            <ac:spMk id="41" creationId="{EB08CBDB-7389-4C58-9794-DD4F1F3C7E58}"/>
          </ac:spMkLst>
        </pc:spChg>
        <pc:spChg chg="add mod ord">
          <ac:chgData name="鈴木 秀規" userId="f68c5fd9-22d5-4c0a-9833-7fb0f5135313" providerId="ADAL" clId="{1FFDFDEC-295D-434A-B582-72A8CC8A5E88}" dt="2021-01-26T04:10:02.911" v="1143" actId="12"/>
          <ac:spMkLst>
            <pc:docMk/>
            <pc:sldMk cId="3431740700" sldId="383"/>
            <ac:spMk id="42" creationId="{C2B7E0DC-5323-408A-937A-1D9A8EEEF045}"/>
          </ac:spMkLst>
        </pc:spChg>
        <pc:grpChg chg="add mod">
          <ac:chgData name="鈴木 秀規" userId="f68c5fd9-22d5-4c0a-9833-7fb0f5135313" providerId="ADAL" clId="{1FFDFDEC-295D-434A-B582-72A8CC8A5E88}" dt="2021-01-26T04:01:37.979" v="1069" actId="1076"/>
          <ac:grpSpMkLst>
            <pc:docMk/>
            <pc:sldMk cId="3431740700" sldId="383"/>
            <ac:grpSpMk id="27" creationId="{BEDB55EE-07B8-464D-A27C-24F43E1B2BCB}"/>
          </ac:grpSpMkLst>
        </pc:grpChg>
        <pc:picChg chg="del">
          <ac:chgData name="鈴木 秀規" userId="f68c5fd9-22d5-4c0a-9833-7fb0f5135313" providerId="ADAL" clId="{1FFDFDEC-295D-434A-B582-72A8CC8A5E88}" dt="2021-01-26T03:58:14.416" v="1010" actId="478"/>
          <ac:picMkLst>
            <pc:docMk/>
            <pc:sldMk cId="3431740700" sldId="383"/>
            <ac:picMk id="7" creationId="{ACC068A0-50E1-42AC-8287-E81E4235FF5C}"/>
          </ac:picMkLst>
        </pc:picChg>
        <pc:picChg chg="del">
          <ac:chgData name="鈴木 秀規" userId="f68c5fd9-22d5-4c0a-9833-7fb0f5135313" providerId="ADAL" clId="{1FFDFDEC-295D-434A-B582-72A8CC8A5E88}" dt="2021-01-26T03:58:14.416" v="1010" actId="478"/>
          <ac:picMkLst>
            <pc:docMk/>
            <pc:sldMk cId="3431740700" sldId="383"/>
            <ac:picMk id="8" creationId="{8D2F85B8-D0BB-4D5F-B8E8-359B9642BC18}"/>
          </ac:picMkLst>
        </pc:picChg>
        <pc:picChg chg="del">
          <ac:chgData name="鈴木 秀規" userId="f68c5fd9-22d5-4c0a-9833-7fb0f5135313" providerId="ADAL" clId="{1FFDFDEC-295D-434A-B582-72A8CC8A5E88}" dt="2021-01-26T03:58:14.416" v="1010" actId="478"/>
          <ac:picMkLst>
            <pc:docMk/>
            <pc:sldMk cId="3431740700" sldId="383"/>
            <ac:picMk id="9" creationId="{6567B165-D14C-4A46-B20C-33602CEB18CE}"/>
          </ac:picMkLst>
        </pc:picChg>
        <pc:picChg chg="del">
          <ac:chgData name="鈴木 秀規" userId="f68c5fd9-22d5-4c0a-9833-7fb0f5135313" providerId="ADAL" clId="{1FFDFDEC-295D-434A-B582-72A8CC8A5E88}" dt="2021-01-26T03:58:14.416" v="1010" actId="478"/>
          <ac:picMkLst>
            <pc:docMk/>
            <pc:sldMk cId="3431740700" sldId="383"/>
            <ac:picMk id="14" creationId="{89F5CAE8-7DD6-4E66-9E6B-8D828B62D848}"/>
          </ac:picMkLst>
        </pc:picChg>
        <pc:picChg chg="del">
          <ac:chgData name="鈴木 秀規" userId="f68c5fd9-22d5-4c0a-9833-7fb0f5135313" providerId="ADAL" clId="{1FFDFDEC-295D-434A-B582-72A8CC8A5E88}" dt="2021-01-26T03:58:14.416" v="1010" actId="478"/>
          <ac:picMkLst>
            <pc:docMk/>
            <pc:sldMk cId="3431740700" sldId="383"/>
            <ac:picMk id="17" creationId="{56C46E48-5776-47D9-8EE8-C88D764F6B56}"/>
          </ac:picMkLst>
        </pc:picChg>
        <pc:picChg chg="del">
          <ac:chgData name="鈴木 秀規" userId="f68c5fd9-22d5-4c0a-9833-7fb0f5135313" providerId="ADAL" clId="{1FFDFDEC-295D-434A-B582-72A8CC8A5E88}" dt="2021-01-26T03:58:14.416" v="1010" actId="478"/>
          <ac:picMkLst>
            <pc:docMk/>
            <pc:sldMk cId="3431740700" sldId="383"/>
            <ac:picMk id="22" creationId="{2076DD48-3ECF-49F3-93DF-4DA0CE8394BC}"/>
          </ac:picMkLst>
        </pc:picChg>
        <pc:picChg chg="del">
          <ac:chgData name="鈴木 秀規" userId="f68c5fd9-22d5-4c0a-9833-7fb0f5135313" providerId="ADAL" clId="{1FFDFDEC-295D-434A-B582-72A8CC8A5E88}" dt="2021-01-26T03:58:14.416" v="1010" actId="478"/>
          <ac:picMkLst>
            <pc:docMk/>
            <pc:sldMk cId="3431740700" sldId="383"/>
            <ac:picMk id="23" creationId="{3E2CE605-C0B8-4C18-98C1-B3840CD70767}"/>
          </ac:picMkLst>
        </pc:picChg>
        <pc:picChg chg="del">
          <ac:chgData name="鈴木 秀規" userId="f68c5fd9-22d5-4c0a-9833-7fb0f5135313" providerId="ADAL" clId="{1FFDFDEC-295D-434A-B582-72A8CC8A5E88}" dt="2021-01-26T03:58:14.416" v="1010" actId="478"/>
          <ac:picMkLst>
            <pc:docMk/>
            <pc:sldMk cId="3431740700" sldId="383"/>
            <ac:picMk id="26" creationId="{70D95F10-BF3B-4B19-9089-47831CF622D5}"/>
          </ac:picMkLst>
        </pc:picChg>
        <pc:picChg chg="add mod">
          <ac:chgData name="鈴木 秀規" userId="f68c5fd9-22d5-4c0a-9833-7fb0f5135313" providerId="ADAL" clId="{1FFDFDEC-295D-434A-B582-72A8CC8A5E88}" dt="2021-01-26T04:09:59.660" v="1135" actId="14100"/>
          <ac:picMkLst>
            <pc:docMk/>
            <pc:sldMk cId="3431740700" sldId="383"/>
            <ac:picMk id="31" creationId="{1200ADEE-A09A-459A-B06D-58A20EB6F05F}"/>
          </ac:picMkLst>
        </pc:picChg>
        <pc:picChg chg="add mod">
          <ac:chgData name="鈴木 秀規" userId="f68c5fd9-22d5-4c0a-9833-7fb0f5135313" providerId="ADAL" clId="{1FFDFDEC-295D-434A-B582-72A8CC8A5E88}" dt="2021-01-26T04:01:01.321" v="1047" actId="164"/>
          <ac:picMkLst>
            <pc:docMk/>
            <pc:sldMk cId="3431740700" sldId="383"/>
            <ac:picMk id="33" creationId="{7F719B36-A8B6-4247-8535-E1D2F51893DB}"/>
          </ac:picMkLst>
        </pc:picChg>
        <pc:cxnChg chg="del">
          <ac:chgData name="鈴木 秀規" userId="f68c5fd9-22d5-4c0a-9833-7fb0f5135313" providerId="ADAL" clId="{1FFDFDEC-295D-434A-B582-72A8CC8A5E88}" dt="2021-01-26T03:58:14.416" v="1010" actId="478"/>
          <ac:cxnSpMkLst>
            <pc:docMk/>
            <pc:sldMk cId="3431740700" sldId="383"/>
            <ac:cxnSpMk id="16" creationId="{8E32A4B4-C96D-4681-AEF9-EE7D9B309FBF}"/>
          </ac:cxnSpMkLst>
        </pc:cxnChg>
        <pc:cxnChg chg="del">
          <ac:chgData name="鈴木 秀規" userId="f68c5fd9-22d5-4c0a-9833-7fb0f5135313" providerId="ADAL" clId="{1FFDFDEC-295D-434A-B582-72A8CC8A5E88}" dt="2021-01-26T03:58:14.416" v="1010" actId="478"/>
          <ac:cxnSpMkLst>
            <pc:docMk/>
            <pc:sldMk cId="3431740700" sldId="383"/>
            <ac:cxnSpMk id="19" creationId="{F3DB8BCB-0D70-41DF-9FD3-2A8B659F17CF}"/>
          </ac:cxnSpMkLst>
        </pc:cxnChg>
        <pc:cxnChg chg="del">
          <ac:chgData name="鈴木 秀規" userId="f68c5fd9-22d5-4c0a-9833-7fb0f5135313" providerId="ADAL" clId="{1FFDFDEC-295D-434A-B582-72A8CC8A5E88}" dt="2021-01-26T03:58:14.416" v="1010" actId="478"/>
          <ac:cxnSpMkLst>
            <pc:docMk/>
            <pc:sldMk cId="3431740700" sldId="383"/>
            <ac:cxnSpMk id="20" creationId="{C35F15FD-C964-4627-B22E-64C02E3B1E13}"/>
          </ac:cxnSpMkLst>
        </pc:cxnChg>
        <pc:cxnChg chg="del">
          <ac:chgData name="鈴木 秀規" userId="f68c5fd9-22d5-4c0a-9833-7fb0f5135313" providerId="ADAL" clId="{1FFDFDEC-295D-434A-B582-72A8CC8A5E88}" dt="2021-01-26T03:58:14.416" v="1010" actId="478"/>
          <ac:cxnSpMkLst>
            <pc:docMk/>
            <pc:sldMk cId="3431740700" sldId="383"/>
            <ac:cxnSpMk id="21" creationId="{5E8CC0CA-3411-4CB6-8412-CE026E3E4961}"/>
          </ac:cxnSpMkLst>
        </pc:cxnChg>
        <pc:cxnChg chg="del">
          <ac:chgData name="鈴木 秀規" userId="f68c5fd9-22d5-4c0a-9833-7fb0f5135313" providerId="ADAL" clId="{1FFDFDEC-295D-434A-B582-72A8CC8A5E88}" dt="2021-01-26T03:58:14.416" v="1010" actId="478"/>
          <ac:cxnSpMkLst>
            <pc:docMk/>
            <pc:sldMk cId="3431740700" sldId="383"/>
            <ac:cxnSpMk id="28" creationId="{55404DBE-4FD6-4F92-8981-38B9A55EE093}"/>
          </ac:cxnSpMkLst>
        </pc:cxnChg>
        <pc:cxnChg chg="del">
          <ac:chgData name="鈴木 秀規" userId="f68c5fd9-22d5-4c0a-9833-7fb0f5135313" providerId="ADAL" clId="{1FFDFDEC-295D-434A-B582-72A8CC8A5E88}" dt="2021-01-26T03:58:14.416" v="1010" actId="478"/>
          <ac:cxnSpMkLst>
            <pc:docMk/>
            <pc:sldMk cId="3431740700" sldId="383"/>
            <ac:cxnSpMk id="30" creationId="{5862DF2C-3636-4E19-B516-9E62A13C3584}"/>
          </ac:cxnSpMkLst>
        </pc:cxnChg>
      </pc:sldChg>
      <pc:sldChg chg="addSp delSp modSp new del mod modClrScheme chgLayout">
        <pc:chgData name="鈴木 秀規" userId="f68c5fd9-22d5-4c0a-9833-7fb0f5135313" providerId="ADAL" clId="{1FFDFDEC-295D-434A-B582-72A8CC8A5E88}" dt="2021-01-26T04:09:55.234" v="1132" actId="680"/>
        <pc:sldMkLst>
          <pc:docMk/>
          <pc:sldMk cId="949411827" sldId="384"/>
        </pc:sldMkLst>
        <pc:spChg chg="add del mod ord">
          <ac:chgData name="鈴木 秀規" userId="f68c5fd9-22d5-4c0a-9833-7fb0f5135313" providerId="ADAL" clId="{1FFDFDEC-295D-434A-B582-72A8CC8A5E88}" dt="2021-01-26T04:09:54.227" v="1131" actId="700"/>
          <ac:spMkLst>
            <pc:docMk/>
            <pc:sldMk cId="949411827" sldId="384"/>
            <ac:spMk id="2" creationId="{D6F808A7-7307-4EC5-864E-FC8208B0AE46}"/>
          </ac:spMkLst>
        </pc:spChg>
        <pc:spChg chg="add del mod ord">
          <ac:chgData name="鈴木 秀規" userId="f68c5fd9-22d5-4c0a-9833-7fb0f5135313" providerId="ADAL" clId="{1FFDFDEC-295D-434A-B582-72A8CC8A5E88}" dt="2021-01-26T04:09:54.227" v="1131" actId="700"/>
          <ac:spMkLst>
            <pc:docMk/>
            <pc:sldMk cId="949411827" sldId="384"/>
            <ac:spMk id="3" creationId="{03C746A9-C96B-46DF-BD82-8B507DB22135}"/>
          </ac:spMkLst>
        </pc:spChg>
        <pc:spChg chg="mod ord">
          <ac:chgData name="鈴木 秀規" userId="f68c5fd9-22d5-4c0a-9833-7fb0f5135313" providerId="ADAL" clId="{1FFDFDEC-295D-434A-B582-72A8CC8A5E88}" dt="2021-01-26T04:09:54.227" v="1131" actId="700"/>
          <ac:spMkLst>
            <pc:docMk/>
            <pc:sldMk cId="949411827" sldId="384"/>
            <ac:spMk id="4" creationId="{2268533C-B512-4CED-9B27-7769E939632A}"/>
          </ac:spMkLst>
        </pc:spChg>
        <pc:spChg chg="mod ord">
          <ac:chgData name="鈴木 秀規" userId="f68c5fd9-22d5-4c0a-9833-7fb0f5135313" providerId="ADAL" clId="{1FFDFDEC-295D-434A-B582-72A8CC8A5E88}" dt="2021-01-26T04:09:54.227" v="1131" actId="700"/>
          <ac:spMkLst>
            <pc:docMk/>
            <pc:sldMk cId="949411827" sldId="384"/>
            <ac:spMk id="5" creationId="{F2A78FC6-8266-4153-942F-A3792617271D}"/>
          </ac:spMkLst>
        </pc:spChg>
        <pc:spChg chg="add del">
          <ac:chgData name="鈴木 秀規" userId="f68c5fd9-22d5-4c0a-9833-7fb0f5135313" providerId="ADAL" clId="{1FFDFDEC-295D-434A-B582-72A8CC8A5E88}" dt="2021-01-26T04:09:54.227" v="1131" actId="700"/>
          <ac:spMkLst>
            <pc:docMk/>
            <pc:sldMk cId="949411827" sldId="384"/>
            <ac:spMk id="6" creationId="{21B4622A-D25A-435E-B470-22F1DB6C998F}"/>
          </ac:spMkLst>
        </pc:spChg>
        <pc:spChg chg="add del mod ord">
          <ac:chgData name="鈴木 秀規" userId="f68c5fd9-22d5-4c0a-9833-7fb0f5135313" providerId="ADAL" clId="{1FFDFDEC-295D-434A-B582-72A8CC8A5E88}" dt="2021-01-26T04:09:54.227" v="1131" actId="700"/>
          <ac:spMkLst>
            <pc:docMk/>
            <pc:sldMk cId="949411827" sldId="384"/>
            <ac:spMk id="7" creationId="{0DA1857B-2EDE-4CE3-B404-59D7C225D7CB}"/>
          </ac:spMkLst>
        </pc:spChg>
        <pc:spChg chg="add del mod ord">
          <ac:chgData name="鈴木 秀規" userId="f68c5fd9-22d5-4c0a-9833-7fb0f5135313" providerId="ADAL" clId="{1FFDFDEC-295D-434A-B582-72A8CC8A5E88}" dt="2021-01-26T04:09:54.227" v="1131" actId="700"/>
          <ac:spMkLst>
            <pc:docMk/>
            <pc:sldMk cId="949411827" sldId="384"/>
            <ac:spMk id="8" creationId="{46B998EA-E1C7-43BB-B136-2B9F4052217F}"/>
          </ac:spMkLst>
        </pc:spChg>
        <pc:spChg chg="add del mod">
          <ac:chgData name="鈴木 秀規" userId="f68c5fd9-22d5-4c0a-9833-7fb0f5135313" providerId="ADAL" clId="{1FFDFDEC-295D-434A-B582-72A8CC8A5E88}" dt="2021-01-26T04:09:53.169" v="1129" actId="6264"/>
          <ac:spMkLst>
            <pc:docMk/>
            <pc:sldMk cId="949411827" sldId="384"/>
            <ac:spMk id="9" creationId="{3B461521-F8A2-4A0C-B060-3695402786D2}"/>
          </ac:spMkLst>
        </pc:spChg>
        <pc:spChg chg="add del mod">
          <ac:chgData name="鈴木 秀規" userId="f68c5fd9-22d5-4c0a-9833-7fb0f5135313" providerId="ADAL" clId="{1FFDFDEC-295D-434A-B582-72A8CC8A5E88}" dt="2021-01-26T04:09:53.169" v="1129" actId="6264"/>
          <ac:spMkLst>
            <pc:docMk/>
            <pc:sldMk cId="949411827" sldId="384"/>
            <ac:spMk id="10" creationId="{FCA127BC-C7DF-4689-87BE-C8BA567A2BBA}"/>
          </ac:spMkLst>
        </pc:spChg>
        <pc:spChg chg="add del mod">
          <ac:chgData name="鈴木 秀規" userId="f68c5fd9-22d5-4c0a-9833-7fb0f5135313" providerId="ADAL" clId="{1FFDFDEC-295D-434A-B582-72A8CC8A5E88}" dt="2021-01-26T04:09:53.169" v="1129" actId="6264"/>
          <ac:spMkLst>
            <pc:docMk/>
            <pc:sldMk cId="949411827" sldId="384"/>
            <ac:spMk id="11" creationId="{0EBDD992-35B1-4057-A6DD-F87ABE74E2B7}"/>
          </ac:spMkLst>
        </pc:spChg>
        <pc:spChg chg="add del mod ord">
          <ac:chgData name="鈴木 秀規" userId="f68c5fd9-22d5-4c0a-9833-7fb0f5135313" providerId="ADAL" clId="{1FFDFDEC-295D-434A-B582-72A8CC8A5E88}" dt="2021-01-26T04:09:53.169" v="1129" actId="6264"/>
          <ac:spMkLst>
            <pc:docMk/>
            <pc:sldMk cId="949411827" sldId="384"/>
            <ac:spMk id="12" creationId="{57D0D45A-7F80-4DF4-BA60-0514BC220F17}"/>
          </ac:spMkLst>
        </pc:spChg>
      </pc:sldChg>
    </pc:docChg>
  </pc:docChgLst>
  <pc:docChgLst>
    <pc:chgData name="鈴木 秀規" userId="f68c5fd9-22d5-4c0a-9833-7fb0f5135313" providerId="ADAL" clId="{BE39BC92-915D-4BE9-AEA4-43CFA5564052}"/>
    <pc:docChg chg="undo custSel addSld delSld modSld">
      <pc:chgData name="鈴木 秀規" userId="f68c5fd9-22d5-4c0a-9833-7fb0f5135313" providerId="ADAL" clId="{BE39BC92-915D-4BE9-AEA4-43CFA5564052}" dt="2021-01-28T04:49:57.117" v="1481" actId="2696"/>
      <pc:docMkLst>
        <pc:docMk/>
      </pc:docMkLst>
      <pc:sldChg chg="modSp mod">
        <pc:chgData name="鈴木 秀規" userId="f68c5fd9-22d5-4c0a-9833-7fb0f5135313" providerId="ADAL" clId="{BE39BC92-915D-4BE9-AEA4-43CFA5564052}" dt="2021-01-28T02:07:33.365" v="8" actId="20577"/>
        <pc:sldMkLst>
          <pc:docMk/>
          <pc:sldMk cId="0" sldId="256"/>
        </pc:sldMkLst>
        <pc:spChg chg="mod">
          <ac:chgData name="鈴木 秀規" userId="f68c5fd9-22d5-4c0a-9833-7fb0f5135313" providerId="ADAL" clId="{BE39BC92-915D-4BE9-AEA4-43CFA5564052}" dt="2021-01-28T02:07:33.365" v="8" actId="20577"/>
          <ac:spMkLst>
            <pc:docMk/>
            <pc:sldMk cId="0" sldId="256"/>
            <ac:spMk id="56" creationId="{00000000-0000-0000-0000-000000000000}"/>
          </ac:spMkLst>
        </pc:spChg>
      </pc:sldChg>
      <pc:sldChg chg="del">
        <pc:chgData name="鈴木 秀規" userId="f68c5fd9-22d5-4c0a-9833-7fb0f5135313" providerId="ADAL" clId="{BE39BC92-915D-4BE9-AEA4-43CFA5564052}" dt="2021-01-28T02:09:51.679" v="33" actId="2696"/>
        <pc:sldMkLst>
          <pc:docMk/>
          <pc:sldMk cId="1859091905" sldId="362"/>
        </pc:sldMkLst>
      </pc:sldChg>
      <pc:sldChg chg="del">
        <pc:chgData name="鈴木 秀規" userId="f68c5fd9-22d5-4c0a-9833-7fb0f5135313" providerId="ADAL" clId="{BE39BC92-915D-4BE9-AEA4-43CFA5564052}" dt="2021-01-28T02:07:53.316" v="9" actId="2696"/>
        <pc:sldMkLst>
          <pc:docMk/>
          <pc:sldMk cId="2294830573" sldId="363"/>
        </pc:sldMkLst>
      </pc:sldChg>
      <pc:sldChg chg="addSp delSp modSp new mod modClrScheme chgLayout">
        <pc:chgData name="鈴木 秀規" userId="f68c5fd9-22d5-4c0a-9833-7fb0f5135313" providerId="ADAL" clId="{BE39BC92-915D-4BE9-AEA4-43CFA5564052}" dt="2021-01-28T02:09:40.539" v="32" actId="207"/>
        <pc:sldMkLst>
          <pc:docMk/>
          <pc:sldMk cId="2397736379" sldId="363"/>
        </pc:sldMkLst>
        <pc:spChg chg="del mod ord">
          <ac:chgData name="鈴木 秀規" userId="f68c5fd9-22d5-4c0a-9833-7fb0f5135313" providerId="ADAL" clId="{BE39BC92-915D-4BE9-AEA4-43CFA5564052}" dt="2021-01-28T02:08:17.136" v="11" actId="700"/>
          <ac:spMkLst>
            <pc:docMk/>
            <pc:sldMk cId="2397736379" sldId="363"/>
            <ac:spMk id="2" creationId="{ECF94125-F70F-4DFD-9A24-1605B41C084D}"/>
          </ac:spMkLst>
        </pc:spChg>
        <pc:spChg chg="del mod ord">
          <ac:chgData name="鈴木 秀規" userId="f68c5fd9-22d5-4c0a-9833-7fb0f5135313" providerId="ADAL" clId="{BE39BC92-915D-4BE9-AEA4-43CFA5564052}" dt="2021-01-28T02:08:17.136" v="11" actId="700"/>
          <ac:spMkLst>
            <pc:docMk/>
            <pc:sldMk cId="2397736379" sldId="363"/>
            <ac:spMk id="3" creationId="{D95523EC-6C8F-490C-93CB-26DFD358471E}"/>
          </ac:spMkLst>
        </pc:spChg>
        <pc:spChg chg="mod ord">
          <ac:chgData name="鈴木 秀規" userId="f68c5fd9-22d5-4c0a-9833-7fb0f5135313" providerId="ADAL" clId="{BE39BC92-915D-4BE9-AEA4-43CFA5564052}" dt="2021-01-28T02:08:17.136" v="11" actId="700"/>
          <ac:spMkLst>
            <pc:docMk/>
            <pc:sldMk cId="2397736379" sldId="363"/>
            <ac:spMk id="4" creationId="{DE764CD8-0B12-484E-890C-8A5A26296D13}"/>
          </ac:spMkLst>
        </pc:spChg>
        <pc:spChg chg="mod ord">
          <ac:chgData name="鈴木 秀規" userId="f68c5fd9-22d5-4c0a-9833-7fb0f5135313" providerId="ADAL" clId="{BE39BC92-915D-4BE9-AEA4-43CFA5564052}" dt="2021-01-28T02:08:17.136" v="11" actId="700"/>
          <ac:spMkLst>
            <pc:docMk/>
            <pc:sldMk cId="2397736379" sldId="363"/>
            <ac:spMk id="5" creationId="{433B62C4-B6B9-4622-B802-69C25D6F2A49}"/>
          </ac:spMkLst>
        </pc:spChg>
        <pc:spChg chg="del">
          <ac:chgData name="鈴木 秀規" userId="f68c5fd9-22d5-4c0a-9833-7fb0f5135313" providerId="ADAL" clId="{BE39BC92-915D-4BE9-AEA4-43CFA5564052}" dt="2021-01-28T02:08:17.136" v="11" actId="700"/>
          <ac:spMkLst>
            <pc:docMk/>
            <pc:sldMk cId="2397736379" sldId="363"/>
            <ac:spMk id="6" creationId="{AB0A71B5-7DD3-4736-905A-46EED9A1D167}"/>
          </ac:spMkLst>
        </pc:spChg>
        <pc:spChg chg="add mod ord">
          <ac:chgData name="鈴木 秀規" userId="f68c5fd9-22d5-4c0a-9833-7fb0f5135313" providerId="ADAL" clId="{BE39BC92-915D-4BE9-AEA4-43CFA5564052}" dt="2021-01-28T02:08:25.553" v="12"/>
          <ac:spMkLst>
            <pc:docMk/>
            <pc:sldMk cId="2397736379" sldId="363"/>
            <ac:spMk id="7" creationId="{9630AD22-E64D-4A96-B059-2AF9F6580C25}"/>
          </ac:spMkLst>
        </pc:spChg>
        <pc:spChg chg="add mod ord">
          <ac:chgData name="鈴木 秀規" userId="f68c5fd9-22d5-4c0a-9833-7fb0f5135313" providerId="ADAL" clId="{BE39BC92-915D-4BE9-AEA4-43CFA5564052}" dt="2021-01-28T02:09:40.539" v="32" actId="207"/>
          <ac:spMkLst>
            <pc:docMk/>
            <pc:sldMk cId="2397736379" sldId="363"/>
            <ac:spMk id="8" creationId="{787CF02A-01AB-4517-BA3E-25572FA82648}"/>
          </ac:spMkLst>
        </pc:spChg>
      </pc:sldChg>
      <pc:sldChg chg="addSp modSp new mod">
        <pc:chgData name="鈴木 秀規" userId="f68c5fd9-22d5-4c0a-9833-7fb0f5135313" providerId="ADAL" clId="{BE39BC92-915D-4BE9-AEA4-43CFA5564052}" dt="2021-01-28T02:12:44.068" v="68" actId="207"/>
        <pc:sldMkLst>
          <pc:docMk/>
          <pc:sldMk cId="655144691" sldId="364"/>
        </pc:sldMkLst>
        <pc:spChg chg="mod">
          <ac:chgData name="鈴木 秀規" userId="f68c5fd9-22d5-4c0a-9833-7fb0f5135313" providerId="ADAL" clId="{BE39BC92-915D-4BE9-AEA4-43CFA5564052}" dt="2021-01-28T02:10:01.652" v="35"/>
          <ac:spMkLst>
            <pc:docMk/>
            <pc:sldMk cId="655144691" sldId="364"/>
            <ac:spMk id="3" creationId="{54E60DEB-3CF0-4D89-AB0B-045AFE2F15B2}"/>
          </ac:spMkLst>
        </pc:spChg>
        <pc:spChg chg="mod">
          <ac:chgData name="鈴木 秀規" userId="f68c5fd9-22d5-4c0a-9833-7fb0f5135313" providerId="ADAL" clId="{BE39BC92-915D-4BE9-AEA4-43CFA5564052}" dt="2021-01-28T02:11:56.237" v="60" actId="14100"/>
          <ac:spMkLst>
            <pc:docMk/>
            <pc:sldMk cId="655144691" sldId="364"/>
            <ac:spMk id="5" creationId="{D4511741-E9E3-4257-8CFE-534B1CA03E7B}"/>
          </ac:spMkLst>
        </pc:spChg>
        <pc:spChg chg="mod">
          <ac:chgData name="鈴木 秀規" userId="f68c5fd9-22d5-4c0a-9833-7fb0f5135313" providerId="ADAL" clId="{BE39BC92-915D-4BE9-AEA4-43CFA5564052}" dt="2021-01-28T02:10:35.039" v="42" actId="2711"/>
          <ac:spMkLst>
            <pc:docMk/>
            <pc:sldMk cId="655144691" sldId="364"/>
            <ac:spMk id="7" creationId="{6DCB21D9-A62A-455C-BDC9-4D9B5095E8ED}"/>
          </ac:spMkLst>
        </pc:spChg>
        <pc:spChg chg="mod">
          <ac:chgData name="鈴木 秀規" userId="f68c5fd9-22d5-4c0a-9833-7fb0f5135313" providerId="ADAL" clId="{BE39BC92-915D-4BE9-AEA4-43CFA5564052}" dt="2021-01-28T02:10:35.039" v="42" actId="2711"/>
          <ac:spMkLst>
            <pc:docMk/>
            <pc:sldMk cId="655144691" sldId="364"/>
            <ac:spMk id="8" creationId="{23C05CFD-5519-42FD-9E09-8924C155AA3B}"/>
          </ac:spMkLst>
        </pc:spChg>
        <pc:spChg chg="mod">
          <ac:chgData name="鈴木 秀規" userId="f68c5fd9-22d5-4c0a-9833-7fb0f5135313" providerId="ADAL" clId="{BE39BC92-915D-4BE9-AEA4-43CFA5564052}" dt="2021-01-28T02:10:35.039" v="42" actId="2711"/>
          <ac:spMkLst>
            <pc:docMk/>
            <pc:sldMk cId="655144691" sldId="364"/>
            <ac:spMk id="9" creationId="{AF9DA8F2-FC02-49C9-9EED-291488A6FDAC}"/>
          </ac:spMkLst>
        </pc:spChg>
        <pc:spChg chg="mod">
          <ac:chgData name="鈴木 秀規" userId="f68c5fd9-22d5-4c0a-9833-7fb0f5135313" providerId="ADAL" clId="{BE39BC92-915D-4BE9-AEA4-43CFA5564052}" dt="2021-01-28T02:10:35.039" v="42" actId="2711"/>
          <ac:spMkLst>
            <pc:docMk/>
            <pc:sldMk cId="655144691" sldId="364"/>
            <ac:spMk id="10" creationId="{F162C742-F2D1-4E3F-B9B5-1B59E1BAF548}"/>
          </ac:spMkLst>
        </pc:spChg>
        <pc:spChg chg="mod">
          <ac:chgData name="鈴木 秀規" userId="f68c5fd9-22d5-4c0a-9833-7fb0f5135313" providerId="ADAL" clId="{BE39BC92-915D-4BE9-AEA4-43CFA5564052}" dt="2021-01-28T02:10:35.039" v="42" actId="2711"/>
          <ac:spMkLst>
            <pc:docMk/>
            <pc:sldMk cId="655144691" sldId="364"/>
            <ac:spMk id="11" creationId="{7F343D24-C241-43FF-85F4-AFF6B6B72916}"/>
          </ac:spMkLst>
        </pc:spChg>
        <pc:spChg chg="mod">
          <ac:chgData name="鈴木 秀規" userId="f68c5fd9-22d5-4c0a-9833-7fb0f5135313" providerId="ADAL" clId="{BE39BC92-915D-4BE9-AEA4-43CFA5564052}" dt="2021-01-28T02:10:35.039" v="42" actId="2711"/>
          <ac:spMkLst>
            <pc:docMk/>
            <pc:sldMk cId="655144691" sldId="364"/>
            <ac:spMk id="12" creationId="{56B27176-02CE-41EA-8E3D-CB068F79DFE4}"/>
          </ac:spMkLst>
        </pc:spChg>
        <pc:spChg chg="mod">
          <ac:chgData name="鈴木 秀規" userId="f68c5fd9-22d5-4c0a-9833-7fb0f5135313" providerId="ADAL" clId="{BE39BC92-915D-4BE9-AEA4-43CFA5564052}" dt="2021-01-28T02:10:35.039" v="42" actId="2711"/>
          <ac:spMkLst>
            <pc:docMk/>
            <pc:sldMk cId="655144691" sldId="364"/>
            <ac:spMk id="13" creationId="{BE7959ED-1898-4CA0-98A9-01976F9401FE}"/>
          </ac:spMkLst>
        </pc:spChg>
        <pc:spChg chg="add mod">
          <ac:chgData name="鈴木 秀規" userId="f68c5fd9-22d5-4c0a-9833-7fb0f5135313" providerId="ADAL" clId="{BE39BC92-915D-4BE9-AEA4-43CFA5564052}" dt="2021-01-28T02:11:49.243" v="58" actId="164"/>
          <ac:spMkLst>
            <pc:docMk/>
            <pc:sldMk cId="655144691" sldId="364"/>
            <ac:spMk id="14" creationId="{115BB9DC-9006-42FC-89B8-95AD8402514F}"/>
          </ac:spMkLst>
        </pc:spChg>
        <pc:spChg chg="add mod">
          <ac:chgData name="鈴木 秀規" userId="f68c5fd9-22d5-4c0a-9833-7fb0f5135313" providerId="ADAL" clId="{BE39BC92-915D-4BE9-AEA4-43CFA5564052}" dt="2021-01-28T02:11:49.243" v="58" actId="164"/>
          <ac:spMkLst>
            <pc:docMk/>
            <pc:sldMk cId="655144691" sldId="364"/>
            <ac:spMk id="15" creationId="{F5252EAB-166B-4928-B8DF-79EE13DE20C2}"/>
          </ac:spMkLst>
        </pc:spChg>
        <pc:spChg chg="add mod">
          <ac:chgData name="鈴木 秀規" userId="f68c5fd9-22d5-4c0a-9833-7fb0f5135313" providerId="ADAL" clId="{BE39BC92-915D-4BE9-AEA4-43CFA5564052}" dt="2021-01-28T02:11:49.243" v="58" actId="164"/>
          <ac:spMkLst>
            <pc:docMk/>
            <pc:sldMk cId="655144691" sldId="364"/>
            <ac:spMk id="16" creationId="{1EBB0533-3B6B-4153-99FF-60DA3A5C87FE}"/>
          </ac:spMkLst>
        </pc:spChg>
        <pc:spChg chg="add mod">
          <ac:chgData name="鈴木 秀規" userId="f68c5fd9-22d5-4c0a-9833-7fb0f5135313" providerId="ADAL" clId="{BE39BC92-915D-4BE9-AEA4-43CFA5564052}" dt="2021-01-28T02:11:49.243" v="58" actId="164"/>
          <ac:spMkLst>
            <pc:docMk/>
            <pc:sldMk cId="655144691" sldId="364"/>
            <ac:spMk id="17" creationId="{E2E073F8-32E6-4D79-8C97-BAB3A6BFE6F8}"/>
          </ac:spMkLst>
        </pc:spChg>
        <pc:spChg chg="add mod">
          <ac:chgData name="鈴木 秀規" userId="f68c5fd9-22d5-4c0a-9833-7fb0f5135313" providerId="ADAL" clId="{BE39BC92-915D-4BE9-AEA4-43CFA5564052}" dt="2021-01-28T02:11:49.243" v="58" actId="164"/>
          <ac:spMkLst>
            <pc:docMk/>
            <pc:sldMk cId="655144691" sldId="364"/>
            <ac:spMk id="18" creationId="{3015448E-7458-44DA-8693-648E12BF0C31}"/>
          </ac:spMkLst>
        </pc:spChg>
        <pc:spChg chg="add mod">
          <ac:chgData name="鈴木 秀規" userId="f68c5fd9-22d5-4c0a-9833-7fb0f5135313" providerId="ADAL" clId="{BE39BC92-915D-4BE9-AEA4-43CFA5564052}" dt="2021-01-28T02:11:49.243" v="58" actId="164"/>
          <ac:spMkLst>
            <pc:docMk/>
            <pc:sldMk cId="655144691" sldId="364"/>
            <ac:spMk id="19" creationId="{3005D83C-B7EC-4DA8-8ECE-3DE2BE5A30E3}"/>
          </ac:spMkLst>
        </pc:spChg>
        <pc:spChg chg="add mod ord">
          <ac:chgData name="鈴木 秀規" userId="f68c5fd9-22d5-4c0a-9833-7fb0f5135313" providerId="ADAL" clId="{BE39BC92-915D-4BE9-AEA4-43CFA5564052}" dt="2021-01-28T02:11:49.243" v="58" actId="164"/>
          <ac:spMkLst>
            <pc:docMk/>
            <pc:sldMk cId="655144691" sldId="364"/>
            <ac:spMk id="20" creationId="{794B0652-4AF5-4519-B01F-F5AE0D5AB1CA}"/>
          </ac:spMkLst>
        </pc:spChg>
        <pc:spChg chg="add mod">
          <ac:chgData name="鈴木 秀規" userId="f68c5fd9-22d5-4c0a-9833-7fb0f5135313" providerId="ADAL" clId="{BE39BC92-915D-4BE9-AEA4-43CFA5564052}" dt="2021-01-28T02:12:44.068" v="68" actId="207"/>
          <ac:spMkLst>
            <pc:docMk/>
            <pc:sldMk cId="655144691" sldId="364"/>
            <ac:spMk id="22" creationId="{6269760F-A874-4513-8213-97598B0F505A}"/>
          </ac:spMkLst>
        </pc:spChg>
        <pc:grpChg chg="add mod">
          <ac:chgData name="鈴木 秀規" userId="f68c5fd9-22d5-4c0a-9833-7fb0f5135313" providerId="ADAL" clId="{BE39BC92-915D-4BE9-AEA4-43CFA5564052}" dt="2021-01-28T02:11:49.243" v="58" actId="164"/>
          <ac:grpSpMkLst>
            <pc:docMk/>
            <pc:sldMk cId="655144691" sldId="364"/>
            <ac:grpSpMk id="6" creationId="{1024C8AB-1378-4703-8FB6-E8F322F41B16}"/>
          </ac:grpSpMkLst>
        </pc:grpChg>
        <pc:grpChg chg="add mod">
          <ac:chgData name="鈴木 秀規" userId="f68c5fd9-22d5-4c0a-9833-7fb0f5135313" providerId="ADAL" clId="{BE39BC92-915D-4BE9-AEA4-43CFA5564052}" dt="2021-01-28T02:11:52.630" v="59" actId="1076"/>
          <ac:grpSpMkLst>
            <pc:docMk/>
            <pc:sldMk cId="655144691" sldId="364"/>
            <ac:grpSpMk id="21" creationId="{7A7ACBB5-4C1B-46A7-927D-81EB144B3E37}"/>
          </ac:grpSpMkLst>
        </pc:grpChg>
      </pc:sldChg>
      <pc:sldChg chg="del">
        <pc:chgData name="鈴木 秀規" userId="f68c5fd9-22d5-4c0a-9833-7fb0f5135313" providerId="ADAL" clId="{BE39BC92-915D-4BE9-AEA4-43CFA5564052}" dt="2021-01-28T02:07:53.316" v="9" actId="2696"/>
        <pc:sldMkLst>
          <pc:docMk/>
          <pc:sldMk cId="1110472243" sldId="364"/>
        </pc:sldMkLst>
      </pc:sldChg>
      <pc:sldChg chg="del">
        <pc:chgData name="鈴木 秀規" userId="f68c5fd9-22d5-4c0a-9833-7fb0f5135313" providerId="ADAL" clId="{BE39BC92-915D-4BE9-AEA4-43CFA5564052}" dt="2021-01-28T02:07:53.316" v="9" actId="2696"/>
        <pc:sldMkLst>
          <pc:docMk/>
          <pc:sldMk cId="2023125260" sldId="365"/>
        </pc:sldMkLst>
      </pc:sldChg>
      <pc:sldChg chg="addSp modSp new mod">
        <pc:chgData name="鈴木 秀規" userId="f68c5fd9-22d5-4c0a-9833-7fb0f5135313" providerId="ADAL" clId="{BE39BC92-915D-4BE9-AEA4-43CFA5564052}" dt="2021-01-28T02:18:54.305" v="324" actId="12385"/>
        <pc:sldMkLst>
          <pc:docMk/>
          <pc:sldMk cId="3025764782" sldId="365"/>
        </pc:sldMkLst>
        <pc:spChg chg="mod">
          <ac:chgData name="鈴木 秀規" userId="f68c5fd9-22d5-4c0a-9833-7fb0f5135313" providerId="ADAL" clId="{BE39BC92-915D-4BE9-AEA4-43CFA5564052}" dt="2021-01-28T02:13:06.887" v="70"/>
          <ac:spMkLst>
            <pc:docMk/>
            <pc:sldMk cId="3025764782" sldId="365"/>
            <ac:spMk id="3" creationId="{6B20F84A-74E9-4AE6-9643-9ED31F4B5BFB}"/>
          </ac:spMkLst>
        </pc:spChg>
        <pc:spChg chg="mod">
          <ac:chgData name="鈴木 秀規" userId="f68c5fd9-22d5-4c0a-9833-7fb0f5135313" providerId="ADAL" clId="{BE39BC92-915D-4BE9-AEA4-43CFA5564052}" dt="2021-01-28T02:14:02.162" v="83" actId="14100"/>
          <ac:spMkLst>
            <pc:docMk/>
            <pc:sldMk cId="3025764782" sldId="365"/>
            <ac:spMk id="5" creationId="{62359AF8-7954-46A8-94DD-32F6059CB2B7}"/>
          </ac:spMkLst>
        </pc:spChg>
        <pc:spChg chg="add mod">
          <ac:chgData name="鈴木 秀規" userId="f68c5fd9-22d5-4c0a-9833-7fb0f5135313" providerId="ADAL" clId="{BE39BC92-915D-4BE9-AEA4-43CFA5564052}" dt="2021-01-28T02:18:20.274" v="323" actId="207"/>
          <ac:spMkLst>
            <pc:docMk/>
            <pc:sldMk cId="3025764782" sldId="365"/>
            <ac:spMk id="7" creationId="{4BB5458C-2295-4333-908D-3684DE458D08}"/>
          </ac:spMkLst>
        </pc:spChg>
        <pc:spChg chg="add mod">
          <ac:chgData name="鈴木 秀規" userId="f68c5fd9-22d5-4c0a-9833-7fb0f5135313" providerId="ADAL" clId="{BE39BC92-915D-4BE9-AEA4-43CFA5564052}" dt="2021-01-28T02:18:20.274" v="323" actId="207"/>
          <ac:spMkLst>
            <pc:docMk/>
            <pc:sldMk cId="3025764782" sldId="365"/>
            <ac:spMk id="8" creationId="{6B2668E2-1D6A-42ED-904A-CC96DFD8A4FA}"/>
          </ac:spMkLst>
        </pc:spChg>
        <pc:spChg chg="add mod">
          <ac:chgData name="鈴木 秀規" userId="f68c5fd9-22d5-4c0a-9833-7fb0f5135313" providerId="ADAL" clId="{BE39BC92-915D-4BE9-AEA4-43CFA5564052}" dt="2021-01-28T02:18:20.274" v="323" actId="207"/>
          <ac:spMkLst>
            <pc:docMk/>
            <pc:sldMk cId="3025764782" sldId="365"/>
            <ac:spMk id="9" creationId="{5A2F7215-6636-4AE3-AE50-5A3767DA50CC}"/>
          </ac:spMkLst>
        </pc:spChg>
        <pc:spChg chg="add mod">
          <ac:chgData name="鈴木 秀規" userId="f68c5fd9-22d5-4c0a-9833-7fb0f5135313" providerId="ADAL" clId="{BE39BC92-915D-4BE9-AEA4-43CFA5564052}" dt="2021-01-28T02:18:20.274" v="323" actId="207"/>
          <ac:spMkLst>
            <pc:docMk/>
            <pc:sldMk cId="3025764782" sldId="365"/>
            <ac:spMk id="10" creationId="{B9A49085-154E-4FAB-9546-485C6C12A9DC}"/>
          </ac:spMkLst>
        </pc:spChg>
        <pc:graphicFrameChg chg="add mod modGraphic">
          <ac:chgData name="鈴木 秀規" userId="f68c5fd9-22d5-4c0a-9833-7fb0f5135313" providerId="ADAL" clId="{BE39BC92-915D-4BE9-AEA4-43CFA5564052}" dt="2021-01-28T02:18:54.305" v="324" actId="12385"/>
          <ac:graphicFrameMkLst>
            <pc:docMk/>
            <pc:sldMk cId="3025764782" sldId="365"/>
            <ac:graphicFrameMk id="6" creationId="{44380A86-AA42-4DB7-A671-620E8EF972B8}"/>
          </ac:graphicFrameMkLst>
        </pc:graphicFrameChg>
      </pc:sldChg>
      <pc:sldChg chg="del">
        <pc:chgData name="鈴木 秀規" userId="f68c5fd9-22d5-4c0a-9833-7fb0f5135313" providerId="ADAL" clId="{BE39BC92-915D-4BE9-AEA4-43CFA5564052}" dt="2021-01-28T02:07:53.316" v="9" actId="2696"/>
        <pc:sldMkLst>
          <pc:docMk/>
          <pc:sldMk cId="597858556" sldId="366"/>
        </pc:sldMkLst>
      </pc:sldChg>
      <pc:sldChg chg="addSp modSp new mod">
        <pc:chgData name="鈴木 秀規" userId="f68c5fd9-22d5-4c0a-9833-7fb0f5135313" providerId="ADAL" clId="{BE39BC92-915D-4BE9-AEA4-43CFA5564052}" dt="2021-01-28T02:21:18.459" v="349" actId="2711"/>
        <pc:sldMkLst>
          <pc:docMk/>
          <pc:sldMk cId="4018965676" sldId="366"/>
        </pc:sldMkLst>
        <pc:spChg chg="mod">
          <ac:chgData name="鈴木 秀規" userId="f68c5fd9-22d5-4c0a-9833-7fb0f5135313" providerId="ADAL" clId="{BE39BC92-915D-4BE9-AEA4-43CFA5564052}" dt="2021-01-28T02:20:00.769" v="326"/>
          <ac:spMkLst>
            <pc:docMk/>
            <pc:sldMk cId="4018965676" sldId="366"/>
            <ac:spMk id="3" creationId="{6065C671-29C1-42DC-9C1E-A88CECEB07A6}"/>
          </ac:spMkLst>
        </pc:spChg>
        <pc:spChg chg="mod">
          <ac:chgData name="鈴木 秀規" userId="f68c5fd9-22d5-4c0a-9833-7fb0f5135313" providerId="ADAL" clId="{BE39BC92-915D-4BE9-AEA4-43CFA5564052}" dt="2021-01-28T02:21:12.195" v="346" actId="14100"/>
          <ac:spMkLst>
            <pc:docMk/>
            <pc:sldMk cId="4018965676" sldId="366"/>
            <ac:spMk id="5" creationId="{35CC0BAD-936C-4EB6-92E1-56B969F9F1E7}"/>
          </ac:spMkLst>
        </pc:spChg>
        <pc:spChg chg="add mod">
          <ac:chgData name="鈴木 秀規" userId="f68c5fd9-22d5-4c0a-9833-7fb0f5135313" providerId="ADAL" clId="{BE39BC92-915D-4BE9-AEA4-43CFA5564052}" dt="2021-01-28T02:21:18.459" v="349" actId="2711"/>
          <ac:spMkLst>
            <pc:docMk/>
            <pc:sldMk cId="4018965676" sldId="366"/>
            <ac:spMk id="6" creationId="{2221DFF8-72C3-4060-B108-4E7A7779EDF8}"/>
          </ac:spMkLst>
        </pc:spChg>
      </pc:sldChg>
      <pc:sldChg chg="addSp delSp modSp new mod">
        <pc:chgData name="鈴木 秀規" userId="f68c5fd9-22d5-4c0a-9833-7fb0f5135313" providerId="ADAL" clId="{BE39BC92-915D-4BE9-AEA4-43CFA5564052}" dt="2021-01-28T03:28:53.898" v="519" actId="207"/>
        <pc:sldMkLst>
          <pc:docMk/>
          <pc:sldMk cId="2327445248" sldId="367"/>
        </pc:sldMkLst>
        <pc:spChg chg="mod">
          <ac:chgData name="鈴木 秀規" userId="f68c5fd9-22d5-4c0a-9833-7fb0f5135313" providerId="ADAL" clId="{BE39BC92-915D-4BE9-AEA4-43CFA5564052}" dt="2021-01-28T02:21:33.854" v="351"/>
          <ac:spMkLst>
            <pc:docMk/>
            <pc:sldMk cId="2327445248" sldId="367"/>
            <ac:spMk id="3" creationId="{DC9775AD-DF08-487A-8150-66A5547804BA}"/>
          </ac:spMkLst>
        </pc:spChg>
        <pc:spChg chg="add del mod">
          <ac:chgData name="鈴木 秀規" userId="f68c5fd9-22d5-4c0a-9833-7fb0f5135313" providerId="ADAL" clId="{BE39BC92-915D-4BE9-AEA4-43CFA5564052}" dt="2021-01-28T02:27:12.713" v="463" actId="1076"/>
          <ac:spMkLst>
            <pc:docMk/>
            <pc:sldMk cId="2327445248" sldId="367"/>
            <ac:spMk id="5" creationId="{F6F2B032-1854-426E-853D-2DDB691ABD42}"/>
          </ac:spMkLst>
        </pc:spChg>
        <pc:spChg chg="add del mod">
          <ac:chgData name="鈴木 秀規" userId="f68c5fd9-22d5-4c0a-9833-7fb0f5135313" providerId="ADAL" clId="{BE39BC92-915D-4BE9-AEA4-43CFA5564052}" dt="2021-01-28T02:23:28.422" v="393" actId="21"/>
          <ac:spMkLst>
            <pc:docMk/>
            <pc:sldMk cId="2327445248" sldId="367"/>
            <ac:spMk id="7" creationId="{2C8121B7-7B73-4CF8-9B38-1985AD6689A3}"/>
          </ac:spMkLst>
        </pc:spChg>
        <pc:spChg chg="add del mod">
          <ac:chgData name="鈴木 秀規" userId="f68c5fd9-22d5-4c0a-9833-7fb0f5135313" providerId="ADAL" clId="{BE39BC92-915D-4BE9-AEA4-43CFA5564052}" dt="2021-01-28T02:23:34.979" v="396"/>
          <ac:spMkLst>
            <pc:docMk/>
            <pc:sldMk cId="2327445248" sldId="367"/>
            <ac:spMk id="8" creationId="{BA8392B6-C7A7-411F-8F37-EA78C90F9C2A}"/>
          </ac:spMkLst>
        </pc:spChg>
        <pc:spChg chg="add mod">
          <ac:chgData name="鈴木 秀規" userId="f68c5fd9-22d5-4c0a-9833-7fb0f5135313" providerId="ADAL" clId="{BE39BC92-915D-4BE9-AEA4-43CFA5564052}" dt="2021-01-28T02:25:33.653" v="447" actId="404"/>
          <ac:spMkLst>
            <pc:docMk/>
            <pc:sldMk cId="2327445248" sldId="367"/>
            <ac:spMk id="9" creationId="{4CD9BE09-5129-4C3B-A4FE-048849E95693}"/>
          </ac:spMkLst>
        </pc:spChg>
        <pc:spChg chg="add mod">
          <ac:chgData name="鈴木 秀規" userId="f68c5fd9-22d5-4c0a-9833-7fb0f5135313" providerId="ADAL" clId="{BE39BC92-915D-4BE9-AEA4-43CFA5564052}" dt="2021-01-28T02:25:33.653" v="447" actId="404"/>
          <ac:spMkLst>
            <pc:docMk/>
            <pc:sldMk cId="2327445248" sldId="367"/>
            <ac:spMk id="10" creationId="{62E7CF24-56CC-47C3-98B0-A46BE86CF153}"/>
          </ac:spMkLst>
        </pc:spChg>
        <pc:spChg chg="add mod">
          <ac:chgData name="鈴木 秀規" userId="f68c5fd9-22d5-4c0a-9833-7fb0f5135313" providerId="ADAL" clId="{BE39BC92-915D-4BE9-AEA4-43CFA5564052}" dt="2021-01-28T02:25:33.653" v="447" actId="404"/>
          <ac:spMkLst>
            <pc:docMk/>
            <pc:sldMk cId="2327445248" sldId="367"/>
            <ac:spMk id="11" creationId="{3FF84382-C8EB-42C6-A379-F156E0D315E0}"/>
          </ac:spMkLst>
        </pc:spChg>
        <pc:spChg chg="add del mod">
          <ac:chgData name="鈴木 秀規" userId="f68c5fd9-22d5-4c0a-9833-7fb0f5135313" providerId="ADAL" clId="{BE39BC92-915D-4BE9-AEA4-43CFA5564052}" dt="2021-01-28T02:24:03.238" v="399" actId="478"/>
          <ac:spMkLst>
            <pc:docMk/>
            <pc:sldMk cId="2327445248" sldId="367"/>
            <ac:spMk id="12" creationId="{9D56C091-0C55-4440-9277-678FBEDFEE53}"/>
          </ac:spMkLst>
        </pc:spChg>
        <pc:spChg chg="add del mod">
          <ac:chgData name="鈴木 秀規" userId="f68c5fd9-22d5-4c0a-9833-7fb0f5135313" providerId="ADAL" clId="{BE39BC92-915D-4BE9-AEA4-43CFA5564052}" dt="2021-01-28T02:24:03.238" v="399" actId="478"/>
          <ac:spMkLst>
            <pc:docMk/>
            <pc:sldMk cId="2327445248" sldId="367"/>
            <ac:spMk id="13" creationId="{41C9036D-466D-473F-9CBD-EF7336C0B96B}"/>
          </ac:spMkLst>
        </pc:spChg>
        <pc:spChg chg="add del mod">
          <ac:chgData name="鈴木 秀規" userId="f68c5fd9-22d5-4c0a-9833-7fb0f5135313" providerId="ADAL" clId="{BE39BC92-915D-4BE9-AEA4-43CFA5564052}" dt="2021-01-28T02:24:03.238" v="399" actId="478"/>
          <ac:spMkLst>
            <pc:docMk/>
            <pc:sldMk cId="2327445248" sldId="367"/>
            <ac:spMk id="14" creationId="{C85FBBCE-6672-47F7-ABB4-F250306F30B3}"/>
          </ac:spMkLst>
        </pc:spChg>
        <pc:spChg chg="add mod">
          <ac:chgData name="鈴木 秀規" userId="f68c5fd9-22d5-4c0a-9833-7fb0f5135313" providerId="ADAL" clId="{BE39BC92-915D-4BE9-AEA4-43CFA5564052}" dt="2021-01-28T02:25:36.319" v="448" actId="20577"/>
          <ac:spMkLst>
            <pc:docMk/>
            <pc:sldMk cId="2327445248" sldId="367"/>
            <ac:spMk id="15" creationId="{06BC60B0-1315-4548-80FD-D156800B6A3C}"/>
          </ac:spMkLst>
        </pc:spChg>
        <pc:spChg chg="add mod">
          <ac:chgData name="鈴木 秀規" userId="f68c5fd9-22d5-4c0a-9833-7fb0f5135313" providerId="ADAL" clId="{BE39BC92-915D-4BE9-AEA4-43CFA5564052}" dt="2021-01-28T03:28:03.464" v="503" actId="1076"/>
          <ac:spMkLst>
            <pc:docMk/>
            <pc:sldMk cId="2327445248" sldId="367"/>
            <ac:spMk id="16" creationId="{324C1AE3-2904-4520-828A-7F5E0D2E112C}"/>
          </ac:spMkLst>
        </pc:spChg>
        <pc:spChg chg="add del mod">
          <ac:chgData name="鈴木 秀規" userId="f68c5fd9-22d5-4c0a-9833-7fb0f5135313" providerId="ADAL" clId="{BE39BC92-915D-4BE9-AEA4-43CFA5564052}" dt="2021-01-28T03:27:55.954" v="502" actId="478"/>
          <ac:spMkLst>
            <pc:docMk/>
            <pc:sldMk cId="2327445248" sldId="367"/>
            <ac:spMk id="17" creationId="{D290F318-A1F7-4790-B832-EEA027B26901}"/>
          </ac:spMkLst>
        </pc:spChg>
        <pc:spChg chg="add mod">
          <ac:chgData name="鈴木 秀規" userId="f68c5fd9-22d5-4c0a-9833-7fb0f5135313" providerId="ADAL" clId="{BE39BC92-915D-4BE9-AEA4-43CFA5564052}" dt="2021-01-28T03:28:53.898" v="519" actId="207"/>
          <ac:spMkLst>
            <pc:docMk/>
            <pc:sldMk cId="2327445248" sldId="367"/>
            <ac:spMk id="18" creationId="{01407575-3DFD-4109-94C2-A5F86AC9B86C}"/>
          </ac:spMkLst>
        </pc:spChg>
      </pc:sldChg>
      <pc:sldChg chg="del">
        <pc:chgData name="鈴木 秀規" userId="f68c5fd9-22d5-4c0a-9833-7fb0f5135313" providerId="ADAL" clId="{BE39BC92-915D-4BE9-AEA4-43CFA5564052}" dt="2021-01-28T02:07:53.316" v="9" actId="2696"/>
        <pc:sldMkLst>
          <pc:docMk/>
          <pc:sldMk cId="3532048317" sldId="367"/>
        </pc:sldMkLst>
      </pc:sldChg>
      <pc:sldChg chg="addSp modSp new mod">
        <pc:chgData name="鈴木 秀規" userId="f68c5fd9-22d5-4c0a-9833-7fb0f5135313" providerId="ADAL" clId="{BE39BC92-915D-4BE9-AEA4-43CFA5564052}" dt="2021-01-28T03:30:10.927" v="537" actId="1076"/>
        <pc:sldMkLst>
          <pc:docMk/>
          <pc:sldMk cId="19046241" sldId="368"/>
        </pc:sldMkLst>
        <pc:spChg chg="mod">
          <ac:chgData name="鈴木 秀規" userId="f68c5fd9-22d5-4c0a-9833-7fb0f5135313" providerId="ADAL" clId="{BE39BC92-915D-4BE9-AEA4-43CFA5564052}" dt="2021-01-28T02:27:52.380" v="467"/>
          <ac:spMkLst>
            <pc:docMk/>
            <pc:sldMk cId="19046241" sldId="368"/>
            <ac:spMk id="3" creationId="{FC9C1281-C10D-4E7F-9AF6-89FF603B4C74}"/>
          </ac:spMkLst>
        </pc:spChg>
        <pc:spChg chg="mod">
          <ac:chgData name="鈴木 秀規" userId="f68c5fd9-22d5-4c0a-9833-7fb0f5135313" providerId="ADAL" clId="{BE39BC92-915D-4BE9-AEA4-43CFA5564052}" dt="2021-01-28T02:29:30.132" v="499" actId="14100"/>
          <ac:spMkLst>
            <pc:docMk/>
            <pc:sldMk cId="19046241" sldId="368"/>
            <ac:spMk id="5" creationId="{AB608DCD-A62C-492B-9BD6-076E4C270D07}"/>
          </ac:spMkLst>
        </pc:spChg>
        <pc:spChg chg="add mod">
          <ac:chgData name="鈴木 秀規" userId="f68c5fd9-22d5-4c0a-9833-7fb0f5135313" providerId="ADAL" clId="{BE39BC92-915D-4BE9-AEA4-43CFA5564052}" dt="2021-01-28T03:29:06.399" v="520"/>
          <ac:spMkLst>
            <pc:docMk/>
            <pc:sldMk cId="19046241" sldId="368"/>
            <ac:spMk id="6" creationId="{4A907D25-C3F3-4AC4-87A1-486B8B2AD49A}"/>
          </ac:spMkLst>
        </pc:spChg>
        <pc:spChg chg="add mod">
          <ac:chgData name="鈴木 秀規" userId="f68c5fd9-22d5-4c0a-9833-7fb0f5135313" providerId="ADAL" clId="{BE39BC92-915D-4BE9-AEA4-43CFA5564052}" dt="2021-01-28T03:29:06.399" v="520"/>
          <ac:spMkLst>
            <pc:docMk/>
            <pc:sldMk cId="19046241" sldId="368"/>
            <ac:spMk id="7" creationId="{811BFB9F-6064-4F41-AF6E-1F3F16C39BAB}"/>
          </ac:spMkLst>
        </pc:spChg>
        <pc:spChg chg="add mod">
          <ac:chgData name="鈴木 秀規" userId="f68c5fd9-22d5-4c0a-9833-7fb0f5135313" providerId="ADAL" clId="{BE39BC92-915D-4BE9-AEA4-43CFA5564052}" dt="2021-01-28T03:29:06.399" v="520"/>
          <ac:spMkLst>
            <pc:docMk/>
            <pc:sldMk cId="19046241" sldId="368"/>
            <ac:spMk id="8" creationId="{A2238F6F-B629-40F1-AFFC-F83AFCF0A03E}"/>
          </ac:spMkLst>
        </pc:spChg>
        <pc:spChg chg="add mod">
          <ac:chgData name="鈴木 秀規" userId="f68c5fd9-22d5-4c0a-9833-7fb0f5135313" providerId="ADAL" clId="{BE39BC92-915D-4BE9-AEA4-43CFA5564052}" dt="2021-01-28T03:29:06.399" v="520"/>
          <ac:spMkLst>
            <pc:docMk/>
            <pc:sldMk cId="19046241" sldId="368"/>
            <ac:spMk id="9" creationId="{C72FE042-B436-4C24-96D7-09A90D6817E1}"/>
          </ac:spMkLst>
        </pc:spChg>
        <pc:spChg chg="add mod">
          <ac:chgData name="鈴木 秀規" userId="f68c5fd9-22d5-4c0a-9833-7fb0f5135313" providerId="ADAL" clId="{BE39BC92-915D-4BE9-AEA4-43CFA5564052}" dt="2021-01-28T03:29:06.399" v="520"/>
          <ac:spMkLst>
            <pc:docMk/>
            <pc:sldMk cId="19046241" sldId="368"/>
            <ac:spMk id="10" creationId="{3C3D1B91-4159-44EA-8500-9DEE12086EEF}"/>
          </ac:spMkLst>
        </pc:spChg>
        <pc:spChg chg="add mod">
          <ac:chgData name="鈴木 秀規" userId="f68c5fd9-22d5-4c0a-9833-7fb0f5135313" providerId="ADAL" clId="{BE39BC92-915D-4BE9-AEA4-43CFA5564052}" dt="2021-01-28T03:29:06.399" v="520"/>
          <ac:spMkLst>
            <pc:docMk/>
            <pc:sldMk cId="19046241" sldId="368"/>
            <ac:spMk id="11" creationId="{3BF806A8-C064-4CFC-BC1C-692B306EB673}"/>
          </ac:spMkLst>
        </pc:spChg>
        <pc:spChg chg="add mod">
          <ac:chgData name="鈴木 秀規" userId="f68c5fd9-22d5-4c0a-9833-7fb0f5135313" providerId="ADAL" clId="{BE39BC92-915D-4BE9-AEA4-43CFA5564052}" dt="2021-01-28T03:29:51.219" v="531" actId="1076"/>
          <ac:spMkLst>
            <pc:docMk/>
            <pc:sldMk cId="19046241" sldId="368"/>
            <ac:spMk id="12" creationId="{EE3B6725-EF61-4BAF-B319-7E7756E54D92}"/>
          </ac:spMkLst>
        </pc:spChg>
        <pc:spChg chg="add mod">
          <ac:chgData name="鈴木 秀規" userId="f68c5fd9-22d5-4c0a-9833-7fb0f5135313" providerId="ADAL" clId="{BE39BC92-915D-4BE9-AEA4-43CFA5564052}" dt="2021-01-28T03:30:10.927" v="537" actId="1076"/>
          <ac:spMkLst>
            <pc:docMk/>
            <pc:sldMk cId="19046241" sldId="368"/>
            <ac:spMk id="13" creationId="{DB8999FD-C198-4B59-8093-E336EA6D9961}"/>
          </ac:spMkLst>
        </pc:spChg>
      </pc:sldChg>
      <pc:sldChg chg="del">
        <pc:chgData name="鈴木 秀規" userId="f68c5fd9-22d5-4c0a-9833-7fb0f5135313" providerId="ADAL" clId="{BE39BC92-915D-4BE9-AEA4-43CFA5564052}" dt="2021-01-28T02:07:53.316" v="9" actId="2696"/>
        <pc:sldMkLst>
          <pc:docMk/>
          <pc:sldMk cId="1946457624" sldId="368"/>
        </pc:sldMkLst>
      </pc:sldChg>
      <pc:sldChg chg="addSp modSp new mod">
        <pc:chgData name="鈴木 秀規" userId="f68c5fd9-22d5-4c0a-9833-7fb0f5135313" providerId="ADAL" clId="{BE39BC92-915D-4BE9-AEA4-43CFA5564052}" dt="2021-01-28T03:33:18.002" v="572" actId="2085"/>
        <pc:sldMkLst>
          <pc:docMk/>
          <pc:sldMk cId="1634234875" sldId="369"/>
        </pc:sldMkLst>
        <pc:spChg chg="mod">
          <ac:chgData name="鈴木 秀規" userId="f68c5fd9-22d5-4c0a-9833-7fb0f5135313" providerId="ADAL" clId="{BE39BC92-915D-4BE9-AEA4-43CFA5564052}" dt="2021-01-28T03:30:30.967" v="539"/>
          <ac:spMkLst>
            <pc:docMk/>
            <pc:sldMk cId="1634234875" sldId="369"/>
            <ac:spMk id="3" creationId="{369F2C59-9C4F-4D1E-A16E-5DA411534166}"/>
          </ac:spMkLst>
        </pc:spChg>
        <pc:spChg chg="mod">
          <ac:chgData name="鈴木 秀規" userId="f68c5fd9-22d5-4c0a-9833-7fb0f5135313" providerId="ADAL" clId="{BE39BC92-915D-4BE9-AEA4-43CFA5564052}" dt="2021-01-28T03:31:04.668" v="547" actId="207"/>
          <ac:spMkLst>
            <pc:docMk/>
            <pc:sldMk cId="1634234875" sldId="369"/>
            <ac:spMk id="5" creationId="{098CDAD6-FA90-48E9-B182-AA7C0CD3A137}"/>
          </ac:spMkLst>
        </pc:spChg>
        <pc:spChg chg="add mod">
          <ac:chgData name="鈴木 秀規" userId="f68c5fd9-22d5-4c0a-9833-7fb0f5135313" providerId="ADAL" clId="{BE39BC92-915D-4BE9-AEA4-43CFA5564052}" dt="2021-01-28T03:31:21.876" v="549" actId="1076"/>
          <ac:spMkLst>
            <pc:docMk/>
            <pc:sldMk cId="1634234875" sldId="369"/>
            <ac:spMk id="6" creationId="{3E01E329-2738-42A5-8FF4-5B7EBA58EC55}"/>
          </ac:spMkLst>
        </pc:spChg>
        <pc:spChg chg="add mod">
          <ac:chgData name="鈴木 秀規" userId="f68c5fd9-22d5-4c0a-9833-7fb0f5135313" providerId="ADAL" clId="{BE39BC92-915D-4BE9-AEA4-43CFA5564052}" dt="2021-01-28T03:31:21.876" v="549" actId="1076"/>
          <ac:spMkLst>
            <pc:docMk/>
            <pc:sldMk cId="1634234875" sldId="369"/>
            <ac:spMk id="7" creationId="{5B9AD53B-6CEC-4F36-9321-E13020D82304}"/>
          </ac:spMkLst>
        </pc:spChg>
        <pc:spChg chg="add mod">
          <ac:chgData name="鈴木 秀規" userId="f68c5fd9-22d5-4c0a-9833-7fb0f5135313" providerId="ADAL" clId="{BE39BC92-915D-4BE9-AEA4-43CFA5564052}" dt="2021-01-28T03:31:21.876" v="549" actId="1076"/>
          <ac:spMkLst>
            <pc:docMk/>
            <pc:sldMk cId="1634234875" sldId="369"/>
            <ac:spMk id="8" creationId="{964239B4-F145-43F4-B627-067A33FB9E97}"/>
          </ac:spMkLst>
        </pc:spChg>
        <pc:spChg chg="add mod">
          <ac:chgData name="鈴木 秀規" userId="f68c5fd9-22d5-4c0a-9833-7fb0f5135313" providerId="ADAL" clId="{BE39BC92-915D-4BE9-AEA4-43CFA5564052}" dt="2021-01-28T03:31:21.876" v="549" actId="1076"/>
          <ac:spMkLst>
            <pc:docMk/>
            <pc:sldMk cId="1634234875" sldId="369"/>
            <ac:spMk id="9" creationId="{FE42A2C2-EB89-46D7-B9EE-6692EED9C6CC}"/>
          </ac:spMkLst>
        </pc:spChg>
        <pc:spChg chg="add mod">
          <ac:chgData name="鈴木 秀規" userId="f68c5fd9-22d5-4c0a-9833-7fb0f5135313" providerId="ADAL" clId="{BE39BC92-915D-4BE9-AEA4-43CFA5564052}" dt="2021-01-28T03:31:21.876" v="549" actId="1076"/>
          <ac:spMkLst>
            <pc:docMk/>
            <pc:sldMk cId="1634234875" sldId="369"/>
            <ac:spMk id="10" creationId="{37D45E4F-836C-479A-8ABF-FFB655B3CE29}"/>
          </ac:spMkLst>
        </pc:spChg>
        <pc:spChg chg="add mod">
          <ac:chgData name="鈴木 秀規" userId="f68c5fd9-22d5-4c0a-9833-7fb0f5135313" providerId="ADAL" clId="{BE39BC92-915D-4BE9-AEA4-43CFA5564052}" dt="2021-01-28T03:31:21.876" v="549" actId="1076"/>
          <ac:spMkLst>
            <pc:docMk/>
            <pc:sldMk cId="1634234875" sldId="369"/>
            <ac:spMk id="11" creationId="{497CE668-D349-4D89-AE31-FFABE8A54804}"/>
          </ac:spMkLst>
        </pc:spChg>
        <pc:spChg chg="add mod">
          <ac:chgData name="鈴木 秀規" userId="f68c5fd9-22d5-4c0a-9833-7fb0f5135313" providerId="ADAL" clId="{BE39BC92-915D-4BE9-AEA4-43CFA5564052}" dt="2021-01-28T03:31:21.876" v="549" actId="1076"/>
          <ac:spMkLst>
            <pc:docMk/>
            <pc:sldMk cId="1634234875" sldId="369"/>
            <ac:spMk id="12" creationId="{0A5F0D82-F981-4288-9DE4-78893C76B455}"/>
          </ac:spMkLst>
        </pc:spChg>
        <pc:spChg chg="add mod">
          <ac:chgData name="鈴木 秀規" userId="f68c5fd9-22d5-4c0a-9833-7fb0f5135313" providerId="ADAL" clId="{BE39BC92-915D-4BE9-AEA4-43CFA5564052}" dt="2021-01-28T03:31:21.876" v="549" actId="1076"/>
          <ac:spMkLst>
            <pc:docMk/>
            <pc:sldMk cId="1634234875" sldId="369"/>
            <ac:spMk id="13" creationId="{005E43D2-C1DF-41B3-A878-A79AEEDFA23B}"/>
          </ac:spMkLst>
        </pc:spChg>
        <pc:spChg chg="add mod">
          <ac:chgData name="鈴木 秀規" userId="f68c5fd9-22d5-4c0a-9833-7fb0f5135313" providerId="ADAL" clId="{BE39BC92-915D-4BE9-AEA4-43CFA5564052}" dt="2021-01-28T03:33:18.002" v="572" actId="2085"/>
          <ac:spMkLst>
            <pc:docMk/>
            <pc:sldMk cId="1634234875" sldId="369"/>
            <ac:spMk id="16" creationId="{5E12762F-BFC4-4700-934C-7B5033C83A64}"/>
          </ac:spMkLst>
        </pc:spChg>
        <pc:picChg chg="add mod">
          <ac:chgData name="鈴木 秀規" userId="f68c5fd9-22d5-4c0a-9833-7fb0f5135313" providerId="ADAL" clId="{BE39BC92-915D-4BE9-AEA4-43CFA5564052}" dt="2021-01-28T03:33:07.338" v="570" actId="207"/>
          <ac:picMkLst>
            <pc:docMk/>
            <pc:sldMk cId="1634234875" sldId="369"/>
            <ac:picMk id="15" creationId="{495CBC68-4B2C-4DD5-8B0D-0BC0470142E0}"/>
          </ac:picMkLst>
        </pc:picChg>
      </pc:sldChg>
      <pc:sldChg chg="del">
        <pc:chgData name="鈴木 秀規" userId="f68c5fd9-22d5-4c0a-9833-7fb0f5135313" providerId="ADAL" clId="{BE39BC92-915D-4BE9-AEA4-43CFA5564052}" dt="2021-01-28T02:07:53.316" v="9" actId="2696"/>
        <pc:sldMkLst>
          <pc:docMk/>
          <pc:sldMk cId="2558863877" sldId="369"/>
        </pc:sldMkLst>
      </pc:sldChg>
      <pc:sldChg chg="del">
        <pc:chgData name="鈴木 秀規" userId="f68c5fd9-22d5-4c0a-9833-7fb0f5135313" providerId="ADAL" clId="{BE39BC92-915D-4BE9-AEA4-43CFA5564052}" dt="2021-01-28T02:07:53.316" v="9" actId="2696"/>
        <pc:sldMkLst>
          <pc:docMk/>
          <pc:sldMk cId="1008659216" sldId="370"/>
        </pc:sldMkLst>
      </pc:sldChg>
      <pc:sldChg chg="addSp modSp new mod">
        <pc:chgData name="鈴木 秀規" userId="f68c5fd9-22d5-4c0a-9833-7fb0f5135313" providerId="ADAL" clId="{BE39BC92-915D-4BE9-AEA4-43CFA5564052}" dt="2021-01-28T03:36:42.206" v="626" actId="1076"/>
        <pc:sldMkLst>
          <pc:docMk/>
          <pc:sldMk cId="1288993640" sldId="370"/>
        </pc:sldMkLst>
        <pc:spChg chg="mod">
          <ac:chgData name="鈴木 秀規" userId="f68c5fd9-22d5-4c0a-9833-7fb0f5135313" providerId="ADAL" clId="{BE39BC92-915D-4BE9-AEA4-43CFA5564052}" dt="2021-01-28T03:33:37.456" v="574"/>
          <ac:spMkLst>
            <pc:docMk/>
            <pc:sldMk cId="1288993640" sldId="370"/>
            <ac:spMk id="3" creationId="{35721FFA-D1D7-45CF-AF1C-6ADEC50BF982}"/>
          </ac:spMkLst>
        </pc:spChg>
        <pc:spChg chg="mod">
          <ac:chgData name="鈴木 秀規" userId="f68c5fd9-22d5-4c0a-9833-7fb0f5135313" providerId="ADAL" clId="{BE39BC92-915D-4BE9-AEA4-43CFA5564052}" dt="2021-01-28T03:34:54.173" v="597" actId="14100"/>
          <ac:spMkLst>
            <pc:docMk/>
            <pc:sldMk cId="1288993640" sldId="370"/>
            <ac:spMk id="5" creationId="{1ECE987E-1BA6-4C52-A3AE-C83F2C85D3C8}"/>
          </ac:spMkLst>
        </pc:spChg>
        <pc:spChg chg="add mod">
          <ac:chgData name="鈴木 秀規" userId="f68c5fd9-22d5-4c0a-9833-7fb0f5135313" providerId="ADAL" clId="{BE39BC92-915D-4BE9-AEA4-43CFA5564052}" dt="2021-01-28T03:36:35.975" v="625" actId="207"/>
          <ac:spMkLst>
            <pc:docMk/>
            <pc:sldMk cId="1288993640" sldId="370"/>
            <ac:spMk id="7" creationId="{F872DE77-6502-48CB-A358-D937CA5BE6BE}"/>
          </ac:spMkLst>
        </pc:spChg>
        <pc:graphicFrameChg chg="add mod modGraphic">
          <ac:chgData name="鈴木 秀規" userId="f68c5fd9-22d5-4c0a-9833-7fb0f5135313" providerId="ADAL" clId="{BE39BC92-915D-4BE9-AEA4-43CFA5564052}" dt="2021-01-28T03:36:42.206" v="626" actId="1076"/>
          <ac:graphicFrameMkLst>
            <pc:docMk/>
            <pc:sldMk cId="1288993640" sldId="370"/>
            <ac:graphicFrameMk id="6" creationId="{A46328A8-4387-401E-8457-B9D2F8695792}"/>
          </ac:graphicFrameMkLst>
        </pc:graphicFrameChg>
      </pc:sldChg>
      <pc:sldChg chg="addSp delSp modSp new mod">
        <pc:chgData name="鈴木 秀規" userId="f68c5fd9-22d5-4c0a-9833-7fb0f5135313" providerId="ADAL" clId="{BE39BC92-915D-4BE9-AEA4-43CFA5564052}" dt="2021-01-28T03:41:56.755" v="690" actId="1036"/>
        <pc:sldMkLst>
          <pc:docMk/>
          <pc:sldMk cId="269703063" sldId="371"/>
        </pc:sldMkLst>
        <pc:spChg chg="mod">
          <ac:chgData name="鈴木 秀規" userId="f68c5fd9-22d5-4c0a-9833-7fb0f5135313" providerId="ADAL" clId="{BE39BC92-915D-4BE9-AEA4-43CFA5564052}" dt="2021-01-28T03:36:56.465" v="628"/>
          <ac:spMkLst>
            <pc:docMk/>
            <pc:sldMk cId="269703063" sldId="371"/>
            <ac:spMk id="3" creationId="{F28C555D-7085-4A91-ACBC-9F093652BD57}"/>
          </ac:spMkLst>
        </pc:spChg>
        <pc:spChg chg="mod">
          <ac:chgData name="鈴木 秀規" userId="f68c5fd9-22d5-4c0a-9833-7fb0f5135313" providerId="ADAL" clId="{BE39BC92-915D-4BE9-AEA4-43CFA5564052}" dt="2021-01-28T03:37:42.784" v="637" actId="12"/>
          <ac:spMkLst>
            <pc:docMk/>
            <pc:sldMk cId="269703063" sldId="371"/>
            <ac:spMk id="5" creationId="{78D1BDF9-E38D-422F-BA46-821E29D129FB}"/>
          </ac:spMkLst>
        </pc:spChg>
        <pc:spChg chg="add mod">
          <ac:chgData name="鈴木 秀規" userId="f68c5fd9-22d5-4c0a-9833-7fb0f5135313" providerId="ADAL" clId="{BE39BC92-915D-4BE9-AEA4-43CFA5564052}" dt="2021-01-28T03:39:10.765" v="653" actId="1076"/>
          <ac:spMkLst>
            <pc:docMk/>
            <pc:sldMk cId="269703063" sldId="371"/>
            <ac:spMk id="7" creationId="{88A6D309-1FBE-4767-97A5-7F4841AF68E4}"/>
          </ac:spMkLst>
        </pc:spChg>
        <pc:graphicFrameChg chg="add mod modGraphic">
          <ac:chgData name="鈴木 秀規" userId="f68c5fd9-22d5-4c0a-9833-7fb0f5135313" providerId="ADAL" clId="{BE39BC92-915D-4BE9-AEA4-43CFA5564052}" dt="2021-01-28T03:39:05.224" v="652" actId="14100"/>
          <ac:graphicFrameMkLst>
            <pc:docMk/>
            <pc:sldMk cId="269703063" sldId="371"/>
            <ac:graphicFrameMk id="6" creationId="{7DFD3F1E-EB5D-45EC-A16F-D2C68B5B57D5}"/>
          </ac:graphicFrameMkLst>
        </pc:graphicFrameChg>
        <pc:graphicFrameChg chg="add del mod">
          <ac:chgData name="鈴木 秀規" userId="f68c5fd9-22d5-4c0a-9833-7fb0f5135313" providerId="ADAL" clId="{BE39BC92-915D-4BE9-AEA4-43CFA5564052}" dt="2021-01-28T03:38:34.587" v="644" actId="478"/>
          <ac:graphicFrameMkLst>
            <pc:docMk/>
            <pc:sldMk cId="269703063" sldId="371"/>
            <ac:graphicFrameMk id="8" creationId="{E74ECA25-8C4B-403B-BE43-67D2CDCA7083}"/>
          </ac:graphicFrameMkLst>
        </pc:graphicFrameChg>
        <pc:graphicFrameChg chg="add mod modGraphic">
          <ac:chgData name="鈴木 秀規" userId="f68c5fd9-22d5-4c0a-9833-7fb0f5135313" providerId="ADAL" clId="{BE39BC92-915D-4BE9-AEA4-43CFA5564052}" dt="2021-01-28T03:40:41.912" v="677" actId="207"/>
          <ac:graphicFrameMkLst>
            <pc:docMk/>
            <pc:sldMk cId="269703063" sldId="371"/>
            <ac:graphicFrameMk id="9" creationId="{BAC907AF-2C33-4AB2-91B8-BCEAA25ADC4E}"/>
          </ac:graphicFrameMkLst>
        </pc:graphicFrameChg>
        <pc:graphicFrameChg chg="add mod modGraphic">
          <ac:chgData name="鈴木 秀規" userId="f68c5fd9-22d5-4c0a-9833-7fb0f5135313" providerId="ADAL" clId="{BE39BC92-915D-4BE9-AEA4-43CFA5564052}" dt="2021-01-28T03:41:56.755" v="690" actId="1036"/>
          <ac:graphicFrameMkLst>
            <pc:docMk/>
            <pc:sldMk cId="269703063" sldId="371"/>
            <ac:graphicFrameMk id="10" creationId="{2D38E5AD-F13D-4928-BE97-51DCF54ED4D1}"/>
          </ac:graphicFrameMkLst>
        </pc:graphicFrameChg>
      </pc:sldChg>
      <pc:sldChg chg="del">
        <pc:chgData name="鈴木 秀規" userId="f68c5fd9-22d5-4c0a-9833-7fb0f5135313" providerId="ADAL" clId="{BE39BC92-915D-4BE9-AEA4-43CFA5564052}" dt="2021-01-28T02:07:53.316" v="9" actId="2696"/>
        <pc:sldMkLst>
          <pc:docMk/>
          <pc:sldMk cId="3350652435" sldId="371"/>
        </pc:sldMkLst>
      </pc:sldChg>
      <pc:sldChg chg="addSp delSp modSp new mod modClrScheme chgLayout">
        <pc:chgData name="鈴木 秀規" userId="f68c5fd9-22d5-4c0a-9833-7fb0f5135313" providerId="ADAL" clId="{BE39BC92-915D-4BE9-AEA4-43CFA5564052}" dt="2021-01-28T03:47:33.636" v="981" actId="113"/>
        <pc:sldMkLst>
          <pc:docMk/>
          <pc:sldMk cId="2141290884" sldId="372"/>
        </pc:sldMkLst>
        <pc:spChg chg="mod ord">
          <ac:chgData name="鈴木 秀規" userId="f68c5fd9-22d5-4c0a-9833-7fb0f5135313" providerId="ADAL" clId="{BE39BC92-915D-4BE9-AEA4-43CFA5564052}" dt="2021-01-28T03:42:15.366" v="727" actId="700"/>
          <ac:spMkLst>
            <pc:docMk/>
            <pc:sldMk cId="2141290884" sldId="372"/>
            <ac:spMk id="2" creationId="{6A046B87-A81E-4C22-8387-16143B6E20B9}"/>
          </ac:spMkLst>
        </pc:spChg>
        <pc:spChg chg="mod ord">
          <ac:chgData name="鈴木 秀規" userId="f68c5fd9-22d5-4c0a-9833-7fb0f5135313" providerId="ADAL" clId="{BE39BC92-915D-4BE9-AEA4-43CFA5564052}" dt="2021-01-28T03:42:15.366" v="727" actId="700"/>
          <ac:spMkLst>
            <pc:docMk/>
            <pc:sldMk cId="2141290884" sldId="372"/>
            <ac:spMk id="3" creationId="{E9F5DE10-FC9D-4093-A7C7-7D8DAF229C20}"/>
          </ac:spMkLst>
        </pc:spChg>
        <pc:spChg chg="mod ord">
          <ac:chgData name="鈴木 秀規" userId="f68c5fd9-22d5-4c0a-9833-7fb0f5135313" providerId="ADAL" clId="{BE39BC92-915D-4BE9-AEA4-43CFA5564052}" dt="2021-01-28T03:42:15.366" v="727" actId="700"/>
          <ac:spMkLst>
            <pc:docMk/>
            <pc:sldMk cId="2141290884" sldId="372"/>
            <ac:spMk id="4" creationId="{E55A8B9C-9FFF-451E-9382-C1B3EA752028}"/>
          </ac:spMkLst>
        </pc:spChg>
        <pc:spChg chg="del mod ord">
          <ac:chgData name="鈴木 秀規" userId="f68c5fd9-22d5-4c0a-9833-7fb0f5135313" providerId="ADAL" clId="{BE39BC92-915D-4BE9-AEA4-43CFA5564052}" dt="2021-01-28T03:42:15.366" v="727" actId="700"/>
          <ac:spMkLst>
            <pc:docMk/>
            <pc:sldMk cId="2141290884" sldId="372"/>
            <ac:spMk id="5" creationId="{7B9BDC31-9DCA-4560-8DC7-651E5FB7EF63}"/>
          </ac:spMkLst>
        </pc:spChg>
        <pc:spChg chg="add mod ord">
          <ac:chgData name="鈴木 秀規" userId="f68c5fd9-22d5-4c0a-9833-7fb0f5135313" providerId="ADAL" clId="{BE39BC92-915D-4BE9-AEA4-43CFA5564052}" dt="2021-01-28T03:42:55.706" v="819" actId="20577"/>
          <ac:spMkLst>
            <pc:docMk/>
            <pc:sldMk cId="2141290884" sldId="372"/>
            <ac:spMk id="6" creationId="{7EB8D24C-BA49-4E35-9008-7EA7A9DA9F7D}"/>
          </ac:spMkLst>
        </pc:spChg>
        <pc:spChg chg="add mod ord">
          <ac:chgData name="鈴木 秀規" userId="f68c5fd9-22d5-4c0a-9833-7fb0f5135313" providerId="ADAL" clId="{BE39BC92-915D-4BE9-AEA4-43CFA5564052}" dt="2021-01-28T03:47:33.636" v="981" actId="113"/>
          <ac:spMkLst>
            <pc:docMk/>
            <pc:sldMk cId="2141290884" sldId="372"/>
            <ac:spMk id="7" creationId="{BE7D8EEA-841B-4634-959A-C8CF290A3A97}"/>
          </ac:spMkLst>
        </pc:spChg>
      </pc:sldChg>
      <pc:sldChg chg="del">
        <pc:chgData name="鈴木 秀規" userId="f68c5fd9-22d5-4c0a-9833-7fb0f5135313" providerId="ADAL" clId="{BE39BC92-915D-4BE9-AEA4-43CFA5564052}" dt="2021-01-28T02:07:53.316" v="9" actId="2696"/>
        <pc:sldMkLst>
          <pc:docMk/>
          <pc:sldMk cId="3443851444" sldId="372"/>
        </pc:sldMkLst>
      </pc:sldChg>
      <pc:sldChg chg="addSp delSp modSp new mod modClrScheme chgLayout">
        <pc:chgData name="鈴木 秀規" userId="f68c5fd9-22d5-4c0a-9833-7fb0f5135313" providerId="ADAL" clId="{BE39BC92-915D-4BE9-AEA4-43CFA5564052}" dt="2021-01-28T03:53:29.399" v="1069" actId="14100"/>
        <pc:sldMkLst>
          <pc:docMk/>
          <pc:sldMk cId="1104417737" sldId="373"/>
        </pc:sldMkLst>
        <pc:spChg chg="del mod ord">
          <ac:chgData name="鈴木 秀規" userId="f68c5fd9-22d5-4c0a-9833-7fb0f5135313" providerId="ADAL" clId="{BE39BC92-915D-4BE9-AEA4-43CFA5564052}" dt="2021-01-28T03:47:41.928" v="983" actId="700"/>
          <ac:spMkLst>
            <pc:docMk/>
            <pc:sldMk cId="1104417737" sldId="373"/>
            <ac:spMk id="2" creationId="{F626FF5B-9363-415F-ACB2-CFCBB7500313}"/>
          </ac:spMkLst>
        </pc:spChg>
        <pc:spChg chg="mod ord">
          <ac:chgData name="鈴木 秀規" userId="f68c5fd9-22d5-4c0a-9833-7fb0f5135313" providerId="ADAL" clId="{BE39BC92-915D-4BE9-AEA4-43CFA5564052}" dt="2021-01-28T03:47:41.928" v="983" actId="700"/>
          <ac:spMkLst>
            <pc:docMk/>
            <pc:sldMk cId="1104417737" sldId="373"/>
            <ac:spMk id="3" creationId="{305B29A1-0D3C-4926-A08E-218D94F73216}"/>
          </ac:spMkLst>
        </pc:spChg>
        <pc:spChg chg="mod ord">
          <ac:chgData name="鈴木 秀規" userId="f68c5fd9-22d5-4c0a-9833-7fb0f5135313" providerId="ADAL" clId="{BE39BC92-915D-4BE9-AEA4-43CFA5564052}" dt="2021-01-28T03:47:41.928" v="983" actId="700"/>
          <ac:spMkLst>
            <pc:docMk/>
            <pc:sldMk cId="1104417737" sldId="373"/>
            <ac:spMk id="4" creationId="{C94A89B8-7177-4C8A-8497-091DB549B056}"/>
          </ac:spMkLst>
        </pc:spChg>
        <pc:spChg chg="del mod ord">
          <ac:chgData name="鈴木 秀規" userId="f68c5fd9-22d5-4c0a-9833-7fb0f5135313" providerId="ADAL" clId="{BE39BC92-915D-4BE9-AEA4-43CFA5564052}" dt="2021-01-28T03:47:41.928" v="983" actId="700"/>
          <ac:spMkLst>
            <pc:docMk/>
            <pc:sldMk cId="1104417737" sldId="373"/>
            <ac:spMk id="5" creationId="{F8F83B5F-F112-4970-9755-FDA964D52B65}"/>
          </ac:spMkLst>
        </pc:spChg>
        <pc:spChg chg="del">
          <ac:chgData name="鈴木 秀規" userId="f68c5fd9-22d5-4c0a-9833-7fb0f5135313" providerId="ADAL" clId="{BE39BC92-915D-4BE9-AEA4-43CFA5564052}" dt="2021-01-28T03:47:41.928" v="983" actId="700"/>
          <ac:spMkLst>
            <pc:docMk/>
            <pc:sldMk cId="1104417737" sldId="373"/>
            <ac:spMk id="6" creationId="{0CD9AB3B-7C50-4E91-80FB-21D985E640FD}"/>
          </ac:spMkLst>
        </pc:spChg>
        <pc:spChg chg="add mod ord">
          <ac:chgData name="鈴木 秀規" userId="f68c5fd9-22d5-4c0a-9833-7fb0f5135313" providerId="ADAL" clId="{BE39BC92-915D-4BE9-AEA4-43CFA5564052}" dt="2021-01-28T03:47:52.381" v="984"/>
          <ac:spMkLst>
            <pc:docMk/>
            <pc:sldMk cId="1104417737" sldId="373"/>
            <ac:spMk id="7" creationId="{A76FA9C6-E58A-46C8-B4B5-8FB30264AB7D}"/>
          </ac:spMkLst>
        </pc:spChg>
        <pc:spChg chg="add mod ord">
          <ac:chgData name="鈴木 秀規" userId="f68c5fd9-22d5-4c0a-9833-7fb0f5135313" providerId="ADAL" clId="{BE39BC92-915D-4BE9-AEA4-43CFA5564052}" dt="2021-01-28T03:48:15.156" v="991" actId="20577"/>
          <ac:spMkLst>
            <pc:docMk/>
            <pc:sldMk cId="1104417737" sldId="373"/>
            <ac:spMk id="8" creationId="{2109464F-0FD1-4D4D-8CC3-59AC3574FB22}"/>
          </ac:spMkLst>
        </pc:spChg>
        <pc:spChg chg="add mod">
          <ac:chgData name="鈴木 秀規" userId="f68c5fd9-22d5-4c0a-9833-7fb0f5135313" providerId="ADAL" clId="{BE39BC92-915D-4BE9-AEA4-43CFA5564052}" dt="2021-01-28T03:53:29.399" v="1069" actId="14100"/>
          <ac:spMkLst>
            <pc:docMk/>
            <pc:sldMk cId="1104417737" sldId="373"/>
            <ac:spMk id="11" creationId="{F6C5540E-A21C-4E81-823D-AB2C6B0D5F29}"/>
          </ac:spMkLst>
        </pc:spChg>
        <pc:graphicFrameChg chg="add del mod modGraphic">
          <ac:chgData name="鈴木 秀規" userId="f68c5fd9-22d5-4c0a-9833-7fb0f5135313" providerId="ADAL" clId="{BE39BC92-915D-4BE9-AEA4-43CFA5564052}" dt="2021-01-28T03:49:25.804" v="999" actId="478"/>
          <ac:graphicFrameMkLst>
            <pc:docMk/>
            <pc:sldMk cId="1104417737" sldId="373"/>
            <ac:graphicFrameMk id="9" creationId="{B3B1568C-5F61-4D9D-9CDC-F44407006EDB}"/>
          </ac:graphicFrameMkLst>
        </pc:graphicFrameChg>
        <pc:graphicFrameChg chg="add mod modGraphic">
          <ac:chgData name="鈴木 秀規" userId="f68c5fd9-22d5-4c0a-9833-7fb0f5135313" providerId="ADAL" clId="{BE39BC92-915D-4BE9-AEA4-43CFA5564052}" dt="2021-01-28T03:52:04.846" v="1047" actId="313"/>
          <ac:graphicFrameMkLst>
            <pc:docMk/>
            <pc:sldMk cId="1104417737" sldId="373"/>
            <ac:graphicFrameMk id="10" creationId="{43D73CE5-CFDC-4FC7-9060-87C9D18AFD0E}"/>
          </ac:graphicFrameMkLst>
        </pc:graphicFrameChg>
      </pc:sldChg>
      <pc:sldChg chg="del">
        <pc:chgData name="鈴木 秀規" userId="f68c5fd9-22d5-4c0a-9833-7fb0f5135313" providerId="ADAL" clId="{BE39BC92-915D-4BE9-AEA4-43CFA5564052}" dt="2021-01-28T02:07:53.316" v="9" actId="2696"/>
        <pc:sldMkLst>
          <pc:docMk/>
          <pc:sldMk cId="2536938731" sldId="373"/>
        </pc:sldMkLst>
      </pc:sldChg>
      <pc:sldChg chg="del">
        <pc:chgData name="鈴木 秀規" userId="f68c5fd9-22d5-4c0a-9833-7fb0f5135313" providerId="ADAL" clId="{BE39BC92-915D-4BE9-AEA4-43CFA5564052}" dt="2021-01-28T02:07:53.316" v="9" actId="2696"/>
        <pc:sldMkLst>
          <pc:docMk/>
          <pc:sldMk cId="3337611443" sldId="374"/>
        </pc:sldMkLst>
      </pc:sldChg>
      <pc:sldChg chg="addSp modSp new mod">
        <pc:chgData name="鈴木 秀規" userId="f68c5fd9-22d5-4c0a-9833-7fb0f5135313" providerId="ADAL" clId="{BE39BC92-915D-4BE9-AEA4-43CFA5564052}" dt="2021-01-28T03:58:46.283" v="1127" actId="20577"/>
        <pc:sldMkLst>
          <pc:docMk/>
          <pc:sldMk cId="3417266570" sldId="374"/>
        </pc:sldMkLst>
        <pc:spChg chg="mod">
          <ac:chgData name="鈴木 秀規" userId="f68c5fd9-22d5-4c0a-9833-7fb0f5135313" providerId="ADAL" clId="{BE39BC92-915D-4BE9-AEA4-43CFA5564052}" dt="2021-01-28T03:54:41.607" v="1071"/>
          <ac:spMkLst>
            <pc:docMk/>
            <pc:sldMk cId="3417266570" sldId="374"/>
            <ac:spMk id="3" creationId="{C9DA2D84-A78B-4723-B005-A44B1AF31487}"/>
          </ac:spMkLst>
        </pc:spChg>
        <pc:spChg chg="mod">
          <ac:chgData name="鈴木 秀規" userId="f68c5fd9-22d5-4c0a-9833-7fb0f5135313" providerId="ADAL" clId="{BE39BC92-915D-4BE9-AEA4-43CFA5564052}" dt="2021-01-28T03:55:11.327" v="1078" actId="14100"/>
          <ac:spMkLst>
            <pc:docMk/>
            <pc:sldMk cId="3417266570" sldId="374"/>
            <ac:spMk id="5" creationId="{D345FCF4-B188-436C-9FB4-5149C3180134}"/>
          </ac:spMkLst>
        </pc:spChg>
        <pc:spChg chg="add mod">
          <ac:chgData name="鈴木 秀規" userId="f68c5fd9-22d5-4c0a-9833-7fb0f5135313" providerId="ADAL" clId="{BE39BC92-915D-4BE9-AEA4-43CFA5564052}" dt="2021-01-28T03:58:46.283" v="1127" actId="20577"/>
          <ac:spMkLst>
            <pc:docMk/>
            <pc:sldMk cId="3417266570" sldId="374"/>
            <ac:spMk id="7" creationId="{8129B86A-332A-48A1-A39B-A2FF311F1205}"/>
          </ac:spMkLst>
        </pc:spChg>
        <pc:graphicFrameChg chg="add mod modGraphic">
          <ac:chgData name="鈴木 秀規" userId="f68c5fd9-22d5-4c0a-9833-7fb0f5135313" providerId="ADAL" clId="{BE39BC92-915D-4BE9-AEA4-43CFA5564052}" dt="2021-01-28T03:58:02.067" v="1121" actId="14734"/>
          <ac:graphicFrameMkLst>
            <pc:docMk/>
            <pc:sldMk cId="3417266570" sldId="374"/>
            <ac:graphicFrameMk id="6" creationId="{88E6580C-D2B8-4568-A1AF-041FFE84BA33}"/>
          </ac:graphicFrameMkLst>
        </pc:graphicFrameChg>
      </pc:sldChg>
      <pc:sldChg chg="del">
        <pc:chgData name="鈴木 秀規" userId="f68c5fd9-22d5-4c0a-9833-7fb0f5135313" providerId="ADAL" clId="{BE39BC92-915D-4BE9-AEA4-43CFA5564052}" dt="2021-01-28T02:07:53.316" v="9" actId="2696"/>
        <pc:sldMkLst>
          <pc:docMk/>
          <pc:sldMk cId="571433644" sldId="375"/>
        </pc:sldMkLst>
      </pc:sldChg>
      <pc:sldChg chg="modSp new mod">
        <pc:chgData name="鈴木 秀規" userId="f68c5fd9-22d5-4c0a-9833-7fb0f5135313" providerId="ADAL" clId="{BE39BC92-915D-4BE9-AEA4-43CFA5564052}" dt="2021-01-28T04:21:58.281" v="1158" actId="207"/>
        <pc:sldMkLst>
          <pc:docMk/>
          <pc:sldMk cId="3525173344" sldId="375"/>
        </pc:sldMkLst>
        <pc:spChg chg="mod">
          <ac:chgData name="鈴木 秀規" userId="f68c5fd9-22d5-4c0a-9833-7fb0f5135313" providerId="ADAL" clId="{BE39BC92-915D-4BE9-AEA4-43CFA5564052}" dt="2021-01-28T03:59:20.523" v="1129"/>
          <ac:spMkLst>
            <pc:docMk/>
            <pc:sldMk cId="3525173344" sldId="375"/>
            <ac:spMk id="3" creationId="{CFF83AF9-23FD-409D-BA32-6E187A1AD0E5}"/>
          </ac:spMkLst>
        </pc:spChg>
        <pc:spChg chg="mod">
          <ac:chgData name="鈴木 秀規" userId="f68c5fd9-22d5-4c0a-9833-7fb0f5135313" providerId="ADAL" clId="{BE39BC92-915D-4BE9-AEA4-43CFA5564052}" dt="2021-01-28T04:21:58.281" v="1158" actId="207"/>
          <ac:spMkLst>
            <pc:docMk/>
            <pc:sldMk cId="3525173344" sldId="375"/>
            <ac:spMk id="5" creationId="{2D51B0E8-E569-42F7-AADB-343F9AB29447}"/>
          </ac:spMkLst>
        </pc:spChg>
      </pc:sldChg>
      <pc:sldChg chg="del">
        <pc:chgData name="鈴木 秀規" userId="f68c5fd9-22d5-4c0a-9833-7fb0f5135313" providerId="ADAL" clId="{BE39BC92-915D-4BE9-AEA4-43CFA5564052}" dt="2021-01-28T02:07:53.316" v="9" actId="2696"/>
        <pc:sldMkLst>
          <pc:docMk/>
          <pc:sldMk cId="941335972" sldId="376"/>
        </pc:sldMkLst>
      </pc:sldChg>
      <pc:sldChg chg="addSp modSp new mod">
        <pc:chgData name="鈴木 秀規" userId="f68c5fd9-22d5-4c0a-9833-7fb0f5135313" providerId="ADAL" clId="{BE39BC92-915D-4BE9-AEA4-43CFA5564052}" dt="2021-01-28T04:35:20.492" v="1252" actId="1076"/>
        <pc:sldMkLst>
          <pc:docMk/>
          <pc:sldMk cId="3171014613" sldId="376"/>
        </pc:sldMkLst>
        <pc:spChg chg="mod">
          <ac:chgData name="鈴木 秀規" userId="f68c5fd9-22d5-4c0a-9833-7fb0f5135313" providerId="ADAL" clId="{BE39BC92-915D-4BE9-AEA4-43CFA5564052}" dt="2021-01-28T04:23:20.752" v="1160"/>
          <ac:spMkLst>
            <pc:docMk/>
            <pc:sldMk cId="3171014613" sldId="376"/>
            <ac:spMk id="3" creationId="{311F91AF-7155-4B82-88B3-F4166C8BEA1E}"/>
          </ac:spMkLst>
        </pc:spChg>
        <pc:spChg chg="mod">
          <ac:chgData name="鈴木 秀規" userId="f68c5fd9-22d5-4c0a-9833-7fb0f5135313" providerId="ADAL" clId="{BE39BC92-915D-4BE9-AEA4-43CFA5564052}" dt="2021-01-28T04:24:34.991" v="1171" actId="14100"/>
          <ac:spMkLst>
            <pc:docMk/>
            <pc:sldMk cId="3171014613" sldId="376"/>
            <ac:spMk id="5" creationId="{9C3F9CCC-831D-4CC8-95B8-42081476B942}"/>
          </ac:spMkLst>
        </pc:spChg>
        <pc:spChg chg="add mod">
          <ac:chgData name="鈴木 秀規" userId="f68c5fd9-22d5-4c0a-9833-7fb0f5135313" providerId="ADAL" clId="{BE39BC92-915D-4BE9-AEA4-43CFA5564052}" dt="2021-01-28T04:24:23.069" v="1170" actId="1076"/>
          <ac:spMkLst>
            <pc:docMk/>
            <pc:sldMk cId="3171014613" sldId="376"/>
            <ac:spMk id="6" creationId="{1AD082C2-24CD-44FE-AFEE-ACDEF88A2638}"/>
          </ac:spMkLst>
        </pc:spChg>
        <pc:spChg chg="add mod">
          <ac:chgData name="鈴木 秀規" userId="f68c5fd9-22d5-4c0a-9833-7fb0f5135313" providerId="ADAL" clId="{BE39BC92-915D-4BE9-AEA4-43CFA5564052}" dt="2021-01-28T04:24:23.069" v="1170" actId="1076"/>
          <ac:spMkLst>
            <pc:docMk/>
            <pc:sldMk cId="3171014613" sldId="376"/>
            <ac:spMk id="7" creationId="{0EE56090-810D-489D-9DE6-238965FD723D}"/>
          </ac:spMkLst>
        </pc:spChg>
        <pc:spChg chg="add mod">
          <ac:chgData name="鈴木 秀規" userId="f68c5fd9-22d5-4c0a-9833-7fb0f5135313" providerId="ADAL" clId="{BE39BC92-915D-4BE9-AEA4-43CFA5564052}" dt="2021-01-28T04:24:23.069" v="1170" actId="1076"/>
          <ac:spMkLst>
            <pc:docMk/>
            <pc:sldMk cId="3171014613" sldId="376"/>
            <ac:spMk id="8" creationId="{37E56712-A8C9-4619-BAA5-91CCF58E7A92}"/>
          </ac:spMkLst>
        </pc:spChg>
        <pc:spChg chg="add mod">
          <ac:chgData name="鈴木 秀規" userId="f68c5fd9-22d5-4c0a-9833-7fb0f5135313" providerId="ADAL" clId="{BE39BC92-915D-4BE9-AEA4-43CFA5564052}" dt="2021-01-28T04:24:23.069" v="1170" actId="1076"/>
          <ac:spMkLst>
            <pc:docMk/>
            <pc:sldMk cId="3171014613" sldId="376"/>
            <ac:spMk id="9" creationId="{037B035B-AB2C-4218-B9F0-DF203CEA7AB8}"/>
          </ac:spMkLst>
        </pc:spChg>
        <pc:spChg chg="add mod">
          <ac:chgData name="鈴木 秀規" userId="f68c5fd9-22d5-4c0a-9833-7fb0f5135313" providerId="ADAL" clId="{BE39BC92-915D-4BE9-AEA4-43CFA5564052}" dt="2021-01-28T04:24:23.069" v="1170" actId="1076"/>
          <ac:spMkLst>
            <pc:docMk/>
            <pc:sldMk cId="3171014613" sldId="376"/>
            <ac:spMk id="10" creationId="{61678391-7104-4373-AB29-825F1F76A3AF}"/>
          </ac:spMkLst>
        </pc:spChg>
        <pc:spChg chg="add mod">
          <ac:chgData name="鈴木 秀規" userId="f68c5fd9-22d5-4c0a-9833-7fb0f5135313" providerId="ADAL" clId="{BE39BC92-915D-4BE9-AEA4-43CFA5564052}" dt="2021-01-28T04:24:23.069" v="1170" actId="1076"/>
          <ac:spMkLst>
            <pc:docMk/>
            <pc:sldMk cId="3171014613" sldId="376"/>
            <ac:spMk id="11" creationId="{20ACFF16-E5BB-4679-A508-A320003142A7}"/>
          </ac:spMkLst>
        </pc:spChg>
        <pc:spChg chg="add mod">
          <ac:chgData name="鈴木 秀規" userId="f68c5fd9-22d5-4c0a-9833-7fb0f5135313" providerId="ADAL" clId="{BE39BC92-915D-4BE9-AEA4-43CFA5564052}" dt="2021-01-28T04:25:33.536" v="1182" actId="207"/>
          <ac:spMkLst>
            <pc:docMk/>
            <pc:sldMk cId="3171014613" sldId="376"/>
            <ac:spMk id="12" creationId="{4F80E6C8-F746-4D16-B77C-625BBF73EE36}"/>
          </ac:spMkLst>
        </pc:spChg>
        <pc:spChg chg="add mod">
          <ac:chgData name="鈴木 秀規" userId="f68c5fd9-22d5-4c0a-9833-7fb0f5135313" providerId="ADAL" clId="{BE39BC92-915D-4BE9-AEA4-43CFA5564052}" dt="2021-01-28T04:26:17.325" v="1189" actId="1076"/>
          <ac:spMkLst>
            <pc:docMk/>
            <pc:sldMk cId="3171014613" sldId="376"/>
            <ac:spMk id="13" creationId="{3D868C90-9825-42D3-8248-08A224DD70E5}"/>
          </ac:spMkLst>
        </pc:spChg>
        <pc:spChg chg="add mod">
          <ac:chgData name="鈴木 秀規" userId="f68c5fd9-22d5-4c0a-9833-7fb0f5135313" providerId="ADAL" clId="{BE39BC92-915D-4BE9-AEA4-43CFA5564052}" dt="2021-01-28T04:33:26.591" v="1225" actId="1076"/>
          <ac:spMkLst>
            <pc:docMk/>
            <pc:sldMk cId="3171014613" sldId="376"/>
            <ac:spMk id="14" creationId="{331F7C47-3702-4546-960B-C87C50225A10}"/>
          </ac:spMkLst>
        </pc:spChg>
        <pc:spChg chg="add mod">
          <ac:chgData name="鈴木 秀規" userId="f68c5fd9-22d5-4c0a-9833-7fb0f5135313" providerId="ADAL" clId="{BE39BC92-915D-4BE9-AEA4-43CFA5564052}" dt="2021-01-28T04:33:22.423" v="1224" actId="571"/>
          <ac:spMkLst>
            <pc:docMk/>
            <pc:sldMk cId="3171014613" sldId="376"/>
            <ac:spMk id="15" creationId="{9ECC0DDA-255E-495F-9AC7-A5960E56213B}"/>
          </ac:spMkLst>
        </pc:spChg>
        <pc:spChg chg="add mod">
          <ac:chgData name="鈴木 秀規" userId="f68c5fd9-22d5-4c0a-9833-7fb0f5135313" providerId="ADAL" clId="{BE39BC92-915D-4BE9-AEA4-43CFA5564052}" dt="2021-01-28T04:33:22.423" v="1224" actId="571"/>
          <ac:spMkLst>
            <pc:docMk/>
            <pc:sldMk cId="3171014613" sldId="376"/>
            <ac:spMk id="16" creationId="{10A648DB-B60E-411C-8BE7-DC3558918CDE}"/>
          </ac:spMkLst>
        </pc:spChg>
        <pc:spChg chg="add mod">
          <ac:chgData name="鈴木 秀規" userId="f68c5fd9-22d5-4c0a-9833-7fb0f5135313" providerId="ADAL" clId="{BE39BC92-915D-4BE9-AEA4-43CFA5564052}" dt="2021-01-28T04:33:22.423" v="1224" actId="571"/>
          <ac:spMkLst>
            <pc:docMk/>
            <pc:sldMk cId="3171014613" sldId="376"/>
            <ac:spMk id="17" creationId="{F1541D18-CF5A-4ADD-91A6-6A9C7418E8BD}"/>
          </ac:spMkLst>
        </pc:spChg>
        <pc:spChg chg="add mod">
          <ac:chgData name="鈴木 秀規" userId="f68c5fd9-22d5-4c0a-9833-7fb0f5135313" providerId="ADAL" clId="{BE39BC92-915D-4BE9-AEA4-43CFA5564052}" dt="2021-01-28T04:33:22.423" v="1224" actId="571"/>
          <ac:spMkLst>
            <pc:docMk/>
            <pc:sldMk cId="3171014613" sldId="376"/>
            <ac:spMk id="18" creationId="{1EFCEC40-F035-48F5-B711-D6B5968BDDFB}"/>
          </ac:spMkLst>
        </pc:spChg>
        <pc:spChg chg="add mod">
          <ac:chgData name="鈴木 秀規" userId="f68c5fd9-22d5-4c0a-9833-7fb0f5135313" providerId="ADAL" clId="{BE39BC92-915D-4BE9-AEA4-43CFA5564052}" dt="2021-01-28T04:34:06.673" v="1238" actId="20577"/>
          <ac:spMkLst>
            <pc:docMk/>
            <pc:sldMk cId="3171014613" sldId="376"/>
            <ac:spMk id="19" creationId="{624A6EBF-3B70-4889-A5A2-71F0D6A2C19C}"/>
          </ac:spMkLst>
        </pc:spChg>
        <pc:spChg chg="add mod">
          <ac:chgData name="鈴木 秀規" userId="f68c5fd9-22d5-4c0a-9833-7fb0f5135313" providerId="ADAL" clId="{BE39BC92-915D-4BE9-AEA4-43CFA5564052}" dt="2021-01-28T04:33:47.718" v="1227" actId="14100"/>
          <ac:spMkLst>
            <pc:docMk/>
            <pc:sldMk cId="3171014613" sldId="376"/>
            <ac:spMk id="20" creationId="{784ABAB6-C536-4062-A6EB-3F4F2C6612FB}"/>
          </ac:spMkLst>
        </pc:spChg>
        <pc:spChg chg="add mod">
          <ac:chgData name="鈴木 秀規" userId="f68c5fd9-22d5-4c0a-9833-7fb0f5135313" providerId="ADAL" clId="{BE39BC92-915D-4BE9-AEA4-43CFA5564052}" dt="2021-01-28T04:34:02.552" v="1229" actId="571"/>
          <ac:spMkLst>
            <pc:docMk/>
            <pc:sldMk cId="3171014613" sldId="376"/>
            <ac:spMk id="21" creationId="{9516A39C-5C5D-4DAB-B566-8C09DC3790CE}"/>
          </ac:spMkLst>
        </pc:spChg>
        <pc:spChg chg="add mod">
          <ac:chgData name="鈴木 秀規" userId="f68c5fd9-22d5-4c0a-9833-7fb0f5135313" providerId="ADAL" clId="{BE39BC92-915D-4BE9-AEA4-43CFA5564052}" dt="2021-01-28T04:35:20.492" v="1252" actId="1076"/>
          <ac:spMkLst>
            <pc:docMk/>
            <pc:sldMk cId="3171014613" sldId="376"/>
            <ac:spMk id="22" creationId="{245B9BBB-B2D6-4FE4-B3E6-8DD29E586E35}"/>
          </ac:spMkLst>
        </pc:spChg>
      </pc:sldChg>
      <pc:sldChg chg="del">
        <pc:chgData name="鈴木 秀規" userId="f68c5fd9-22d5-4c0a-9833-7fb0f5135313" providerId="ADAL" clId="{BE39BC92-915D-4BE9-AEA4-43CFA5564052}" dt="2021-01-28T02:07:53.316" v="9" actId="2696"/>
        <pc:sldMkLst>
          <pc:docMk/>
          <pc:sldMk cId="2664152079" sldId="377"/>
        </pc:sldMkLst>
      </pc:sldChg>
      <pc:sldChg chg="modSp new mod">
        <pc:chgData name="鈴木 秀規" userId="f68c5fd9-22d5-4c0a-9833-7fb0f5135313" providerId="ADAL" clId="{BE39BC92-915D-4BE9-AEA4-43CFA5564052}" dt="2021-01-28T04:37:09.418" v="1295" actId="207"/>
        <pc:sldMkLst>
          <pc:docMk/>
          <pc:sldMk cId="2808150330" sldId="377"/>
        </pc:sldMkLst>
        <pc:spChg chg="mod">
          <ac:chgData name="鈴木 秀規" userId="f68c5fd9-22d5-4c0a-9833-7fb0f5135313" providerId="ADAL" clId="{BE39BC92-915D-4BE9-AEA4-43CFA5564052}" dt="2021-01-28T04:35:35.804" v="1254"/>
          <ac:spMkLst>
            <pc:docMk/>
            <pc:sldMk cId="2808150330" sldId="377"/>
            <ac:spMk id="3" creationId="{FA6E5A94-9424-40DF-95D5-1E582A92AD4E}"/>
          </ac:spMkLst>
        </pc:spChg>
        <pc:spChg chg="mod">
          <ac:chgData name="鈴木 秀規" userId="f68c5fd9-22d5-4c0a-9833-7fb0f5135313" providerId="ADAL" clId="{BE39BC92-915D-4BE9-AEA4-43CFA5564052}" dt="2021-01-28T04:37:09.418" v="1295" actId="207"/>
          <ac:spMkLst>
            <pc:docMk/>
            <pc:sldMk cId="2808150330" sldId="377"/>
            <ac:spMk id="5" creationId="{A6E94E8B-D0B0-497E-A46A-3DCC8B1724F0}"/>
          </ac:spMkLst>
        </pc:spChg>
      </pc:sldChg>
      <pc:sldChg chg="addSp delSp modSp new mod modClrScheme chgLayout">
        <pc:chgData name="鈴木 秀規" userId="f68c5fd9-22d5-4c0a-9833-7fb0f5135313" providerId="ADAL" clId="{BE39BC92-915D-4BE9-AEA4-43CFA5564052}" dt="2021-01-28T04:42:36.164" v="1404" actId="1076"/>
        <pc:sldMkLst>
          <pc:docMk/>
          <pc:sldMk cId="406741734" sldId="378"/>
        </pc:sldMkLst>
        <pc:spChg chg="mod ord">
          <ac:chgData name="鈴木 秀規" userId="f68c5fd9-22d5-4c0a-9833-7fb0f5135313" providerId="ADAL" clId="{BE39BC92-915D-4BE9-AEA4-43CFA5564052}" dt="2021-01-28T04:38:21.059" v="1299" actId="700"/>
          <ac:spMkLst>
            <pc:docMk/>
            <pc:sldMk cId="406741734" sldId="378"/>
            <ac:spMk id="2" creationId="{B983ECB7-4070-4EB9-A9BA-BFD5F1988C69}"/>
          </ac:spMkLst>
        </pc:spChg>
        <pc:spChg chg="mod ord">
          <ac:chgData name="鈴木 秀規" userId="f68c5fd9-22d5-4c0a-9833-7fb0f5135313" providerId="ADAL" clId="{BE39BC92-915D-4BE9-AEA4-43CFA5564052}" dt="2021-01-28T04:40:20.312" v="1317" actId="1076"/>
          <ac:spMkLst>
            <pc:docMk/>
            <pc:sldMk cId="406741734" sldId="378"/>
            <ac:spMk id="3" creationId="{9E5F0CA8-9D1E-4BA6-AA47-DFA3DA17C06B}"/>
          </ac:spMkLst>
        </pc:spChg>
        <pc:spChg chg="mod ord">
          <ac:chgData name="鈴木 秀規" userId="f68c5fd9-22d5-4c0a-9833-7fb0f5135313" providerId="ADAL" clId="{BE39BC92-915D-4BE9-AEA4-43CFA5564052}" dt="2021-01-28T04:38:21.059" v="1299" actId="700"/>
          <ac:spMkLst>
            <pc:docMk/>
            <pc:sldMk cId="406741734" sldId="378"/>
            <ac:spMk id="4" creationId="{2F4457EF-D67C-4FA9-B013-3F9413BB0472}"/>
          </ac:spMkLst>
        </pc:spChg>
        <pc:spChg chg="del">
          <ac:chgData name="鈴木 秀規" userId="f68c5fd9-22d5-4c0a-9833-7fb0f5135313" providerId="ADAL" clId="{BE39BC92-915D-4BE9-AEA4-43CFA5564052}" dt="2021-01-28T04:38:17.817" v="1298" actId="700"/>
          <ac:spMkLst>
            <pc:docMk/>
            <pc:sldMk cId="406741734" sldId="378"/>
            <ac:spMk id="5" creationId="{39835A23-ACE9-407B-BD13-6F0664EF72B1}"/>
          </ac:spMkLst>
        </pc:spChg>
        <pc:spChg chg="add mod">
          <ac:chgData name="鈴木 秀規" userId="f68c5fd9-22d5-4c0a-9833-7fb0f5135313" providerId="ADAL" clId="{BE39BC92-915D-4BE9-AEA4-43CFA5564052}" dt="2021-01-28T04:42:36.164" v="1404" actId="1076"/>
          <ac:spMkLst>
            <pc:docMk/>
            <pc:sldMk cId="406741734" sldId="378"/>
            <ac:spMk id="7" creationId="{94428383-BDF5-4327-8C83-2EE0C9C9692C}"/>
          </ac:spMkLst>
        </pc:spChg>
        <pc:spChg chg="add mod">
          <ac:chgData name="鈴木 秀規" userId="f68c5fd9-22d5-4c0a-9833-7fb0f5135313" providerId="ADAL" clId="{BE39BC92-915D-4BE9-AEA4-43CFA5564052}" dt="2021-01-28T04:42:32.443" v="1403" actId="1076"/>
          <ac:spMkLst>
            <pc:docMk/>
            <pc:sldMk cId="406741734" sldId="378"/>
            <ac:spMk id="8" creationId="{50AEFE30-CA90-4A91-8BBA-A90D9AA4059A}"/>
          </ac:spMkLst>
        </pc:spChg>
        <pc:spChg chg="add mod">
          <ac:chgData name="鈴木 秀規" userId="f68c5fd9-22d5-4c0a-9833-7fb0f5135313" providerId="ADAL" clId="{BE39BC92-915D-4BE9-AEA4-43CFA5564052}" dt="2021-01-28T04:42:21.954" v="1402" actId="1076"/>
          <ac:spMkLst>
            <pc:docMk/>
            <pc:sldMk cId="406741734" sldId="378"/>
            <ac:spMk id="9" creationId="{EA5DEEDD-3C91-4255-B05B-D564E1CD681A}"/>
          </ac:spMkLst>
        </pc:spChg>
        <pc:spChg chg="add mod">
          <ac:chgData name="鈴木 秀規" userId="f68c5fd9-22d5-4c0a-9833-7fb0f5135313" providerId="ADAL" clId="{BE39BC92-915D-4BE9-AEA4-43CFA5564052}" dt="2021-01-28T04:42:21.954" v="1402" actId="1076"/>
          <ac:spMkLst>
            <pc:docMk/>
            <pc:sldMk cId="406741734" sldId="378"/>
            <ac:spMk id="10" creationId="{1E98B982-C49F-4BBF-9AD0-E6648175CFC9}"/>
          </ac:spMkLst>
        </pc:spChg>
        <pc:graphicFrameChg chg="add mod modGraphic">
          <ac:chgData name="鈴木 秀規" userId="f68c5fd9-22d5-4c0a-9833-7fb0f5135313" providerId="ADAL" clId="{BE39BC92-915D-4BE9-AEA4-43CFA5564052}" dt="2021-01-28T04:42:14.357" v="1401" actId="14100"/>
          <ac:graphicFrameMkLst>
            <pc:docMk/>
            <pc:sldMk cId="406741734" sldId="378"/>
            <ac:graphicFrameMk id="6" creationId="{80DEDF5B-A980-4B9F-9ADB-8AA360C0AEF0}"/>
          </ac:graphicFrameMkLst>
        </pc:graphicFrameChg>
      </pc:sldChg>
      <pc:sldChg chg="del">
        <pc:chgData name="鈴木 秀規" userId="f68c5fd9-22d5-4c0a-9833-7fb0f5135313" providerId="ADAL" clId="{BE39BC92-915D-4BE9-AEA4-43CFA5564052}" dt="2021-01-28T02:07:53.316" v="9" actId="2696"/>
        <pc:sldMkLst>
          <pc:docMk/>
          <pc:sldMk cId="3649152916" sldId="378"/>
        </pc:sldMkLst>
      </pc:sldChg>
      <pc:sldChg chg="addSp modSp new mod">
        <pc:chgData name="鈴木 秀規" userId="f68c5fd9-22d5-4c0a-9833-7fb0f5135313" providerId="ADAL" clId="{BE39BC92-915D-4BE9-AEA4-43CFA5564052}" dt="2021-01-28T04:46:54.998" v="1436"/>
        <pc:sldMkLst>
          <pc:docMk/>
          <pc:sldMk cId="449625136" sldId="379"/>
        </pc:sldMkLst>
        <pc:spChg chg="mod">
          <ac:chgData name="鈴木 秀規" userId="f68c5fd9-22d5-4c0a-9833-7fb0f5135313" providerId="ADAL" clId="{BE39BC92-915D-4BE9-AEA4-43CFA5564052}" dt="2021-01-28T04:42:58.492" v="1408"/>
          <ac:spMkLst>
            <pc:docMk/>
            <pc:sldMk cId="449625136" sldId="379"/>
            <ac:spMk id="3" creationId="{F055CD44-65FB-4F1A-A80A-8052AB76E1C3}"/>
          </ac:spMkLst>
        </pc:spChg>
        <pc:spChg chg="add mod">
          <ac:chgData name="鈴木 秀規" userId="f68c5fd9-22d5-4c0a-9833-7fb0f5135313" providerId="ADAL" clId="{BE39BC92-915D-4BE9-AEA4-43CFA5564052}" dt="2021-01-28T04:43:12.026" v="1409"/>
          <ac:spMkLst>
            <pc:docMk/>
            <pc:sldMk cId="449625136" sldId="379"/>
            <ac:spMk id="5" creationId="{1BC739A0-353C-4E4D-A084-FEFFEBC71AAE}"/>
          </ac:spMkLst>
        </pc:spChg>
        <pc:spChg chg="add mod">
          <ac:chgData name="鈴木 秀規" userId="f68c5fd9-22d5-4c0a-9833-7fb0f5135313" providerId="ADAL" clId="{BE39BC92-915D-4BE9-AEA4-43CFA5564052}" dt="2021-01-28T04:46:31.885" v="1430" actId="1076"/>
          <ac:spMkLst>
            <pc:docMk/>
            <pc:sldMk cId="449625136" sldId="379"/>
            <ac:spMk id="7" creationId="{52DA9BAD-191D-4E9C-8997-20F7DC6FE161}"/>
          </ac:spMkLst>
        </pc:spChg>
        <pc:spChg chg="add mod">
          <ac:chgData name="鈴木 秀規" userId="f68c5fd9-22d5-4c0a-9833-7fb0f5135313" providerId="ADAL" clId="{BE39BC92-915D-4BE9-AEA4-43CFA5564052}" dt="2021-01-28T04:46:54.998" v="1436"/>
          <ac:spMkLst>
            <pc:docMk/>
            <pc:sldMk cId="449625136" sldId="379"/>
            <ac:spMk id="9" creationId="{79B170A4-53A6-4074-BFDF-AEEF03E95FEF}"/>
          </ac:spMkLst>
        </pc:spChg>
        <pc:graphicFrameChg chg="add mod modGraphic">
          <ac:chgData name="鈴木 秀規" userId="f68c5fd9-22d5-4c0a-9833-7fb0f5135313" providerId="ADAL" clId="{BE39BC92-915D-4BE9-AEA4-43CFA5564052}" dt="2021-01-28T04:43:58.487" v="1418"/>
          <ac:graphicFrameMkLst>
            <pc:docMk/>
            <pc:sldMk cId="449625136" sldId="379"/>
            <ac:graphicFrameMk id="6" creationId="{7BB308BA-B6BB-4022-85FB-9F8CBC0A9380}"/>
          </ac:graphicFrameMkLst>
        </pc:graphicFrameChg>
        <pc:graphicFrameChg chg="add mod modGraphic">
          <ac:chgData name="鈴木 秀規" userId="f68c5fd9-22d5-4c0a-9833-7fb0f5135313" providerId="ADAL" clId="{BE39BC92-915D-4BE9-AEA4-43CFA5564052}" dt="2021-01-28T04:46:27.080" v="1429" actId="1076"/>
          <ac:graphicFrameMkLst>
            <pc:docMk/>
            <pc:sldMk cId="449625136" sldId="379"/>
            <ac:graphicFrameMk id="8" creationId="{356FF9CD-B1B8-4CAE-85F0-424105CA5266}"/>
          </ac:graphicFrameMkLst>
        </pc:graphicFrameChg>
      </pc:sldChg>
      <pc:sldChg chg="del">
        <pc:chgData name="鈴木 秀規" userId="f68c5fd9-22d5-4c0a-9833-7fb0f5135313" providerId="ADAL" clId="{BE39BC92-915D-4BE9-AEA4-43CFA5564052}" dt="2021-01-28T02:07:53.316" v="9" actId="2696"/>
        <pc:sldMkLst>
          <pc:docMk/>
          <pc:sldMk cId="4159378562" sldId="379"/>
        </pc:sldMkLst>
      </pc:sldChg>
      <pc:sldChg chg="addSp modSp new mod modClrScheme chgLayout">
        <pc:chgData name="鈴木 秀規" userId="f68c5fd9-22d5-4c0a-9833-7fb0f5135313" providerId="ADAL" clId="{BE39BC92-915D-4BE9-AEA4-43CFA5564052}" dt="2021-01-28T04:48:00.821" v="1456" actId="207"/>
        <pc:sldMkLst>
          <pc:docMk/>
          <pc:sldMk cId="1911761034" sldId="380"/>
        </pc:sldMkLst>
        <pc:spChg chg="mod ord">
          <ac:chgData name="鈴木 秀規" userId="f68c5fd9-22d5-4c0a-9833-7fb0f5135313" providerId="ADAL" clId="{BE39BC92-915D-4BE9-AEA4-43CFA5564052}" dt="2021-01-28T04:47:20.854" v="1439" actId="700"/>
          <ac:spMkLst>
            <pc:docMk/>
            <pc:sldMk cId="1911761034" sldId="380"/>
            <ac:spMk id="2" creationId="{78E8D6A0-DB0C-4C22-837A-F24B180D3594}"/>
          </ac:spMkLst>
        </pc:spChg>
        <pc:spChg chg="mod ord">
          <ac:chgData name="鈴木 秀規" userId="f68c5fd9-22d5-4c0a-9833-7fb0f5135313" providerId="ADAL" clId="{BE39BC92-915D-4BE9-AEA4-43CFA5564052}" dt="2021-01-28T04:47:20.854" v="1439" actId="700"/>
          <ac:spMkLst>
            <pc:docMk/>
            <pc:sldMk cId="1911761034" sldId="380"/>
            <ac:spMk id="3" creationId="{1677D9CC-C96D-4EC5-9CAF-1D23C4A74CAC}"/>
          </ac:spMkLst>
        </pc:spChg>
        <pc:spChg chg="mod ord">
          <ac:chgData name="鈴木 秀規" userId="f68c5fd9-22d5-4c0a-9833-7fb0f5135313" providerId="ADAL" clId="{BE39BC92-915D-4BE9-AEA4-43CFA5564052}" dt="2021-01-28T04:47:20.854" v="1439" actId="700"/>
          <ac:spMkLst>
            <pc:docMk/>
            <pc:sldMk cId="1911761034" sldId="380"/>
            <ac:spMk id="4" creationId="{77559BE6-10B7-41C4-B3DE-D23B901449A0}"/>
          </ac:spMkLst>
        </pc:spChg>
        <pc:spChg chg="add mod ord">
          <ac:chgData name="鈴木 秀規" userId="f68c5fd9-22d5-4c0a-9833-7fb0f5135313" providerId="ADAL" clId="{BE39BC92-915D-4BE9-AEA4-43CFA5564052}" dt="2021-01-28T04:48:00.821" v="1456" actId="207"/>
          <ac:spMkLst>
            <pc:docMk/>
            <pc:sldMk cId="1911761034" sldId="380"/>
            <ac:spMk id="5" creationId="{B9147090-D778-4370-9F20-03AC80ADDE74}"/>
          </ac:spMkLst>
        </pc:spChg>
      </pc:sldChg>
      <pc:sldChg chg="del">
        <pc:chgData name="鈴木 秀規" userId="f68c5fd9-22d5-4c0a-9833-7fb0f5135313" providerId="ADAL" clId="{BE39BC92-915D-4BE9-AEA4-43CFA5564052}" dt="2021-01-28T02:07:53.316" v="9" actId="2696"/>
        <pc:sldMkLst>
          <pc:docMk/>
          <pc:sldMk cId="2745502941" sldId="380"/>
        </pc:sldMkLst>
      </pc:sldChg>
      <pc:sldChg chg="del">
        <pc:chgData name="鈴木 秀規" userId="f68c5fd9-22d5-4c0a-9833-7fb0f5135313" providerId="ADAL" clId="{BE39BC92-915D-4BE9-AEA4-43CFA5564052}" dt="2021-01-28T02:07:53.316" v="9" actId="2696"/>
        <pc:sldMkLst>
          <pc:docMk/>
          <pc:sldMk cId="301528646" sldId="381"/>
        </pc:sldMkLst>
      </pc:sldChg>
      <pc:sldChg chg="modSp new mod">
        <pc:chgData name="鈴木 秀規" userId="f68c5fd9-22d5-4c0a-9833-7fb0f5135313" providerId="ADAL" clId="{BE39BC92-915D-4BE9-AEA4-43CFA5564052}" dt="2021-01-28T04:49:32.770" v="1479" actId="207"/>
        <pc:sldMkLst>
          <pc:docMk/>
          <pc:sldMk cId="2111497926" sldId="381"/>
        </pc:sldMkLst>
        <pc:spChg chg="mod">
          <ac:chgData name="鈴木 秀規" userId="f68c5fd9-22d5-4c0a-9833-7fb0f5135313" providerId="ADAL" clId="{BE39BC92-915D-4BE9-AEA4-43CFA5564052}" dt="2021-01-28T04:48:32.954" v="1458"/>
          <ac:spMkLst>
            <pc:docMk/>
            <pc:sldMk cId="2111497926" sldId="381"/>
            <ac:spMk id="3" creationId="{A606E178-846D-4A22-AF83-37B3AE1BDFFF}"/>
          </ac:spMkLst>
        </pc:spChg>
        <pc:spChg chg="mod">
          <ac:chgData name="鈴木 秀規" userId="f68c5fd9-22d5-4c0a-9833-7fb0f5135313" providerId="ADAL" clId="{BE39BC92-915D-4BE9-AEA4-43CFA5564052}" dt="2021-01-28T04:49:32.770" v="1479" actId="207"/>
          <ac:spMkLst>
            <pc:docMk/>
            <pc:sldMk cId="2111497926" sldId="381"/>
            <ac:spMk id="5" creationId="{97FF8E1B-6515-4505-A6A5-65F15F62F25E}"/>
          </ac:spMkLst>
        </pc:spChg>
      </pc:sldChg>
      <pc:sldChg chg="new del">
        <pc:chgData name="鈴木 秀規" userId="f68c5fd9-22d5-4c0a-9833-7fb0f5135313" providerId="ADAL" clId="{BE39BC92-915D-4BE9-AEA4-43CFA5564052}" dt="2021-01-28T04:49:57.117" v="1481" actId="2696"/>
        <pc:sldMkLst>
          <pc:docMk/>
          <pc:sldMk cId="3242223749" sldId="382"/>
        </pc:sldMkLst>
      </pc:sldChg>
      <pc:sldChg chg="del">
        <pc:chgData name="鈴木 秀規" userId="f68c5fd9-22d5-4c0a-9833-7fb0f5135313" providerId="ADAL" clId="{BE39BC92-915D-4BE9-AEA4-43CFA5564052}" dt="2021-01-28T02:07:53.316" v="9" actId="2696"/>
        <pc:sldMkLst>
          <pc:docMk/>
          <pc:sldMk cId="3737758823" sldId="382"/>
        </pc:sldMkLst>
      </pc:sldChg>
      <pc:sldChg chg="del">
        <pc:chgData name="鈴木 秀規" userId="f68c5fd9-22d5-4c0a-9833-7fb0f5135313" providerId="ADAL" clId="{BE39BC92-915D-4BE9-AEA4-43CFA5564052}" dt="2021-01-28T02:07:53.316" v="9" actId="2696"/>
        <pc:sldMkLst>
          <pc:docMk/>
          <pc:sldMk cId="1383500861" sldId="383"/>
        </pc:sldMkLst>
      </pc:sldChg>
      <pc:sldChg chg="del">
        <pc:chgData name="鈴木 秀規" userId="f68c5fd9-22d5-4c0a-9833-7fb0f5135313" providerId="ADAL" clId="{BE39BC92-915D-4BE9-AEA4-43CFA5564052}" dt="2021-01-28T02:07:53.316" v="9" actId="2696"/>
        <pc:sldMkLst>
          <pc:docMk/>
          <pc:sldMk cId="1710849802" sldId="384"/>
        </pc:sldMkLst>
      </pc:sldChg>
      <pc:sldChg chg="del">
        <pc:chgData name="鈴木 秀規" userId="f68c5fd9-22d5-4c0a-9833-7fb0f5135313" providerId="ADAL" clId="{BE39BC92-915D-4BE9-AEA4-43CFA5564052}" dt="2021-01-28T02:07:53.316" v="9" actId="2696"/>
        <pc:sldMkLst>
          <pc:docMk/>
          <pc:sldMk cId="3198427957" sldId="385"/>
        </pc:sldMkLst>
      </pc:sldChg>
      <pc:sldChg chg="del">
        <pc:chgData name="鈴木 秀規" userId="f68c5fd9-22d5-4c0a-9833-7fb0f5135313" providerId="ADAL" clId="{BE39BC92-915D-4BE9-AEA4-43CFA5564052}" dt="2021-01-28T02:07:53.316" v="9" actId="2696"/>
        <pc:sldMkLst>
          <pc:docMk/>
          <pc:sldMk cId="2401145918" sldId="386"/>
        </pc:sldMkLst>
      </pc:sldChg>
      <pc:sldChg chg="del">
        <pc:chgData name="鈴木 秀規" userId="f68c5fd9-22d5-4c0a-9833-7fb0f5135313" providerId="ADAL" clId="{BE39BC92-915D-4BE9-AEA4-43CFA5564052}" dt="2021-01-28T02:07:53.316" v="9" actId="2696"/>
        <pc:sldMkLst>
          <pc:docMk/>
          <pc:sldMk cId="3730994383" sldId="387"/>
        </pc:sldMkLst>
      </pc:sldChg>
      <pc:sldChg chg="del">
        <pc:chgData name="鈴木 秀規" userId="f68c5fd9-22d5-4c0a-9833-7fb0f5135313" providerId="ADAL" clId="{BE39BC92-915D-4BE9-AEA4-43CFA5564052}" dt="2021-01-28T02:07:53.316" v="9" actId="2696"/>
        <pc:sldMkLst>
          <pc:docMk/>
          <pc:sldMk cId="218868488" sldId="388"/>
        </pc:sldMkLst>
      </pc:sldChg>
      <pc:sldChg chg="del">
        <pc:chgData name="鈴木 秀規" userId="f68c5fd9-22d5-4c0a-9833-7fb0f5135313" providerId="ADAL" clId="{BE39BC92-915D-4BE9-AEA4-43CFA5564052}" dt="2021-01-28T02:07:53.316" v="9" actId="2696"/>
        <pc:sldMkLst>
          <pc:docMk/>
          <pc:sldMk cId="2271233834" sldId="389"/>
        </pc:sldMkLst>
      </pc:sldChg>
      <pc:sldChg chg="del">
        <pc:chgData name="鈴木 秀規" userId="f68c5fd9-22d5-4c0a-9833-7fb0f5135313" providerId="ADAL" clId="{BE39BC92-915D-4BE9-AEA4-43CFA5564052}" dt="2021-01-28T02:07:53.316" v="9" actId="2696"/>
        <pc:sldMkLst>
          <pc:docMk/>
          <pc:sldMk cId="613103497" sldId="390"/>
        </pc:sldMkLst>
      </pc:sldChg>
      <pc:sldChg chg="del">
        <pc:chgData name="鈴木 秀規" userId="f68c5fd9-22d5-4c0a-9833-7fb0f5135313" providerId="ADAL" clId="{BE39BC92-915D-4BE9-AEA4-43CFA5564052}" dt="2021-01-28T02:07:53.316" v="9" actId="2696"/>
        <pc:sldMkLst>
          <pc:docMk/>
          <pc:sldMk cId="2862026351" sldId="391"/>
        </pc:sldMkLst>
      </pc:sldChg>
      <pc:sldChg chg="del">
        <pc:chgData name="鈴木 秀規" userId="f68c5fd9-22d5-4c0a-9833-7fb0f5135313" providerId="ADAL" clId="{BE39BC92-915D-4BE9-AEA4-43CFA5564052}" dt="2021-01-28T02:07:53.316" v="9" actId="2696"/>
        <pc:sldMkLst>
          <pc:docMk/>
          <pc:sldMk cId="539211239" sldId="392"/>
        </pc:sldMkLst>
      </pc:sldChg>
      <pc:sldChg chg="del">
        <pc:chgData name="鈴木 秀規" userId="f68c5fd9-22d5-4c0a-9833-7fb0f5135313" providerId="ADAL" clId="{BE39BC92-915D-4BE9-AEA4-43CFA5564052}" dt="2021-01-28T02:07:53.316" v="9" actId="2696"/>
        <pc:sldMkLst>
          <pc:docMk/>
          <pc:sldMk cId="382950322" sldId="393"/>
        </pc:sldMkLst>
      </pc:sldChg>
      <pc:sldChg chg="del">
        <pc:chgData name="鈴木 秀規" userId="f68c5fd9-22d5-4c0a-9833-7fb0f5135313" providerId="ADAL" clId="{BE39BC92-915D-4BE9-AEA4-43CFA5564052}" dt="2021-01-28T02:07:53.316" v="9" actId="2696"/>
        <pc:sldMkLst>
          <pc:docMk/>
          <pc:sldMk cId="2892649949" sldId="394"/>
        </pc:sldMkLst>
      </pc:sldChg>
      <pc:sldChg chg="del">
        <pc:chgData name="鈴木 秀規" userId="f68c5fd9-22d5-4c0a-9833-7fb0f5135313" providerId="ADAL" clId="{BE39BC92-915D-4BE9-AEA4-43CFA5564052}" dt="2021-01-28T02:07:53.316" v="9" actId="2696"/>
        <pc:sldMkLst>
          <pc:docMk/>
          <pc:sldMk cId="3667572454" sldId="395"/>
        </pc:sldMkLst>
      </pc:sldChg>
      <pc:sldChg chg="del">
        <pc:chgData name="鈴木 秀規" userId="f68c5fd9-22d5-4c0a-9833-7fb0f5135313" providerId="ADAL" clId="{BE39BC92-915D-4BE9-AEA4-43CFA5564052}" dt="2021-01-28T02:07:53.316" v="9" actId="2696"/>
        <pc:sldMkLst>
          <pc:docMk/>
          <pc:sldMk cId="3508846154" sldId="396"/>
        </pc:sldMkLst>
      </pc:sldChg>
      <pc:sldChg chg="del">
        <pc:chgData name="鈴木 秀規" userId="f68c5fd9-22d5-4c0a-9833-7fb0f5135313" providerId="ADAL" clId="{BE39BC92-915D-4BE9-AEA4-43CFA5564052}" dt="2021-01-28T02:07:53.316" v="9" actId="2696"/>
        <pc:sldMkLst>
          <pc:docMk/>
          <pc:sldMk cId="2748557657" sldId="397"/>
        </pc:sldMkLst>
      </pc:sldChg>
      <pc:sldChg chg="del">
        <pc:chgData name="鈴木 秀規" userId="f68c5fd9-22d5-4c0a-9833-7fb0f5135313" providerId="ADAL" clId="{BE39BC92-915D-4BE9-AEA4-43CFA5564052}" dt="2021-01-28T02:07:53.316" v="9" actId="2696"/>
        <pc:sldMkLst>
          <pc:docMk/>
          <pc:sldMk cId="2605664090" sldId="398"/>
        </pc:sldMkLst>
      </pc:sldChg>
      <pc:sldChg chg="del">
        <pc:chgData name="鈴木 秀規" userId="f68c5fd9-22d5-4c0a-9833-7fb0f5135313" providerId="ADAL" clId="{BE39BC92-915D-4BE9-AEA4-43CFA5564052}" dt="2021-01-28T02:07:53.316" v="9" actId="2696"/>
        <pc:sldMkLst>
          <pc:docMk/>
          <pc:sldMk cId="4011058669" sldId="399"/>
        </pc:sldMkLst>
      </pc:sldChg>
    </pc:docChg>
  </pc:docChgLst>
  <pc:docChgLst>
    <pc:chgData name="鈴木 秀規" userId="f68c5fd9-22d5-4c0a-9833-7fb0f5135313" providerId="ADAL" clId="{F2CAF9F8-F2C6-4EF5-92E4-F89FCD0750B4}"/>
    <pc:docChg chg="undo custSel addSld delSld modSld">
      <pc:chgData name="鈴木 秀規" userId="f68c5fd9-22d5-4c0a-9833-7fb0f5135313" providerId="ADAL" clId="{F2CAF9F8-F2C6-4EF5-92E4-F89FCD0750B4}" dt="2021-01-12T05:39:59.693" v="1538" actId="20577"/>
      <pc:docMkLst>
        <pc:docMk/>
      </pc:docMkLst>
      <pc:sldChg chg="modSp">
        <pc:chgData name="鈴木 秀規" userId="f68c5fd9-22d5-4c0a-9833-7fb0f5135313" providerId="ADAL" clId="{F2CAF9F8-F2C6-4EF5-92E4-F89FCD0750B4}" dt="2021-01-12T04:36:59.608" v="0"/>
        <pc:sldMkLst>
          <pc:docMk/>
          <pc:sldMk cId="0" sldId="256"/>
        </pc:sldMkLst>
        <pc:spChg chg="mod">
          <ac:chgData name="鈴木 秀規" userId="f68c5fd9-22d5-4c0a-9833-7fb0f5135313" providerId="ADAL" clId="{F2CAF9F8-F2C6-4EF5-92E4-F89FCD0750B4}" dt="2021-01-12T04:36:59.608" v="0"/>
          <ac:spMkLst>
            <pc:docMk/>
            <pc:sldMk cId="0" sldId="256"/>
            <ac:spMk id="3" creationId="{1AF37D55-893C-40DE-8876-567A09F9C298}"/>
          </ac:spMkLst>
        </pc:spChg>
        <pc:spChg chg="mod">
          <ac:chgData name="鈴木 秀規" userId="f68c5fd9-22d5-4c0a-9833-7fb0f5135313" providerId="ADAL" clId="{F2CAF9F8-F2C6-4EF5-92E4-F89FCD0750B4}" dt="2021-01-12T04:36:59.608" v="0"/>
          <ac:spMkLst>
            <pc:docMk/>
            <pc:sldMk cId="0" sldId="256"/>
            <ac:spMk id="56" creationId="{00000000-0000-0000-0000-000000000000}"/>
          </ac:spMkLst>
        </pc:spChg>
      </pc:sldChg>
      <pc:sldChg chg="modSp del mod">
        <pc:chgData name="鈴木 秀規" userId="f68c5fd9-22d5-4c0a-9833-7fb0f5135313" providerId="ADAL" clId="{F2CAF9F8-F2C6-4EF5-92E4-F89FCD0750B4}" dt="2021-01-12T04:40:43.366" v="27" actId="47"/>
        <pc:sldMkLst>
          <pc:docMk/>
          <pc:sldMk cId="510692425" sldId="259"/>
        </pc:sldMkLst>
        <pc:spChg chg="mod">
          <ac:chgData name="鈴木 秀規" userId="f68c5fd9-22d5-4c0a-9833-7fb0f5135313" providerId="ADAL" clId="{F2CAF9F8-F2C6-4EF5-92E4-F89FCD0750B4}" dt="2021-01-12T04:36:59.608" v="0"/>
          <ac:spMkLst>
            <pc:docMk/>
            <pc:sldMk cId="510692425" sldId="259"/>
            <ac:spMk id="5" creationId="{A3029779-EAC3-4C79-8D54-6C50A59BB25F}"/>
          </ac:spMkLst>
        </pc:spChg>
        <pc:spChg chg="mod">
          <ac:chgData name="鈴木 秀規" userId="f68c5fd9-22d5-4c0a-9833-7fb0f5135313" providerId="ADAL" clId="{F2CAF9F8-F2C6-4EF5-92E4-F89FCD0750B4}" dt="2021-01-12T04:36:59.608" v="0"/>
          <ac:spMkLst>
            <pc:docMk/>
            <pc:sldMk cId="510692425" sldId="259"/>
            <ac:spMk id="6" creationId="{93CAF3DF-C091-49F3-9A99-6DC437D36896}"/>
          </ac:spMkLst>
        </pc:spChg>
        <pc:spChg chg="mod">
          <ac:chgData name="鈴木 秀規" userId="f68c5fd9-22d5-4c0a-9833-7fb0f5135313" providerId="ADAL" clId="{F2CAF9F8-F2C6-4EF5-92E4-F89FCD0750B4}" dt="2021-01-12T04:36:59.608" v="0"/>
          <ac:spMkLst>
            <pc:docMk/>
            <pc:sldMk cId="510692425" sldId="259"/>
            <ac:spMk id="7" creationId="{26125C28-3058-490D-92C2-94CB56CB505F}"/>
          </ac:spMkLst>
        </pc:spChg>
        <pc:spChg chg="mod">
          <ac:chgData name="鈴木 秀規" userId="f68c5fd9-22d5-4c0a-9833-7fb0f5135313" providerId="ADAL" clId="{F2CAF9F8-F2C6-4EF5-92E4-F89FCD0750B4}" dt="2021-01-12T04:38:18.880" v="6" actId="2711"/>
          <ac:spMkLst>
            <pc:docMk/>
            <pc:sldMk cId="510692425" sldId="259"/>
            <ac:spMk id="10" creationId="{3E5F57E8-1388-43AE-8DB4-00724FCD3EB3}"/>
          </ac:spMkLst>
        </pc:spChg>
        <pc:spChg chg="mod">
          <ac:chgData name="鈴木 秀規" userId="f68c5fd9-22d5-4c0a-9833-7fb0f5135313" providerId="ADAL" clId="{F2CAF9F8-F2C6-4EF5-92E4-F89FCD0750B4}" dt="2021-01-12T04:40:35.582" v="24" actId="1076"/>
          <ac:spMkLst>
            <pc:docMk/>
            <pc:sldMk cId="510692425" sldId="259"/>
            <ac:spMk id="16" creationId="{15D20A36-4487-7441-AAC0-662645AC7C25}"/>
          </ac:spMkLst>
        </pc:spChg>
      </pc:sldChg>
      <pc:sldChg chg="modSp">
        <pc:chgData name="鈴木 秀規" userId="f68c5fd9-22d5-4c0a-9833-7fb0f5135313" providerId="ADAL" clId="{F2CAF9F8-F2C6-4EF5-92E4-F89FCD0750B4}" dt="2021-01-12T04:36:59.608" v="0"/>
        <pc:sldMkLst>
          <pc:docMk/>
          <pc:sldMk cId="1511176286" sldId="261"/>
        </pc:sldMkLst>
        <pc:spChg chg="mod">
          <ac:chgData name="鈴木 秀規" userId="f68c5fd9-22d5-4c0a-9833-7fb0f5135313" providerId="ADAL" clId="{F2CAF9F8-F2C6-4EF5-92E4-F89FCD0750B4}" dt="2021-01-12T04:36:59.608" v="0"/>
          <ac:spMkLst>
            <pc:docMk/>
            <pc:sldMk cId="1511176286" sldId="261"/>
            <ac:spMk id="5" creationId="{A3029779-EAC3-4C79-8D54-6C50A59BB25F}"/>
          </ac:spMkLst>
        </pc:spChg>
        <pc:spChg chg="mod">
          <ac:chgData name="鈴木 秀規" userId="f68c5fd9-22d5-4c0a-9833-7fb0f5135313" providerId="ADAL" clId="{F2CAF9F8-F2C6-4EF5-92E4-F89FCD0750B4}" dt="2021-01-12T04:36:59.608" v="0"/>
          <ac:spMkLst>
            <pc:docMk/>
            <pc:sldMk cId="1511176286" sldId="261"/>
            <ac:spMk id="6" creationId="{93CAF3DF-C091-49F3-9A99-6DC437D36896}"/>
          </ac:spMkLst>
        </pc:spChg>
        <pc:spChg chg="mod">
          <ac:chgData name="鈴木 秀規" userId="f68c5fd9-22d5-4c0a-9833-7fb0f5135313" providerId="ADAL" clId="{F2CAF9F8-F2C6-4EF5-92E4-F89FCD0750B4}" dt="2021-01-12T04:36:59.608" v="0"/>
          <ac:spMkLst>
            <pc:docMk/>
            <pc:sldMk cId="1511176286" sldId="261"/>
            <ac:spMk id="7" creationId="{26125C28-3058-490D-92C2-94CB56CB505F}"/>
          </ac:spMkLst>
        </pc:spChg>
      </pc:sldChg>
      <pc:sldChg chg="modSp">
        <pc:chgData name="鈴木 秀規" userId="f68c5fd9-22d5-4c0a-9833-7fb0f5135313" providerId="ADAL" clId="{F2CAF9F8-F2C6-4EF5-92E4-F89FCD0750B4}" dt="2021-01-12T04:36:59.608" v="0"/>
        <pc:sldMkLst>
          <pc:docMk/>
          <pc:sldMk cId="1668843990" sldId="360"/>
        </pc:sldMkLst>
        <pc:spChg chg="mod">
          <ac:chgData name="鈴木 秀規" userId="f68c5fd9-22d5-4c0a-9833-7fb0f5135313" providerId="ADAL" clId="{F2CAF9F8-F2C6-4EF5-92E4-F89FCD0750B4}" dt="2021-01-12T04:36:59.608" v="0"/>
          <ac:spMkLst>
            <pc:docMk/>
            <pc:sldMk cId="1668843990" sldId="360"/>
            <ac:spMk id="2" creationId="{40FB9845-3211-4E75-B8F8-E4AD28A089F9}"/>
          </ac:spMkLst>
        </pc:spChg>
        <pc:spChg chg="mod">
          <ac:chgData name="鈴木 秀規" userId="f68c5fd9-22d5-4c0a-9833-7fb0f5135313" providerId="ADAL" clId="{F2CAF9F8-F2C6-4EF5-92E4-F89FCD0750B4}" dt="2021-01-12T04:36:59.608" v="0"/>
          <ac:spMkLst>
            <pc:docMk/>
            <pc:sldMk cId="1668843990" sldId="360"/>
            <ac:spMk id="4" creationId="{334718C7-3237-4F5B-8C4E-46AD01EC8B16}"/>
          </ac:spMkLst>
        </pc:spChg>
        <pc:spChg chg="mod">
          <ac:chgData name="鈴木 秀規" userId="f68c5fd9-22d5-4c0a-9833-7fb0f5135313" providerId="ADAL" clId="{F2CAF9F8-F2C6-4EF5-92E4-F89FCD0750B4}" dt="2021-01-12T04:36:59.608" v="0"/>
          <ac:spMkLst>
            <pc:docMk/>
            <pc:sldMk cId="1668843990" sldId="360"/>
            <ac:spMk id="6" creationId="{296F413B-E489-4470-92CF-59B185034A28}"/>
          </ac:spMkLst>
        </pc:spChg>
        <pc:spChg chg="mod">
          <ac:chgData name="鈴木 秀規" userId="f68c5fd9-22d5-4c0a-9833-7fb0f5135313" providerId="ADAL" clId="{F2CAF9F8-F2C6-4EF5-92E4-F89FCD0750B4}" dt="2021-01-12T04:36:59.608" v="0"/>
          <ac:spMkLst>
            <pc:docMk/>
            <pc:sldMk cId="1668843990" sldId="360"/>
            <ac:spMk id="7" creationId="{F3941853-6FD3-4122-A071-E1BCBCDF59D4}"/>
          </ac:spMkLst>
        </pc:spChg>
        <pc:spChg chg="mod">
          <ac:chgData name="鈴木 秀規" userId="f68c5fd9-22d5-4c0a-9833-7fb0f5135313" providerId="ADAL" clId="{F2CAF9F8-F2C6-4EF5-92E4-F89FCD0750B4}" dt="2021-01-12T04:36:59.608" v="0"/>
          <ac:spMkLst>
            <pc:docMk/>
            <pc:sldMk cId="1668843990" sldId="360"/>
            <ac:spMk id="9" creationId="{A4832727-EA7F-44D6-A9F2-E4AE0246960A}"/>
          </ac:spMkLst>
        </pc:spChg>
      </pc:sldChg>
      <pc:sldChg chg="modSp">
        <pc:chgData name="鈴木 秀規" userId="f68c5fd9-22d5-4c0a-9833-7fb0f5135313" providerId="ADAL" clId="{F2CAF9F8-F2C6-4EF5-92E4-F89FCD0750B4}" dt="2021-01-12T04:36:59.608" v="0"/>
        <pc:sldMkLst>
          <pc:docMk/>
          <pc:sldMk cId="267129399" sldId="361"/>
        </pc:sldMkLst>
        <pc:spChg chg="mod">
          <ac:chgData name="鈴木 秀規" userId="f68c5fd9-22d5-4c0a-9833-7fb0f5135313" providerId="ADAL" clId="{F2CAF9F8-F2C6-4EF5-92E4-F89FCD0750B4}" dt="2021-01-12T04:36:59.608" v="0"/>
          <ac:spMkLst>
            <pc:docMk/>
            <pc:sldMk cId="267129399" sldId="361"/>
            <ac:spMk id="2" creationId="{8F991990-0DC6-4730-83E5-36F909A6129F}"/>
          </ac:spMkLst>
        </pc:spChg>
        <pc:spChg chg="mod">
          <ac:chgData name="鈴木 秀規" userId="f68c5fd9-22d5-4c0a-9833-7fb0f5135313" providerId="ADAL" clId="{F2CAF9F8-F2C6-4EF5-92E4-F89FCD0750B4}" dt="2021-01-12T04:36:59.608" v="0"/>
          <ac:spMkLst>
            <pc:docMk/>
            <pc:sldMk cId="267129399" sldId="361"/>
            <ac:spMk id="3" creationId="{AA9BFD7B-04B5-49CD-8E91-4AC76C8C681F}"/>
          </ac:spMkLst>
        </pc:spChg>
        <pc:spChg chg="mod">
          <ac:chgData name="鈴木 秀規" userId="f68c5fd9-22d5-4c0a-9833-7fb0f5135313" providerId="ADAL" clId="{F2CAF9F8-F2C6-4EF5-92E4-F89FCD0750B4}" dt="2021-01-12T04:36:59.608" v="0"/>
          <ac:spMkLst>
            <pc:docMk/>
            <pc:sldMk cId="267129399" sldId="361"/>
            <ac:spMk id="4" creationId="{CA8524E1-6DFF-4647-8FD1-738AA4991EDC}"/>
          </ac:spMkLst>
        </pc:spChg>
        <pc:spChg chg="mod">
          <ac:chgData name="鈴木 秀規" userId="f68c5fd9-22d5-4c0a-9833-7fb0f5135313" providerId="ADAL" clId="{F2CAF9F8-F2C6-4EF5-92E4-F89FCD0750B4}" dt="2021-01-12T04:36:59.608" v="0"/>
          <ac:spMkLst>
            <pc:docMk/>
            <pc:sldMk cId="267129399" sldId="361"/>
            <ac:spMk id="5" creationId="{6FFB24F3-38DB-45A5-BA62-DD27EF2E4AA2}"/>
          </ac:spMkLst>
        </pc:spChg>
        <pc:spChg chg="mod">
          <ac:chgData name="鈴木 秀規" userId="f68c5fd9-22d5-4c0a-9833-7fb0f5135313" providerId="ADAL" clId="{F2CAF9F8-F2C6-4EF5-92E4-F89FCD0750B4}" dt="2021-01-12T04:36:59.608" v="0"/>
          <ac:spMkLst>
            <pc:docMk/>
            <pc:sldMk cId="267129399" sldId="361"/>
            <ac:spMk id="6" creationId="{D0F3BEAC-A5EA-4EE4-95C7-0AEC1107FD29}"/>
          </ac:spMkLst>
        </pc:spChg>
      </pc:sldChg>
      <pc:sldChg chg="modSp">
        <pc:chgData name="鈴木 秀規" userId="f68c5fd9-22d5-4c0a-9833-7fb0f5135313" providerId="ADAL" clId="{F2CAF9F8-F2C6-4EF5-92E4-F89FCD0750B4}" dt="2021-01-12T04:36:59.608" v="0"/>
        <pc:sldMkLst>
          <pc:docMk/>
          <pc:sldMk cId="2503862587" sldId="362"/>
        </pc:sldMkLst>
        <pc:spChg chg="mod">
          <ac:chgData name="鈴木 秀規" userId="f68c5fd9-22d5-4c0a-9833-7fb0f5135313" providerId="ADAL" clId="{F2CAF9F8-F2C6-4EF5-92E4-F89FCD0750B4}" dt="2021-01-12T04:36:59.608" v="0"/>
          <ac:spMkLst>
            <pc:docMk/>
            <pc:sldMk cId="2503862587" sldId="362"/>
            <ac:spMk id="2" creationId="{6E4694B3-F66C-2C42-ABF3-667F907DA0DD}"/>
          </ac:spMkLst>
        </pc:spChg>
        <pc:spChg chg="mod">
          <ac:chgData name="鈴木 秀規" userId="f68c5fd9-22d5-4c0a-9833-7fb0f5135313" providerId="ADAL" clId="{F2CAF9F8-F2C6-4EF5-92E4-F89FCD0750B4}" dt="2021-01-12T04:36:59.608" v="0"/>
          <ac:spMkLst>
            <pc:docMk/>
            <pc:sldMk cId="2503862587" sldId="362"/>
            <ac:spMk id="3" creationId="{0AA7DF0E-6130-4E46-AE0F-FC0B82015E51}"/>
          </ac:spMkLst>
        </pc:spChg>
        <pc:spChg chg="mod">
          <ac:chgData name="鈴木 秀規" userId="f68c5fd9-22d5-4c0a-9833-7fb0f5135313" providerId="ADAL" clId="{F2CAF9F8-F2C6-4EF5-92E4-F89FCD0750B4}" dt="2021-01-12T04:36:59.608" v="0"/>
          <ac:spMkLst>
            <pc:docMk/>
            <pc:sldMk cId="2503862587" sldId="362"/>
            <ac:spMk id="4" creationId="{D9FB1868-09BC-2B48-A261-614253F308F0}"/>
          </ac:spMkLst>
        </pc:spChg>
      </pc:sldChg>
      <pc:sldChg chg="modSp del mod">
        <pc:chgData name="鈴木 秀規" userId="f68c5fd9-22d5-4c0a-9833-7fb0f5135313" providerId="ADAL" clId="{F2CAF9F8-F2C6-4EF5-92E4-F89FCD0750B4}" dt="2021-01-12T04:42:06.007" v="43" actId="2696"/>
        <pc:sldMkLst>
          <pc:docMk/>
          <pc:sldMk cId="4089106883" sldId="363"/>
        </pc:sldMkLst>
        <pc:spChg chg="mod">
          <ac:chgData name="鈴木 秀規" userId="f68c5fd9-22d5-4c0a-9833-7fb0f5135313" providerId="ADAL" clId="{F2CAF9F8-F2C6-4EF5-92E4-F89FCD0750B4}" dt="2021-01-12T04:36:59.608" v="0"/>
          <ac:spMkLst>
            <pc:docMk/>
            <pc:sldMk cId="4089106883" sldId="363"/>
            <ac:spMk id="5" creationId="{A3029779-EAC3-4C79-8D54-6C50A59BB25F}"/>
          </ac:spMkLst>
        </pc:spChg>
        <pc:spChg chg="mod">
          <ac:chgData name="鈴木 秀規" userId="f68c5fd9-22d5-4c0a-9833-7fb0f5135313" providerId="ADAL" clId="{F2CAF9F8-F2C6-4EF5-92E4-F89FCD0750B4}" dt="2021-01-12T04:36:59.608" v="0"/>
          <ac:spMkLst>
            <pc:docMk/>
            <pc:sldMk cId="4089106883" sldId="363"/>
            <ac:spMk id="6" creationId="{93CAF3DF-C091-49F3-9A99-6DC437D36896}"/>
          </ac:spMkLst>
        </pc:spChg>
        <pc:spChg chg="mod">
          <ac:chgData name="鈴木 秀規" userId="f68c5fd9-22d5-4c0a-9833-7fb0f5135313" providerId="ADAL" clId="{F2CAF9F8-F2C6-4EF5-92E4-F89FCD0750B4}" dt="2021-01-12T04:36:59.608" v="0"/>
          <ac:spMkLst>
            <pc:docMk/>
            <pc:sldMk cId="4089106883" sldId="363"/>
            <ac:spMk id="7" creationId="{26125C28-3058-490D-92C2-94CB56CB505F}"/>
          </ac:spMkLst>
        </pc:spChg>
        <pc:spChg chg="mod">
          <ac:chgData name="鈴木 秀規" userId="f68c5fd9-22d5-4c0a-9833-7fb0f5135313" providerId="ADAL" clId="{F2CAF9F8-F2C6-4EF5-92E4-F89FCD0750B4}" dt="2021-01-12T04:38:59.453" v="10" actId="2711"/>
          <ac:spMkLst>
            <pc:docMk/>
            <pc:sldMk cId="4089106883" sldId="363"/>
            <ac:spMk id="10" creationId="{3E5F57E8-1388-43AE-8DB4-00724FCD3EB3}"/>
          </ac:spMkLst>
        </pc:spChg>
      </pc:sldChg>
      <pc:sldChg chg="modSp">
        <pc:chgData name="鈴木 秀規" userId="f68c5fd9-22d5-4c0a-9833-7fb0f5135313" providerId="ADAL" clId="{F2CAF9F8-F2C6-4EF5-92E4-F89FCD0750B4}" dt="2021-01-12T04:36:59.608" v="0"/>
        <pc:sldMkLst>
          <pc:docMk/>
          <pc:sldMk cId="3893490019" sldId="364"/>
        </pc:sldMkLst>
        <pc:spChg chg="mod">
          <ac:chgData name="鈴木 秀規" userId="f68c5fd9-22d5-4c0a-9833-7fb0f5135313" providerId="ADAL" clId="{F2CAF9F8-F2C6-4EF5-92E4-F89FCD0750B4}" dt="2021-01-12T04:36:59.608" v="0"/>
          <ac:spMkLst>
            <pc:docMk/>
            <pc:sldMk cId="3893490019" sldId="364"/>
            <ac:spMk id="2" creationId="{7FABB1DA-A90A-BF44-B7B3-D07D46F61CAC}"/>
          </ac:spMkLst>
        </pc:spChg>
        <pc:spChg chg="mod">
          <ac:chgData name="鈴木 秀規" userId="f68c5fd9-22d5-4c0a-9833-7fb0f5135313" providerId="ADAL" clId="{F2CAF9F8-F2C6-4EF5-92E4-F89FCD0750B4}" dt="2021-01-12T04:36:59.608" v="0"/>
          <ac:spMkLst>
            <pc:docMk/>
            <pc:sldMk cId="3893490019" sldId="364"/>
            <ac:spMk id="3" creationId="{3A3F26A6-F565-3340-BD2E-EB9E7892240E}"/>
          </ac:spMkLst>
        </pc:spChg>
        <pc:spChg chg="mod">
          <ac:chgData name="鈴木 秀規" userId="f68c5fd9-22d5-4c0a-9833-7fb0f5135313" providerId="ADAL" clId="{F2CAF9F8-F2C6-4EF5-92E4-F89FCD0750B4}" dt="2021-01-12T04:36:59.608" v="0"/>
          <ac:spMkLst>
            <pc:docMk/>
            <pc:sldMk cId="3893490019" sldId="364"/>
            <ac:spMk id="4" creationId="{F0E6C3C8-6543-4445-AC1D-0374E8CE9FA7}"/>
          </ac:spMkLst>
        </pc:spChg>
        <pc:spChg chg="mod">
          <ac:chgData name="鈴木 秀規" userId="f68c5fd9-22d5-4c0a-9833-7fb0f5135313" providerId="ADAL" clId="{F2CAF9F8-F2C6-4EF5-92E4-F89FCD0750B4}" dt="2021-01-12T04:36:59.608" v="0"/>
          <ac:spMkLst>
            <pc:docMk/>
            <pc:sldMk cId="3893490019" sldId="364"/>
            <ac:spMk id="5" creationId="{2BB4C47D-B980-1C4B-8248-0869FD55EB3D}"/>
          </ac:spMkLst>
        </pc:spChg>
      </pc:sldChg>
      <pc:sldChg chg="modSp mod">
        <pc:chgData name="鈴木 秀規" userId="f68c5fd9-22d5-4c0a-9833-7fb0f5135313" providerId="ADAL" clId="{F2CAF9F8-F2C6-4EF5-92E4-F89FCD0750B4}" dt="2021-01-12T04:44:03.179" v="109" actId="404"/>
        <pc:sldMkLst>
          <pc:docMk/>
          <pc:sldMk cId="2559106598" sldId="365"/>
        </pc:sldMkLst>
        <pc:spChg chg="mod">
          <ac:chgData name="鈴木 秀規" userId="f68c5fd9-22d5-4c0a-9833-7fb0f5135313" providerId="ADAL" clId="{F2CAF9F8-F2C6-4EF5-92E4-F89FCD0750B4}" dt="2021-01-12T04:36:59.608" v="0"/>
          <ac:spMkLst>
            <pc:docMk/>
            <pc:sldMk cId="2559106598" sldId="365"/>
            <ac:spMk id="2" creationId="{78E72CC0-84D7-F940-8547-5CD32644186A}"/>
          </ac:spMkLst>
        </pc:spChg>
        <pc:spChg chg="mod">
          <ac:chgData name="鈴木 秀規" userId="f68c5fd9-22d5-4c0a-9833-7fb0f5135313" providerId="ADAL" clId="{F2CAF9F8-F2C6-4EF5-92E4-F89FCD0750B4}" dt="2021-01-12T04:36:59.608" v="0"/>
          <ac:spMkLst>
            <pc:docMk/>
            <pc:sldMk cId="2559106598" sldId="365"/>
            <ac:spMk id="3" creationId="{570D767C-529D-1D4C-9BD6-2E3AAE679914}"/>
          </ac:spMkLst>
        </pc:spChg>
        <pc:spChg chg="mod">
          <ac:chgData name="鈴木 秀規" userId="f68c5fd9-22d5-4c0a-9833-7fb0f5135313" providerId="ADAL" clId="{F2CAF9F8-F2C6-4EF5-92E4-F89FCD0750B4}" dt="2021-01-12T04:36:59.608" v="0"/>
          <ac:spMkLst>
            <pc:docMk/>
            <pc:sldMk cId="2559106598" sldId="365"/>
            <ac:spMk id="4" creationId="{5C76D554-1D05-0D47-95D6-B29E81E5EAFC}"/>
          </ac:spMkLst>
        </pc:spChg>
        <pc:graphicFrameChg chg="modGraphic">
          <ac:chgData name="鈴木 秀規" userId="f68c5fd9-22d5-4c0a-9833-7fb0f5135313" providerId="ADAL" clId="{F2CAF9F8-F2C6-4EF5-92E4-F89FCD0750B4}" dt="2021-01-12T04:44:03.179" v="109" actId="404"/>
          <ac:graphicFrameMkLst>
            <pc:docMk/>
            <pc:sldMk cId="2559106598" sldId="365"/>
            <ac:graphicFrameMk id="6" creationId="{A5C776C1-5736-6E41-AFE0-D7FC9EBFA87B}"/>
          </ac:graphicFrameMkLst>
        </pc:graphicFrameChg>
      </pc:sldChg>
      <pc:sldChg chg="addSp modSp mod modClrScheme chgLayout">
        <pc:chgData name="鈴木 秀規" userId="f68c5fd9-22d5-4c0a-9833-7fb0f5135313" providerId="ADAL" clId="{F2CAF9F8-F2C6-4EF5-92E4-F89FCD0750B4}" dt="2021-01-12T04:39:39.041" v="13" actId="700"/>
        <pc:sldMkLst>
          <pc:docMk/>
          <pc:sldMk cId="15529201" sldId="367"/>
        </pc:sldMkLst>
        <pc:spChg chg="add mod ord">
          <ac:chgData name="鈴木 秀規" userId="f68c5fd9-22d5-4c0a-9833-7fb0f5135313" providerId="ADAL" clId="{F2CAF9F8-F2C6-4EF5-92E4-F89FCD0750B4}" dt="2021-01-12T04:39:39.041" v="13" actId="700"/>
          <ac:spMkLst>
            <pc:docMk/>
            <pc:sldMk cId="15529201" sldId="367"/>
            <ac:spMk id="3" creationId="{A46A7E87-E7BA-4AD7-A158-ED4B8A59EEAA}"/>
          </ac:spMkLst>
        </pc:spChg>
        <pc:spChg chg="mod ord">
          <ac:chgData name="鈴木 秀規" userId="f68c5fd9-22d5-4c0a-9833-7fb0f5135313" providerId="ADAL" clId="{F2CAF9F8-F2C6-4EF5-92E4-F89FCD0750B4}" dt="2021-01-12T04:39:39.041" v="13" actId="700"/>
          <ac:spMkLst>
            <pc:docMk/>
            <pc:sldMk cId="15529201" sldId="367"/>
            <ac:spMk id="5" creationId="{A3029779-EAC3-4C79-8D54-6C50A59BB25F}"/>
          </ac:spMkLst>
        </pc:spChg>
        <pc:spChg chg="mod ord">
          <ac:chgData name="鈴木 秀規" userId="f68c5fd9-22d5-4c0a-9833-7fb0f5135313" providerId="ADAL" clId="{F2CAF9F8-F2C6-4EF5-92E4-F89FCD0750B4}" dt="2021-01-12T04:39:39.041" v="13" actId="700"/>
          <ac:spMkLst>
            <pc:docMk/>
            <pc:sldMk cId="15529201" sldId="367"/>
            <ac:spMk id="6" creationId="{93CAF3DF-C091-49F3-9A99-6DC437D36896}"/>
          </ac:spMkLst>
        </pc:spChg>
        <pc:spChg chg="mod ord">
          <ac:chgData name="鈴木 秀規" userId="f68c5fd9-22d5-4c0a-9833-7fb0f5135313" providerId="ADAL" clId="{F2CAF9F8-F2C6-4EF5-92E4-F89FCD0750B4}" dt="2021-01-12T04:39:39.041" v="13" actId="700"/>
          <ac:spMkLst>
            <pc:docMk/>
            <pc:sldMk cId="15529201" sldId="367"/>
            <ac:spMk id="7" creationId="{26125C28-3058-490D-92C2-94CB56CB505F}"/>
          </ac:spMkLst>
        </pc:spChg>
        <pc:spChg chg="mod ord">
          <ac:chgData name="鈴木 秀規" userId="f68c5fd9-22d5-4c0a-9833-7fb0f5135313" providerId="ADAL" clId="{F2CAF9F8-F2C6-4EF5-92E4-F89FCD0750B4}" dt="2021-01-12T04:39:39.041" v="13" actId="700"/>
          <ac:spMkLst>
            <pc:docMk/>
            <pc:sldMk cId="15529201" sldId="367"/>
            <ac:spMk id="10" creationId="{3E5F57E8-1388-43AE-8DB4-00724FCD3EB3}"/>
          </ac:spMkLst>
        </pc:spChg>
        <pc:spChg chg="add mod ord">
          <ac:chgData name="鈴木 秀規" userId="f68c5fd9-22d5-4c0a-9833-7fb0f5135313" providerId="ADAL" clId="{F2CAF9F8-F2C6-4EF5-92E4-F89FCD0750B4}" dt="2021-01-12T04:39:39.041" v="13" actId="700"/>
          <ac:spMkLst>
            <pc:docMk/>
            <pc:sldMk cId="15529201" sldId="367"/>
            <ac:spMk id="11" creationId="{3EB9FD6E-422E-4C20-A575-13013610EAF6}"/>
          </ac:spMkLst>
        </pc:spChg>
      </pc:sldChg>
      <pc:sldChg chg="modSp">
        <pc:chgData name="鈴木 秀規" userId="f68c5fd9-22d5-4c0a-9833-7fb0f5135313" providerId="ADAL" clId="{F2CAF9F8-F2C6-4EF5-92E4-F89FCD0750B4}" dt="2021-01-12T04:36:59.608" v="0"/>
        <pc:sldMkLst>
          <pc:docMk/>
          <pc:sldMk cId="1431651866" sldId="368"/>
        </pc:sldMkLst>
        <pc:spChg chg="mod">
          <ac:chgData name="鈴木 秀規" userId="f68c5fd9-22d5-4c0a-9833-7fb0f5135313" providerId="ADAL" clId="{F2CAF9F8-F2C6-4EF5-92E4-F89FCD0750B4}" dt="2021-01-12T04:36:59.608" v="0"/>
          <ac:spMkLst>
            <pc:docMk/>
            <pc:sldMk cId="1431651866" sldId="368"/>
            <ac:spMk id="2" creationId="{78E72CC0-84D7-F940-8547-5CD32644186A}"/>
          </ac:spMkLst>
        </pc:spChg>
        <pc:spChg chg="mod">
          <ac:chgData name="鈴木 秀規" userId="f68c5fd9-22d5-4c0a-9833-7fb0f5135313" providerId="ADAL" clId="{F2CAF9F8-F2C6-4EF5-92E4-F89FCD0750B4}" dt="2021-01-12T04:36:59.608" v="0"/>
          <ac:spMkLst>
            <pc:docMk/>
            <pc:sldMk cId="1431651866" sldId="368"/>
            <ac:spMk id="3" creationId="{570D767C-529D-1D4C-9BD6-2E3AAE679914}"/>
          </ac:spMkLst>
        </pc:spChg>
        <pc:spChg chg="mod">
          <ac:chgData name="鈴木 秀規" userId="f68c5fd9-22d5-4c0a-9833-7fb0f5135313" providerId="ADAL" clId="{F2CAF9F8-F2C6-4EF5-92E4-F89FCD0750B4}" dt="2021-01-12T04:36:59.608" v="0"/>
          <ac:spMkLst>
            <pc:docMk/>
            <pc:sldMk cId="1431651866" sldId="368"/>
            <ac:spMk id="4" creationId="{5C76D554-1D05-0D47-95D6-B29E81E5EAFC}"/>
          </ac:spMkLst>
        </pc:spChg>
      </pc:sldChg>
      <pc:sldChg chg="modSp del mod">
        <pc:chgData name="鈴木 秀規" userId="f68c5fd9-22d5-4c0a-9833-7fb0f5135313" providerId="ADAL" clId="{F2CAF9F8-F2C6-4EF5-92E4-F89FCD0750B4}" dt="2021-01-12T04:45:04.577" v="148" actId="2696"/>
        <pc:sldMkLst>
          <pc:docMk/>
          <pc:sldMk cId="3018498330" sldId="369"/>
        </pc:sldMkLst>
        <pc:spChg chg="mod">
          <ac:chgData name="鈴木 秀規" userId="f68c5fd9-22d5-4c0a-9833-7fb0f5135313" providerId="ADAL" clId="{F2CAF9F8-F2C6-4EF5-92E4-F89FCD0750B4}" dt="2021-01-12T04:36:59.608" v="0"/>
          <ac:spMkLst>
            <pc:docMk/>
            <pc:sldMk cId="3018498330" sldId="369"/>
            <ac:spMk id="2" creationId="{66EC7532-098F-E543-A5F5-DCE2A43E7B47}"/>
          </ac:spMkLst>
        </pc:spChg>
        <pc:spChg chg="mod">
          <ac:chgData name="鈴木 秀規" userId="f68c5fd9-22d5-4c0a-9833-7fb0f5135313" providerId="ADAL" clId="{F2CAF9F8-F2C6-4EF5-92E4-F89FCD0750B4}" dt="2021-01-12T04:36:59.608" v="0"/>
          <ac:spMkLst>
            <pc:docMk/>
            <pc:sldMk cId="3018498330" sldId="369"/>
            <ac:spMk id="3" creationId="{F1C6C295-7820-0949-875F-EAF056230447}"/>
          </ac:spMkLst>
        </pc:spChg>
        <pc:spChg chg="mod">
          <ac:chgData name="鈴木 秀規" userId="f68c5fd9-22d5-4c0a-9833-7fb0f5135313" providerId="ADAL" clId="{F2CAF9F8-F2C6-4EF5-92E4-F89FCD0750B4}" dt="2021-01-12T04:36:59.608" v="0"/>
          <ac:spMkLst>
            <pc:docMk/>
            <pc:sldMk cId="3018498330" sldId="369"/>
            <ac:spMk id="4" creationId="{0B3C1CED-6132-7648-873E-BC90BCD14454}"/>
          </ac:spMkLst>
        </pc:spChg>
        <pc:spChg chg="mod">
          <ac:chgData name="鈴木 秀規" userId="f68c5fd9-22d5-4c0a-9833-7fb0f5135313" providerId="ADAL" clId="{F2CAF9F8-F2C6-4EF5-92E4-F89FCD0750B4}" dt="2021-01-12T04:44:48.619" v="146" actId="21"/>
          <ac:spMkLst>
            <pc:docMk/>
            <pc:sldMk cId="3018498330" sldId="369"/>
            <ac:spMk id="5" creationId="{6B35BADF-F225-2348-897F-AF9752777AC5}"/>
          </ac:spMkLst>
        </pc:spChg>
      </pc:sldChg>
      <pc:sldChg chg="modSp add del mod">
        <pc:chgData name="鈴木 秀規" userId="f68c5fd9-22d5-4c0a-9833-7fb0f5135313" providerId="ADAL" clId="{F2CAF9F8-F2C6-4EF5-92E4-F89FCD0750B4}" dt="2021-01-12T05:39:59.693" v="1538" actId="20577"/>
        <pc:sldMkLst>
          <pc:docMk/>
          <pc:sldMk cId="3805279594" sldId="370"/>
        </pc:sldMkLst>
        <pc:spChg chg="mod">
          <ac:chgData name="鈴木 秀規" userId="f68c5fd9-22d5-4c0a-9833-7fb0f5135313" providerId="ADAL" clId="{F2CAF9F8-F2C6-4EF5-92E4-F89FCD0750B4}" dt="2021-01-12T04:36:59.608" v="0"/>
          <ac:spMkLst>
            <pc:docMk/>
            <pc:sldMk cId="3805279594" sldId="370"/>
            <ac:spMk id="2" creationId="{BBE8F2DC-477F-4A46-AA45-FC9B49760439}"/>
          </ac:spMkLst>
        </pc:spChg>
        <pc:spChg chg="mod">
          <ac:chgData name="鈴木 秀規" userId="f68c5fd9-22d5-4c0a-9833-7fb0f5135313" providerId="ADAL" clId="{F2CAF9F8-F2C6-4EF5-92E4-F89FCD0750B4}" dt="2021-01-12T04:36:59.608" v="0"/>
          <ac:spMkLst>
            <pc:docMk/>
            <pc:sldMk cId="3805279594" sldId="370"/>
            <ac:spMk id="3" creationId="{9CB86EFC-2A3F-214C-A2A0-00EB1AC0E3F3}"/>
          </ac:spMkLst>
        </pc:spChg>
        <pc:spChg chg="mod">
          <ac:chgData name="鈴木 秀規" userId="f68c5fd9-22d5-4c0a-9833-7fb0f5135313" providerId="ADAL" clId="{F2CAF9F8-F2C6-4EF5-92E4-F89FCD0750B4}" dt="2021-01-12T04:36:59.608" v="0"/>
          <ac:spMkLst>
            <pc:docMk/>
            <pc:sldMk cId="3805279594" sldId="370"/>
            <ac:spMk id="4" creationId="{767846D2-8A50-CE4D-B292-AB4CB00FC300}"/>
          </ac:spMkLst>
        </pc:spChg>
        <pc:spChg chg="mod">
          <ac:chgData name="鈴木 秀規" userId="f68c5fd9-22d5-4c0a-9833-7fb0f5135313" providerId="ADAL" clId="{F2CAF9F8-F2C6-4EF5-92E4-F89FCD0750B4}" dt="2021-01-12T05:39:59.693" v="1538" actId="20577"/>
          <ac:spMkLst>
            <pc:docMk/>
            <pc:sldMk cId="3805279594" sldId="370"/>
            <ac:spMk id="5" creationId="{D9D24A15-605C-D342-9DF6-15A80C8E63C7}"/>
          </ac:spMkLst>
        </pc:spChg>
      </pc:sldChg>
      <pc:sldChg chg="modSp">
        <pc:chgData name="鈴木 秀規" userId="f68c5fd9-22d5-4c0a-9833-7fb0f5135313" providerId="ADAL" clId="{F2CAF9F8-F2C6-4EF5-92E4-F89FCD0750B4}" dt="2021-01-12T04:36:59.608" v="0"/>
        <pc:sldMkLst>
          <pc:docMk/>
          <pc:sldMk cId="2800751255" sldId="371"/>
        </pc:sldMkLst>
        <pc:spChg chg="mod">
          <ac:chgData name="鈴木 秀規" userId="f68c5fd9-22d5-4c0a-9833-7fb0f5135313" providerId="ADAL" clId="{F2CAF9F8-F2C6-4EF5-92E4-F89FCD0750B4}" dt="2021-01-12T04:36:59.608" v="0"/>
          <ac:spMkLst>
            <pc:docMk/>
            <pc:sldMk cId="2800751255" sldId="371"/>
            <ac:spMk id="2" creationId="{992F612E-920E-DB42-831C-9A43B943FD23}"/>
          </ac:spMkLst>
        </pc:spChg>
        <pc:spChg chg="mod">
          <ac:chgData name="鈴木 秀規" userId="f68c5fd9-22d5-4c0a-9833-7fb0f5135313" providerId="ADAL" clId="{F2CAF9F8-F2C6-4EF5-92E4-F89FCD0750B4}" dt="2021-01-12T04:36:59.608" v="0"/>
          <ac:spMkLst>
            <pc:docMk/>
            <pc:sldMk cId="2800751255" sldId="371"/>
            <ac:spMk id="3" creationId="{86AF2C75-7C50-5545-B86A-AB0C1071AFF0}"/>
          </ac:spMkLst>
        </pc:spChg>
        <pc:spChg chg="mod">
          <ac:chgData name="鈴木 秀規" userId="f68c5fd9-22d5-4c0a-9833-7fb0f5135313" providerId="ADAL" clId="{F2CAF9F8-F2C6-4EF5-92E4-F89FCD0750B4}" dt="2021-01-12T04:36:59.608" v="0"/>
          <ac:spMkLst>
            <pc:docMk/>
            <pc:sldMk cId="2800751255" sldId="371"/>
            <ac:spMk id="4" creationId="{3D4BFF4A-92E9-3741-A870-60BBC65CCFE0}"/>
          </ac:spMkLst>
        </pc:spChg>
        <pc:spChg chg="mod">
          <ac:chgData name="鈴木 秀規" userId="f68c5fd9-22d5-4c0a-9833-7fb0f5135313" providerId="ADAL" clId="{F2CAF9F8-F2C6-4EF5-92E4-F89FCD0750B4}" dt="2021-01-12T04:36:59.608" v="0"/>
          <ac:spMkLst>
            <pc:docMk/>
            <pc:sldMk cId="2800751255" sldId="371"/>
            <ac:spMk id="5" creationId="{199D3E35-553D-E34C-ABB7-3B8D9DB70C07}"/>
          </ac:spMkLst>
        </pc:spChg>
      </pc:sldChg>
      <pc:sldChg chg="addSp delSp modSp new mod modClrScheme chgLayout">
        <pc:chgData name="鈴木 秀規" userId="f68c5fd9-22d5-4c0a-9833-7fb0f5135313" providerId="ADAL" clId="{F2CAF9F8-F2C6-4EF5-92E4-F89FCD0750B4}" dt="2021-01-12T04:42:45.469" v="105"/>
        <pc:sldMkLst>
          <pc:docMk/>
          <pc:sldMk cId="172008769" sldId="372"/>
        </pc:sldMkLst>
        <pc:spChg chg="del mod ord">
          <ac:chgData name="鈴木 秀規" userId="f68c5fd9-22d5-4c0a-9833-7fb0f5135313" providerId="ADAL" clId="{F2CAF9F8-F2C6-4EF5-92E4-F89FCD0750B4}" dt="2021-01-12T04:39:53.274" v="15" actId="700"/>
          <ac:spMkLst>
            <pc:docMk/>
            <pc:sldMk cId="172008769" sldId="372"/>
            <ac:spMk id="2" creationId="{EDE75749-E2ED-4EBC-AD20-E2D500F203D8}"/>
          </ac:spMkLst>
        </pc:spChg>
        <pc:spChg chg="mod ord">
          <ac:chgData name="鈴木 秀規" userId="f68c5fd9-22d5-4c0a-9833-7fb0f5135313" providerId="ADAL" clId="{F2CAF9F8-F2C6-4EF5-92E4-F89FCD0750B4}" dt="2021-01-12T04:39:53.274" v="15" actId="700"/>
          <ac:spMkLst>
            <pc:docMk/>
            <pc:sldMk cId="172008769" sldId="372"/>
            <ac:spMk id="3" creationId="{1B7C07C9-FEE3-4AC9-9F75-8ED3972B0330}"/>
          </ac:spMkLst>
        </pc:spChg>
        <pc:spChg chg="mod ord">
          <ac:chgData name="鈴木 秀規" userId="f68c5fd9-22d5-4c0a-9833-7fb0f5135313" providerId="ADAL" clId="{F2CAF9F8-F2C6-4EF5-92E4-F89FCD0750B4}" dt="2021-01-12T04:39:53.274" v="15" actId="700"/>
          <ac:spMkLst>
            <pc:docMk/>
            <pc:sldMk cId="172008769" sldId="372"/>
            <ac:spMk id="4" creationId="{09A94BC2-F42C-4D26-AFF8-47587794D6DB}"/>
          </ac:spMkLst>
        </pc:spChg>
        <pc:spChg chg="del mod ord">
          <ac:chgData name="鈴木 秀規" userId="f68c5fd9-22d5-4c0a-9833-7fb0f5135313" providerId="ADAL" clId="{F2CAF9F8-F2C6-4EF5-92E4-F89FCD0750B4}" dt="2021-01-12T04:39:53.274" v="15" actId="700"/>
          <ac:spMkLst>
            <pc:docMk/>
            <pc:sldMk cId="172008769" sldId="372"/>
            <ac:spMk id="5" creationId="{582A0B60-E9CC-4AAA-BC40-C52C15034634}"/>
          </ac:spMkLst>
        </pc:spChg>
        <pc:spChg chg="add mod ord">
          <ac:chgData name="鈴木 秀規" userId="f68c5fd9-22d5-4c0a-9833-7fb0f5135313" providerId="ADAL" clId="{F2CAF9F8-F2C6-4EF5-92E4-F89FCD0750B4}" dt="2021-01-12T04:42:45.469" v="105"/>
          <ac:spMkLst>
            <pc:docMk/>
            <pc:sldMk cId="172008769" sldId="372"/>
            <ac:spMk id="6" creationId="{3706AB8D-A382-42EF-9DE4-041BFCABF741}"/>
          </ac:spMkLst>
        </pc:spChg>
        <pc:spChg chg="add mod ord">
          <ac:chgData name="鈴木 秀規" userId="f68c5fd9-22d5-4c0a-9833-7fb0f5135313" providerId="ADAL" clId="{F2CAF9F8-F2C6-4EF5-92E4-F89FCD0750B4}" dt="2021-01-12T04:41:32.672" v="38" actId="14100"/>
          <ac:spMkLst>
            <pc:docMk/>
            <pc:sldMk cId="172008769" sldId="372"/>
            <ac:spMk id="7" creationId="{672739A4-DFB9-47C7-9258-80F9236238A4}"/>
          </ac:spMkLst>
        </pc:spChg>
        <pc:spChg chg="add mod ord">
          <ac:chgData name="鈴木 秀規" userId="f68c5fd9-22d5-4c0a-9833-7fb0f5135313" providerId="ADAL" clId="{F2CAF9F8-F2C6-4EF5-92E4-F89FCD0750B4}" dt="2021-01-12T04:41:26.967" v="36" actId="14100"/>
          <ac:spMkLst>
            <pc:docMk/>
            <pc:sldMk cId="172008769" sldId="372"/>
            <ac:spMk id="8" creationId="{1A8BB172-35AF-4185-A46A-ED93D3A7D7C5}"/>
          </ac:spMkLst>
        </pc:spChg>
        <pc:spChg chg="add mod ord">
          <ac:chgData name="鈴木 秀規" userId="f68c5fd9-22d5-4c0a-9833-7fb0f5135313" providerId="ADAL" clId="{F2CAF9F8-F2C6-4EF5-92E4-F89FCD0750B4}" dt="2021-01-12T04:39:53.274" v="15" actId="700"/>
          <ac:spMkLst>
            <pc:docMk/>
            <pc:sldMk cId="172008769" sldId="372"/>
            <ac:spMk id="9" creationId="{C8049898-5D79-42B6-B7CD-2DF86C0BA5FA}"/>
          </ac:spMkLst>
        </pc:spChg>
        <pc:spChg chg="add mod">
          <ac:chgData name="鈴木 秀規" userId="f68c5fd9-22d5-4c0a-9833-7fb0f5135313" providerId="ADAL" clId="{F2CAF9F8-F2C6-4EF5-92E4-F89FCD0750B4}" dt="2021-01-12T04:40:41.557" v="26" actId="14100"/>
          <ac:spMkLst>
            <pc:docMk/>
            <pc:sldMk cId="172008769" sldId="372"/>
            <ac:spMk id="10" creationId="{0AFC5742-3896-4E4B-91EB-5143E04BDFE8}"/>
          </ac:spMkLst>
        </pc:spChg>
      </pc:sldChg>
      <pc:sldChg chg="addSp delSp modSp new mod modClrScheme chgLayout">
        <pc:chgData name="鈴木 秀規" userId="f68c5fd9-22d5-4c0a-9833-7fb0f5135313" providerId="ADAL" clId="{F2CAF9F8-F2C6-4EF5-92E4-F89FCD0750B4}" dt="2021-01-12T04:42:02.973" v="42"/>
        <pc:sldMkLst>
          <pc:docMk/>
          <pc:sldMk cId="1008457363" sldId="373"/>
        </pc:sldMkLst>
        <pc:spChg chg="del mod ord">
          <ac:chgData name="鈴木 秀規" userId="f68c5fd9-22d5-4c0a-9833-7fb0f5135313" providerId="ADAL" clId="{F2CAF9F8-F2C6-4EF5-92E4-F89FCD0750B4}" dt="2021-01-12T04:40:55.323" v="29" actId="700"/>
          <ac:spMkLst>
            <pc:docMk/>
            <pc:sldMk cId="1008457363" sldId="373"/>
            <ac:spMk id="2" creationId="{D5A74365-A189-4C93-B3B0-6C8512FA2BB5}"/>
          </ac:spMkLst>
        </pc:spChg>
        <pc:spChg chg="mod ord">
          <ac:chgData name="鈴木 秀規" userId="f68c5fd9-22d5-4c0a-9833-7fb0f5135313" providerId="ADAL" clId="{F2CAF9F8-F2C6-4EF5-92E4-F89FCD0750B4}" dt="2021-01-12T04:40:55.323" v="29" actId="700"/>
          <ac:spMkLst>
            <pc:docMk/>
            <pc:sldMk cId="1008457363" sldId="373"/>
            <ac:spMk id="3" creationId="{F54F27B3-DDBF-476A-AD49-46F9A05EE6D4}"/>
          </ac:spMkLst>
        </pc:spChg>
        <pc:spChg chg="mod ord">
          <ac:chgData name="鈴木 秀規" userId="f68c5fd9-22d5-4c0a-9833-7fb0f5135313" providerId="ADAL" clId="{F2CAF9F8-F2C6-4EF5-92E4-F89FCD0750B4}" dt="2021-01-12T04:40:55.323" v="29" actId="700"/>
          <ac:spMkLst>
            <pc:docMk/>
            <pc:sldMk cId="1008457363" sldId="373"/>
            <ac:spMk id="4" creationId="{BFC7A35D-1013-4B1B-8268-48793F136D4C}"/>
          </ac:spMkLst>
        </pc:spChg>
        <pc:spChg chg="del mod ord">
          <ac:chgData name="鈴木 秀規" userId="f68c5fd9-22d5-4c0a-9833-7fb0f5135313" providerId="ADAL" clId="{F2CAF9F8-F2C6-4EF5-92E4-F89FCD0750B4}" dt="2021-01-12T04:40:55.323" v="29" actId="700"/>
          <ac:spMkLst>
            <pc:docMk/>
            <pc:sldMk cId="1008457363" sldId="373"/>
            <ac:spMk id="5" creationId="{9EA3119A-959C-4217-9181-5382384A593C}"/>
          </ac:spMkLst>
        </pc:spChg>
        <pc:spChg chg="add mod ord">
          <ac:chgData name="鈴木 秀規" userId="f68c5fd9-22d5-4c0a-9833-7fb0f5135313" providerId="ADAL" clId="{F2CAF9F8-F2C6-4EF5-92E4-F89FCD0750B4}" dt="2021-01-12T04:42:02.973" v="42"/>
          <ac:spMkLst>
            <pc:docMk/>
            <pc:sldMk cId="1008457363" sldId="373"/>
            <ac:spMk id="6" creationId="{0F81E6C4-7841-4153-9948-3830F64F1715}"/>
          </ac:spMkLst>
        </pc:spChg>
        <pc:spChg chg="add mod ord">
          <ac:chgData name="鈴木 秀規" userId="f68c5fd9-22d5-4c0a-9833-7fb0f5135313" providerId="ADAL" clId="{F2CAF9F8-F2C6-4EF5-92E4-F89FCD0750B4}" dt="2021-01-12T04:41:52.814" v="41" actId="12"/>
          <ac:spMkLst>
            <pc:docMk/>
            <pc:sldMk cId="1008457363" sldId="373"/>
            <ac:spMk id="7" creationId="{159221FC-71BC-49E4-B207-1A3CE6BB9F63}"/>
          </ac:spMkLst>
        </pc:spChg>
        <pc:spChg chg="add mod ord">
          <ac:chgData name="鈴木 秀規" userId="f68c5fd9-22d5-4c0a-9833-7fb0f5135313" providerId="ADAL" clId="{F2CAF9F8-F2C6-4EF5-92E4-F89FCD0750B4}" dt="2021-01-12T04:41:18.178" v="34" actId="14100"/>
          <ac:spMkLst>
            <pc:docMk/>
            <pc:sldMk cId="1008457363" sldId="373"/>
            <ac:spMk id="8" creationId="{DC47DB6E-DE5F-461B-8DA6-D7E7BFB3D9CA}"/>
          </ac:spMkLst>
        </pc:spChg>
        <pc:spChg chg="add mod ord">
          <ac:chgData name="鈴木 秀規" userId="f68c5fd9-22d5-4c0a-9833-7fb0f5135313" providerId="ADAL" clId="{F2CAF9F8-F2C6-4EF5-92E4-F89FCD0750B4}" dt="2021-01-12T04:40:55.323" v="29" actId="700"/>
          <ac:spMkLst>
            <pc:docMk/>
            <pc:sldMk cId="1008457363" sldId="373"/>
            <ac:spMk id="9" creationId="{3B4B4B26-E1BE-4F2F-85DB-B4EB50CCB2D1}"/>
          </ac:spMkLst>
        </pc:spChg>
      </pc:sldChg>
      <pc:sldChg chg="addSp delSp modSp new mod modClrScheme chgLayout">
        <pc:chgData name="鈴木 秀規" userId="f68c5fd9-22d5-4c0a-9833-7fb0f5135313" providerId="ADAL" clId="{F2CAF9F8-F2C6-4EF5-92E4-F89FCD0750B4}" dt="2021-01-12T04:44:51.548" v="147"/>
        <pc:sldMkLst>
          <pc:docMk/>
          <pc:sldMk cId="3737915234" sldId="374"/>
        </pc:sldMkLst>
        <pc:spChg chg="mod ord">
          <ac:chgData name="鈴木 秀規" userId="f68c5fd9-22d5-4c0a-9833-7fb0f5135313" providerId="ADAL" clId="{F2CAF9F8-F2C6-4EF5-92E4-F89FCD0750B4}" dt="2021-01-12T04:44:33.807" v="142" actId="700"/>
          <ac:spMkLst>
            <pc:docMk/>
            <pc:sldMk cId="3737915234" sldId="374"/>
            <ac:spMk id="2" creationId="{9466E67F-A1F2-462A-8B06-314F87C8BA83}"/>
          </ac:spMkLst>
        </pc:spChg>
        <pc:spChg chg="mod ord">
          <ac:chgData name="鈴木 秀規" userId="f68c5fd9-22d5-4c0a-9833-7fb0f5135313" providerId="ADAL" clId="{F2CAF9F8-F2C6-4EF5-92E4-F89FCD0750B4}" dt="2021-01-12T04:44:33.807" v="142" actId="700"/>
          <ac:spMkLst>
            <pc:docMk/>
            <pc:sldMk cId="3737915234" sldId="374"/>
            <ac:spMk id="3" creationId="{1DE0415C-E48A-4AF4-8F9E-DB5D2F3B8DC4}"/>
          </ac:spMkLst>
        </pc:spChg>
        <pc:spChg chg="mod ord">
          <ac:chgData name="鈴木 秀規" userId="f68c5fd9-22d5-4c0a-9833-7fb0f5135313" providerId="ADAL" clId="{F2CAF9F8-F2C6-4EF5-92E4-F89FCD0750B4}" dt="2021-01-12T04:44:33.807" v="142" actId="700"/>
          <ac:spMkLst>
            <pc:docMk/>
            <pc:sldMk cId="3737915234" sldId="374"/>
            <ac:spMk id="4" creationId="{36FC556F-0723-4C5F-A039-1D203A1D9525}"/>
          </ac:spMkLst>
        </pc:spChg>
        <pc:spChg chg="del mod ord">
          <ac:chgData name="鈴木 秀規" userId="f68c5fd9-22d5-4c0a-9833-7fb0f5135313" providerId="ADAL" clId="{F2CAF9F8-F2C6-4EF5-92E4-F89FCD0750B4}" dt="2021-01-12T04:44:33.807" v="142" actId="700"/>
          <ac:spMkLst>
            <pc:docMk/>
            <pc:sldMk cId="3737915234" sldId="374"/>
            <ac:spMk id="5" creationId="{9D708A63-5874-4698-9BE5-1B78DC29678C}"/>
          </ac:spMkLst>
        </pc:spChg>
        <pc:spChg chg="add mod ord">
          <ac:chgData name="鈴木 秀規" userId="f68c5fd9-22d5-4c0a-9833-7fb0f5135313" providerId="ADAL" clId="{F2CAF9F8-F2C6-4EF5-92E4-F89FCD0750B4}" dt="2021-01-12T04:44:51.548" v="147"/>
          <ac:spMkLst>
            <pc:docMk/>
            <pc:sldMk cId="3737915234" sldId="374"/>
            <ac:spMk id="6" creationId="{C432C4E8-0B5A-4C2B-8846-B339E936A91E}"/>
          </ac:spMkLst>
        </pc:spChg>
        <pc:spChg chg="add mod ord">
          <ac:chgData name="鈴木 秀規" userId="f68c5fd9-22d5-4c0a-9833-7fb0f5135313" providerId="ADAL" clId="{F2CAF9F8-F2C6-4EF5-92E4-F89FCD0750B4}" dt="2021-01-12T04:44:42.958" v="144"/>
          <ac:spMkLst>
            <pc:docMk/>
            <pc:sldMk cId="3737915234" sldId="374"/>
            <ac:spMk id="7" creationId="{31C02CBD-7ED6-4CBF-A496-E15298AADFDF}"/>
          </ac:spMkLst>
        </pc:spChg>
        <pc:spChg chg="add mod ord">
          <ac:chgData name="鈴木 秀規" userId="f68c5fd9-22d5-4c0a-9833-7fb0f5135313" providerId="ADAL" clId="{F2CAF9F8-F2C6-4EF5-92E4-F89FCD0750B4}" dt="2021-01-12T04:44:33.807" v="142" actId="700"/>
          <ac:spMkLst>
            <pc:docMk/>
            <pc:sldMk cId="3737915234" sldId="374"/>
            <ac:spMk id="8" creationId="{D6FFEB15-7139-462A-8791-46ED965A014E}"/>
          </ac:spMkLst>
        </pc:spChg>
      </pc:sldChg>
      <pc:sldMasterChg chg="delSldLayout">
        <pc:chgData name="鈴木 秀規" userId="f68c5fd9-22d5-4c0a-9833-7fb0f5135313" providerId="ADAL" clId="{F2CAF9F8-F2C6-4EF5-92E4-F89FCD0750B4}" dt="2021-01-12T04:42:06.007" v="43" actId="2696"/>
        <pc:sldMasterMkLst>
          <pc:docMk/>
          <pc:sldMasterMk cId="2644497443" sldId="2147483665"/>
        </pc:sldMasterMkLst>
        <pc:sldLayoutChg chg="del">
          <pc:chgData name="鈴木 秀規" userId="f68c5fd9-22d5-4c0a-9833-7fb0f5135313" providerId="ADAL" clId="{F2CAF9F8-F2C6-4EF5-92E4-F89FCD0750B4}" dt="2021-01-12T04:42:06.007" v="43" actId="2696"/>
          <pc:sldLayoutMkLst>
            <pc:docMk/>
            <pc:sldMasterMk cId="2644497443" sldId="2147483665"/>
            <pc:sldLayoutMk cId="3199053706" sldId="2147483673"/>
          </pc:sldLayoutMkLst>
        </pc:sldLayoutChg>
      </pc:sldMasterChg>
    </pc:docChg>
  </pc:docChgLst>
  <pc:docChgLst>
    <pc:chgData name="松本 　諒" userId="fac9f236-0781-4e61-8b73-684b662c3ab5" providerId="ADAL" clId="{98288648-C095-4719-8E46-8717272962EE}"/>
    <pc:docChg chg="modSld">
      <pc:chgData name="松本 　諒" userId="fac9f236-0781-4e61-8b73-684b662c3ab5" providerId="ADAL" clId="{98288648-C095-4719-8E46-8717272962EE}" dt="2022-04-20T02:15:29.868" v="0" actId="9405"/>
      <pc:docMkLst>
        <pc:docMk/>
      </pc:docMkLst>
      <pc:sldChg chg="addSp mod">
        <pc:chgData name="松本 　諒" userId="fac9f236-0781-4e61-8b73-684b662c3ab5" providerId="ADAL" clId="{98288648-C095-4719-8E46-8717272962EE}" dt="2022-04-20T02:15:29.868" v="0" actId="9405"/>
        <pc:sldMkLst>
          <pc:docMk/>
          <pc:sldMk cId="2854614525" sldId="366"/>
        </pc:sldMkLst>
        <pc:inkChg chg="add">
          <ac:chgData name="松本 　諒" userId="fac9f236-0781-4e61-8b73-684b662c3ab5" providerId="ADAL" clId="{98288648-C095-4719-8E46-8717272962EE}" dt="2022-04-20T02:15:29.868" v="0" actId="9405"/>
          <ac:inkMkLst>
            <pc:docMk/>
            <pc:sldMk cId="2854614525" sldId="366"/>
            <ac:inkMk id="8" creationId="{98F2EF67-ADF1-4B9C-8AEF-AFCCD16A958C}"/>
          </ac:inkMkLst>
        </pc:inkChg>
      </pc:sldChg>
    </pc:docChg>
  </pc:docChgLst>
  <pc:docChgLst>
    <pc:chgData name="鈴木 秀規" userId="f68c5fd9-22d5-4c0a-9833-7fb0f5135313" providerId="ADAL" clId="{9B0393DB-347A-4A9F-B4E7-8702A039FC28}"/>
    <pc:docChg chg="undo custSel addSld delSld modSld">
      <pc:chgData name="鈴木 秀規" userId="f68c5fd9-22d5-4c0a-9833-7fb0f5135313" providerId="ADAL" clId="{9B0393DB-347A-4A9F-B4E7-8702A039FC28}" dt="2021-01-28T06:37:49.917" v="1145" actId="2696"/>
      <pc:docMkLst>
        <pc:docMk/>
      </pc:docMkLst>
      <pc:sldChg chg="modSp mod">
        <pc:chgData name="鈴木 秀規" userId="f68c5fd9-22d5-4c0a-9833-7fb0f5135313" providerId="ADAL" clId="{9B0393DB-347A-4A9F-B4E7-8702A039FC28}" dt="2021-01-28T04:51:05.043" v="8" actId="20577"/>
        <pc:sldMkLst>
          <pc:docMk/>
          <pc:sldMk cId="0" sldId="256"/>
        </pc:sldMkLst>
        <pc:spChg chg="mod">
          <ac:chgData name="鈴木 秀規" userId="f68c5fd9-22d5-4c0a-9833-7fb0f5135313" providerId="ADAL" clId="{9B0393DB-347A-4A9F-B4E7-8702A039FC28}" dt="2021-01-28T04:51:05.043" v="8" actId="20577"/>
          <ac:spMkLst>
            <pc:docMk/>
            <pc:sldMk cId="0" sldId="256"/>
            <ac:spMk id="56" creationId="{00000000-0000-0000-0000-000000000000}"/>
          </ac:spMkLst>
        </pc:spChg>
      </pc:sldChg>
      <pc:sldChg chg="modSp mod">
        <pc:chgData name="鈴木 秀規" userId="f68c5fd9-22d5-4c0a-9833-7fb0f5135313" providerId="ADAL" clId="{9B0393DB-347A-4A9F-B4E7-8702A039FC28}" dt="2021-01-28T04:53:57.343" v="46" actId="207"/>
        <pc:sldMkLst>
          <pc:docMk/>
          <pc:sldMk cId="2397736379" sldId="363"/>
        </pc:sldMkLst>
        <pc:spChg chg="mod">
          <ac:chgData name="鈴木 秀規" userId="f68c5fd9-22d5-4c0a-9833-7fb0f5135313" providerId="ADAL" clId="{9B0393DB-347A-4A9F-B4E7-8702A039FC28}" dt="2021-01-28T04:51:13.114" v="9"/>
          <ac:spMkLst>
            <pc:docMk/>
            <pc:sldMk cId="2397736379" sldId="363"/>
            <ac:spMk id="7" creationId="{9630AD22-E64D-4A96-B059-2AF9F6580C25}"/>
          </ac:spMkLst>
        </pc:spChg>
        <pc:spChg chg="mod">
          <ac:chgData name="鈴木 秀規" userId="f68c5fd9-22d5-4c0a-9833-7fb0f5135313" providerId="ADAL" clId="{9B0393DB-347A-4A9F-B4E7-8702A039FC28}" dt="2021-01-28T04:53:57.343" v="46" actId="207"/>
          <ac:spMkLst>
            <pc:docMk/>
            <pc:sldMk cId="2397736379" sldId="363"/>
            <ac:spMk id="8" creationId="{787CF02A-01AB-4517-BA3E-25572FA82648}"/>
          </ac:spMkLst>
        </pc:spChg>
      </pc:sldChg>
      <pc:sldChg chg="del">
        <pc:chgData name="鈴木 秀規" userId="f68c5fd9-22d5-4c0a-9833-7fb0f5135313" providerId="ADAL" clId="{9B0393DB-347A-4A9F-B4E7-8702A039FC28}" dt="2021-01-28T04:51:20.164" v="10" actId="2696"/>
        <pc:sldMkLst>
          <pc:docMk/>
          <pc:sldMk cId="655144691" sldId="364"/>
        </pc:sldMkLst>
      </pc:sldChg>
      <pc:sldChg chg="addSp modSp new mod">
        <pc:chgData name="鈴木 秀規" userId="f68c5fd9-22d5-4c0a-9833-7fb0f5135313" providerId="ADAL" clId="{9B0393DB-347A-4A9F-B4E7-8702A039FC28}" dt="2021-01-28T04:59:15.087" v="93" actId="1076"/>
        <pc:sldMkLst>
          <pc:docMk/>
          <pc:sldMk cId="2018664081" sldId="364"/>
        </pc:sldMkLst>
        <pc:spChg chg="mod">
          <ac:chgData name="鈴木 秀規" userId="f68c5fd9-22d5-4c0a-9833-7fb0f5135313" providerId="ADAL" clId="{9B0393DB-347A-4A9F-B4E7-8702A039FC28}" dt="2021-01-28T04:54:08.475" v="48"/>
          <ac:spMkLst>
            <pc:docMk/>
            <pc:sldMk cId="2018664081" sldId="364"/>
            <ac:spMk id="3" creationId="{75DADEAD-0D67-4E17-9166-98A6805B6470}"/>
          </ac:spMkLst>
        </pc:spChg>
        <pc:spChg chg="mod">
          <ac:chgData name="鈴木 秀規" userId="f68c5fd9-22d5-4c0a-9833-7fb0f5135313" providerId="ADAL" clId="{9B0393DB-347A-4A9F-B4E7-8702A039FC28}" dt="2021-01-28T04:58:33.090" v="90" actId="14100"/>
          <ac:spMkLst>
            <pc:docMk/>
            <pc:sldMk cId="2018664081" sldId="364"/>
            <ac:spMk id="5" creationId="{E4A52243-874B-431E-A0B0-DB7E78319065}"/>
          </ac:spMkLst>
        </pc:spChg>
        <pc:spChg chg="add mod">
          <ac:chgData name="鈴木 秀規" userId="f68c5fd9-22d5-4c0a-9833-7fb0f5135313" providerId="ADAL" clId="{9B0393DB-347A-4A9F-B4E7-8702A039FC28}" dt="2021-01-28T04:55:56.647" v="77" actId="2711"/>
          <ac:spMkLst>
            <pc:docMk/>
            <pc:sldMk cId="2018664081" sldId="364"/>
            <ac:spMk id="6" creationId="{8F29406F-A595-462E-B24E-9CE5D8EF3E2D}"/>
          </ac:spMkLst>
        </pc:spChg>
        <pc:spChg chg="add mod">
          <ac:chgData name="鈴木 秀規" userId="f68c5fd9-22d5-4c0a-9833-7fb0f5135313" providerId="ADAL" clId="{9B0393DB-347A-4A9F-B4E7-8702A039FC28}" dt="2021-01-28T04:55:56.647" v="77" actId="2711"/>
          <ac:spMkLst>
            <pc:docMk/>
            <pc:sldMk cId="2018664081" sldId="364"/>
            <ac:spMk id="7" creationId="{2BA7F10E-1871-4F38-AC59-B0163B4434D5}"/>
          </ac:spMkLst>
        </pc:spChg>
        <pc:spChg chg="add mod">
          <ac:chgData name="鈴木 秀規" userId="f68c5fd9-22d5-4c0a-9833-7fb0f5135313" providerId="ADAL" clId="{9B0393DB-347A-4A9F-B4E7-8702A039FC28}" dt="2021-01-28T04:58:48.287" v="92" actId="207"/>
          <ac:spMkLst>
            <pc:docMk/>
            <pc:sldMk cId="2018664081" sldId="364"/>
            <ac:spMk id="8" creationId="{F96758B4-8B0C-4906-AE61-8689B893E300}"/>
          </ac:spMkLst>
        </pc:spChg>
        <pc:spChg chg="add mod">
          <ac:chgData name="鈴木 秀規" userId="f68c5fd9-22d5-4c0a-9833-7fb0f5135313" providerId="ADAL" clId="{9B0393DB-347A-4A9F-B4E7-8702A039FC28}" dt="2021-01-28T04:58:48.287" v="92" actId="207"/>
          <ac:spMkLst>
            <pc:docMk/>
            <pc:sldMk cId="2018664081" sldId="364"/>
            <ac:spMk id="9" creationId="{C40943D4-755B-48CE-BE20-39AD99482DDD}"/>
          </ac:spMkLst>
        </pc:spChg>
        <pc:spChg chg="add mod">
          <ac:chgData name="鈴木 秀規" userId="f68c5fd9-22d5-4c0a-9833-7fb0f5135313" providerId="ADAL" clId="{9B0393DB-347A-4A9F-B4E7-8702A039FC28}" dt="2021-01-28T04:58:48.287" v="92" actId="207"/>
          <ac:spMkLst>
            <pc:docMk/>
            <pc:sldMk cId="2018664081" sldId="364"/>
            <ac:spMk id="10" creationId="{428E113C-BEEF-4176-9373-33F49BE93CB6}"/>
          </ac:spMkLst>
        </pc:spChg>
        <pc:spChg chg="add mod">
          <ac:chgData name="鈴木 秀規" userId="f68c5fd9-22d5-4c0a-9833-7fb0f5135313" providerId="ADAL" clId="{9B0393DB-347A-4A9F-B4E7-8702A039FC28}" dt="2021-01-28T04:58:48.287" v="92" actId="207"/>
          <ac:spMkLst>
            <pc:docMk/>
            <pc:sldMk cId="2018664081" sldId="364"/>
            <ac:spMk id="11" creationId="{4A277E1D-FD12-479A-BA6F-0857A0959E90}"/>
          </ac:spMkLst>
        </pc:spChg>
        <pc:spChg chg="add mod">
          <ac:chgData name="鈴木 秀規" userId="f68c5fd9-22d5-4c0a-9833-7fb0f5135313" providerId="ADAL" clId="{9B0393DB-347A-4A9F-B4E7-8702A039FC28}" dt="2021-01-28T04:58:48.287" v="92" actId="207"/>
          <ac:spMkLst>
            <pc:docMk/>
            <pc:sldMk cId="2018664081" sldId="364"/>
            <ac:spMk id="12" creationId="{62CD15D6-B290-40CF-8A16-2D4CCCDA5B55}"/>
          </ac:spMkLst>
        </pc:spChg>
        <pc:spChg chg="add mod">
          <ac:chgData name="鈴木 秀規" userId="f68c5fd9-22d5-4c0a-9833-7fb0f5135313" providerId="ADAL" clId="{9B0393DB-347A-4A9F-B4E7-8702A039FC28}" dt="2021-01-28T04:58:48.287" v="92" actId="207"/>
          <ac:spMkLst>
            <pc:docMk/>
            <pc:sldMk cId="2018664081" sldId="364"/>
            <ac:spMk id="13" creationId="{DBD1595E-0338-493E-BEF5-BD50188C517A}"/>
          </ac:spMkLst>
        </pc:spChg>
        <pc:spChg chg="add mod">
          <ac:chgData name="鈴木 秀規" userId="f68c5fd9-22d5-4c0a-9833-7fb0f5135313" providerId="ADAL" clId="{9B0393DB-347A-4A9F-B4E7-8702A039FC28}" dt="2021-01-28T04:59:15.087" v="93" actId="1076"/>
          <ac:spMkLst>
            <pc:docMk/>
            <pc:sldMk cId="2018664081" sldId="364"/>
            <ac:spMk id="14" creationId="{E4EC873D-1263-447A-BF7D-809CAE197046}"/>
          </ac:spMkLst>
        </pc:spChg>
      </pc:sldChg>
      <pc:sldChg chg="modSp new mod">
        <pc:chgData name="鈴木 秀規" userId="f68c5fd9-22d5-4c0a-9833-7fb0f5135313" providerId="ADAL" clId="{9B0393DB-347A-4A9F-B4E7-8702A039FC28}" dt="2021-01-28T05:00:43.639" v="117" actId="113"/>
        <pc:sldMkLst>
          <pc:docMk/>
          <pc:sldMk cId="2019205359" sldId="365"/>
        </pc:sldMkLst>
        <pc:spChg chg="mod">
          <ac:chgData name="鈴木 秀規" userId="f68c5fd9-22d5-4c0a-9833-7fb0f5135313" providerId="ADAL" clId="{9B0393DB-347A-4A9F-B4E7-8702A039FC28}" dt="2021-01-28T04:59:29.015" v="95"/>
          <ac:spMkLst>
            <pc:docMk/>
            <pc:sldMk cId="2019205359" sldId="365"/>
            <ac:spMk id="3" creationId="{A91E588B-D2ED-4C37-BFA4-DF7BA5F7B19C}"/>
          </ac:spMkLst>
        </pc:spChg>
        <pc:spChg chg="mod">
          <ac:chgData name="鈴木 秀規" userId="f68c5fd9-22d5-4c0a-9833-7fb0f5135313" providerId="ADAL" clId="{9B0393DB-347A-4A9F-B4E7-8702A039FC28}" dt="2021-01-28T05:00:43.639" v="117" actId="113"/>
          <ac:spMkLst>
            <pc:docMk/>
            <pc:sldMk cId="2019205359" sldId="365"/>
            <ac:spMk id="5" creationId="{2B398FB9-B780-41E2-9CE6-703675FD83AF}"/>
          </ac:spMkLst>
        </pc:spChg>
      </pc:sldChg>
      <pc:sldChg chg="del">
        <pc:chgData name="鈴木 秀規" userId="f68c5fd9-22d5-4c0a-9833-7fb0f5135313" providerId="ADAL" clId="{9B0393DB-347A-4A9F-B4E7-8702A039FC28}" dt="2021-01-28T04:51:20.164" v="10" actId="2696"/>
        <pc:sldMkLst>
          <pc:docMk/>
          <pc:sldMk cId="3025764782" sldId="365"/>
        </pc:sldMkLst>
      </pc:sldChg>
      <pc:sldChg chg="addSp modSp new mod modAnim">
        <pc:chgData name="鈴木 秀規" userId="f68c5fd9-22d5-4c0a-9833-7fb0f5135313" providerId="ADAL" clId="{9B0393DB-347A-4A9F-B4E7-8702A039FC28}" dt="2021-01-28T05:06:03.368" v="186" actId="14100"/>
        <pc:sldMkLst>
          <pc:docMk/>
          <pc:sldMk cId="1083425996" sldId="366"/>
        </pc:sldMkLst>
        <pc:spChg chg="mod">
          <ac:chgData name="鈴木 秀規" userId="f68c5fd9-22d5-4c0a-9833-7fb0f5135313" providerId="ADAL" clId="{9B0393DB-347A-4A9F-B4E7-8702A039FC28}" dt="2021-01-28T05:01:01.412" v="119"/>
          <ac:spMkLst>
            <pc:docMk/>
            <pc:sldMk cId="1083425996" sldId="366"/>
            <ac:spMk id="3" creationId="{5915CA98-055E-4B0A-AE76-B5429F5D958C}"/>
          </ac:spMkLst>
        </pc:spChg>
        <pc:spChg chg="mod">
          <ac:chgData name="鈴木 秀規" userId="f68c5fd9-22d5-4c0a-9833-7fb0f5135313" providerId="ADAL" clId="{9B0393DB-347A-4A9F-B4E7-8702A039FC28}" dt="2021-01-28T05:01:58.463" v="132" actId="14100"/>
          <ac:spMkLst>
            <pc:docMk/>
            <pc:sldMk cId="1083425996" sldId="366"/>
            <ac:spMk id="5" creationId="{81DD3EA4-DF67-400B-9355-84F772D9225A}"/>
          </ac:spMkLst>
        </pc:spChg>
        <pc:spChg chg="add mod">
          <ac:chgData name="鈴木 秀規" userId="f68c5fd9-22d5-4c0a-9833-7fb0f5135313" providerId="ADAL" clId="{9B0393DB-347A-4A9F-B4E7-8702A039FC28}" dt="2021-01-28T05:05:19.771" v="177" actId="14100"/>
          <ac:spMkLst>
            <pc:docMk/>
            <pc:sldMk cId="1083425996" sldId="366"/>
            <ac:spMk id="6" creationId="{40234366-3D36-42F3-B1EE-CD56A6476877}"/>
          </ac:spMkLst>
        </pc:spChg>
        <pc:spChg chg="add mod">
          <ac:chgData name="鈴木 秀規" userId="f68c5fd9-22d5-4c0a-9833-7fb0f5135313" providerId="ADAL" clId="{9B0393DB-347A-4A9F-B4E7-8702A039FC28}" dt="2021-01-28T05:05:14.835" v="175" actId="1076"/>
          <ac:spMkLst>
            <pc:docMk/>
            <pc:sldMk cId="1083425996" sldId="366"/>
            <ac:spMk id="7" creationId="{694D1064-2523-4FB8-9664-3C01E154DF7D}"/>
          </ac:spMkLst>
        </pc:spChg>
        <pc:spChg chg="add mod">
          <ac:chgData name="鈴木 秀規" userId="f68c5fd9-22d5-4c0a-9833-7fb0f5135313" providerId="ADAL" clId="{9B0393DB-347A-4A9F-B4E7-8702A039FC28}" dt="2021-01-28T05:04:16.147" v="162" actId="207"/>
          <ac:spMkLst>
            <pc:docMk/>
            <pc:sldMk cId="1083425996" sldId="366"/>
            <ac:spMk id="8" creationId="{DC4D2014-A7F2-4212-B21A-EF34F70F840E}"/>
          </ac:spMkLst>
        </pc:spChg>
        <pc:spChg chg="add mod">
          <ac:chgData name="鈴木 秀規" userId="f68c5fd9-22d5-4c0a-9833-7fb0f5135313" providerId="ADAL" clId="{9B0393DB-347A-4A9F-B4E7-8702A039FC28}" dt="2021-01-28T05:06:03.368" v="186" actId="14100"/>
          <ac:spMkLst>
            <pc:docMk/>
            <pc:sldMk cId="1083425996" sldId="366"/>
            <ac:spMk id="9" creationId="{8FB1B2C3-52FD-4F90-80CC-4C949A9674BD}"/>
          </ac:spMkLst>
        </pc:spChg>
        <pc:spChg chg="add mod">
          <ac:chgData name="鈴木 秀規" userId="f68c5fd9-22d5-4c0a-9833-7fb0f5135313" providerId="ADAL" clId="{9B0393DB-347A-4A9F-B4E7-8702A039FC28}" dt="2021-01-28T05:05:53.118" v="184" actId="1076"/>
          <ac:spMkLst>
            <pc:docMk/>
            <pc:sldMk cId="1083425996" sldId="366"/>
            <ac:spMk id="10" creationId="{87685BC7-0CC4-45EC-A20F-8E039239962B}"/>
          </ac:spMkLst>
        </pc:spChg>
      </pc:sldChg>
      <pc:sldChg chg="del">
        <pc:chgData name="鈴木 秀規" userId="f68c5fd9-22d5-4c0a-9833-7fb0f5135313" providerId="ADAL" clId="{9B0393DB-347A-4A9F-B4E7-8702A039FC28}" dt="2021-01-28T04:51:20.164" v="10" actId="2696"/>
        <pc:sldMkLst>
          <pc:docMk/>
          <pc:sldMk cId="4018965676" sldId="366"/>
        </pc:sldMkLst>
      </pc:sldChg>
      <pc:sldChg chg="addSp modSp new mod">
        <pc:chgData name="鈴木 秀規" userId="f68c5fd9-22d5-4c0a-9833-7fb0f5135313" providerId="ADAL" clId="{9B0393DB-347A-4A9F-B4E7-8702A039FC28}" dt="2021-01-28T05:19:37.794" v="212" actId="2085"/>
        <pc:sldMkLst>
          <pc:docMk/>
          <pc:sldMk cId="2277428888" sldId="367"/>
        </pc:sldMkLst>
        <pc:spChg chg="mod">
          <ac:chgData name="鈴木 秀規" userId="f68c5fd9-22d5-4c0a-9833-7fb0f5135313" providerId="ADAL" clId="{9B0393DB-347A-4A9F-B4E7-8702A039FC28}" dt="2021-01-28T05:06:17.598" v="188"/>
          <ac:spMkLst>
            <pc:docMk/>
            <pc:sldMk cId="2277428888" sldId="367"/>
            <ac:spMk id="3" creationId="{F4D40F7E-BF5A-49FC-B84A-46C28E18D48C}"/>
          </ac:spMkLst>
        </pc:spChg>
        <pc:spChg chg="mod">
          <ac:chgData name="鈴木 秀規" userId="f68c5fd9-22d5-4c0a-9833-7fb0f5135313" providerId="ADAL" clId="{9B0393DB-347A-4A9F-B4E7-8702A039FC28}" dt="2021-01-28T05:06:45.544" v="193" actId="14100"/>
          <ac:spMkLst>
            <pc:docMk/>
            <pc:sldMk cId="2277428888" sldId="367"/>
            <ac:spMk id="5" creationId="{83ACA755-6F6F-4468-AD8F-3ADE2BF7686B}"/>
          </ac:spMkLst>
        </pc:spChg>
        <pc:spChg chg="add mod">
          <ac:chgData name="鈴木 秀規" userId="f68c5fd9-22d5-4c0a-9833-7fb0f5135313" providerId="ADAL" clId="{9B0393DB-347A-4A9F-B4E7-8702A039FC28}" dt="2021-01-28T05:19:37.794" v="212" actId="2085"/>
          <ac:spMkLst>
            <pc:docMk/>
            <pc:sldMk cId="2277428888" sldId="367"/>
            <ac:spMk id="6" creationId="{304B1092-F21F-4A89-8359-ED1CF43F7497}"/>
          </ac:spMkLst>
        </pc:spChg>
        <pc:spChg chg="add mod">
          <ac:chgData name="鈴木 秀規" userId="f68c5fd9-22d5-4c0a-9833-7fb0f5135313" providerId="ADAL" clId="{9B0393DB-347A-4A9F-B4E7-8702A039FC28}" dt="2021-01-28T05:07:41.189" v="211"/>
          <ac:spMkLst>
            <pc:docMk/>
            <pc:sldMk cId="2277428888" sldId="367"/>
            <ac:spMk id="7" creationId="{654B7DA0-0BEF-43D9-99C4-26FF7010CECE}"/>
          </ac:spMkLst>
        </pc:spChg>
      </pc:sldChg>
      <pc:sldChg chg="del">
        <pc:chgData name="鈴木 秀規" userId="f68c5fd9-22d5-4c0a-9833-7fb0f5135313" providerId="ADAL" clId="{9B0393DB-347A-4A9F-B4E7-8702A039FC28}" dt="2021-01-28T04:51:20.164" v="10" actId="2696"/>
        <pc:sldMkLst>
          <pc:docMk/>
          <pc:sldMk cId="2327445248" sldId="367"/>
        </pc:sldMkLst>
      </pc:sldChg>
      <pc:sldChg chg="del">
        <pc:chgData name="鈴木 秀規" userId="f68c5fd9-22d5-4c0a-9833-7fb0f5135313" providerId="ADAL" clId="{9B0393DB-347A-4A9F-B4E7-8702A039FC28}" dt="2021-01-28T04:51:20.164" v="10" actId="2696"/>
        <pc:sldMkLst>
          <pc:docMk/>
          <pc:sldMk cId="19046241" sldId="368"/>
        </pc:sldMkLst>
      </pc:sldChg>
      <pc:sldChg chg="modSp new mod">
        <pc:chgData name="鈴木 秀規" userId="f68c5fd9-22d5-4c0a-9833-7fb0f5135313" providerId="ADAL" clId="{9B0393DB-347A-4A9F-B4E7-8702A039FC28}" dt="2021-01-28T05:21:29.027" v="236" actId="207"/>
        <pc:sldMkLst>
          <pc:docMk/>
          <pc:sldMk cId="368796728" sldId="368"/>
        </pc:sldMkLst>
        <pc:spChg chg="mod">
          <ac:chgData name="鈴木 秀規" userId="f68c5fd9-22d5-4c0a-9833-7fb0f5135313" providerId="ADAL" clId="{9B0393DB-347A-4A9F-B4E7-8702A039FC28}" dt="2021-01-28T05:19:48.857" v="214"/>
          <ac:spMkLst>
            <pc:docMk/>
            <pc:sldMk cId="368796728" sldId="368"/>
            <ac:spMk id="3" creationId="{423015FA-2594-473F-99D6-29F327284BB3}"/>
          </ac:spMkLst>
        </pc:spChg>
        <pc:spChg chg="mod">
          <ac:chgData name="鈴木 秀規" userId="f68c5fd9-22d5-4c0a-9833-7fb0f5135313" providerId="ADAL" clId="{9B0393DB-347A-4A9F-B4E7-8702A039FC28}" dt="2021-01-28T05:21:29.027" v="236" actId="207"/>
          <ac:spMkLst>
            <pc:docMk/>
            <pc:sldMk cId="368796728" sldId="368"/>
            <ac:spMk id="5" creationId="{5A5501EC-5263-4AA3-AA87-5EACE2BF7266}"/>
          </ac:spMkLst>
        </pc:spChg>
      </pc:sldChg>
      <pc:sldChg chg="addSp delSp modSp new mod chgLayout">
        <pc:chgData name="鈴木 秀規" userId="f68c5fd9-22d5-4c0a-9833-7fb0f5135313" providerId="ADAL" clId="{9B0393DB-347A-4A9F-B4E7-8702A039FC28}" dt="2021-01-28T05:23:13.215" v="259"/>
        <pc:sldMkLst>
          <pc:docMk/>
          <pc:sldMk cId="1615278593" sldId="369"/>
        </pc:sldMkLst>
        <pc:spChg chg="mod ord">
          <ac:chgData name="鈴木 秀規" userId="f68c5fd9-22d5-4c0a-9833-7fb0f5135313" providerId="ADAL" clId="{9B0393DB-347A-4A9F-B4E7-8702A039FC28}" dt="2021-01-28T05:21:58.764" v="241" actId="6264"/>
          <ac:spMkLst>
            <pc:docMk/>
            <pc:sldMk cId="1615278593" sldId="369"/>
            <ac:spMk id="2" creationId="{9433DD62-7A8C-4CFE-8AC2-7DD38137F115}"/>
          </ac:spMkLst>
        </pc:spChg>
        <pc:spChg chg="del">
          <ac:chgData name="鈴木 秀規" userId="f68c5fd9-22d5-4c0a-9833-7fb0f5135313" providerId="ADAL" clId="{9B0393DB-347A-4A9F-B4E7-8702A039FC28}" dt="2021-01-28T05:21:58.764" v="241" actId="6264"/>
          <ac:spMkLst>
            <pc:docMk/>
            <pc:sldMk cId="1615278593" sldId="369"/>
            <ac:spMk id="3" creationId="{38A3A5D5-3A56-4113-B8DE-87E0688BE876}"/>
          </ac:spMkLst>
        </pc:spChg>
        <pc:spChg chg="mod ord">
          <ac:chgData name="鈴木 秀規" userId="f68c5fd9-22d5-4c0a-9833-7fb0f5135313" providerId="ADAL" clId="{9B0393DB-347A-4A9F-B4E7-8702A039FC28}" dt="2021-01-28T05:21:58.764" v="241" actId="6264"/>
          <ac:spMkLst>
            <pc:docMk/>
            <pc:sldMk cId="1615278593" sldId="369"/>
            <ac:spMk id="4" creationId="{D2BD8D33-EBF9-4FA2-9DD4-159B222B2985}"/>
          </ac:spMkLst>
        </pc:spChg>
        <pc:spChg chg="del">
          <ac:chgData name="鈴木 秀規" userId="f68c5fd9-22d5-4c0a-9833-7fb0f5135313" providerId="ADAL" clId="{9B0393DB-347A-4A9F-B4E7-8702A039FC28}" dt="2021-01-28T05:21:52.934" v="238" actId="478"/>
          <ac:spMkLst>
            <pc:docMk/>
            <pc:sldMk cId="1615278593" sldId="369"/>
            <ac:spMk id="5" creationId="{128A520A-8A7D-4FFC-83D7-B223155EDD37}"/>
          </ac:spMkLst>
        </pc:spChg>
        <pc:spChg chg="add mod">
          <ac:chgData name="鈴木 秀規" userId="f68c5fd9-22d5-4c0a-9833-7fb0f5135313" providerId="ADAL" clId="{9B0393DB-347A-4A9F-B4E7-8702A039FC28}" dt="2021-01-28T05:23:07.016" v="258" actId="1036"/>
          <ac:spMkLst>
            <pc:docMk/>
            <pc:sldMk cId="1615278593" sldId="369"/>
            <ac:spMk id="6" creationId="{127A02F7-9F3D-4997-A920-6D0C58DDAAD3}"/>
          </ac:spMkLst>
        </pc:spChg>
        <pc:spChg chg="add del mod">
          <ac:chgData name="鈴木 秀規" userId="f68c5fd9-22d5-4c0a-9833-7fb0f5135313" providerId="ADAL" clId="{9B0393DB-347A-4A9F-B4E7-8702A039FC28}" dt="2021-01-28T05:21:58.764" v="241" actId="6264"/>
          <ac:spMkLst>
            <pc:docMk/>
            <pc:sldMk cId="1615278593" sldId="369"/>
            <ac:spMk id="7" creationId="{3827181B-7915-4D2A-B511-642F2C2FA7A1}"/>
          </ac:spMkLst>
        </pc:spChg>
        <pc:spChg chg="add del mod">
          <ac:chgData name="鈴木 秀規" userId="f68c5fd9-22d5-4c0a-9833-7fb0f5135313" providerId="ADAL" clId="{9B0393DB-347A-4A9F-B4E7-8702A039FC28}" dt="2021-01-28T05:21:58.764" v="241" actId="6264"/>
          <ac:spMkLst>
            <pc:docMk/>
            <pc:sldMk cId="1615278593" sldId="369"/>
            <ac:spMk id="8" creationId="{F17E451F-2A53-4E11-A17D-82EFB9373581}"/>
          </ac:spMkLst>
        </pc:spChg>
        <pc:spChg chg="add mod ord">
          <ac:chgData name="鈴木 秀規" userId="f68c5fd9-22d5-4c0a-9833-7fb0f5135313" providerId="ADAL" clId="{9B0393DB-347A-4A9F-B4E7-8702A039FC28}" dt="2021-01-28T05:23:13.215" v="259"/>
          <ac:spMkLst>
            <pc:docMk/>
            <pc:sldMk cId="1615278593" sldId="369"/>
            <ac:spMk id="9" creationId="{11592967-7DDE-4124-B19A-FCBC8FABB99F}"/>
          </ac:spMkLst>
        </pc:spChg>
        <pc:spChg chg="add del mod ord">
          <ac:chgData name="鈴木 秀規" userId="f68c5fd9-22d5-4c0a-9833-7fb0f5135313" providerId="ADAL" clId="{9B0393DB-347A-4A9F-B4E7-8702A039FC28}" dt="2021-01-28T05:22:59.494" v="248" actId="478"/>
          <ac:spMkLst>
            <pc:docMk/>
            <pc:sldMk cId="1615278593" sldId="369"/>
            <ac:spMk id="10" creationId="{761B919C-2266-40E7-8C60-31E7E60F137F}"/>
          </ac:spMkLst>
        </pc:spChg>
      </pc:sldChg>
      <pc:sldChg chg="del">
        <pc:chgData name="鈴木 秀規" userId="f68c5fd9-22d5-4c0a-9833-7fb0f5135313" providerId="ADAL" clId="{9B0393DB-347A-4A9F-B4E7-8702A039FC28}" dt="2021-01-28T04:51:20.164" v="10" actId="2696"/>
        <pc:sldMkLst>
          <pc:docMk/>
          <pc:sldMk cId="1634234875" sldId="369"/>
        </pc:sldMkLst>
      </pc:sldChg>
      <pc:sldChg chg="addSp modSp new mod">
        <pc:chgData name="鈴木 秀規" userId="f68c5fd9-22d5-4c0a-9833-7fb0f5135313" providerId="ADAL" clId="{9B0393DB-347A-4A9F-B4E7-8702A039FC28}" dt="2021-01-28T05:25:07.804" v="285" actId="14100"/>
        <pc:sldMkLst>
          <pc:docMk/>
          <pc:sldMk cId="639239015" sldId="370"/>
        </pc:sldMkLst>
        <pc:spChg chg="mod">
          <ac:chgData name="鈴木 秀規" userId="f68c5fd9-22d5-4c0a-9833-7fb0f5135313" providerId="ADAL" clId="{9B0393DB-347A-4A9F-B4E7-8702A039FC28}" dt="2021-01-28T05:23:22.948" v="261"/>
          <ac:spMkLst>
            <pc:docMk/>
            <pc:sldMk cId="639239015" sldId="370"/>
            <ac:spMk id="3" creationId="{C9EC6F09-7653-42C3-BBE5-40F190F1C67A}"/>
          </ac:spMkLst>
        </pc:spChg>
        <pc:spChg chg="mod">
          <ac:chgData name="鈴木 秀規" userId="f68c5fd9-22d5-4c0a-9833-7fb0f5135313" providerId="ADAL" clId="{9B0393DB-347A-4A9F-B4E7-8702A039FC28}" dt="2021-01-28T05:23:46.416" v="267" actId="14100"/>
          <ac:spMkLst>
            <pc:docMk/>
            <pc:sldMk cId="639239015" sldId="370"/>
            <ac:spMk id="5" creationId="{CE50543B-A82D-497D-BEAA-547F139377A2}"/>
          </ac:spMkLst>
        </pc:spChg>
        <pc:spChg chg="add mod">
          <ac:chgData name="鈴木 秀規" userId="f68c5fd9-22d5-4c0a-9833-7fb0f5135313" providerId="ADAL" clId="{9B0393DB-347A-4A9F-B4E7-8702A039FC28}" dt="2021-01-28T05:24:08.135" v="271" actId="2711"/>
          <ac:spMkLst>
            <pc:docMk/>
            <pc:sldMk cId="639239015" sldId="370"/>
            <ac:spMk id="6" creationId="{BF4AD80A-FD4F-437D-B0C7-809E8E86D940}"/>
          </ac:spMkLst>
        </pc:spChg>
        <pc:spChg chg="add mod">
          <ac:chgData name="鈴木 秀規" userId="f68c5fd9-22d5-4c0a-9833-7fb0f5135313" providerId="ADAL" clId="{9B0393DB-347A-4A9F-B4E7-8702A039FC28}" dt="2021-01-28T05:24:36.603" v="279" actId="14100"/>
          <ac:spMkLst>
            <pc:docMk/>
            <pc:sldMk cId="639239015" sldId="370"/>
            <ac:spMk id="7" creationId="{8D29B555-57DF-4F83-AA2E-602EC828A2C9}"/>
          </ac:spMkLst>
        </pc:spChg>
        <pc:spChg chg="add mod">
          <ac:chgData name="鈴木 秀規" userId="f68c5fd9-22d5-4c0a-9833-7fb0f5135313" providerId="ADAL" clId="{9B0393DB-347A-4A9F-B4E7-8702A039FC28}" dt="2021-01-28T05:24:45.093" v="281" actId="1076"/>
          <ac:spMkLst>
            <pc:docMk/>
            <pc:sldMk cId="639239015" sldId="370"/>
            <ac:spMk id="8" creationId="{EDC1E394-233B-44A9-956D-D169F9071E77}"/>
          </ac:spMkLst>
        </pc:spChg>
        <pc:spChg chg="add mod">
          <ac:chgData name="鈴木 秀規" userId="f68c5fd9-22d5-4c0a-9833-7fb0f5135313" providerId="ADAL" clId="{9B0393DB-347A-4A9F-B4E7-8702A039FC28}" dt="2021-01-28T05:25:07.804" v="285" actId="14100"/>
          <ac:spMkLst>
            <pc:docMk/>
            <pc:sldMk cId="639239015" sldId="370"/>
            <ac:spMk id="9" creationId="{FABA8051-B368-40EA-AF26-4ECB616EBA61}"/>
          </ac:spMkLst>
        </pc:spChg>
      </pc:sldChg>
      <pc:sldChg chg="del">
        <pc:chgData name="鈴木 秀規" userId="f68c5fd9-22d5-4c0a-9833-7fb0f5135313" providerId="ADAL" clId="{9B0393DB-347A-4A9F-B4E7-8702A039FC28}" dt="2021-01-28T04:51:20.164" v="10" actId="2696"/>
        <pc:sldMkLst>
          <pc:docMk/>
          <pc:sldMk cId="1288993640" sldId="370"/>
        </pc:sldMkLst>
      </pc:sldChg>
      <pc:sldChg chg="del">
        <pc:chgData name="鈴木 秀規" userId="f68c5fd9-22d5-4c0a-9833-7fb0f5135313" providerId="ADAL" clId="{9B0393DB-347A-4A9F-B4E7-8702A039FC28}" dt="2021-01-28T04:51:20.164" v="10" actId="2696"/>
        <pc:sldMkLst>
          <pc:docMk/>
          <pc:sldMk cId="269703063" sldId="371"/>
        </pc:sldMkLst>
      </pc:sldChg>
      <pc:sldChg chg="addSp modSp new mod">
        <pc:chgData name="鈴木 秀規" userId="f68c5fd9-22d5-4c0a-9833-7fb0f5135313" providerId="ADAL" clId="{9B0393DB-347A-4A9F-B4E7-8702A039FC28}" dt="2021-01-28T05:30:41.993" v="295" actId="2711"/>
        <pc:sldMkLst>
          <pc:docMk/>
          <pc:sldMk cId="4233707676" sldId="371"/>
        </pc:sldMkLst>
        <pc:spChg chg="mod">
          <ac:chgData name="鈴木 秀規" userId="f68c5fd9-22d5-4c0a-9833-7fb0f5135313" providerId="ADAL" clId="{9B0393DB-347A-4A9F-B4E7-8702A039FC28}" dt="2021-01-28T05:28:11.111" v="287"/>
          <ac:spMkLst>
            <pc:docMk/>
            <pc:sldMk cId="4233707676" sldId="371"/>
            <ac:spMk id="3" creationId="{20A33C99-9C38-4DE0-B987-7B2C5A59FF33}"/>
          </ac:spMkLst>
        </pc:spChg>
        <pc:spChg chg="mod">
          <ac:chgData name="鈴木 秀規" userId="f68c5fd9-22d5-4c0a-9833-7fb0f5135313" providerId="ADAL" clId="{9B0393DB-347A-4A9F-B4E7-8702A039FC28}" dt="2021-01-28T05:28:20.053" v="289"/>
          <ac:spMkLst>
            <pc:docMk/>
            <pc:sldMk cId="4233707676" sldId="371"/>
            <ac:spMk id="5" creationId="{438D2864-DC71-4E65-A492-1FC808A35DCB}"/>
          </ac:spMkLst>
        </pc:spChg>
        <pc:spChg chg="add mod">
          <ac:chgData name="鈴木 秀規" userId="f68c5fd9-22d5-4c0a-9833-7fb0f5135313" providerId="ADAL" clId="{9B0393DB-347A-4A9F-B4E7-8702A039FC28}" dt="2021-01-28T05:30:41.993" v="295" actId="2711"/>
          <ac:spMkLst>
            <pc:docMk/>
            <pc:sldMk cId="4233707676" sldId="371"/>
            <ac:spMk id="6" creationId="{B8DC8423-2C24-4FEA-BE39-A8AE8D038FF5}"/>
          </ac:spMkLst>
        </pc:spChg>
      </pc:sldChg>
      <pc:sldChg chg="del">
        <pc:chgData name="鈴木 秀規" userId="f68c5fd9-22d5-4c0a-9833-7fb0f5135313" providerId="ADAL" clId="{9B0393DB-347A-4A9F-B4E7-8702A039FC28}" dt="2021-01-28T04:51:20.164" v="10" actId="2696"/>
        <pc:sldMkLst>
          <pc:docMk/>
          <pc:sldMk cId="2141290884" sldId="372"/>
        </pc:sldMkLst>
      </pc:sldChg>
      <pc:sldChg chg="addSp modSp new mod">
        <pc:chgData name="鈴木 秀規" userId="f68c5fd9-22d5-4c0a-9833-7fb0f5135313" providerId="ADAL" clId="{9B0393DB-347A-4A9F-B4E7-8702A039FC28}" dt="2021-01-28T05:33:30.819" v="332" actId="207"/>
        <pc:sldMkLst>
          <pc:docMk/>
          <pc:sldMk cId="2732402478" sldId="372"/>
        </pc:sldMkLst>
        <pc:spChg chg="mod">
          <ac:chgData name="鈴木 秀規" userId="f68c5fd9-22d5-4c0a-9833-7fb0f5135313" providerId="ADAL" clId="{9B0393DB-347A-4A9F-B4E7-8702A039FC28}" dt="2021-01-28T05:31:42.217" v="300"/>
          <ac:spMkLst>
            <pc:docMk/>
            <pc:sldMk cId="2732402478" sldId="372"/>
            <ac:spMk id="3" creationId="{8EB60EE0-6E0B-4672-8630-12AD7BA01C92}"/>
          </ac:spMkLst>
        </pc:spChg>
        <pc:spChg chg="mod">
          <ac:chgData name="鈴木 秀規" userId="f68c5fd9-22d5-4c0a-9833-7fb0f5135313" providerId="ADAL" clId="{9B0393DB-347A-4A9F-B4E7-8702A039FC28}" dt="2021-01-28T05:31:45.775" v="301" actId="14100"/>
          <ac:spMkLst>
            <pc:docMk/>
            <pc:sldMk cId="2732402478" sldId="372"/>
            <ac:spMk id="5" creationId="{521EF501-CA73-40D5-9A89-5BAACD557670}"/>
          </ac:spMkLst>
        </pc:spChg>
        <pc:spChg chg="add mod">
          <ac:chgData name="鈴木 秀規" userId="f68c5fd9-22d5-4c0a-9833-7fb0f5135313" providerId="ADAL" clId="{9B0393DB-347A-4A9F-B4E7-8702A039FC28}" dt="2021-01-28T05:32:05.654" v="307" actId="1036"/>
          <ac:spMkLst>
            <pc:docMk/>
            <pc:sldMk cId="2732402478" sldId="372"/>
            <ac:spMk id="6" creationId="{CD60F859-2F46-4C10-8424-168F2B67DC2C}"/>
          </ac:spMkLst>
        </pc:spChg>
        <pc:spChg chg="add mod">
          <ac:chgData name="鈴木 秀規" userId="f68c5fd9-22d5-4c0a-9833-7fb0f5135313" providerId="ADAL" clId="{9B0393DB-347A-4A9F-B4E7-8702A039FC28}" dt="2021-01-28T05:33:30.819" v="332" actId="207"/>
          <ac:spMkLst>
            <pc:docMk/>
            <pc:sldMk cId="2732402478" sldId="372"/>
            <ac:spMk id="7" creationId="{7B7BB61D-0F50-4679-841F-55D62302163F}"/>
          </ac:spMkLst>
        </pc:spChg>
      </pc:sldChg>
      <pc:sldChg chg="del">
        <pc:chgData name="鈴木 秀規" userId="f68c5fd9-22d5-4c0a-9833-7fb0f5135313" providerId="ADAL" clId="{9B0393DB-347A-4A9F-B4E7-8702A039FC28}" dt="2021-01-28T04:51:20.164" v="10" actId="2696"/>
        <pc:sldMkLst>
          <pc:docMk/>
          <pc:sldMk cId="1104417737" sldId="373"/>
        </pc:sldMkLst>
      </pc:sldChg>
      <pc:sldChg chg="addSp delSp modSp new mod">
        <pc:chgData name="鈴木 秀規" userId="f68c5fd9-22d5-4c0a-9833-7fb0f5135313" providerId="ADAL" clId="{9B0393DB-347A-4A9F-B4E7-8702A039FC28}" dt="2021-01-28T05:43:00.941" v="416" actId="14100"/>
        <pc:sldMkLst>
          <pc:docMk/>
          <pc:sldMk cId="1848207789" sldId="373"/>
        </pc:sldMkLst>
        <pc:spChg chg="mod">
          <ac:chgData name="鈴木 秀規" userId="f68c5fd9-22d5-4c0a-9833-7fb0f5135313" providerId="ADAL" clId="{9B0393DB-347A-4A9F-B4E7-8702A039FC28}" dt="2021-01-28T05:34:03.773" v="334"/>
          <ac:spMkLst>
            <pc:docMk/>
            <pc:sldMk cId="1848207789" sldId="373"/>
            <ac:spMk id="3" creationId="{2069719F-4DDB-48D6-8489-8ACA37F82E89}"/>
          </ac:spMkLst>
        </pc:spChg>
        <pc:spChg chg="mod">
          <ac:chgData name="鈴木 秀規" userId="f68c5fd9-22d5-4c0a-9833-7fb0f5135313" providerId="ADAL" clId="{9B0393DB-347A-4A9F-B4E7-8702A039FC28}" dt="2021-01-28T05:37:14.301" v="354" actId="14100"/>
          <ac:spMkLst>
            <pc:docMk/>
            <pc:sldMk cId="1848207789" sldId="373"/>
            <ac:spMk id="5" creationId="{654F77AB-9440-49CE-A489-16D42F5C01CB}"/>
          </ac:spMkLst>
        </pc:spChg>
        <pc:spChg chg="add del mod">
          <ac:chgData name="鈴木 秀規" userId="f68c5fd9-22d5-4c0a-9833-7fb0f5135313" providerId="ADAL" clId="{9B0393DB-347A-4A9F-B4E7-8702A039FC28}" dt="2021-01-28T05:39:18.960" v="365" actId="1076"/>
          <ac:spMkLst>
            <pc:docMk/>
            <pc:sldMk cId="1848207789" sldId="373"/>
            <ac:spMk id="6" creationId="{2592738B-6317-4652-B628-D04033029127}"/>
          </ac:spMkLst>
        </pc:spChg>
        <pc:spChg chg="add mod">
          <ac:chgData name="鈴木 秀規" userId="f68c5fd9-22d5-4c0a-9833-7fb0f5135313" providerId="ADAL" clId="{9B0393DB-347A-4A9F-B4E7-8702A039FC28}" dt="2021-01-28T05:37:30.033" v="359" actId="20577"/>
          <ac:spMkLst>
            <pc:docMk/>
            <pc:sldMk cId="1848207789" sldId="373"/>
            <ac:spMk id="7" creationId="{7D159354-FD3C-43D1-82EC-768FC77CD404}"/>
          </ac:spMkLst>
        </pc:spChg>
        <pc:spChg chg="add mod">
          <ac:chgData name="鈴木 秀規" userId="f68c5fd9-22d5-4c0a-9833-7fb0f5135313" providerId="ADAL" clId="{9B0393DB-347A-4A9F-B4E7-8702A039FC28}" dt="2021-01-28T05:39:41.186" v="369" actId="1582"/>
          <ac:spMkLst>
            <pc:docMk/>
            <pc:sldMk cId="1848207789" sldId="373"/>
            <ac:spMk id="8" creationId="{06FF66D7-3604-4305-9AC0-2078D6ECEA83}"/>
          </ac:spMkLst>
        </pc:spChg>
        <pc:spChg chg="add mod">
          <ac:chgData name="鈴木 秀規" userId="f68c5fd9-22d5-4c0a-9833-7fb0f5135313" providerId="ADAL" clId="{9B0393DB-347A-4A9F-B4E7-8702A039FC28}" dt="2021-01-28T05:40:35.002" v="379" actId="207"/>
          <ac:spMkLst>
            <pc:docMk/>
            <pc:sldMk cId="1848207789" sldId="373"/>
            <ac:spMk id="9" creationId="{C9C7744D-D0F8-45EB-8948-10EC2666EDE3}"/>
          </ac:spMkLst>
        </pc:spChg>
        <pc:spChg chg="add mod">
          <ac:chgData name="鈴木 秀規" userId="f68c5fd9-22d5-4c0a-9833-7fb0f5135313" providerId="ADAL" clId="{9B0393DB-347A-4A9F-B4E7-8702A039FC28}" dt="2021-01-28T05:43:00.941" v="416" actId="14100"/>
          <ac:spMkLst>
            <pc:docMk/>
            <pc:sldMk cId="1848207789" sldId="373"/>
            <ac:spMk id="10" creationId="{75ADB4EB-F938-4B2C-A73F-2E824CD27FCA}"/>
          </ac:spMkLst>
        </pc:spChg>
        <pc:spChg chg="add mod">
          <ac:chgData name="鈴木 秀規" userId="f68c5fd9-22d5-4c0a-9833-7fb0f5135313" providerId="ADAL" clId="{9B0393DB-347A-4A9F-B4E7-8702A039FC28}" dt="2021-01-28T05:40:01.038" v="374" actId="208"/>
          <ac:spMkLst>
            <pc:docMk/>
            <pc:sldMk cId="1848207789" sldId="373"/>
            <ac:spMk id="11" creationId="{D517944E-C9B2-489B-A736-2925B9FAE80E}"/>
          </ac:spMkLst>
        </pc:spChg>
        <pc:spChg chg="add mod">
          <ac:chgData name="鈴木 秀規" userId="f68c5fd9-22d5-4c0a-9833-7fb0f5135313" providerId="ADAL" clId="{9B0393DB-347A-4A9F-B4E7-8702A039FC28}" dt="2021-01-28T05:41:27.282" v="405" actId="1035"/>
          <ac:spMkLst>
            <pc:docMk/>
            <pc:sldMk cId="1848207789" sldId="373"/>
            <ac:spMk id="12" creationId="{39F8F0E7-1163-49B6-AA31-3CF4221F26FB}"/>
          </ac:spMkLst>
        </pc:spChg>
        <pc:spChg chg="add mod">
          <ac:chgData name="鈴木 秀規" userId="f68c5fd9-22d5-4c0a-9833-7fb0f5135313" providerId="ADAL" clId="{9B0393DB-347A-4A9F-B4E7-8702A039FC28}" dt="2021-01-28T05:41:35.663" v="409" actId="14100"/>
          <ac:spMkLst>
            <pc:docMk/>
            <pc:sldMk cId="1848207789" sldId="373"/>
            <ac:spMk id="13" creationId="{3C4838BC-C0ED-4EE0-96A0-DA3F1CC35971}"/>
          </ac:spMkLst>
        </pc:spChg>
      </pc:sldChg>
      <pc:sldChg chg="addSp modSp new mod">
        <pc:chgData name="鈴木 秀規" userId="f68c5fd9-22d5-4c0a-9833-7fb0f5135313" providerId="ADAL" clId="{9B0393DB-347A-4A9F-B4E7-8702A039FC28}" dt="2021-01-28T05:45:18.033" v="450" actId="1037"/>
        <pc:sldMkLst>
          <pc:docMk/>
          <pc:sldMk cId="949514721" sldId="374"/>
        </pc:sldMkLst>
        <pc:spChg chg="mod">
          <ac:chgData name="鈴木 秀規" userId="f68c5fd9-22d5-4c0a-9833-7fb0f5135313" providerId="ADAL" clId="{9B0393DB-347A-4A9F-B4E7-8702A039FC28}" dt="2021-01-28T05:43:29.956" v="418"/>
          <ac:spMkLst>
            <pc:docMk/>
            <pc:sldMk cId="949514721" sldId="374"/>
            <ac:spMk id="3" creationId="{13548677-7DFC-4950-88B2-3F7EB15C6CFA}"/>
          </ac:spMkLst>
        </pc:spChg>
        <pc:spChg chg="mod">
          <ac:chgData name="鈴木 秀規" userId="f68c5fd9-22d5-4c0a-9833-7fb0f5135313" providerId="ADAL" clId="{9B0393DB-347A-4A9F-B4E7-8702A039FC28}" dt="2021-01-28T05:43:48.929" v="423" actId="14100"/>
          <ac:spMkLst>
            <pc:docMk/>
            <pc:sldMk cId="949514721" sldId="374"/>
            <ac:spMk id="5" creationId="{181966A2-7F3A-4C15-89C7-D2D991809913}"/>
          </ac:spMkLst>
        </pc:spChg>
        <pc:spChg chg="add mod">
          <ac:chgData name="鈴木 秀規" userId="f68c5fd9-22d5-4c0a-9833-7fb0f5135313" providerId="ADAL" clId="{9B0393DB-347A-4A9F-B4E7-8702A039FC28}" dt="2021-01-28T05:45:18.033" v="450" actId="1037"/>
          <ac:spMkLst>
            <pc:docMk/>
            <pc:sldMk cId="949514721" sldId="374"/>
            <ac:spMk id="6" creationId="{D00F9652-38E5-46D9-8947-B25E6696BFD6}"/>
          </ac:spMkLst>
        </pc:spChg>
        <pc:spChg chg="add mod">
          <ac:chgData name="鈴木 秀規" userId="f68c5fd9-22d5-4c0a-9833-7fb0f5135313" providerId="ADAL" clId="{9B0393DB-347A-4A9F-B4E7-8702A039FC28}" dt="2021-01-28T05:45:18.033" v="450" actId="1037"/>
          <ac:spMkLst>
            <pc:docMk/>
            <pc:sldMk cId="949514721" sldId="374"/>
            <ac:spMk id="7" creationId="{660615A9-6D3A-4C8E-A258-BC369D0457EA}"/>
          </ac:spMkLst>
        </pc:spChg>
        <pc:spChg chg="add mod">
          <ac:chgData name="鈴木 秀規" userId="f68c5fd9-22d5-4c0a-9833-7fb0f5135313" providerId="ADAL" clId="{9B0393DB-347A-4A9F-B4E7-8702A039FC28}" dt="2021-01-28T05:45:18.033" v="450" actId="1037"/>
          <ac:spMkLst>
            <pc:docMk/>
            <pc:sldMk cId="949514721" sldId="374"/>
            <ac:spMk id="8" creationId="{37E65F5F-B2ED-44F9-A58C-90A04A206ACC}"/>
          </ac:spMkLst>
        </pc:spChg>
        <pc:spChg chg="add mod">
          <ac:chgData name="鈴木 秀規" userId="f68c5fd9-22d5-4c0a-9833-7fb0f5135313" providerId="ADAL" clId="{9B0393DB-347A-4A9F-B4E7-8702A039FC28}" dt="2021-01-28T05:45:18.033" v="450" actId="1037"/>
          <ac:spMkLst>
            <pc:docMk/>
            <pc:sldMk cId="949514721" sldId="374"/>
            <ac:spMk id="9" creationId="{50F10E35-DAB9-4C62-9244-349A0388724B}"/>
          </ac:spMkLst>
        </pc:spChg>
        <pc:spChg chg="add mod">
          <ac:chgData name="鈴木 秀規" userId="f68c5fd9-22d5-4c0a-9833-7fb0f5135313" providerId="ADAL" clId="{9B0393DB-347A-4A9F-B4E7-8702A039FC28}" dt="2021-01-28T05:45:18.033" v="450" actId="1037"/>
          <ac:spMkLst>
            <pc:docMk/>
            <pc:sldMk cId="949514721" sldId="374"/>
            <ac:spMk id="10" creationId="{500720B9-EB4D-4F1A-969D-A6511BC904E3}"/>
          </ac:spMkLst>
        </pc:spChg>
        <pc:spChg chg="add mod">
          <ac:chgData name="鈴木 秀規" userId="f68c5fd9-22d5-4c0a-9833-7fb0f5135313" providerId="ADAL" clId="{9B0393DB-347A-4A9F-B4E7-8702A039FC28}" dt="2021-01-28T05:45:18.033" v="450" actId="1037"/>
          <ac:spMkLst>
            <pc:docMk/>
            <pc:sldMk cId="949514721" sldId="374"/>
            <ac:spMk id="11" creationId="{0C58485A-3252-49BB-840C-4F7FD0CB006F}"/>
          </ac:spMkLst>
        </pc:spChg>
      </pc:sldChg>
      <pc:sldChg chg="del">
        <pc:chgData name="鈴木 秀規" userId="f68c5fd9-22d5-4c0a-9833-7fb0f5135313" providerId="ADAL" clId="{9B0393DB-347A-4A9F-B4E7-8702A039FC28}" dt="2021-01-28T04:51:20.164" v="10" actId="2696"/>
        <pc:sldMkLst>
          <pc:docMk/>
          <pc:sldMk cId="3417266570" sldId="374"/>
        </pc:sldMkLst>
      </pc:sldChg>
      <pc:sldChg chg="addSp modSp new mod">
        <pc:chgData name="鈴木 秀規" userId="f68c5fd9-22d5-4c0a-9833-7fb0f5135313" providerId="ADAL" clId="{9B0393DB-347A-4A9F-B4E7-8702A039FC28}" dt="2021-01-28T05:46:54.041" v="484" actId="20577"/>
        <pc:sldMkLst>
          <pc:docMk/>
          <pc:sldMk cId="420561561" sldId="375"/>
        </pc:sldMkLst>
        <pc:spChg chg="mod">
          <ac:chgData name="鈴木 秀規" userId="f68c5fd9-22d5-4c0a-9833-7fb0f5135313" providerId="ADAL" clId="{9B0393DB-347A-4A9F-B4E7-8702A039FC28}" dt="2021-01-28T05:45:45.590" v="452"/>
          <ac:spMkLst>
            <pc:docMk/>
            <pc:sldMk cId="420561561" sldId="375"/>
            <ac:spMk id="3" creationId="{A52AE433-6D32-494D-8565-056C80102D71}"/>
          </ac:spMkLst>
        </pc:spChg>
        <pc:spChg chg="mod">
          <ac:chgData name="鈴木 秀規" userId="f68c5fd9-22d5-4c0a-9833-7fb0f5135313" providerId="ADAL" clId="{9B0393DB-347A-4A9F-B4E7-8702A039FC28}" dt="2021-01-28T05:45:56.738" v="456" actId="14100"/>
          <ac:spMkLst>
            <pc:docMk/>
            <pc:sldMk cId="420561561" sldId="375"/>
            <ac:spMk id="5" creationId="{3CFF5DA0-C45B-43CB-A680-F23FC9717317}"/>
          </ac:spMkLst>
        </pc:spChg>
        <pc:spChg chg="add mod">
          <ac:chgData name="鈴木 秀規" userId="f68c5fd9-22d5-4c0a-9833-7fb0f5135313" providerId="ADAL" clId="{9B0393DB-347A-4A9F-B4E7-8702A039FC28}" dt="2021-01-28T05:46:54.041" v="484" actId="20577"/>
          <ac:spMkLst>
            <pc:docMk/>
            <pc:sldMk cId="420561561" sldId="375"/>
            <ac:spMk id="6" creationId="{9F87B1AC-1610-4046-839F-830C4C2A1864}"/>
          </ac:spMkLst>
        </pc:spChg>
      </pc:sldChg>
      <pc:sldChg chg="del">
        <pc:chgData name="鈴木 秀規" userId="f68c5fd9-22d5-4c0a-9833-7fb0f5135313" providerId="ADAL" clId="{9B0393DB-347A-4A9F-B4E7-8702A039FC28}" dt="2021-01-28T04:51:20.164" v="10" actId="2696"/>
        <pc:sldMkLst>
          <pc:docMk/>
          <pc:sldMk cId="3525173344" sldId="375"/>
        </pc:sldMkLst>
      </pc:sldChg>
      <pc:sldChg chg="modSp new mod">
        <pc:chgData name="鈴木 秀規" userId="f68c5fd9-22d5-4c0a-9833-7fb0f5135313" providerId="ADAL" clId="{9B0393DB-347A-4A9F-B4E7-8702A039FC28}" dt="2021-01-28T05:48:30.378" v="507" actId="207"/>
        <pc:sldMkLst>
          <pc:docMk/>
          <pc:sldMk cId="1996051249" sldId="376"/>
        </pc:sldMkLst>
        <pc:spChg chg="mod">
          <ac:chgData name="鈴木 秀規" userId="f68c5fd9-22d5-4c0a-9833-7fb0f5135313" providerId="ADAL" clId="{9B0393DB-347A-4A9F-B4E7-8702A039FC28}" dt="2021-01-28T05:47:07.004" v="486"/>
          <ac:spMkLst>
            <pc:docMk/>
            <pc:sldMk cId="1996051249" sldId="376"/>
            <ac:spMk id="3" creationId="{81181DD9-F9F3-48EA-8547-EA83621209D1}"/>
          </ac:spMkLst>
        </pc:spChg>
        <pc:spChg chg="mod">
          <ac:chgData name="鈴木 秀規" userId="f68c5fd9-22d5-4c0a-9833-7fb0f5135313" providerId="ADAL" clId="{9B0393DB-347A-4A9F-B4E7-8702A039FC28}" dt="2021-01-28T05:48:30.378" v="507" actId="207"/>
          <ac:spMkLst>
            <pc:docMk/>
            <pc:sldMk cId="1996051249" sldId="376"/>
            <ac:spMk id="5" creationId="{138E593E-FC57-4B56-AAA4-914B0C773AAB}"/>
          </ac:spMkLst>
        </pc:spChg>
      </pc:sldChg>
      <pc:sldChg chg="del">
        <pc:chgData name="鈴木 秀規" userId="f68c5fd9-22d5-4c0a-9833-7fb0f5135313" providerId="ADAL" clId="{9B0393DB-347A-4A9F-B4E7-8702A039FC28}" dt="2021-01-28T04:51:20.164" v="10" actId="2696"/>
        <pc:sldMkLst>
          <pc:docMk/>
          <pc:sldMk cId="3171014613" sldId="376"/>
        </pc:sldMkLst>
      </pc:sldChg>
      <pc:sldChg chg="del">
        <pc:chgData name="鈴木 秀規" userId="f68c5fd9-22d5-4c0a-9833-7fb0f5135313" providerId="ADAL" clId="{9B0393DB-347A-4A9F-B4E7-8702A039FC28}" dt="2021-01-28T04:51:20.164" v="10" actId="2696"/>
        <pc:sldMkLst>
          <pc:docMk/>
          <pc:sldMk cId="2808150330" sldId="377"/>
        </pc:sldMkLst>
      </pc:sldChg>
      <pc:sldChg chg="addSp modSp new mod">
        <pc:chgData name="鈴木 秀規" userId="f68c5fd9-22d5-4c0a-9833-7fb0f5135313" providerId="ADAL" clId="{9B0393DB-347A-4A9F-B4E7-8702A039FC28}" dt="2021-01-28T05:52:50.186" v="616" actId="1036"/>
        <pc:sldMkLst>
          <pc:docMk/>
          <pc:sldMk cId="3493943848" sldId="377"/>
        </pc:sldMkLst>
        <pc:spChg chg="mod">
          <ac:chgData name="鈴木 秀規" userId="f68c5fd9-22d5-4c0a-9833-7fb0f5135313" providerId="ADAL" clId="{9B0393DB-347A-4A9F-B4E7-8702A039FC28}" dt="2021-01-28T05:49:29.731" v="509"/>
          <ac:spMkLst>
            <pc:docMk/>
            <pc:sldMk cId="3493943848" sldId="377"/>
            <ac:spMk id="3" creationId="{27CED232-2F0E-4AC5-AACA-7354D39E6E02}"/>
          </ac:spMkLst>
        </pc:spChg>
        <pc:spChg chg="mod">
          <ac:chgData name="鈴木 秀規" userId="f68c5fd9-22d5-4c0a-9833-7fb0f5135313" providerId="ADAL" clId="{9B0393DB-347A-4A9F-B4E7-8702A039FC28}" dt="2021-01-28T05:52:43.387" v="603" actId="20577"/>
          <ac:spMkLst>
            <pc:docMk/>
            <pc:sldMk cId="3493943848" sldId="377"/>
            <ac:spMk id="5" creationId="{5721FB2D-915B-43F4-8F83-9DE023101BAF}"/>
          </ac:spMkLst>
        </pc:spChg>
        <pc:spChg chg="add mod">
          <ac:chgData name="鈴木 秀規" userId="f68c5fd9-22d5-4c0a-9833-7fb0f5135313" providerId="ADAL" clId="{9B0393DB-347A-4A9F-B4E7-8702A039FC28}" dt="2021-01-28T05:52:50.186" v="616" actId="1036"/>
          <ac:spMkLst>
            <pc:docMk/>
            <pc:sldMk cId="3493943848" sldId="377"/>
            <ac:spMk id="7" creationId="{9DAF715E-0759-4D07-A029-7533A634CF8D}"/>
          </ac:spMkLst>
        </pc:spChg>
        <pc:spChg chg="add mod">
          <ac:chgData name="鈴木 秀規" userId="f68c5fd9-22d5-4c0a-9833-7fb0f5135313" providerId="ADAL" clId="{9B0393DB-347A-4A9F-B4E7-8702A039FC28}" dt="2021-01-28T05:52:50.186" v="616" actId="1036"/>
          <ac:spMkLst>
            <pc:docMk/>
            <pc:sldMk cId="3493943848" sldId="377"/>
            <ac:spMk id="8" creationId="{A0A054C7-6799-457D-8282-3C2B19B3C4BE}"/>
          </ac:spMkLst>
        </pc:spChg>
        <pc:spChg chg="add mod">
          <ac:chgData name="鈴木 秀規" userId="f68c5fd9-22d5-4c0a-9833-7fb0f5135313" providerId="ADAL" clId="{9B0393DB-347A-4A9F-B4E7-8702A039FC28}" dt="2021-01-28T05:52:50.186" v="616" actId="1036"/>
          <ac:spMkLst>
            <pc:docMk/>
            <pc:sldMk cId="3493943848" sldId="377"/>
            <ac:spMk id="9" creationId="{7481DEE5-38C2-4615-B957-C1B1F6FE03F4}"/>
          </ac:spMkLst>
        </pc:spChg>
        <pc:spChg chg="add mod">
          <ac:chgData name="鈴木 秀規" userId="f68c5fd9-22d5-4c0a-9833-7fb0f5135313" providerId="ADAL" clId="{9B0393DB-347A-4A9F-B4E7-8702A039FC28}" dt="2021-01-28T05:52:50.186" v="616" actId="1036"/>
          <ac:spMkLst>
            <pc:docMk/>
            <pc:sldMk cId="3493943848" sldId="377"/>
            <ac:spMk id="10" creationId="{7BA5B70C-264B-43A5-A407-6DB54206A579}"/>
          </ac:spMkLst>
        </pc:spChg>
        <pc:spChg chg="add mod">
          <ac:chgData name="鈴木 秀規" userId="f68c5fd9-22d5-4c0a-9833-7fb0f5135313" providerId="ADAL" clId="{9B0393DB-347A-4A9F-B4E7-8702A039FC28}" dt="2021-01-28T05:52:50.186" v="616" actId="1036"/>
          <ac:spMkLst>
            <pc:docMk/>
            <pc:sldMk cId="3493943848" sldId="377"/>
            <ac:spMk id="11" creationId="{BD137E96-EF42-4029-B384-70836B6511AA}"/>
          </ac:spMkLst>
        </pc:spChg>
        <pc:spChg chg="add mod">
          <ac:chgData name="鈴木 秀規" userId="f68c5fd9-22d5-4c0a-9833-7fb0f5135313" providerId="ADAL" clId="{9B0393DB-347A-4A9F-B4E7-8702A039FC28}" dt="2021-01-28T05:52:50.186" v="616" actId="1036"/>
          <ac:spMkLst>
            <pc:docMk/>
            <pc:sldMk cId="3493943848" sldId="377"/>
            <ac:spMk id="12" creationId="{8979F5E2-A1A2-46B9-B10E-56EB42A2BF79}"/>
          </ac:spMkLst>
        </pc:spChg>
        <pc:graphicFrameChg chg="add mod modGraphic">
          <ac:chgData name="鈴木 秀規" userId="f68c5fd9-22d5-4c0a-9833-7fb0f5135313" providerId="ADAL" clId="{9B0393DB-347A-4A9F-B4E7-8702A039FC28}" dt="2021-01-28T05:51:13.685" v="590" actId="207"/>
          <ac:graphicFrameMkLst>
            <pc:docMk/>
            <pc:sldMk cId="3493943848" sldId="377"/>
            <ac:graphicFrameMk id="6" creationId="{7371300C-BF9D-4535-90BF-ED16098D1DCF}"/>
          </ac:graphicFrameMkLst>
        </pc:graphicFrameChg>
      </pc:sldChg>
      <pc:sldChg chg="del">
        <pc:chgData name="鈴木 秀規" userId="f68c5fd9-22d5-4c0a-9833-7fb0f5135313" providerId="ADAL" clId="{9B0393DB-347A-4A9F-B4E7-8702A039FC28}" dt="2021-01-28T04:51:20.164" v="10" actId="2696"/>
        <pc:sldMkLst>
          <pc:docMk/>
          <pc:sldMk cId="406741734" sldId="378"/>
        </pc:sldMkLst>
      </pc:sldChg>
      <pc:sldChg chg="addSp modSp new mod">
        <pc:chgData name="鈴木 秀規" userId="f68c5fd9-22d5-4c0a-9833-7fb0f5135313" providerId="ADAL" clId="{9B0393DB-347A-4A9F-B4E7-8702A039FC28}" dt="2021-01-28T05:57:49.640" v="691" actId="14100"/>
        <pc:sldMkLst>
          <pc:docMk/>
          <pc:sldMk cId="3488235805" sldId="378"/>
        </pc:sldMkLst>
        <pc:spChg chg="mod">
          <ac:chgData name="鈴木 秀規" userId="f68c5fd9-22d5-4c0a-9833-7fb0f5135313" providerId="ADAL" clId="{9B0393DB-347A-4A9F-B4E7-8702A039FC28}" dt="2021-01-28T05:53:09.067" v="618"/>
          <ac:spMkLst>
            <pc:docMk/>
            <pc:sldMk cId="3488235805" sldId="378"/>
            <ac:spMk id="3" creationId="{D4D5C0EC-748A-426B-8FCF-C2D5AB8B32BA}"/>
          </ac:spMkLst>
        </pc:spChg>
        <pc:spChg chg="mod">
          <ac:chgData name="鈴木 秀規" userId="f68c5fd9-22d5-4c0a-9833-7fb0f5135313" providerId="ADAL" clId="{9B0393DB-347A-4A9F-B4E7-8702A039FC28}" dt="2021-01-28T05:53:23.082" v="623" actId="14100"/>
          <ac:spMkLst>
            <pc:docMk/>
            <pc:sldMk cId="3488235805" sldId="378"/>
            <ac:spMk id="5" creationId="{5C399C6B-F89A-4BA5-9518-44E98CEB73F0}"/>
          </ac:spMkLst>
        </pc:spChg>
        <pc:spChg chg="add mod">
          <ac:chgData name="鈴木 秀規" userId="f68c5fd9-22d5-4c0a-9833-7fb0f5135313" providerId="ADAL" clId="{9B0393DB-347A-4A9F-B4E7-8702A039FC28}" dt="2021-01-28T05:56:31.196" v="678" actId="207"/>
          <ac:spMkLst>
            <pc:docMk/>
            <pc:sldMk cId="3488235805" sldId="378"/>
            <ac:spMk id="6" creationId="{5A255AAD-514A-4D7F-A9DD-4AD585D198AC}"/>
          </ac:spMkLst>
        </pc:spChg>
        <pc:spChg chg="add mod">
          <ac:chgData name="鈴木 秀規" userId="f68c5fd9-22d5-4c0a-9833-7fb0f5135313" providerId="ADAL" clId="{9B0393DB-347A-4A9F-B4E7-8702A039FC28}" dt="2021-01-28T05:54:08.911" v="633" actId="207"/>
          <ac:spMkLst>
            <pc:docMk/>
            <pc:sldMk cId="3488235805" sldId="378"/>
            <ac:spMk id="7" creationId="{5A5A3B78-0EE3-47CF-AFFA-A69BDB243A91}"/>
          </ac:spMkLst>
        </pc:spChg>
        <pc:spChg chg="add mod">
          <ac:chgData name="鈴木 秀規" userId="f68c5fd9-22d5-4c0a-9833-7fb0f5135313" providerId="ADAL" clId="{9B0393DB-347A-4A9F-B4E7-8702A039FC28}" dt="2021-01-28T05:55:32.590" v="662" actId="1076"/>
          <ac:spMkLst>
            <pc:docMk/>
            <pc:sldMk cId="3488235805" sldId="378"/>
            <ac:spMk id="8" creationId="{FA8C3B07-2B2A-42ED-8F71-D7BAFCB2C873}"/>
          </ac:spMkLst>
        </pc:spChg>
        <pc:spChg chg="add mod">
          <ac:chgData name="鈴木 秀規" userId="f68c5fd9-22d5-4c0a-9833-7fb0f5135313" providerId="ADAL" clId="{9B0393DB-347A-4A9F-B4E7-8702A039FC28}" dt="2021-01-28T05:54:54.760" v="651" actId="14100"/>
          <ac:spMkLst>
            <pc:docMk/>
            <pc:sldMk cId="3488235805" sldId="378"/>
            <ac:spMk id="9" creationId="{96BAB4BD-0FB1-4ADC-941C-AFD1BDF9FEBD}"/>
          </ac:spMkLst>
        </pc:spChg>
        <pc:spChg chg="add mod">
          <ac:chgData name="鈴木 秀規" userId="f68c5fd9-22d5-4c0a-9833-7fb0f5135313" providerId="ADAL" clId="{9B0393DB-347A-4A9F-B4E7-8702A039FC28}" dt="2021-01-28T05:56:23.096" v="676" actId="14100"/>
          <ac:spMkLst>
            <pc:docMk/>
            <pc:sldMk cId="3488235805" sldId="378"/>
            <ac:spMk id="10" creationId="{C1A7A43E-89B4-48E9-B463-20423AB25B1F}"/>
          </ac:spMkLst>
        </pc:spChg>
        <pc:spChg chg="add mod">
          <ac:chgData name="鈴木 秀規" userId="f68c5fd9-22d5-4c0a-9833-7fb0f5135313" providerId="ADAL" clId="{9B0393DB-347A-4A9F-B4E7-8702A039FC28}" dt="2021-01-28T05:57:49.640" v="691" actId="14100"/>
          <ac:spMkLst>
            <pc:docMk/>
            <pc:sldMk cId="3488235805" sldId="378"/>
            <ac:spMk id="11" creationId="{41938E68-145B-4FE8-9F7E-355B72C8067A}"/>
          </ac:spMkLst>
        </pc:spChg>
      </pc:sldChg>
      <pc:sldChg chg="del">
        <pc:chgData name="鈴木 秀規" userId="f68c5fd9-22d5-4c0a-9833-7fb0f5135313" providerId="ADAL" clId="{9B0393DB-347A-4A9F-B4E7-8702A039FC28}" dt="2021-01-28T04:51:20.164" v="10" actId="2696"/>
        <pc:sldMkLst>
          <pc:docMk/>
          <pc:sldMk cId="449625136" sldId="379"/>
        </pc:sldMkLst>
      </pc:sldChg>
      <pc:sldChg chg="modSp new mod">
        <pc:chgData name="鈴木 秀規" userId="f68c5fd9-22d5-4c0a-9833-7fb0f5135313" providerId="ADAL" clId="{9B0393DB-347A-4A9F-B4E7-8702A039FC28}" dt="2021-01-28T05:59:59.340" v="723" actId="20577"/>
        <pc:sldMkLst>
          <pc:docMk/>
          <pc:sldMk cId="2796318075" sldId="379"/>
        </pc:sldMkLst>
        <pc:spChg chg="mod">
          <ac:chgData name="鈴木 秀規" userId="f68c5fd9-22d5-4c0a-9833-7fb0f5135313" providerId="ADAL" clId="{9B0393DB-347A-4A9F-B4E7-8702A039FC28}" dt="2021-01-28T05:58:11.626" v="693"/>
          <ac:spMkLst>
            <pc:docMk/>
            <pc:sldMk cId="2796318075" sldId="379"/>
            <ac:spMk id="3" creationId="{A8E3964F-E0EF-4FFC-8EBD-80EB66046BB4}"/>
          </ac:spMkLst>
        </pc:spChg>
        <pc:spChg chg="mod">
          <ac:chgData name="鈴木 秀規" userId="f68c5fd9-22d5-4c0a-9833-7fb0f5135313" providerId="ADAL" clId="{9B0393DB-347A-4A9F-B4E7-8702A039FC28}" dt="2021-01-28T05:59:59.340" v="723" actId="20577"/>
          <ac:spMkLst>
            <pc:docMk/>
            <pc:sldMk cId="2796318075" sldId="379"/>
            <ac:spMk id="5" creationId="{F65EA276-CB98-4E31-BEA6-CDEA12439F93}"/>
          </ac:spMkLst>
        </pc:spChg>
      </pc:sldChg>
      <pc:sldChg chg="del">
        <pc:chgData name="鈴木 秀規" userId="f68c5fd9-22d5-4c0a-9833-7fb0f5135313" providerId="ADAL" clId="{9B0393DB-347A-4A9F-B4E7-8702A039FC28}" dt="2021-01-28T04:51:20.164" v="10" actId="2696"/>
        <pc:sldMkLst>
          <pc:docMk/>
          <pc:sldMk cId="1911761034" sldId="380"/>
        </pc:sldMkLst>
      </pc:sldChg>
      <pc:sldChg chg="addSp modSp new mod">
        <pc:chgData name="鈴木 秀規" userId="f68c5fd9-22d5-4c0a-9833-7fb0f5135313" providerId="ADAL" clId="{9B0393DB-347A-4A9F-B4E7-8702A039FC28}" dt="2021-01-28T06:03:48" v="784" actId="208"/>
        <pc:sldMkLst>
          <pc:docMk/>
          <pc:sldMk cId="3487842613" sldId="380"/>
        </pc:sldMkLst>
        <pc:spChg chg="mod">
          <ac:chgData name="鈴木 秀規" userId="f68c5fd9-22d5-4c0a-9833-7fb0f5135313" providerId="ADAL" clId="{9B0393DB-347A-4A9F-B4E7-8702A039FC28}" dt="2021-01-28T06:00:53.222" v="729"/>
          <ac:spMkLst>
            <pc:docMk/>
            <pc:sldMk cId="3487842613" sldId="380"/>
            <ac:spMk id="3" creationId="{EA6E2194-B0F9-42A6-8C40-9ACB32D82E50}"/>
          </ac:spMkLst>
        </pc:spChg>
        <pc:spChg chg="mod">
          <ac:chgData name="鈴木 秀規" userId="f68c5fd9-22d5-4c0a-9833-7fb0f5135313" providerId="ADAL" clId="{9B0393DB-347A-4A9F-B4E7-8702A039FC28}" dt="2021-01-28T06:00:28.017" v="727" actId="20577"/>
          <ac:spMkLst>
            <pc:docMk/>
            <pc:sldMk cId="3487842613" sldId="380"/>
            <ac:spMk id="5" creationId="{83D26C3F-3B73-4BED-A14F-B89A850D63CC}"/>
          </ac:spMkLst>
        </pc:spChg>
        <pc:spChg chg="add mod">
          <ac:chgData name="鈴木 秀規" userId="f68c5fd9-22d5-4c0a-9833-7fb0f5135313" providerId="ADAL" clId="{9B0393DB-347A-4A9F-B4E7-8702A039FC28}" dt="2021-01-28T06:02:42.681" v="776" actId="313"/>
          <ac:spMkLst>
            <pc:docMk/>
            <pc:sldMk cId="3487842613" sldId="380"/>
            <ac:spMk id="6" creationId="{FEC86CCF-52B7-4B99-B475-BF74CC017D2B}"/>
          </ac:spMkLst>
        </pc:spChg>
        <pc:spChg chg="add mod">
          <ac:chgData name="鈴木 秀規" userId="f68c5fd9-22d5-4c0a-9833-7fb0f5135313" providerId="ADAL" clId="{9B0393DB-347A-4A9F-B4E7-8702A039FC28}" dt="2021-01-28T06:02:31.568" v="774" actId="14100"/>
          <ac:spMkLst>
            <pc:docMk/>
            <pc:sldMk cId="3487842613" sldId="380"/>
            <ac:spMk id="7" creationId="{C56B9F5F-B953-4159-A53C-F447986A5F93}"/>
          </ac:spMkLst>
        </pc:spChg>
        <pc:spChg chg="add mod">
          <ac:chgData name="鈴木 秀規" userId="f68c5fd9-22d5-4c0a-9833-7fb0f5135313" providerId="ADAL" clId="{9B0393DB-347A-4A9F-B4E7-8702A039FC28}" dt="2021-01-28T06:03:48" v="784" actId="208"/>
          <ac:spMkLst>
            <pc:docMk/>
            <pc:sldMk cId="3487842613" sldId="380"/>
            <ac:spMk id="8" creationId="{CB2EA837-25DB-4E3B-A49B-0989AF006CB4}"/>
          </ac:spMkLst>
        </pc:spChg>
      </pc:sldChg>
      <pc:sldChg chg="modSp new mod">
        <pc:chgData name="鈴木 秀規" userId="f68c5fd9-22d5-4c0a-9833-7fb0f5135313" providerId="ADAL" clId="{9B0393DB-347A-4A9F-B4E7-8702A039FC28}" dt="2021-01-28T06:07:15.883" v="806" actId="207"/>
        <pc:sldMkLst>
          <pc:docMk/>
          <pc:sldMk cId="1329678765" sldId="381"/>
        </pc:sldMkLst>
        <pc:spChg chg="mod">
          <ac:chgData name="鈴木 秀規" userId="f68c5fd9-22d5-4c0a-9833-7fb0f5135313" providerId="ADAL" clId="{9B0393DB-347A-4A9F-B4E7-8702A039FC28}" dt="2021-01-28T06:05:02.602" v="786"/>
          <ac:spMkLst>
            <pc:docMk/>
            <pc:sldMk cId="1329678765" sldId="381"/>
            <ac:spMk id="3" creationId="{7F0D9EE6-7E66-441D-88C2-85B5C043CC56}"/>
          </ac:spMkLst>
        </pc:spChg>
        <pc:spChg chg="mod">
          <ac:chgData name="鈴木 秀規" userId="f68c5fd9-22d5-4c0a-9833-7fb0f5135313" providerId="ADAL" clId="{9B0393DB-347A-4A9F-B4E7-8702A039FC28}" dt="2021-01-28T06:07:15.883" v="806" actId="207"/>
          <ac:spMkLst>
            <pc:docMk/>
            <pc:sldMk cId="1329678765" sldId="381"/>
            <ac:spMk id="5" creationId="{54CF1E0F-77F3-4D34-B80C-F23ED44BB1B5}"/>
          </ac:spMkLst>
        </pc:spChg>
      </pc:sldChg>
      <pc:sldChg chg="del">
        <pc:chgData name="鈴木 秀規" userId="f68c5fd9-22d5-4c0a-9833-7fb0f5135313" providerId="ADAL" clId="{9B0393DB-347A-4A9F-B4E7-8702A039FC28}" dt="2021-01-28T04:51:20.164" v="10" actId="2696"/>
        <pc:sldMkLst>
          <pc:docMk/>
          <pc:sldMk cId="2111497926" sldId="381"/>
        </pc:sldMkLst>
      </pc:sldChg>
      <pc:sldChg chg="modSp new mod">
        <pc:chgData name="鈴木 秀規" userId="f68c5fd9-22d5-4c0a-9833-7fb0f5135313" providerId="ADAL" clId="{9B0393DB-347A-4A9F-B4E7-8702A039FC28}" dt="2021-01-28T06:08:48.318" v="827" actId="207"/>
        <pc:sldMkLst>
          <pc:docMk/>
          <pc:sldMk cId="1241536557" sldId="382"/>
        </pc:sldMkLst>
        <pc:spChg chg="mod">
          <ac:chgData name="鈴木 秀規" userId="f68c5fd9-22d5-4c0a-9833-7fb0f5135313" providerId="ADAL" clId="{9B0393DB-347A-4A9F-B4E7-8702A039FC28}" dt="2021-01-28T06:07:35.948" v="808"/>
          <ac:spMkLst>
            <pc:docMk/>
            <pc:sldMk cId="1241536557" sldId="382"/>
            <ac:spMk id="3" creationId="{5D82300F-0A26-44EC-AE4C-303BAF968E6E}"/>
          </ac:spMkLst>
        </pc:spChg>
        <pc:spChg chg="mod">
          <ac:chgData name="鈴木 秀規" userId="f68c5fd9-22d5-4c0a-9833-7fb0f5135313" providerId="ADAL" clId="{9B0393DB-347A-4A9F-B4E7-8702A039FC28}" dt="2021-01-28T06:08:48.318" v="827" actId="207"/>
          <ac:spMkLst>
            <pc:docMk/>
            <pc:sldMk cId="1241536557" sldId="382"/>
            <ac:spMk id="5" creationId="{98249769-8B42-411C-8DE2-0722716BC79D}"/>
          </ac:spMkLst>
        </pc:spChg>
      </pc:sldChg>
      <pc:sldChg chg="addSp modSp new mod">
        <pc:chgData name="鈴木 秀規" userId="f68c5fd9-22d5-4c0a-9833-7fb0f5135313" providerId="ADAL" clId="{9B0393DB-347A-4A9F-B4E7-8702A039FC28}" dt="2021-01-28T06:12:32.581" v="845" actId="207"/>
        <pc:sldMkLst>
          <pc:docMk/>
          <pc:sldMk cId="370086342" sldId="383"/>
        </pc:sldMkLst>
        <pc:spChg chg="mod">
          <ac:chgData name="鈴木 秀規" userId="f68c5fd9-22d5-4c0a-9833-7fb0f5135313" providerId="ADAL" clId="{9B0393DB-347A-4A9F-B4E7-8702A039FC28}" dt="2021-01-28T06:11:15.101" v="829"/>
          <ac:spMkLst>
            <pc:docMk/>
            <pc:sldMk cId="370086342" sldId="383"/>
            <ac:spMk id="3" creationId="{C7066AF6-1D1A-4194-81A6-0761C95ADD0B}"/>
          </ac:spMkLst>
        </pc:spChg>
        <pc:spChg chg="mod">
          <ac:chgData name="鈴木 秀規" userId="f68c5fd9-22d5-4c0a-9833-7fb0f5135313" providerId="ADAL" clId="{9B0393DB-347A-4A9F-B4E7-8702A039FC28}" dt="2021-01-28T06:11:31.165" v="833" actId="14100"/>
          <ac:spMkLst>
            <pc:docMk/>
            <pc:sldMk cId="370086342" sldId="383"/>
            <ac:spMk id="5" creationId="{73F15835-8EDD-47E5-B2C7-F34CF0B460E8}"/>
          </ac:spMkLst>
        </pc:spChg>
        <pc:spChg chg="add mod">
          <ac:chgData name="鈴木 秀規" userId="f68c5fd9-22d5-4c0a-9833-7fb0f5135313" providerId="ADAL" clId="{9B0393DB-347A-4A9F-B4E7-8702A039FC28}" dt="2021-01-28T06:12:32.581" v="845" actId="207"/>
          <ac:spMkLst>
            <pc:docMk/>
            <pc:sldMk cId="370086342" sldId="383"/>
            <ac:spMk id="6" creationId="{4CA59899-0BAD-4D9D-9D2E-EDDEDF77A7C7}"/>
          </ac:spMkLst>
        </pc:spChg>
      </pc:sldChg>
      <pc:sldChg chg="addSp modSp new mod">
        <pc:chgData name="鈴木 秀規" userId="f68c5fd9-22d5-4c0a-9833-7fb0f5135313" providerId="ADAL" clId="{9B0393DB-347A-4A9F-B4E7-8702A039FC28}" dt="2021-01-28T06:14:05.365" v="860" actId="207"/>
        <pc:sldMkLst>
          <pc:docMk/>
          <pc:sldMk cId="2606702251" sldId="384"/>
        </pc:sldMkLst>
        <pc:spChg chg="mod">
          <ac:chgData name="鈴木 秀規" userId="f68c5fd9-22d5-4c0a-9833-7fb0f5135313" providerId="ADAL" clId="{9B0393DB-347A-4A9F-B4E7-8702A039FC28}" dt="2021-01-28T06:12:47.925" v="847"/>
          <ac:spMkLst>
            <pc:docMk/>
            <pc:sldMk cId="2606702251" sldId="384"/>
            <ac:spMk id="3" creationId="{149D213F-2620-4B5B-8E45-E4DD7E8F6AEC}"/>
          </ac:spMkLst>
        </pc:spChg>
        <pc:spChg chg="mod">
          <ac:chgData name="鈴木 秀規" userId="f68c5fd9-22d5-4c0a-9833-7fb0f5135313" providerId="ADAL" clId="{9B0393DB-347A-4A9F-B4E7-8702A039FC28}" dt="2021-01-28T06:13:03.017" v="851" actId="14100"/>
          <ac:spMkLst>
            <pc:docMk/>
            <pc:sldMk cId="2606702251" sldId="384"/>
            <ac:spMk id="5" creationId="{F7A02B33-8EF9-47AC-91D1-E5EC06F42BF1}"/>
          </ac:spMkLst>
        </pc:spChg>
        <pc:spChg chg="add mod">
          <ac:chgData name="鈴木 秀規" userId="f68c5fd9-22d5-4c0a-9833-7fb0f5135313" providerId="ADAL" clId="{9B0393DB-347A-4A9F-B4E7-8702A039FC28}" dt="2021-01-28T06:14:05.365" v="860" actId="207"/>
          <ac:spMkLst>
            <pc:docMk/>
            <pc:sldMk cId="2606702251" sldId="384"/>
            <ac:spMk id="6" creationId="{2963DDC0-DC6C-4E94-B2BC-AF18A6BE370C}"/>
          </ac:spMkLst>
        </pc:spChg>
      </pc:sldChg>
      <pc:sldChg chg="modSp new mod">
        <pc:chgData name="鈴木 秀規" userId="f68c5fd9-22d5-4c0a-9833-7fb0f5135313" providerId="ADAL" clId="{9B0393DB-347A-4A9F-B4E7-8702A039FC28}" dt="2021-01-28T06:16:43.690" v="889" actId="207"/>
        <pc:sldMkLst>
          <pc:docMk/>
          <pc:sldMk cId="687702862" sldId="385"/>
        </pc:sldMkLst>
        <pc:spChg chg="mod">
          <ac:chgData name="鈴木 秀規" userId="f68c5fd9-22d5-4c0a-9833-7fb0f5135313" providerId="ADAL" clId="{9B0393DB-347A-4A9F-B4E7-8702A039FC28}" dt="2021-01-28T06:15:08.453" v="864"/>
          <ac:spMkLst>
            <pc:docMk/>
            <pc:sldMk cId="687702862" sldId="385"/>
            <ac:spMk id="3" creationId="{FEF030DA-D0CC-4914-B25C-B1531FB2EA38}"/>
          </ac:spMkLst>
        </pc:spChg>
        <pc:spChg chg="mod">
          <ac:chgData name="鈴木 秀規" userId="f68c5fd9-22d5-4c0a-9833-7fb0f5135313" providerId="ADAL" clId="{9B0393DB-347A-4A9F-B4E7-8702A039FC28}" dt="2021-01-28T06:16:43.690" v="889" actId="207"/>
          <ac:spMkLst>
            <pc:docMk/>
            <pc:sldMk cId="687702862" sldId="385"/>
            <ac:spMk id="5" creationId="{E4529827-329A-4934-8075-38C70BC32037}"/>
          </ac:spMkLst>
        </pc:spChg>
      </pc:sldChg>
      <pc:sldChg chg="addSp delSp modSp new mod modClrScheme chgLayout">
        <pc:chgData name="鈴木 秀規" userId="f68c5fd9-22d5-4c0a-9833-7fb0f5135313" providerId="ADAL" clId="{9B0393DB-347A-4A9F-B4E7-8702A039FC28}" dt="2021-01-28T06:19:17.881" v="915" actId="14100"/>
        <pc:sldMkLst>
          <pc:docMk/>
          <pc:sldMk cId="1556991625" sldId="386"/>
        </pc:sldMkLst>
        <pc:spChg chg="mod ord">
          <ac:chgData name="鈴木 秀規" userId="f68c5fd9-22d5-4c0a-9833-7fb0f5135313" providerId="ADAL" clId="{9B0393DB-347A-4A9F-B4E7-8702A039FC28}" dt="2021-01-28T06:17:29.798" v="892" actId="700"/>
          <ac:spMkLst>
            <pc:docMk/>
            <pc:sldMk cId="1556991625" sldId="386"/>
            <ac:spMk id="2" creationId="{8E37BB9B-83D1-4AD3-84A7-00314A9EF443}"/>
          </ac:spMkLst>
        </pc:spChg>
        <pc:spChg chg="mod ord">
          <ac:chgData name="鈴木 秀規" userId="f68c5fd9-22d5-4c0a-9833-7fb0f5135313" providerId="ADAL" clId="{9B0393DB-347A-4A9F-B4E7-8702A039FC28}" dt="2021-01-28T06:17:29.798" v="892" actId="700"/>
          <ac:spMkLst>
            <pc:docMk/>
            <pc:sldMk cId="1556991625" sldId="386"/>
            <ac:spMk id="3" creationId="{0416D4FC-4CF7-4D90-9C0D-CA655114D930}"/>
          </ac:spMkLst>
        </pc:spChg>
        <pc:spChg chg="mod ord">
          <ac:chgData name="鈴木 秀規" userId="f68c5fd9-22d5-4c0a-9833-7fb0f5135313" providerId="ADAL" clId="{9B0393DB-347A-4A9F-B4E7-8702A039FC28}" dt="2021-01-28T06:17:29.798" v="892" actId="700"/>
          <ac:spMkLst>
            <pc:docMk/>
            <pc:sldMk cId="1556991625" sldId="386"/>
            <ac:spMk id="4" creationId="{AC8E1359-BD1A-44C5-AECC-CEA080E9EF06}"/>
          </ac:spMkLst>
        </pc:spChg>
        <pc:spChg chg="del">
          <ac:chgData name="鈴木 秀規" userId="f68c5fd9-22d5-4c0a-9833-7fb0f5135313" providerId="ADAL" clId="{9B0393DB-347A-4A9F-B4E7-8702A039FC28}" dt="2021-01-28T06:17:29.798" v="892" actId="700"/>
          <ac:spMkLst>
            <pc:docMk/>
            <pc:sldMk cId="1556991625" sldId="386"/>
            <ac:spMk id="5" creationId="{C7C809F3-182A-4B65-890A-624315607664}"/>
          </ac:spMkLst>
        </pc:spChg>
        <pc:spChg chg="add mod">
          <ac:chgData name="鈴木 秀規" userId="f68c5fd9-22d5-4c0a-9833-7fb0f5135313" providerId="ADAL" clId="{9B0393DB-347A-4A9F-B4E7-8702A039FC28}" dt="2021-01-28T06:17:49.701" v="896" actId="14100"/>
          <ac:spMkLst>
            <pc:docMk/>
            <pc:sldMk cId="1556991625" sldId="386"/>
            <ac:spMk id="6" creationId="{74841F81-189C-4603-B413-5F5FE530BDEF}"/>
          </ac:spMkLst>
        </pc:spChg>
        <pc:spChg chg="add mod">
          <ac:chgData name="鈴木 秀規" userId="f68c5fd9-22d5-4c0a-9833-7fb0f5135313" providerId="ADAL" clId="{9B0393DB-347A-4A9F-B4E7-8702A039FC28}" dt="2021-01-28T06:18:55.829" v="911" actId="14100"/>
          <ac:spMkLst>
            <pc:docMk/>
            <pc:sldMk cId="1556991625" sldId="386"/>
            <ac:spMk id="7" creationId="{E1CFD740-7C8B-4718-8129-5E0F23D3ABE9}"/>
          </ac:spMkLst>
        </pc:spChg>
        <pc:spChg chg="add mod">
          <ac:chgData name="鈴木 秀規" userId="f68c5fd9-22d5-4c0a-9833-7fb0f5135313" providerId="ADAL" clId="{9B0393DB-347A-4A9F-B4E7-8702A039FC28}" dt="2021-01-28T06:19:17.881" v="915" actId="14100"/>
          <ac:spMkLst>
            <pc:docMk/>
            <pc:sldMk cId="1556991625" sldId="386"/>
            <ac:spMk id="8" creationId="{351B8591-3A1E-42E4-943A-99BDD8C1D067}"/>
          </ac:spMkLst>
        </pc:spChg>
      </pc:sldChg>
      <pc:sldChg chg="addSp modSp new mod modClrScheme chgLayout">
        <pc:chgData name="鈴木 秀規" userId="f68c5fd9-22d5-4c0a-9833-7fb0f5135313" providerId="ADAL" clId="{9B0393DB-347A-4A9F-B4E7-8702A039FC28}" dt="2021-01-28T06:20:51.853" v="942" actId="207"/>
        <pc:sldMkLst>
          <pc:docMk/>
          <pc:sldMk cId="3227213484" sldId="387"/>
        </pc:sldMkLst>
        <pc:spChg chg="mod ord">
          <ac:chgData name="鈴木 秀規" userId="f68c5fd9-22d5-4c0a-9833-7fb0f5135313" providerId="ADAL" clId="{9B0393DB-347A-4A9F-B4E7-8702A039FC28}" dt="2021-01-28T06:19:30.642" v="918" actId="700"/>
          <ac:spMkLst>
            <pc:docMk/>
            <pc:sldMk cId="3227213484" sldId="387"/>
            <ac:spMk id="2" creationId="{2FAC12FB-80AE-4A9F-96FC-08C6F99BDF3B}"/>
          </ac:spMkLst>
        </pc:spChg>
        <pc:spChg chg="mod ord">
          <ac:chgData name="鈴木 秀規" userId="f68c5fd9-22d5-4c0a-9833-7fb0f5135313" providerId="ADAL" clId="{9B0393DB-347A-4A9F-B4E7-8702A039FC28}" dt="2021-01-28T06:19:30.642" v="918" actId="700"/>
          <ac:spMkLst>
            <pc:docMk/>
            <pc:sldMk cId="3227213484" sldId="387"/>
            <ac:spMk id="3" creationId="{5856AD74-FB21-40CC-894A-8BA15D8FD2E3}"/>
          </ac:spMkLst>
        </pc:spChg>
        <pc:spChg chg="mod ord">
          <ac:chgData name="鈴木 秀規" userId="f68c5fd9-22d5-4c0a-9833-7fb0f5135313" providerId="ADAL" clId="{9B0393DB-347A-4A9F-B4E7-8702A039FC28}" dt="2021-01-28T06:19:30.642" v="918" actId="700"/>
          <ac:spMkLst>
            <pc:docMk/>
            <pc:sldMk cId="3227213484" sldId="387"/>
            <ac:spMk id="4" creationId="{487B6B72-D59A-4809-81AC-3D57E013062B}"/>
          </ac:spMkLst>
        </pc:spChg>
        <pc:spChg chg="add mod ord">
          <ac:chgData name="鈴木 秀規" userId="f68c5fd9-22d5-4c0a-9833-7fb0f5135313" providerId="ADAL" clId="{9B0393DB-347A-4A9F-B4E7-8702A039FC28}" dt="2021-01-28T06:20:51.853" v="942" actId="207"/>
          <ac:spMkLst>
            <pc:docMk/>
            <pc:sldMk cId="3227213484" sldId="387"/>
            <ac:spMk id="5" creationId="{DC467748-EFDB-4E6D-83BA-BE7F93FBEB19}"/>
          </ac:spMkLst>
        </pc:spChg>
      </pc:sldChg>
      <pc:sldChg chg="addSp delSp modSp new mod modClrScheme chgLayout">
        <pc:chgData name="鈴木 秀規" userId="f68c5fd9-22d5-4c0a-9833-7fb0f5135313" providerId="ADAL" clId="{9B0393DB-347A-4A9F-B4E7-8702A039FC28}" dt="2021-01-28T06:27:14.681" v="1012"/>
        <pc:sldMkLst>
          <pc:docMk/>
          <pc:sldMk cId="2658651072" sldId="388"/>
        </pc:sldMkLst>
        <pc:spChg chg="mod ord">
          <ac:chgData name="鈴木 秀規" userId="f68c5fd9-22d5-4c0a-9833-7fb0f5135313" providerId="ADAL" clId="{9B0393DB-347A-4A9F-B4E7-8702A039FC28}" dt="2021-01-28T06:21:11.135" v="945" actId="700"/>
          <ac:spMkLst>
            <pc:docMk/>
            <pc:sldMk cId="2658651072" sldId="388"/>
            <ac:spMk id="2" creationId="{616FF081-D905-40D1-A2EF-8AE5108470FC}"/>
          </ac:spMkLst>
        </pc:spChg>
        <pc:spChg chg="mod ord">
          <ac:chgData name="鈴木 秀規" userId="f68c5fd9-22d5-4c0a-9833-7fb0f5135313" providerId="ADAL" clId="{9B0393DB-347A-4A9F-B4E7-8702A039FC28}" dt="2021-01-28T06:21:11.135" v="945" actId="700"/>
          <ac:spMkLst>
            <pc:docMk/>
            <pc:sldMk cId="2658651072" sldId="388"/>
            <ac:spMk id="3" creationId="{FD601D0B-FE04-4701-B12C-94FB8F10BBD7}"/>
          </ac:spMkLst>
        </pc:spChg>
        <pc:spChg chg="mod ord">
          <ac:chgData name="鈴木 秀規" userId="f68c5fd9-22d5-4c0a-9833-7fb0f5135313" providerId="ADAL" clId="{9B0393DB-347A-4A9F-B4E7-8702A039FC28}" dt="2021-01-28T06:21:11.135" v="945" actId="700"/>
          <ac:spMkLst>
            <pc:docMk/>
            <pc:sldMk cId="2658651072" sldId="388"/>
            <ac:spMk id="4" creationId="{1139FA8D-105C-45AC-B8FB-4464D919256F}"/>
          </ac:spMkLst>
        </pc:spChg>
        <pc:spChg chg="del">
          <ac:chgData name="鈴木 秀規" userId="f68c5fd9-22d5-4c0a-9833-7fb0f5135313" providerId="ADAL" clId="{9B0393DB-347A-4A9F-B4E7-8702A039FC28}" dt="2021-01-28T06:21:11.135" v="945" actId="700"/>
          <ac:spMkLst>
            <pc:docMk/>
            <pc:sldMk cId="2658651072" sldId="388"/>
            <ac:spMk id="5" creationId="{452E4E3F-25E6-483B-BBA5-BCDF4F0C8704}"/>
          </ac:spMkLst>
        </pc:spChg>
        <pc:spChg chg="add mod">
          <ac:chgData name="鈴木 秀規" userId="f68c5fd9-22d5-4c0a-9833-7fb0f5135313" providerId="ADAL" clId="{9B0393DB-347A-4A9F-B4E7-8702A039FC28}" dt="2021-01-28T06:21:36.878" v="948" actId="14100"/>
          <ac:spMkLst>
            <pc:docMk/>
            <pc:sldMk cId="2658651072" sldId="388"/>
            <ac:spMk id="6" creationId="{5E2AC7A9-D865-4072-A34B-12E361BBEC1F}"/>
          </ac:spMkLst>
        </pc:spChg>
        <pc:spChg chg="add del mod">
          <ac:chgData name="鈴木 秀規" userId="f68c5fd9-22d5-4c0a-9833-7fb0f5135313" providerId="ADAL" clId="{9B0393DB-347A-4A9F-B4E7-8702A039FC28}" dt="2021-01-28T06:27:14.681" v="1012"/>
          <ac:spMkLst>
            <pc:docMk/>
            <pc:sldMk cId="2658651072" sldId="388"/>
            <ac:spMk id="7" creationId="{F8C06D25-F72A-4A04-B316-EB86AF987920}"/>
          </ac:spMkLst>
        </pc:spChg>
      </pc:sldChg>
      <pc:sldChg chg="addSp modSp new mod modClrScheme chgLayout">
        <pc:chgData name="鈴木 秀規" userId="f68c5fd9-22d5-4c0a-9833-7fb0f5135313" providerId="ADAL" clId="{9B0393DB-347A-4A9F-B4E7-8702A039FC28}" dt="2021-01-28T06:23:42.791" v="985" actId="14100"/>
        <pc:sldMkLst>
          <pc:docMk/>
          <pc:sldMk cId="91634463" sldId="389"/>
        </pc:sldMkLst>
        <pc:spChg chg="mod ord">
          <ac:chgData name="鈴木 秀規" userId="f68c5fd9-22d5-4c0a-9833-7fb0f5135313" providerId="ADAL" clId="{9B0393DB-347A-4A9F-B4E7-8702A039FC28}" dt="2021-01-28T06:22:03.015" v="951" actId="700"/>
          <ac:spMkLst>
            <pc:docMk/>
            <pc:sldMk cId="91634463" sldId="389"/>
            <ac:spMk id="2" creationId="{71BD1C0E-C3F2-4EC8-B9E9-5E23FA0FE4B7}"/>
          </ac:spMkLst>
        </pc:spChg>
        <pc:spChg chg="mod ord">
          <ac:chgData name="鈴木 秀規" userId="f68c5fd9-22d5-4c0a-9833-7fb0f5135313" providerId="ADAL" clId="{9B0393DB-347A-4A9F-B4E7-8702A039FC28}" dt="2021-01-28T06:22:03.015" v="951" actId="700"/>
          <ac:spMkLst>
            <pc:docMk/>
            <pc:sldMk cId="91634463" sldId="389"/>
            <ac:spMk id="3" creationId="{A48FE05B-0BD3-4032-8606-CC0813688FA3}"/>
          </ac:spMkLst>
        </pc:spChg>
        <pc:spChg chg="mod ord">
          <ac:chgData name="鈴木 秀規" userId="f68c5fd9-22d5-4c0a-9833-7fb0f5135313" providerId="ADAL" clId="{9B0393DB-347A-4A9F-B4E7-8702A039FC28}" dt="2021-01-28T06:22:03.015" v="951" actId="700"/>
          <ac:spMkLst>
            <pc:docMk/>
            <pc:sldMk cId="91634463" sldId="389"/>
            <ac:spMk id="4" creationId="{4FBB2095-686E-47CA-A31C-B6273BD99781}"/>
          </ac:spMkLst>
        </pc:spChg>
        <pc:spChg chg="add mod ord">
          <ac:chgData name="鈴木 秀規" userId="f68c5fd9-22d5-4c0a-9833-7fb0f5135313" providerId="ADAL" clId="{9B0393DB-347A-4A9F-B4E7-8702A039FC28}" dt="2021-01-28T06:23:16.359" v="976" actId="14100"/>
          <ac:spMkLst>
            <pc:docMk/>
            <pc:sldMk cId="91634463" sldId="389"/>
            <ac:spMk id="5" creationId="{335A23CD-F841-4EA4-BAE6-043862528890}"/>
          </ac:spMkLst>
        </pc:spChg>
        <pc:spChg chg="add mod">
          <ac:chgData name="鈴木 秀規" userId="f68c5fd9-22d5-4c0a-9833-7fb0f5135313" providerId="ADAL" clId="{9B0393DB-347A-4A9F-B4E7-8702A039FC28}" dt="2021-01-28T06:23:42.791" v="985" actId="14100"/>
          <ac:spMkLst>
            <pc:docMk/>
            <pc:sldMk cId="91634463" sldId="389"/>
            <ac:spMk id="6" creationId="{D2A63244-64CB-47FA-9EE7-253FDF3EAA19}"/>
          </ac:spMkLst>
        </pc:spChg>
      </pc:sldChg>
      <pc:sldChg chg="addSp modSp new mod">
        <pc:chgData name="鈴木 秀規" userId="f68c5fd9-22d5-4c0a-9833-7fb0f5135313" providerId="ADAL" clId="{9B0393DB-347A-4A9F-B4E7-8702A039FC28}" dt="2021-01-28T06:26:22.364" v="1004" actId="207"/>
        <pc:sldMkLst>
          <pc:docMk/>
          <pc:sldMk cId="2320300325" sldId="390"/>
        </pc:sldMkLst>
        <pc:spChg chg="mod">
          <ac:chgData name="鈴木 秀規" userId="f68c5fd9-22d5-4c0a-9833-7fb0f5135313" providerId="ADAL" clId="{9B0393DB-347A-4A9F-B4E7-8702A039FC28}" dt="2021-01-28T06:24:00.917" v="987"/>
          <ac:spMkLst>
            <pc:docMk/>
            <pc:sldMk cId="2320300325" sldId="390"/>
            <ac:spMk id="3" creationId="{C5C02D43-B67C-4DEC-8EC9-48957910AE84}"/>
          </ac:spMkLst>
        </pc:spChg>
        <pc:spChg chg="mod">
          <ac:chgData name="鈴木 秀規" userId="f68c5fd9-22d5-4c0a-9833-7fb0f5135313" providerId="ADAL" clId="{9B0393DB-347A-4A9F-B4E7-8702A039FC28}" dt="2021-01-28T06:24:22.453" v="990" actId="14100"/>
          <ac:spMkLst>
            <pc:docMk/>
            <pc:sldMk cId="2320300325" sldId="390"/>
            <ac:spMk id="5" creationId="{D821D6BC-27C5-48BB-ACAA-F3BFE7F374B9}"/>
          </ac:spMkLst>
        </pc:spChg>
        <pc:spChg chg="add mod">
          <ac:chgData name="鈴木 秀規" userId="f68c5fd9-22d5-4c0a-9833-7fb0f5135313" providerId="ADAL" clId="{9B0393DB-347A-4A9F-B4E7-8702A039FC28}" dt="2021-01-28T06:25:43.802" v="999" actId="14100"/>
          <ac:spMkLst>
            <pc:docMk/>
            <pc:sldMk cId="2320300325" sldId="390"/>
            <ac:spMk id="6" creationId="{3FEE7AF6-EF3E-4CA4-B414-A154F59B8E37}"/>
          </ac:spMkLst>
        </pc:spChg>
        <pc:spChg chg="add mod">
          <ac:chgData name="鈴木 秀規" userId="f68c5fd9-22d5-4c0a-9833-7fb0f5135313" providerId="ADAL" clId="{9B0393DB-347A-4A9F-B4E7-8702A039FC28}" dt="2021-01-28T06:26:22.364" v="1004" actId="207"/>
          <ac:spMkLst>
            <pc:docMk/>
            <pc:sldMk cId="2320300325" sldId="390"/>
            <ac:spMk id="7" creationId="{932F1765-8A93-41EC-957E-EC93A9EF3DB0}"/>
          </ac:spMkLst>
        </pc:spChg>
      </pc:sldChg>
      <pc:sldChg chg="addSp modSp new mod">
        <pc:chgData name="鈴木 秀規" userId="f68c5fd9-22d5-4c0a-9833-7fb0f5135313" providerId="ADAL" clId="{9B0393DB-347A-4A9F-B4E7-8702A039FC28}" dt="2021-01-28T06:29:35.347" v="1039" actId="14100"/>
        <pc:sldMkLst>
          <pc:docMk/>
          <pc:sldMk cId="1037775335" sldId="391"/>
        </pc:sldMkLst>
        <pc:spChg chg="mod">
          <ac:chgData name="鈴木 秀規" userId="f68c5fd9-22d5-4c0a-9833-7fb0f5135313" providerId="ADAL" clId="{9B0393DB-347A-4A9F-B4E7-8702A039FC28}" dt="2021-01-28T06:26:37.694" v="1006"/>
          <ac:spMkLst>
            <pc:docMk/>
            <pc:sldMk cId="1037775335" sldId="391"/>
            <ac:spMk id="3" creationId="{BA923D28-88E3-4EFC-A158-2674C621247B}"/>
          </ac:spMkLst>
        </pc:spChg>
        <pc:spChg chg="mod">
          <ac:chgData name="鈴木 秀規" userId="f68c5fd9-22d5-4c0a-9833-7fb0f5135313" providerId="ADAL" clId="{9B0393DB-347A-4A9F-B4E7-8702A039FC28}" dt="2021-01-28T06:26:57.105" v="1010" actId="14100"/>
          <ac:spMkLst>
            <pc:docMk/>
            <pc:sldMk cId="1037775335" sldId="391"/>
            <ac:spMk id="5" creationId="{54F4C3A0-31EF-4B1B-B93B-5E9953289E8E}"/>
          </ac:spMkLst>
        </pc:spChg>
        <pc:spChg chg="add mod">
          <ac:chgData name="鈴木 秀規" userId="f68c5fd9-22d5-4c0a-9833-7fb0f5135313" providerId="ADAL" clId="{9B0393DB-347A-4A9F-B4E7-8702A039FC28}" dt="2021-01-28T06:29:35.347" v="1039" actId="14100"/>
          <ac:spMkLst>
            <pc:docMk/>
            <pc:sldMk cId="1037775335" sldId="391"/>
            <ac:spMk id="6" creationId="{5FFE9DB3-4E7A-4281-B566-65635089E2F9}"/>
          </ac:spMkLst>
        </pc:spChg>
        <pc:spChg chg="add mod">
          <ac:chgData name="鈴木 秀規" userId="f68c5fd9-22d5-4c0a-9833-7fb0f5135313" providerId="ADAL" clId="{9B0393DB-347A-4A9F-B4E7-8702A039FC28}" dt="2021-01-28T06:28:50.305" v="1038" actId="14100"/>
          <ac:spMkLst>
            <pc:docMk/>
            <pc:sldMk cId="1037775335" sldId="391"/>
            <ac:spMk id="7" creationId="{0D34E9ED-8FD2-4C86-A80D-7B70852CDC15}"/>
          </ac:spMkLst>
        </pc:spChg>
      </pc:sldChg>
      <pc:sldChg chg="addSp modSp new mod">
        <pc:chgData name="鈴木 秀規" userId="f68c5fd9-22d5-4c0a-9833-7fb0f5135313" providerId="ADAL" clId="{9B0393DB-347A-4A9F-B4E7-8702A039FC28}" dt="2021-01-28T06:30:22.371" v="1047" actId="14100"/>
        <pc:sldMkLst>
          <pc:docMk/>
          <pc:sldMk cId="1989164865" sldId="392"/>
        </pc:sldMkLst>
        <pc:spChg chg="mod">
          <ac:chgData name="鈴木 秀規" userId="f68c5fd9-22d5-4c0a-9833-7fb0f5135313" providerId="ADAL" clId="{9B0393DB-347A-4A9F-B4E7-8702A039FC28}" dt="2021-01-28T06:29:47.116" v="1041"/>
          <ac:spMkLst>
            <pc:docMk/>
            <pc:sldMk cId="1989164865" sldId="392"/>
            <ac:spMk id="3" creationId="{AFC2A26E-AA58-4A15-81CC-8DA57F4498D0}"/>
          </ac:spMkLst>
        </pc:spChg>
        <pc:spChg chg="mod">
          <ac:chgData name="鈴木 秀規" userId="f68c5fd9-22d5-4c0a-9833-7fb0f5135313" providerId="ADAL" clId="{9B0393DB-347A-4A9F-B4E7-8702A039FC28}" dt="2021-01-28T06:29:56.734" v="1044" actId="14100"/>
          <ac:spMkLst>
            <pc:docMk/>
            <pc:sldMk cId="1989164865" sldId="392"/>
            <ac:spMk id="5" creationId="{2C13E718-66E5-4BD7-B901-DDFF5F68F88D}"/>
          </ac:spMkLst>
        </pc:spChg>
        <pc:spChg chg="add mod">
          <ac:chgData name="鈴木 秀規" userId="f68c5fd9-22d5-4c0a-9833-7fb0f5135313" providerId="ADAL" clId="{9B0393DB-347A-4A9F-B4E7-8702A039FC28}" dt="2021-01-28T06:30:22.371" v="1047" actId="14100"/>
          <ac:spMkLst>
            <pc:docMk/>
            <pc:sldMk cId="1989164865" sldId="392"/>
            <ac:spMk id="6" creationId="{4DA1D2F3-34B2-42DA-9958-780758280642}"/>
          </ac:spMkLst>
        </pc:spChg>
      </pc:sldChg>
      <pc:sldChg chg="modSp new mod">
        <pc:chgData name="鈴木 秀規" userId="f68c5fd9-22d5-4c0a-9833-7fb0f5135313" providerId="ADAL" clId="{9B0393DB-347A-4A9F-B4E7-8702A039FC28}" dt="2021-01-28T06:33:04.921" v="1072" actId="20577"/>
        <pc:sldMkLst>
          <pc:docMk/>
          <pc:sldMk cId="3817722397" sldId="393"/>
        </pc:sldMkLst>
        <pc:spChg chg="mod">
          <ac:chgData name="鈴木 秀規" userId="f68c5fd9-22d5-4c0a-9833-7fb0f5135313" providerId="ADAL" clId="{9B0393DB-347A-4A9F-B4E7-8702A039FC28}" dt="2021-01-28T06:31:33.481" v="1051"/>
          <ac:spMkLst>
            <pc:docMk/>
            <pc:sldMk cId="3817722397" sldId="393"/>
            <ac:spMk id="3" creationId="{2F2E0FD5-2346-4DD8-8220-9BF195FC590E}"/>
          </ac:spMkLst>
        </pc:spChg>
        <pc:spChg chg="mod">
          <ac:chgData name="鈴木 秀規" userId="f68c5fd9-22d5-4c0a-9833-7fb0f5135313" providerId="ADAL" clId="{9B0393DB-347A-4A9F-B4E7-8702A039FC28}" dt="2021-01-28T06:33:04.921" v="1072" actId="20577"/>
          <ac:spMkLst>
            <pc:docMk/>
            <pc:sldMk cId="3817722397" sldId="393"/>
            <ac:spMk id="5" creationId="{60C10C8F-89BB-442F-9F97-4F5F5B5AF457}"/>
          </ac:spMkLst>
        </pc:spChg>
      </pc:sldChg>
      <pc:sldChg chg="modSp new mod">
        <pc:chgData name="鈴木 秀規" userId="f68c5fd9-22d5-4c0a-9833-7fb0f5135313" providerId="ADAL" clId="{9B0393DB-347A-4A9F-B4E7-8702A039FC28}" dt="2021-01-28T06:33:57.021" v="1084" actId="207"/>
        <pc:sldMkLst>
          <pc:docMk/>
          <pc:sldMk cId="2635548106" sldId="394"/>
        </pc:sldMkLst>
        <pc:spChg chg="mod">
          <ac:chgData name="鈴木 秀規" userId="f68c5fd9-22d5-4c0a-9833-7fb0f5135313" providerId="ADAL" clId="{9B0393DB-347A-4A9F-B4E7-8702A039FC28}" dt="2021-01-28T06:33:24.983" v="1074"/>
          <ac:spMkLst>
            <pc:docMk/>
            <pc:sldMk cId="2635548106" sldId="394"/>
            <ac:spMk id="3" creationId="{4B485903-C262-401B-B6AE-98AE0991F0DC}"/>
          </ac:spMkLst>
        </pc:spChg>
        <pc:spChg chg="mod">
          <ac:chgData name="鈴木 秀規" userId="f68c5fd9-22d5-4c0a-9833-7fb0f5135313" providerId="ADAL" clId="{9B0393DB-347A-4A9F-B4E7-8702A039FC28}" dt="2021-01-28T06:33:57.021" v="1084" actId="207"/>
          <ac:spMkLst>
            <pc:docMk/>
            <pc:sldMk cId="2635548106" sldId="394"/>
            <ac:spMk id="5" creationId="{845A8630-2E41-4B93-BEAA-4F2468557344}"/>
          </ac:spMkLst>
        </pc:spChg>
      </pc:sldChg>
      <pc:sldChg chg="modSp new mod">
        <pc:chgData name="鈴木 秀規" userId="f68c5fd9-22d5-4c0a-9833-7fb0f5135313" providerId="ADAL" clId="{9B0393DB-347A-4A9F-B4E7-8702A039FC28}" dt="2021-01-28T06:35:35.377" v="1114" actId="20577"/>
        <pc:sldMkLst>
          <pc:docMk/>
          <pc:sldMk cId="436757555" sldId="395"/>
        </pc:sldMkLst>
        <pc:spChg chg="mod">
          <ac:chgData name="鈴木 秀規" userId="f68c5fd9-22d5-4c0a-9833-7fb0f5135313" providerId="ADAL" clId="{9B0393DB-347A-4A9F-B4E7-8702A039FC28}" dt="2021-01-28T06:34:13.183" v="1086"/>
          <ac:spMkLst>
            <pc:docMk/>
            <pc:sldMk cId="436757555" sldId="395"/>
            <ac:spMk id="3" creationId="{A2691B91-019E-4260-AAD2-8EB61D034CB2}"/>
          </ac:spMkLst>
        </pc:spChg>
        <pc:spChg chg="mod">
          <ac:chgData name="鈴木 秀規" userId="f68c5fd9-22d5-4c0a-9833-7fb0f5135313" providerId="ADAL" clId="{9B0393DB-347A-4A9F-B4E7-8702A039FC28}" dt="2021-01-28T06:35:35.377" v="1114" actId="20577"/>
          <ac:spMkLst>
            <pc:docMk/>
            <pc:sldMk cId="436757555" sldId="395"/>
            <ac:spMk id="5" creationId="{3854E8B5-F33D-449E-83B5-1E679A12C92C}"/>
          </ac:spMkLst>
        </pc:spChg>
      </pc:sldChg>
      <pc:sldChg chg="modSp new mod">
        <pc:chgData name="鈴木 秀規" userId="f68c5fd9-22d5-4c0a-9833-7fb0f5135313" providerId="ADAL" clId="{9B0393DB-347A-4A9F-B4E7-8702A039FC28}" dt="2021-01-28T06:37:12.114" v="1143" actId="20577"/>
        <pc:sldMkLst>
          <pc:docMk/>
          <pc:sldMk cId="3553494220" sldId="396"/>
        </pc:sldMkLst>
        <pc:spChg chg="mod">
          <ac:chgData name="鈴木 秀規" userId="f68c5fd9-22d5-4c0a-9833-7fb0f5135313" providerId="ADAL" clId="{9B0393DB-347A-4A9F-B4E7-8702A039FC28}" dt="2021-01-28T06:35:49.658" v="1116"/>
          <ac:spMkLst>
            <pc:docMk/>
            <pc:sldMk cId="3553494220" sldId="396"/>
            <ac:spMk id="3" creationId="{26DB189E-5E24-44C6-8FDE-BEBE8357FDB7}"/>
          </ac:spMkLst>
        </pc:spChg>
        <pc:spChg chg="mod">
          <ac:chgData name="鈴木 秀規" userId="f68c5fd9-22d5-4c0a-9833-7fb0f5135313" providerId="ADAL" clId="{9B0393DB-347A-4A9F-B4E7-8702A039FC28}" dt="2021-01-28T06:37:12.114" v="1143" actId="20577"/>
          <ac:spMkLst>
            <pc:docMk/>
            <pc:sldMk cId="3553494220" sldId="396"/>
            <ac:spMk id="5" creationId="{190ECB88-5093-4F73-AA5D-C6BAE55C2600}"/>
          </ac:spMkLst>
        </pc:spChg>
      </pc:sldChg>
      <pc:sldChg chg="new del">
        <pc:chgData name="鈴木 秀規" userId="f68c5fd9-22d5-4c0a-9833-7fb0f5135313" providerId="ADAL" clId="{9B0393DB-347A-4A9F-B4E7-8702A039FC28}" dt="2021-01-28T06:37:49.917" v="1145" actId="2696"/>
        <pc:sldMkLst>
          <pc:docMk/>
          <pc:sldMk cId="1329269555" sldId="397"/>
        </pc:sldMkLst>
      </pc:sldChg>
    </pc:docChg>
  </pc:docChgLst>
  <pc:docChgLst>
    <pc:chgData name="鈴木 秀規" userId="f68c5fd9-22d5-4c0a-9833-7fb0f5135313" providerId="ADAL" clId="{08638EF6-D777-4C0B-B3AC-F96EA920AE28}"/>
    <pc:docChg chg="undo custSel addSld delSld modSld">
      <pc:chgData name="鈴木 秀規" userId="f68c5fd9-22d5-4c0a-9833-7fb0f5135313" providerId="ADAL" clId="{08638EF6-D777-4C0B-B3AC-F96EA920AE28}" dt="2021-01-26T05:25:46.933" v="140" actId="14100"/>
      <pc:docMkLst>
        <pc:docMk/>
      </pc:docMkLst>
      <pc:sldChg chg="modSp mod">
        <pc:chgData name="鈴木 秀規" userId="f68c5fd9-22d5-4c0a-9833-7fb0f5135313" providerId="ADAL" clId="{08638EF6-D777-4C0B-B3AC-F96EA920AE28}" dt="2021-01-26T05:15:53.098" v="18" actId="14100"/>
        <pc:sldMkLst>
          <pc:docMk/>
          <pc:sldMk cId="0" sldId="256"/>
        </pc:sldMkLst>
        <pc:spChg chg="mod">
          <ac:chgData name="鈴木 秀規" userId="f68c5fd9-22d5-4c0a-9833-7fb0f5135313" providerId="ADAL" clId="{08638EF6-D777-4C0B-B3AC-F96EA920AE28}" dt="2021-01-26T05:15:53.098" v="18" actId="14100"/>
          <ac:spMkLst>
            <pc:docMk/>
            <pc:sldMk cId="0" sldId="256"/>
            <ac:spMk id="56" creationId="{00000000-0000-0000-0000-000000000000}"/>
          </ac:spMkLst>
        </pc:spChg>
      </pc:sldChg>
      <pc:sldChg chg="addSp delSp modSp new mod modClrScheme chgLayout">
        <pc:chgData name="鈴木 秀規" userId="f68c5fd9-22d5-4c0a-9833-7fb0f5135313" providerId="ADAL" clId="{08638EF6-D777-4C0B-B3AC-F96EA920AE28}" dt="2021-01-26T05:18:58.554" v="68" actId="20577"/>
        <pc:sldMkLst>
          <pc:docMk/>
          <pc:sldMk cId="1859091905" sldId="362"/>
        </pc:sldMkLst>
        <pc:spChg chg="del mod ord">
          <ac:chgData name="鈴木 秀規" userId="f68c5fd9-22d5-4c0a-9833-7fb0f5135313" providerId="ADAL" clId="{08638EF6-D777-4C0B-B3AC-F96EA920AE28}" dt="2021-01-26T05:16:11.335" v="21" actId="700"/>
          <ac:spMkLst>
            <pc:docMk/>
            <pc:sldMk cId="1859091905" sldId="362"/>
            <ac:spMk id="2" creationId="{4CBF5B66-7AA2-455B-BB64-AE2435551191}"/>
          </ac:spMkLst>
        </pc:spChg>
        <pc:spChg chg="del mod ord">
          <ac:chgData name="鈴木 秀規" userId="f68c5fd9-22d5-4c0a-9833-7fb0f5135313" providerId="ADAL" clId="{08638EF6-D777-4C0B-B3AC-F96EA920AE28}" dt="2021-01-26T05:16:11.335" v="21" actId="700"/>
          <ac:spMkLst>
            <pc:docMk/>
            <pc:sldMk cId="1859091905" sldId="362"/>
            <ac:spMk id="3" creationId="{1C6FA6B5-2ABF-4944-A196-C3D0F717D6DD}"/>
          </ac:spMkLst>
        </pc:spChg>
        <pc:spChg chg="mod ord">
          <ac:chgData name="鈴木 秀規" userId="f68c5fd9-22d5-4c0a-9833-7fb0f5135313" providerId="ADAL" clId="{08638EF6-D777-4C0B-B3AC-F96EA920AE28}" dt="2021-01-26T05:16:11.335" v="21" actId="700"/>
          <ac:spMkLst>
            <pc:docMk/>
            <pc:sldMk cId="1859091905" sldId="362"/>
            <ac:spMk id="4" creationId="{D6DC238B-EE56-4E60-9254-5D7461C2FECA}"/>
          </ac:spMkLst>
        </pc:spChg>
        <pc:spChg chg="mod ord">
          <ac:chgData name="鈴木 秀規" userId="f68c5fd9-22d5-4c0a-9833-7fb0f5135313" providerId="ADAL" clId="{08638EF6-D777-4C0B-B3AC-F96EA920AE28}" dt="2021-01-26T05:16:11.335" v="21" actId="700"/>
          <ac:spMkLst>
            <pc:docMk/>
            <pc:sldMk cId="1859091905" sldId="362"/>
            <ac:spMk id="5" creationId="{CAF52E47-E0BD-4CE1-8C78-272007650A0D}"/>
          </ac:spMkLst>
        </pc:spChg>
        <pc:spChg chg="del">
          <ac:chgData name="鈴木 秀規" userId="f68c5fd9-22d5-4c0a-9833-7fb0f5135313" providerId="ADAL" clId="{08638EF6-D777-4C0B-B3AC-F96EA920AE28}" dt="2021-01-26T05:16:11.335" v="21" actId="700"/>
          <ac:spMkLst>
            <pc:docMk/>
            <pc:sldMk cId="1859091905" sldId="362"/>
            <ac:spMk id="6" creationId="{79872133-46EE-42C3-B6F5-3AE94028958F}"/>
          </ac:spMkLst>
        </pc:spChg>
        <pc:spChg chg="add mod ord">
          <ac:chgData name="鈴木 秀規" userId="f68c5fd9-22d5-4c0a-9833-7fb0f5135313" providerId="ADAL" clId="{08638EF6-D777-4C0B-B3AC-F96EA920AE28}" dt="2021-01-26T05:17:31.196" v="24"/>
          <ac:spMkLst>
            <pc:docMk/>
            <pc:sldMk cId="1859091905" sldId="362"/>
            <ac:spMk id="7" creationId="{58177CF6-E256-4D88-B489-5F2EFF09AC4C}"/>
          </ac:spMkLst>
        </pc:spChg>
        <pc:spChg chg="add mod ord">
          <ac:chgData name="鈴木 秀規" userId="f68c5fd9-22d5-4c0a-9833-7fb0f5135313" providerId="ADAL" clId="{08638EF6-D777-4C0B-B3AC-F96EA920AE28}" dt="2021-01-26T05:18:58.554" v="68" actId="20577"/>
          <ac:spMkLst>
            <pc:docMk/>
            <pc:sldMk cId="1859091905" sldId="362"/>
            <ac:spMk id="8" creationId="{C57C43D1-E1C5-418D-A114-931FDA96CE3D}"/>
          </ac:spMkLst>
        </pc:spChg>
        <pc:picChg chg="add mod">
          <ac:chgData name="鈴木 秀規" userId="f68c5fd9-22d5-4c0a-9833-7fb0f5135313" providerId="ADAL" clId="{08638EF6-D777-4C0B-B3AC-F96EA920AE28}" dt="2021-01-26T05:17:56.352" v="28" actId="1076"/>
          <ac:picMkLst>
            <pc:docMk/>
            <pc:sldMk cId="1859091905" sldId="362"/>
            <ac:picMk id="9" creationId="{BA5D05B1-6F0D-4655-AFC1-495F71BCF81C}"/>
          </ac:picMkLst>
        </pc:picChg>
        <pc:picChg chg="add mod">
          <ac:chgData name="鈴木 秀規" userId="f68c5fd9-22d5-4c0a-9833-7fb0f5135313" providerId="ADAL" clId="{08638EF6-D777-4C0B-B3AC-F96EA920AE28}" dt="2021-01-26T05:17:56.352" v="28" actId="1076"/>
          <ac:picMkLst>
            <pc:docMk/>
            <pc:sldMk cId="1859091905" sldId="362"/>
            <ac:picMk id="10" creationId="{899D8770-B1F7-436F-BE7F-0F92A7770FDF}"/>
          </ac:picMkLst>
        </pc:picChg>
      </pc:sldChg>
      <pc:sldChg chg="addSp delSp modSp new mod">
        <pc:chgData name="鈴木 秀規" userId="f68c5fd9-22d5-4c0a-9833-7fb0f5135313" providerId="ADAL" clId="{08638EF6-D777-4C0B-B3AC-F96EA920AE28}" dt="2021-01-26T05:21:22.847" v="98" actId="1076"/>
        <pc:sldMkLst>
          <pc:docMk/>
          <pc:sldMk cId="2364365537" sldId="363"/>
        </pc:sldMkLst>
        <pc:spChg chg="mod">
          <ac:chgData name="鈴木 秀規" userId="f68c5fd9-22d5-4c0a-9833-7fb0f5135313" providerId="ADAL" clId="{08638EF6-D777-4C0B-B3AC-F96EA920AE28}" dt="2021-01-26T05:19:36.856" v="70"/>
          <ac:spMkLst>
            <pc:docMk/>
            <pc:sldMk cId="2364365537" sldId="363"/>
            <ac:spMk id="3" creationId="{B640D129-B6CB-4C83-B970-246D59D57573}"/>
          </ac:spMkLst>
        </pc:spChg>
        <pc:spChg chg="mod">
          <ac:chgData name="鈴木 秀規" userId="f68c5fd9-22d5-4c0a-9833-7fb0f5135313" providerId="ADAL" clId="{08638EF6-D777-4C0B-B3AC-F96EA920AE28}" dt="2021-01-26T05:19:50.758" v="73" actId="14100"/>
          <ac:spMkLst>
            <pc:docMk/>
            <pc:sldMk cId="2364365537" sldId="363"/>
            <ac:spMk id="5" creationId="{B57261C1-F514-40BE-AAF2-BA12D96EEC29}"/>
          </ac:spMkLst>
        </pc:spChg>
        <pc:spChg chg="add mod">
          <ac:chgData name="鈴木 秀規" userId="f68c5fd9-22d5-4c0a-9833-7fb0f5135313" providerId="ADAL" clId="{08638EF6-D777-4C0B-B3AC-F96EA920AE28}" dt="2021-01-26T05:20:52.991" v="88" actId="1076"/>
          <ac:spMkLst>
            <pc:docMk/>
            <pc:sldMk cId="2364365537" sldId="363"/>
            <ac:spMk id="9" creationId="{E22A0353-8EA1-4FD8-A39C-49D9187B8256}"/>
          </ac:spMkLst>
        </pc:spChg>
        <pc:picChg chg="add del mod">
          <ac:chgData name="鈴木 秀規" userId="f68c5fd9-22d5-4c0a-9833-7fb0f5135313" providerId="ADAL" clId="{08638EF6-D777-4C0B-B3AC-F96EA920AE28}" dt="2021-01-26T05:20:32.232" v="82" actId="478"/>
          <ac:picMkLst>
            <pc:docMk/>
            <pc:sldMk cId="2364365537" sldId="363"/>
            <ac:picMk id="6" creationId="{993F232B-F330-49C7-8CFF-CFCD402F49F4}"/>
          </ac:picMkLst>
        </pc:picChg>
        <pc:picChg chg="add mod">
          <ac:chgData name="鈴木 秀規" userId="f68c5fd9-22d5-4c0a-9833-7fb0f5135313" providerId="ADAL" clId="{08638EF6-D777-4C0B-B3AC-F96EA920AE28}" dt="2021-01-26T05:20:57.696" v="89" actId="14100"/>
          <ac:picMkLst>
            <pc:docMk/>
            <pc:sldMk cId="2364365537" sldId="363"/>
            <ac:picMk id="8" creationId="{763A5F80-3D1F-4918-9FDD-53A678F1CC4C}"/>
          </ac:picMkLst>
        </pc:picChg>
        <pc:picChg chg="add mod">
          <ac:chgData name="鈴木 秀規" userId="f68c5fd9-22d5-4c0a-9833-7fb0f5135313" providerId="ADAL" clId="{08638EF6-D777-4C0B-B3AC-F96EA920AE28}" dt="2021-01-26T05:21:14.092" v="94" actId="14100"/>
          <ac:picMkLst>
            <pc:docMk/>
            <pc:sldMk cId="2364365537" sldId="363"/>
            <ac:picMk id="10" creationId="{FBDEFDB1-0089-42FD-AE86-6574A2FA16DF}"/>
          </ac:picMkLst>
        </pc:picChg>
        <pc:picChg chg="add mod">
          <ac:chgData name="鈴木 秀規" userId="f68c5fd9-22d5-4c0a-9833-7fb0f5135313" providerId="ADAL" clId="{08638EF6-D777-4C0B-B3AC-F96EA920AE28}" dt="2021-01-26T05:21:22.847" v="98" actId="1076"/>
          <ac:picMkLst>
            <pc:docMk/>
            <pc:sldMk cId="2364365537" sldId="363"/>
            <ac:picMk id="11" creationId="{05719BC9-65AB-4C7B-9FC7-0A3C1B55521D}"/>
          </ac:picMkLst>
        </pc:picChg>
        <pc:picChg chg="add mod">
          <ac:chgData name="鈴木 秀規" userId="f68c5fd9-22d5-4c0a-9833-7fb0f5135313" providerId="ADAL" clId="{08638EF6-D777-4C0B-B3AC-F96EA920AE28}" dt="2021-01-26T05:21:19.192" v="96" actId="1076"/>
          <ac:picMkLst>
            <pc:docMk/>
            <pc:sldMk cId="2364365537" sldId="363"/>
            <ac:picMk id="12" creationId="{860637D5-85A1-4BFF-AD71-F43936BDB20B}"/>
          </ac:picMkLst>
        </pc:picChg>
      </pc:sldChg>
      <pc:sldChg chg="addSp modSp new mod">
        <pc:chgData name="鈴木 秀規" userId="f68c5fd9-22d5-4c0a-9833-7fb0f5135313" providerId="ADAL" clId="{08638EF6-D777-4C0B-B3AC-F96EA920AE28}" dt="2021-01-26T05:22:08.016" v="105" actId="1076"/>
        <pc:sldMkLst>
          <pc:docMk/>
          <pc:sldMk cId="2741627324" sldId="364"/>
        </pc:sldMkLst>
        <pc:spChg chg="mod">
          <ac:chgData name="鈴木 秀規" userId="f68c5fd9-22d5-4c0a-9833-7fb0f5135313" providerId="ADAL" clId="{08638EF6-D777-4C0B-B3AC-F96EA920AE28}" dt="2021-01-26T05:21:46.356" v="100"/>
          <ac:spMkLst>
            <pc:docMk/>
            <pc:sldMk cId="2741627324" sldId="364"/>
            <ac:spMk id="3" creationId="{B4DA3833-1318-40D9-AD12-6A36AD1AFCBA}"/>
          </ac:spMkLst>
        </pc:spChg>
        <pc:spChg chg="mod">
          <ac:chgData name="鈴木 秀規" userId="f68c5fd9-22d5-4c0a-9833-7fb0f5135313" providerId="ADAL" clId="{08638EF6-D777-4C0B-B3AC-F96EA920AE28}" dt="2021-01-26T05:22:03.812" v="103" actId="14100"/>
          <ac:spMkLst>
            <pc:docMk/>
            <pc:sldMk cId="2741627324" sldId="364"/>
            <ac:spMk id="5" creationId="{3EDB9DE5-251B-463B-B6D4-B3B16D2E8021}"/>
          </ac:spMkLst>
        </pc:spChg>
        <pc:picChg chg="add mod">
          <ac:chgData name="鈴木 秀規" userId="f68c5fd9-22d5-4c0a-9833-7fb0f5135313" providerId="ADAL" clId="{08638EF6-D777-4C0B-B3AC-F96EA920AE28}" dt="2021-01-26T05:22:08.016" v="105" actId="1076"/>
          <ac:picMkLst>
            <pc:docMk/>
            <pc:sldMk cId="2741627324" sldId="364"/>
            <ac:picMk id="6" creationId="{58B423EC-130A-4687-A843-790DB5B5F07B}"/>
          </ac:picMkLst>
        </pc:picChg>
      </pc:sldChg>
      <pc:sldChg chg="modSp new mod">
        <pc:chgData name="鈴木 秀規" userId="f68c5fd9-22d5-4c0a-9833-7fb0f5135313" providerId="ADAL" clId="{08638EF6-D777-4C0B-B3AC-F96EA920AE28}" dt="2021-01-26T05:23:15.844" v="115" actId="2710"/>
        <pc:sldMkLst>
          <pc:docMk/>
          <pc:sldMk cId="2463410247" sldId="365"/>
        </pc:sldMkLst>
        <pc:spChg chg="mod">
          <ac:chgData name="鈴木 秀規" userId="f68c5fd9-22d5-4c0a-9833-7fb0f5135313" providerId="ADAL" clId="{08638EF6-D777-4C0B-B3AC-F96EA920AE28}" dt="2021-01-26T05:22:27.921" v="107"/>
          <ac:spMkLst>
            <pc:docMk/>
            <pc:sldMk cId="2463410247" sldId="365"/>
            <ac:spMk id="3" creationId="{A7622962-8E8E-4B0A-B95C-5C847044E3A9}"/>
          </ac:spMkLst>
        </pc:spChg>
        <pc:spChg chg="mod">
          <ac:chgData name="鈴木 秀規" userId="f68c5fd9-22d5-4c0a-9833-7fb0f5135313" providerId="ADAL" clId="{08638EF6-D777-4C0B-B3AC-F96EA920AE28}" dt="2021-01-26T05:23:15.844" v="115" actId="2710"/>
          <ac:spMkLst>
            <pc:docMk/>
            <pc:sldMk cId="2463410247" sldId="365"/>
            <ac:spMk id="5" creationId="{D828DF36-6DEE-4664-A888-D5E7FA24C8BF}"/>
          </ac:spMkLst>
        </pc:spChg>
      </pc:sldChg>
      <pc:sldChg chg="addSp modSp new mod">
        <pc:chgData name="鈴木 秀規" userId="f68c5fd9-22d5-4c0a-9833-7fb0f5135313" providerId="ADAL" clId="{08638EF6-D777-4C0B-B3AC-F96EA920AE28}" dt="2021-01-26T05:25:46.933" v="140" actId="14100"/>
        <pc:sldMkLst>
          <pc:docMk/>
          <pc:sldMk cId="2468282938" sldId="366"/>
        </pc:sldMkLst>
        <pc:spChg chg="mod">
          <ac:chgData name="鈴木 秀規" userId="f68c5fd9-22d5-4c0a-9833-7fb0f5135313" providerId="ADAL" clId="{08638EF6-D777-4C0B-B3AC-F96EA920AE28}" dt="2021-01-26T05:23:59.930" v="117"/>
          <ac:spMkLst>
            <pc:docMk/>
            <pc:sldMk cId="2468282938" sldId="366"/>
            <ac:spMk id="3" creationId="{DCF72238-40A0-49B2-BCDA-0F4FC7B049CE}"/>
          </ac:spMkLst>
        </pc:spChg>
        <pc:spChg chg="mod">
          <ac:chgData name="鈴木 秀規" userId="f68c5fd9-22d5-4c0a-9833-7fb0f5135313" providerId="ADAL" clId="{08638EF6-D777-4C0B-B3AC-F96EA920AE28}" dt="2021-01-26T05:24:16.360" v="121" actId="14100"/>
          <ac:spMkLst>
            <pc:docMk/>
            <pc:sldMk cId="2468282938" sldId="366"/>
            <ac:spMk id="5" creationId="{74B6BD97-612C-4CA8-8A5C-7C81E7891880}"/>
          </ac:spMkLst>
        </pc:spChg>
        <pc:spChg chg="add mod">
          <ac:chgData name="鈴木 秀規" userId="f68c5fd9-22d5-4c0a-9833-7fb0f5135313" providerId="ADAL" clId="{08638EF6-D777-4C0B-B3AC-F96EA920AE28}" dt="2021-01-26T05:25:10.477" v="131" actId="1076"/>
          <ac:spMkLst>
            <pc:docMk/>
            <pc:sldMk cId="2468282938" sldId="366"/>
            <ac:spMk id="6" creationId="{71674804-97F6-4D1A-B06A-C8494D885214}"/>
          </ac:spMkLst>
        </pc:spChg>
        <pc:spChg chg="add mod">
          <ac:chgData name="鈴木 秀規" userId="f68c5fd9-22d5-4c0a-9833-7fb0f5135313" providerId="ADAL" clId="{08638EF6-D777-4C0B-B3AC-F96EA920AE28}" dt="2021-01-26T05:25:17.214" v="132" actId="571"/>
          <ac:spMkLst>
            <pc:docMk/>
            <pc:sldMk cId="2468282938" sldId="366"/>
            <ac:spMk id="7" creationId="{EAB6021F-3697-4137-B487-BDABD536A412}"/>
          </ac:spMkLst>
        </pc:spChg>
        <pc:spChg chg="add mod">
          <ac:chgData name="鈴木 秀規" userId="f68c5fd9-22d5-4c0a-9833-7fb0f5135313" providerId="ADAL" clId="{08638EF6-D777-4C0B-B3AC-F96EA920AE28}" dt="2021-01-26T05:25:46.933" v="140" actId="14100"/>
          <ac:spMkLst>
            <pc:docMk/>
            <pc:sldMk cId="2468282938" sldId="366"/>
            <ac:spMk id="8" creationId="{8AF68B02-7758-40C3-B9B1-151583045834}"/>
          </ac:spMkLst>
        </pc:spChg>
      </pc:sldChg>
      <pc:sldChg chg="del">
        <pc:chgData name="鈴木 秀規" userId="f68c5fd9-22d5-4c0a-9833-7fb0f5135313" providerId="ADAL" clId="{08638EF6-D777-4C0B-B3AC-F96EA920AE28}" dt="2021-01-26T05:16:05.009" v="19" actId="2696"/>
        <pc:sldMkLst>
          <pc:docMk/>
          <pc:sldMk cId="172008769" sldId="372"/>
        </pc:sldMkLst>
      </pc:sldChg>
      <pc:sldChg chg="del">
        <pc:chgData name="鈴木 秀規" userId="f68c5fd9-22d5-4c0a-9833-7fb0f5135313" providerId="ADAL" clId="{08638EF6-D777-4C0B-B3AC-F96EA920AE28}" dt="2021-01-26T05:16:05.009" v="19" actId="2696"/>
        <pc:sldMkLst>
          <pc:docMk/>
          <pc:sldMk cId="1907161375" sldId="375"/>
        </pc:sldMkLst>
      </pc:sldChg>
      <pc:sldChg chg="del">
        <pc:chgData name="鈴木 秀規" userId="f68c5fd9-22d5-4c0a-9833-7fb0f5135313" providerId="ADAL" clId="{08638EF6-D777-4C0B-B3AC-F96EA920AE28}" dt="2021-01-26T05:16:05.009" v="19" actId="2696"/>
        <pc:sldMkLst>
          <pc:docMk/>
          <pc:sldMk cId="2720488262" sldId="376"/>
        </pc:sldMkLst>
      </pc:sldChg>
      <pc:sldChg chg="del">
        <pc:chgData name="鈴木 秀規" userId="f68c5fd9-22d5-4c0a-9833-7fb0f5135313" providerId="ADAL" clId="{08638EF6-D777-4C0B-B3AC-F96EA920AE28}" dt="2021-01-26T05:16:05.009" v="19" actId="2696"/>
        <pc:sldMkLst>
          <pc:docMk/>
          <pc:sldMk cId="3649920568" sldId="377"/>
        </pc:sldMkLst>
      </pc:sldChg>
      <pc:sldChg chg="del">
        <pc:chgData name="鈴木 秀規" userId="f68c5fd9-22d5-4c0a-9833-7fb0f5135313" providerId="ADAL" clId="{08638EF6-D777-4C0B-B3AC-F96EA920AE28}" dt="2021-01-26T05:16:05.009" v="19" actId="2696"/>
        <pc:sldMkLst>
          <pc:docMk/>
          <pc:sldMk cId="958544309" sldId="379"/>
        </pc:sldMkLst>
      </pc:sldChg>
      <pc:sldChg chg="del">
        <pc:chgData name="鈴木 秀規" userId="f68c5fd9-22d5-4c0a-9833-7fb0f5135313" providerId="ADAL" clId="{08638EF6-D777-4C0B-B3AC-F96EA920AE28}" dt="2021-01-26T05:16:05.009" v="19" actId="2696"/>
        <pc:sldMkLst>
          <pc:docMk/>
          <pc:sldMk cId="690129785" sldId="380"/>
        </pc:sldMkLst>
      </pc:sldChg>
      <pc:sldChg chg="del">
        <pc:chgData name="鈴木 秀規" userId="f68c5fd9-22d5-4c0a-9833-7fb0f5135313" providerId="ADAL" clId="{08638EF6-D777-4C0B-B3AC-F96EA920AE28}" dt="2021-01-26T05:16:05.009" v="19" actId="2696"/>
        <pc:sldMkLst>
          <pc:docMk/>
          <pc:sldMk cId="2547390421" sldId="381"/>
        </pc:sldMkLst>
      </pc:sldChg>
    </pc:docChg>
  </pc:docChgLst>
  <pc:docChgLst>
    <pc:chgData name="鈴木 秀規" userId="f68c5fd9-22d5-4c0a-9833-7fb0f5135313" providerId="ADAL" clId="{1E1EFADE-4A0B-47B8-8EF8-2E15F0F63983}"/>
    <pc:docChg chg="undo custSel addSld delSld modSld">
      <pc:chgData name="鈴木 秀規" userId="f68c5fd9-22d5-4c0a-9833-7fb0f5135313" providerId="ADAL" clId="{1E1EFADE-4A0B-47B8-8EF8-2E15F0F63983}" dt="2021-01-29T01:40:32.688" v="690" actId="207"/>
      <pc:docMkLst>
        <pc:docMk/>
      </pc:docMkLst>
      <pc:sldChg chg="modSp mod">
        <pc:chgData name="鈴木 秀規" userId="f68c5fd9-22d5-4c0a-9833-7fb0f5135313" providerId="ADAL" clId="{1E1EFADE-4A0B-47B8-8EF8-2E15F0F63983}" dt="2021-01-29T00:11:07.964" v="26" actId="20577"/>
        <pc:sldMkLst>
          <pc:docMk/>
          <pc:sldMk cId="0" sldId="256"/>
        </pc:sldMkLst>
        <pc:spChg chg="mod">
          <ac:chgData name="鈴木 秀規" userId="f68c5fd9-22d5-4c0a-9833-7fb0f5135313" providerId="ADAL" clId="{1E1EFADE-4A0B-47B8-8EF8-2E15F0F63983}" dt="2021-01-29T00:11:07.964" v="26" actId="20577"/>
          <ac:spMkLst>
            <pc:docMk/>
            <pc:sldMk cId="0" sldId="256"/>
            <ac:spMk id="56" creationId="{00000000-0000-0000-0000-000000000000}"/>
          </ac:spMkLst>
        </pc:spChg>
      </pc:sldChg>
      <pc:sldChg chg="addSp delSp modSp mod chgLayout">
        <pc:chgData name="鈴木 秀規" userId="f68c5fd9-22d5-4c0a-9833-7fb0f5135313" providerId="ADAL" clId="{1E1EFADE-4A0B-47B8-8EF8-2E15F0F63983}" dt="2021-01-29T00:15:27.767" v="67" actId="2711"/>
        <pc:sldMkLst>
          <pc:docMk/>
          <pc:sldMk cId="2397736379" sldId="363"/>
        </pc:sldMkLst>
        <pc:spChg chg="add del mod">
          <ac:chgData name="鈴木 秀規" userId="f68c5fd9-22d5-4c0a-9833-7fb0f5135313" providerId="ADAL" clId="{1E1EFADE-4A0B-47B8-8EF8-2E15F0F63983}" dt="2021-01-29T00:12:33.077" v="30" actId="6264"/>
          <ac:spMkLst>
            <pc:docMk/>
            <pc:sldMk cId="2397736379" sldId="363"/>
            <ac:spMk id="2" creationId="{086544AC-6F2D-452C-86AF-7D6A0FE64739}"/>
          </ac:spMkLst>
        </pc:spChg>
        <pc:spChg chg="add del mod">
          <ac:chgData name="鈴木 秀規" userId="f68c5fd9-22d5-4c0a-9833-7fb0f5135313" providerId="ADAL" clId="{1E1EFADE-4A0B-47B8-8EF8-2E15F0F63983}" dt="2021-01-29T00:12:33.077" v="30" actId="6264"/>
          <ac:spMkLst>
            <pc:docMk/>
            <pc:sldMk cId="2397736379" sldId="363"/>
            <ac:spMk id="3" creationId="{0AAE972C-8306-4668-8679-58F910537D90}"/>
          </ac:spMkLst>
        </pc:spChg>
        <pc:spChg chg="mod ord">
          <ac:chgData name="鈴木 秀規" userId="f68c5fd9-22d5-4c0a-9833-7fb0f5135313" providerId="ADAL" clId="{1E1EFADE-4A0B-47B8-8EF8-2E15F0F63983}" dt="2021-01-29T00:13:14.803" v="39" actId="1076"/>
          <ac:spMkLst>
            <pc:docMk/>
            <pc:sldMk cId="2397736379" sldId="363"/>
            <ac:spMk id="4" creationId="{DE764CD8-0B12-484E-890C-8A5A26296D13}"/>
          </ac:spMkLst>
        </pc:spChg>
        <pc:spChg chg="mod ord">
          <ac:chgData name="鈴木 秀規" userId="f68c5fd9-22d5-4c0a-9833-7fb0f5135313" providerId="ADAL" clId="{1E1EFADE-4A0B-47B8-8EF8-2E15F0F63983}" dt="2021-01-29T00:13:07.251" v="37" actId="1076"/>
          <ac:spMkLst>
            <pc:docMk/>
            <pc:sldMk cId="2397736379" sldId="363"/>
            <ac:spMk id="5" creationId="{433B62C4-B6B9-4622-B802-69C25D6F2A49}"/>
          </ac:spMkLst>
        </pc:spChg>
        <pc:spChg chg="add del mod">
          <ac:chgData name="鈴木 秀規" userId="f68c5fd9-22d5-4c0a-9833-7fb0f5135313" providerId="ADAL" clId="{1E1EFADE-4A0B-47B8-8EF8-2E15F0F63983}" dt="2021-01-29T00:12:33.077" v="30" actId="6264"/>
          <ac:spMkLst>
            <pc:docMk/>
            <pc:sldMk cId="2397736379" sldId="363"/>
            <ac:spMk id="6" creationId="{064D4E1C-BCD9-47F4-BA6D-7856B8880AAF}"/>
          </ac:spMkLst>
        </pc:spChg>
        <pc:spChg chg="mod ord">
          <ac:chgData name="鈴木 秀規" userId="f68c5fd9-22d5-4c0a-9833-7fb0f5135313" providerId="ADAL" clId="{1E1EFADE-4A0B-47B8-8EF8-2E15F0F63983}" dt="2021-01-29T00:12:33.077" v="30" actId="6264"/>
          <ac:spMkLst>
            <pc:docMk/>
            <pc:sldMk cId="2397736379" sldId="363"/>
            <ac:spMk id="7" creationId="{9630AD22-E64D-4A96-B059-2AF9F6580C25}"/>
          </ac:spMkLst>
        </pc:spChg>
        <pc:spChg chg="mod ord">
          <ac:chgData name="鈴木 秀規" userId="f68c5fd9-22d5-4c0a-9833-7fb0f5135313" providerId="ADAL" clId="{1E1EFADE-4A0B-47B8-8EF8-2E15F0F63983}" dt="2021-01-29T00:12:42.244" v="34" actId="14100"/>
          <ac:spMkLst>
            <pc:docMk/>
            <pc:sldMk cId="2397736379" sldId="363"/>
            <ac:spMk id="8" creationId="{787CF02A-01AB-4517-BA3E-25572FA82648}"/>
          </ac:spMkLst>
        </pc:spChg>
        <pc:spChg chg="add del mod">
          <ac:chgData name="鈴木 秀規" userId="f68c5fd9-22d5-4c0a-9833-7fb0f5135313" providerId="ADAL" clId="{1E1EFADE-4A0B-47B8-8EF8-2E15F0F63983}" dt="2021-01-29T00:12:33.077" v="30" actId="6264"/>
          <ac:spMkLst>
            <pc:docMk/>
            <pc:sldMk cId="2397736379" sldId="363"/>
            <ac:spMk id="9" creationId="{AE78809C-402B-4897-A97B-02ED57AE97BA}"/>
          </ac:spMkLst>
        </pc:spChg>
        <pc:spChg chg="add mod">
          <ac:chgData name="鈴木 秀規" userId="f68c5fd9-22d5-4c0a-9833-7fb0f5135313" providerId="ADAL" clId="{1E1EFADE-4A0B-47B8-8EF8-2E15F0F63983}" dt="2021-01-29T00:13:40.265" v="43" actId="2711"/>
          <ac:spMkLst>
            <pc:docMk/>
            <pc:sldMk cId="2397736379" sldId="363"/>
            <ac:spMk id="10" creationId="{911442F2-F4B8-4099-A8A6-599A6EDD893E}"/>
          </ac:spMkLst>
        </pc:spChg>
        <pc:spChg chg="add mod">
          <ac:chgData name="鈴木 秀規" userId="f68c5fd9-22d5-4c0a-9833-7fb0f5135313" providerId="ADAL" clId="{1E1EFADE-4A0B-47B8-8EF8-2E15F0F63983}" dt="2021-01-29T00:14:19.435" v="51" actId="1076"/>
          <ac:spMkLst>
            <pc:docMk/>
            <pc:sldMk cId="2397736379" sldId="363"/>
            <ac:spMk id="13" creationId="{23E592F8-E3F8-4B51-85D4-196586C25C17}"/>
          </ac:spMkLst>
        </pc:spChg>
        <pc:spChg chg="add mod">
          <ac:chgData name="鈴木 秀規" userId="f68c5fd9-22d5-4c0a-9833-7fb0f5135313" providerId="ADAL" clId="{1E1EFADE-4A0B-47B8-8EF8-2E15F0F63983}" dt="2021-01-29T00:13:40.265" v="43" actId="2711"/>
          <ac:spMkLst>
            <pc:docMk/>
            <pc:sldMk cId="2397736379" sldId="363"/>
            <ac:spMk id="15" creationId="{E93D3E84-AF14-45FD-A18C-1157A824A4F2}"/>
          </ac:spMkLst>
        </pc:spChg>
        <pc:spChg chg="add mod">
          <ac:chgData name="鈴木 秀規" userId="f68c5fd9-22d5-4c0a-9833-7fb0f5135313" providerId="ADAL" clId="{1E1EFADE-4A0B-47B8-8EF8-2E15F0F63983}" dt="2021-01-29T00:14:41.458" v="58" actId="1038"/>
          <ac:spMkLst>
            <pc:docMk/>
            <pc:sldMk cId="2397736379" sldId="363"/>
            <ac:spMk id="16" creationId="{72D53803-E65D-438C-ADC1-E600E85FFC40}"/>
          </ac:spMkLst>
        </pc:spChg>
        <pc:spChg chg="add mod">
          <ac:chgData name="鈴木 秀規" userId="f68c5fd9-22d5-4c0a-9833-7fb0f5135313" providerId="ADAL" clId="{1E1EFADE-4A0B-47B8-8EF8-2E15F0F63983}" dt="2021-01-29T00:15:15.402" v="65" actId="2711"/>
          <ac:spMkLst>
            <pc:docMk/>
            <pc:sldMk cId="2397736379" sldId="363"/>
            <ac:spMk id="17" creationId="{E68CE154-3E64-4D25-BE5B-BDCDB382FBBC}"/>
          </ac:spMkLst>
        </pc:spChg>
        <pc:spChg chg="add mod">
          <ac:chgData name="鈴木 秀規" userId="f68c5fd9-22d5-4c0a-9833-7fb0f5135313" providerId="ADAL" clId="{1E1EFADE-4A0B-47B8-8EF8-2E15F0F63983}" dt="2021-01-29T00:15:27.767" v="67" actId="2711"/>
          <ac:spMkLst>
            <pc:docMk/>
            <pc:sldMk cId="2397736379" sldId="363"/>
            <ac:spMk id="18" creationId="{8A195237-21F3-4DFB-95FE-39AC02A46D75}"/>
          </ac:spMkLst>
        </pc:spChg>
        <pc:spChg chg="add mod">
          <ac:chgData name="鈴木 秀規" userId="f68c5fd9-22d5-4c0a-9833-7fb0f5135313" providerId="ADAL" clId="{1E1EFADE-4A0B-47B8-8EF8-2E15F0F63983}" dt="2021-01-29T00:14:09.110" v="47" actId="1076"/>
          <ac:spMkLst>
            <pc:docMk/>
            <pc:sldMk cId="2397736379" sldId="363"/>
            <ac:spMk id="20" creationId="{D20D5368-51BF-4D9C-9BF0-657E18487D90}"/>
          </ac:spMkLst>
        </pc:spChg>
        <pc:spChg chg="add mod">
          <ac:chgData name="鈴木 秀規" userId="f68c5fd9-22d5-4c0a-9833-7fb0f5135313" providerId="ADAL" clId="{1E1EFADE-4A0B-47B8-8EF8-2E15F0F63983}" dt="2021-01-29T00:14:03.197" v="46" actId="207"/>
          <ac:spMkLst>
            <pc:docMk/>
            <pc:sldMk cId="2397736379" sldId="363"/>
            <ac:spMk id="21" creationId="{D2C1CCFA-0795-496F-B2DD-3DADD560165B}"/>
          </ac:spMkLst>
        </pc:spChg>
        <pc:picChg chg="add mod">
          <ac:chgData name="鈴木 秀規" userId="f68c5fd9-22d5-4c0a-9833-7fb0f5135313" providerId="ADAL" clId="{1E1EFADE-4A0B-47B8-8EF8-2E15F0F63983}" dt="2021-01-29T00:13:28.248" v="41" actId="1076"/>
          <ac:picMkLst>
            <pc:docMk/>
            <pc:sldMk cId="2397736379" sldId="363"/>
            <ac:picMk id="11" creationId="{D2DDAA77-A5AC-429F-86FF-4F0146721908}"/>
          </ac:picMkLst>
        </pc:picChg>
        <pc:picChg chg="add mod">
          <ac:chgData name="鈴木 秀規" userId="f68c5fd9-22d5-4c0a-9833-7fb0f5135313" providerId="ADAL" clId="{1E1EFADE-4A0B-47B8-8EF8-2E15F0F63983}" dt="2021-01-29T00:13:28.248" v="41" actId="1076"/>
          <ac:picMkLst>
            <pc:docMk/>
            <pc:sldMk cId="2397736379" sldId="363"/>
            <ac:picMk id="12" creationId="{2199B8D1-CAE6-4898-BB1D-07D67193F2D1}"/>
          </ac:picMkLst>
        </pc:picChg>
        <pc:picChg chg="add mod">
          <ac:chgData name="鈴木 秀規" userId="f68c5fd9-22d5-4c0a-9833-7fb0f5135313" providerId="ADAL" clId="{1E1EFADE-4A0B-47B8-8EF8-2E15F0F63983}" dt="2021-01-29T00:15:01.627" v="62" actId="1076"/>
          <ac:picMkLst>
            <pc:docMk/>
            <pc:sldMk cId="2397736379" sldId="363"/>
            <ac:picMk id="14" creationId="{7BDAE766-1B33-4F9F-A358-B6E02E845A73}"/>
          </ac:picMkLst>
        </pc:picChg>
        <pc:cxnChg chg="add mod">
          <ac:chgData name="鈴木 秀規" userId="f68c5fd9-22d5-4c0a-9833-7fb0f5135313" providerId="ADAL" clId="{1E1EFADE-4A0B-47B8-8EF8-2E15F0F63983}" dt="2021-01-29T00:14:49.865" v="60" actId="14100"/>
          <ac:cxnSpMkLst>
            <pc:docMk/>
            <pc:sldMk cId="2397736379" sldId="363"/>
            <ac:cxnSpMk id="19" creationId="{16079599-50A7-49A6-83C1-B3323B66C70B}"/>
          </ac:cxnSpMkLst>
        </pc:cxnChg>
      </pc:sldChg>
      <pc:sldChg chg="addSp modSp new mod">
        <pc:chgData name="鈴木 秀規" userId="f68c5fd9-22d5-4c0a-9833-7fb0f5135313" providerId="ADAL" clId="{1E1EFADE-4A0B-47B8-8EF8-2E15F0F63983}" dt="2021-01-29T00:17:54.169" v="88" actId="207"/>
        <pc:sldMkLst>
          <pc:docMk/>
          <pc:sldMk cId="3552865651" sldId="364"/>
        </pc:sldMkLst>
        <pc:spChg chg="mod">
          <ac:chgData name="鈴木 秀規" userId="f68c5fd9-22d5-4c0a-9833-7fb0f5135313" providerId="ADAL" clId="{1E1EFADE-4A0B-47B8-8EF8-2E15F0F63983}" dt="2021-01-29T00:15:46.890" v="69"/>
          <ac:spMkLst>
            <pc:docMk/>
            <pc:sldMk cId="3552865651" sldId="364"/>
            <ac:spMk id="3" creationId="{FC52C045-AF5D-4177-9686-6E3B1C56B3F2}"/>
          </ac:spMkLst>
        </pc:spChg>
        <pc:spChg chg="mod">
          <ac:chgData name="鈴木 秀規" userId="f68c5fd9-22d5-4c0a-9833-7fb0f5135313" providerId="ADAL" clId="{1E1EFADE-4A0B-47B8-8EF8-2E15F0F63983}" dt="2021-01-29T00:16:16.284" v="72" actId="14100"/>
          <ac:spMkLst>
            <pc:docMk/>
            <pc:sldMk cId="3552865651" sldId="364"/>
            <ac:spMk id="5" creationId="{38478430-D2D2-43E8-A544-59DBCE7B0C19}"/>
          </ac:spMkLst>
        </pc:spChg>
        <pc:spChg chg="add mod">
          <ac:chgData name="鈴木 秀規" userId="f68c5fd9-22d5-4c0a-9833-7fb0f5135313" providerId="ADAL" clId="{1E1EFADE-4A0B-47B8-8EF8-2E15F0F63983}" dt="2021-01-29T00:16:49.748" v="80" actId="1076"/>
          <ac:spMkLst>
            <pc:docMk/>
            <pc:sldMk cId="3552865651" sldId="364"/>
            <ac:spMk id="7" creationId="{C159160E-4B2B-478E-90BA-A131502546F4}"/>
          </ac:spMkLst>
        </pc:spChg>
        <pc:spChg chg="add mod">
          <ac:chgData name="鈴木 秀規" userId="f68c5fd9-22d5-4c0a-9833-7fb0f5135313" providerId="ADAL" clId="{1E1EFADE-4A0B-47B8-8EF8-2E15F0F63983}" dt="2021-01-29T00:17:11.352" v="81" actId="1076"/>
          <ac:spMkLst>
            <pc:docMk/>
            <pc:sldMk cId="3552865651" sldId="364"/>
            <ac:spMk id="8" creationId="{A32681F3-C3D9-4D89-B637-8B2D707EFF92}"/>
          </ac:spMkLst>
        </pc:spChg>
        <pc:spChg chg="add mod">
          <ac:chgData name="鈴木 秀規" userId="f68c5fd9-22d5-4c0a-9833-7fb0f5135313" providerId="ADAL" clId="{1E1EFADE-4A0B-47B8-8EF8-2E15F0F63983}" dt="2021-01-29T00:16:37.970" v="76" actId="2711"/>
          <ac:spMkLst>
            <pc:docMk/>
            <pc:sldMk cId="3552865651" sldId="364"/>
            <ac:spMk id="9" creationId="{DF4D1573-B46C-4F53-8B4F-50B71C8695D0}"/>
          </ac:spMkLst>
        </pc:spChg>
        <pc:spChg chg="add mod">
          <ac:chgData name="鈴木 秀規" userId="f68c5fd9-22d5-4c0a-9833-7fb0f5135313" providerId="ADAL" clId="{1E1EFADE-4A0B-47B8-8EF8-2E15F0F63983}" dt="2021-01-29T00:16:43.799" v="78" actId="1076"/>
          <ac:spMkLst>
            <pc:docMk/>
            <pc:sldMk cId="3552865651" sldId="364"/>
            <ac:spMk id="10" creationId="{A2715024-2A30-4871-83CE-5E1B628AB951}"/>
          </ac:spMkLst>
        </pc:spChg>
        <pc:spChg chg="add mod">
          <ac:chgData name="鈴木 秀規" userId="f68c5fd9-22d5-4c0a-9833-7fb0f5135313" providerId="ADAL" clId="{1E1EFADE-4A0B-47B8-8EF8-2E15F0F63983}" dt="2021-01-29T00:16:37.970" v="76" actId="2711"/>
          <ac:spMkLst>
            <pc:docMk/>
            <pc:sldMk cId="3552865651" sldId="364"/>
            <ac:spMk id="11" creationId="{957EF89D-824F-4299-9510-836CB7D8B8AB}"/>
          </ac:spMkLst>
        </pc:spChg>
        <pc:spChg chg="add mod">
          <ac:chgData name="鈴木 秀規" userId="f68c5fd9-22d5-4c0a-9833-7fb0f5135313" providerId="ADAL" clId="{1E1EFADE-4A0B-47B8-8EF8-2E15F0F63983}" dt="2021-01-29T00:17:15.476" v="82" actId="1076"/>
          <ac:spMkLst>
            <pc:docMk/>
            <pc:sldMk cId="3552865651" sldId="364"/>
            <ac:spMk id="12" creationId="{0C196E43-D0B6-4405-BA52-3FF0A595B5BB}"/>
          </ac:spMkLst>
        </pc:spChg>
        <pc:spChg chg="add mod">
          <ac:chgData name="鈴木 秀規" userId="f68c5fd9-22d5-4c0a-9833-7fb0f5135313" providerId="ADAL" clId="{1E1EFADE-4A0B-47B8-8EF8-2E15F0F63983}" dt="2021-01-29T00:17:54.169" v="88" actId="207"/>
          <ac:spMkLst>
            <pc:docMk/>
            <pc:sldMk cId="3552865651" sldId="364"/>
            <ac:spMk id="13" creationId="{D010DC61-83FD-4AC6-A2F6-5A72C825C88E}"/>
          </ac:spMkLst>
        </pc:spChg>
        <pc:picChg chg="add mod">
          <ac:chgData name="鈴木 秀規" userId="f68c5fd9-22d5-4c0a-9833-7fb0f5135313" providerId="ADAL" clId="{1E1EFADE-4A0B-47B8-8EF8-2E15F0F63983}" dt="2021-01-29T00:16:41.263" v="77" actId="1076"/>
          <ac:picMkLst>
            <pc:docMk/>
            <pc:sldMk cId="3552865651" sldId="364"/>
            <ac:picMk id="6" creationId="{B9D08F32-181C-403D-BEFE-EE927CE95728}"/>
          </ac:picMkLst>
        </pc:picChg>
      </pc:sldChg>
      <pc:sldChg chg="del">
        <pc:chgData name="鈴木 秀規" userId="f68c5fd9-22d5-4c0a-9833-7fb0f5135313" providerId="ADAL" clId="{1E1EFADE-4A0B-47B8-8EF8-2E15F0F63983}" dt="2021-01-29T00:11:30.439" v="27" actId="2696"/>
        <pc:sldMkLst>
          <pc:docMk/>
          <pc:sldMk cId="4093317005" sldId="364"/>
        </pc:sldMkLst>
      </pc:sldChg>
      <pc:sldChg chg="addSp delSp modSp new mod">
        <pc:chgData name="鈴木 秀規" userId="f68c5fd9-22d5-4c0a-9833-7fb0f5135313" providerId="ADAL" clId="{1E1EFADE-4A0B-47B8-8EF8-2E15F0F63983}" dt="2021-01-29T00:21:18.916" v="118" actId="1076"/>
        <pc:sldMkLst>
          <pc:docMk/>
          <pc:sldMk cId="478947157" sldId="365"/>
        </pc:sldMkLst>
        <pc:spChg chg="mod">
          <ac:chgData name="鈴木 秀規" userId="f68c5fd9-22d5-4c0a-9833-7fb0f5135313" providerId="ADAL" clId="{1E1EFADE-4A0B-47B8-8EF8-2E15F0F63983}" dt="2021-01-29T00:18:08.592" v="90"/>
          <ac:spMkLst>
            <pc:docMk/>
            <pc:sldMk cId="478947157" sldId="365"/>
            <ac:spMk id="3" creationId="{55A91000-E304-4E3B-B21E-A9B2535AC37F}"/>
          </ac:spMkLst>
        </pc:spChg>
        <pc:spChg chg="mod">
          <ac:chgData name="鈴木 秀規" userId="f68c5fd9-22d5-4c0a-9833-7fb0f5135313" providerId="ADAL" clId="{1E1EFADE-4A0B-47B8-8EF8-2E15F0F63983}" dt="2021-01-29T00:18:35.633" v="95" actId="14100"/>
          <ac:spMkLst>
            <pc:docMk/>
            <pc:sldMk cId="478947157" sldId="365"/>
            <ac:spMk id="5" creationId="{492852D1-6D33-4A32-AC28-D16FBBFBFB33}"/>
          </ac:spMkLst>
        </pc:spChg>
        <pc:spChg chg="add mod">
          <ac:chgData name="鈴木 秀規" userId="f68c5fd9-22d5-4c0a-9833-7fb0f5135313" providerId="ADAL" clId="{1E1EFADE-4A0B-47B8-8EF8-2E15F0F63983}" dt="2021-01-29T00:20:36.025" v="111" actId="1076"/>
          <ac:spMkLst>
            <pc:docMk/>
            <pc:sldMk cId="478947157" sldId="365"/>
            <ac:spMk id="6" creationId="{2857B8C7-D270-4718-905A-870624CA1351}"/>
          </ac:spMkLst>
        </pc:spChg>
        <pc:spChg chg="add del mod">
          <ac:chgData name="鈴木 秀規" userId="f68c5fd9-22d5-4c0a-9833-7fb0f5135313" providerId="ADAL" clId="{1E1EFADE-4A0B-47B8-8EF8-2E15F0F63983}" dt="2021-01-29T00:20:11.616" v="108" actId="478"/>
          <ac:spMkLst>
            <pc:docMk/>
            <pc:sldMk cId="478947157" sldId="365"/>
            <ac:spMk id="8" creationId="{94F2CBA2-D710-4703-B40E-4BB158BAD515}"/>
          </ac:spMkLst>
        </pc:spChg>
        <pc:spChg chg="add del mod">
          <ac:chgData name="鈴木 秀規" userId="f68c5fd9-22d5-4c0a-9833-7fb0f5135313" providerId="ADAL" clId="{1E1EFADE-4A0B-47B8-8EF8-2E15F0F63983}" dt="2021-01-29T00:20:11.616" v="108" actId="478"/>
          <ac:spMkLst>
            <pc:docMk/>
            <pc:sldMk cId="478947157" sldId="365"/>
            <ac:spMk id="9" creationId="{B217B3F4-D28A-4EDC-9BD0-D842EABEF1C8}"/>
          </ac:spMkLst>
        </pc:spChg>
        <pc:spChg chg="add mod">
          <ac:chgData name="鈴木 秀規" userId="f68c5fd9-22d5-4c0a-9833-7fb0f5135313" providerId="ADAL" clId="{1E1EFADE-4A0B-47B8-8EF8-2E15F0F63983}" dt="2021-01-29T00:20:36.025" v="111" actId="1076"/>
          <ac:spMkLst>
            <pc:docMk/>
            <pc:sldMk cId="478947157" sldId="365"/>
            <ac:spMk id="10" creationId="{E7DC8134-5B93-4206-9644-7BB0C6A04CC7}"/>
          </ac:spMkLst>
        </pc:spChg>
        <pc:spChg chg="add mod">
          <ac:chgData name="鈴木 秀規" userId="f68c5fd9-22d5-4c0a-9833-7fb0f5135313" providerId="ADAL" clId="{1E1EFADE-4A0B-47B8-8EF8-2E15F0F63983}" dt="2021-01-29T00:20:36.025" v="111" actId="1076"/>
          <ac:spMkLst>
            <pc:docMk/>
            <pc:sldMk cId="478947157" sldId="365"/>
            <ac:spMk id="11" creationId="{FDB29A7C-90B5-4225-8E07-4CBB61C64EEB}"/>
          </ac:spMkLst>
        </pc:spChg>
        <pc:spChg chg="add mod">
          <ac:chgData name="鈴木 秀規" userId="f68c5fd9-22d5-4c0a-9833-7fb0f5135313" providerId="ADAL" clId="{1E1EFADE-4A0B-47B8-8EF8-2E15F0F63983}" dt="2021-01-29T00:20:36.025" v="111" actId="1076"/>
          <ac:spMkLst>
            <pc:docMk/>
            <pc:sldMk cId="478947157" sldId="365"/>
            <ac:spMk id="12" creationId="{29D7918E-DF3D-4424-BD97-339EE186D0D2}"/>
          </ac:spMkLst>
        </pc:spChg>
        <pc:spChg chg="add mod">
          <ac:chgData name="鈴木 秀規" userId="f68c5fd9-22d5-4c0a-9833-7fb0f5135313" providerId="ADAL" clId="{1E1EFADE-4A0B-47B8-8EF8-2E15F0F63983}" dt="2021-01-29T00:20:36.025" v="111" actId="1076"/>
          <ac:spMkLst>
            <pc:docMk/>
            <pc:sldMk cId="478947157" sldId="365"/>
            <ac:spMk id="13" creationId="{8C91B8B2-EE5B-4682-848C-1AF71B2202B8}"/>
          </ac:spMkLst>
        </pc:spChg>
        <pc:spChg chg="add del mod">
          <ac:chgData name="鈴木 秀規" userId="f68c5fd9-22d5-4c0a-9833-7fb0f5135313" providerId="ADAL" clId="{1E1EFADE-4A0B-47B8-8EF8-2E15F0F63983}" dt="2021-01-29T00:20:11.616" v="108" actId="478"/>
          <ac:spMkLst>
            <pc:docMk/>
            <pc:sldMk cId="478947157" sldId="365"/>
            <ac:spMk id="14" creationId="{9E924238-8A8A-41A6-BD83-E6A64B48686F}"/>
          </ac:spMkLst>
        </pc:spChg>
        <pc:spChg chg="add del mod">
          <ac:chgData name="鈴木 秀規" userId="f68c5fd9-22d5-4c0a-9833-7fb0f5135313" providerId="ADAL" clId="{1E1EFADE-4A0B-47B8-8EF8-2E15F0F63983}" dt="2021-01-29T00:20:11.616" v="108" actId="478"/>
          <ac:spMkLst>
            <pc:docMk/>
            <pc:sldMk cId="478947157" sldId="365"/>
            <ac:spMk id="15" creationId="{7A9B927C-A2B4-4E58-B018-5A920F9C2D77}"/>
          </ac:spMkLst>
        </pc:spChg>
        <pc:spChg chg="add mod">
          <ac:chgData name="鈴木 秀規" userId="f68c5fd9-22d5-4c0a-9833-7fb0f5135313" providerId="ADAL" clId="{1E1EFADE-4A0B-47B8-8EF8-2E15F0F63983}" dt="2021-01-29T00:20:44.452" v="112" actId="1076"/>
          <ac:spMkLst>
            <pc:docMk/>
            <pc:sldMk cId="478947157" sldId="365"/>
            <ac:spMk id="17" creationId="{BDAFCB0D-0C14-4215-8A3C-3040003AA548}"/>
          </ac:spMkLst>
        </pc:spChg>
        <pc:spChg chg="add mod">
          <ac:chgData name="鈴木 秀規" userId="f68c5fd9-22d5-4c0a-9833-7fb0f5135313" providerId="ADAL" clId="{1E1EFADE-4A0B-47B8-8EF8-2E15F0F63983}" dt="2021-01-29T00:20:36.025" v="111" actId="1076"/>
          <ac:spMkLst>
            <pc:docMk/>
            <pc:sldMk cId="478947157" sldId="365"/>
            <ac:spMk id="18" creationId="{088D3CDF-989C-498A-B80E-3CB4B496F3C5}"/>
          </ac:spMkLst>
        </pc:spChg>
        <pc:spChg chg="add mod">
          <ac:chgData name="鈴木 秀規" userId="f68c5fd9-22d5-4c0a-9833-7fb0f5135313" providerId="ADAL" clId="{1E1EFADE-4A0B-47B8-8EF8-2E15F0F63983}" dt="2021-01-29T00:20:24.172" v="110" actId="1076"/>
          <ac:spMkLst>
            <pc:docMk/>
            <pc:sldMk cId="478947157" sldId="365"/>
            <ac:spMk id="19" creationId="{D25713F8-6146-49E0-A735-09721CFA4A98}"/>
          </ac:spMkLst>
        </pc:spChg>
        <pc:spChg chg="add mod">
          <ac:chgData name="鈴木 秀規" userId="f68c5fd9-22d5-4c0a-9833-7fb0f5135313" providerId="ADAL" clId="{1E1EFADE-4A0B-47B8-8EF8-2E15F0F63983}" dt="2021-01-29T00:20:24.172" v="110" actId="1076"/>
          <ac:spMkLst>
            <pc:docMk/>
            <pc:sldMk cId="478947157" sldId="365"/>
            <ac:spMk id="20" creationId="{4C0EC915-C419-46B7-96B5-711718CC2C84}"/>
          </ac:spMkLst>
        </pc:spChg>
        <pc:spChg chg="add mod">
          <ac:chgData name="鈴木 秀規" userId="f68c5fd9-22d5-4c0a-9833-7fb0f5135313" providerId="ADAL" clId="{1E1EFADE-4A0B-47B8-8EF8-2E15F0F63983}" dt="2021-01-29T00:20:24.172" v="110" actId="1076"/>
          <ac:spMkLst>
            <pc:docMk/>
            <pc:sldMk cId="478947157" sldId="365"/>
            <ac:spMk id="21" creationId="{F6044186-11D9-49E3-9DD6-DC282A53ADBF}"/>
          </ac:spMkLst>
        </pc:spChg>
        <pc:spChg chg="add mod">
          <ac:chgData name="鈴木 秀規" userId="f68c5fd9-22d5-4c0a-9833-7fb0f5135313" providerId="ADAL" clId="{1E1EFADE-4A0B-47B8-8EF8-2E15F0F63983}" dt="2021-01-29T00:20:24.172" v="110" actId="1076"/>
          <ac:spMkLst>
            <pc:docMk/>
            <pc:sldMk cId="478947157" sldId="365"/>
            <ac:spMk id="22" creationId="{11EEBDF1-14AF-48ED-835F-0F7CA0C73440}"/>
          </ac:spMkLst>
        </pc:spChg>
        <pc:spChg chg="add mod">
          <ac:chgData name="鈴木 秀規" userId="f68c5fd9-22d5-4c0a-9833-7fb0f5135313" providerId="ADAL" clId="{1E1EFADE-4A0B-47B8-8EF8-2E15F0F63983}" dt="2021-01-29T00:21:14.039" v="117" actId="1076"/>
          <ac:spMkLst>
            <pc:docMk/>
            <pc:sldMk cId="478947157" sldId="365"/>
            <ac:spMk id="23" creationId="{8CB1395C-7EBE-4320-87AD-7BBB3C16ECF5}"/>
          </ac:spMkLst>
        </pc:spChg>
        <pc:spChg chg="add mod">
          <ac:chgData name="鈴木 秀規" userId="f68c5fd9-22d5-4c0a-9833-7fb0f5135313" providerId="ADAL" clId="{1E1EFADE-4A0B-47B8-8EF8-2E15F0F63983}" dt="2021-01-29T00:21:10.475" v="115" actId="1076"/>
          <ac:spMkLst>
            <pc:docMk/>
            <pc:sldMk cId="478947157" sldId="365"/>
            <ac:spMk id="24" creationId="{E0265E26-824B-486F-B55D-71F36465C974}"/>
          </ac:spMkLst>
        </pc:spChg>
        <pc:picChg chg="add mod">
          <ac:chgData name="鈴木 秀規" userId="f68c5fd9-22d5-4c0a-9833-7fb0f5135313" providerId="ADAL" clId="{1E1EFADE-4A0B-47B8-8EF8-2E15F0F63983}" dt="2021-01-29T00:20:36.025" v="111" actId="1076"/>
          <ac:picMkLst>
            <pc:docMk/>
            <pc:sldMk cId="478947157" sldId="365"/>
            <ac:picMk id="7" creationId="{A4793A49-F322-4ECE-8EED-B8A304F4B1ED}"/>
          </ac:picMkLst>
        </pc:picChg>
        <pc:picChg chg="add mod">
          <ac:chgData name="鈴木 秀規" userId="f68c5fd9-22d5-4c0a-9833-7fb0f5135313" providerId="ADAL" clId="{1E1EFADE-4A0B-47B8-8EF8-2E15F0F63983}" dt="2021-01-29T00:21:18.916" v="118" actId="1076"/>
          <ac:picMkLst>
            <pc:docMk/>
            <pc:sldMk cId="478947157" sldId="365"/>
            <ac:picMk id="25" creationId="{4A40F5CB-6A01-4FC4-9AA4-7EFD7846DA36}"/>
          </ac:picMkLst>
        </pc:picChg>
        <pc:cxnChg chg="add del mod">
          <ac:chgData name="鈴木 秀規" userId="f68c5fd9-22d5-4c0a-9833-7fb0f5135313" providerId="ADAL" clId="{1E1EFADE-4A0B-47B8-8EF8-2E15F0F63983}" dt="2021-01-29T00:20:11.616" v="108" actId="478"/>
          <ac:cxnSpMkLst>
            <pc:docMk/>
            <pc:sldMk cId="478947157" sldId="365"/>
            <ac:cxnSpMk id="16" creationId="{233AC4A5-1530-4DE3-BF91-A16E54620E23}"/>
          </ac:cxnSpMkLst>
        </pc:cxnChg>
        <pc:cxnChg chg="add mod">
          <ac:chgData name="鈴木 秀規" userId="f68c5fd9-22d5-4c0a-9833-7fb0f5135313" providerId="ADAL" clId="{1E1EFADE-4A0B-47B8-8EF8-2E15F0F63983}" dt="2021-01-29T00:21:18.916" v="118" actId="1076"/>
          <ac:cxnSpMkLst>
            <pc:docMk/>
            <pc:sldMk cId="478947157" sldId="365"/>
            <ac:cxnSpMk id="26" creationId="{B74B2C69-099F-40FB-A841-1A1F497335F0}"/>
          </ac:cxnSpMkLst>
        </pc:cxnChg>
      </pc:sldChg>
      <pc:sldChg chg="del">
        <pc:chgData name="鈴木 秀規" userId="f68c5fd9-22d5-4c0a-9833-7fb0f5135313" providerId="ADAL" clId="{1E1EFADE-4A0B-47B8-8EF8-2E15F0F63983}" dt="2021-01-29T00:11:30.439" v="27" actId="2696"/>
        <pc:sldMkLst>
          <pc:docMk/>
          <pc:sldMk cId="4051364436" sldId="365"/>
        </pc:sldMkLst>
      </pc:sldChg>
      <pc:sldChg chg="del">
        <pc:chgData name="鈴木 秀規" userId="f68c5fd9-22d5-4c0a-9833-7fb0f5135313" providerId="ADAL" clId="{1E1EFADE-4A0B-47B8-8EF8-2E15F0F63983}" dt="2021-01-29T00:11:30.439" v="27" actId="2696"/>
        <pc:sldMkLst>
          <pc:docMk/>
          <pc:sldMk cId="402670913" sldId="366"/>
        </pc:sldMkLst>
      </pc:sldChg>
      <pc:sldChg chg="addSp modSp new mod">
        <pc:chgData name="鈴木 秀規" userId="f68c5fd9-22d5-4c0a-9833-7fb0f5135313" providerId="ADAL" clId="{1E1EFADE-4A0B-47B8-8EF8-2E15F0F63983}" dt="2021-01-29T00:24:02.675" v="142" actId="1076"/>
        <pc:sldMkLst>
          <pc:docMk/>
          <pc:sldMk cId="1806702686" sldId="366"/>
        </pc:sldMkLst>
        <pc:spChg chg="mod">
          <ac:chgData name="鈴木 秀規" userId="f68c5fd9-22d5-4c0a-9833-7fb0f5135313" providerId="ADAL" clId="{1E1EFADE-4A0B-47B8-8EF8-2E15F0F63983}" dt="2021-01-29T00:21:49.332" v="120"/>
          <ac:spMkLst>
            <pc:docMk/>
            <pc:sldMk cId="1806702686" sldId="366"/>
            <ac:spMk id="3" creationId="{478D5FEB-5EE5-415B-924C-7E522D578338}"/>
          </ac:spMkLst>
        </pc:spChg>
        <pc:spChg chg="mod">
          <ac:chgData name="鈴木 秀規" userId="f68c5fd9-22d5-4c0a-9833-7fb0f5135313" providerId="ADAL" clId="{1E1EFADE-4A0B-47B8-8EF8-2E15F0F63983}" dt="2021-01-29T00:21:59.962" v="123" actId="14100"/>
          <ac:spMkLst>
            <pc:docMk/>
            <pc:sldMk cId="1806702686" sldId="366"/>
            <ac:spMk id="5" creationId="{91E750B5-0B27-4A32-9B71-66D6F1EEDD23}"/>
          </ac:spMkLst>
        </pc:spChg>
        <pc:spChg chg="add mod">
          <ac:chgData name="鈴木 秀規" userId="f68c5fd9-22d5-4c0a-9833-7fb0f5135313" providerId="ADAL" clId="{1E1EFADE-4A0B-47B8-8EF8-2E15F0F63983}" dt="2021-01-29T00:22:43.055" v="128" actId="14100"/>
          <ac:spMkLst>
            <pc:docMk/>
            <pc:sldMk cId="1806702686" sldId="366"/>
            <ac:spMk id="6" creationId="{946AA50B-FE07-4E8F-8FDA-3A5F47202D23}"/>
          </ac:spMkLst>
        </pc:spChg>
        <pc:spChg chg="add mod">
          <ac:chgData name="鈴木 秀規" userId="f68c5fd9-22d5-4c0a-9833-7fb0f5135313" providerId="ADAL" clId="{1E1EFADE-4A0B-47B8-8EF8-2E15F0F63983}" dt="2021-01-29T00:23:47.497" v="138" actId="207"/>
          <ac:spMkLst>
            <pc:docMk/>
            <pc:sldMk cId="1806702686" sldId="366"/>
            <ac:spMk id="7" creationId="{9A2EEBBE-CBB4-459D-B99F-4E7092FE48A6}"/>
          </ac:spMkLst>
        </pc:spChg>
        <pc:spChg chg="add mod">
          <ac:chgData name="鈴木 秀規" userId="f68c5fd9-22d5-4c0a-9833-7fb0f5135313" providerId="ADAL" clId="{1E1EFADE-4A0B-47B8-8EF8-2E15F0F63983}" dt="2021-01-29T00:23:56.399" v="140" actId="208"/>
          <ac:spMkLst>
            <pc:docMk/>
            <pc:sldMk cId="1806702686" sldId="366"/>
            <ac:spMk id="8" creationId="{202270CD-5579-4447-9B39-D6DE540299FE}"/>
          </ac:spMkLst>
        </pc:spChg>
        <pc:spChg chg="add mod">
          <ac:chgData name="鈴木 秀規" userId="f68c5fd9-22d5-4c0a-9833-7fb0f5135313" providerId="ADAL" clId="{1E1EFADE-4A0B-47B8-8EF8-2E15F0F63983}" dt="2021-01-29T00:23:47.497" v="138" actId="207"/>
          <ac:spMkLst>
            <pc:docMk/>
            <pc:sldMk cId="1806702686" sldId="366"/>
            <ac:spMk id="9" creationId="{F7C3B88A-B02A-4601-B9DB-74D8E9938E79}"/>
          </ac:spMkLst>
        </pc:spChg>
        <pc:spChg chg="add mod">
          <ac:chgData name="鈴木 秀規" userId="f68c5fd9-22d5-4c0a-9833-7fb0f5135313" providerId="ADAL" clId="{1E1EFADE-4A0B-47B8-8EF8-2E15F0F63983}" dt="2021-01-29T00:23:56.399" v="140" actId="208"/>
          <ac:spMkLst>
            <pc:docMk/>
            <pc:sldMk cId="1806702686" sldId="366"/>
            <ac:spMk id="10" creationId="{99193524-9B19-46D9-8F43-E02C1ACCD91D}"/>
          </ac:spMkLst>
        </pc:spChg>
        <pc:spChg chg="add mod">
          <ac:chgData name="鈴木 秀規" userId="f68c5fd9-22d5-4c0a-9833-7fb0f5135313" providerId="ADAL" clId="{1E1EFADE-4A0B-47B8-8EF8-2E15F0F63983}" dt="2021-01-29T00:24:00.781" v="141" actId="14100"/>
          <ac:spMkLst>
            <pc:docMk/>
            <pc:sldMk cId="1806702686" sldId="366"/>
            <ac:spMk id="11" creationId="{19500425-6D4D-4CBE-AE0D-89C85F1F9887}"/>
          </ac:spMkLst>
        </pc:spChg>
        <pc:picChg chg="add mod">
          <ac:chgData name="鈴木 秀規" userId="f68c5fd9-22d5-4c0a-9833-7fb0f5135313" providerId="ADAL" clId="{1E1EFADE-4A0B-47B8-8EF8-2E15F0F63983}" dt="2021-01-29T00:24:02.675" v="142" actId="1076"/>
          <ac:picMkLst>
            <pc:docMk/>
            <pc:sldMk cId="1806702686" sldId="366"/>
            <ac:picMk id="12" creationId="{F67D739C-D20B-4873-B1B4-A9B89C0D28E0}"/>
          </ac:picMkLst>
        </pc:picChg>
        <pc:cxnChg chg="add mod">
          <ac:chgData name="鈴木 秀規" userId="f68c5fd9-22d5-4c0a-9833-7fb0f5135313" providerId="ADAL" clId="{1E1EFADE-4A0B-47B8-8EF8-2E15F0F63983}" dt="2021-01-29T00:24:00.781" v="141" actId="14100"/>
          <ac:cxnSpMkLst>
            <pc:docMk/>
            <pc:sldMk cId="1806702686" sldId="366"/>
            <ac:cxnSpMk id="13" creationId="{DD752717-DB6F-4730-A497-ADC757BB4030}"/>
          </ac:cxnSpMkLst>
        </pc:cxnChg>
        <pc:cxnChg chg="add mod">
          <ac:chgData name="鈴木 秀規" userId="f68c5fd9-22d5-4c0a-9833-7fb0f5135313" providerId="ADAL" clId="{1E1EFADE-4A0B-47B8-8EF8-2E15F0F63983}" dt="2021-01-29T00:24:00.781" v="141" actId="14100"/>
          <ac:cxnSpMkLst>
            <pc:docMk/>
            <pc:sldMk cId="1806702686" sldId="366"/>
            <ac:cxnSpMk id="14" creationId="{4ED2DF65-5E86-4838-82AF-A9A1ACFAD0AF}"/>
          </ac:cxnSpMkLst>
        </pc:cxnChg>
      </pc:sldChg>
      <pc:sldChg chg="addSp delSp modSp new mod">
        <pc:chgData name="鈴木 秀規" userId="f68c5fd9-22d5-4c0a-9833-7fb0f5135313" providerId="ADAL" clId="{1E1EFADE-4A0B-47B8-8EF8-2E15F0F63983}" dt="2021-01-29T00:26:53.462" v="166" actId="1076"/>
        <pc:sldMkLst>
          <pc:docMk/>
          <pc:sldMk cId="2356507688" sldId="367"/>
        </pc:sldMkLst>
        <pc:spChg chg="mod">
          <ac:chgData name="鈴木 秀規" userId="f68c5fd9-22d5-4c0a-9833-7fb0f5135313" providerId="ADAL" clId="{1E1EFADE-4A0B-47B8-8EF8-2E15F0F63983}" dt="2021-01-29T00:24:28.545" v="144"/>
          <ac:spMkLst>
            <pc:docMk/>
            <pc:sldMk cId="2356507688" sldId="367"/>
            <ac:spMk id="3" creationId="{0DE09D4B-8ECC-485D-854D-A36CE5482C07}"/>
          </ac:spMkLst>
        </pc:spChg>
        <pc:spChg chg="mod">
          <ac:chgData name="鈴木 秀規" userId="f68c5fd9-22d5-4c0a-9833-7fb0f5135313" providerId="ADAL" clId="{1E1EFADE-4A0B-47B8-8EF8-2E15F0F63983}" dt="2021-01-29T00:24:39.921" v="147" actId="14100"/>
          <ac:spMkLst>
            <pc:docMk/>
            <pc:sldMk cId="2356507688" sldId="367"/>
            <ac:spMk id="5" creationId="{51231486-4CBE-4132-965E-C9524B3FA99D}"/>
          </ac:spMkLst>
        </pc:spChg>
        <pc:spChg chg="add mod">
          <ac:chgData name="鈴木 秀規" userId="f68c5fd9-22d5-4c0a-9833-7fb0f5135313" providerId="ADAL" clId="{1E1EFADE-4A0B-47B8-8EF8-2E15F0F63983}" dt="2021-01-29T00:24:50.811" v="148"/>
          <ac:spMkLst>
            <pc:docMk/>
            <pc:sldMk cId="2356507688" sldId="367"/>
            <ac:spMk id="6" creationId="{46BCE499-E819-4F5B-AF05-DA6F9D7AD143}"/>
          </ac:spMkLst>
        </pc:spChg>
        <pc:spChg chg="add mod">
          <ac:chgData name="鈴木 秀規" userId="f68c5fd9-22d5-4c0a-9833-7fb0f5135313" providerId="ADAL" clId="{1E1EFADE-4A0B-47B8-8EF8-2E15F0F63983}" dt="2021-01-29T00:25:00.828" v="149"/>
          <ac:spMkLst>
            <pc:docMk/>
            <pc:sldMk cId="2356507688" sldId="367"/>
            <ac:spMk id="7" creationId="{3DB0F0C6-20BD-43A2-AA00-5B25B82B4EB5}"/>
          </ac:spMkLst>
        </pc:spChg>
        <pc:spChg chg="add del mod">
          <ac:chgData name="鈴木 秀規" userId="f68c5fd9-22d5-4c0a-9833-7fb0f5135313" providerId="ADAL" clId="{1E1EFADE-4A0B-47B8-8EF8-2E15F0F63983}" dt="2021-01-29T00:25:14.082" v="152" actId="478"/>
          <ac:spMkLst>
            <pc:docMk/>
            <pc:sldMk cId="2356507688" sldId="367"/>
            <ac:spMk id="8" creationId="{F665F38A-60DE-4380-906F-F34E040AEAF4}"/>
          </ac:spMkLst>
        </pc:spChg>
        <pc:spChg chg="add mod">
          <ac:chgData name="鈴木 秀規" userId="f68c5fd9-22d5-4c0a-9833-7fb0f5135313" providerId="ADAL" clId="{1E1EFADE-4A0B-47B8-8EF8-2E15F0F63983}" dt="2021-01-29T00:25:00.828" v="149"/>
          <ac:spMkLst>
            <pc:docMk/>
            <pc:sldMk cId="2356507688" sldId="367"/>
            <ac:spMk id="9" creationId="{032B6714-2A1A-4B36-B8AE-B51C0E205C20}"/>
          </ac:spMkLst>
        </pc:spChg>
        <pc:spChg chg="add del mod">
          <ac:chgData name="鈴木 秀規" userId="f68c5fd9-22d5-4c0a-9833-7fb0f5135313" providerId="ADAL" clId="{1E1EFADE-4A0B-47B8-8EF8-2E15F0F63983}" dt="2021-01-29T00:25:14.082" v="152" actId="478"/>
          <ac:spMkLst>
            <pc:docMk/>
            <pc:sldMk cId="2356507688" sldId="367"/>
            <ac:spMk id="10" creationId="{602B420D-5A58-4266-94BB-6603D0434598}"/>
          </ac:spMkLst>
        </pc:spChg>
        <pc:spChg chg="add mod">
          <ac:chgData name="鈴木 秀規" userId="f68c5fd9-22d5-4c0a-9833-7fb0f5135313" providerId="ADAL" clId="{1E1EFADE-4A0B-47B8-8EF8-2E15F0F63983}" dt="2021-01-29T00:26:50.141" v="165" actId="14100"/>
          <ac:spMkLst>
            <pc:docMk/>
            <pc:sldMk cId="2356507688" sldId="367"/>
            <ac:spMk id="17" creationId="{470B463F-E13A-4FDF-B207-7C5A728B470F}"/>
          </ac:spMkLst>
        </pc:spChg>
        <pc:spChg chg="add mod">
          <ac:chgData name="鈴木 秀規" userId="f68c5fd9-22d5-4c0a-9833-7fb0f5135313" providerId="ADAL" clId="{1E1EFADE-4A0B-47B8-8EF8-2E15F0F63983}" dt="2021-01-29T00:26:53.462" v="166" actId="1076"/>
          <ac:spMkLst>
            <pc:docMk/>
            <pc:sldMk cId="2356507688" sldId="367"/>
            <ac:spMk id="18" creationId="{320C75C0-F5F8-446F-BF74-5B4E73387296}"/>
          </ac:spMkLst>
        </pc:spChg>
        <pc:picChg chg="add mod">
          <ac:chgData name="鈴木 秀規" userId="f68c5fd9-22d5-4c0a-9833-7fb0f5135313" providerId="ADAL" clId="{1E1EFADE-4A0B-47B8-8EF8-2E15F0F63983}" dt="2021-01-29T00:25:23.056" v="155" actId="1076"/>
          <ac:picMkLst>
            <pc:docMk/>
            <pc:sldMk cId="2356507688" sldId="367"/>
            <ac:picMk id="12" creationId="{C70641FD-7903-4900-8E39-CA553D7F3823}"/>
          </ac:picMkLst>
        </pc:picChg>
        <pc:picChg chg="add mod">
          <ac:chgData name="鈴木 秀規" userId="f68c5fd9-22d5-4c0a-9833-7fb0f5135313" providerId="ADAL" clId="{1E1EFADE-4A0B-47B8-8EF8-2E15F0F63983}" dt="2021-01-29T00:25:27.741" v="157" actId="1076"/>
          <ac:picMkLst>
            <pc:docMk/>
            <pc:sldMk cId="2356507688" sldId="367"/>
            <ac:picMk id="13" creationId="{60B6B710-DB15-4C3C-BCB7-3FAC5F21BC0F}"/>
          </ac:picMkLst>
        </pc:picChg>
        <pc:cxnChg chg="add del mod">
          <ac:chgData name="鈴木 秀規" userId="f68c5fd9-22d5-4c0a-9833-7fb0f5135313" providerId="ADAL" clId="{1E1EFADE-4A0B-47B8-8EF8-2E15F0F63983}" dt="2021-01-29T00:25:11.148" v="151" actId="478"/>
          <ac:cxnSpMkLst>
            <pc:docMk/>
            <pc:sldMk cId="2356507688" sldId="367"/>
            <ac:cxnSpMk id="11" creationId="{5A1B983F-586B-467D-9534-5D27D97D3B7C}"/>
          </ac:cxnSpMkLst>
        </pc:cxnChg>
        <pc:cxnChg chg="add mod">
          <ac:chgData name="鈴木 秀規" userId="f68c5fd9-22d5-4c0a-9833-7fb0f5135313" providerId="ADAL" clId="{1E1EFADE-4A0B-47B8-8EF8-2E15F0F63983}" dt="2021-01-29T00:26:21.303" v="160" actId="14100"/>
          <ac:cxnSpMkLst>
            <pc:docMk/>
            <pc:sldMk cId="2356507688" sldId="367"/>
            <ac:cxnSpMk id="14" creationId="{B9F2AB8E-1FFD-4B85-8EB7-1D06FFA6A247}"/>
          </ac:cxnSpMkLst>
        </pc:cxnChg>
      </pc:sldChg>
      <pc:sldChg chg="del">
        <pc:chgData name="鈴木 秀規" userId="f68c5fd9-22d5-4c0a-9833-7fb0f5135313" providerId="ADAL" clId="{1E1EFADE-4A0B-47B8-8EF8-2E15F0F63983}" dt="2021-01-29T00:11:30.439" v="27" actId="2696"/>
        <pc:sldMkLst>
          <pc:docMk/>
          <pc:sldMk cId="2692777715" sldId="367"/>
        </pc:sldMkLst>
      </pc:sldChg>
      <pc:sldChg chg="del">
        <pc:chgData name="鈴木 秀規" userId="f68c5fd9-22d5-4c0a-9833-7fb0f5135313" providerId="ADAL" clId="{1E1EFADE-4A0B-47B8-8EF8-2E15F0F63983}" dt="2021-01-29T00:11:30.439" v="27" actId="2696"/>
        <pc:sldMkLst>
          <pc:docMk/>
          <pc:sldMk cId="1806057471" sldId="368"/>
        </pc:sldMkLst>
      </pc:sldChg>
      <pc:sldChg chg="addSp modSp new mod">
        <pc:chgData name="鈴木 秀規" userId="f68c5fd9-22d5-4c0a-9833-7fb0f5135313" providerId="ADAL" clId="{1E1EFADE-4A0B-47B8-8EF8-2E15F0F63983}" dt="2021-01-29T00:29:06.235" v="178" actId="2711"/>
        <pc:sldMkLst>
          <pc:docMk/>
          <pc:sldMk cId="3408830695" sldId="368"/>
        </pc:sldMkLst>
        <pc:spChg chg="mod">
          <ac:chgData name="鈴木 秀規" userId="f68c5fd9-22d5-4c0a-9833-7fb0f5135313" providerId="ADAL" clId="{1E1EFADE-4A0B-47B8-8EF8-2E15F0F63983}" dt="2021-01-29T00:27:09.349" v="168"/>
          <ac:spMkLst>
            <pc:docMk/>
            <pc:sldMk cId="3408830695" sldId="368"/>
            <ac:spMk id="3" creationId="{5002EC92-ECB0-4095-B87E-7353CFD451D2}"/>
          </ac:spMkLst>
        </pc:spChg>
        <pc:spChg chg="mod">
          <ac:chgData name="鈴木 秀規" userId="f68c5fd9-22d5-4c0a-9833-7fb0f5135313" providerId="ADAL" clId="{1E1EFADE-4A0B-47B8-8EF8-2E15F0F63983}" dt="2021-01-29T00:27:22.242" v="170"/>
          <ac:spMkLst>
            <pc:docMk/>
            <pc:sldMk cId="3408830695" sldId="368"/>
            <ac:spMk id="5" creationId="{9CDC0925-A0B8-49EF-9C8F-7D47661320B2}"/>
          </ac:spMkLst>
        </pc:spChg>
        <pc:spChg chg="add mod">
          <ac:chgData name="鈴木 秀規" userId="f68c5fd9-22d5-4c0a-9833-7fb0f5135313" providerId="ADAL" clId="{1E1EFADE-4A0B-47B8-8EF8-2E15F0F63983}" dt="2021-01-29T00:28:04.022" v="172"/>
          <ac:spMkLst>
            <pc:docMk/>
            <pc:sldMk cId="3408830695" sldId="368"/>
            <ac:spMk id="6" creationId="{C199E4C4-F474-45E4-A38F-D73B24A85B3D}"/>
          </ac:spMkLst>
        </pc:spChg>
        <pc:spChg chg="add mod">
          <ac:chgData name="鈴木 秀規" userId="f68c5fd9-22d5-4c0a-9833-7fb0f5135313" providerId="ADAL" clId="{1E1EFADE-4A0B-47B8-8EF8-2E15F0F63983}" dt="2021-01-29T00:28:37.537" v="174" actId="1076"/>
          <ac:spMkLst>
            <pc:docMk/>
            <pc:sldMk cId="3408830695" sldId="368"/>
            <ac:spMk id="7" creationId="{684AACA2-9E41-4BA9-8A44-B8AE4109B60B}"/>
          </ac:spMkLst>
        </pc:spChg>
        <pc:spChg chg="add mod">
          <ac:chgData name="鈴木 秀規" userId="f68c5fd9-22d5-4c0a-9833-7fb0f5135313" providerId="ADAL" clId="{1E1EFADE-4A0B-47B8-8EF8-2E15F0F63983}" dt="2021-01-29T00:28:37.537" v="174" actId="1076"/>
          <ac:spMkLst>
            <pc:docMk/>
            <pc:sldMk cId="3408830695" sldId="368"/>
            <ac:spMk id="8" creationId="{B9084E7E-BA6E-4FB6-AA7C-B29BBC5F994B}"/>
          </ac:spMkLst>
        </pc:spChg>
        <pc:spChg chg="add mod">
          <ac:chgData name="鈴木 秀規" userId="f68c5fd9-22d5-4c0a-9833-7fb0f5135313" providerId="ADAL" clId="{1E1EFADE-4A0B-47B8-8EF8-2E15F0F63983}" dt="2021-01-29T00:28:37.537" v="174" actId="1076"/>
          <ac:spMkLst>
            <pc:docMk/>
            <pc:sldMk cId="3408830695" sldId="368"/>
            <ac:spMk id="9" creationId="{612AE2C2-DF1A-4293-8451-3E407649007F}"/>
          </ac:spMkLst>
        </pc:spChg>
        <pc:spChg chg="add mod">
          <ac:chgData name="鈴木 秀規" userId="f68c5fd9-22d5-4c0a-9833-7fb0f5135313" providerId="ADAL" clId="{1E1EFADE-4A0B-47B8-8EF8-2E15F0F63983}" dt="2021-01-29T00:28:37.537" v="174" actId="1076"/>
          <ac:spMkLst>
            <pc:docMk/>
            <pc:sldMk cId="3408830695" sldId="368"/>
            <ac:spMk id="10" creationId="{A9D0696B-B52B-4F23-A957-3875CAC47AE4}"/>
          </ac:spMkLst>
        </pc:spChg>
        <pc:spChg chg="add mod">
          <ac:chgData name="鈴木 秀規" userId="f68c5fd9-22d5-4c0a-9833-7fb0f5135313" providerId="ADAL" clId="{1E1EFADE-4A0B-47B8-8EF8-2E15F0F63983}" dt="2021-01-29T00:28:29.667" v="173"/>
          <ac:spMkLst>
            <pc:docMk/>
            <pc:sldMk cId="3408830695" sldId="368"/>
            <ac:spMk id="11" creationId="{66C77213-170E-4095-8AE4-1FC8D21DF5CC}"/>
          </ac:spMkLst>
        </pc:spChg>
        <pc:spChg chg="add mod">
          <ac:chgData name="鈴木 秀規" userId="f68c5fd9-22d5-4c0a-9833-7fb0f5135313" providerId="ADAL" clId="{1E1EFADE-4A0B-47B8-8EF8-2E15F0F63983}" dt="2021-01-29T00:29:06.235" v="178" actId="2711"/>
          <ac:spMkLst>
            <pc:docMk/>
            <pc:sldMk cId="3408830695" sldId="368"/>
            <ac:spMk id="17" creationId="{77850B7C-3631-4CE8-8A23-17E422245A56}"/>
          </ac:spMkLst>
        </pc:spChg>
        <pc:picChg chg="add mod">
          <ac:chgData name="鈴木 秀規" userId="f68c5fd9-22d5-4c0a-9833-7fb0f5135313" providerId="ADAL" clId="{1E1EFADE-4A0B-47B8-8EF8-2E15F0F63983}" dt="2021-01-29T00:28:29.667" v="173"/>
          <ac:picMkLst>
            <pc:docMk/>
            <pc:sldMk cId="3408830695" sldId="368"/>
            <ac:picMk id="12" creationId="{B20C8027-4969-418A-A683-31AD9ADF4C1F}"/>
          </ac:picMkLst>
        </pc:picChg>
        <pc:cxnChg chg="add mod">
          <ac:chgData name="鈴木 秀規" userId="f68c5fd9-22d5-4c0a-9833-7fb0f5135313" providerId="ADAL" clId="{1E1EFADE-4A0B-47B8-8EF8-2E15F0F63983}" dt="2021-01-29T00:28:37.537" v="174" actId="1076"/>
          <ac:cxnSpMkLst>
            <pc:docMk/>
            <pc:sldMk cId="3408830695" sldId="368"/>
            <ac:cxnSpMk id="13" creationId="{C91DFC57-AEAC-4B79-9E83-9DBA2D653386}"/>
          </ac:cxnSpMkLst>
        </pc:cxnChg>
        <pc:cxnChg chg="add mod">
          <ac:chgData name="鈴木 秀規" userId="f68c5fd9-22d5-4c0a-9833-7fb0f5135313" providerId="ADAL" clId="{1E1EFADE-4A0B-47B8-8EF8-2E15F0F63983}" dt="2021-01-29T00:28:37.537" v="174" actId="1076"/>
          <ac:cxnSpMkLst>
            <pc:docMk/>
            <pc:sldMk cId="3408830695" sldId="368"/>
            <ac:cxnSpMk id="14" creationId="{BEAC50D5-109F-4C9E-8A58-1E09C0F915DC}"/>
          </ac:cxnSpMkLst>
        </pc:cxnChg>
      </pc:sldChg>
      <pc:sldChg chg="del">
        <pc:chgData name="鈴木 秀規" userId="f68c5fd9-22d5-4c0a-9833-7fb0f5135313" providerId="ADAL" clId="{1E1EFADE-4A0B-47B8-8EF8-2E15F0F63983}" dt="2021-01-29T00:11:30.439" v="27" actId="2696"/>
        <pc:sldMkLst>
          <pc:docMk/>
          <pc:sldMk cId="167090370" sldId="369"/>
        </pc:sldMkLst>
      </pc:sldChg>
      <pc:sldChg chg="addSp modSp new mod">
        <pc:chgData name="鈴木 秀規" userId="f68c5fd9-22d5-4c0a-9833-7fb0f5135313" providerId="ADAL" clId="{1E1EFADE-4A0B-47B8-8EF8-2E15F0F63983}" dt="2021-01-29T00:31:14.826" v="196" actId="1076"/>
        <pc:sldMkLst>
          <pc:docMk/>
          <pc:sldMk cId="2975628319" sldId="369"/>
        </pc:sldMkLst>
        <pc:spChg chg="mod">
          <ac:chgData name="鈴木 秀規" userId="f68c5fd9-22d5-4c0a-9833-7fb0f5135313" providerId="ADAL" clId="{1E1EFADE-4A0B-47B8-8EF8-2E15F0F63983}" dt="2021-01-29T00:29:37.243" v="180"/>
          <ac:spMkLst>
            <pc:docMk/>
            <pc:sldMk cId="2975628319" sldId="369"/>
            <ac:spMk id="3" creationId="{11C7B0E6-254D-450A-8B22-DB7F224B9997}"/>
          </ac:spMkLst>
        </pc:spChg>
        <pc:spChg chg="mod">
          <ac:chgData name="鈴木 秀規" userId="f68c5fd9-22d5-4c0a-9833-7fb0f5135313" providerId="ADAL" clId="{1E1EFADE-4A0B-47B8-8EF8-2E15F0F63983}" dt="2021-01-29T00:29:51.901" v="184" actId="14100"/>
          <ac:spMkLst>
            <pc:docMk/>
            <pc:sldMk cId="2975628319" sldId="369"/>
            <ac:spMk id="5" creationId="{0E4B8641-2D26-4EAE-BE48-46B87CC5C967}"/>
          </ac:spMkLst>
        </pc:spChg>
        <pc:spChg chg="add mod">
          <ac:chgData name="鈴木 秀規" userId="f68c5fd9-22d5-4c0a-9833-7fb0f5135313" providerId="ADAL" clId="{1E1EFADE-4A0B-47B8-8EF8-2E15F0F63983}" dt="2021-01-29T00:31:14.826" v="196" actId="1076"/>
          <ac:spMkLst>
            <pc:docMk/>
            <pc:sldMk cId="2975628319" sldId="369"/>
            <ac:spMk id="6" creationId="{5D70D932-7707-4BA7-B6B5-F5C2C40FA71B}"/>
          </ac:spMkLst>
        </pc:spChg>
        <pc:spChg chg="add mod">
          <ac:chgData name="鈴木 秀規" userId="f68c5fd9-22d5-4c0a-9833-7fb0f5135313" providerId="ADAL" clId="{1E1EFADE-4A0B-47B8-8EF8-2E15F0F63983}" dt="2021-01-29T00:31:14.826" v="196" actId="1076"/>
          <ac:spMkLst>
            <pc:docMk/>
            <pc:sldMk cId="2975628319" sldId="369"/>
            <ac:spMk id="7" creationId="{4D5905BD-9D68-4848-83C6-B81F0E749708}"/>
          </ac:spMkLst>
        </pc:spChg>
      </pc:sldChg>
      <pc:sldChg chg="del">
        <pc:chgData name="鈴木 秀規" userId="f68c5fd9-22d5-4c0a-9833-7fb0f5135313" providerId="ADAL" clId="{1E1EFADE-4A0B-47B8-8EF8-2E15F0F63983}" dt="2021-01-29T00:11:30.439" v="27" actId="2696"/>
        <pc:sldMkLst>
          <pc:docMk/>
          <pc:sldMk cId="95388061" sldId="370"/>
        </pc:sldMkLst>
      </pc:sldChg>
      <pc:sldChg chg="addSp delSp modSp new mod">
        <pc:chgData name="鈴木 秀規" userId="f68c5fd9-22d5-4c0a-9833-7fb0f5135313" providerId="ADAL" clId="{1E1EFADE-4A0B-47B8-8EF8-2E15F0F63983}" dt="2021-01-29T00:38:17.434" v="317" actId="1076"/>
        <pc:sldMkLst>
          <pc:docMk/>
          <pc:sldMk cId="3073446168" sldId="370"/>
        </pc:sldMkLst>
        <pc:spChg chg="mod">
          <ac:chgData name="鈴木 秀規" userId="f68c5fd9-22d5-4c0a-9833-7fb0f5135313" providerId="ADAL" clId="{1E1EFADE-4A0B-47B8-8EF8-2E15F0F63983}" dt="2021-01-29T00:31:57.124" v="198"/>
          <ac:spMkLst>
            <pc:docMk/>
            <pc:sldMk cId="3073446168" sldId="370"/>
            <ac:spMk id="3" creationId="{8928170B-299F-43CA-B096-212503F24494}"/>
          </ac:spMkLst>
        </pc:spChg>
        <pc:spChg chg="mod">
          <ac:chgData name="鈴木 秀規" userId="f68c5fd9-22d5-4c0a-9833-7fb0f5135313" providerId="ADAL" clId="{1E1EFADE-4A0B-47B8-8EF8-2E15F0F63983}" dt="2021-01-29T00:32:16.061" v="201" actId="14100"/>
          <ac:spMkLst>
            <pc:docMk/>
            <pc:sldMk cId="3073446168" sldId="370"/>
            <ac:spMk id="5" creationId="{017D2A7A-839D-429B-BC25-FFEC4EF05E6B}"/>
          </ac:spMkLst>
        </pc:spChg>
        <pc:spChg chg="add mod">
          <ac:chgData name="鈴木 秀規" userId="f68c5fd9-22d5-4c0a-9833-7fb0f5135313" providerId="ADAL" clId="{1E1EFADE-4A0B-47B8-8EF8-2E15F0F63983}" dt="2021-01-29T00:33:14.549" v="208" actId="14100"/>
          <ac:spMkLst>
            <pc:docMk/>
            <pc:sldMk cId="3073446168" sldId="370"/>
            <ac:spMk id="6" creationId="{F19FE679-1845-4BF9-8935-2EC6E24B1D35}"/>
          </ac:spMkLst>
        </pc:spChg>
        <pc:spChg chg="add mod">
          <ac:chgData name="鈴木 秀規" userId="f68c5fd9-22d5-4c0a-9833-7fb0f5135313" providerId="ADAL" clId="{1E1EFADE-4A0B-47B8-8EF8-2E15F0F63983}" dt="2021-01-29T00:33:36.377" v="211" actId="1076"/>
          <ac:spMkLst>
            <pc:docMk/>
            <pc:sldMk cId="3073446168" sldId="370"/>
            <ac:spMk id="7" creationId="{4CB2807D-BA86-43CE-BE24-C22A484FF75B}"/>
          </ac:spMkLst>
        </pc:spChg>
        <pc:spChg chg="add mod">
          <ac:chgData name="鈴木 秀規" userId="f68c5fd9-22d5-4c0a-9833-7fb0f5135313" providerId="ADAL" clId="{1E1EFADE-4A0B-47B8-8EF8-2E15F0F63983}" dt="2021-01-29T00:33:36.377" v="211" actId="1076"/>
          <ac:spMkLst>
            <pc:docMk/>
            <pc:sldMk cId="3073446168" sldId="370"/>
            <ac:spMk id="8" creationId="{10D600DA-6874-4913-A1B1-270865584FD0}"/>
          </ac:spMkLst>
        </pc:spChg>
        <pc:spChg chg="add mod ord">
          <ac:chgData name="鈴木 秀規" userId="f68c5fd9-22d5-4c0a-9833-7fb0f5135313" providerId="ADAL" clId="{1E1EFADE-4A0B-47B8-8EF8-2E15F0F63983}" dt="2021-01-29T00:36:18.814" v="239" actId="1076"/>
          <ac:spMkLst>
            <pc:docMk/>
            <pc:sldMk cId="3073446168" sldId="370"/>
            <ac:spMk id="9" creationId="{7DD721DE-4909-4A5B-A925-FE0C78E59C9C}"/>
          </ac:spMkLst>
        </pc:spChg>
        <pc:spChg chg="add mod">
          <ac:chgData name="鈴木 秀規" userId="f68c5fd9-22d5-4c0a-9833-7fb0f5135313" providerId="ADAL" clId="{1E1EFADE-4A0B-47B8-8EF8-2E15F0F63983}" dt="2021-01-29T00:34:32.213" v="225" actId="1076"/>
          <ac:spMkLst>
            <pc:docMk/>
            <pc:sldMk cId="3073446168" sldId="370"/>
            <ac:spMk id="11" creationId="{A68EA743-B3D5-4228-920E-1591DDA12E3B}"/>
          </ac:spMkLst>
        </pc:spChg>
        <pc:spChg chg="add mod">
          <ac:chgData name="鈴木 秀規" userId="f68c5fd9-22d5-4c0a-9833-7fb0f5135313" providerId="ADAL" clId="{1E1EFADE-4A0B-47B8-8EF8-2E15F0F63983}" dt="2021-01-29T00:35:18.184" v="234" actId="14100"/>
          <ac:spMkLst>
            <pc:docMk/>
            <pc:sldMk cId="3073446168" sldId="370"/>
            <ac:spMk id="15" creationId="{09A4077E-6C3B-48A1-8BD4-549510DEA0CF}"/>
          </ac:spMkLst>
        </pc:spChg>
        <pc:spChg chg="add mod">
          <ac:chgData name="鈴木 秀規" userId="f68c5fd9-22d5-4c0a-9833-7fb0f5135313" providerId="ADAL" clId="{1E1EFADE-4A0B-47B8-8EF8-2E15F0F63983}" dt="2021-01-29T00:36:58.101" v="259" actId="20577"/>
          <ac:spMkLst>
            <pc:docMk/>
            <pc:sldMk cId="3073446168" sldId="370"/>
            <ac:spMk id="17" creationId="{E7421695-51FC-461A-B83F-F1004AF86A1B}"/>
          </ac:spMkLst>
        </pc:spChg>
        <pc:spChg chg="add mod">
          <ac:chgData name="鈴木 秀規" userId="f68c5fd9-22d5-4c0a-9833-7fb0f5135313" providerId="ADAL" clId="{1E1EFADE-4A0B-47B8-8EF8-2E15F0F63983}" dt="2021-01-29T00:37:06.328" v="261" actId="1076"/>
          <ac:spMkLst>
            <pc:docMk/>
            <pc:sldMk cId="3073446168" sldId="370"/>
            <ac:spMk id="18" creationId="{352D9822-B9AA-4465-9CC5-15B7CA8E90B5}"/>
          </ac:spMkLst>
        </pc:spChg>
        <pc:spChg chg="add del mod">
          <ac:chgData name="鈴木 秀規" userId="f68c5fd9-22d5-4c0a-9833-7fb0f5135313" providerId="ADAL" clId="{1E1EFADE-4A0B-47B8-8EF8-2E15F0F63983}" dt="2021-01-29T00:37:29.152" v="266"/>
          <ac:spMkLst>
            <pc:docMk/>
            <pc:sldMk cId="3073446168" sldId="370"/>
            <ac:spMk id="22" creationId="{25680C18-2D75-4DA4-B2D0-0F1FB35E4569}"/>
          </ac:spMkLst>
        </pc:spChg>
        <pc:spChg chg="add mod">
          <ac:chgData name="鈴木 秀規" userId="f68c5fd9-22d5-4c0a-9833-7fb0f5135313" providerId="ADAL" clId="{1E1EFADE-4A0B-47B8-8EF8-2E15F0F63983}" dt="2021-01-29T00:38:17.434" v="317" actId="1076"/>
          <ac:spMkLst>
            <pc:docMk/>
            <pc:sldMk cId="3073446168" sldId="370"/>
            <ac:spMk id="23" creationId="{C46DA2E4-1ED3-46D3-A289-D27DC1D5D1AD}"/>
          </ac:spMkLst>
        </pc:spChg>
        <pc:picChg chg="add mod ord">
          <ac:chgData name="鈴木 秀規" userId="f68c5fd9-22d5-4c0a-9833-7fb0f5135313" providerId="ADAL" clId="{1E1EFADE-4A0B-47B8-8EF8-2E15F0F63983}" dt="2021-01-29T00:36:10.360" v="237" actId="1076"/>
          <ac:picMkLst>
            <pc:docMk/>
            <pc:sldMk cId="3073446168" sldId="370"/>
            <ac:picMk id="10" creationId="{A80FE6E2-D221-4EBC-AD12-C5FE5D3CFC20}"/>
          </ac:picMkLst>
        </pc:picChg>
        <pc:picChg chg="add mod">
          <ac:chgData name="鈴木 秀規" userId="f68c5fd9-22d5-4c0a-9833-7fb0f5135313" providerId="ADAL" clId="{1E1EFADE-4A0B-47B8-8EF8-2E15F0F63983}" dt="2021-01-29T00:36:34.375" v="241" actId="1076"/>
          <ac:picMkLst>
            <pc:docMk/>
            <pc:sldMk cId="3073446168" sldId="370"/>
            <ac:picMk id="16" creationId="{2237D39A-7C2B-4B69-8480-840DABA1498C}"/>
          </ac:picMkLst>
        </pc:picChg>
        <pc:cxnChg chg="add mod">
          <ac:chgData name="鈴木 秀規" userId="f68c5fd9-22d5-4c0a-9833-7fb0f5135313" providerId="ADAL" clId="{1E1EFADE-4A0B-47B8-8EF8-2E15F0F63983}" dt="2021-01-29T00:34:53.851" v="229" actId="14100"/>
          <ac:cxnSpMkLst>
            <pc:docMk/>
            <pc:sldMk cId="3073446168" sldId="370"/>
            <ac:cxnSpMk id="12" creationId="{43FD7EC9-36C4-479B-BB1A-43108A31706F}"/>
          </ac:cxnSpMkLst>
        </pc:cxnChg>
        <pc:cxnChg chg="add mod">
          <ac:chgData name="鈴木 秀規" userId="f68c5fd9-22d5-4c0a-9833-7fb0f5135313" providerId="ADAL" clId="{1E1EFADE-4A0B-47B8-8EF8-2E15F0F63983}" dt="2021-01-29T00:37:15.541" v="264" actId="14100"/>
          <ac:cxnSpMkLst>
            <pc:docMk/>
            <pc:sldMk cId="3073446168" sldId="370"/>
            <ac:cxnSpMk id="19" creationId="{3E8DEDEC-50A5-44A1-8D62-8FD7B73EF21B}"/>
          </ac:cxnSpMkLst>
        </pc:cxnChg>
      </pc:sldChg>
      <pc:sldChg chg="del">
        <pc:chgData name="鈴木 秀規" userId="f68c5fd9-22d5-4c0a-9833-7fb0f5135313" providerId="ADAL" clId="{1E1EFADE-4A0B-47B8-8EF8-2E15F0F63983}" dt="2021-01-29T00:11:30.439" v="27" actId="2696"/>
        <pc:sldMkLst>
          <pc:docMk/>
          <pc:sldMk cId="853967147" sldId="371"/>
        </pc:sldMkLst>
      </pc:sldChg>
      <pc:sldChg chg="addSp modSp new mod">
        <pc:chgData name="鈴木 秀規" userId="f68c5fd9-22d5-4c0a-9833-7fb0f5135313" providerId="ADAL" clId="{1E1EFADE-4A0B-47B8-8EF8-2E15F0F63983}" dt="2021-01-29T00:40:29.979" v="342" actId="207"/>
        <pc:sldMkLst>
          <pc:docMk/>
          <pc:sldMk cId="1539385395" sldId="371"/>
        </pc:sldMkLst>
        <pc:spChg chg="mod">
          <ac:chgData name="鈴木 秀規" userId="f68c5fd9-22d5-4c0a-9833-7fb0f5135313" providerId="ADAL" clId="{1E1EFADE-4A0B-47B8-8EF8-2E15F0F63983}" dt="2021-01-29T00:38:35.296" v="319"/>
          <ac:spMkLst>
            <pc:docMk/>
            <pc:sldMk cId="1539385395" sldId="371"/>
            <ac:spMk id="3" creationId="{35492F31-2E8E-4E6E-9D2D-57CD34DFD451}"/>
          </ac:spMkLst>
        </pc:spChg>
        <pc:spChg chg="mod">
          <ac:chgData name="鈴木 秀規" userId="f68c5fd9-22d5-4c0a-9833-7fb0f5135313" providerId="ADAL" clId="{1E1EFADE-4A0B-47B8-8EF8-2E15F0F63983}" dt="2021-01-29T00:39:44.175" v="332" actId="20577"/>
          <ac:spMkLst>
            <pc:docMk/>
            <pc:sldMk cId="1539385395" sldId="371"/>
            <ac:spMk id="5" creationId="{040C932B-92A8-42D9-A58D-5864E59F180E}"/>
          </ac:spMkLst>
        </pc:spChg>
        <pc:spChg chg="add mod">
          <ac:chgData name="鈴木 秀規" userId="f68c5fd9-22d5-4c0a-9833-7fb0f5135313" providerId="ADAL" clId="{1E1EFADE-4A0B-47B8-8EF8-2E15F0F63983}" dt="2021-01-29T00:40:29.979" v="342" actId="207"/>
          <ac:spMkLst>
            <pc:docMk/>
            <pc:sldMk cId="1539385395" sldId="371"/>
            <ac:spMk id="6" creationId="{195E4A04-E536-47DC-B362-E15527D48178}"/>
          </ac:spMkLst>
        </pc:spChg>
        <pc:spChg chg="add mod">
          <ac:chgData name="鈴木 秀規" userId="f68c5fd9-22d5-4c0a-9833-7fb0f5135313" providerId="ADAL" clId="{1E1EFADE-4A0B-47B8-8EF8-2E15F0F63983}" dt="2021-01-29T00:40:16.912" v="340" actId="207"/>
          <ac:spMkLst>
            <pc:docMk/>
            <pc:sldMk cId="1539385395" sldId="371"/>
            <ac:spMk id="7" creationId="{C9F61678-5188-49FB-8B4B-E010C538D503}"/>
          </ac:spMkLst>
        </pc:spChg>
      </pc:sldChg>
      <pc:sldChg chg="del">
        <pc:chgData name="鈴木 秀規" userId="f68c5fd9-22d5-4c0a-9833-7fb0f5135313" providerId="ADAL" clId="{1E1EFADE-4A0B-47B8-8EF8-2E15F0F63983}" dt="2021-01-29T00:11:30.439" v="27" actId="2696"/>
        <pc:sldMkLst>
          <pc:docMk/>
          <pc:sldMk cId="193662145" sldId="372"/>
        </pc:sldMkLst>
      </pc:sldChg>
      <pc:sldChg chg="modSp new mod">
        <pc:chgData name="鈴木 秀規" userId="f68c5fd9-22d5-4c0a-9833-7fb0f5135313" providerId="ADAL" clId="{1E1EFADE-4A0B-47B8-8EF8-2E15F0F63983}" dt="2021-01-29T00:43:14.174" v="363" actId="20577"/>
        <pc:sldMkLst>
          <pc:docMk/>
          <pc:sldMk cId="246066953" sldId="372"/>
        </pc:sldMkLst>
        <pc:spChg chg="mod">
          <ac:chgData name="鈴木 秀規" userId="f68c5fd9-22d5-4c0a-9833-7fb0f5135313" providerId="ADAL" clId="{1E1EFADE-4A0B-47B8-8EF8-2E15F0F63983}" dt="2021-01-29T00:41:10.716" v="344"/>
          <ac:spMkLst>
            <pc:docMk/>
            <pc:sldMk cId="246066953" sldId="372"/>
            <ac:spMk id="3" creationId="{4A5311DD-D1AE-4581-BCDC-28EA63DA8C66}"/>
          </ac:spMkLst>
        </pc:spChg>
        <pc:spChg chg="mod">
          <ac:chgData name="鈴木 秀規" userId="f68c5fd9-22d5-4c0a-9833-7fb0f5135313" providerId="ADAL" clId="{1E1EFADE-4A0B-47B8-8EF8-2E15F0F63983}" dt="2021-01-29T00:43:14.174" v="363" actId="20577"/>
          <ac:spMkLst>
            <pc:docMk/>
            <pc:sldMk cId="246066953" sldId="372"/>
            <ac:spMk id="5" creationId="{C7BF8EB5-F4C0-4DBD-AD94-86BA96E96FC9}"/>
          </ac:spMkLst>
        </pc:spChg>
      </pc:sldChg>
      <pc:sldChg chg="del">
        <pc:chgData name="鈴木 秀規" userId="f68c5fd9-22d5-4c0a-9833-7fb0f5135313" providerId="ADAL" clId="{1E1EFADE-4A0B-47B8-8EF8-2E15F0F63983}" dt="2021-01-29T00:11:30.439" v="27" actId="2696"/>
        <pc:sldMkLst>
          <pc:docMk/>
          <pc:sldMk cId="3119782308" sldId="373"/>
        </pc:sldMkLst>
      </pc:sldChg>
      <pc:sldChg chg="addSp modSp new mod">
        <pc:chgData name="鈴木 秀規" userId="f68c5fd9-22d5-4c0a-9833-7fb0f5135313" providerId="ADAL" clId="{1E1EFADE-4A0B-47B8-8EF8-2E15F0F63983}" dt="2021-01-29T00:46:51.414" v="416" actId="1076"/>
        <pc:sldMkLst>
          <pc:docMk/>
          <pc:sldMk cId="4083622006" sldId="373"/>
        </pc:sldMkLst>
        <pc:spChg chg="mod">
          <ac:chgData name="鈴木 秀規" userId="f68c5fd9-22d5-4c0a-9833-7fb0f5135313" providerId="ADAL" clId="{1E1EFADE-4A0B-47B8-8EF8-2E15F0F63983}" dt="2021-01-29T00:43:26.237" v="365"/>
          <ac:spMkLst>
            <pc:docMk/>
            <pc:sldMk cId="4083622006" sldId="373"/>
            <ac:spMk id="3" creationId="{F21EF2BC-ACDB-4D26-A58E-3F69FB7B51A6}"/>
          </ac:spMkLst>
        </pc:spChg>
        <pc:spChg chg="mod">
          <ac:chgData name="鈴木 秀規" userId="f68c5fd9-22d5-4c0a-9833-7fb0f5135313" providerId="ADAL" clId="{1E1EFADE-4A0B-47B8-8EF8-2E15F0F63983}" dt="2021-01-29T00:43:49.809" v="381" actId="20577"/>
          <ac:spMkLst>
            <pc:docMk/>
            <pc:sldMk cId="4083622006" sldId="373"/>
            <ac:spMk id="5" creationId="{08AB8E15-1470-4368-AEA8-A657AFDBA915}"/>
          </ac:spMkLst>
        </pc:spChg>
        <pc:spChg chg="add mod">
          <ac:chgData name="鈴木 秀規" userId="f68c5fd9-22d5-4c0a-9833-7fb0f5135313" providerId="ADAL" clId="{1E1EFADE-4A0B-47B8-8EF8-2E15F0F63983}" dt="2021-01-29T00:46:37.865" v="412" actId="1076"/>
          <ac:spMkLst>
            <pc:docMk/>
            <pc:sldMk cId="4083622006" sldId="373"/>
            <ac:spMk id="6" creationId="{E2AC2086-AA04-447D-9465-2095E883D066}"/>
          </ac:spMkLst>
        </pc:spChg>
        <pc:spChg chg="add mod">
          <ac:chgData name="鈴木 秀規" userId="f68c5fd9-22d5-4c0a-9833-7fb0f5135313" providerId="ADAL" clId="{1E1EFADE-4A0B-47B8-8EF8-2E15F0F63983}" dt="2021-01-29T00:46:19.243" v="408" actId="1076"/>
          <ac:spMkLst>
            <pc:docMk/>
            <pc:sldMk cId="4083622006" sldId="373"/>
            <ac:spMk id="7" creationId="{562E9016-E9F0-4156-9DE1-2CC13EB323D8}"/>
          </ac:spMkLst>
        </pc:spChg>
        <pc:spChg chg="add mod">
          <ac:chgData name="鈴木 秀規" userId="f68c5fd9-22d5-4c0a-9833-7fb0f5135313" providerId="ADAL" clId="{1E1EFADE-4A0B-47B8-8EF8-2E15F0F63983}" dt="2021-01-29T00:46:19.243" v="408" actId="1076"/>
          <ac:spMkLst>
            <pc:docMk/>
            <pc:sldMk cId="4083622006" sldId="373"/>
            <ac:spMk id="8" creationId="{ABE3379B-C467-4CB9-8985-D62E00F34271}"/>
          </ac:spMkLst>
        </pc:spChg>
        <pc:spChg chg="add mod">
          <ac:chgData name="鈴木 秀規" userId="f68c5fd9-22d5-4c0a-9833-7fb0f5135313" providerId="ADAL" clId="{1E1EFADE-4A0B-47B8-8EF8-2E15F0F63983}" dt="2021-01-29T00:45:48.905" v="402" actId="1076"/>
          <ac:spMkLst>
            <pc:docMk/>
            <pc:sldMk cId="4083622006" sldId="373"/>
            <ac:spMk id="10" creationId="{E0BA7A6A-FD58-43AB-8181-20311D803686}"/>
          </ac:spMkLst>
        </pc:spChg>
        <pc:spChg chg="add mod">
          <ac:chgData name="鈴木 秀規" userId="f68c5fd9-22d5-4c0a-9833-7fb0f5135313" providerId="ADAL" clId="{1E1EFADE-4A0B-47B8-8EF8-2E15F0F63983}" dt="2021-01-29T00:46:51.414" v="416" actId="1076"/>
          <ac:spMkLst>
            <pc:docMk/>
            <pc:sldMk cId="4083622006" sldId="373"/>
            <ac:spMk id="17" creationId="{15D6BA6B-6A6A-4565-9C23-E0DCA4829241}"/>
          </ac:spMkLst>
        </pc:spChg>
        <pc:picChg chg="add mod ord">
          <ac:chgData name="鈴木 秀規" userId="f68c5fd9-22d5-4c0a-9833-7fb0f5135313" providerId="ADAL" clId="{1E1EFADE-4A0B-47B8-8EF8-2E15F0F63983}" dt="2021-01-29T00:45:58.142" v="403" actId="166"/>
          <ac:picMkLst>
            <pc:docMk/>
            <pc:sldMk cId="4083622006" sldId="373"/>
            <ac:picMk id="9" creationId="{DF4077C8-F3E5-4561-98AD-28F370FA61AE}"/>
          </ac:picMkLst>
        </pc:picChg>
        <pc:cxnChg chg="add mod">
          <ac:chgData name="鈴木 秀規" userId="f68c5fd9-22d5-4c0a-9833-7fb0f5135313" providerId="ADAL" clId="{1E1EFADE-4A0B-47B8-8EF8-2E15F0F63983}" dt="2021-01-29T00:46:21.196" v="409" actId="14100"/>
          <ac:cxnSpMkLst>
            <pc:docMk/>
            <pc:sldMk cId="4083622006" sldId="373"/>
            <ac:cxnSpMk id="11" creationId="{63FADA74-AFE4-436A-8041-104A159CA0DE}"/>
          </ac:cxnSpMkLst>
        </pc:cxnChg>
      </pc:sldChg>
      <pc:sldChg chg="addSp modSp new mod">
        <pc:chgData name="鈴木 秀規" userId="f68c5fd9-22d5-4c0a-9833-7fb0f5135313" providerId="ADAL" clId="{1E1EFADE-4A0B-47B8-8EF8-2E15F0F63983}" dt="2021-01-29T00:48:57.582" v="436" actId="207"/>
        <pc:sldMkLst>
          <pc:docMk/>
          <pc:sldMk cId="2781282954" sldId="374"/>
        </pc:sldMkLst>
        <pc:spChg chg="mod">
          <ac:chgData name="鈴木 秀規" userId="f68c5fd9-22d5-4c0a-9833-7fb0f5135313" providerId="ADAL" clId="{1E1EFADE-4A0B-47B8-8EF8-2E15F0F63983}" dt="2021-01-29T00:47:04.055" v="418"/>
          <ac:spMkLst>
            <pc:docMk/>
            <pc:sldMk cId="2781282954" sldId="374"/>
            <ac:spMk id="3" creationId="{FC2892DB-D72F-492C-B449-90F96BA5973A}"/>
          </ac:spMkLst>
        </pc:spChg>
        <pc:spChg chg="mod">
          <ac:chgData name="鈴木 秀規" userId="f68c5fd9-22d5-4c0a-9833-7fb0f5135313" providerId="ADAL" clId="{1E1EFADE-4A0B-47B8-8EF8-2E15F0F63983}" dt="2021-01-29T00:47:17.927" v="421" actId="20577"/>
          <ac:spMkLst>
            <pc:docMk/>
            <pc:sldMk cId="2781282954" sldId="374"/>
            <ac:spMk id="5" creationId="{BDC9C904-5D31-41FC-8B13-9BE5C512630D}"/>
          </ac:spMkLst>
        </pc:spChg>
        <pc:spChg chg="add mod">
          <ac:chgData name="鈴木 秀規" userId="f68c5fd9-22d5-4c0a-9833-7fb0f5135313" providerId="ADAL" clId="{1E1EFADE-4A0B-47B8-8EF8-2E15F0F63983}" dt="2021-01-29T00:48:18.932" v="431" actId="14100"/>
          <ac:spMkLst>
            <pc:docMk/>
            <pc:sldMk cId="2781282954" sldId="374"/>
            <ac:spMk id="6" creationId="{8C66F86B-53DB-41C4-ABBF-025E60039E3A}"/>
          </ac:spMkLst>
        </pc:spChg>
        <pc:spChg chg="add mod">
          <ac:chgData name="鈴木 秀規" userId="f68c5fd9-22d5-4c0a-9833-7fb0f5135313" providerId="ADAL" clId="{1E1EFADE-4A0B-47B8-8EF8-2E15F0F63983}" dt="2021-01-29T00:48:57.582" v="436" actId="207"/>
          <ac:spMkLst>
            <pc:docMk/>
            <pc:sldMk cId="2781282954" sldId="374"/>
            <ac:spMk id="7" creationId="{DD33C7F7-AAF0-4232-A95F-84031FE4AE56}"/>
          </ac:spMkLst>
        </pc:spChg>
      </pc:sldChg>
      <pc:sldChg chg="del">
        <pc:chgData name="鈴木 秀規" userId="f68c5fd9-22d5-4c0a-9833-7fb0f5135313" providerId="ADAL" clId="{1E1EFADE-4A0B-47B8-8EF8-2E15F0F63983}" dt="2021-01-29T00:11:30.439" v="27" actId="2696"/>
        <pc:sldMkLst>
          <pc:docMk/>
          <pc:sldMk cId="4094264785" sldId="374"/>
        </pc:sldMkLst>
      </pc:sldChg>
      <pc:sldChg chg="del">
        <pc:chgData name="鈴木 秀規" userId="f68c5fd9-22d5-4c0a-9833-7fb0f5135313" providerId="ADAL" clId="{1E1EFADE-4A0B-47B8-8EF8-2E15F0F63983}" dt="2021-01-29T00:11:30.439" v="27" actId="2696"/>
        <pc:sldMkLst>
          <pc:docMk/>
          <pc:sldMk cId="1155857800" sldId="375"/>
        </pc:sldMkLst>
      </pc:sldChg>
      <pc:sldChg chg="modSp new mod">
        <pc:chgData name="鈴木 秀規" userId="f68c5fd9-22d5-4c0a-9833-7fb0f5135313" providerId="ADAL" clId="{1E1EFADE-4A0B-47B8-8EF8-2E15F0F63983}" dt="2021-01-29T00:51:21.464" v="482" actId="20577"/>
        <pc:sldMkLst>
          <pc:docMk/>
          <pc:sldMk cId="4224040465" sldId="375"/>
        </pc:sldMkLst>
        <pc:spChg chg="mod">
          <ac:chgData name="鈴木 秀規" userId="f68c5fd9-22d5-4c0a-9833-7fb0f5135313" providerId="ADAL" clId="{1E1EFADE-4A0B-47B8-8EF8-2E15F0F63983}" dt="2021-01-29T00:49:15.791" v="438"/>
          <ac:spMkLst>
            <pc:docMk/>
            <pc:sldMk cId="4224040465" sldId="375"/>
            <ac:spMk id="3" creationId="{EEEBA06C-5CD2-484F-9A98-6DEECAEA740D}"/>
          </ac:spMkLst>
        </pc:spChg>
        <pc:spChg chg="mod">
          <ac:chgData name="鈴木 秀規" userId="f68c5fd9-22d5-4c0a-9833-7fb0f5135313" providerId="ADAL" clId="{1E1EFADE-4A0B-47B8-8EF8-2E15F0F63983}" dt="2021-01-29T00:51:21.464" v="482" actId="20577"/>
          <ac:spMkLst>
            <pc:docMk/>
            <pc:sldMk cId="4224040465" sldId="375"/>
            <ac:spMk id="5" creationId="{3B0BE475-13B7-4FD9-80F3-A4AD35C5F7BA}"/>
          </ac:spMkLst>
        </pc:spChg>
      </pc:sldChg>
      <pc:sldChg chg="del">
        <pc:chgData name="鈴木 秀規" userId="f68c5fd9-22d5-4c0a-9833-7fb0f5135313" providerId="ADAL" clId="{1E1EFADE-4A0B-47B8-8EF8-2E15F0F63983}" dt="2021-01-29T00:11:30.439" v="27" actId="2696"/>
        <pc:sldMkLst>
          <pc:docMk/>
          <pc:sldMk cId="2003241689" sldId="376"/>
        </pc:sldMkLst>
      </pc:sldChg>
      <pc:sldChg chg="addSp modSp new mod">
        <pc:chgData name="鈴木 秀規" userId="f68c5fd9-22d5-4c0a-9833-7fb0f5135313" providerId="ADAL" clId="{1E1EFADE-4A0B-47B8-8EF8-2E15F0F63983}" dt="2021-01-29T01:28:23.635" v="573" actId="113"/>
        <pc:sldMkLst>
          <pc:docMk/>
          <pc:sldMk cId="3538855573" sldId="376"/>
        </pc:sldMkLst>
        <pc:spChg chg="mod">
          <ac:chgData name="鈴木 秀規" userId="f68c5fd9-22d5-4c0a-9833-7fb0f5135313" providerId="ADAL" clId="{1E1EFADE-4A0B-47B8-8EF8-2E15F0F63983}" dt="2021-01-29T00:51:34.495" v="484"/>
          <ac:spMkLst>
            <pc:docMk/>
            <pc:sldMk cId="3538855573" sldId="376"/>
            <ac:spMk id="3" creationId="{9795DA74-CAD5-4B93-B279-D0D71DC9441E}"/>
          </ac:spMkLst>
        </pc:spChg>
        <pc:spChg chg="mod">
          <ac:chgData name="鈴木 秀規" userId="f68c5fd9-22d5-4c0a-9833-7fb0f5135313" providerId="ADAL" clId="{1E1EFADE-4A0B-47B8-8EF8-2E15F0F63983}" dt="2021-01-29T00:51:49.926" v="488" actId="14100"/>
          <ac:spMkLst>
            <pc:docMk/>
            <pc:sldMk cId="3538855573" sldId="376"/>
            <ac:spMk id="5" creationId="{586A08B6-18B2-4C56-BE32-ACE3FEB82851}"/>
          </ac:spMkLst>
        </pc:spChg>
        <pc:spChg chg="add mod">
          <ac:chgData name="鈴木 秀規" userId="f68c5fd9-22d5-4c0a-9833-7fb0f5135313" providerId="ADAL" clId="{1E1EFADE-4A0B-47B8-8EF8-2E15F0F63983}" dt="2021-01-29T01:28:23.635" v="573" actId="113"/>
          <ac:spMkLst>
            <pc:docMk/>
            <pc:sldMk cId="3538855573" sldId="376"/>
            <ac:spMk id="6" creationId="{C2E863CB-E594-44F0-8462-E663F348DA19}"/>
          </ac:spMkLst>
        </pc:spChg>
        <pc:spChg chg="add mod">
          <ac:chgData name="鈴木 秀規" userId="f68c5fd9-22d5-4c0a-9833-7fb0f5135313" providerId="ADAL" clId="{1E1EFADE-4A0B-47B8-8EF8-2E15F0F63983}" dt="2021-01-29T01:28:23.635" v="573" actId="113"/>
          <ac:spMkLst>
            <pc:docMk/>
            <pc:sldMk cId="3538855573" sldId="376"/>
            <ac:spMk id="7" creationId="{34EF60CC-078A-43FC-9E46-B4753FA49BB6}"/>
          </ac:spMkLst>
        </pc:spChg>
        <pc:spChg chg="add mod">
          <ac:chgData name="鈴木 秀規" userId="f68c5fd9-22d5-4c0a-9833-7fb0f5135313" providerId="ADAL" clId="{1E1EFADE-4A0B-47B8-8EF8-2E15F0F63983}" dt="2021-01-29T01:22:49.908" v="506" actId="1035"/>
          <ac:spMkLst>
            <pc:docMk/>
            <pc:sldMk cId="3538855573" sldId="376"/>
            <ac:spMk id="8" creationId="{370B556E-A8C0-45EA-824C-7CBD4272B44A}"/>
          </ac:spMkLst>
        </pc:spChg>
        <pc:spChg chg="add mod">
          <ac:chgData name="鈴木 秀規" userId="f68c5fd9-22d5-4c0a-9833-7fb0f5135313" providerId="ADAL" clId="{1E1EFADE-4A0B-47B8-8EF8-2E15F0F63983}" dt="2021-01-29T01:23:06.346" v="522" actId="1036"/>
          <ac:spMkLst>
            <pc:docMk/>
            <pc:sldMk cId="3538855573" sldId="376"/>
            <ac:spMk id="9" creationId="{FF72E8B0-61A0-41AB-B46E-5C9262C087BB}"/>
          </ac:spMkLst>
        </pc:spChg>
        <pc:spChg chg="add mod">
          <ac:chgData name="鈴木 秀規" userId="f68c5fd9-22d5-4c0a-9833-7fb0f5135313" providerId="ADAL" clId="{1E1EFADE-4A0B-47B8-8EF8-2E15F0F63983}" dt="2021-01-29T01:23:24.182" v="527" actId="1035"/>
          <ac:spMkLst>
            <pc:docMk/>
            <pc:sldMk cId="3538855573" sldId="376"/>
            <ac:spMk id="10" creationId="{FF6645CC-B7BF-4581-B747-5B1FB92F1344}"/>
          </ac:spMkLst>
        </pc:spChg>
        <pc:spChg chg="add mod">
          <ac:chgData name="鈴木 秀規" userId="f68c5fd9-22d5-4c0a-9833-7fb0f5135313" providerId="ADAL" clId="{1E1EFADE-4A0B-47B8-8EF8-2E15F0F63983}" dt="2021-01-29T01:23:41.112" v="532" actId="14100"/>
          <ac:spMkLst>
            <pc:docMk/>
            <pc:sldMk cId="3538855573" sldId="376"/>
            <ac:spMk id="11" creationId="{16C6C4A7-3C0A-408E-B656-F26C28D9D447}"/>
          </ac:spMkLst>
        </pc:spChg>
        <pc:cxnChg chg="add mod">
          <ac:chgData name="鈴木 秀規" userId="f68c5fd9-22d5-4c0a-9833-7fb0f5135313" providerId="ADAL" clId="{1E1EFADE-4A0B-47B8-8EF8-2E15F0F63983}" dt="2021-01-29T01:24:05.045" v="535" actId="208"/>
          <ac:cxnSpMkLst>
            <pc:docMk/>
            <pc:sldMk cId="3538855573" sldId="376"/>
            <ac:cxnSpMk id="13" creationId="{ACFE229B-A65E-4658-A0B5-22883AB5AA15}"/>
          </ac:cxnSpMkLst>
        </pc:cxnChg>
        <pc:cxnChg chg="add mod">
          <ac:chgData name="鈴木 秀規" userId="f68c5fd9-22d5-4c0a-9833-7fb0f5135313" providerId="ADAL" clId="{1E1EFADE-4A0B-47B8-8EF8-2E15F0F63983}" dt="2021-01-29T01:24:27.875" v="538" actId="1582"/>
          <ac:cxnSpMkLst>
            <pc:docMk/>
            <pc:sldMk cId="3538855573" sldId="376"/>
            <ac:cxnSpMk id="15" creationId="{03CDE00F-E256-4A5A-89B9-AC67844B27FD}"/>
          </ac:cxnSpMkLst>
        </pc:cxnChg>
      </pc:sldChg>
      <pc:sldChg chg="del">
        <pc:chgData name="鈴木 秀規" userId="f68c5fd9-22d5-4c0a-9833-7fb0f5135313" providerId="ADAL" clId="{1E1EFADE-4A0B-47B8-8EF8-2E15F0F63983}" dt="2021-01-29T00:11:30.439" v="27" actId="2696"/>
        <pc:sldMkLst>
          <pc:docMk/>
          <pc:sldMk cId="156709775" sldId="377"/>
        </pc:sldMkLst>
      </pc:sldChg>
      <pc:sldChg chg="addSp modSp new mod">
        <pc:chgData name="鈴木 秀規" userId="f68c5fd9-22d5-4c0a-9833-7fb0f5135313" providerId="ADAL" clId="{1E1EFADE-4A0B-47B8-8EF8-2E15F0F63983}" dt="2021-01-29T01:26:51.694" v="567" actId="1076"/>
        <pc:sldMkLst>
          <pc:docMk/>
          <pc:sldMk cId="3864834617" sldId="377"/>
        </pc:sldMkLst>
        <pc:spChg chg="mod">
          <ac:chgData name="鈴木 秀規" userId="f68c5fd9-22d5-4c0a-9833-7fb0f5135313" providerId="ADAL" clId="{1E1EFADE-4A0B-47B8-8EF8-2E15F0F63983}" dt="2021-01-29T01:24:46.904" v="540"/>
          <ac:spMkLst>
            <pc:docMk/>
            <pc:sldMk cId="3864834617" sldId="377"/>
            <ac:spMk id="3" creationId="{5FC908F1-3CA6-4749-AB73-4E0F9FDACCE6}"/>
          </ac:spMkLst>
        </pc:spChg>
        <pc:spChg chg="mod">
          <ac:chgData name="鈴木 秀規" userId="f68c5fd9-22d5-4c0a-9833-7fb0f5135313" providerId="ADAL" clId="{1E1EFADE-4A0B-47B8-8EF8-2E15F0F63983}" dt="2021-01-29T01:26:24.913" v="562" actId="207"/>
          <ac:spMkLst>
            <pc:docMk/>
            <pc:sldMk cId="3864834617" sldId="377"/>
            <ac:spMk id="5" creationId="{6B3A2C87-6FE9-4895-A119-D260DD4D7A1B}"/>
          </ac:spMkLst>
        </pc:spChg>
        <pc:spChg chg="add mod">
          <ac:chgData name="鈴木 秀規" userId="f68c5fd9-22d5-4c0a-9833-7fb0f5135313" providerId="ADAL" clId="{1E1EFADE-4A0B-47B8-8EF8-2E15F0F63983}" dt="2021-01-29T01:26:51.694" v="567" actId="1076"/>
          <ac:spMkLst>
            <pc:docMk/>
            <pc:sldMk cId="3864834617" sldId="377"/>
            <ac:spMk id="6" creationId="{C9B127B3-0188-4427-B2B2-503F806D8A50}"/>
          </ac:spMkLst>
        </pc:spChg>
        <pc:spChg chg="add mod">
          <ac:chgData name="鈴木 秀規" userId="f68c5fd9-22d5-4c0a-9833-7fb0f5135313" providerId="ADAL" clId="{1E1EFADE-4A0B-47B8-8EF8-2E15F0F63983}" dt="2021-01-29T01:26:48.190" v="566" actId="1076"/>
          <ac:spMkLst>
            <pc:docMk/>
            <pc:sldMk cId="3864834617" sldId="377"/>
            <ac:spMk id="7" creationId="{9DE8C91E-1B75-4A17-9563-1E97102B648E}"/>
          </ac:spMkLst>
        </pc:spChg>
      </pc:sldChg>
      <pc:sldChg chg="addSp modSp new mod">
        <pc:chgData name="鈴木 秀規" userId="f68c5fd9-22d5-4c0a-9833-7fb0f5135313" providerId="ADAL" clId="{1E1EFADE-4A0B-47B8-8EF8-2E15F0F63983}" dt="2021-01-29T01:30:19.140" v="599" actId="14100"/>
        <pc:sldMkLst>
          <pc:docMk/>
          <pc:sldMk cId="2148979236" sldId="378"/>
        </pc:sldMkLst>
        <pc:spChg chg="mod">
          <ac:chgData name="鈴木 秀規" userId="f68c5fd9-22d5-4c0a-9833-7fb0f5135313" providerId="ADAL" clId="{1E1EFADE-4A0B-47B8-8EF8-2E15F0F63983}" dt="2021-01-29T01:27:56.919" v="569"/>
          <ac:spMkLst>
            <pc:docMk/>
            <pc:sldMk cId="2148979236" sldId="378"/>
            <ac:spMk id="3" creationId="{788D51D2-24DD-4DC2-BB19-DB05A02F27EE}"/>
          </ac:spMkLst>
        </pc:spChg>
        <pc:spChg chg="mod">
          <ac:chgData name="鈴木 秀規" userId="f68c5fd9-22d5-4c0a-9833-7fb0f5135313" providerId="ADAL" clId="{1E1EFADE-4A0B-47B8-8EF8-2E15F0F63983}" dt="2021-01-29T01:28:16.592" v="572" actId="14100"/>
          <ac:spMkLst>
            <pc:docMk/>
            <pc:sldMk cId="2148979236" sldId="378"/>
            <ac:spMk id="5" creationId="{58D32313-7879-47C7-BFBF-C9125D0447B6}"/>
          </ac:spMkLst>
        </pc:spChg>
        <pc:spChg chg="add mod">
          <ac:chgData name="鈴木 秀規" userId="f68c5fd9-22d5-4c0a-9833-7fb0f5135313" providerId="ADAL" clId="{1E1EFADE-4A0B-47B8-8EF8-2E15F0F63983}" dt="2021-01-29T01:29:20.146" v="581" actId="14100"/>
          <ac:spMkLst>
            <pc:docMk/>
            <pc:sldMk cId="2148979236" sldId="378"/>
            <ac:spMk id="6" creationId="{7E5937BB-02E9-444C-BB60-5B9D39B085CF}"/>
          </ac:spMkLst>
        </pc:spChg>
        <pc:spChg chg="add mod">
          <ac:chgData name="鈴木 秀規" userId="f68c5fd9-22d5-4c0a-9833-7fb0f5135313" providerId="ADAL" clId="{1E1EFADE-4A0B-47B8-8EF8-2E15F0F63983}" dt="2021-01-29T01:30:08.696" v="598" actId="207"/>
          <ac:spMkLst>
            <pc:docMk/>
            <pc:sldMk cId="2148979236" sldId="378"/>
            <ac:spMk id="7" creationId="{8D2C7143-A461-4E9E-89AD-0E47C7AADDD2}"/>
          </ac:spMkLst>
        </pc:spChg>
        <pc:spChg chg="add mod">
          <ac:chgData name="鈴木 秀規" userId="f68c5fd9-22d5-4c0a-9833-7fb0f5135313" providerId="ADAL" clId="{1E1EFADE-4A0B-47B8-8EF8-2E15F0F63983}" dt="2021-01-29T01:30:19.140" v="599" actId="14100"/>
          <ac:spMkLst>
            <pc:docMk/>
            <pc:sldMk cId="2148979236" sldId="378"/>
            <ac:spMk id="8" creationId="{1F3DC4C2-8CFD-43BC-B2AE-DC992FAAF3BB}"/>
          </ac:spMkLst>
        </pc:spChg>
      </pc:sldChg>
      <pc:sldChg chg="del">
        <pc:chgData name="鈴木 秀規" userId="f68c5fd9-22d5-4c0a-9833-7fb0f5135313" providerId="ADAL" clId="{1E1EFADE-4A0B-47B8-8EF8-2E15F0F63983}" dt="2021-01-29T00:11:30.439" v="27" actId="2696"/>
        <pc:sldMkLst>
          <pc:docMk/>
          <pc:sldMk cId="4226280389" sldId="378"/>
        </pc:sldMkLst>
      </pc:sldChg>
      <pc:sldChg chg="del">
        <pc:chgData name="鈴木 秀規" userId="f68c5fd9-22d5-4c0a-9833-7fb0f5135313" providerId="ADAL" clId="{1E1EFADE-4A0B-47B8-8EF8-2E15F0F63983}" dt="2021-01-29T00:11:30.439" v="27" actId="2696"/>
        <pc:sldMkLst>
          <pc:docMk/>
          <pc:sldMk cId="687387428" sldId="379"/>
        </pc:sldMkLst>
      </pc:sldChg>
      <pc:sldChg chg="addSp modSp new mod">
        <pc:chgData name="鈴木 秀規" userId="f68c5fd9-22d5-4c0a-9833-7fb0f5135313" providerId="ADAL" clId="{1E1EFADE-4A0B-47B8-8EF8-2E15F0F63983}" dt="2021-01-29T01:32:38.398" v="623"/>
        <pc:sldMkLst>
          <pc:docMk/>
          <pc:sldMk cId="1522789995" sldId="379"/>
        </pc:sldMkLst>
        <pc:spChg chg="mod">
          <ac:chgData name="鈴木 秀規" userId="f68c5fd9-22d5-4c0a-9833-7fb0f5135313" providerId="ADAL" clId="{1E1EFADE-4A0B-47B8-8EF8-2E15F0F63983}" dt="2021-01-29T01:30:37.349" v="601"/>
          <ac:spMkLst>
            <pc:docMk/>
            <pc:sldMk cId="1522789995" sldId="379"/>
            <ac:spMk id="3" creationId="{04B14AED-343E-40B0-A4BC-729E82A9F10E}"/>
          </ac:spMkLst>
        </pc:spChg>
        <pc:spChg chg="mod">
          <ac:chgData name="鈴木 秀規" userId="f68c5fd9-22d5-4c0a-9833-7fb0f5135313" providerId="ADAL" clId="{1E1EFADE-4A0B-47B8-8EF8-2E15F0F63983}" dt="2021-01-29T01:30:56.618" v="604" actId="14100"/>
          <ac:spMkLst>
            <pc:docMk/>
            <pc:sldMk cId="1522789995" sldId="379"/>
            <ac:spMk id="5" creationId="{4D82A19B-11CC-476B-A084-E9D266DCCF99}"/>
          </ac:spMkLst>
        </pc:spChg>
        <pc:spChg chg="add mod">
          <ac:chgData name="鈴木 秀規" userId="f68c5fd9-22d5-4c0a-9833-7fb0f5135313" providerId="ADAL" clId="{1E1EFADE-4A0B-47B8-8EF8-2E15F0F63983}" dt="2021-01-29T01:31:45.055" v="609" actId="1076"/>
          <ac:spMkLst>
            <pc:docMk/>
            <pc:sldMk cId="1522789995" sldId="379"/>
            <ac:spMk id="13" creationId="{942FC57E-0FC2-4A6B-9F60-41DCADFC40A9}"/>
          </ac:spMkLst>
        </pc:spChg>
        <pc:spChg chg="add mod">
          <ac:chgData name="鈴木 秀規" userId="f68c5fd9-22d5-4c0a-9833-7fb0f5135313" providerId="ADAL" clId="{1E1EFADE-4A0B-47B8-8EF8-2E15F0F63983}" dt="2021-01-29T01:31:49.296" v="610" actId="1076"/>
          <ac:spMkLst>
            <pc:docMk/>
            <pc:sldMk cId="1522789995" sldId="379"/>
            <ac:spMk id="14" creationId="{F69A5210-906C-4694-AD6E-DAADF838F47A}"/>
          </ac:spMkLst>
        </pc:spChg>
        <pc:spChg chg="add mod">
          <ac:chgData name="鈴木 秀規" userId="f68c5fd9-22d5-4c0a-9833-7fb0f5135313" providerId="ADAL" clId="{1E1EFADE-4A0B-47B8-8EF8-2E15F0F63983}" dt="2021-01-29T01:31:52.960" v="611" actId="1076"/>
          <ac:spMkLst>
            <pc:docMk/>
            <pc:sldMk cId="1522789995" sldId="379"/>
            <ac:spMk id="15" creationId="{762712C4-BC2F-4282-B22F-E5CE54681559}"/>
          </ac:spMkLst>
        </pc:spChg>
        <pc:spChg chg="add mod">
          <ac:chgData name="鈴木 秀規" userId="f68c5fd9-22d5-4c0a-9833-7fb0f5135313" providerId="ADAL" clId="{1E1EFADE-4A0B-47B8-8EF8-2E15F0F63983}" dt="2021-01-29T01:32:20.799" v="619" actId="1076"/>
          <ac:spMkLst>
            <pc:docMk/>
            <pc:sldMk cId="1522789995" sldId="379"/>
            <ac:spMk id="16" creationId="{DE3FBAE5-8A35-440E-BC89-CE2828832936}"/>
          </ac:spMkLst>
        </pc:spChg>
        <pc:spChg chg="add mod">
          <ac:chgData name="鈴木 秀規" userId="f68c5fd9-22d5-4c0a-9833-7fb0f5135313" providerId="ADAL" clId="{1E1EFADE-4A0B-47B8-8EF8-2E15F0F63983}" dt="2021-01-29T01:32:11.303" v="616" actId="1076"/>
          <ac:spMkLst>
            <pc:docMk/>
            <pc:sldMk cId="1522789995" sldId="379"/>
            <ac:spMk id="17" creationId="{D259DEEE-A991-4AA8-ADC8-09C916640E1B}"/>
          </ac:spMkLst>
        </pc:spChg>
        <pc:spChg chg="add mod">
          <ac:chgData name="鈴木 秀規" userId="f68c5fd9-22d5-4c0a-9833-7fb0f5135313" providerId="ADAL" clId="{1E1EFADE-4A0B-47B8-8EF8-2E15F0F63983}" dt="2021-01-29T01:32:16.581" v="618" actId="1076"/>
          <ac:spMkLst>
            <pc:docMk/>
            <pc:sldMk cId="1522789995" sldId="379"/>
            <ac:spMk id="18" creationId="{68A74AF8-2900-430E-B204-614735D97CBB}"/>
          </ac:spMkLst>
        </pc:spChg>
        <pc:spChg chg="add mod">
          <ac:chgData name="鈴木 秀規" userId="f68c5fd9-22d5-4c0a-9833-7fb0f5135313" providerId="ADAL" clId="{1E1EFADE-4A0B-47B8-8EF8-2E15F0F63983}" dt="2021-01-29T01:32:38.398" v="623"/>
          <ac:spMkLst>
            <pc:docMk/>
            <pc:sldMk cId="1522789995" sldId="379"/>
            <ac:spMk id="25" creationId="{B80B0339-DE18-4B43-A984-DE50986C9340}"/>
          </ac:spMkLst>
        </pc:spChg>
        <pc:picChg chg="add mod">
          <ac:chgData name="鈴木 秀規" userId="f68c5fd9-22d5-4c0a-9833-7fb0f5135313" providerId="ADAL" clId="{1E1EFADE-4A0B-47B8-8EF8-2E15F0F63983}" dt="2021-01-29T01:31:56.654" v="612" actId="1076"/>
          <ac:picMkLst>
            <pc:docMk/>
            <pc:sldMk cId="1522789995" sldId="379"/>
            <ac:picMk id="6" creationId="{2A849C32-692A-4772-B21D-88A2ACB6D4A5}"/>
          </ac:picMkLst>
        </pc:picChg>
        <pc:picChg chg="add mod">
          <ac:chgData name="鈴木 秀規" userId="f68c5fd9-22d5-4c0a-9833-7fb0f5135313" providerId="ADAL" clId="{1E1EFADE-4A0B-47B8-8EF8-2E15F0F63983}" dt="2021-01-29T01:31:45.055" v="609" actId="1076"/>
          <ac:picMkLst>
            <pc:docMk/>
            <pc:sldMk cId="1522789995" sldId="379"/>
            <ac:picMk id="7" creationId="{5B8D53DE-5E89-492C-AB3F-992EDF533246}"/>
          </ac:picMkLst>
        </pc:picChg>
        <pc:picChg chg="add mod">
          <ac:chgData name="鈴木 秀規" userId="f68c5fd9-22d5-4c0a-9833-7fb0f5135313" providerId="ADAL" clId="{1E1EFADE-4A0B-47B8-8EF8-2E15F0F63983}" dt="2021-01-29T01:31:45.055" v="609" actId="1076"/>
          <ac:picMkLst>
            <pc:docMk/>
            <pc:sldMk cId="1522789995" sldId="379"/>
            <ac:picMk id="8" creationId="{6886DC06-D860-429F-AF57-23F706114EF2}"/>
          </ac:picMkLst>
        </pc:picChg>
        <pc:picChg chg="add mod">
          <ac:chgData name="鈴木 秀規" userId="f68c5fd9-22d5-4c0a-9833-7fb0f5135313" providerId="ADAL" clId="{1E1EFADE-4A0B-47B8-8EF8-2E15F0F63983}" dt="2021-01-29T01:31:45.055" v="609" actId="1076"/>
          <ac:picMkLst>
            <pc:docMk/>
            <pc:sldMk cId="1522789995" sldId="379"/>
            <ac:picMk id="9" creationId="{E7973784-610E-4D2C-90D5-65D99D3BEAD7}"/>
          </ac:picMkLst>
        </pc:picChg>
        <pc:cxnChg chg="add mod">
          <ac:chgData name="鈴木 秀規" userId="f68c5fd9-22d5-4c0a-9833-7fb0f5135313" providerId="ADAL" clId="{1E1EFADE-4A0B-47B8-8EF8-2E15F0F63983}" dt="2021-01-29T01:31:56.654" v="612" actId="1076"/>
          <ac:cxnSpMkLst>
            <pc:docMk/>
            <pc:sldMk cId="1522789995" sldId="379"/>
            <ac:cxnSpMk id="10" creationId="{9FD8A83F-0C7B-4386-9431-8CBC5A6D624A}"/>
          </ac:cxnSpMkLst>
        </pc:cxnChg>
        <pc:cxnChg chg="add mod">
          <ac:chgData name="鈴木 秀規" userId="f68c5fd9-22d5-4c0a-9833-7fb0f5135313" providerId="ADAL" clId="{1E1EFADE-4A0B-47B8-8EF8-2E15F0F63983}" dt="2021-01-29T01:31:56.654" v="612" actId="1076"/>
          <ac:cxnSpMkLst>
            <pc:docMk/>
            <pc:sldMk cId="1522789995" sldId="379"/>
            <ac:cxnSpMk id="11" creationId="{03496B72-C39A-4F65-937D-ADFDADC91199}"/>
          </ac:cxnSpMkLst>
        </pc:cxnChg>
        <pc:cxnChg chg="add mod">
          <ac:chgData name="鈴木 秀規" userId="f68c5fd9-22d5-4c0a-9833-7fb0f5135313" providerId="ADAL" clId="{1E1EFADE-4A0B-47B8-8EF8-2E15F0F63983}" dt="2021-01-29T01:31:56.654" v="612" actId="1076"/>
          <ac:cxnSpMkLst>
            <pc:docMk/>
            <pc:sldMk cId="1522789995" sldId="379"/>
            <ac:cxnSpMk id="12" creationId="{FD33321A-A1F1-4A21-9655-8480DD7F1288}"/>
          </ac:cxnSpMkLst>
        </pc:cxnChg>
      </pc:sldChg>
      <pc:sldChg chg="del">
        <pc:chgData name="鈴木 秀規" userId="f68c5fd9-22d5-4c0a-9833-7fb0f5135313" providerId="ADAL" clId="{1E1EFADE-4A0B-47B8-8EF8-2E15F0F63983}" dt="2021-01-29T00:11:30.439" v="27" actId="2696"/>
        <pc:sldMkLst>
          <pc:docMk/>
          <pc:sldMk cId="1295816778" sldId="380"/>
        </pc:sldMkLst>
      </pc:sldChg>
      <pc:sldChg chg="addSp modSp new mod">
        <pc:chgData name="鈴木 秀規" userId="f68c5fd9-22d5-4c0a-9833-7fb0f5135313" providerId="ADAL" clId="{1E1EFADE-4A0B-47B8-8EF8-2E15F0F63983}" dt="2021-01-29T01:38:44.510" v="671" actId="207"/>
        <pc:sldMkLst>
          <pc:docMk/>
          <pc:sldMk cId="3157073252" sldId="380"/>
        </pc:sldMkLst>
        <pc:spChg chg="mod">
          <ac:chgData name="鈴木 秀規" userId="f68c5fd9-22d5-4c0a-9833-7fb0f5135313" providerId="ADAL" clId="{1E1EFADE-4A0B-47B8-8EF8-2E15F0F63983}" dt="2021-01-29T01:32:55.606" v="625"/>
          <ac:spMkLst>
            <pc:docMk/>
            <pc:sldMk cId="3157073252" sldId="380"/>
            <ac:spMk id="3" creationId="{26A2C7A4-585F-42BD-BB49-B81AA12576C7}"/>
          </ac:spMkLst>
        </pc:spChg>
        <pc:spChg chg="mod">
          <ac:chgData name="鈴木 秀規" userId="f68c5fd9-22d5-4c0a-9833-7fb0f5135313" providerId="ADAL" clId="{1E1EFADE-4A0B-47B8-8EF8-2E15F0F63983}" dt="2021-01-29T01:34:26.445" v="629" actId="14100"/>
          <ac:spMkLst>
            <pc:docMk/>
            <pc:sldMk cId="3157073252" sldId="380"/>
            <ac:spMk id="5" creationId="{C2FAA142-CEE0-4D0B-B85B-5F9B477E6726}"/>
          </ac:spMkLst>
        </pc:spChg>
        <pc:spChg chg="add mod">
          <ac:chgData name="鈴木 秀規" userId="f68c5fd9-22d5-4c0a-9833-7fb0f5135313" providerId="ADAL" clId="{1E1EFADE-4A0B-47B8-8EF8-2E15F0F63983}" dt="2021-01-29T01:36:22.602" v="639" actId="20577"/>
          <ac:spMkLst>
            <pc:docMk/>
            <pc:sldMk cId="3157073252" sldId="380"/>
            <ac:spMk id="13" creationId="{D0595172-2769-43DE-A2C2-94996B5F1E88}"/>
          </ac:spMkLst>
        </pc:spChg>
        <pc:spChg chg="add mod">
          <ac:chgData name="鈴木 秀規" userId="f68c5fd9-22d5-4c0a-9833-7fb0f5135313" providerId="ADAL" clId="{1E1EFADE-4A0B-47B8-8EF8-2E15F0F63983}" dt="2021-01-29T01:36:25.495" v="640" actId="20577"/>
          <ac:spMkLst>
            <pc:docMk/>
            <pc:sldMk cId="3157073252" sldId="380"/>
            <ac:spMk id="14" creationId="{7200324B-7306-4747-B0EE-19EC9A436340}"/>
          </ac:spMkLst>
        </pc:spChg>
        <pc:spChg chg="add mod">
          <ac:chgData name="鈴木 秀規" userId="f68c5fd9-22d5-4c0a-9833-7fb0f5135313" providerId="ADAL" clId="{1E1EFADE-4A0B-47B8-8EF8-2E15F0F63983}" dt="2021-01-29T01:36:30.401" v="641" actId="20577"/>
          <ac:spMkLst>
            <pc:docMk/>
            <pc:sldMk cId="3157073252" sldId="380"/>
            <ac:spMk id="15" creationId="{F93E6F49-0FA4-45D6-AC25-2EE73AE0CA77}"/>
          </ac:spMkLst>
        </pc:spChg>
        <pc:spChg chg="add mod">
          <ac:chgData name="鈴木 秀規" userId="f68c5fd9-22d5-4c0a-9833-7fb0f5135313" providerId="ADAL" clId="{1E1EFADE-4A0B-47B8-8EF8-2E15F0F63983}" dt="2021-01-29T01:35:07.532" v="630"/>
          <ac:spMkLst>
            <pc:docMk/>
            <pc:sldMk cId="3157073252" sldId="380"/>
            <ac:spMk id="16" creationId="{B463895B-AE89-43EC-A968-4281BD9962F3}"/>
          </ac:spMkLst>
        </pc:spChg>
        <pc:spChg chg="add mod">
          <ac:chgData name="鈴木 秀規" userId="f68c5fd9-22d5-4c0a-9833-7fb0f5135313" providerId="ADAL" clId="{1E1EFADE-4A0B-47B8-8EF8-2E15F0F63983}" dt="2021-01-29T01:35:07.532" v="630"/>
          <ac:spMkLst>
            <pc:docMk/>
            <pc:sldMk cId="3157073252" sldId="380"/>
            <ac:spMk id="17" creationId="{090DD37D-7CDD-47E3-8444-E2254EFDBD2E}"/>
          </ac:spMkLst>
        </pc:spChg>
        <pc:spChg chg="add mod">
          <ac:chgData name="鈴木 秀規" userId="f68c5fd9-22d5-4c0a-9833-7fb0f5135313" providerId="ADAL" clId="{1E1EFADE-4A0B-47B8-8EF8-2E15F0F63983}" dt="2021-01-29T01:35:07.532" v="630"/>
          <ac:spMkLst>
            <pc:docMk/>
            <pc:sldMk cId="3157073252" sldId="380"/>
            <ac:spMk id="18" creationId="{FABF4ED0-41B7-4565-9892-8451B641DE4C}"/>
          </ac:spMkLst>
        </pc:spChg>
        <pc:spChg chg="add mod">
          <ac:chgData name="鈴木 秀規" userId="f68c5fd9-22d5-4c0a-9833-7fb0f5135313" providerId="ADAL" clId="{1E1EFADE-4A0B-47B8-8EF8-2E15F0F63983}" dt="2021-01-29T01:36:13.186" v="638" actId="14100"/>
          <ac:spMkLst>
            <pc:docMk/>
            <pc:sldMk cId="3157073252" sldId="380"/>
            <ac:spMk id="23" creationId="{C0DF2BD5-DE84-431F-89AE-08BF547400A9}"/>
          </ac:spMkLst>
        </pc:spChg>
        <pc:spChg chg="add mod">
          <ac:chgData name="鈴木 秀規" userId="f68c5fd9-22d5-4c0a-9833-7fb0f5135313" providerId="ADAL" clId="{1E1EFADE-4A0B-47B8-8EF8-2E15F0F63983}" dt="2021-01-29T01:37:31.322" v="653" actId="1076"/>
          <ac:spMkLst>
            <pc:docMk/>
            <pc:sldMk cId="3157073252" sldId="380"/>
            <ac:spMk id="24" creationId="{36A059BB-03B2-4594-B5A8-FBD4EEBF99A6}"/>
          </ac:spMkLst>
        </pc:spChg>
        <pc:spChg chg="add mod">
          <ac:chgData name="鈴木 秀規" userId="f68c5fd9-22d5-4c0a-9833-7fb0f5135313" providerId="ADAL" clId="{1E1EFADE-4A0B-47B8-8EF8-2E15F0F63983}" dt="2021-01-29T01:38:44.510" v="671" actId="207"/>
          <ac:spMkLst>
            <pc:docMk/>
            <pc:sldMk cId="3157073252" sldId="380"/>
            <ac:spMk id="29" creationId="{3BC98EFC-4B0D-4C39-AEB8-43529F519F78}"/>
          </ac:spMkLst>
        </pc:spChg>
        <pc:spChg chg="add mod">
          <ac:chgData name="鈴木 秀規" userId="f68c5fd9-22d5-4c0a-9833-7fb0f5135313" providerId="ADAL" clId="{1E1EFADE-4A0B-47B8-8EF8-2E15F0F63983}" dt="2021-01-29T01:38:21.644" v="666" actId="14100"/>
          <ac:spMkLst>
            <pc:docMk/>
            <pc:sldMk cId="3157073252" sldId="380"/>
            <ac:spMk id="30" creationId="{E81DC852-DA8C-4A04-8DB3-EF648B498E05}"/>
          </ac:spMkLst>
        </pc:spChg>
        <pc:picChg chg="add mod">
          <ac:chgData name="鈴木 秀規" userId="f68c5fd9-22d5-4c0a-9833-7fb0f5135313" providerId="ADAL" clId="{1E1EFADE-4A0B-47B8-8EF8-2E15F0F63983}" dt="2021-01-29T01:35:46.377" v="632" actId="1076"/>
          <ac:picMkLst>
            <pc:docMk/>
            <pc:sldMk cId="3157073252" sldId="380"/>
            <ac:picMk id="6" creationId="{52E4BB51-51E0-4750-900F-52D204DBC981}"/>
          </ac:picMkLst>
        </pc:picChg>
        <pc:picChg chg="add mod">
          <ac:chgData name="鈴木 秀規" userId="f68c5fd9-22d5-4c0a-9833-7fb0f5135313" providerId="ADAL" clId="{1E1EFADE-4A0B-47B8-8EF8-2E15F0F63983}" dt="2021-01-29T01:35:16.474" v="631" actId="1076"/>
          <ac:picMkLst>
            <pc:docMk/>
            <pc:sldMk cId="3157073252" sldId="380"/>
            <ac:picMk id="7" creationId="{79C8835B-185C-42B3-B6AD-4C0F91BDCDAC}"/>
          </ac:picMkLst>
        </pc:picChg>
        <pc:picChg chg="add mod">
          <ac:chgData name="鈴木 秀規" userId="f68c5fd9-22d5-4c0a-9833-7fb0f5135313" providerId="ADAL" clId="{1E1EFADE-4A0B-47B8-8EF8-2E15F0F63983}" dt="2021-01-29T01:35:07.532" v="630"/>
          <ac:picMkLst>
            <pc:docMk/>
            <pc:sldMk cId="3157073252" sldId="380"/>
            <ac:picMk id="8" creationId="{E71AB80C-D78C-4FEE-B8AB-A84D0C4B86CA}"/>
          </ac:picMkLst>
        </pc:picChg>
        <pc:picChg chg="add mod">
          <ac:chgData name="鈴木 秀規" userId="f68c5fd9-22d5-4c0a-9833-7fb0f5135313" providerId="ADAL" clId="{1E1EFADE-4A0B-47B8-8EF8-2E15F0F63983}" dt="2021-01-29T01:35:07.532" v="630"/>
          <ac:picMkLst>
            <pc:docMk/>
            <pc:sldMk cId="3157073252" sldId="380"/>
            <ac:picMk id="9" creationId="{D4B0B635-23DD-499E-BE8F-6306533ACB5F}"/>
          </ac:picMkLst>
        </pc:picChg>
        <pc:cxnChg chg="add mod">
          <ac:chgData name="鈴木 秀規" userId="f68c5fd9-22d5-4c0a-9833-7fb0f5135313" providerId="ADAL" clId="{1E1EFADE-4A0B-47B8-8EF8-2E15F0F63983}" dt="2021-01-29T01:35:46.377" v="632" actId="1076"/>
          <ac:cxnSpMkLst>
            <pc:docMk/>
            <pc:sldMk cId="3157073252" sldId="380"/>
            <ac:cxnSpMk id="10" creationId="{4143D2CB-3498-4BD1-A424-5B86192F18C9}"/>
          </ac:cxnSpMkLst>
        </pc:cxnChg>
        <pc:cxnChg chg="add mod">
          <ac:chgData name="鈴木 秀規" userId="f68c5fd9-22d5-4c0a-9833-7fb0f5135313" providerId="ADAL" clId="{1E1EFADE-4A0B-47B8-8EF8-2E15F0F63983}" dt="2021-01-29T01:35:46.377" v="632" actId="1076"/>
          <ac:cxnSpMkLst>
            <pc:docMk/>
            <pc:sldMk cId="3157073252" sldId="380"/>
            <ac:cxnSpMk id="11" creationId="{2486108F-1E2D-4254-BA54-8976C5C43691}"/>
          </ac:cxnSpMkLst>
        </pc:cxnChg>
        <pc:cxnChg chg="add mod">
          <ac:chgData name="鈴木 秀規" userId="f68c5fd9-22d5-4c0a-9833-7fb0f5135313" providerId="ADAL" clId="{1E1EFADE-4A0B-47B8-8EF8-2E15F0F63983}" dt="2021-01-29T01:35:46.377" v="632" actId="1076"/>
          <ac:cxnSpMkLst>
            <pc:docMk/>
            <pc:sldMk cId="3157073252" sldId="380"/>
            <ac:cxnSpMk id="12" creationId="{09A01396-16C3-4941-8DBB-855F823E2F76}"/>
          </ac:cxnSpMkLst>
        </pc:cxnChg>
        <pc:cxnChg chg="add mod">
          <ac:chgData name="鈴木 秀規" userId="f68c5fd9-22d5-4c0a-9833-7fb0f5135313" providerId="ADAL" clId="{1E1EFADE-4A0B-47B8-8EF8-2E15F0F63983}" dt="2021-01-29T01:37:23.515" v="652" actId="14100"/>
          <ac:cxnSpMkLst>
            <pc:docMk/>
            <pc:sldMk cId="3157073252" sldId="380"/>
            <ac:cxnSpMk id="25" creationId="{EE6A11BA-A89E-4537-866B-E7C3C52F89B8}"/>
          </ac:cxnSpMkLst>
        </pc:cxnChg>
      </pc:sldChg>
      <pc:sldChg chg="del">
        <pc:chgData name="鈴木 秀規" userId="f68c5fd9-22d5-4c0a-9833-7fb0f5135313" providerId="ADAL" clId="{1E1EFADE-4A0B-47B8-8EF8-2E15F0F63983}" dt="2021-01-29T00:11:30.439" v="27" actId="2696"/>
        <pc:sldMkLst>
          <pc:docMk/>
          <pc:sldMk cId="1094552731" sldId="381"/>
        </pc:sldMkLst>
      </pc:sldChg>
      <pc:sldChg chg="modSp new mod">
        <pc:chgData name="鈴木 秀規" userId="f68c5fd9-22d5-4c0a-9833-7fb0f5135313" providerId="ADAL" clId="{1E1EFADE-4A0B-47B8-8EF8-2E15F0F63983}" dt="2021-01-29T01:40:32.688" v="690" actId="207"/>
        <pc:sldMkLst>
          <pc:docMk/>
          <pc:sldMk cId="3693878349" sldId="381"/>
        </pc:sldMkLst>
        <pc:spChg chg="mod">
          <ac:chgData name="鈴木 秀規" userId="f68c5fd9-22d5-4c0a-9833-7fb0f5135313" providerId="ADAL" clId="{1E1EFADE-4A0B-47B8-8EF8-2E15F0F63983}" dt="2021-01-29T01:39:34.266" v="673"/>
          <ac:spMkLst>
            <pc:docMk/>
            <pc:sldMk cId="3693878349" sldId="381"/>
            <ac:spMk id="3" creationId="{715AA506-91D5-4D88-9A4D-8AE60D368292}"/>
          </ac:spMkLst>
        </pc:spChg>
        <pc:spChg chg="mod">
          <ac:chgData name="鈴木 秀規" userId="f68c5fd9-22d5-4c0a-9833-7fb0f5135313" providerId="ADAL" clId="{1E1EFADE-4A0B-47B8-8EF8-2E15F0F63983}" dt="2021-01-29T01:40:32.688" v="690" actId="207"/>
          <ac:spMkLst>
            <pc:docMk/>
            <pc:sldMk cId="3693878349" sldId="381"/>
            <ac:spMk id="5" creationId="{AD3928C4-C2BF-49D4-A2FF-CDBD28F19883}"/>
          </ac:spMkLst>
        </pc:spChg>
      </pc:sldChg>
      <pc:sldChg chg="del">
        <pc:chgData name="鈴木 秀規" userId="f68c5fd9-22d5-4c0a-9833-7fb0f5135313" providerId="ADAL" clId="{1E1EFADE-4A0B-47B8-8EF8-2E15F0F63983}" dt="2021-01-29T00:11:30.439" v="27" actId="2696"/>
        <pc:sldMkLst>
          <pc:docMk/>
          <pc:sldMk cId="3093851719" sldId="382"/>
        </pc:sldMkLst>
      </pc:sldChg>
      <pc:sldChg chg="del">
        <pc:chgData name="鈴木 秀規" userId="f68c5fd9-22d5-4c0a-9833-7fb0f5135313" providerId="ADAL" clId="{1E1EFADE-4A0B-47B8-8EF8-2E15F0F63983}" dt="2021-01-29T00:11:30.439" v="27" actId="2696"/>
        <pc:sldMkLst>
          <pc:docMk/>
          <pc:sldMk cId="248645521" sldId="383"/>
        </pc:sldMkLst>
      </pc:sldChg>
      <pc:sldChg chg="del">
        <pc:chgData name="鈴木 秀規" userId="f68c5fd9-22d5-4c0a-9833-7fb0f5135313" providerId="ADAL" clId="{1E1EFADE-4A0B-47B8-8EF8-2E15F0F63983}" dt="2021-01-29T00:11:30.439" v="27" actId="2696"/>
        <pc:sldMkLst>
          <pc:docMk/>
          <pc:sldMk cId="7551430" sldId="384"/>
        </pc:sldMkLst>
      </pc:sldChg>
    </pc:docChg>
  </pc:docChgLst>
  <pc:docChgLst>
    <pc:chgData name="鈴木 秀規" userId="f68c5fd9-22d5-4c0a-9833-7fb0f5135313" providerId="ADAL" clId="{31AF745B-ECEE-4C51-8828-E2A47B117181}"/>
    <pc:docChg chg="undo custSel addSld delSld modSld">
      <pc:chgData name="鈴木 秀規" userId="f68c5fd9-22d5-4c0a-9833-7fb0f5135313" providerId="ADAL" clId="{31AF745B-ECEE-4C51-8828-E2A47B117181}" dt="2021-01-26T06:43:26.060" v="923" actId="207"/>
      <pc:docMkLst>
        <pc:docMk/>
      </pc:docMkLst>
      <pc:sldChg chg="addSp delSp modSp mod chgLayout">
        <pc:chgData name="鈴木 秀規" userId="f68c5fd9-22d5-4c0a-9833-7fb0f5135313" providerId="ADAL" clId="{31AF745B-ECEE-4C51-8828-E2A47B117181}" dt="2021-01-26T05:27:18.174" v="2" actId="6264"/>
        <pc:sldMkLst>
          <pc:docMk/>
          <pc:sldMk cId="0" sldId="256"/>
        </pc:sldMkLst>
        <pc:spChg chg="add del mod">
          <ac:chgData name="鈴木 秀規" userId="f68c5fd9-22d5-4c0a-9833-7fb0f5135313" providerId="ADAL" clId="{31AF745B-ECEE-4C51-8828-E2A47B117181}" dt="2021-01-26T05:27:18.174" v="2" actId="6264"/>
          <ac:spMkLst>
            <pc:docMk/>
            <pc:sldMk cId="0" sldId="256"/>
            <ac:spMk id="2" creationId="{AAC1F4E5-4919-40F8-BC22-DB091A09B42E}"/>
          </ac:spMkLst>
        </pc:spChg>
        <pc:spChg chg="mod ord">
          <ac:chgData name="鈴木 秀規" userId="f68c5fd9-22d5-4c0a-9833-7fb0f5135313" providerId="ADAL" clId="{31AF745B-ECEE-4C51-8828-E2A47B117181}" dt="2021-01-26T05:27:18.174" v="2" actId="6264"/>
          <ac:spMkLst>
            <pc:docMk/>
            <pc:sldMk cId="0" sldId="256"/>
            <ac:spMk id="3" creationId="{1AF37D55-893C-40DE-8876-567A09F9C298}"/>
          </ac:spMkLst>
        </pc:spChg>
        <pc:spChg chg="add del mod">
          <ac:chgData name="鈴木 秀規" userId="f68c5fd9-22d5-4c0a-9833-7fb0f5135313" providerId="ADAL" clId="{31AF745B-ECEE-4C51-8828-E2A47B117181}" dt="2021-01-26T05:27:18.174" v="2" actId="6264"/>
          <ac:spMkLst>
            <pc:docMk/>
            <pc:sldMk cId="0" sldId="256"/>
            <ac:spMk id="4" creationId="{99B5B906-E3DE-4475-819B-52FC435D0AAC}"/>
          </ac:spMkLst>
        </pc:spChg>
        <pc:spChg chg="mod ord">
          <ac:chgData name="鈴木 秀規" userId="f68c5fd9-22d5-4c0a-9833-7fb0f5135313" providerId="ADAL" clId="{31AF745B-ECEE-4C51-8828-E2A47B117181}" dt="2021-01-26T05:27:18.174" v="2" actId="6264"/>
          <ac:spMkLst>
            <pc:docMk/>
            <pc:sldMk cId="0" sldId="256"/>
            <ac:spMk id="56" creationId="{00000000-0000-0000-0000-000000000000}"/>
          </ac:spMkLst>
        </pc:spChg>
      </pc:sldChg>
      <pc:sldChg chg="addSp delSp modSp mod chgLayout">
        <pc:chgData name="鈴木 秀規" userId="f68c5fd9-22d5-4c0a-9833-7fb0f5135313" providerId="ADAL" clId="{31AF745B-ECEE-4C51-8828-E2A47B117181}" dt="2021-01-26T05:29:25.821" v="38" actId="207"/>
        <pc:sldMkLst>
          <pc:docMk/>
          <pc:sldMk cId="1859091905" sldId="362"/>
        </pc:sldMkLst>
        <pc:spChg chg="add del mod">
          <ac:chgData name="鈴木 秀規" userId="f68c5fd9-22d5-4c0a-9833-7fb0f5135313" providerId="ADAL" clId="{31AF745B-ECEE-4C51-8828-E2A47B117181}" dt="2021-01-26T05:27:45.457" v="5" actId="6264"/>
          <ac:spMkLst>
            <pc:docMk/>
            <pc:sldMk cId="1859091905" sldId="362"/>
            <ac:spMk id="2" creationId="{81D45471-5359-43A1-BA9D-057F21388F8E}"/>
          </ac:spMkLst>
        </pc:spChg>
        <pc:spChg chg="add del mod">
          <ac:chgData name="鈴木 秀規" userId="f68c5fd9-22d5-4c0a-9833-7fb0f5135313" providerId="ADAL" clId="{31AF745B-ECEE-4C51-8828-E2A47B117181}" dt="2021-01-26T05:27:45.457" v="5" actId="6264"/>
          <ac:spMkLst>
            <pc:docMk/>
            <pc:sldMk cId="1859091905" sldId="362"/>
            <ac:spMk id="3" creationId="{E8C900C4-2969-4F59-8149-7EBB2AB18B87}"/>
          </ac:spMkLst>
        </pc:spChg>
        <pc:spChg chg="mod ord">
          <ac:chgData name="鈴木 秀規" userId="f68c5fd9-22d5-4c0a-9833-7fb0f5135313" providerId="ADAL" clId="{31AF745B-ECEE-4C51-8828-E2A47B117181}" dt="2021-01-26T05:27:45.457" v="5" actId="6264"/>
          <ac:spMkLst>
            <pc:docMk/>
            <pc:sldMk cId="1859091905" sldId="362"/>
            <ac:spMk id="4" creationId="{D6DC238B-EE56-4E60-9254-5D7461C2FECA}"/>
          </ac:spMkLst>
        </pc:spChg>
        <pc:spChg chg="mod ord">
          <ac:chgData name="鈴木 秀規" userId="f68c5fd9-22d5-4c0a-9833-7fb0f5135313" providerId="ADAL" clId="{31AF745B-ECEE-4C51-8828-E2A47B117181}" dt="2021-01-26T05:27:45.457" v="5" actId="6264"/>
          <ac:spMkLst>
            <pc:docMk/>
            <pc:sldMk cId="1859091905" sldId="362"/>
            <ac:spMk id="5" creationId="{CAF52E47-E0BD-4CE1-8C78-272007650A0D}"/>
          </ac:spMkLst>
        </pc:spChg>
        <pc:spChg chg="add del mod">
          <ac:chgData name="鈴木 秀規" userId="f68c5fd9-22d5-4c0a-9833-7fb0f5135313" providerId="ADAL" clId="{31AF745B-ECEE-4C51-8828-E2A47B117181}" dt="2021-01-26T05:27:45.457" v="5" actId="6264"/>
          <ac:spMkLst>
            <pc:docMk/>
            <pc:sldMk cId="1859091905" sldId="362"/>
            <ac:spMk id="6" creationId="{03F706AC-E67C-4FBC-B10E-E5C37DE6710B}"/>
          </ac:spMkLst>
        </pc:spChg>
        <pc:spChg chg="mod ord">
          <ac:chgData name="鈴木 秀規" userId="f68c5fd9-22d5-4c0a-9833-7fb0f5135313" providerId="ADAL" clId="{31AF745B-ECEE-4C51-8828-E2A47B117181}" dt="2021-01-26T05:27:45.457" v="5" actId="6264"/>
          <ac:spMkLst>
            <pc:docMk/>
            <pc:sldMk cId="1859091905" sldId="362"/>
            <ac:spMk id="7" creationId="{58177CF6-E256-4D88-B489-5F2EFF09AC4C}"/>
          </ac:spMkLst>
        </pc:spChg>
        <pc:spChg chg="mod ord">
          <ac:chgData name="鈴木 秀規" userId="f68c5fd9-22d5-4c0a-9833-7fb0f5135313" providerId="ADAL" clId="{31AF745B-ECEE-4C51-8828-E2A47B117181}" dt="2021-01-26T05:29:25.821" v="38" actId="207"/>
          <ac:spMkLst>
            <pc:docMk/>
            <pc:sldMk cId="1859091905" sldId="362"/>
            <ac:spMk id="8" creationId="{C57C43D1-E1C5-418D-A114-931FDA96CE3D}"/>
          </ac:spMkLst>
        </pc:spChg>
        <pc:spChg chg="add del mod">
          <ac:chgData name="鈴木 秀規" userId="f68c5fd9-22d5-4c0a-9833-7fb0f5135313" providerId="ADAL" clId="{31AF745B-ECEE-4C51-8828-E2A47B117181}" dt="2021-01-26T05:27:45.457" v="5" actId="6264"/>
          <ac:spMkLst>
            <pc:docMk/>
            <pc:sldMk cId="1859091905" sldId="362"/>
            <ac:spMk id="11" creationId="{1CA23A0F-2EC6-48D9-BA9D-147A13C1712E}"/>
          </ac:spMkLst>
        </pc:spChg>
        <pc:picChg chg="del">
          <ac:chgData name="鈴木 秀規" userId="f68c5fd9-22d5-4c0a-9833-7fb0f5135313" providerId="ADAL" clId="{31AF745B-ECEE-4C51-8828-E2A47B117181}" dt="2021-01-26T05:27:43.713" v="4" actId="478"/>
          <ac:picMkLst>
            <pc:docMk/>
            <pc:sldMk cId="1859091905" sldId="362"/>
            <ac:picMk id="9" creationId="{BA5D05B1-6F0D-4655-AFC1-495F71BCF81C}"/>
          </ac:picMkLst>
        </pc:picChg>
        <pc:picChg chg="del">
          <ac:chgData name="鈴木 秀規" userId="f68c5fd9-22d5-4c0a-9833-7fb0f5135313" providerId="ADAL" clId="{31AF745B-ECEE-4C51-8828-E2A47B117181}" dt="2021-01-26T05:27:43.713" v="4" actId="478"/>
          <ac:picMkLst>
            <pc:docMk/>
            <pc:sldMk cId="1859091905" sldId="362"/>
            <ac:picMk id="10" creationId="{899D8770-B1F7-436F-BE7F-0F92A7770FDF}"/>
          </ac:picMkLst>
        </pc:picChg>
      </pc:sldChg>
      <pc:sldChg chg="del">
        <pc:chgData name="鈴木 秀規" userId="f68c5fd9-22d5-4c0a-9833-7fb0f5135313" providerId="ADAL" clId="{31AF745B-ECEE-4C51-8828-E2A47B117181}" dt="2021-01-26T05:29:36.440" v="39" actId="2696"/>
        <pc:sldMkLst>
          <pc:docMk/>
          <pc:sldMk cId="2364365537" sldId="363"/>
        </pc:sldMkLst>
      </pc:sldChg>
      <pc:sldChg chg="addSp delSp modSp add mod">
        <pc:chgData name="鈴木 秀規" userId="f68c5fd9-22d5-4c0a-9833-7fb0f5135313" providerId="ADAL" clId="{31AF745B-ECEE-4C51-8828-E2A47B117181}" dt="2021-01-26T06:02:00.797" v="427" actId="207"/>
        <pc:sldMkLst>
          <pc:docMk/>
          <pc:sldMk cId="3069677134" sldId="363"/>
        </pc:sldMkLst>
        <pc:spChg chg="add mod">
          <ac:chgData name="鈴木 秀規" userId="f68c5fd9-22d5-4c0a-9833-7fb0f5135313" providerId="ADAL" clId="{31AF745B-ECEE-4C51-8828-E2A47B117181}" dt="2021-01-26T06:02:00.797" v="427" actId="207"/>
          <ac:spMkLst>
            <pc:docMk/>
            <pc:sldMk cId="3069677134" sldId="363"/>
            <ac:spMk id="6" creationId="{38BD198A-45C5-4FAA-840E-91F5B04F0190}"/>
          </ac:spMkLst>
        </pc:spChg>
        <pc:spChg chg="mod">
          <ac:chgData name="鈴木 秀規" userId="f68c5fd9-22d5-4c0a-9833-7fb0f5135313" providerId="ADAL" clId="{31AF745B-ECEE-4C51-8828-E2A47B117181}" dt="2021-01-26T05:29:51.710" v="42"/>
          <ac:spMkLst>
            <pc:docMk/>
            <pc:sldMk cId="3069677134" sldId="363"/>
            <ac:spMk id="7" creationId="{58177CF6-E256-4D88-B489-5F2EFF09AC4C}"/>
          </ac:spMkLst>
        </pc:spChg>
        <pc:spChg chg="mod">
          <ac:chgData name="鈴木 秀規" userId="f68c5fd9-22d5-4c0a-9833-7fb0f5135313" providerId="ADAL" clId="{31AF745B-ECEE-4C51-8828-E2A47B117181}" dt="2021-01-26T05:30:17.469" v="49" actId="14100"/>
          <ac:spMkLst>
            <pc:docMk/>
            <pc:sldMk cId="3069677134" sldId="363"/>
            <ac:spMk id="8" creationId="{C57C43D1-E1C5-418D-A114-931FDA96CE3D}"/>
          </ac:spMkLst>
        </pc:spChg>
        <pc:spChg chg="add mod">
          <ac:chgData name="鈴木 秀規" userId="f68c5fd9-22d5-4c0a-9833-7fb0f5135313" providerId="ADAL" clId="{31AF745B-ECEE-4C51-8828-E2A47B117181}" dt="2021-01-26T06:02:00.797" v="427" actId="207"/>
          <ac:spMkLst>
            <pc:docMk/>
            <pc:sldMk cId="3069677134" sldId="363"/>
            <ac:spMk id="9" creationId="{D2E307B1-7723-43FC-8836-0FD381C2C92D}"/>
          </ac:spMkLst>
        </pc:spChg>
        <pc:spChg chg="add mod ord">
          <ac:chgData name="鈴木 秀規" userId="f68c5fd9-22d5-4c0a-9833-7fb0f5135313" providerId="ADAL" clId="{31AF745B-ECEE-4C51-8828-E2A47B117181}" dt="2021-01-26T05:31:38.336" v="65" actId="164"/>
          <ac:spMkLst>
            <pc:docMk/>
            <pc:sldMk cId="3069677134" sldId="363"/>
            <ac:spMk id="10" creationId="{58889299-DE75-4976-B40D-11F3B12ED1C8}"/>
          </ac:spMkLst>
        </pc:spChg>
        <pc:spChg chg="add mod">
          <ac:chgData name="鈴木 秀規" userId="f68c5fd9-22d5-4c0a-9833-7fb0f5135313" providerId="ADAL" clId="{31AF745B-ECEE-4C51-8828-E2A47B117181}" dt="2021-01-26T05:32:41.392" v="102" actId="122"/>
          <ac:spMkLst>
            <pc:docMk/>
            <pc:sldMk cId="3069677134" sldId="363"/>
            <ac:spMk id="13" creationId="{CC9A591B-F0AA-49CF-82A7-C15FC2982F5C}"/>
          </ac:spMkLst>
        </pc:spChg>
        <pc:spChg chg="add mod">
          <ac:chgData name="鈴木 秀規" userId="f68c5fd9-22d5-4c0a-9833-7fb0f5135313" providerId="ADAL" clId="{31AF745B-ECEE-4C51-8828-E2A47B117181}" dt="2021-01-26T05:32:41.392" v="102" actId="122"/>
          <ac:spMkLst>
            <pc:docMk/>
            <pc:sldMk cId="3069677134" sldId="363"/>
            <ac:spMk id="14" creationId="{30693ED5-8BD0-4764-BF66-1563C369FD82}"/>
          </ac:spMkLst>
        </pc:spChg>
        <pc:spChg chg="add mod">
          <ac:chgData name="鈴木 秀規" userId="f68c5fd9-22d5-4c0a-9833-7fb0f5135313" providerId="ADAL" clId="{31AF745B-ECEE-4C51-8828-E2A47B117181}" dt="2021-01-26T05:33:00.042" v="130" actId="20577"/>
          <ac:spMkLst>
            <pc:docMk/>
            <pc:sldMk cId="3069677134" sldId="363"/>
            <ac:spMk id="15" creationId="{E8764635-AC6A-4789-B1B6-76C4A2E21CA0}"/>
          </ac:spMkLst>
        </pc:spChg>
        <pc:spChg chg="add mod">
          <ac:chgData name="鈴木 秀規" userId="f68c5fd9-22d5-4c0a-9833-7fb0f5135313" providerId="ADAL" clId="{31AF745B-ECEE-4C51-8828-E2A47B117181}" dt="2021-01-26T05:34:04.688" v="144" actId="207"/>
          <ac:spMkLst>
            <pc:docMk/>
            <pc:sldMk cId="3069677134" sldId="363"/>
            <ac:spMk id="16" creationId="{3428C0D5-6ABA-4E8C-86D6-3E0DA01FD8B3}"/>
          </ac:spMkLst>
        </pc:spChg>
        <pc:spChg chg="add mod">
          <ac:chgData name="鈴木 秀規" userId="f68c5fd9-22d5-4c0a-9833-7fb0f5135313" providerId="ADAL" clId="{31AF745B-ECEE-4C51-8828-E2A47B117181}" dt="2021-01-26T05:34:04.688" v="144" actId="207"/>
          <ac:spMkLst>
            <pc:docMk/>
            <pc:sldMk cId="3069677134" sldId="363"/>
            <ac:spMk id="17" creationId="{04420666-7F7C-4D8D-A79D-FA917CF5CA9C}"/>
          </ac:spMkLst>
        </pc:spChg>
        <pc:spChg chg="add mod">
          <ac:chgData name="鈴木 秀規" userId="f68c5fd9-22d5-4c0a-9833-7fb0f5135313" providerId="ADAL" clId="{31AF745B-ECEE-4C51-8828-E2A47B117181}" dt="2021-01-26T05:34:04.688" v="144" actId="207"/>
          <ac:spMkLst>
            <pc:docMk/>
            <pc:sldMk cId="3069677134" sldId="363"/>
            <ac:spMk id="18" creationId="{4D78CBCE-AC2A-4063-B0FB-4EB18C3B7078}"/>
          </ac:spMkLst>
        </pc:spChg>
        <pc:spChg chg="add mod">
          <ac:chgData name="鈴木 秀規" userId="f68c5fd9-22d5-4c0a-9833-7fb0f5135313" providerId="ADAL" clId="{31AF745B-ECEE-4C51-8828-E2A47B117181}" dt="2021-01-26T05:35:36.609" v="147" actId="208"/>
          <ac:spMkLst>
            <pc:docMk/>
            <pc:sldMk cId="3069677134" sldId="363"/>
            <ac:spMk id="19" creationId="{83B1D786-7A83-47F7-869E-20FB625672DD}"/>
          </ac:spMkLst>
        </pc:spChg>
        <pc:spChg chg="add mod">
          <ac:chgData name="鈴木 秀規" userId="f68c5fd9-22d5-4c0a-9833-7fb0f5135313" providerId="ADAL" clId="{31AF745B-ECEE-4C51-8828-E2A47B117181}" dt="2021-01-26T05:35:36.609" v="147" actId="208"/>
          <ac:spMkLst>
            <pc:docMk/>
            <pc:sldMk cId="3069677134" sldId="363"/>
            <ac:spMk id="20" creationId="{D8B38DF2-D9DD-4078-9912-0C892AE020A4}"/>
          </ac:spMkLst>
        </pc:spChg>
        <pc:spChg chg="add mod">
          <ac:chgData name="鈴木 秀規" userId="f68c5fd9-22d5-4c0a-9833-7fb0f5135313" providerId="ADAL" clId="{31AF745B-ECEE-4C51-8828-E2A47B117181}" dt="2021-01-26T05:35:36.609" v="147" actId="208"/>
          <ac:spMkLst>
            <pc:docMk/>
            <pc:sldMk cId="3069677134" sldId="363"/>
            <ac:spMk id="21" creationId="{EA4F305F-B6E2-40BE-AC86-52FFA99EFB3C}"/>
          </ac:spMkLst>
        </pc:spChg>
        <pc:spChg chg="add mod">
          <ac:chgData name="鈴木 秀規" userId="f68c5fd9-22d5-4c0a-9833-7fb0f5135313" providerId="ADAL" clId="{31AF745B-ECEE-4C51-8828-E2A47B117181}" dt="2021-01-26T05:35:36.609" v="147" actId="208"/>
          <ac:spMkLst>
            <pc:docMk/>
            <pc:sldMk cId="3069677134" sldId="363"/>
            <ac:spMk id="22" creationId="{0CD52328-B3FC-4632-85D5-EE521EC8DE29}"/>
          </ac:spMkLst>
        </pc:spChg>
        <pc:spChg chg="add mod">
          <ac:chgData name="鈴木 秀規" userId="f68c5fd9-22d5-4c0a-9833-7fb0f5135313" providerId="ADAL" clId="{31AF745B-ECEE-4C51-8828-E2A47B117181}" dt="2021-01-26T05:35:36.609" v="147" actId="208"/>
          <ac:spMkLst>
            <pc:docMk/>
            <pc:sldMk cId="3069677134" sldId="363"/>
            <ac:spMk id="23" creationId="{3303D6ED-CBB3-4BA1-9F51-AA71707D9F8F}"/>
          </ac:spMkLst>
        </pc:spChg>
        <pc:grpChg chg="add mod">
          <ac:chgData name="鈴木 秀規" userId="f68c5fd9-22d5-4c0a-9833-7fb0f5135313" providerId="ADAL" clId="{31AF745B-ECEE-4C51-8828-E2A47B117181}" dt="2021-01-26T05:32:46.794" v="103" actId="1076"/>
          <ac:grpSpMkLst>
            <pc:docMk/>
            <pc:sldMk cId="3069677134" sldId="363"/>
            <ac:grpSpMk id="12" creationId="{045A9BF9-4DCC-4D05-ABAC-B81EA2A3B824}"/>
          </ac:grpSpMkLst>
        </pc:grpChg>
        <pc:picChg chg="add mod">
          <ac:chgData name="鈴木 秀規" userId="f68c5fd9-22d5-4c0a-9833-7fb0f5135313" providerId="ADAL" clId="{31AF745B-ECEE-4C51-8828-E2A47B117181}" dt="2021-01-26T05:31:38.336" v="65" actId="164"/>
          <ac:picMkLst>
            <pc:docMk/>
            <pc:sldMk cId="3069677134" sldId="363"/>
            <ac:picMk id="3" creationId="{3FA39F5F-8AAB-42FB-BCE4-E2F2F280C031}"/>
          </ac:picMkLst>
        </pc:picChg>
        <pc:picChg chg="add del mod">
          <ac:chgData name="鈴木 秀規" userId="f68c5fd9-22d5-4c0a-9833-7fb0f5135313" providerId="ADAL" clId="{31AF745B-ECEE-4C51-8828-E2A47B117181}" dt="2021-01-26T05:30:54.281" v="55" actId="478"/>
          <ac:picMkLst>
            <pc:docMk/>
            <pc:sldMk cId="3069677134" sldId="363"/>
            <ac:picMk id="11" creationId="{743A604D-2762-43E7-B3F5-E40759F0A3EA}"/>
          </ac:picMkLst>
        </pc:picChg>
      </pc:sldChg>
      <pc:sldChg chg="addSp modSp new mod">
        <pc:chgData name="鈴木 秀規" userId="f68c5fd9-22d5-4c0a-9833-7fb0f5135313" providerId="ADAL" clId="{31AF745B-ECEE-4C51-8828-E2A47B117181}" dt="2021-01-26T05:38:26.733" v="163" actId="14100"/>
        <pc:sldMkLst>
          <pc:docMk/>
          <pc:sldMk cId="2175104273" sldId="364"/>
        </pc:sldMkLst>
        <pc:spChg chg="mod">
          <ac:chgData name="鈴木 秀規" userId="f68c5fd9-22d5-4c0a-9833-7fb0f5135313" providerId="ADAL" clId="{31AF745B-ECEE-4C51-8828-E2A47B117181}" dt="2021-01-26T05:37:30.386" v="149"/>
          <ac:spMkLst>
            <pc:docMk/>
            <pc:sldMk cId="2175104273" sldId="364"/>
            <ac:spMk id="3" creationId="{68A200FD-AC57-4315-913B-56C0E750E146}"/>
          </ac:spMkLst>
        </pc:spChg>
        <pc:spChg chg="mod">
          <ac:chgData name="鈴木 秀規" userId="f68c5fd9-22d5-4c0a-9833-7fb0f5135313" providerId="ADAL" clId="{31AF745B-ECEE-4C51-8828-E2A47B117181}" dt="2021-01-26T05:38:26.733" v="163" actId="14100"/>
          <ac:spMkLst>
            <pc:docMk/>
            <pc:sldMk cId="2175104273" sldId="364"/>
            <ac:spMk id="5" creationId="{63039A32-9C71-4288-8DAD-C20E447795E0}"/>
          </ac:spMkLst>
        </pc:spChg>
        <pc:picChg chg="add mod">
          <ac:chgData name="鈴木 秀規" userId="f68c5fd9-22d5-4c0a-9833-7fb0f5135313" providerId="ADAL" clId="{31AF745B-ECEE-4C51-8828-E2A47B117181}" dt="2021-01-26T05:37:55.190" v="156" actId="1076"/>
          <ac:picMkLst>
            <pc:docMk/>
            <pc:sldMk cId="2175104273" sldId="364"/>
            <ac:picMk id="6" creationId="{48526432-448A-4B53-AA05-85009A3CA012}"/>
          </ac:picMkLst>
        </pc:picChg>
      </pc:sldChg>
      <pc:sldChg chg="del">
        <pc:chgData name="鈴木 秀規" userId="f68c5fd9-22d5-4c0a-9833-7fb0f5135313" providerId="ADAL" clId="{31AF745B-ECEE-4C51-8828-E2A47B117181}" dt="2021-01-26T05:29:36.440" v="39" actId="2696"/>
        <pc:sldMkLst>
          <pc:docMk/>
          <pc:sldMk cId="2741627324" sldId="364"/>
        </pc:sldMkLst>
      </pc:sldChg>
      <pc:sldChg chg="addSp modSp new mod">
        <pc:chgData name="鈴木 秀規" userId="f68c5fd9-22d5-4c0a-9833-7fb0f5135313" providerId="ADAL" clId="{31AF745B-ECEE-4C51-8828-E2A47B117181}" dt="2021-01-26T05:40:04.254" v="180" actId="207"/>
        <pc:sldMkLst>
          <pc:docMk/>
          <pc:sldMk cId="1672930496" sldId="365"/>
        </pc:sldMkLst>
        <pc:spChg chg="mod">
          <ac:chgData name="鈴木 秀規" userId="f68c5fd9-22d5-4c0a-9833-7fb0f5135313" providerId="ADAL" clId="{31AF745B-ECEE-4C51-8828-E2A47B117181}" dt="2021-01-26T05:39:10.166" v="165"/>
          <ac:spMkLst>
            <pc:docMk/>
            <pc:sldMk cId="1672930496" sldId="365"/>
            <ac:spMk id="3" creationId="{FC03AFB9-CD6E-4994-8138-120931D53538}"/>
          </ac:spMkLst>
        </pc:spChg>
        <pc:spChg chg="mod">
          <ac:chgData name="鈴木 秀規" userId="f68c5fd9-22d5-4c0a-9833-7fb0f5135313" providerId="ADAL" clId="{31AF745B-ECEE-4C51-8828-E2A47B117181}" dt="2021-01-26T05:40:04.254" v="180" actId="207"/>
          <ac:spMkLst>
            <pc:docMk/>
            <pc:sldMk cId="1672930496" sldId="365"/>
            <ac:spMk id="5" creationId="{EC4F853D-C579-41B5-814B-5663927E9ACA}"/>
          </ac:spMkLst>
        </pc:spChg>
        <pc:picChg chg="add mod">
          <ac:chgData name="鈴木 秀規" userId="f68c5fd9-22d5-4c0a-9833-7fb0f5135313" providerId="ADAL" clId="{31AF745B-ECEE-4C51-8828-E2A47B117181}" dt="2021-01-26T05:39:36.638" v="172" actId="1076"/>
          <ac:picMkLst>
            <pc:docMk/>
            <pc:sldMk cId="1672930496" sldId="365"/>
            <ac:picMk id="6" creationId="{5927628E-87B8-45C1-8363-06C30D78DA31}"/>
          </ac:picMkLst>
        </pc:picChg>
      </pc:sldChg>
      <pc:sldChg chg="del">
        <pc:chgData name="鈴木 秀規" userId="f68c5fd9-22d5-4c0a-9833-7fb0f5135313" providerId="ADAL" clId="{31AF745B-ECEE-4C51-8828-E2A47B117181}" dt="2021-01-26T05:29:36.440" v="39" actId="2696"/>
        <pc:sldMkLst>
          <pc:docMk/>
          <pc:sldMk cId="2463410247" sldId="365"/>
        </pc:sldMkLst>
      </pc:sldChg>
      <pc:sldChg chg="del">
        <pc:chgData name="鈴木 秀規" userId="f68c5fd9-22d5-4c0a-9833-7fb0f5135313" providerId="ADAL" clId="{31AF745B-ECEE-4C51-8828-E2A47B117181}" dt="2021-01-26T05:29:36.440" v="39" actId="2696"/>
        <pc:sldMkLst>
          <pc:docMk/>
          <pc:sldMk cId="2468282938" sldId="366"/>
        </pc:sldMkLst>
      </pc:sldChg>
      <pc:sldChg chg="addSp modSp new mod">
        <pc:chgData name="鈴木 秀規" userId="f68c5fd9-22d5-4c0a-9833-7fb0f5135313" providerId="ADAL" clId="{31AF745B-ECEE-4C51-8828-E2A47B117181}" dt="2021-01-26T05:41:35.974" v="195" actId="207"/>
        <pc:sldMkLst>
          <pc:docMk/>
          <pc:sldMk cId="3813337944" sldId="366"/>
        </pc:sldMkLst>
        <pc:spChg chg="mod">
          <ac:chgData name="鈴木 秀規" userId="f68c5fd9-22d5-4c0a-9833-7fb0f5135313" providerId="ADAL" clId="{31AF745B-ECEE-4C51-8828-E2A47B117181}" dt="2021-01-26T05:40:51.193" v="182"/>
          <ac:spMkLst>
            <pc:docMk/>
            <pc:sldMk cId="3813337944" sldId="366"/>
            <ac:spMk id="3" creationId="{6E45B32F-995B-4AB3-B186-3FFD8D07DCEE}"/>
          </ac:spMkLst>
        </pc:spChg>
        <pc:spChg chg="mod">
          <ac:chgData name="鈴木 秀規" userId="f68c5fd9-22d5-4c0a-9833-7fb0f5135313" providerId="ADAL" clId="{31AF745B-ECEE-4C51-8828-E2A47B117181}" dt="2021-01-26T05:41:35.974" v="195" actId="207"/>
          <ac:spMkLst>
            <pc:docMk/>
            <pc:sldMk cId="3813337944" sldId="366"/>
            <ac:spMk id="5" creationId="{2BB3DC36-EADC-458F-8869-24DE6ADB9A03}"/>
          </ac:spMkLst>
        </pc:spChg>
        <pc:picChg chg="add mod">
          <ac:chgData name="鈴木 秀規" userId="f68c5fd9-22d5-4c0a-9833-7fb0f5135313" providerId="ADAL" clId="{31AF745B-ECEE-4C51-8828-E2A47B117181}" dt="2021-01-26T05:41:23.377" v="193" actId="1035"/>
          <ac:picMkLst>
            <pc:docMk/>
            <pc:sldMk cId="3813337944" sldId="366"/>
            <ac:picMk id="6" creationId="{3B1C6911-2005-4619-B980-DCA4DECDC8ED}"/>
          </ac:picMkLst>
        </pc:picChg>
      </pc:sldChg>
      <pc:sldChg chg="addSp modSp new mod">
        <pc:chgData name="鈴木 秀規" userId="f68c5fd9-22d5-4c0a-9833-7fb0f5135313" providerId="ADAL" clId="{31AF745B-ECEE-4C51-8828-E2A47B117181}" dt="2021-01-26T05:44:37.466" v="237" actId="14100"/>
        <pc:sldMkLst>
          <pc:docMk/>
          <pc:sldMk cId="926421663" sldId="367"/>
        </pc:sldMkLst>
        <pc:spChg chg="mod">
          <ac:chgData name="鈴木 秀規" userId="f68c5fd9-22d5-4c0a-9833-7fb0f5135313" providerId="ADAL" clId="{31AF745B-ECEE-4C51-8828-E2A47B117181}" dt="2021-01-26T05:42:14.150" v="197"/>
          <ac:spMkLst>
            <pc:docMk/>
            <pc:sldMk cId="926421663" sldId="367"/>
            <ac:spMk id="3" creationId="{02EA919B-5C95-4C18-8CFF-A5ACA4DB182E}"/>
          </ac:spMkLst>
        </pc:spChg>
        <pc:spChg chg="mod">
          <ac:chgData name="鈴木 秀規" userId="f68c5fd9-22d5-4c0a-9833-7fb0f5135313" providerId="ADAL" clId="{31AF745B-ECEE-4C51-8828-E2A47B117181}" dt="2021-01-26T05:42:41.558" v="202" actId="207"/>
          <ac:spMkLst>
            <pc:docMk/>
            <pc:sldMk cId="926421663" sldId="367"/>
            <ac:spMk id="5" creationId="{48BF89F5-B1F6-4732-A48D-5FDDE3A0E801}"/>
          </ac:spMkLst>
        </pc:spChg>
        <pc:spChg chg="add mod">
          <ac:chgData name="鈴木 秀規" userId="f68c5fd9-22d5-4c0a-9833-7fb0f5135313" providerId="ADAL" clId="{31AF745B-ECEE-4C51-8828-E2A47B117181}" dt="2021-01-26T05:43:15.354" v="216" actId="14100"/>
          <ac:spMkLst>
            <pc:docMk/>
            <pc:sldMk cId="926421663" sldId="367"/>
            <ac:spMk id="7" creationId="{5D20DD92-21EA-420F-8DAC-3DC8CF59A2C1}"/>
          </ac:spMkLst>
        </pc:spChg>
        <pc:spChg chg="add mod">
          <ac:chgData name="鈴木 秀規" userId="f68c5fd9-22d5-4c0a-9833-7fb0f5135313" providerId="ADAL" clId="{31AF745B-ECEE-4C51-8828-E2A47B117181}" dt="2021-01-26T05:43:25.979" v="220" actId="1076"/>
          <ac:spMkLst>
            <pc:docMk/>
            <pc:sldMk cId="926421663" sldId="367"/>
            <ac:spMk id="8" creationId="{855DD384-E575-4E59-8B92-CF01F5F2C561}"/>
          </ac:spMkLst>
        </pc:spChg>
        <pc:spChg chg="add mod">
          <ac:chgData name="鈴木 秀規" userId="f68c5fd9-22d5-4c0a-9833-7fb0f5135313" providerId="ADAL" clId="{31AF745B-ECEE-4C51-8828-E2A47B117181}" dt="2021-01-26T05:43:49.504" v="230" actId="1076"/>
          <ac:spMkLst>
            <pc:docMk/>
            <pc:sldMk cId="926421663" sldId="367"/>
            <ac:spMk id="9" creationId="{1EDBCA61-2D5E-4A4B-B9C3-159F9F0E76D9}"/>
          </ac:spMkLst>
        </pc:spChg>
        <pc:picChg chg="add mod">
          <ac:chgData name="鈴木 秀規" userId="f68c5fd9-22d5-4c0a-9833-7fb0f5135313" providerId="ADAL" clId="{31AF745B-ECEE-4C51-8828-E2A47B117181}" dt="2021-01-26T05:43:20.219" v="219" actId="1076"/>
          <ac:picMkLst>
            <pc:docMk/>
            <pc:sldMk cId="926421663" sldId="367"/>
            <ac:picMk id="6" creationId="{846C54FA-5739-48C7-AB21-730876D36E88}"/>
          </ac:picMkLst>
        </pc:picChg>
        <pc:cxnChg chg="add mod">
          <ac:chgData name="鈴木 秀規" userId="f68c5fd9-22d5-4c0a-9833-7fb0f5135313" providerId="ADAL" clId="{31AF745B-ECEE-4C51-8828-E2A47B117181}" dt="2021-01-26T05:44:28.770" v="233" actId="14100"/>
          <ac:cxnSpMkLst>
            <pc:docMk/>
            <pc:sldMk cId="926421663" sldId="367"/>
            <ac:cxnSpMk id="10" creationId="{91194AC1-584D-4C3A-B077-94C5154B4399}"/>
          </ac:cxnSpMkLst>
        </pc:cxnChg>
        <pc:cxnChg chg="add mod">
          <ac:chgData name="鈴木 秀規" userId="f68c5fd9-22d5-4c0a-9833-7fb0f5135313" providerId="ADAL" clId="{31AF745B-ECEE-4C51-8828-E2A47B117181}" dt="2021-01-26T05:44:37.466" v="237" actId="14100"/>
          <ac:cxnSpMkLst>
            <pc:docMk/>
            <pc:sldMk cId="926421663" sldId="367"/>
            <ac:cxnSpMk id="13" creationId="{40C146C6-A279-40A2-8FFC-CDF438AD8EC6}"/>
          </ac:cxnSpMkLst>
        </pc:cxnChg>
      </pc:sldChg>
      <pc:sldChg chg="addSp modSp new mod">
        <pc:chgData name="鈴木 秀規" userId="f68c5fd9-22d5-4c0a-9833-7fb0f5135313" providerId="ADAL" clId="{31AF745B-ECEE-4C51-8828-E2A47B117181}" dt="2021-01-26T05:48:56.625" v="261" actId="207"/>
        <pc:sldMkLst>
          <pc:docMk/>
          <pc:sldMk cId="1591258520" sldId="368"/>
        </pc:sldMkLst>
        <pc:spChg chg="mod">
          <ac:chgData name="鈴木 秀規" userId="f68c5fd9-22d5-4c0a-9833-7fb0f5135313" providerId="ADAL" clId="{31AF745B-ECEE-4C51-8828-E2A47B117181}" dt="2021-01-26T05:47:07.331" v="239"/>
          <ac:spMkLst>
            <pc:docMk/>
            <pc:sldMk cId="1591258520" sldId="368"/>
            <ac:spMk id="3" creationId="{F596BC9A-A7A4-4BAC-8F7B-8472A7B4F315}"/>
          </ac:spMkLst>
        </pc:spChg>
        <pc:spChg chg="mod">
          <ac:chgData name="鈴木 秀規" userId="f68c5fd9-22d5-4c0a-9833-7fb0f5135313" providerId="ADAL" clId="{31AF745B-ECEE-4C51-8828-E2A47B117181}" dt="2021-01-26T05:47:27.657" v="243" actId="14100"/>
          <ac:spMkLst>
            <pc:docMk/>
            <pc:sldMk cId="1591258520" sldId="368"/>
            <ac:spMk id="5" creationId="{D8171BAF-394E-4801-BF60-705D3F952BF7}"/>
          </ac:spMkLst>
        </pc:spChg>
        <pc:spChg chg="add mod">
          <ac:chgData name="鈴木 秀規" userId="f68c5fd9-22d5-4c0a-9833-7fb0f5135313" providerId="ADAL" clId="{31AF745B-ECEE-4C51-8828-E2A47B117181}" dt="2021-01-26T05:48:56.625" v="261" actId="207"/>
          <ac:spMkLst>
            <pc:docMk/>
            <pc:sldMk cId="1591258520" sldId="368"/>
            <ac:spMk id="6" creationId="{E9940D2C-EA16-4D24-8B58-85831276F97C}"/>
          </ac:spMkLst>
        </pc:spChg>
        <pc:spChg chg="add mod">
          <ac:chgData name="鈴木 秀規" userId="f68c5fd9-22d5-4c0a-9833-7fb0f5135313" providerId="ADAL" clId="{31AF745B-ECEE-4C51-8828-E2A47B117181}" dt="2021-01-26T05:48:42.364" v="259" actId="20577"/>
          <ac:spMkLst>
            <pc:docMk/>
            <pc:sldMk cId="1591258520" sldId="368"/>
            <ac:spMk id="7" creationId="{127814C8-398F-4FB0-8BFD-8CA89A09E47F}"/>
          </ac:spMkLst>
        </pc:spChg>
      </pc:sldChg>
      <pc:sldChg chg="addSp modSp new mod">
        <pc:chgData name="鈴木 秀規" userId="f68c5fd9-22d5-4c0a-9833-7fb0f5135313" providerId="ADAL" clId="{31AF745B-ECEE-4C51-8828-E2A47B117181}" dt="2021-01-26T05:51:06.501" v="286" actId="207"/>
        <pc:sldMkLst>
          <pc:docMk/>
          <pc:sldMk cId="4005864456" sldId="369"/>
        </pc:sldMkLst>
        <pc:spChg chg="mod">
          <ac:chgData name="鈴木 秀規" userId="f68c5fd9-22d5-4c0a-9833-7fb0f5135313" providerId="ADAL" clId="{31AF745B-ECEE-4C51-8828-E2A47B117181}" dt="2021-01-26T05:49:24.071" v="263"/>
          <ac:spMkLst>
            <pc:docMk/>
            <pc:sldMk cId="4005864456" sldId="369"/>
            <ac:spMk id="3" creationId="{82651AF8-825E-488C-97AE-6777181F4848}"/>
          </ac:spMkLst>
        </pc:spChg>
        <pc:spChg chg="mod">
          <ac:chgData name="鈴木 秀規" userId="f68c5fd9-22d5-4c0a-9833-7fb0f5135313" providerId="ADAL" clId="{31AF745B-ECEE-4C51-8828-E2A47B117181}" dt="2021-01-26T05:49:39.474" v="269" actId="14100"/>
          <ac:spMkLst>
            <pc:docMk/>
            <pc:sldMk cId="4005864456" sldId="369"/>
            <ac:spMk id="5" creationId="{64D92467-3673-4ABC-81DF-B7F0E6026917}"/>
          </ac:spMkLst>
        </pc:spChg>
        <pc:spChg chg="add mod">
          <ac:chgData name="鈴木 秀規" userId="f68c5fd9-22d5-4c0a-9833-7fb0f5135313" providerId="ADAL" clId="{31AF745B-ECEE-4C51-8828-E2A47B117181}" dt="2021-01-26T05:50:13.238" v="275" actId="207"/>
          <ac:spMkLst>
            <pc:docMk/>
            <pc:sldMk cId="4005864456" sldId="369"/>
            <ac:spMk id="6" creationId="{42227182-5641-490B-87D8-0F9C7746E19F}"/>
          </ac:spMkLst>
        </pc:spChg>
        <pc:spChg chg="add mod">
          <ac:chgData name="鈴木 秀規" userId="f68c5fd9-22d5-4c0a-9833-7fb0f5135313" providerId="ADAL" clId="{31AF745B-ECEE-4C51-8828-E2A47B117181}" dt="2021-01-26T05:51:06.501" v="286" actId="207"/>
          <ac:spMkLst>
            <pc:docMk/>
            <pc:sldMk cId="4005864456" sldId="369"/>
            <ac:spMk id="7" creationId="{F7D6E1F9-5D75-44E5-88A9-E91D05C29E75}"/>
          </ac:spMkLst>
        </pc:spChg>
      </pc:sldChg>
      <pc:sldChg chg="addSp modSp new mod">
        <pc:chgData name="鈴木 秀規" userId="f68c5fd9-22d5-4c0a-9833-7fb0f5135313" providerId="ADAL" clId="{31AF745B-ECEE-4C51-8828-E2A47B117181}" dt="2021-01-26T05:53:27.759" v="315" actId="14100"/>
        <pc:sldMkLst>
          <pc:docMk/>
          <pc:sldMk cId="1111639589" sldId="370"/>
        </pc:sldMkLst>
        <pc:spChg chg="mod">
          <ac:chgData name="鈴木 秀規" userId="f68c5fd9-22d5-4c0a-9833-7fb0f5135313" providerId="ADAL" clId="{31AF745B-ECEE-4C51-8828-E2A47B117181}" dt="2021-01-26T05:51:35.742" v="288"/>
          <ac:spMkLst>
            <pc:docMk/>
            <pc:sldMk cId="1111639589" sldId="370"/>
            <ac:spMk id="3" creationId="{A1BBB616-58A6-4DCF-9488-D83FF45930DE}"/>
          </ac:spMkLst>
        </pc:spChg>
        <pc:spChg chg="mod">
          <ac:chgData name="鈴木 秀規" userId="f68c5fd9-22d5-4c0a-9833-7fb0f5135313" providerId="ADAL" clId="{31AF745B-ECEE-4C51-8828-E2A47B117181}" dt="2021-01-26T05:51:55.047" v="292" actId="14100"/>
          <ac:spMkLst>
            <pc:docMk/>
            <pc:sldMk cId="1111639589" sldId="370"/>
            <ac:spMk id="5" creationId="{8A8A797E-89B7-4BD7-88FA-D35416C08F53}"/>
          </ac:spMkLst>
        </pc:spChg>
        <pc:spChg chg="add mod">
          <ac:chgData name="鈴木 秀規" userId="f68c5fd9-22d5-4c0a-9833-7fb0f5135313" providerId="ADAL" clId="{31AF745B-ECEE-4C51-8828-E2A47B117181}" dt="2021-01-26T05:52:20.583" v="303" actId="207"/>
          <ac:spMkLst>
            <pc:docMk/>
            <pc:sldMk cId="1111639589" sldId="370"/>
            <ac:spMk id="6" creationId="{EC63BC0A-320C-4FC3-BF2C-D6A942277324}"/>
          </ac:spMkLst>
        </pc:spChg>
        <pc:spChg chg="add mod">
          <ac:chgData name="鈴木 秀規" userId="f68c5fd9-22d5-4c0a-9833-7fb0f5135313" providerId="ADAL" clId="{31AF745B-ECEE-4C51-8828-E2A47B117181}" dt="2021-01-26T05:52:38.376" v="306" actId="14100"/>
          <ac:spMkLst>
            <pc:docMk/>
            <pc:sldMk cId="1111639589" sldId="370"/>
            <ac:spMk id="7" creationId="{325405FA-6B6E-4A36-8AD9-307989E714CD}"/>
          </ac:spMkLst>
        </pc:spChg>
        <pc:spChg chg="add mod">
          <ac:chgData name="鈴木 秀規" userId="f68c5fd9-22d5-4c0a-9833-7fb0f5135313" providerId="ADAL" clId="{31AF745B-ECEE-4C51-8828-E2A47B117181}" dt="2021-01-26T05:52:47.085" v="308" actId="14100"/>
          <ac:spMkLst>
            <pc:docMk/>
            <pc:sldMk cId="1111639589" sldId="370"/>
            <ac:spMk id="8" creationId="{E4211231-2A54-41D8-A8AB-F44B04A91620}"/>
          </ac:spMkLst>
        </pc:spChg>
        <pc:spChg chg="add mod">
          <ac:chgData name="鈴木 秀規" userId="f68c5fd9-22d5-4c0a-9833-7fb0f5135313" providerId="ADAL" clId="{31AF745B-ECEE-4C51-8828-E2A47B117181}" dt="2021-01-26T05:53:27.759" v="315" actId="14100"/>
          <ac:spMkLst>
            <pc:docMk/>
            <pc:sldMk cId="1111639589" sldId="370"/>
            <ac:spMk id="9" creationId="{BFD16DC8-D589-4F05-9187-58E5D81AA0F3}"/>
          </ac:spMkLst>
        </pc:spChg>
      </pc:sldChg>
      <pc:sldChg chg="addSp delSp modSp new mod">
        <pc:chgData name="鈴木 秀規" userId="f68c5fd9-22d5-4c0a-9833-7fb0f5135313" providerId="ADAL" clId="{31AF745B-ECEE-4C51-8828-E2A47B117181}" dt="2021-01-26T05:56:27.120" v="352" actId="207"/>
        <pc:sldMkLst>
          <pc:docMk/>
          <pc:sldMk cId="1449548173" sldId="371"/>
        </pc:sldMkLst>
        <pc:spChg chg="mod">
          <ac:chgData name="鈴木 秀規" userId="f68c5fd9-22d5-4c0a-9833-7fb0f5135313" providerId="ADAL" clId="{31AF745B-ECEE-4C51-8828-E2A47B117181}" dt="2021-01-26T05:53:44.779" v="317"/>
          <ac:spMkLst>
            <pc:docMk/>
            <pc:sldMk cId="1449548173" sldId="371"/>
            <ac:spMk id="3" creationId="{BC47C131-377F-4C4A-A024-CD67178495EE}"/>
          </ac:spMkLst>
        </pc:spChg>
        <pc:spChg chg="mod">
          <ac:chgData name="鈴木 秀規" userId="f68c5fd9-22d5-4c0a-9833-7fb0f5135313" providerId="ADAL" clId="{31AF745B-ECEE-4C51-8828-E2A47B117181}" dt="2021-01-26T05:53:59.021" v="321" actId="14100"/>
          <ac:spMkLst>
            <pc:docMk/>
            <pc:sldMk cId="1449548173" sldId="371"/>
            <ac:spMk id="5" creationId="{A398E838-A2A7-414A-970E-EA11A895399A}"/>
          </ac:spMkLst>
        </pc:spChg>
        <pc:spChg chg="add del mod">
          <ac:chgData name="鈴木 秀規" userId="f68c5fd9-22d5-4c0a-9833-7fb0f5135313" providerId="ADAL" clId="{31AF745B-ECEE-4C51-8828-E2A47B117181}" dt="2021-01-26T05:54:37.173" v="324" actId="478"/>
          <ac:spMkLst>
            <pc:docMk/>
            <pc:sldMk cId="1449548173" sldId="371"/>
            <ac:spMk id="6" creationId="{20EE99AF-89FE-4A02-A3E1-FD99A56F5AEE}"/>
          </ac:spMkLst>
        </pc:spChg>
        <pc:spChg chg="add del mod">
          <ac:chgData name="鈴木 秀規" userId="f68c5fd9-22d5-4c0a-9833-7fb0f5135313" providerId="ADAL" clId="{31AF745B-ECEE-4C51-8828-E2A47B117181}" dt="2021-01-26T05:54:37.173" v="324" actId="478"/>
          <ac:spMkLst>
            <pc:docMk/>
            <pc:sldMk cId="1449548173" sldId="371"/>
            <ac:spMk id="7" creationId="{A3814B59-5B96-45A1-84A4-AD6CD9B9164C}"/>
          </ac:spMkLst>
        </pc:spChg>
        <pc:spChg chg="add del mod">
          <ac:chgData name="鈴木 秀規" userId="f68c5fd9-22d5-4c0a-9833-7fb0f5135313" providerId="ADAL" clId="{31AF745B-ECEE-4C51-8828-E2A47B117181}" dt="2021-01-26T05:54:37.173" v="324" actId="478"/>
          <ac:spMkLst>
            <pc:docMk/>
            <pc:sldMk cId="1449548173" sldId="371"/>
            <ac:spMk id="8" creationId="{3C6CD0D2-B84A-44AC-A21A-64C2CAE96310}"/>
          </ac:spMkLst>
        </pc:spChg>
        <pc:spChg chg="add mod">
          <ac:chgData name="鈴木 秀規" userId="f68c5fd9-22d5-4c0a-9833-7fb0f5135313" providerId="ADAL" clId="{31AF745B-ECEE-4C51-8828-E2A47B117181}" dt="2021-01-26T05:54:44.543" v="325"/>
          <ac:spMkLst>
            <pc:docMk/>
            <pc:sldMk cId="1449548173" sldId="371"/>
            <ac:spMk id="9" creationId="{B18C3434-8094-4D11-9DCE-11BC3134EB32}"/>
          </ac:spMkLst>
        </pc:spChg>
        <pc:spChg chg="add mod">
          <ac:chgData name="鈴木 秀規" userId="f68c5fd9-22d5-4c0a-9833-7fb0f5135313" providerId="ADAL" clId="{31AF745B-ECEE-4C51-8828-E2A47B117181}" dt="2021-01-26T05:54:44.543" v="325"/>
          <ac:spMkLst>
            <pc:docMk/>
            <pc:sldMk cId="1449548173" sldId="371"/>
            <ac:spMk id="10" creationId="{DF76AE1A-859A-4594-88B7-91BE98A8E033}"/>
          </ac:spMkLst>
        </pc:spChg>
        <pc:spChg chg="add mod">
          <ac:chgData name="鈴木 秀規" userId="f68c5fd9-22d5-4c0a-9833-7fb0f5135313" providerId="ADAL" clId="{31AF745B-ECEE-4C51-8828-E2A47B117181}" dt="2021-01-26T05:54:44.543" v="325"/>
          <ac:spMkLst>
            <pc:docMk/>
            <pc:sldMk cId="1449548173" sldId="371"/>
            <ac:spMk id="11" creationId="{DC219308-7BB1-4571-B6C2-AF593F39CA0D}"/>
          </ac:spMkLst>
        </pc:spChg>
        <pc:spChg chg="add mod">
          <ac:chgData name="鈴木 秀規" userId="f68c5fd9-22d5-4c0a-9833-7fb0f5135313" providerId="ADAL" clId="{31AF745B-ECEE-4C51-8828-E2A47B117181}" dt="2021-01-26T05:56:27.120" v="352" actId="207"/>
          <ac:spMkLst>
            <pc:docMk/>
            <pc:sldMk cId="1449548173" sldId="371"/>
            <ac:spMk id="12" creationId="{D827973A-B285-444D-B8E2-2C1ADF444989}"/>
          </ac:spMkLst>
        </pc:spChg>
        <pc:spChg chg="add mod">
          <ac:chgData name="鈴木 秀規" userId="f68c5fd9-22d5-4c0a-9833-7fb0f5135313" providerId="ADAL" clId="{31AF745B-ECEE-4C51-8828-E2A47B117181}" dt="2021-01-26T05:55:51.921" v="340" actId="1076"/>
          <ac:spMkLst>
            <pc:docMk/>
            <pc:sldMk cId="1449548173" sldId="371"/>
            <ac:spMk id="13" creationId="{090E20F7-1963-4594-A854-A0007B5562F3}"/>
          </ac:spMkLst>
        </pc:spChg>
        <pc:spChg chg="add del mod">
          <ac:chgData name="鈴木 秀規" userId="f68c5fd9-22d5-4c0a-9833-7fb0f5135313" providerId="ADAL" clId="{31AF745B-ECEE-4C51-8828-E2A47B117181}" dt="2021-01-26T05:55:40.547" v="337" actId="478"/>
          <ac:spMkLst>
            <pc:docMk/>
            <pc:sldMk cId="1449548173" sldId="371"/>
            <ac:spMk id="14" creationId="{E8DD0F15-F557-4960-B7CA-8C81D69C2ED8}"/>
          </ac:spMkLst>
        </pc:spChg>
        <pc:spChg chg="add mod">
          <ac:chgData name="鈴木 秀規" userId="f68c5fd9-22d5-4c0a-9833-7fb0f5135313" providerId="ADAL" clId="{31AF745B-ECEE-4C51-8828-E2A47B117181}" dt="2021-01-26T05:55:54.465" v="341" actId="571"/>
          <ac:spMkLst>
            <pc:docMk/>
            <pc:sldMk cId="1449548173" sldId="371"/>
            <ac:spMk id="15" creationId="{E753C64B-05EF-45FD-978D-013CE4F0EFBD}"/>
          </ac:spMkLst>
        </pc:spChg>
        <pc:spChg chg="add mod">
          <ac:chgData name="鈴木 秀規" userId="f68c5fd9-22d5-4c0a-9833-7fb0f5135313" providerId="ADAL" clId="{31AF745B-ECEE-4C51-8828-E2A47B117181}" dt="2021-01-26T05:55:57.256" v="342" actId="571"/>
          <ac:spMkLst>
            <pc:docMk/>
            <pc:sldMk cId="1449548173" sldId="371"/>
            <ac:spMk id="16" creationId="{CCB14EDC-88EE-4401-B02E-6086E5CBABE6}"/>
          </ac:spMkLst>
        </pc:spChg>
        <pc:spChg chg="add mod">
          <ac:chgData name="鈴木 秀規" userId="f68c5fd9-22d5-4c0a-9833-7fb0f5135313" providerId="ADAL" clId="{31AF745B-ECEE-4C51-8828-E2A47B117181}" dt="2021-01-26T05:56:04.338" v="346" actId="1037"/>
          <ac:spMkLst>
            <pc:docMk/>
            <pc:sldMk cId="1449548173" sldId="371"/>
            <ac:spMk id="17" creationId="{F0C64602-7B94-47EE-80D2-378BDFD473FD}"/>
          </ac:spMkLst>
        </pc:spChg>
      </pc:sldChg>
      <pc:sldChg chg="addSp modSp new mod">
        <pc:chgData name="鈴木 秀規" userId="f68c5fd9-22d5-4c0a-9833-7fb0f5135313" providerId="ADAL" clId="{31AF745B-ECEE-4C51-8828-E2A47B117181}" dt="2021-01-26T05:57:30.135" v="366" actId="207"/>
        <pc:sldMkLst>
          <pc:docMk/>
          <pc:sldMk cId="944436562" sldId="372"/>
        </pc:sldMkLst>
        <pc:spChg chg="mod">
          <ac:chgData name="鈴木 秀規" userId="f68c5fd9-22d5-4c0a-9833-7fb0f5135313" providerId="ADAL" clId="{31AF745B-ECEE-4C51-8828-E2A47B117181}" dt="2021-01-26T05:56:41.264" v="354"/>
          <ac:spMkLst>
            <pc:docMk/>
            <pc:sldMk cId="944436562" sldId="372"/>
            <ac:spMk id="3" creationId="{B1C65F3E-F31A-478E-B126-D35EA375B4B9}"/>
          </ac:spMkLst>
        </pc:spChg>
        <pc:spChg chg="mod">
          <ac:chgData name="鈴木 秀規" userId="f68c5fd9-22d5-4c0a-9833-7fb0f5135313" providerId="ADAL" clId="{31AF745B-ECEE-4C51-8828-E2A47B117181}" dt="2021-01-26T05:56:55.555" v="358" actId="14100"/>
          <ac:spMkLst>
            <pc:docMk/>
            <pc:sldMk cId="944436562" sldId="372"/>
            <ac:spMk id="5" creationId="{A3976CD6-7AC6-4459-9B75-3D9965BC48B5}"/>
          </ac:spMkLst>
        </pc:spChg>
        <pc:spChg chg="add mod">
          <ac:chgData name="鈴木 秀規" userId="f68c5fd9-22d5-4c0a-9833-7fb0f5135313" providerId="ADAL" clId="{31AF745B-ECEE-4C51-8828-E2A47B117181}" dt="2021-01-26T05:57:30.135" v="366" actId="207"/>
          <ac:spMkLst>
            <pc:docMk/>
            <pc:sldMk cId="944436562" sldId="372"/>
            <ac:spMk id="6" creationId="{76116D8C-213F-4158-830F-F3C1EB4D300E}"/>
          </ac:spMkLst>
        </pc:spChg>
      </pc:sldChg>
      <pc:sldChg chg="modSp new mod">
        <pc:chgData name="鈴木 秀規" userId="f68c5fd9-22d5-4c0a-9833-7fb0f5135313" providerId="ADAL" clId="{31AF745B-ECEE-4C51-8828-E2A47B117181}" dt="2021-01-26T06:00:43.897" v="419" actId="207"/>
        <pc:sldMkLst>
          <pc:docMk/>
          <pc:sldMk cId="35644827" sldId="373"/>
        </pc:sldMkLst>
        <pc:spChg chg="mod">
          <ac:chgData name="鈴木 秀規" userId="f68c5fd9-22d5-4c0a-9833-7fb0f5135313" providerId="ADAL" clId="{31AF745B-ECEE-4C51-8828-E2A47B117181}" dt="2021-01-26T05:58:05.850" v="368"/>
          <ac:spMkLst>
            <pc:docMk/>
            <pc:sldMk cId="35644827" sldId="373"/>
            <ac:spMk id="3" creationId="{90D8C1E3-2B7F-4D7A-A557-615C8F733A5A}"/>
          </ac:spMkLst>
        </pc:spChg>
        <pc:spChg chg="mod">
          <ac:chgData name="鈴木 秀規" userId="f68c5fd9-22d5-4c0a-9833-7fb0f5135313" providerId="ADAL" clId="{31AF745B-ECEE-4C51-8828-E2A47B117181}" dt="2021-01-26T06:00:43.897" v="419" actId="207"/>
          <ac:spMkLst>
            <pc:docMk/>
            <pc:sldMk cId="35644827" sldId="373"/>
            <ac:spMk id="5" creationId="{A53D55A4-4B24-4FF1-846F-0CB6B88DE619}"/>
          </ac:spMkLst>
        </pc:spChg>
      </pc:sldChg>
      <pc:sldChg chg="addSp modSp new mod">
        <pc:chgData name="鈴木 秀規" userId="f68c5fd9-22d5-4c0a-9833-7fb0f5135313" providerId="ADAL" clId="{31AF745B-ECEE-4C51-8828-E2A47B117181}" dt="2021-01-26T06:02:45.300" v="431" actId="207"/>
        <pc:sldMkLst>
          <pc:docMk/>
          <pc:sldMk cId="3586215112" sldId="374"/>
        </pc:sldMkLst>
        <pc:spChg chg="mod">
          <ac:chgData name="鈴木 秀規" userId="f68c5fd9-22d5-4c0a-9833-7fb0f5135313" providerId="ADAL" clId="{31AF745B-ECEE-4C51-8828-E2A47B117181}" dt="2021-01-26T06:01:06.626" v="421"/>
          <ac:spMkLst>
            <pc:docMk/>
            <pc:sldMk cId="3586215112" sldId="374"/>
            <ac:spMk id="3" creationId="{74D68A83-1EE1-4F3F-974D-BDDEE2D6DE8D}"/>
          </ac:spMkLst>
        </pc:spChg>
        <pc:spChg chg="mod">
          <ac:chgData name="鈴木 秀規" userId="f68c5fd9-22d5-4c0a-9833-7fb0f5135313" providerId="ADAL" clId="{31AF745B-ECEE-4C51-8828-E2A47B117181}" dt="2021-01-26T06:01:38.951" v="425" actId="14100"/>
          <ac:spMkLst>
            <pc:docMk/>
            <pc:sldMk cId="3586215112" sldId="374"/>
            <ac:spMk id="5" creationId="{AF0D17FF-0DBB-4085-9AA1-467745BDFE3D}"/>
          </ac:spMkLst>
        </pc:spChg>
        <pc:spChg chg="add mod">
          <ac:chgData name="鈴木 秀規" userId="f68c5fd9-22d5-4c0a-9833-7fb0f5135313" providerId="ADAL" clId="{31AF745B-ECEE-4C51-8828-E2A47B117181}" dt="2021-01-26T06:02:13.344" v="428" actId="207"/>
          <ac:spMkLst>
            <pc:docMk/>
            <pc:sldMk cId="3586215112" sldId="374"/>
            <ac:spMk id="6" creationId="{0B8A4289-ED12-4E18-B5F7-E7D1B8A16A4C}"/>
          </ac:spMkLst>
        </pc:spChg>
        <pc:spChg chg="add mod">
          <ac:chgData name="鈴木 秀規" userId="f68c5fd9-22d5-4c0a-9833-7fb0f5135313" providerId="ADAL" clId="{31AF745B-ECEE-4C51-8828-E2A47B117181}" dt="2021-01-26T06:02:45.300" v="431" actId="207"/>
          <ac:spMkLst>
            <pc:docMk/>
            <pc:sldMk cId="3586215112" sldId="374"/>
            <ac:spMk id="7" creationId="{F4B9C825-0773-4BD6-8947-DA5740E334B3}"/>
          </ac:spMkLst>
        </pc:spChg>
        <pc:spChg chg="mod">
          <ac:chgData name="鈴木 秀規" userId="f68c5fd9-22d5-4c0a-9833-7fb0f5135313" providerId="ADAL" clId="{31AF745B-ECEE-4C51-8828-E2A47B117181}" dt="2021-01-26T06:02:45.300" v="431" actId="207"/>
          <ac:spMkLst>
            <pc:docMk/>
            <pc:sldMk cId="3586215112" sldId="374"/>
            <ac:spMk id="10" creationId="{1A58A6C4-889B-450F-924F-C9F545EB2A3D}"/>
          </ac:spMkLst>
        </pc:spChg>
        <pc:spChg chg="add mod">
          <ac:chgData name="鈴木 秀規" userId="f68c5fd9-22d5-4c0a-9833-7fb0f5135313" providerId="ADAL" clId="{31AF745B-ECEE-4C51-8828-E2A47B117181}" dt="2021-01-26T06:01:48.608" v="426"/>
          <ac:spMkLst>
            <pc:docMk/>
            <pc:sldMk cId="3586215112" sldId="374"/>
            <ac:spMk id="11" creationId="{785644FA-8A03-4258-8728-9595832CB15E}"/>
          </ac:spMkLst>
        </pc:spChg>
        <pc:spChg chg="add mod">
          <ac:chgData name="鈴木 秀規" userId="f68c5fd9-22d5-4c0a-9833-7fb0f5135313" providerId="ADAL" clId="{31AF745B-ECEE-4C51-8828-E2A47B117181}" dt="2021-01-26T06:01:48.608" v="426"/>
          <ac:spMkLst>
            <pc:docMk/>
            <pc:sldMk cId="3586215112" sldId="374"/>
            <ac:spMk id="12" creationId="{44CA81F1-EBE9-4C1F-B2BB-3C3E1806F921}"/>
          </ac:spMkLst>
        </pc:spChg>
        <pc:spChg chg="add mod">
          <ac:chgData name="鈴木 秀規" userId="f68c5fd9-22d5-4c0a-9833-7fb0f5135313" providerId="ADAL" clId="{31AF745B-ECEE-4C51-8828-E2A47B117181}" dt="2021-01-26T06:01:48.608" v="426"/>
          <ac:spMkLst>
            <pc:docMk/>
            <pc:sldMk cId="3586215112" sldId="374"/>
            <ac:spMk id="13" creationId="{D210470C-7BC6-479C-B32D-52F62FAFF5CE}"/>
          </ac:spMkLst>
        </pc:spChg>
        <pc:spChg chg="add mod">
          <ac:chgData name="鈴木 秀規" userId="f68c5fd9-22d5-4c0a-9833-7fb0f5135313" providerId="ADAL" clId="{31AF745B-ECEE-4C51-8828-E2A47B117181}" dt="2021-01-26T06:01:48.608" v="426"/>
          <ac:spMkLst>
            <pc:docMk/>
            <pc:sldMk cId="3586215112" sldId="374"/>
            <ac:spMk id="14" creationId="{F4BE28F0-CEB5-4A84-AD56-459DC396288E}"/>
          </ac:spMkLst>
        </pc:spChg>
        <pc:spChg chg="add mod">
          <ac:chgData name="鈴木 秀規" userId="f68c5fd9-22d5-4c0a-9833-7fb0f5135313" providerId="ADAL" clId="{31AF745B-ECEE-4C51-8828-E2A47B117181}" dt="2021-01-26T06:01:48.608" v="426"/>
          <ac:spMkLst>
            <pc:docMk/>
            <pc:sldMk cId="3586215112" sldId="374"/>
            <ac:spMk id="15" creationId="{661AEE13-AF85-4E8C-8C36-56CAB1375768}"/>
          </ac:spMkLst>
        </pc:spChg>
        <pc:spChg chg="add mod">
          <ac:chgData name="鈴木 秀規" userId="f68c5fd9-22d5-4c0a-9833-7fb0f5135313" providerId="ADAL" clId="{31AF745B-ECEE-4C51-8828-E2A47B117181}" dt="2021-01-26T06:02:45.300" v="431" actId="207"/>
          <ac:spMkLst>
            <pc:docMk/>
            <pc:sldMk cId="3586215112" sldId="374"/>
            <ac:spMk id="16" creationId="{D1EACF3D-DA3C-4F24-896C-812A2FC32232}"/>
          </ac:spMkLst>
        </pc:spChg>
        <pc:spChg chg="add mod">
          <ac:chgData name="鈴木 秀規" userId="f68c5fd9-22d5-4c0a-9833-7fb0f5135313" providerId="ADAL" clId="{31AF745B-ECEE-4C51-8828-E2A47B117181}" dt="2021-01-26T06:01:48.608" v="426"/>
          <ac:spMkLst>
            <pc:docMk/>
            <pc:sldMk cId="3586215112" sldId="374"/>
            <ac:spMk id="17" creationId="{80B22573-0B48-4DA1-9DEE-17DA1FB51570}"/>
          </ac:spMkLst>
        </pc:spChg>
        <pc:spChg chg="add mod">
          <ac:chgData name="鈴木 秀規" userId="f68c5fd9-22d5-4c0a-9833-7fb0f5135313" providerId="ADAL" clId="{31AF745B-ECEE-4C51-8828-E2A47B117181}" dt="2021-01-26T06:02:45.300" v="431" actId="207"/>
          <ac:spMkLst>
            <pc:docMk/>
            <pc:sldMk cId="3586215112" sldId="374"/>
            <ac:spMk id="18" creationId="{513C1E0F-51B7-4C19-852B-0F5F03C2E927}"/>
          </ac:spMkLst>
        </pc:spChg>
        <pc:spChg chg="add mod">
          <ac:chgData name="鈴木 秀規" userId="f68c5fd9-22d5-4c0a-9833-7fb0f5135313" providerId="ADAL" clId="{31AF745B-ECEE-4C51-8828-E2A47B117181}" dt="2021-01-26T06:01:48.608" v="426"/>
          <ac:spMkLst>
            <pc:docMk/>
            <pc:sldMk cId="3586215112" sldId="374"/>
            <ac:spMk id="19" creationId="{FE000A22-00CE-4A4E-9761-E983CE3DF0EA}"/>
          </ac:spMkLst>
        </pc:spChg>
        <pc:spChg chg="add mod">
          <ac:chgData name="鈴木 秀規" userId="f68c5fd9-22d5-4c0a-9833-7fb0f5135313" providerId="ADAL" clId="{31AF745B-ECEE-4C51-8828-E2A47B117181}" dt="2021-01-26T06:02:45.300" v="431" actId="207"/>
          <ac:spMkLst>
            <pc:docMk/>
            <pc:sldMk cId="3586215112" sldId="374"/>
            <ac:spMk id="20" creationId="{3F0298FF-3F68-4E80-A5AA-D970F1BFBF47}"/>
          </ac:spMkLst>
        </pc:spChg>
        <pc:spChg chg="add mod">
          <ac:chgData name="鈴木 秀規" userId="f68c5fd9-22d5-4c0a-9833-7fb0f5135313" providerId="ADAL" clId="{31AF745B-ECEE-4C51-8828-E2A47B117181}" dt="2021-01-26T06:02:45.300" v="431" actId="207"/>
          <ac:spMkLst>
            <pc:docMk/>
            <pc:sldMk cId="3586215112" sldId="374"/>
            <ac:spMk id="21" creationId="{E5BCB49B-FCEA-418B-89AD-26AC10F600E3}"/>
          </ac:spMkLst>
        </pc:spChg>
        <pc:grpChg chg="add mod">
          <ac:chgData name="鈴木 秀規" userId="f68c5fd9-22d5-4c0a-9833-7fb0f5135313" providerId="ADAL" clId="{31AF745B-ECEE-4C51-8828-E2A47B117181}" dt="2021-01-26T06:02:32.131" v="429" actId="207"/>
          <ac:grpSpMkLst>
            <pc:docMk/>
            <pc:sldMk cId="3586215112" sldId="374"/>
            <ac:grpSpMk id="8" creationId="{38A860E3-00EF-4C43-9483-BB46C4DE9FEB}"/>
          </ac:grpSpMkLst>
        </pc:grpChg>
        <pc:picChg chg="mod">
          <ac:chgData name="鈴木 秀規" userId="f68c5fd9-22d5-4c0a-9833-7fb0f5135313" providerId="ADAL" clId="{31AF745B-ECEE-4C51-8828-E2A47B117181}" dt="2021-01-26T06:02:36.046" v="430" actId="2085"/>
          <ac:picMkLst>
            <pc:docMk/>
            <pc:sldMk cId="3586215112" sldId="374"/>
            <ac:picMk id="9" creationId="{013D4F2E-DF4F-4A12-B460-481349442D09}"/>
          </ac:picMkLst>
        </pc:picChg>
      </pc:sldChg>
      <pc:sldChg chg="addSp delSp modSp new mod">
        <pc:chgData name="鈴木 秀規" userId="f68c5fd9-22d5-4c0a-9833-7fb0f5135313" providerId="ADAL" clId="{31AF745B-ECEE-4C51-8828-E2A47B117181}" dt="2021-01-26T06:04:25.418" v="447" actId="207"/>
        <pc:sldMkLst>
          <pc:docMk/>
          <pc:sldMk cId="3278431197" sldId="375"/>
        </pc:sldMkLst>
        <pc:spChg chg="mod">
          <ac:chgData name="鈴木 秀規" userId="f68c5fd9-22d5-4c0a-9833-7fb0f5135313" providerId="ADAL" clId="{31AF745B-ECEE-4C51-8828-E2A47B117181}" dt="2021-01-26T06:03:09.564" v="433"/>
          <ac:spMkLst>
            <pc:docMk/>
            <pc:sldMk cId="3278431197" sldId="375"/>
            <ac:spMk id="3" creationId="{94A7F50B-029D-4344-A3E9-0852F39D0574}"/>
          </ac:spMkLst>
        </pc:spChg>
        <pc:spChg chg="mod">
          <ac:chgData name="鈴木 秀規" userId="f68c5fd9-22d5-4c0a-9833-7fb0f5135313" providerId="ADAL" clId="{31AF745B-ECEE-4C51-8828-E2A47B117181}" dt="2021-01-26T06:04:25.418" v="447" actId="207"/>
          <ac:spMkLst>
            <pc:docMk/>
            <pc:sldMk cId="3278431197" sldId="375"/>
            <ac:spMk id="5" creationId="{A8AED195-2A30-4E22-8D64-829F1A2C8A9E}"/>
          </ac:spMkLst>
        </pc:spChg>
        <pc:spChg chg="add del">
          <ac:chgData name="鈴木 秀規" userId="f68c5fd9-22d5-4c0a-9833-7fb0f5135313" providerId="ADAL" clId="{31AF745B-ECEE-4C51-8828-E2A47B117181}" dt="2021-01-26T06:03:36.760" v="438" actId="22"/>
          <ac:spMkLst>
            <pc:docMk/>
            <pc:sldMk cId="3278431197" sldId="375"/>
            <ac:spMk id="7" creationId="{04B419E0-8A32-4DA8-9E0C-BCCD4A7E3CB1}"/>
          </ac:spMkLst>
        </pc:spChg>
        <pc:spChg chg="add mod">
          <ac:chgData name="鈴木 秀規" userId="f68c5fd9-22d5-4c0a-9833-7fb0f5135313" providerId="ADAL" clId="{31AF745B-ECEE-4C51-8828-E2A47B117181}" dt="2021-01-26T06:04:16.314" v="445" actId="2711"/>
          <ac:spMkLst>
            <pc:docMk/>
            <pc:sldMk cId="3278431197" sldId="375"/>
            <ac:spMk id="8" creationId="{F61EE197-FC4B-4674-93BC-5A4123AB904B}"/>
          </ac:spMkLst>
        </pc:spChg>
      </pc:sldChg>
      <pc:sldChg chg="addSp modSp new mod">
        <pc:chgData name="鈴木 秀規" userId="f68c5fd9-22d5-4c0a-9833-7fb0f5135313" providerId="ADAL" clId="{31AF745B-ECEE-4C51-8828-E2A47B117181}" dt="2021-01-26T06:06:05.186" v="465" actId="207"/>
        <pc:sldMkLst>
          <pc:docMk/>
          <pc:sldMk cId="3335697102" sldId="376"/>
        </pc:sldMkLst>
        <pc:spChg chg="mod">
          <ac:chgData name="鈴木 秀規" userId="f68c5fd9-22d5-4c0a-9833-7fb0f5135313" providerId="ADAL" clId="{31AF745B-ECEE-4C51-8828-E2A47B117181}" dt="2021-01-26T06:04:44.258" v="449"/>
          <ac:spMkLst>
            <pc:docMk/>
            <pc:sldMk cId="3335697102" sldId="376"/>
            <ac:spMk id="3" creationId="{84CDAE99-51E1-45AD-ABEF-403422322C7B}"/>
          </ac:spMkLst>
        </pc:spChg>
        <pc:spChg chg="mod">
          <ac:chgData name="鈴木 秀規" userId="f68c5fd9-22d5-4c0a-9833-7fb0f5135313" providerId="ADAL" clId="{31AF745B-ECEE-4C51-8828-E2A47B117181}" dt="2021-01-26T06:06:05.186" v="465" actId="207"/>
          <ac:spMkLst>
            <pc:docMk/>
            <pc:sldMk cId="3335697102" sldId="376"/>
            <ac:spMk id="5" creationId="{45CA0F9F-0661-4575-B06E-144A0490A7CF}"/>
          </ac:spMkLst>
        </pc:spChg>
        <pc:picChg chg="add mod">
          <ac:chgData name="鈴木 秀規" userId="f68c5fd9-22d5-4c0a-9833-7fb0f5135313" providerId="ADAL" clId="{31AF745B-ECEE-4C51-8828-E2A47B117181}" dt="2021-01-26T06:05:46.939" v="459" actId="1076"/>
          <ac:picMkLst>
            <pc:docMk/>
            <pc:sldMk cId="3335697102" sldId="376"/>
            <ac:picMk id="6" creationId="{A1B21CC7-914D-4704-A426-7BA33ED50D88}"/>
          </ac:picMkLst>
        </pc:picChg>
      </pc:sldChg>
      <pc:sldChg chg="addSp modSp new mod">
        <pc:chgData name="鈴木 秀規" userId="f68c5fd9-22d5-4c0a-9833-7fb0f5135313" providerId="ADAL" clId="{31AF745B-ECEE-4C51-8828-E2A47B117181}" dt="2021-01-26T06:07:09.151" v="481" actId="14100"/>
        <pc:sldMkLst>
          <pc:docMk/>
          <pc:sldMk cId="1075370688" sldId="377"/>
        </pc:sldMkLst>
        <pc:spChg chg="mod">
          <ac:chgData name="鈴木 秀規" userId="f68c5fd9-22d5-4c0a-9833-7fb0f5135313" providerId="ADAL" clId="{31AF745B-ECEE-4C51-8828-E2A47B117181}" dt="2021-01-26T06:06:19.113" v="467"/>
          <ac:spMkLst>
            <pc:docMk/>
            <pc:sldMk cId="1075370688" sldId="377"/>
            <ac:spMk id="3" creationId="{5902A05F-050D-4547-92B0-FDFB23B15993}"/>
          </ac:spMkLst>
        </pc:spChg>
        <pc:spChg chg="mod">
          <ac:chgData name="鈴木 秀規" userId="f68c5fd9-22d5-4c0a-9833-7fb0f5135313" providerId="ADAL" clId="{31AF745B-ECEE-4C51-8828-E2A47B117181}" dt="2021-01-26T06:06:40.182" v="470" actId="14100"/>
          <ac:spMkLst>
            <pc:docMk/>
            <pc:sldMk cId="1075370688" sldId="377"/>
            <ac:spMk id="5" creationId="{343594CE-8AC7-47D0-9120-E9E98483AA2E}"/>
          </ac:spMkLst>
        </pc:spChg>
        <pc:spChg chg="add mod">
          <ac:chgData name="鈴木 秀規" userId="f68c5fd9-22d5-4c0a-9833-7fb0f5135313" providerId="ADAL" clId="{31AF745B-ECEE-4C51-8828-E2A47B117181}" dt="2021-01-26T06:07:09.151" v="481" actId="14100"/>
          <ac:spMkLst>
            <pc:docMk/>
            <pc:sldMk cId="1075370688" sldId="377"/>
            <ac:spMk id="7" creationId="{B7182EBC-6550-4E14-B8CE-0A438FACA553}"/>
          </ac:spMkLst>
        </pc:spChg>
        <pc:picChg chg="add mod">
          <ac:chgData name="鈴木 秀規" userId="f68c5fd9-22d5-4c0a-9833-7fb0f5135313" providerId="ADAL" clId="{31AF745B-ECEE-4C51-8828-E2A47B117181}" dt="2021-01-26T06:06:54.744" v="477" actId="14100"/>
          <ac:picMkLst>
            <pc:docMk/>
            <pc:sldMk cId="1075370688" sldId="377"/>
            <ac:picMk id="6" creationId="{5916466E-AD58-4AB9-BBE1-3BC48071FE35}"/>
          </ac:picMkLst>
        </pc:picChg>
      </pc:sldChg>
      <pc:sldChg chg="addSp modSp new mod">
        <pc:chgData name="鈴木 秀規" userId="f68c5fd9-22d5-4c0a-9833-7fb0f5135313" providerId="ADAL" clId="{31AF745B-ECEE-4C51-8828-E2A47B117181}" dt="2021-01-26T06:08:15.670" v="497" actId="1076"/>
        <pc:sldMkLst>
          <pc:docMk/>
          <pc:sldMk cId="2580646882" sldId="378"/>
        </pc:sldMkLst>
        <pc:spChg chg="mod">
          <ac:chgData name="鈴木 秀規" userId="f68c5fd9-22d5-4c0a-9833-7fb0f5135313" providerId="ADAL" clId="{31AF745B-ECEE-4C51-8828-E2A47B117181}" dt="2021-01-26T06:07:27.101" v="483"/>
          <ac:spMkLst>
            <pc:docMk/>
            <pc:sldMk cId="2580646882" sldId="378"/>
            <ac:spMk id="3" creationId="{F5F1371B-71A4-4508-9B77-DF2662B99B76}"/>
          </ac:spMkLst>
        </pc:spChg>
        <pc:spChg chg="mod">
          <ac:chgData name="鈴木 秀規" userId="f68c5fd9-22d5-4c0a-9833-7fb0f5135313" providerId="ADAL" clId="{31AF745B-ECEE-4C51-8828-E2A47B117181}" dt="2021-01-26T06:08:11.564" v="496" actId="207"/>
          <ac:spMkLst>
            <pc:docMk/>
            <pc:sldMk cId="2580646882" sldId="378"/>
            <ac:spMk id="5" creationId="{703B0AF1-C94F-4BE9-B427-FD46F93BDB88}"/>
          </ac:spMkLst>
        </pc:spChg>
        <pc:picChg chg="add mod">
          <ac:chgData name="鈴木 秀規" userId="f68c5fd9-22d5-4c0a-9833-7fb0f5135313" providerId="ADAL" clId="{31AF745B-ECEE-4C51-8828-E2A47B117181}" dt="2021-01-26T06:08:15.670" v="497" actId="1076"/>
          <ac:picMkLst>
            <pc:docMk/>
            <pc:sldMk cId="2580646882" sldId="378"/>
            <ac:picMk id="6" creationId="{E253F3D9-75D1-411D-BECC-77F0F489DCB0}"/>
          </ac:picMkLst>
        </pc:picChg>
      </pc:sldChg>
      <pc:sldChg chg="addSp modSp new mod">
        <pc:chgData name="鈴木 秀規" userId="f68c5fd9-22d5-4c0a-9833-7fb0f5135313" providerId="ADAL" clId="{31AF745B-ECEE-4C51-8828-E2A47B117181}" dt="2021-01-26T06:09:27.356" v="531" actId="1076"/>
        <pc:sldMkLst>
          <pc:docMk/>
          <pc:sldMk cId="3868544456" sldId="379"/>
        </pc:sldMkLst>
        <pc:spChg chg="mod">
          <ac:chgData name="鈴木 秀規" userId="f68c5fd9-22d5-4c0a-9833-7fb0f5135313" providerId="ADAL" clId="{31AF745B-ECEE-4C51-8828-E2A47B117181}" dt="2021-01-26T06:08:30.695" v="515" actId="20577"/>
          <ac:spMkLst>
            <pc:docMk/>
            <pc:sldMk cId="3868544456" sldId="379"/>
            <ac:spMk id="3" creationId="{9EB609AC-AB06-4D53-BF14-5EA6B1B9539A}"/>
          </ac:spMkLst>
        </pc:spChg>
        <pc:spChg chg="mod">
          <ac:chgData name="鈴木 秀規" userId="f68c5fd9-22d5-4c0a-9833-7fb0f5135313" providerId="ADAL" clId="{31AF745B-ECEE-4C51-8828-E2A47B117181}" dt="2021-01-26T06:08:40.335" v="518" actId="14100"/>
          <ac:spMkLst>
            <pc:docMk/>
            <pc:sldMk cId="3868544456" sldId="379"/>
            <ac:spMk id="5" creationId="{E7676D1F-6FF7-44EB-92F1-BAB6B9F0EFF4}"/>
          </ac:spMkLst>
        </pc:spChg>
        <pc:spChg chg="add mod">
          <ac:chgData name="鈴木 秀規" userId="f68c5fd9-22d5-4c0a-9833-7fb0f5135313" providerId="ADAL" clId="{31AF745B-ECEE-4C51-8828-E2A47B117181}" dt="2021-01-26T06:09:24.847" v="530" actId="14100"/>
          <ac:spMkLst>
            <pc:docMk/>
            <pc:sldMk cId="3868544456" sldId="379"/>
            <ac:spMk id="7" creationId="{C7286050-2DF8-497C-81E3-306493288BC4}"/>
          </ac:spMkLst>
        </pc:spChg>
        <pc:picChg chg="add mod">
          <ac:chgData name="鈴木 秀規" userId="f68c5fd9-22d5-4c0a-9833-7fb0f5135313" providerId="ADAL" clId="{31AF745B-ECEE-4C51-8828-E2A47B117181}" dt="2021-01-26T06:09:27.356" v="531" actId="1076"/>
          <ac:picMkLst>
            <pc:docMk/>
            <pc:sldMk cId="3868544456" sldId="379"/>
            <ac:picMk id="6" creationId="{20E0678B-2E0C-47BA-BAC4-30647E14495E}"/>
          </ac:picMkLst>
        </pc:picChg>
      </pc:sldChg>
      <pc:sldChg chg="addSp modSp new mod">
        <pc:chgData name="鈴木 秀規" userId="f68c5fd9-22d5-4c0a-9833-7fb0f5135313" providerId="ADAL" clId="{31AF745B-ECEE-4C51-8828-E2A47B117181}" dt="2021-01-26T06:10:26.206" v="544" actId="2711"/>
        <pc:sldMkLst>
          <pc:docMk/>
          <pc:sldMk cId="1868720455" sldId="380"/>
        </pc:sldMkLst>
        <pc:spChg chg="mod">
          <ac:chgData name="鈴木 秀規" userId="f68c5fd9-22d5-4c0a-9833-7fb0f5135313" providerId="ADAL" clId="{31AF745B-ECEE-4C51-8828-E2A47B117181}" dt="2021-01-26T06:09:39.286" v="533"/>
          <ac:spMkLst>
            <pc:docMk/>
            <pc:sldMk cId="1868720455" sldId="380"/>
            <ac:spMk id="3" creationId="{2C9F7F4C-4D1A-44F1-8504-3194AD12030E}"/>
          </ac:spMkLst>
        </pc:spChg>
        <pc:spChg chg="mod">
          <ac:chgData name="鈴木 秀規" userId="f68c5fd9-22d5-4c0a-9833-7fb0f5135313" providerId="ADAL" clId="{31AF745B-ECEE-4C51-8828-E2A47B117181}" dt="2021-01-26T06:09:51.095" v="536" actId="14100"/>
          <ac:spMkLst>
            <pc:docMk/>
            <pc:sldMk cId="1868720455" sldId="380"/>
            <ac:spMk id="5" creationId="{67D649D8-E2AC-4205-A3F3-CD0E0162A14B}"/>
          </ac:spMkLst>
        </pc:spChg>
        <pc:spChg chg="add mod">
          <ac:chgData name="鈴木 秀規" userId="f68c5fd9-22d5-4c0a-9833-7fb0f5135313" providerId="ADAL" clId="{31AF745B-ECEE-4C51-8828-E2A47B117181}" dt="2021-01-26T06:10:26.206" v="544" actId="2711"/>
          <ac:spMkLst>
            <pc:docMk/>
            <pc:sldMk cId="1868720455" sldId="380"/>
            <ac:spMk id="7" creationId="{65F9B8C6-FC9A-4EF2-BBA3-212563842F5B}"/>
          </ac:spMkLst>
        </pc:spChg>
        <pc:picChg chg="add mod">
          <ac:chgData name="鈴木 秀規" userId="f68c5fd9-22d5-4c0a-9833-7fb0f5135313" providerId="ADAL" clId="{31AF745B-ECEE-4C51-8828-E2A47B117181}" dt="2021-01-26T06:09:59.920" v="539" actId="1076"/>
          <ac:picMkLst>
            <pc:docMk/>
            <pc:sldMk cId="1868720455" sldId="380"/>
            <ac:picMk id="6" creationId="{2A23E1E0-788A-446D-BEF7-9FCDBB91E931}"/>
          </ac:picMkLst>
        </pc:picChg>
      </pc:sldChg>
      <pc:sldChg chg="modSp new mod">
        <pc:chgData name="鈴木 秀規" userId="f68c5fd9-22d5-4c0a-9833-7fb0f5135313" providerId="ADAL" clId="{31AF745B-ECEE-4C51-8828-E2A47B117181}" dt="2021-01-26T06:12:24.172" v="560" actId="207"/>
        <pc:sldMkLst>
          <pc:docMk/>
          <pc:sldMk cId="3747614513" sldId="381"/>
        </pc:sldMkLst>
        <pc:spChg chg="mod">
          <ac:chgData name="鈴木 秀規" userId="f68c5fd9-22d5-4c0a-9833-7fb0f5135313" providerId="ADAL" clId="{31AF745B-ECEE-4C51-8828-E2A47B117181}" dt="2021-01-26T06:11:21.079" v="546"/>
          <ac:spMkLst>
            <pc:docMk/>
            <pc:sldMk cId="3747614513" sldId="381"/>
            <ac:spMk id="3" creationId="{F54A46C4-10A8-4D73-8262-AF5F7632B069}"/>
          </ac:spMkLst>
        </pc:spChg>
        <pc:spChg chg="mod">
          <ac:chgData name="鈴木 秀規" userId="f68c5fd9-22d5-4c0a-9833-7fb0f5135313" providerId="ADAL" clId="{31AF745B-ECEE-4C51-8828-E2A47B117181}" dt="2021-01-26T06:12:24.172" v="560" actId="207"/>
          <ac:spMkLst>
            <pc:docMk/>
            <pc:sldMk cId="3747614513" sldId="381"/>
            <ac:spMk id="5" creationId="{C0902D24-2BC6-4565-B8E4-0885C73CA1B0}"/>
          </ac:spMkLst>
        </pc:spChg>
      </pc:sldChg>
      <pc:sldChg chg="addSp delSp modSp new mod">
        <pc:chgData name="鈴木 秀規" userId="f68c5fd9-22d5-4c0a-9833-7fb0f5135313" providerId="ADAL" clId="{31AF745B-ECEE-4C51-8828-E2A47B117181}" dt="2021-01-26T06:14:03.636" v="574" actId="207"/>
        <pc:sldMkLst>
          <pc:docMk/>
          <pc:sldMk cId="882110079" sldId="382"/>
        </pc:sldMkLst>
        <pc:spChg chg="mod">
          <ac:chgData name="鈴木 秀規" userId="f68c5fd9-22d5-4c0a-9833-7fb0f5135313" providerId="ADAL" clId="{31AF745B-ECEE-4C51-8828-E2A47B117181}" dt="2021-01-26T06:12:50.845" v="562"/>
          <ac:spMkLst>
            <pc:docMk/>
            <pc:sldMk cId="882110079" sldId="382"/>
            <ac:spMk id="3" creationId="{A3CC9EC9-F4F4-4F23-8295-F1F14A8EF7BF}"/>
          </ac:spMkLst>
        </pc:spChg>
        <pc:spChg chg="del">
          <ac:chgData name="鈴木 秀規" userId="f68c5fd9-22d5-4c0a-9833-7fb0f5135313" providerId="ADAL" clId="{31AF745B-ECEE-4C51-8828-E2A47B117181}" dt="2021-01-26T06:13:21.142" v="565" actId="478"/>
          <ac:spMkLst>
            <pc:docMk/>
            <pc:sldMk cId="882110079" sldId="382"/>
            <ac:spMk id="5" creationId="{AF90F26D-7738-4D8F-BDA2-E79BA73233E4}"/>
          </ac:spMkLst>
        </pc:spChg>
        <pc:spChg chg="add del mod">
          <ac:chgData name="鈴木 秀規" userId="f68c5fd9-22d5-4c0a-9833-7fb0f5135313" providerId="ADAL" clId="{31AF745B-ECEE-4C51-8828-E2A47B117181}" dt="2021-01-26T06:13:10.268" v="564"/>
          <ac:spMkLst>
            <pc:docMk/>
            <pc:sldMk cId="882110079" sldId="382"/>
            <ac:spMk id="6" creationId="{86A444F9-DE7C-4FBD-B2B6-D06A5D9943B1}"/>
          </ac:spMkLst>
        </pc:spChg>
        <pc:spChg chg="add del mod">
          <ac:chgData name="鈴木 秀規" userId="f68c5fd9-22d5-4c0a-9833-7fb0f5135313" providerId="ADAL" clId="{31AF745B-ECEE-4C51-8828-E2A47B117181}" dt="2021-01-26T06:13:10.268" v="564"/>
          <ac:spMkLst>
            <pc:docMk/>
            <pc:sldMk cId="882110079" sldId="382"/>
            <ac:spMk id="7" creationId="{AD3C94E8-CCE4-4467-99FA-54C60C64C849}"/>
          </ac:spMkLst>
        </pc:spChg>
        <pc:spChg chg="add del mod">
          <ac:chgData name="鈴木 秀規" userId="f68c5fd9-22d5-4c0a-9833-7fb0f5135313" providerId="ADAL" clId="{31AF745B-ECEE-4C51-8828-E2A47B117181}" dt="2021-01-26T06:13:10.268" v="564"/>
          <ac:spMkLst>
            <pc:docMk/>
            <pc:sldMk cId="882110079" sldId="382"/>
            <ac:spMk id="8" creationId="{B02B01A6-8295-48F9-8750-10A5EF847C21}"/>
          </ac:spMkLst>
        </pc:spChg>
        <pc:spChg chg="mod">
          <ac:chgData name="鈴木 秀規" userId="f68c5fd9-22d5-4c0a-9833-7fb0f5135313" providerId="ADAL" clId="{31AF745B-ECEE-4C51-8828-E2A47B117181}" dt="2021-01-26T06:13:09.258" v="563"/>
          <ac:spMkLst>
            <pc:docMk/>
            <pc:sldMk cId="882110079" sldId="382"/>
            <ac:spMk id="11" creationId="{D35B5DAD-402A-47F6-BDE7-E6BFDC074AA2}"/>
          </ac:spMkLst>
        </pc:spChg>
        <pc:spChg chg="add del mod">
          <ac:chgData name="鈴木 秀規" userId="f68c5fd9-22d5-4c0a-9833-7fb0f5135313" providerId="ADAL" clId="{31AF745B-ECEE-4C51-8828-E2A47B117181}" dt="2021-01-26T06:13:10.268" v="564"/>
          <ac:spMkLst>
            <pc:docMk/>
            <pc:sldMk cId="882110079" sldId="382"/>
            <ac:spMk id="12" creationId="{B480959C-1CD5-4F31-B9BC-85AB01582226}"/>
          </ac:spMkLst>
        </pc:spChg>
        <pc:spChg chg="add del mod">
          <ac:chgData name="鈴木 秀規" userId="f68c5fd9-22d5-4c0a-9833-7fb0f5135313" providerId="ADAL" clId="{31AF745B-ECEE-4C51-8828-E2A47B117181}" dt="2021-01-26T06:13:10.268" v="564"/>
          <ac:spMkLst>
            <pc:docMk/>
            <pc:sldMk cId="882110079" sldId="382"/>
            <ac:spMk id="13" creationId="{1E0DEAA7-3B68-4D92-A66C-5066B52F7B9D}"/>
          </ac:spMkLst>
        </pc:spChg>
        <pc:spChg chg="add del mod">
          <ac:chgData name="鈴木 秀規" userId="f68c5fd9-22d5-4c0a-9833-7fb0f5135313" providerId="ADAL" clId="{31AF745B-ECEE-4C51-8828-E2A47B117181}" dt="2021-01-26T06:13:10.268" v="564"/>
          <ac:spMkLst>
            <pc:docMk/>
            <pc:sldMk cId="882110079" sldId="382"/>
            <ac:spMk id="14" creationId="{CAA2818F-3A83-4B5C-8F0A-566E05D710BF}"/>
          </ac:spMkLst>
        </pc:spChg>
        <pc:spChg chg="add del mod">
          <ac:chgData name="鈴木 秀規" userId="f68c5fd9-22d5-4c0a-9833-7fb0f5135313" providerId="ADAL" clId="{31AF745B-ECEE-4C51-8828-E2A47B117181}" dt="2021-01-26T06:13:10.268" v="564"/>
          <ac:spMkLst>
            <pc:docMk/>
            <pc:sldMk cId="882110079" sldId="382"/>
            <ac:spMk id="15" creationId="{D5ABF18C-A6E1-4F2E-BEF8-142AF128745F}"/>
          </ac:spMkLst>
        </pc:spChg>
        <pc:spChg chg="add del mod">
          <ac:chgData name="鈴木 秀規" userId="f68c5fd9-22d5-4c0a-9833-7fb0f5135313" providerId="ADAL" clId="{31AF745B-ECEE-4C51-8828-E2A47B117181}" dt="2021-01-26T06:13:10.268" v="564"/>
          <ac:spMkLst>
            <pc:docMk/>
            <pc:sldMk cId="882110079" sldId="382"/>
            <ac:spMk id="16" creationId="{306E79C5-4E8C-480B-83AE-AC51A8646740}"/>
          </ac:spMkLst>
        </pc:spChg>
        <pc:spChg chg="add del mod">
          <ac:chgData name="鈴木 秀規" userId="f68c5fd9-22d5-4c0a-9833-7fb0f5135313" providerId="ADAL" clId="{31AF745B-ECEE-4C51-8828-E2A47B117181}" dt="2021-01-26T06:13:10.268" v="564"/>
          <ac:spMkLst>
            <pc:docMk/>
            <pc:sldMk cId="882110079" sldId="382"/>
            <ac:spMk id="17" creationId="{A850B1BF-6213-4268-9852-CB3510D15896}"/>
          </ac:spMkLst>
        </pc:spChg>
        <pc:spChg chg="add del mod">
          <ac:chgData name="鈴木 秀規" userId="f68c5fd9-22d5-4c0a-9833-7fb0f5135313" providerId="ADAL" clId="{31AF745B-ECEE-4C51-8828-E2A47B117181}" dt="2021-01-26T06:13:10.268" v="564"/>
          <ac:spMkLst>
            <pc:docMk/>
            <pc:sldMk cId="882110079" sldId="382"/>
            <ac:spMk id="18" creationId="{B9D5858B-041E-4C12-9353-A8913816EACA}"/>
          </ac:spMkLst>
        </pc:spChg>
        <pc:spChg chg="add del mod">
          <ac:chgData name="鈴木 秀規" userId="f68c5fd9-22d5-4c0a-9833-7fb0f5135313" providerId="ADAL" clId="{31AF745B-ECEE-4C51-8828-E2A47B117181}" dt="2021-01-26T06:13:10.268" v="564"/>
          <ac:spMkLst>
            <pc:docMk/>
            <pc:sldMk cId="882110079" sldId="382"/>
            <ac:spMk id="19" creationId="{815E56E7-6482-4976-9092-728CE18EB9EF}"/>
          </ac:spMkLst>
        </pc:spChg>
        <pc:spChg chg="add del mod">
          <ac:chgData name="鈴木 秀規" userId="f68c5fd9-22d5-4c0a-9833-7fb0f5135313" providerId="ADAL" clId="{31AF745B-ECEE-4C51-8828-E2A47B117181}" dt="2021-01-26T06:13:10.268" v="564"/>
          <ac:spMkLst>
            <pc:docMk/>
            <pc:sldMk cId="882110079" sldId="382"/>
            <ac:spMk id="20" creationId="{C97D492B-3C50-4A3F-B87A-920471D2A56F}"/>
          </ac:spMkLst>
        </pc:spChg>
        <pc:spChg chg="add del mod">
          <ac:chgData name="鈴木 秀規" userId="f68c5fd9-22d5-4c0a-9833-7fb0f5135313" providerId="ADAL" clId="{31AF745B-ECEE-4C51-8828-E2A47B117181}" dt="2021-01-26T06:13:10.268" v="564"/>
          <ac:spMkLst>
            <pc:docMk/>
            <pc:sldMk cId="882110079" sldId="382"/>
            <ac:spMk id="21" creationId="{73CF89BF-6EDA-4EA0-965E-6983E66667E3}"/>
          </ac:spMkLst>
        </pc:spChg>
        <pc:spChg chg="add del mod">
          <ac:chgData name="鈴木 秀規" userId="f68c5fd9-22d5-4c0a-9833-7fb0f5135313" providerId="ADAL" clId="{31AF745B-ECEE-4C51-8828-E2A47B117181}" dt="2021-01-26T06:13:10.268" v="564"/>
          <ac:spMkLst>
            <pc:docMk/>
            <pc:sldMk cId="882110079" sldId="382"/>
            <ac:spMk id="22" creationId="{0D637F13-D357-471A-9CF4-75DC530A5E46}"/>
          </ac:spMkLst>
        </pc:spChg>
        <pc:spChg chg="add mod">
          <ac:chgData name="鈴木 秀規" userId="f68c5fd9-22d5-4c0a-9833-7fb0f5135313" providerId="ADAL" clId="{31AF745B-ECEE-4C51-8828-E2A47B117181}" dt="2021-01-26T06:13:21.550" v="566"/>
          <ac:spMkLst>
            <pc:docMk/>
            <pc:sldMk cId="882110079" sldId="382"/>
            <ac:spMk id="23" creationId="{CB95B40C-D475-4805-8F2B-5CD1ABD082B6}"/>
          </ac:spMkLst>
        </pc:spChg>
        <pc:spChg chg="add mod">
          <ac:chgData name="鈴木 秀規" userId="f68c5fd9-22d5-4c0a-9833-7fb0f5135313" providerId="ADAL" clId="{31AF745B-ECEE-4C51-8828-E2A47B117181}" dt="2021-01-26T06:13:21.550" v="566"/>
          <ac:spMkLst>
            <pc:docMk/>
            <pc:sldMk cId="882110079" sldId="382"/>
            <ac:spMk id="24" creationId="{EB86E5A7-017E-4A6A-86EB-FCE90D3F8600}"/>
          </ac:spMkLst>
        </pc:spChg>
        <pc:spChg chg="add mod">
          <ac:chgData name="鈴木 秀規" userId="f68c5fd9-22d5-4c0a-9833-7fb0f5135313" providerId="ADAL" clId="{31AF745B-ECEE-4C51-8828-E2A47B117181}" dt="2021-01-26T06:13:53.480" v="572" actId="207"/>
          <ac:spMkLst>
            <pc:docMk/>
            <pc:sldMk cId="882110079" sldId="382"/>
            <ac:spMk id="25" creationId="{F64B71BA-0995-41C8-BCE7-7F5F1F8231EA}"/>
          </ac:spMkLst>
        </pc:spChg>
        <pc:spChg chg="mod">
          <ac:chgData name="鈴木 秀規" userId="f68c5fd9-22d5-4c0a-9833-7fb0f5135313" providerId="ADAL" clId="{31AF745B-ECEE-4C51-8828-E2A47B117181}" dt="2021-01-26T06:13:21.550" v="566"/>
          <ac:spMkLst>
            <pc:docMk/>
            <pc:sldMk cId="882110079" sldId="382"/>
            <ac:spMk id="28" creationId="{BFE9E4B7-18B0-4F27-AA9B-DA0E3D3991A7}"/>
          </ac:spMkLst>
        </pc:spChg>
        <pc:spChg chg="add mod">
          <ac:chgData name="鈴木 秀規" userId="f68c5fd9-22d5-4c0a-9833-7fb0f5135313" providerId="ADAL" clId="{31AF745B-ECEE-4C51-8828-E2A47B117181}" dt="2021-01-26T06:13:21.550" v="566"/>
          <ac:spMkLst>
            <pc:docMk/>
            <pc:sldMk cId="882110079" sldId="382"/>
            <ac:spMk id="29" creationId="{573DAD18-4E4E-45C1-ADF4-49219DC34074}"/>
          </ac:spMkLst>
        </pc:spChg>
        <pc:spChg chg="add mod">
          <ac:chgData name="鈴木 秀規" userId="f68c5fd9-22d5-4c0a-9833-7fb0f5135313" providerId="ADAL" clId="{31AF745B-ECEE-4C51-8828-E2A47B117181}" dt="2021-01-26T06:13:21.550" v="566"/>
          <ac:spMkLst>
            <pc:docMk/>
            <pc:sldMk cId="882110079" sldId="382"/>
            <ac:spMk id="30" creationId="{E70DE4C6-C26E-4F4C-9071-75AD0594AD5A}"/>
          </ac:spMkLst>
        </pc:spChg>
        <pc:spChg chg="add mod">
          <ac:chgData name="鈴木 秀規" userId="f68c5fd9-22d5-4c0a-9833-7fb0f5135313" providerId="ADAL" clId="{31AF745B-ECEE-4C51-8828-E2A47B117181}" dt="2021-01-26T06:13:21.550" v="566"/>
          <ac:spMkLst>
            <pc:docMk/>
            <pc:sldMk cId="882110079" sldId="382"/>
            <ac:spMk id="31" creationId="{D1BDC3E5-EA00-4C42-8A1E-852F56068736}"/>
          </ac:spMkLst>
        </pc:spChg>
        <pc:spChg chg="add mod">
          <ac:chgData name="鈴木 秀規" userId="f68c5fd9-22d5-4c0a-9833-7fb0f5135313" providerId="ADAL" clId="{31AF745B-ECEE-4C51-8828-E2A47B117181}" dt="2021-01-26T06:13:21.550" v="566"/>
          <ac:spMkLst>
            <pc:docMk/>
            <pc:sldMk cId="882110079" sldId="382"/>
            <ac:spMk id="32" creationId="{8C2C898B-8E04-48B9-8CEE-48779842213F}"/>
          </ac:spMkLst>
        </pc:spChg>
        <pc:spChg chg="add mod">
          <ac:chgData name="鈴木 秀規" userId="f68c5fd9-22d5-4c0a-9833-7fb0f5135313" providerId="ADAL" clId="{31AF745B-ECEE-4C51-8828-E2A47B117181}" dt="2021-01-26T06:13:21.550" v="566"/>
          <ac:spMkLst>
            <pc:docMk/>
            <pc:sldMk cId="882110079" sldId="382"/>
            <ac:spMk id="33" creationId="{998B1CBF-B26D-497D-9621-03A6FBE45715}"/>
          </ac:spMkLst>
        </pc:spChg>
        <pc:spChg chg="add mod">
          <ac:chgData name="鈴木 秀規" userId="f68c5fd9-22d5-4c0a-9833-7fb0f5135313" providerId="ADAL" clId="{31AF745B-ECEE-4C51-8828-E2A47B117181}" dt="2021-01-26T06:14:03.636" v="574" actId="207"/>
          <ac:spMkLst>
            <pc:docMk/>
            <pc:sldMk cId="882110079" sldId="382"/>
            <ac:spMk id="34" creationId="{924D5BA6-9DD1-4F22-8640-C4BBA5DCE744}"/>
          </ac:spMkLst>
        </pc:spChg>
        <pc:spChg chg="add mod">
          <ac:chgData name="鈴木 秀規" userId="f68c5fd9-22d5-4c0a-9833-7fb0f5135313" providerId="ADAL" clId="{31AF745B-ECEE-4C51-8828-E2A47B117181}" dt="2021-01-26T06:13:21.550" v="566"/>
          <ac:spMkLst>
            <pc:docMk/>
            <pc:sldMk cId="882110079" sldId="382"/>
            <ac:spMk id="35" creationId="{180FD0D4-BA62-4835-90CF-419910B6A754}"/>
          </ac:spMkLst>
        </pc:spChg>
        <pc:spChg chg="add mod">
          <ac:chgData name="鈴木 秀規" userId="f68c5fd9-22d5-4c0a-9833-7fb0f5135313" providerId="ADAL" clId="{31AF745B-ECEE-4C51-8828-E2A47B117181}" dt="2021-01-26T06:13:44.030" v="569" actId="207"/>
          <ac:spMkLst>
            <pc:docMk/>
            <pc:sldMk cId="882110079" sldId="382"/>
            <ac:spMk id="36" creationId="{E034CB9A-A4D2-48E9-9EE9-C639751C9AAA}"/>
          </ac:spMkLst>
        </pc:spChg>
        <pc:spChg chg="add mod">
          <ac:chgData name="鈴木 秀規" userId="f68c5fd9-22d5-4c0a-9833-7fb0f5135313" providerId="ADAL" clId="{31AF745B-ECEE-4C51-8828-E2A47B117181}" dt="2021-01-26T06:13:21.550" v="566"/>
          <ac:spMkLst>
            <pc:docMk/>
            <pc:sldMk cId="882110079" sldId="382"/>
            <ac:spMk id="37" creationId="{1D25F930-F554-4875-AAE2-2400D6012CD1}"/>
          </ac:spMkLst>
        </pc:spChg>
        <pc:spChg chg="add mod">
          <ac:chgData name="鈴木 秀規" userId="f68c5fd9-22d5-4c0a-9833-7fb0f5135313" providerId="ADAL" clId="{31AF745B-ECEE-4C51-8828-E2A47B117181}" dt="2021-01-26T06:13:21.550" v="566"/>
          <ac:spMkLst>
            <pc:docMk/>
            <pc:sldMk cId="882110079" sldId="382"/>
            <ac:spMk id="38" creationId="{E76DE0E2-CC83-48AE-AFA6-4671B3BC96CF}"/>
          </ac:spMkLst>
        </pc:spChg>
        <pc:spChg chg="add mod">
          <ac:chgData name="鈴木 秀規" userId="f68c5fd9-22d5-4c0a-9833-7fb0f5135313" providerId="ADAL" clId="{31AF745B-ECEE-4C51-8828-E2A47B117181}" dt="2021-01-26T06:13:44.030" v="569" actId="207"/>
          <ac:spMkLst>
            <pc:docMk/>
            <pc:sldMk cId="882110079" sldId="382"/>
            <ac:spMk id="39" creationId="{C39B4C02-6C83-4A45-9EFF-4B2F1446EC4A}"/>
          </ac:spMkLst>
        </pc:spChg>
        <pc:grpChg chg="add del mod">
          <ac:chgData name="鈴木 秀規" userId="f68c5fd9-22d5-4c0a-9833-7fb0f5135313" providerId="ADAL" clId="{31AF745B-ECEE-4C51-8828-E2A47B117181}" dt="2021-01-26T06:13:10.268" v="564"/>
          <ac:grpSpMkLst>
            <pc:docMk/>
            <pc:sldMk cId="882110079" sldId="382"/>
            <ac:grpSpMk id="9" creationId="{57BA293B-7FDC-47F9-A1CE-4F5F57ABEC39}"/>
          </ac:grpSpMkLst>
        </pc:grpChg>
        <pc:grpChg chg="add mod">
          <ac:chgData name="鈴木 秀規" userId="f68c5fd9-22d5-4c0a-9833-7fb0f5135313" providerId="ADAL" clId="{31AF745B-ECEE-4C51-8828-E2A47B117181}" dt="2021-01-26T06:13:21.550" v="566"/>
          <ac:grpSpMkLst>
            <pc:docMk/>
            <pc:sldMk cId="882110079" sldId="382"/>
            <ac:grpSpMk id="26" creationId="{917B620F-C4F7-41BD-9896-CE2FFAE60927}"/>
          </ac:grpSpMkLst>
        </pc:grpChg>
        <pc:picChg chg="mod">
          <ac:chgData name="鈴木 秀規" userId="f68c5fd9-22d5-4c0a-9833-7fb0f5135313" providerId="ADAL" clId="{31AF745B-ECEE-4C51-8828-E2A47B117181}" dt="2021-01-26T06:13:09.258" v="563"/>
          <ac:picMkLst>
            <pc:docMk/>
            <pc:sldMk cId="882110079" sldId="382"/>
            <ac:picMk id="10" creationId="{8CC84378-7F8F-40BE-AE6F-98331DD39749}"/>
          </ac:picMkLst>
        </pc:picChg>
        <pc:picChg chg="mod">
          <ac:chgData name="鈴木 秀規" userId="f68c5fd9-22d5-4c0a-9833-7fb0f5135313" providerId="ADAL" clId="{31AF745B-ECEE-4C51-8828-E2A47B117181}" dt="2021-01-26T06:13:21.550" v="566"/>
          <ac:picMkLst>
            <pc:docMk/>
            <pc:sldMk cId="882110079" sldId="382"/>
            <ac:picMk id="27" creationId="{24ACCD78-F9D6-4EC2-9BFF-C7E2157BD470}"/>
          </ac:picMkLst>
        </pc:picChg>
      </pc:sldChg>
      <pc:sldChg chg="addSp modSp new mod">
        <pc:chgData name="鈴木 秀規" userId="f68c5fd9-22d5-4c0a-9833-7fb0f5135313" providerId="ADAL" clId="{31AF745B-ECEE-4C51-8828-E2A47B117181}" dt="2021-01-26T06:16:04.560" v="587" actId="113"/>
        <pc:sldMkLst>
          <pc:docMk/>
          <pc:sldMk cId="2781782632" sldId="383"/>
        </pc:sldMkLst>
        <pc:spChg chg="mod">
          <ac:chgData name="鈴木 秀規" userId="f68c5fd9-22d5-4c0a-9833-7fb0f5135313" providerId="ADAL" clId="{31AF745B-ECEE-4C51-8828-E2A47B117181}" dt="2021-01-26T06:14:45.891" v="576"/>
          <ac:spMkLst>
            <pc:docMk/>
            <pc:sldMk cId="2781782632" sldId="383"/>
            <ac:spMk id="3" creationId="{B8B1C725-BA9E-47ED-B8AA-4F2EA343DE8A}"/>
          </ac:spMkLst>
        </pc:spChg>
        <pc:spChg chg="mod">
          <ac:chgData name="鈴木 秀規" userId="f68c5fd9-22d5-4c0a-9833-7fb0f5135313" providerId="ADAL" clId="{31AF745B-ECEE-4C51-8828-E2A47B117181}" dt="2021-01-26T06:16:04.560" v="587" actId="113"/>
          <ac:spMkLst>
            <pc:docMk/>
            <pc:sldMk cId="2781782632" sldId="383"/>
            <ac:spMk id="5" creationId="{CF651CCA-9F40-4BCE-A01F-0BD5D700C5E9}"/>
          </ac:spMkLst>
        </pc:spChg>
        <pc:picChg chg="add mod">
          <ac:chgData name="鈴木 秀規" userId="f68c5fd9-22d5-4c0a-9833-7fb0f5135313" providerId="ADAL" clId="{31AF745B-ECEE-4C51-8828-E2A47B117181}" dt="2021-01-26T06:15:26.687" v="583" actId="1076"/>
          <ac:picMkLst>
            <pc:docMk/>
            <pc:sldMk cId="2781782632" sldId="383"/>
            <ac:picMk id="6" creationId="{65279780-C5FC-45B9-9309-A9C6BF38E469}"/>
          </ac:picMkLst>
        </pc:picChg>
      </pc:sldChg>
      <pc:sldChg chg="addSp delSp modSp new mod delAnim modAnim">
        <pc:chgData name="鈴木 秀規" userId="f68c5fd9-22d5-4c0a-9833-7fb0f5135313" providerId="ADAL" clId="{31AF745B-ECEE-4C51-8828-E2A47B117181}" dt="2021-01-26T06:23:26.889" v="664" actId="255"/>
        <pc:sldMkLst>
          <pc:docMk/>
          <pc:sldMk cId="4147991204" sldId="384"/>
        </pc:sldMkLst>
        <pc:spChg chg="mod">
          <ac:chgData name="鈴木 秀規" userId="f68c5fd9-22d5-4c0a-9833-7fb0f5135313" providerId="ADAL" clId="{31AF745B-ECEE-4C51-8828-E2A47B117181}" dt="2021-01-26T06:16:39.823" v="597" actId="20577"/>
          <ac:spMkLst>
            <pc:docMk/>
            <pc:sldMk cId="4147991204" sldId="384"/>
            <ac:spMk id="3" creationId="{88B1A65F-8194-42FD-B9D9-616F8BCC232B}"/>
          </ac:spMkLst>
        </pc:spChg>
        <pc:spChg chg="mod">
          <ac:chgData name="鈴木 秀規" userId="f68c5fd9-22d5-4c0a-9833-7fb0f5135313" providerId="ADAL" clId="{31AF745B-ECEE-4C51-8828-E2A47B117181}" dt="2021-01-26T06:16:53.527" v="601" actId="14100"/>
          <ac:spMkLst>
            <pc:docMk/>
            <pc:sldMk cId="4147991204" sldId="384"/>
            <ac:spMk id="5" creationId="{24DBC3E7-31A6-42EF-B371-B658D9FC74AB}"/>
          </ac:spMkLst>
        </pc:spChg>
        <pc:spChg chg="add mod">
          <ac:chgData name="鈴木 秀規" userId="f68c5fd9-22d5-4c0a-9833-7fb0f5135313" providerId="ADAL" clId="{31AF745B-ECEE-4C51-8828-E2A47B117181}" dt="2021-01-26T06:23:26.889" v="664" actId="255"/>
          <ac:spMkLst>
            <pc:docMk/>
            <pc:sldMk cId="4147991204" sldId="384"/>
            <ac:spMk id="7" creationId="{1CD216F2-0B99-4613-A820-9845B1647BC0}"/>
          </ac:spMkLst>
        </pc:spChg>
        <pc:spChg chg="add del mod">
          <ac:chgData name="鈴木 秀規" userId="f68c5fd9-22d5-4c0a-9833-7fb0f5135313" providerId="ADAL" clId="{31AF745B-ECEE-4C51-8828-E2A47B117181}" dt="2021-01-26T06:22:51.841" v="654" actId="478"/>
          <ac:spMkLst>
            <pc:docMk/>
            <pc:sldMk cId="4147991204" sldId="384"/>
            <ac:spMk id="8" creationId="{F0A0FDD0-E7FD-40D2-BB0C-A7CD33611AA9}"/>
          </ac:spMkLst>
        </pc:spChg>
        <pc:spChg chg="add del mod">
          <ac:chgData name="鈴木 秀規" userId="f68c5fd9-22d5-4c0a-9833-7fb0f5135313" providerId="ADAL" clId="{31AF745B-ECEE-4C51-8828-E2A47B117181}" dt="2021-01-26T06:19:53.679" v="621" actId="478"/>
          <ac:spMkLst>
            <pc:docMk/>
            <pc:sldMk cId="4147991204" sldId="384"/>
            <ac:spMk id="9" creationId="{941A2A67-B610-477B-8872-318FEDC6FCEB}"/>
          </ac:spMkLst>
        </pc:spChg>
        <pc:spChg chg="add mod">
          <ac:chgData name="鈴木 秀規" userId="f68c5fd9-22d5-4c0a-9833-7fb0f5135313" providerId="ADAL" clId="{31AF745B-ECEE-4C51-8828-E2A47B117181}" dt="2021-01-26T06:20:09.586" v="624" actId="14100"/>
          <ac:spMkLst>
            <pc:docMk/>
            <pc:sldMk cId="4147991204" sldId="384"/>
            <ac:spMk id="10" creationId="{EE64B79F-B591-443A-A2E7-C73CBE6ECB13}"/>
          </ac:spMkLst>
        </pc:spChg>
        <pc:picChg chg="add del mod">
          <ac:chgData name="鈴木 秀規" userId="f68c5fd9-22d5-4c0a-9833-7fb0f5135313" providerId="ADAL" clId="{31AF745B-ECEE-4C51-8828-E2A47B117181}" dt="2021-01-26T06:17:06.905" v="603" actId="478"/>
          <ac:picMkLst>
            <pc:docMk/>
            <pc:sldMk cId="4147991204" sldId="384"/>
            <ac:picMk id="6" creationId="{BA18E97F-DC42-46DB-BD15-E1F243CBE847}"/>
          </ac:picMkLst>
        </pc:picChg>
        <pc:picChg chg="add mod">
          <ac:chgData name="鈴木 秀規" userId="f68c5fd9-22d5-4c0a-9833-7fb0f5135313" providerId="ADAL" clId="{31AF745B-ECEE-4C51-8828-E2A47B117181}" dt="2021-01-26T06:19:02.426" v="613" actId="1076"/>
          <ac:picMkLst>
            <pc:docMk/>
            <pc:sldMk cId="4147991204" sldId="384"/>
            <ac:picMk id="1026" creationId="{6903FB68-4A4A-42EB-A759-26E220FD56CD}"/>
          </ac:picMkLst>
        </pc:picChg>
      </pc:sldChg>
      <pc:sldChg chg="modSp new mod">
        <pc:chgData name="鈴木 秀規" userId="f68c5fd9-22d5-4c0a-9833-7fb0f5135313" providerId="ADAL" clId="{31AF745B-ECEE-4C51-8828-E2A47B117181}" dt="2021-01-26T06:22:18.153" v="652" actId="207"/>
        <pc:sldMkLst>
          <pc:docMk/>
          <pc:sldMk cId="1389535331" sldId="385"/>
        </pc:sldMkLst>
        <pc:spChg chg="mod">
          <ac:chgData name="鈴木 秀規" userId="f68c5fd9-22d5-4c0a-9833-7fb0f5135313" providerId="ADAL" clId="{31AF745B-ECEE-4C51-8828-E2A47B117181}" dt="2021-01-26T06:20:58.455" v="626"/>
          <ac:spMkLst>
            <pc:docMk/>
            <pc:sldMk cId="1389535331" sldId="385"/>
            <ac:spMk id="3" creationId="{496F8A16-68B0-4614-9906-69CEE0EBA64D}"/>
          </ac:spMkLst>
        </pc:spChg>
        <pc:spChg chg="mod">
          <ac:chgData name="鈴木 秀規" userId="f68c5fd9-22d5-4c0a-9833-7fb0f5135313" providerId="ADAL" clId="{31AF745B-ECEE-4C51-8828-E2A47B117181}" dt="2021-01-26T06:22:18.153" v="652" actId="207"/>
          <ac:spMkLst>
            <pc:docMk/>
            <pc:sldMk cId="1389535331" sldId="385"/>
            <ac:spMk id="5" creationId="{6F728591-7CBD-4AD4-9F32-C84F67FFA042}"/>
          </ac:spMkLst>
        </pc:spChg>
      </pc:sldChg>
      <pc:sldChg chg="modSp new mod">
        <pc:chgData name="鈴木 秀規" userId="f68c5fd9-22d5-4c0a-9833-7fb0f5135313" providerId="ADAL" clId="{31AF745B-ECEE-4C51-8828-E2A47B117181}" dt="2021-01-26T06:25:31.114" v="700" actId="207"/>
        <pc:sldMkLst>
          <pc:docMk/>
          <pc:sldMk cId="3711062952" sldId="386"/>
        </pc:sldMkLst>
        <pc:spChg chg="mod">
          <ac:chgData name="鈴木 秀規" userId="f68c5fd9-22d5-4c0a-9833-7fb0f5135313" providerId="ADAL" clId="{31AF745B-ECEE-4C51-8828-E2A47B117181}" dt="2021-01-26T06:23:47.429" v="665"/>
          <ac:spMkLst>
            <pc:docMk/>
            <pc:sldMk cId="3711062952" sldId="386"/>
            <ac:spMk id="3" creationId="{BB422BF4-F7D4-4F39-B554-AB828A85924E}"/>
          </ac:spMkLst>
        </pc:spChg>
        <pc:spChg chg="mod">
          <ac:chgData name="鈴木 秀規" userId="f68c5fd9-22d5-4c0a-9833-7fb0f5135313" providerId="ADAL" clId="{31AF745B-ECEE-4C51-8828-E2A47B117181}" dt="2021-01-26T06:25:31.114" v="700" actId="207"/>
          <ac:spMkLst>
            <pc:docMk/>
            <pc:sldMk cId="3711062952" sldId="386"/>
            <ac:spMk id="5" creationId="{23BCC0A4-DBE2-4C84-BDC2-543B3A071296}"/>
          </ac:spMkLst>
        </pc:spChg>
      </pc:sldChg>
      <pc:sldChg chg="addSp delSp modSp new mod">
        <pc:chgData name="鈴木 秀規" userId="f68c5fd9-22d5-4c0a-9833-7fb0f5135313" providerId="ADAL" clId="{31AF745B-ECEE-4C51-8828-E2A47B117181}" dt="2021-01-26T06:30:36.692" v="750" actId="14100"/>
        <pc:sldMkLst>
          <pc:docMk/>
          <pc:sldMk cId="556755707" sldId="387"/>
        </pc:sldMkLst>
        <pc:spChg chg="mod">
          <ac:chgData name="鈴木 秀規" userId="f68c5fd9-22d5-4c0a-9833-7fb0f5135313" providerId="ADAL" clId="{31AF745B-ECEE-4C51-8828-E2A47B117181}" dt="2021-01-26T06:25:47.215" v="702"/>
          <ac:spMkLst>
            <pc:docMk/>
            <pc:sldMk cId="556755707" sldId="387"/>
            <ac:spMk id="3" creationId="{D055E71E-3900-411D-A4AF-1AFDE03A9EBB}"/>
          </ac:spMkLst>
        </pc:spChg>
        <pc:spChg chg="del">
          <ac:chgData name="鈴木 秀規" userId="f68c5fd9-22d5-4c0a-9833-7fb0f5135313" providerId="ADAL" clId="{31AF745B-ECEE-4C51-8828-E2A47B117181}" dt="2021-01-26T06:26:16.459" v="703" actId="478"/>
          <ac:spMkLst>
            <pc:docMk/>
            <pc:sldMk cId="556755707" sldId="387"/>
            <ac:spMk id="5" creationId="{CB977DC8-CF7B-491D-AE32-FFE9DC6D56EC}"/>
          </ac:spMkLst>
        </pc:spChg>
        <pc:spChg chg="add mod">
          <ac:chgData name="鈴木 秀規" userId="f68c5fd9-22d5-4c0a-9833-7fb0f5135313" providerId="ADAL" clId="{31AF745B-ECEE-4C51-8828-E2A47B117181}" dt="2021-01-26T06:30:36.692" v="750" actId="14100"/>
          <ac:spMkLst>
            <pc:docMk/>
            <pc:sldMk cId="556755707" sldId="387"/>
            <ac:spMk id="6" creationId="{DB5FF637-F24E-4A0E-A8E9-3B89CDB9528C}"/>
          </ac:spMkLst>
        </pc:spChg>
        <pc:spChg chg="add mod">
          <ac:chgData name="鈴木 秀規" userId="f68c5fd9-22d5-4c0a-9833-7fb0f5135313" providerId="ADAL" clId="{31AF745B-ECEE-4C51-8828-E2A47B117181}" dt="2021-01-26T06:29:57.313" v="747" actId="1036"/>
          <ac:spMkLst>
            <pc:docMk/>
            <pc:sldMk cId="556755707" sldId="387"/>
            <ac:spMk id="7" creationId="{3A7BFF58-BDCE-4270-9567-91B91CB59120}"/>
          </ac:spMkLst>
        </pc:spChg>
        <pc:spChg chg="add mod">
          <ac:chgData name="鈴木 秀規" userId="f68c5fd9-22d5-4c0a-9833-7fb0f5135313" providerId="ADAL" clId="{31AF745B-ECEE-4C51-8828-E2A47B117181}" dt="2021-01-26T06:30:03.561" v="749" actId="1036"/>
          <ac:spMkLst>
            <pc:docMk/>
            <pc:sldMk cId="556755707" sldId="387"/>
            <ac:spMk id="8" creationId="{3E47FB20-4DA8-4B89-9C1C-B56A81CFBD86}"/>
          </ac:spMkLst>
        </pc:spChg>
        <pc:spChg chg="add mod">
          <ac:chgData name="鈴木 秀規" userId="f68c5fd9-22d5-4c0a-9833-7fb0f5135313" providerId="ADAL" clId="{31AF745B-ECEE-4C51-8828-E2A47B117181}" dt="2021-01-26T06:29:46.723" v="740" actId="1076"/>
          <ac:spMkLst>
            <pc:docMk/>
            <pc:sldMk cId="556755707" sldId="387"/>
            <ac:spMk id="9" creationId="{C47ADA95-0A25-40DC-B9CF-048F22043620}"/>
          </ac:spMkLst>
        </pc:spChg>
      </pc:sldChg>
      <pc:sldChg chg="modSp new mod">
        <pc:chgData name="鈴木 秀規" userId="f68c5fd9-22d5-4c0a-9833-7fb0f5135313" providerId="ADAL" clId="{31AF745B-ECEE-4C51-8828-E2A47B117181}" dt="2021-01-26T06:33:38.699" v="790" actId="20577"/>
        <pc:sldMkLst>
          <pc:docMk/>
          <pc:sldMk cId="2438793549" sldId="388"/>
        </pc:sldMkLst>
        <pc:spChg chg="mod">
          <ac:chgData name="鈴木 秀規" userId="f68c5fd9-22d5-4c0a-9833-7fb0f5135313" providerId="ADAL" clId="{31AF745B-ECEE-4C51-8828-E2A47B117181}" dt="2021-01-26T06:31:30.837" v="752"/>
          <ac:spMkLst>
            <pc:docMk/>
            <pc:sldMk cId="2438793549" sldId="388"/>
            <ac:spMk id="3" creationId="{C610E423-A142-4AA0-8F53-A880ECB84638}"/>
          </ac:spMkLst>
        </pc:spChg>
        <pc:spChg chg="mod">
          <ac:chgData name="鈴木 秀規" userId="f68c5fd9-22d5-4c0a-9833-7fb0f5135313" providerId="ADAL" clId="{31AF745B-ECEE-4C51-8828-E2A47B117181}" dt="2021-01-26T06:33:38.699" v="790" actId="20577"/>
          <ac:spMkLst>
            <pc:docMk/>
            <pc:sldMk cId="2438793549" sldId="388"/>
            <ac:spMk id="5" creationId="{F46EF505-320C-46BD-B709-62F840190822}"/>
          </ac:spMkLst>
        </pc:spChg>
      </pc:sldChg>
      <pc:sldChg chg="addSp modSp new mod">
        <pc:chgData name="鈴木 秀規" userId="f68c5fd9-22d5-4c0a-9833-7fb0f5135313" providerId="ADAL" clId="{31AF745B-ECEE-4C51-8828-E2A47B117181}" dt="2021-01-26T06:36:17.453" v="826" actId="1076"/>
        <pc:sldMkLst>
          <pc:docMk/>
          <pc:sldMk cId="1715481522" sldId="389"/>
        </pc:sldMkLst>
        <pc:spChg chg="mod">
          <ac:chgData name="鈴木 秀規" userId="f68c5fd9-22d5-4c0a-9833-7fb0f5135313" providerId="ADAL" clId="{31AF745B-ECEE-4C51-8828-E2A47B117181}" dt="2021-01-26T06:33:54.359" v="792"/>
          <ac:spMkLst>
            <pc:docMk/>
            <pc:sldMk cId="1715481522" sldId="389"/>
            <ac:spMk id="3" creationId="{274C6DF9-4F40-4E35-B127-AD76C03E164C}"/>
          </ac:spMkLst>
        </pc:spChg>
        <pc:spChg chg="mod">
          <ac:chgData name="鈴木 秀規" userId="f68c5fd9-22d5-4c0a-9833-7fb0f5135313" providerId="ADAL" clId="{31AF745B-ECEE-4C51-8828-E2A47B117181}" dt="2021-01-26T06:34:13.444" v="798" actId="14100"/>
          <ac:spMkLst>
            <pc:docMk/>
            <pc:sldMk cId="1715481522" sldId="389"/>
            <ac:spMk id="5" creationId="{3C1DD7FF-865D-416B-9120-CF864BAE9874}"/>
          </ac:spMkLst>
        </pc:spChg>
        <pc:graphicFrameChg chg="add mod modGraphic">
          <ac:chgData name="鈴木 秀規" userId="f68c5fd9-22d5-4c0a-9833-7fb0f5135313" providerId="ADAL" clId="{31AF745B-ECEE-4C51-8828-E2A47B117181}" dt="2021-01-26T06:35:31.045" v="808" actId="1076"/>
          <ac:graphicFrameMkLst>
            <pc:docMk/>
            <pc:sldMk cId="1715481522" sldId="389"/>
            <ac:graphicFrameMk id="6" creationId="{631281BD-0237-40F4-91CF-FA5B941265D3}"/>
          </ac:graphicFrameMkLst>
        </pc:graphicFrameChg>
        <pc:picChg chg="add mod">
          <ac:chgData name="鈴木 秀規" userId="f68c5fd9-22d5-4c0a-9833-7fb0f5135313" providerId="ADAL" clId="{31AF745B-ECEE-4C51-8828-E2A47B117181}" dt="2021-01-26T06:36:17.453" v="826" actId="1076"/>
          <ac:picMkLst>
            <pc:docMk/>
            <pc:sldMk cId="1715481522" sldId="389"/>
            <ac:picMk id="7" creationId="{E45271C7-AA74-43AE-A4E8-DE6603F047A6}"/>
          </ac:picMkLst>
        </pc:picChg>
        <pc:picChg chg="add mod">
          <ac:chgData name="鈴木 秀規" userId="f68c5fd9-22d5-4c0a-9833-7fb0f5135313" providerId="ADAL" clId="{31AF745B-ECEE-4C51-8828-E2A47B117181}" dt="2021-01-26T06:36:12.681" v="825" actId="1076"/>
          <ac:picMkLst>
            <pc:docMk/>
            <pc:sldMk cId="1715481522" sldId="389"/>
            <ac:picMk id="8" creationId="{640D49C3-8B55-4FF1-AE83-D00762148637}"/>
          </ac:picMkLst>
        </pc:picChg>
        <pc:picChg chg="add mod">
          <ac:chgData name="鈴木 秀規" userId="f68c5fd9-22d5-4c0a-9833-7fb0f5135313" providerId="ADAL" clId="{31AF745B-ECEE-4C51-8828-E2A47B117181}" dt="2021-01-26T06:36:07.752" v="824" actId="1038"/>
          <ac:picMkLst>
            <pc:docMk/>
            <pc:sldMk cId="1715481522" sldId="389"/>
            <ac:picMk id="9" creationId="{F251F0C4-D23F-4222-A6DB-D2308DA9E82F}"/>
          </ac:picMkLst>
        </pc:picChg>
      </pc:sldChg>
      <pc:sldChg chg="addSp modSp new mod">
        <pc:chgData name="鈴木 秀規" userId="f68c5fd9-22d5-4c0a-9833-7fb0f5135313" providerId="ADAL" clId="{31AF745B-ECEE-4C51-8828-E2A47B117181}" dt="2021-01-26T06:38:34.845" v="845" actId="14100"/>
        <pc:sldMkLst>
          <pc:docMk/>
          <pc:sldMk cId="2118453056" sldId="390"/>
        </pc:sldMkLst>
        <pc:spChg chg="mod">
          <ac:chgData name="鈴木 秀規" userId="f68c5fd9-22d5-4c0a-9833-7fb0f5135313" providerId="ADAL" clId="{31AF745B-ECEE-4C51-8828-E2A47B117181}" dt="2021-01-26T06:36:54.867" v="828"/>
          <ac:spMkLst>
            <pc:docMk/>
            <pc:sldMk cId="2118453056" sldId="390"/>
            <ac:spMk id="3" creationId="{21605FE5-64C9-4BF4-9F3F-7B719FB78C85}"/>
          </ac:spMkLst>
        </pc:spChg>
        <pc:spChg chg="mod">
          <ac:chgData name="鈴木 秀規" userId="f68c5fd9-22d5-4c0a-9833-7fb0f5135313" providerId="ADAL" clId="{31AF745B-ECEE-4C51-8828-E2A47B117181}" dt="2021-01-26T06:37:11.632" v="832" actId="14100"/>
          <ac:spMkLst>
            <pc:docMk/>
            <pc:sldMk cId="2118453056" sldId="390"/>
            <ac:spMk id="5" creationId="{C116B22A-AD6D-47DA-A67D-CEC3EDD5618A}"/>
          </ac:spMkLst>
        </pc:spChg>
        <pc:spChg chg="add mod">
          <ac:chgData name="鈴木 秀規" userId="f68c5fd9-22d5-4c0a-9833-7fb0f5135313" providerId="ADAL" clId="{31AF745B-ECEE-4C51-8828-E2A47B117181}" dt="2021-01-26T06:38:34.845" v="845" actId="14100"/>
          <ac:spMkLst>
            <pc:docMk/>
            <pc:sldMk cId="2118453056" sldId="390"/>
            <ac:spMk id="7" creationId="{1BB70643-3072-4F68-9F32-5E53C7C57439}"/>
          </ac:spMkLst>
        </pc:spChg>
        <pc:graphicFrameChg chg="add mod modGraphic">
          <ac:chgData name="鈴木 秀規" userId="f68c5fd9-22d5-4c0a-9833-7fb0f5135313" providerId="ADAL" clId="{31AF745B-ECEE-4C51-8828-E2A47B117181}" dt="2021-01-26T06:38:29.060" v="843" actId="404"/>
          <ac:graphicFrameMkLst>
            <pc:docMk/>
            <pc:sldMk cId="2118453056" sldId="390"/>
            <ac:graphicFrameMk id="6" creationId="{297DB172-46A9-4949-8D1D-B1671A9C80CD}"/>
          </ac:graphicFrameMkLst>
        </pc:graphicFrameChg>
      </pc:sldChg>
      <pc:sldChg chg="addSp modSp new mod">
        <pc:chgData name="鈴木 秀規" userId="f68c5fd9-22d5-4c0a-9833-7fb0f5135313" providerId="ADAL" clId="{31AF745B-ECEE-4C51-8828-E2A47B117181}" dt="2021-01-26T06:40:17.458" v="866" actId="1076"/>
        <pc:sldMkLst>
          <pc:docMk/>
          <pc:sldMk cId="2854077937" sldId="391"/>
        </pc:sldMkLst>
        <pc:spChg chg="mod">
          <ac:chgData name="鈴木 秀規" userId="f68c5fd9-22d5-4c0a-9833-7fb0f5135313" providerId="ADAL" clId="{31AF745B-ECEE-4C51-8828-E2A47B117181}" dt="2021-01-26T06:39:01.335" v="847"/>
          <ac:spMkLst>
            <pc:docMk/>
            <pc:sldMk cId="2854077937" sldId="391"/>
            <ac:spMk id="3" creationId="{7A506605-B0B9-4B0D-8607-6103FC129341}"/>
          </ac:spMkLst>
        </pc:spChg>
        <pc:spChg chg="mod">
          <ac:chgData name="鈴木 秀規" userId="f68c5fd9-22d5-4c0a-9833-7fb0f5135313" providerId="ADAL" clId="{31AF745B-ECEE-4C51-8828-E2A47B117181}" dt="2021-01-26T06:39:59.122" v="863" actId="20577"/>
          <ac:spMkLst>
            <pc:docMk/>
            <pc:sldMk cId="2854077937" sldId="391"/>
            <ac:spMk id="5" creationId="{B70CD2A3-08F1-4371-A97B-69D3EEECE0B6}"/>
          </ac:spMkLst>
        </pc:spChg>
        <pc:spChg chg="add mod">
          <ac:chgData name="鈴木 秀規" userId="f68c5fd9-22d5-4c0a-9833-7fb0f5135313" providerId="ADAL" clId="{31AF745B-ECEE-4C51-8828-E2A47B117181}" dt="2021-01-26T06:40:15.257" v="865" actId="14100"/>
          <ac:spMkLst>
            <pc:docMk/>
            <pc:sldMk cId="2854077937" sldId="391"/>
            <ac:spMk id="6" creationId="{E4998E1D-F552-42EC-8877-9BDAE4238C38}"/>
          </ac:spMkLst>
        </pc:spChg>
        <pc:spChg chg="add mod">
          <ac:chgData name="鈴木 秀規" userId="f68c5fd9-22d5-4c0a-9833-7fb0f5135313" providerId="ADAL" clId="{31AF745B-ECEE-4C51-8828-E2A47B117181}" dt="2021-01-26T06:40:17.458" v="866" actId="1076"/>
          <ac:spMkLst>
            <pc:docMk/>
            <pc:sldMk cId="2854077937" sldId="391"/>
            <ac:spMk id="7" creationId="{7E5A696E-578D-4B92-8E2F-29C2483A1788}"/>
          </ac:spMkLst>
        </pc:spChg>
      </pc:sldChg>
      <pc:sldChg chg="modSp new mod">
        <pc:chgData name="鈴木 秀規" userId="f68c5fd9-22d5-4c0a-9833-7fb0f5135313" providerId="ADAL" clId="{31AF745B-ECEE-4C51-8828-E2A47B117181}" dt="2021-01-26T06:42:05.724" v="899" actId="207"/>
        <pc:sldMkLst>
          <pc:docMk/>
          <pc:sldMk cId="2566377597" sldId="392"/>
        </pc:sldMkLst>
        <pc:spChg chg="mod">
          <ac:chgData name="鈴木 秀規" userId="f68c5fd9-22d5-4c0a-9833-7fb0f5135313" providerId="ADAL" clId="{31AF745B-ECEE-4C51-8828-E2A47B117181}" dt="2021-01-26T06:40:32.225" v="868"/>
          <ac:spMkLst>
            <pc:docMk/>
            <pc:sldMk cId="2566377597" sldId="392"/>
            <ac:spMk id="3" creationId="{3CDA359F-22F3-44B7-A8BB-5C7D6B8EB399}"/>
          </ac:spMkLst>
        </pc:spChg>
        <pc:spChg chg="mod">
          <ac:chgData name="鈴木 秀規" userId="f68c5fd9-22d5-4c0a-9833-7fb0f5135313" providerId="ADAL" clId="{31AF745B-ECEE-4C51-8828-E2A47B117181}" dt="2021-01-26T06:42:05.724" v="899" actId="207"/>
          <ac:spMkLst>
            <pc:docMk/>
            <pc:sldMk cId="2566377597" sldId="392"/>
            <ac:spMk id="5" creationId="{1EADADA1-FD30-495E-ADBE-241685CE217B}"/>
          </ac:spMkLst>
        </pc:spChg>
      </pc:sldChg>
      <pc:sldChg chg="modSp new mod">
        <pc:chgData name="鈴木 秀規" userId="f68c5fd9-22d5-4c0a-9833-7fb0f5135313" providerId="ADAL" clId="{31AF745B-ECEE-4C51-8828-E2A47B117181}" dt="2021-01-26T06:43:26.060" v="923" actId="207"/>
        <pc:sldMkLst>
          <pc:docMk/>
          <pc:sldMk cId="1398339670" sldId="393"/>
        </pc:sldMkLst>
        <pc:spChg chg="mod">
          <ac:chgData name="鈴木 秀規" userId="f68c5fd9-22d5-4c0a-9833-7fb0f5135313" providerId="ADAL" clId="{31AF745B-ECEE-4C51-8828-E2A47B117181}" dt="2021-01-26T06:42:21.385" v="901"/>
          <ac:spMkLst>
            <pc:docMk/>
            <pc:sldMk cId="1398339670" sldId="393"/>
            <ac:spMk id="3" creationId="{CC2600F4-4C41-40A4-B127-4C95273C2234}"/>
          </ac:spMkLst>
        </pc:spChg>
        <pc:spChg chg="mod">
          <ac:chgData name="鈴木 秀規" userId="f68c5fd9-22d5-4c0a-9833-7fb0f5135313" providerId="ADAL" clId="{31AF745B-ECEE-4C51-8828-E2A47B117181}" dt="2021-01-26T06:43:26.060" v="923" actId="207"/>
          <ac:spMkLst>
            <pc:docMk/>
            <pc:sldMk cId="1398339670" sldId="393"/>
            <ac:spMk id="5" creationId="{B8045AC5-6FD9-48E8-8FFD-CD130F3B1311}"/>
          </ac:spMkLst>
        </pc:spChg>
      </pc:sldChg>
    </pc:docChg>
  </pc:docChgLst>
  <pc:docChgLst>
    <pc:chgData name="吉田 雅之" userId="30033929-dfd8-4220-a5b4-c6b0a4bb5d3e" providerId="ADAL" clId="{1C409CFA-30FE-426B-B014-BDAA23C1C133}"/>
    <pc:docChg chg="modSld">
      <pc:chgData name="吉田 雅之" userId="30033929-dfd8-4220-a5b4-c6b0a4bb5d3e" providerId="ADAL" clId="{1C409CFA-30FE-426B-B014-BDAA23C1C133}" dt="2020-12-09T06:48:49.298" v="0" actId="20577"/>
      <pc:docMkLst>
        <pc:docMk/>
      </pc:docMkLst>
      <pc:sldChg chg="modSp mod">
        <pc:chgData name="吉田 雅之" userId="30033929-dfd8-4220-a5b4-c6b0a4bb5d3e" providerId="ADAL" clId="{1C409CFA-30FE-426B-B014-BDAA23C1C133}" dt="2020-12-09T06:48:49.298" v="0" actId="20577"/>
        <pc:sldMkLst>
          <pc:docMk/>
          <pc:sldMk cId="1431651866" sldId="368"/>
        </pc:sldMkLst>
        <pc:graphicFrameChg chg="modGraphic">
          <ac:chgData name="吉田 雅之" userId="30033929-dfd8-4220-a5b4-c6b0a4bb5d3e" providerId="ADAL" clId="{1C409CFA-30FE-426B-B014-BDAA23C1C133}" dt="2020-12-09T06:48:49.298" v="0" actId="20577"/>
          <ac:graphicFrameMkLst>
            <pc:docMk/>
            <pc:sldMk cId="1431651866" sldId="368"/>
            <ac:graphicFrameMk id="6" creationId="{A5C776C1-5736-6E41-AFE0-D7FC9EBFA87B}"/>
          </ac:graphicFrameMkLst>
        </pc:graphicFrameChg>
      </pc:sldChg>
    </pc:docChg>
  </pc:docChgLst>
  <pc:docChgLst>
    <pc:chgData name="鈴木 秀規" userId="S::h_suzuki@rhizome01.onmicrosoft.com::f68c5fd9-22d5-4c0a-9833-7fb0f5135313" providerId="AD" clId="Web-{15F4B5FC-CFF5-4BB4-8C11-86A17B095605}"/>
    <pc:docChg chg="modSld">
      <pc:chgData name="鈴木 秀規" userId="S::h_suzuki@rhizome01.onmicrosoft.com::f68c5fd9-22d5-4c0a-9833-7fb0f5135313" providerId="AD" clId="Web-{15F4B5FC-CFF5-4BB4-8C11-86A17B095605}" dt="2020-12-02T03:49:52.859" v="0" actId="1076"/>
      <pc:docMkLst>
        <pc:docMk/>
      </pc:docMkLst>
      <pc:sldChg chg="modSp">
        <pc:chgData name="鈴木 秀規" userId="S::h_suzuki@rhizome01.onmicrosoft.com::f68c5fd9-22d5-4c0a-9833-7fb0f5135313" providerId="AD" clId="Web-{15F4B5FC-CFF5-4BB4-8C11-86A17B095605}" dt="2020-12-02T03:49:52.859" v="0" actId="1076"/>
        <pc:sldMkLst>
          <pc:docMk/>
          <pc:sldMk cId="510692425" sldId="259"/>
        </pc:sldMkLst>
        <pc:spChg chg="mod">
          <ac:chgData name="鈴木 秀規" userId="S::h_suzuki@rhizome01.onmicrosoft.com::f68c5fd9-22d5-4c0a-9833-7fb0f5135313" providerId="AD" clId="Web-{15F4B5FC-CFF5-4BB4-8C11-86A17B095605}" dt="2020-12-02T03:49:52.859" v="0" actId="1076"/>
          <ac:spMkLst>
            <pc:docMk/>
            <pc:sldMk cId="510692425" sldId="259"/>
            <ac:spMk id="15" creationId="{ED5AD4F3-B985-664A-86AC-B10F1F90B886}"/>
          </ac:spMkLst>
        </pc:spChg>
      </pc:sldChg>
    </pc:docChg>
  </pc:docChgLst>
  <pc:docChgLst>
    <pc:chgData name="鈴木 秀規" userId="f68c5fd9-22d5-4c0a-9833-7fb0f5135313" providerId="ADAL" clId="{6A56FB10-BD31-4A36-9DC1-80D965E09775}"/>
    <pc:docChg chg="undo custSel addSld delSld modSld">
      <pc:chgData name="鈴木 秀規" userId="f68c5fd9-22d5-4c0a-9833-7fb0f5135313" providerId="ADAL" clId="{6A56FB10-BD31-4A36-9DC1-80D965E09775}" dt="2021-02-01T06:28:23.249" v="911"/>
      <pc:docMkLst>
        <pc:docMk/>
      </pc:docMkLst>
      <pc:sldChg chg="modSp mod">
        <pc:chgData name="鈴木 秀規" userId="f68c5fd9-22d5-4c0a-9833-7fb0f5135313" providerId="ADAL" clId="{6A56FB10-BD31-4A36-9DC1-80D965E09775}" dt="2021-01-29T02:16:05.720" v="20" actId="20577"/>
        <pc:sldMkLst>
          <pc:docMk/>
          <pc:sldMk cId="0" sldId="256"/>
        </pc:sldMkLst>
        <pc:spChg chg="mod">
          <ac:chgData name="鈴木 秀規" userId="f68c5fd9-22d5-4c0a-9833-7fb0f5135313" providerId="ADAL" clId="{6A56FB10-BD31-4A36-9DC1-80D965E09775}" dt="2021-01-29T02:16:05.720" v="20" actId="20577"/>
          <ac:spMkLst>
            <pc:docMk/>
            <pc:sldMk cId="0" sldId="256"/>
            <ac:spMk id="56" creationId="{00000000-0000-0000-0000-000000000000}"/>
          </ac:spMkLst>
        </pc:spChg>
      </pc:sldChg>
      <pc:sldChg chg="modSp mod">
        <pc:chgData name="鈴木 秀規" userId="f68c5fd9-22d5-4c0a-9833-7fb0f5135313" providerId="ADAL" clId="{6A56FB10-BD31-4A36-9DC1-80D965E09775}" dt="2021-02-01T06:28:23.249" v="911"/>
        <pc:sldMkLst>
          <pc:docMk/>
          <pc:sldMk cId="1668843990" sldId="360"/>
        </pc:sldMkLst>
        <pc:spChg chg="mod">
          <ac:chgData name="鈴木 秀規" userId="f68c5fd9-22d5-4c0a-9833-7fb0f5135313" providerId="ADAL" clId="{6A56FB10-BD31-4A36-9DC1-80D965E09775}" dt="2021-02-01T06:28:23.249" v="911"/>
          <ac:spMkLst>
            <pc:docMk/>
            <pc:sldMk cId="1668843990" sldId="360"/>
            <ac:spMk id="9" creationId="{A4832727-EA7F-44D6-A9F2-E4AE0246960A}"/>
          </ac:spMkLst>
        </pc:spChg>
      </pc:sldChg>
      <pc:sldChg chg="modSp mod">
        <pc:chgData name="鈴木 秀規" userId="f68c5fd9-22d5-4c0a-9833-7fb0f5135313" providerId="ADAL" clId="{6A56FB10-BD31-4A36-9DC1-80D965E09775}" dt="2021-02-01T06:25:13.440" v="641"/>
        <pc:sldMkLst>
          <pc:docMk/>
          <pc:sldMk cId="267129399" sldId="361"/>
        </pc:sldMkLst>
        <pc:spChg chg="mod">
          <ac:chgData name="鈴木 秀規" userId="f68c5fd9-22d5-4c0a-9833-7fb0f5135313" providerId="ADAL" clId="{6A56FB10-BD31-4A36-9DC1-80D965E09775}" dt="2021-02-01T06:25:13.440" v="641"/>
          <ac:spMkLst>
            <pc:docMk/>
            <pc:sldMk cId="267129399" sldId="361"/>
            <ac:spMk id="6" creationId="{D0F3BEAC-A5EA-4EE4-95C7-0AEC1107FD29}"/>
          </ac:spMkLst>
        </pc:spChg>
      </pc:sldChg>
      <pc:sldChg chg="addSp delSp modSp mod">
        <pc:chgData name="鈴木 秀規" userId="f68c5fd9-22d5-4c0a-9833-7fb0f5135313" providerId="ADAL" clId="{6A56FB10-BD31-4A36-9DC1-80D965E09775}" dt="2021-01-29T02:18:04.150" v="36" actId="1076"/>
        <pc:sldMkLst>
          <pc:docMk/>
          <pc:sldMk cId="2397736379" sldId="363"/>
        </pc:sldMkLst>
        <pc:spChg chg="mod">
          <ac:chgData name="鈴木 秀規" userId="f68c5fd9-22d5-4c0a-9833-7fb0f5135313" providerId="ADAL" clId="{6A56FB10-BD31-4A36-9DC1-80D965E09775}" dt="2021-01-29T02:16:28.700" v="22"/>
          <ac:spMkLst>
            <pc:docMk/>
            <pc:sldMk cId="2397736379" sldId="363"/>
            <ac:spMk id="7" creationId="{9630AD22-E64D-4A96-B059-2AF9F6580C25}"/>
          </ac:spMkLst>
        </pc:spChg>
        <pc:spChg chg="mod">
          <ac:chgData name="鈴木 秀規" userId="f68c5fd9-22d5-4c0a-9833-7fb0f5135313" providerId="ADAL" clId="{6A56FB10-BD31-4A36-9DC1-80D965E09775}" dt="2021-01-29T02:17:16.222" v="29" actId="14100"/>
          <ac:spMkLst>
            <pc:docMk/>
            <pc:sldMk cId="2397736379" sldId="363"/>
            <ac:spMk id="8" creationId="{787CF02A-01AB-4517-BA3E-25572FA82648}"/>
          </ac:spMkLst>
        </pc:spChg>
        <pc:spChg chg="add mod">
          <ac:chgData name="鈴木 秀規" userId="f68c5fd9-22d5-4c0a-9833-7fb0f5135313" providerId="ADAL" clId="{6A56FB10-BD31-4A36-9DC1-80D965E09775}" dt="2021-01-29T02:18:04.150" v="36" actId="1076"/>
          <ac:spMkLst>
            <pc:docMk/>
            <pc:sldMk cId="2397736379" sldId="363"/>
            <ac:spMk id="13" creationId="{C4AF9A3A-8E4D-4361-A0C9-F0B17B39BF47}"/>
          </ac:spMkLst>
        </pc:spChg>
        <pc:spChg chg="del">
          <ac:chgData name="鈴木 秀規" userId="f68c5fd9-22d5-4c0a-9833-7fb0f5135313" providerId="ADAL" clId="{6A56FB10-BD31-4A36-9DC1-80D965E09775}" dt="2021-01-29T02:17:01.732" v="25" actId="478"/>
          <ac:spMkLst>
            <pc:docMk/>
            <pc:sldMk cId="2397736379" sldId="363"/>
            <ac:spMk id="25" creationId="{6F73D290-1A37-4666-AE4E-056CFDBF2963}"/>
          </ac:spMkLst>
        </pc:spChg>
        <pc:spChg chg="del">
          <ac:chgData name="鈴木 秀規" userId="f68c5fd9-22d5-4c0a-9833-7fb0f5135313" providerId="ADAL" clId="{6A56FB10-BD31-4A36-9DC1-80D965E09775}" dt="2021-01-29T02:17:06.489" v="26" actId="478"/>
          <ac:spMkLst>
            <pc:docMk/>
            <pc:sldMk cId="2397736379" sldId="363"/>
            <ac:spMk id="26" creationId="{D8B69E42-1911-4122-BBB0-EB93A222E3E7}"/>
          </ac:spMkLst>
        </pc:spChg>
        <pc:picChg chg="add mod">
          <ac:chgData name="鈴木 秀規" userId="f68c5fd9-22d5-4c0a-9833-7fb0f5135313" providerId="ADAL" clId="{6A56FB10-BD31-4A36-9DC1-80D965E09775}" dt="2021-01-29T02:17:49.050" v="32" actId="14100"/>
          <ac:picMkLst>
            <pc:docMk/>
            <pc:sldMk cId="2397736379" sldId="363"/>
            <ac:picMk id="11" creationId="{F9049B9F-DE3A-4846-B27B-333755B11A36}"/>
          </ac:picMkLst>
        </pc:picChg>
        <pc:picChg chg="add mod">
          <ac:chgData name="鈴木 秀規" userId="f68c5fd9-22d5-4c0a-9833-7fb0f5135313" providerId="ADAL" clId="{6A56FB10-BD31-4A36-9DC1-80D965E09775}" dt="2021-01-29T02:17:56.499" v="35" actId="1076"/>
          <ac:picMkLst>
            <pc:docMk/>
            <pc:sldMk cId="2397736379" sldId="363"/>
            <ac:picMk id="12" creationId="{4794F4AC-6B8F-4B15-AB6F-B06FD356050F}"/>
          </ac:picMkLst>
        </pc:picChg>
        <pc:picChg chg="del">
          <ac:chgData name="鈴木 秀規" userId="f68c5fd9-22d5-4c0a-9833-7fb0f5135313" providerId="ADAL" clId="{6A56FB10-BD31-4A36-9DC1-80D965E09775}" dt="2021-01-29T02:17:01.732" v="25" actId="478"/>
          <ac:picMkLst>
            <pc:docMk/>
            <pc:sldMk cId="2397736379" sldId="363"/>
            <ac:picMk id="22" creationId="{EBCFE6B6-3674-4542-897A-054F57AF9940}"/>
          </ac:picMkLst>
        </pc:picChg>
        <pc:picChg chg="del">
          <ac:chgData name="鈴木 秀規" userId="f68c5fd9-22d5-4c0a-9833-7fb0f5135313" providerId="ADAL" clId="{6A56FB10-BD31-4A36-9DC1-80D965E09775}" dt="2021-01-29T02:17:01.732" v="25" actId="478"/>
          <ac:picMkLst>
            <pc:docMk/>
            <pc:sldMk cId="2397736379" sldId="363"/>
            <ac:picMk id="23" creationId="{50430609-0E30-4E04-A0AB-4BEFD5706BAC}"/>
          </ac:picMkLst>
        </pc:picChg>
        <pc:cxnChg chg="del mod">
          <ac:chgData name="鈴木 秀規" userId="f68c5fd9-22d5-4c0a-9833-7fb0f5135313" providerId="ADAL" clId="{6A56FB10-BD31-4A36-9DC1-80D965E09775}" dt="2021-01-29T02:17:01.732" v="25" actId="478"/>
          <ac:cxnSpMkLst>
            <pc:docMk/>
            <pc:sldMk cId="2397736379" sldId="363"/>
            <ac:cxnSpMk id="24" creationId="{2971CE02-4FF4-45F7-8B9C-E59D75CEAF1D}"/>
          </ac:cxnSpMkLst>
        </pc:cxnChg>
      </pc:sldChg>
      <pc:sldChg chg="del">
        <pc:chgData name="鈴木 秀規" userId="f68c5fd9-22d5-4c0a-9833-7fb0f5135313" providerId="ADAL" clId="{6A56FB10-BD31-4A36-9DC1-80D965E09775}" dt="2021-01-29T02:16:21.792" v="21" actId="2696"/>
        <pc:sldMkLst>
          <pc:docMk/>
          <pc:sldMk cId="1491796703" sldId="364"/>
        </pc:sldMkLst>
      </pc:sldChg>
      <pc:sldChg chg="addSp modSp new mod">
        <pc:chgData name="鈴木 秀規" userId="f68c5fd9-22d5-4c0a-9833-7fb0f5135313" providerId="ADAL" clId="{6A56FB10-BD31-4A36-9DC1-80D965E09775}" dt="2021-01-29T02:20:43.427" v="67" actId="1076"/>
        <pc:sldMkLst>
          <pc:docMk/>
          <pc:sldMk cId="1780867631" sldId="364"/>
        </pc:sldMkLst>
        <pc:spChg chg="mod">
          <ac:chgData name="鈴木 秀規" userId="f68c5fd9-22d5-4c0a-9833-7fb0f5135313" providerId="ADAL" clId="{6A56FB10-BD31-4A36-9DC1-80D965E09775}" dt="2021-01-29T02:18:20.300" v="38"/>
          <ac:spMkLst>
            <pc:docMk/>
            <pc:sldMk cId="1780867631" sldId="364"/>
            <ac:spMk id="3" creationId="{05C6DAF3-7CB5-46CF-B20F-F9FAA3199561}"/>
          </ac:spMkLst>
        </pc:spChg>
        <pc:spChg chg="mod">
          <ac:chgData name="鈴木 秀規" userId="f68c5fd9-22d5-4c0a-9833-7fb0f5135313" providerId="ADAL" clId="{6A56FB10-BD31-4A36-9DC1-80D965E09775}" dt="2021-01-29T02:18:29.384" v="41" actId="14100"/>
          <ac:spMkLst>
            <pc:docMk/>
            <pc:sldMk cId="1780867631" sldId="364"/>
            <ac:spMk id="5" creationId="{CF3D8E7F-5CEC-499E-8636-A3A5D79534C4}"/>
          </ac:spMkLst>
        </pc:spChg>
        <pc:spChg chg="add mod">
          <ac:chgData name="鈴木 秀規" userId="f68c5fd9-22d5-4c0a-9833-7fb0f5135313" providerId="ADAL" clId="{6A56FB10-BD31-4A36-9DC1-80D965E09775}" dt="2021-01-29T02:19:10.335" v="50" actId="14100"/>
          <ac:spMkLst>
            <pc:docMk/>
            <pc:sldMk cId="1780867631" sldId="364"/>
            <ac:spMk id="6" creationId="{80B1E86E-5207-44A5-B3D9-04B2D950F351}"/>
          </ac:spMkLst>
        </pc:spChg>
        <pc:spChg chg="add mod">
          <ac:chgData name="鈴木 秀規" userId="f68c5fd9-22d5-4c0a-9833-7fb0f5135313" providerId="ADAL" clId="{6A56FB10-BD31-4A36-9DC1-80D965E09775}" dt="2021-01-29T02:20:33.748" v="65" actId="207"/>
          <ac:spMkLst>
            <pc:docMk/>
            <pc:sldMk cId="1780867631" sldId="364"/>
            <ac:spMk id="7" creationId="{976DEC37-B0EA-49B3-B5E6-88A193ABF843}"/>
          </ac:spMkLst>
        </pc:spChg>
        <pc:spChg chg="add mod">
          <ac:chgData name="鈴木 秀規" userId="f68c5fd9-22d5-4c0a-9833-7fb0f5135313" providerId="ADAL" clId="{6A56FB10-BD31-4A36-9DC1-80D965E09775}" dt="2021-01-29T02:20:43.427" v="67" actId="1076"/>
          <ac:spMkLst>
            <pc:docMk/>
            <pc:sldMk cId="1780867631" sldId="364"/>
            <ac:spMk id="8" creationId="{6363893C-210D-4BFB-B929-2ADEA0179212}"/>
          </ac:spMkLst>
        </pc:spChg>
      </pc:sldChg>
      <pc:sldChg chg="del">
        <pc:chgData name="鈴木 秀規" userId="f68c5fd9-22d5-4c0a-9833-7fb0f5135313" providerId="ADAL" clId="{6A56FB10-BD31-4A36-9DC1-80D965E09775}" dt="2021-01-29T02:16:21.792" v="21" actId="2696"/>
        <pc:sldMkLst>
          <pc:docMk/>
          <pc:sldMk cId="2862888682" sldId="365"/>
        </pc:sldMkLst>
      </pc:sldChg>
      <pc:sldChg chg="addSp modSp new mod">
        <pc:chgData name="鈴木 秀規" userId="f68c5fd9-22d5-4c0a-9833-7fb0f5135313" providerId="ADAL" clId="{6A56FB10-BD31-4A36-9DC1-80D965E09775}" dt="2021-01-29T02:22:18.693" v="89" actId="208"/>
        <pc:sldMkLst>
          <pc:docMk/>
          <pc:sldMk cId="3777598103" sldId="365"/>
        </pc:sldMkLst>
        <pc:spChg chg="mod">
          <ac:chgData name="鈴木 秀規" userId="f68c5fd9-22d5-4c0a-9833-7fb0f5135313" providerId="ADAL" clId="{6A56FB10-BD31-4A36-9DC1-80D965E09775}" dt="2021-01-29T02:20:56.347" v="69"/>
          <ac:spMkLst>
            <pc:docMk/>
            <pc:sldMk cId="3777598103" sldId="365"/>
            <ac:spMk id="3" creationId="{E14777EE-8ED7-46CA-A6C6-111DEB024EE8}"/>
          </ac:spMkLst>
        </pc:spChg>
        <pc:spChg chg="mod">
          <ac:chgData name="鈴木 秀規" userId="f68c5fd9-22d5-4c0a-9833-7fb0f5135313" providerId="ADAL" clId="{6A56FB10-BD31-4A36-9DC1-80D965E09775}" dt="2021-01-29T02:21:31.909" v="80" actId="207"/>
          <ac:spMkLst>
            <pc:docMk/>
            <pc:sldMk cId="3777598103" sldId="365"/>
            <ac:spMk id="5" creationId="{54922C1B-CE01-4FF3-8A24-510B28360527}"/>
          </ac:spMkLst>
        </pc:spChg>
        <pc:spChg chg="add mod">
          <ac:chgData name="鈴木 秀規" userId="f68c5fd9-22d5-4c0a-9833-7fb0f5135313" providerId="ADAL" clId="{6A56FB10-BD31-4A36-9DC1-80D965E09775}" dt="2021-01-29T02:22:18.693" v="89" actId="208"/>
          <ac:spMkLst>
            <pc:docMk/>
            <pc:sldMk cId="3777598103" sldId="365"/>
            <ac:spMk id="6" creationId="{ECD1A4C1-0817-42A8-8445-B6129AA18923}"/>
          </ac:spMkLst>
        </pc:spChg>
        <pc:spChg chg="add mod">
          <ac:chgData name="鈴木 秀規" userId="f68c5fd9-22d5-4c0a-9833-7fb0f5135313" providerId="ADAL" clId="{6A56FB10-BD31-4A36-9DC1-80D965E09775}" dt="2021-01-29T02:22:09.564" v="87" actId="2711"/>
          <ac:spMkLst>
            <pc:docMk/>
            <pc:sldMk cId="3777598103" sldId="365"/>
            <ac:spMk id="7" creationId="{5ED15124-E5A6-4D52-A378-AF238726DB9B}"/>
          </ac:spMkLst>
        </pc:spChg>
      </pc:sldChg>
      <pc:sldChg chg="del">
        <pc:chgData name="鈴木 秀規" userId="f68c5fd9-22d5-4c0a-9833-7fb0f5135313" providerId="ADAL" clId="{6A56FB10-BD31-4A36-9DC1-80D965E09775}" dt="2021-01-29T02:16:21.792" v="21" actId="2696"/>
        <pc:sldMkLst>
          <pc:docMk/>
          <pc:sldMk cId="805013935" sldId="366"/>
        </pc:sldMkLst>
      </pc:sldChg>
      <pc:sldChg chg="addSp modSp new mod">
        <pc:chgData name="鈴木 秀規" userId="f68c5fd9-22d5-4c0a-9833-7fb0f5135313" providerId="ADAL" clId="{6A56FB10-BD31-4A36-9DC1-80D965E09775}" dt="2021-01-29T02:23:59.551" v="116" actId="207"/>
        <pc:sldMkLst>
          <pc:docMk/>
          <pc:sldMk cId="2854614525" sldId="366"/>
        </pc:sldMkLst>
        <pc:spChg chg="mod">
          <ac:chgData name="鈴木 秀規" userId="f68c5fd9-22d5-4c0a-9833-7fb0f5135313" providerId="ADAL" clId="{6A56FB10-BD31-4A36-9DC1-80D965E09775}" dt="2021-01-29T02:22:31.758" v="91"/>
          <ac:spMkLst>
            <pc:docMk/>
            <pc:sldMk cId="2854614525" sldId="366"/>
            <ac:spMk id="3" creationId="{F26CE814-F8ED-4E8E-A63A-8048770B7C44}"/>
          </ac:spMkLst>
        </pc:spChg>
        <pc:spChg chg="mod">
          <ac:chgData name="鈴木 秀規" userId="f68c5fd9-22d5-4c0a-9833-7fb0f5135313" providerId="ADAL" clId="{6A56FB10-BD31-4A36-9DC1-80D965E09775}" dt="2021-01-29T02:22:43.200" v="95" actId="14100"/>
          <ac:spMkLst>
            <pc:docMk/>
            <pc:sldMk cId="2854614525" sldId="366"/>
            <ac:spMk id="5" creationId="{DBE2286B-08E7-4462-9777-B5C96BD424CB}"/>
          </ac:spMkLst>
        </pc:spChg>
        <pc:spChg chg="add mod">
          <ac:chgData name="鈴木 秀規" userId="f68c5fd9-22d5-4c0a-9833-7fb0f5135313" providerId="ADAL" clId="{6A56FB10-BD31-4A36-9DC1-80D965E09775}" dt="2021-01-29T02:23:09.798" v="104" actId="207"/>
          <ac:spMkLst>
            <pc:docMk/>
            <pc:sldMk cId="2854614525" sldId="366"/>
            <ac:spMk id="6" creationId="{544418F5-1007-42F1-B373-39B2A96668F3}"/>
          </ac:spMkLst>
        </pc:spChg>
        <pc:spChg chg="add mod">
          <ac:chgData name="鈴木 秀規" userId="f68c5fd9-22d5-4c0a-9833-7fb0f5135313" providerId="ADAL" clId="{6A56FB10-BD31-4A36-9DC1-80D965E09775}" dt="2021-01-29T02:23:59.551" v="116" actId="207"/>
          <ac:spMkLst>
            <pc:docMk/>
            <pc:sldMk cId="2854614525" sldId="366"/>
            <ac:spMk id="7" creationId="{8C8E1B9C-823D-4F81-8667-D896519534C2}"/>
          </ac:spMkLst>
        </pc:spChg>
      </pc:sldChg>
      <pc:sldChg chg="del">
        <pc:chgData name="鈴木 秀規" userId="f68c5fd9-22d5-4c0a-9833-7fb0f5135313" providerId="ADAL" clId="{6A56FB10-BD31-4A36-9DC1-80D965E09775}" dt="2021-01-29T02:16:21.792" v="21" actId="2696"/>
        <pc:sldMkLst>
          <pc:docMk/>
          <pc:sldMk cId="1837428979" sldId="367"/>
        </pc:sldMkLst>
      </pc:sldChg>
      <pc:sldChg chg="addSp modSp new mod">
        <pc:chgData name="鈴木 秀規" userId="f68c5fd9-22d5-4c0a-9833-7fb0f5135313" providerId="ADAL" clId="{6A56FB10-BD31-4A36-9DC1-80D965E09775}" dt="2021-01-29T02:29:27.799" v="166" actId="164"/>
        <pc:sldMkLst>
          <pc:docMk/>
          <pc:sldMk cId="2453149005" sldId="367"/>
        </pc:sldMkLst>
        <pc:spChg chg="mod">
          <ac:chgData name="鈴木 秀規" userId="f68c5fd9-22d5-4c0a-9833-7fb0f5135313" providerId="ADAL" clId="{6A56FB10-BD31-4A36-9DC1-80D965E09775}" dt="2021-01-29T02:24:14.315" v="118"/>
          <ac:spMkLst>
            <pc:docMk/>
            <pc:sldMk cId="2453149005" sldId="367"/>
            <ac:spMk id="3" creationId="{D0091356-C820-41AD-86D2-84EA01CD9E85}"/>
          </ac:spMkLst>
        </pc:spChg>
        <pc:spChg chg="mod">
          <ac:chgData name="鈴木 秀規" userId="f68c5fd9-22d5-4c0a-9833-7fb0f5135313" providerId="ADAL" clId="{6A56FB10-BD31-4A36-9DC1-80D965E09775}" dt="2021-01-29T02:24:29.408" v="122" actId="14100"/>
          <ac:spMkLst>
            <pc:docMk/>
            <pc:sldMk cId="2453149005" sldId="367"/>
            <ac:spMk id="5" creationId="{2D30FFA8-0C0A-48CA-B916-97E6ACAD6DF5}"/>
          </ac:spMkLst>
        </pc:spChg>
        <pc:spChg chg="add mod">
          <ac:chgData name="鈴木 秀規" userId="f68c5fd9-22d5-4c0a-9833-7fb0f5135313" providerId="ADAL" clId="{6A56FB10-BD31-4A36-9DC1-80D965E09775}" dt="2021-01-29T02:24:54.052" v="128" actId="14100"/>
          <ac:spMkLst>
            <pc:docMk/>
            <pc:sldMk cId="2453149005" sldId="367"/>
            <ac:spMk id="6" creationId="{317F3DF3-1429-4428-969E-60EC6C9672AE}"/>
          </ac:spMkLst>
        </pc:spChg>
        <pc:spChg chg="add mod">
          <ac:chgData name="鈴木 秀規" userId="f68c5fd9-22d5-4c0a-9833-7fb0f5135313" providerId="ADAL" clId="{6A56FB10-BD31-4A36-9DC1-80D965E09775}" dt="2021-01-29T02:24:57.203" v="129" actId="14100"/>
          <ac:spMkLst>
            <pc:docMk/>
            <pc:sldMk cId="2453149005" sldId="367"/>
            <ac:spMk id="7" creationId="{FF061B3F-A959-4958-88FF-530E3549AA32}"/>
          </ac:spMkLst>
        </pc:spChg>
        <pc:spChg chg="add mod">
          <ac:chgData name="鈴木 秀規" userId="f68c5fd9-22d5-4c0a-9833-7fb0f5135313" providerId="ADAL" clId="{6A56FB10-BD31-4A36-9DC1-80D965E09775}" dt="2021-01-29T02:25:24.398" v="135" actId="1076"/>
          <ac:spMkLst>
            <pc:docMk/>
            <pc:sldMk cId="2453149005" sldId="367"/>
            <ac:spMk id="9" creationId="{2122A104-6869-4C74-9178-377170F8F3B1}"/>
          </ac:spMkLst>
        </pc:spChg>
        <pc:spChg chg="add mod">
          <ac:chgData name="鈴木 秀規" userId="f68c5fd9-22d5-4c0a-9833-7fb0f5135313" providerId="ADAL" clId="{6A56FB10-BD31-4A36-9DC1-80D965E09775}" dt="2021-01-29T02:25:24.398" v="135" actId="1076"/>
          <ac:spMkLst>
            <pc:docMk/>
            <pc:sldMk cId="2453149005" sldId="367"/>
            <ac:spMk id="10" creationId="{CBF11251-8CD1-4DA3-AB64-65C50947954B}"/>
          </ac:spMkLst>
        </pc:spChg>
        <pc:spChg chg="add mod">
          <ac:chgData name="鈴木 秀規" userId="f68c5fd9-22d5-4c0a-9833-7fb0f5135313" providerId="ADAL" clId="{6A56FB10-BD31-4A36-9DC1-80D965E09775}" dt="2021-01-29T02:25:24.398" v="135" actId="1076"/>
          <ac:spMkLst>
            <pc:docMk/>
            <pc:sldMk cId="2453149005" sldId="367"/>
            <ac:spMk id="11" creationId="{BEDEE338-071D-412E-82E8-853F4F016164}"/>
          </ac:spMkLst>
        </pc:spChg>
        <pc:spChg chg="add mod">
          <ac:chgData name="鈴木 秀規" userId="f68c5fd9-22d5-4c0a-9833-7fb0f5135313" providerId="ADAL" clId="{6A56FB10-BD31-4A36-9DC1-80D965E09775}" dt="2021-01-29T02:26:23.956" v="155" actId="207"/>
          <ac:spMkLst>
            <pc:docMk/>
            <pc:sldMk cId="2453149005" sldId="367"/>
            <ac:spMk id="12" creationId="{9FEF644D-C7C7-48FD-B6CD-24B0D92ED79A}"/>
          </ac:spMkLst>
        </pc:spChg>
        <pc:spChg chg="add mod">
          <ac:chgData name="鈴木 秀規" userId="f68c5fd9-22d5-4c0a-9833-7fb0f5135313" providerId="ADAL" clId="{6A56FB10-BD31-4A36-9DC1-80D965E09775}" dt="2021-01-29T02:29:27.799" v="166" actId="164"/>
          <ac:spMkLst>
            <pc:docMk/>
            <pc:sldMk cId="2453149005" sldId="367"/>
            <ac:spMk id="13" creationId="{705A0502-1898-41AF-B209-F762DD4471C3}"/>
          </ac:spMkLst>
        </pc:spChg>
        <pc:spChg chg="add mod">
          <ac:chgData name="鈴木 秀規" userId="f68c5fd9-22d5-4c0a-9833-7fb0f5135313" providerId="ADAL" clId="{6A56FB10-BD31-4A36-9DC1-80D965E09775}" dt="2021-01-29T02:29:27.799" v="166" actId="164"/>
          <ac:spMkLst>
            <pc:docMk/>
            <pc:sldMk cId="2453149005" sldId="367"/>
            <ac:spMk id="14" creationId="{D011B804-B192-4DDF-9994-BC02DE481749}"/>
          </ac:spMkLst>
        </pc:spChg>
        <pc:grpChg chg="add mod">
          <ac:chgData name="鈴木 秀規" userId="f68c5fd9-22d5-4c0a-9833-7fb0f5135313" providerId="ADAL" clId="{6A56FB10-BD31-4A36-9DC1-80D965E09775}" dt="2021-01-29T02:29:27.799" v="166" actId="164"/>
          <ac:grpSpMkLst>
            <pc:docMk/>
            <pc:sldMk cId="2453149005" sldId="367"/>
            <ac:grpSpMk id="15" creationId="{11307DA1-FF3D-4D0B-9BD1-D5E7030BEC61}"/>
          </ac:grpSpMkLst>
        </pc:grpChg>
        <pc:cxnChg chg="add mod">
          <ac:chgData name="鈴木 秀規" userId="f68c5fd9-22d5-4c0a-9833-7fb0f5135313" providerId="ADAL" clId="{6A56FB10-BD31-4A36-9DC1-80D965E09775}" dt="2021-01-29T02:25:24.398" v="135" actId="1076"/>
          <ac:cxnSpMkLst>
            <pc:docMk/>
            <pc:sldMk cId="2453149005" sldId="367"/>
            <ac:cxnSpMk id="8" creationId="{7B4697CD-89B0-4E4E-8F95-12C818983E75}"/>
          </ac:cxnSpMkLst>
        </pc:cxnChg>
      </pc:sldChg>
      <pc:sldChg chg="del">
        <pc:chgData name="鈴木 秀規" userId="f68c5fd9-22d5-4c0a-9833-7fb0f5135313" providerId="ADAL" clId="{6A56FB10-BD31-4A36-9DC1-80D965E09775}" dt="2021-01-29T02:16:21.792" v="21" actId="2696"/>
        <pc:sldMkLst>
          <pc:docMk/>
          <pc:sldMk cId="1713287924" sldId="368"/>
        </pc:sldMkLst>
      </pc:sldChg>
      <pc:sldChg chg="addSp modSp new mod">
        <pc:chgData name="鈴木 秀規" userId="f68c5fd9-22d5-4c0a-9833-7fb0f5135313" providerId="ADAL" clId="{6A56FB10-BD31-4A36-9DC1-80D965E09775}" dt="2021-01-29T03:30:57.592" v="203" actId="1037"/>
        <pc:sldMkLst>
          <pc:docMk/>
          <pc:sldMk cId="2090493252" sldId="368"/>
        </pc:sldMkLst>
        <pc:spChg chg="mod">
          <ac:chgData name="鈴木 秀規" userId="f68c5fd9-22d5-4c0a-9833-7fb0f5135313" providerId="ADAL" clId="{6A56FB10-BD31-4A36-9DC1-80D965E09775}" dt="2021-01-29T02:27:33.849" v="158"/>
          <ac:spMkLst>
            <pc:docMk/>
            <pc:sldMk cId="2090493252" sldId="368"/>
            <ac:spMk id="3" creationId="{4BC3EEF1-DC5E-45B1-B45A-1A0DFA784A48}"/>
          </ac:spMkLst>
        </pc:spChg>
        <pc:spChg chg="mod">
          <ac:chgData name="鈴木 秀規" userId="f68c5fd9-22d5-4c0a-9833-7fb0f5135313" providerId="ADAL" clId="{6A56FB10-BD31-4A36-9DC1-80D965E09775}" dt="2021-01-29T02:27:54.673" v="163" actId="207"/>
          <ac:spMkLst>
            <pc:docMk/>
            <pc:sldMk cId="2090493252" sldId="368"/>
            <ac:spMk id="5" creationId="{CD665B1E-1AF3-45CD-983D-707141164AC9}"/>
          </ac:spMkLst>
        </pc:spChg>
        <pc:spChg chg="add mod">
          <ac:chgData name="鈴木 秀規" userId="f68c5fd9-22d5-4c0a-9833-7fb0f5135313" providerId="ADAL" clId="{6A56FB10-BD31-4A36-9DC1-80D965E09775}" dt="2021-01-29T02:30:12.329" v="174" actId="255"/>
          <ac:spMkLst>
            <pc:docMk/>
            <pc:sldMk cId="2090493252" sldId="368"/>
            <ac:spMk id="6" creationId="{590C535E-96ED-4316-8A0A-95A0AE80C35C}"/>
          </ac:spMkLst>
        </pc:spChg>
        <pc:spChg chg="mod">
          <ac:chgData name="鈴木 秀規" userId="f68c5fd9-22d5-4c0a-9833-7fb0f5135313" providerId="ADAL" clId="{6A56FB10-BD31-4A36-9DC1-80D965E09775}" dt="2021-01-29T02:30:12.329" v="174" actId="255"/>
          <ac:spMkLst>
            <pc:docMk/>
            <pc:sldMk cId="2090493252" sldId="368"/>
            <ac:spMk id="8" creationId="{7B0A61E9-C160-43C7-B07D-528FF8FB100F}"/>
          </ac:spMkLst>
        </pc:spChg>
        <pc:spChg chg="mod">
          <ac:chgData name="鈴木 秀規" userId="f68c5fd9-22d5-4c0a-9833-7fb0f5135313" providerId="ADAL" clId="{6A56FB10-BD31-4A36-9DC1-80D965E09775}" dt="2021-01-29T02:30:12.329" v="174" actId="255"/>
          <ac:spMkLst>
            <pc:docMk/>
            <pc:sldMk cId="2090493252" sldId="368"/>
            <ac:spMk id="9" creationId="{5C9176F4-B3C0-437A-858A-B6FC77237D84}"/>
          </ac:spMkLst>
        </pc:spChg>
        <pc:spChg chg="mod">
          <ac:chgData name="鈴木 秀規" userId="f68c5fd9-22d5-4c0a-9833-7fb0f5135313" providerId="ADAL" clId="{6A56FB10-BD31-4A36-9DC1-80D965E09775}" dt="2021-01-29T02:30:12.329" v="174" actId="255"/>
          <ac:spMkLst>
            <pc:docMk/>
            <pc:sldMk cId="2090493252" sldId="368"/>
            <ac:spMk id="11" creationId="{245001DF-B028-40E0-8E36-EE20A69396C1}"/>
          </ac:spMkLst>
        </pc:spChg>
        <pc:spChg chg="mod">
          <ac:chgData name="鈴木 秀規" userId="f68c5fd9-22d5-4c0a-9833-7fb0f5135313" providerId="ADAL" clId="{6A56FB10-BD31-4A36-9DC1-80D965E09775}" dt="2021-01-29T02:30:12.329" v="174" actId="255"/>
          <ac:spMkLst>
            <pc:docMk/>
            <pc:sldMk cId="2090493252" sldId="368"/>
            <ac:spMk id="12" creationId="{57886454-3690-4F0F-AC53-85CF4B1BCEF5}"/>
          </ac:spMkLst>
        </pc:spChg>
        <pc:spChg chg="add mod">
          <ac:chgData name="鈴木 秀規" userId="f68c5fd9-22d5-4c0a-9833-7fb0f5135313" providerId="ADAL" clId="{6A56FB10-BD31-4A36-9DC1-80D965E09775}" dt="2021-01-29T03:30:57.592" v="203" actId="1037"/>
          <ac:spMkLst>
            <pc:docMk/>
            <pc:sldMk cId="2090493252" sldId="368"/>
            <ac:spMk id="13" creationId="{EA0997C3-8B59-40B1-ACB4-B83FF094C491}"/>
          </ac:spMkLst>
        </pc:spChg>
        <pc:spChg chg="add mod">
          <ac:chgData name="鈴木 秀規" userId="f68c5fd9-22d5-4c0a-9833-7fb0f5135313" providerId="ADAL" clId="{6A56FB10-BD31-4A36-9DC1-80D965E09775}" dt="2021-01-29T03:30:57.592" v="203" actId="1037"/>
          <ac:spMkLst>
            <pc:docMk/>
            <pc:sldMk cId="2090493252" sldId="368"/>
            <ac:spMk id="14" creationId="{A255DE68-E431-40A5-BC50-F21400D17870}"/>
          </ac:spMkLst>
        </pc:spChg>
        <pc:spChg chg="mod">
          <ac:chgData name="鈴木 秀規" userId="f68c5fd9-22d5-4c0a-9833-7fb0f5135313" providerId="ADAL" clId="{6A56FB10-BD31-4A36-9DC1-80D965E09775}" dt="2021-01-29T02:30:25.732" v="176" actId="571"/>
          <ac:spMkLst>
            <pc:docMk/>
            <pc:sldMk cId="2090493252" sldId="368"/>
            <ac:spMk id="16" creationId="{A549F3E6-2BB6-479F-AB19-0780EEF02547}"/>
          </ac:spMkLst>
        </pc:spChg>
        <pc:spChg chg="mod">
          <ac:chgData name="鈴木 秀規" userId="f68c5fd9-22d5-4c0a-9833-7fb0f5135313" providerId="ADAL" clId="{6A56FB10-BD31-4A36-9DC1-80D965E09775}" dt="2021-01-29T02:30:25.732" v="176" actId="571"/>
          <ac:spMkLst>
            <pc:docMk/>
            <pc:sldMk cId="2090493252" sldId="368"/>
            <ac:spMk id="17" creationId="{88C650CE-661A-4034-92DE-99541258986B}"/>
          </ac:spMkLst>
        </pc:spChg>
        <pc:grpChg chg="add mod">
          <ac:chgData name="鈴木 秀規" userId="f68c5fd9-22d5-4c0a-9833-7fb0f5135313" providerId="ADAL" clId="{6A56FB10-BD31-4A36-9DC1-80D965E09775}" dt="2021-01-29T02:29:33.839" v="168" actId="1076"/>
          <ac:grpSpMkLst>
            <pc:docMk/>
            <pc:sldMk cId="2090493252" sldId="368"/>
            <ac:grpSpMk id="7" creationId="{574B1123-8EB3-41AE-9CBA-8D4B6120438B}"/>
          </ac:grpSpMkLst>
        </pc:grpChg>
        <pc:grpChg chg="add mod">
          <ac:chgData name="鈴木 秀規" userId="f68c5fd9-22d5-4c0a-9833-7fb0f5135313" providerId="ADAL" clId="{6A56FB10-BD31-4A36-9DC1-80D965E09775}" dt="2021-01-29T02:29:45.435" v="170" actId="1076"/>
          <ac:grpSpMkLst>
            <pc:docMk/>
            <pc:sldMk cId="2090493252" sldId="368"/>
            <ac:grpSpMk id="10" creationId="{171A3A17-E962-4E57-A36D-60FB03619C31}"/>
          </ac:grpSpMkLst>
        </pc:grpChg>
        <pc:grpChg chg="add mod">
          <ac:chgData name="鈴木 秀規" userId="f68c5fd9-22d5-4c0a-9833-7fb0f5135313" providerId="ADAL" clId="{6A56FB10-BD31-4A36-9DC1-80D965E09775}" dt="2021-01-29T03:30:57.592" v="203" actId="1037"/>
          <ac:grpSpMkLst>
            <pc:docMk/>
            <pc:sldMk cId="2090493252" sldId="368"/>
            <ac:grpSpMk id="15" creationId="{71761FFD-6D50-4C41-AFAA-1482D23B90A6}"/>
          </ac:grpSpMkLst>
        </pc:grpChg>
        <pc:cxnChg chg="add mod">
          <ac:chgData name="鈴木 秀規" userId="f68c5fd9-22d5-4c0a-9833-7fb0f5135313" providerId="ADAL" clId="{6A56FB10-BD31-4A36-9DC1-80D965E09775}" dt="2021-01-29T03:30:17.556" v="180" actId="1582"/>
          <ac:cxnSpMkLst>
            <pc:docMk/>
            <pc:sldMk cId="2090493252" sldId="368"/>
            <ac:cxnSpMk id="19" creationId="{BD5C9672-D908-4F5F-BC1A-6C5C9AF3338E}"/>
          </ac:cxnSpMkLst>
        </pc:cxnChg>
        <pc:cxnChg chg="add mod">
          <ac:chgData name="鈴木 秀規" userId="f68c5fd9-22d5-4c0a-9833-7fb0f5135313" providerId="ADAL" clId="{6A56FB10-BD31-4A36-9DC1-80D965E09775}" dt="2021-01-29T03:30:25.576" v="183" actId="14100"/>
          <ac:cxnSpMkLst>
            <pc:docMk/>
            <pc:sldMk cId="2090493252" sldId="368"/>
            <ac:cxnSpMk id="20" creationId="{EA8CFA22-1F2E-4184-B940-364099F5C6D0}"/>
          </ac:cxnSpMkLst>
        </pc:cxnChg>
        <pc:cxnChg chg="add mod">
          <ac:chgData name="鈴木 秀規" userId="f68c5fd9-22d5-4c0a-9833-7fb0f5135313" providerId="ADAL" clId="{6A56FB10-BD31-4A36-9DC1-80D965E09775}" dt="2021-01-29T03:30:57.592" v="203" actId="1037"/>
          <ac:cxnSpMkLst>
            <pc:docMk/>
            <pc:sldMk cId="2090493252" sldId="368"/>
            <ac:cxnSpMk id="23" creationId="{E0B95278-A353-4FF0-999C-E9D83A96F679}"/>
          </ac:cxnSpMkLst>
        </pc:cxnChg>
        <pc:cxnChg chg="add mod">
          <ac:chgData name="鈴木 秀規" userId="f68c5fd9-22d5-4c0a-9833-7fb0f5135313" providerId="ADAL" clId="{6A56FB10-BD31-4A36-9DC1-80D965E09775}" dt="2021-01-29T03:30:57.592" v="203" actId="1037"/>
          <ac:cxnSpMkLst>
            <pc:docMk/>
            <pc:sldMk cId="2090493252" sldId="368"/>
            <ac:cxnSpMk id="26" creationId="{D73036CF-2F5F-4501-AD91-44E93578703D}"/>
          </ac:cxnSpMkLst>
        </pc:cxnChg>
      </pc:sldChg>
      <pc:sldChg chg="modSp new mod">
        <pc:chgData name="鈴木 秀規" userId="f68c5fd9-22d5-4c0a-9833-7fb0f5135313" providerId="ADAL" clId="{6A56FB10-BD31-4A36-9DC1-80D965E09775}" dt="2021-01-29T03:32:13.291" v="207"/>
        <pc:sldMkLst>
          <pc:docMk/>
          <pc:sldMk cId="1828494026" sldId="369"/>
        </pc:sldMkLst>
        <pc:spChg chg="mod">
          <ac:chgData name="鈴木 秀規" userId="f68c5fd9-22d5-4c0a-9833-7fb0f5135313" providerId="ADAL" clId="{6A56FB10-BD31-4A36-9DC1-80D965E09775}" dt="2021-01-29T03:32:03.048" v="205"/>
          <ac:spMkLst>
            <pc:docMk/>
            <pc:sldMk cId="1828494026" sldId="369"/>
            <ac:spMk id="3" creationId="{148CCD29-7F49-46E3-9F53-727A0A15587A}"/>
          </ac:spMkLst>
        </pc:spChg>
        <pc:spChg chg="mod">
          <ac:chgData name="鈴木 秀規" userId="f68c5fd9-22d5-4c0a-9833-7fb0f5135313" providerId="ADAL" clId="{6A56FB10-BD31-4A36-9DC1-80D965E09775}" dt="2021-01-29T03:32:13.291" v="207"/>
          <ac:spMkLst>
            <pc:docMk/>
            <pc:sldMk cId="1828494026" sldId="369"/>
            <ac:spMk id="5" creationId="{116A975A-3C54-45C8-876C-6B2805CEA61C}"/>
          </ac:spMkLst>
        </pc:spChg>
      </pc:sldChg>
      <pc:sldChg chg="del">
        <pc:chgData name="鈴木 秀規" userId="f68c5fd9-22d5-4c0a-9833-7fb0f5135313" providerId="ADAL" clId="{6A56FB10-BD31-4A36-9DC1-80D965E09775}" dt="2021-01-29T02:16:21.792" v="21" actId="2696"/>
        <pc:sldMkLst>
          <pc:docMk/>
          <pc:sldMk cId="2427838374" sldId="369"/>
        </pc:sldMkLst>
      </pc:sldChg>
      <pc:sldChg chg="addSp modSp new mod">
        <pc:chgData name="鈴木 秀規" userId="f68c5fd9-22d5-4c0a-9833-7fb0f5135313" providerId="ADAL" clId="{6A56FB10-BD31-4A36-9DC1-80D965E09775}" dt="2021-01-29T03:36:52.138" v="245" actId="207"/>
        <pc:sldMkLst>
          <pc:docMk/>
          <pc:sldMk cId="1301075000" sldId="370"/>
        </pc:sldMkLst>
        <pc:spChg chg="mod">
          <ac:chgData name="鈴木 秀規" userId="f68c5fd9-22d5-4c0a-9833-7fb0f5135313" providerId="ADAL" clId="{6A56FB10-BD31-4A36-9DC1-80D965E09775}" dt="2021-01-29T03:32:27.793" v="209"/>
          <ac:spMkLst>
            <pc:docMk/>
            <pc:sldMk cId="1301075000" sldId="370"/>
            <ac:spMk id="3" creationId="{A8E036A3-4A54-4CF7-A59C-DF5E25038E61}"/>
          </ac:spMkLst>
        </pc:spChg>
        <pc:spChg chg="mod">
          <ac:chgData name="鈴木 秀規" userId="f68c5fd9-22d5-4c0a-9833-7fb0f5135313" providerId="ADAL" clId="{6A56FB10-BD31-4A36-9DC1-80D965E09775}" dt="2021-01-29T03:34:44.127" v="213" actId="20577"/>
          <ac:spMkLst>
            <pc:docMk/>
            <pc:sldMk cId="1301075000" sldId="370"/>
            <ac:spMk id="5" creationId="{F6EFE619-88C8-4A96-93DE-F1E2FFDAF6A9}"/>
          </ac:spMkLst>
        </pc:spChg>
        <pc:spChg chg="add mod">
          <ac:chgData name="鈴木 秀規" userId="f68c5fd9-22d5-4c0a-9833-7fb0f5135313" providerId="ADAL" clId="{6A56FB10-BD31-4A36-9DC1-80D965E09775}" dt="2021-01-29T03:36:52.138" v="245" actId="207"/>
          <ac:spMkLst>
            <pc:docMk/>
            <pc:sldMk cId="1301075000" sldId="370"/>
            <ac:spMk id="6" creationId="{6D593FF8-9881-455D-969D-377EF3BF1769}"/>
          </ac:spMkLst>
        </pc:spChg>
        <pc:spChg chg="add mod">
          <ac:chgData name="鈴木 秀規" userId="f68c5fd9-22d5-4c0a-9833-7fb0f5135313" providerId="ADAL" clId="{6A56FB10-BD31-4A36-9DC1-80D965E09775}" dt="2021-01-29T03:35:51.649" v="222" actId="14100"/>
          <ac:spMkLst>
            <pc:docMk/>
            <pc:sldMk cId="1301075000" sldId="370"/>
            <ac:spMk id="7" creationId="{9FF437E3-9FEA-47E7-A603-8CB2A7C86DC3}"/>
          </ac:spMkLst>
        </pc:spChg>
        <pc:spChg chg="add mod">
          <ac:chgData name="鈴木 秀規" userId="f68c5fd9-22d5-4c0a-9833-7fb0f5135313" providerId="ADAL" clId="{6A56FB10-BD31-4A36-9DC1-80D965E09775}" dt="2021-01-29T03:36:22.068" v="239" actId="14100"/>
          <ac:spMkLst>
            <pc:docMk/>
            <pc:sldMk cId="1301075000" sldId="370"/>
            <ac:spMk id="8" creationId="{7EF53F83-F641-4FCB-A6C1-92E425EA5529}"/>
          </ac:spMkLst>
        </pc:spChg>
        <pc:spChg chg="add mod">
          <ac:chgData name="鈴木 秀規" userId="f68c5fd9-22d5-4c0a-9833-7fb0f5135313" providerId="ADAL" clId="{6A56FB10-BD31-4A36-9DC1-80D965E09775}" dt="2021-01-29T03:36:24.482" v="240" actId="571"/>
          <ac:spMkLst>
            <pc:docMk/>
            <pc:sldMk cId="1301075000" sldId="370"/>
            <ac:spMk id="9" creationId="{70624BBB-AA9C-4AE3-8675-A987191230A8}"/>
          </ac:spMkLst>
        </pc:spChg>
        <pc:cxnChg chg="add mod">
          <ac:chgData name="鈴木 秀規" userId="f68c5fd9-22d5-4c0a-9833-7fb0f5135313" providerId="ADAL" clId="{6A56FB10-BD31-4A36-9DC1-80D965E09775}" dt="2021-01-29T03:36:37.360" v="243" actId="14100"/>
          <ac:cxnSpMkLst>
            <pc:docMk/>
            <pc:sldMk cId="1301075000" sldId="370"/>
            <ac:cxnSpMk id="10" creationId="{EE2C543A-244E-4C6C-A2FD-6501A471B78D}"/>
          </ac:cxnSpMkLst>
        </pc:cxnChg>
      </pc:sldChg>
      <pc:sldChg chg="del">
        <pc:chgData name="鈴木 秀規" userId="f68c5fd9-22d5-4c0a-9833-7fb0f5135313" providerId="ADAL" clId="{6A56FB10-BD31-4A36-9DC1-80D965E09775}" dt="2021-01-29T02:16:21.792" v="21" actId="2696"/>
        <pc:sldMkLst>
          <pc:docMk/>
          <pc:sldMk cId="1375847763" sldId="370"/>
        </pc:sldMkLst>
      </pc:sldChg>
      <pc:sldChg chg="del">
        <pc:chgData name="鈴木 秀規" userId="f68c5fd9-22d5-4c0a-9833-7fb0f5135313" providerId="ADAL" clId="{6A56FB10-BD31-4A36-9DC1-80D965E09775}" dt="2021-01-29T02:16:21.792" v="21" actId="2696"/>
        <pc:sldMkLst>
          <pc:docMk/>
          <pc:sldMk cId="88774120" sldId="371"/>
        </pc:sldMkLst>
      </pc:sldChg>
      <pc:sldChg chg="addSp modSp new mod">
        <pc:chgData name="鈴木 秀規" userId="f68c5fd9-22d5-4c0a-9833-7fb0f5135313" providerId="ADAL" clId="{6A56FB10-BD31-4A36-9DC1-80D965E09775}" dt="2021-01-29T03:39:13.368" v="275" actId="20577"/>
        <pc:sldMkLst>
          <pc:docMk/>
          <pc:sldMk cId="1939820756" sldId="371"/>
        </pc:sldMkLst>
        <pc:spChg chg="mod">
          <ac:chgData name="鈴木 秀規" userId="f68c5fd9-22d5-4c0a-9833-7fb0f5135313" providerId="ADAL" clId="{6A56FB10-BD31-4A36-9DC1-80D965E09775}" dt="2021-01-29T03:37:04.442" v="247"/>
          <ac:spMkLst>
            <pc:docMk/>
            <pc:sldMk cId="1939820756" sldId="371"/>
            <ac:spMk id="3" creationId="{E8C96A04-39FD-441A-962A-FA81A8B3A993}"/>
          </ac:spMkLst>
        </pc:spChg>
        <pc:spChg chg="mod">
          <ac:chgData name="鈴木 秀規" userId="f68c5fd9-22d5-4c0a-9833-7fb0f5135313" providerId="ADAL" clId="{6A56FB10-BD31-4A36-9DC1-80D965E09775}" dt="2021-01-29T03:39:13.368" v="275" actId="20577"/>
          <ac:spMkLst>
            <pc:docMk/>
            <pc:sldMk cId="1939820756" sldId="371"/>
            <ac:spMk id="5" creationId="{70E219BC-5247-44DD-8DD7-158CE82AF0CF}"/>
          </ac:spMkLst>
        </pc:spChg>
        <pc:spChg chg="add mod">
          <ac:chgData name="鈴木 秀規" userId="f68c5fd9-22d5-4c0a-9833-7fb0f5135313" providerId="ADAL" clId="{6A56FB10-BD31-4A36-9DC1-80D965E09775}" dt="2021-01-29T03:37:58.003" v="257" actId="1076"/>
          <ac:spMkLst>
            <pc:docMk/>
            <pc:sldMk cId="1939820756" sldId="371"/>
            <ac:spMk id="6" creationId="{FFB1B3FE-6A29-4639-A1A5-337B6FBF225B}"/>
          </ac:spMkLst>
        </pc:spChg>
        <pc:spChg chg="add mod">
          <ac:chgData name="鈴木 秀規" userId="f68c5fd9-22d5-4c0a-9833-7fb0f5135313" providerId="ADAL" clId="{6A56FB10-BD31-4A36-9DC1-80D965E09775}" dt="2021-01-29T03:39:03.655" v="272" actId="14100"/>
          <ac:spMkLst>
            <pc:docMk/>
            <pc:sldMk cId="1939820756" sldId="371"/>
            <ac:spMk id="7" creationId="{37C4AC0A-3C0A-4D06-9F0B-FDEAE1E8F1BF}"/>
          </ac:spMkLst>
        </pc:spChg>
        <pc:spChg chg="add mod">
          <ac:chgData name="鈴木 秀規" userId="f68c5fd9-22d5-4c0a-9833-7fb0f5135313" providerId="ADAL" clId="{6A56FB10-BD31-4A36-9DC1-80D965E09775}" dt="2021-01-29T03:39:08.242" v="273" actId="1076"/>
          <ac:spMkLst>
            <pc:docMk/>
            <pc:sldMk cId="1939820756" sldId="371"/>
            <ac:spMk id="8" creationId="{ED2A6511-C410-49B8-A836-6BB64278F73B}"/>
          </ac:spMkLst>
        </pc:spChg>
        <pc:spChg chg="add mod">
          <ac:chgData name="鈴木 秀規" userId="f68c5fd9-22d5-4c0a-9833-7fb0f5135313" providerId="ADAL" clId="{6A56FB10-BD31-4A36-9DC1-80D965E09775}" dt="2021-01-29T03:39:11.459" v="274" actId="1076"/>
          <ac:spMkLst>
            <pc:docMk/>
            <pc:sldMk cId="1939820756" sldId="371"/>
            <ac:spMk id="9" creationId="{99BCD06E-20B0-4B16-B60A-ACAFCDCA9345}"/>
          </ac:spMkLst>
        </pc:spChg>
      </pc:sldChg>
      <pc:sldChg chg="del">
        <pc:chgData name="鈴木 秀規" userId="f68c5fd9-22d5-4c0a-9833-7fb0f5135313" providerId="ADAL" clId="{6A56FB10-BD31-4A36-9DC1-80D965E09775}" dt="2021-01-29T02:16:21.792" v="21" actId="2696"/>
        <pc:sldMkLst>
          <pc:docMk/>
          <pc:sldMk cId="1789203375" sldId="372"/>
        </pc:sldMkLst>
      </pc:sldChg>
      <pc:sldChg chg="addSp modSp new mod">
        <pc:chgData name="鈴木 秀規" userId="f68c5fd9-22d5-4c0a-9833-7fb0f5135313" providerId="ADAL" clId="{6A56FB10-BD31-4A36-9DC1-80D965E09775}" dt="2021-01-29T03:41:03.963" v="295" actId="1076"/>
        <pc:sldMkLst>
          <pc:docMk/>
          <pc:sldMk cId="3679262217" sldId="372"/>
        </pc:sldMkLst>
        <pc:spChg chg="mod">
          <ac:chgData name="鈴木 秀規" userId="f68c5fd9-22d5-4c0a-9833-7fb0f5135313" providerId="ADAL" clId="{6A56FB10-BD31-4A36-9DC1-80D965E09775}" dt="2021-01-29T03:39:33.647" v="277"/>
          <ac:spMkLst>
            <pc:docMk/>
            <pc:sldMk cId="3679262217" sldId="372"/>
            <ac:spMk id="3" creationId="{F2C00D08-0381-42F1-9C02-397C7D954805}"/>
          </ac:spMkLst>
        </pc:spChg>
        <pc:spChg chg="mod">
          <ac:chgData name="鈴木 秀規" userId="f68c5fd9-22d5-4c0a-9833-7fb0f5135313" providerId="ADAL" clId="{6A56FB10-BD31-4A36-9DC1-80D965E09775}" dt="2021-01-29T03:40:52.989" v="294" actId="20577"/>
          <ac:spMkLst>
            <pc:docMk/>
            <pc:sldMk cId="3679262217" sldId="372"/>
            <ac:spMk id="5" creationId="{2327367B-F082-41A5-B2A7-B5E1D186EF02}"/>
          </ac:spMkLst>
        </pc:spChg>
        <pc:picChg chg="add mod">
          <ac:chgData name="鈴木 秀規" userId="f68c5fd9-22d5-4c0a-9833-7fb0f5135313" providerId="ADAL" clId="{6A56FB10-BD31-4A36-9DC1-80D965E09775}" dt="2021-01-29T03:41:03.963" v="295" actId="1076"/>
          <ac:picMkLst>
            <pc:docMk/>
            <pc:sldMk cId="3679262217" sldId="372"/>
            <ac:picMk id="6" creationId="{FEBFD8F5-7354-4016-9849-0D637F3F9150}"/>
          </ac:picMkLst>
        </pc:picChg>
      </pc:sldChg>
      <pc:sldChg chg="addSp modSp new mod">
        <pc:chgData name="鈴木 秀規" userId="f68c5fd9-22d5-4c0a-9833-7fb0f5135313" providerId="ADAL" clId="{6A56FB10-BD31-4A36-9DC1-80D965E09775}" dt="2021-01-29T03:42:22.190" v="311" actId="1076"/>
        <pc:sldMkLst>
          <pc:docMk/>
          <pc:sldMk cId="295493128" sldId="373"/>
        </pc:sldMkLst>
        <pc:spChg chg="mod">
          <ac:chgData name="鈴木 秀規" userId="f68c5fd9-22d5-4c0a-9833-7fb0f5135313" providerId="ADAL" clId="{6A56FB10-BD31-4A36-9DC1-80D965E09775}" dt="2021-01-29T03:41:13.541" v="297"/>
          <ac:spMkLst>
            <pc:docMk/>
            <pc:sldMk cId="295493128" sldId="373"/>
            <ac:spMk id="3" creationId="{501AB490-D50B-4AEE-89E0-AD05289C3A8E}"/>
          </ac:spMkLst>
        </pc:spChg>
        <pc:spChg chg="mod">
          <ac:chgData name="鈴木 秀規" userId="f68c5fd9-22d5-4c0a-9833-7fb0f5135313" providerId="ADAL" clId="{6A56FB10-BD31-4A36-9DC1-80D965E09775}" dt="2021-01-29T03:41:23.380" v="300" actId="14100"/>
          <ac:spMkLst>
            <pc:docMk/>
            <pc:sldMk cId="295493128" sldId="373"/>
            <ac:spMk id="5" creationId="{35593FF5-7533-4F63-AFBD-F0D1DABB09A5}"/>
          </ac:spMkLst>
        </pc:spChg>
        <pc:spChg chg="add mod">
          <ac:chgData name="鈴木 秀規" userId="f68c5fd9-22d5-4c0a-9833-7fb0f5135313" providerId="ADAL" clId="{6A56FB10-BD31-4A36-9DC1-80D965E09775}" dt="2021-01-29T03:41:47.784" v="303"/>
          <ac:spMkLst>
            <pc:docMk/>
            <pc:sldMk cId="295493128" sldId="373"/>
            <ac:spMk id="6" creationId="{9F9AD4E2-CC6B-4E47-B0CE-5F08FF471A4E}"/>
          </ac:spMkLst>
        </pc:spChg>
        <pc:spChg chg="add mod">
          <ac:chgData name="鈴木 秀規" userId="f68c5fd9-22d5-4c0a-9833-7fb0f5135313" providerId="ADAL" clId="{6A56FB10-BD31-4A36-9DC1-80D965E09775}" dt="2021-01-29T03:42:07.954" v="307" actId="1076"/>
          <ac:spMkLst>
            <pc:docMk/>
            <pc:sldMk cId="295493128" sldId="373"/>
            <ac:spMk id="7" creationId="{A191A2A4-32E8-4928-992E-5D8D1FC66106}"/>
          </ac:spMkLst>
        </pc:spChg>
        <pc:spChg chg="add mod">
          <ac:chgData name="鈴木 秀規" userId="f68c5fd9-22d5-4c0a-9833-7fb0f5135313" providerId="ADAL" clId="{6A56FB10-BD31-4A36-9DC1-80D965E09775}" dt="2021-01-29T03:42:15.419" v="309" actId="1076"/>
          <ac:spMkLst>
            <pc:docMk/>
            <pc:sldMk cId="295493128" sldId="373"/>
            <ac:spMk id="8" creationId="{C2D5ECC3-2959-480F-9893-94050790A832}"/>
          </ac:spMkLst>
        </pc:spChg>
        <pc:spChg chg="add mod">
          <ac:chgData name="鈴木 秀規" userId="f68c5fd9-22d5-4c0a-9833-7fb0f5135313" providerId="ADAL" clId="{6A56FB10-BD31-4A36-9DC1-80D965E09775}" dt="2021-01-29T03:42:22.190" v="311" actId="1076"/>
          <ac:spMkLst>
            <pc:docMk/>
            <pc:sldMk cId="295493128" sldId="373"/>
            <ac:spMk id="9" creationId="{76DB8F2E-83D3-45FF-BFB7-03DF9FC5A9F1}"/>
          </ac:spMkLst>
        </pc:spChg>
      </pc:sldChg>
      <pc:sldChg chg="del">
        <pc:chgData name="鈴木 秀規" userId="f68c5fd9-22d5-4c0a-9833-7fb0f5135313" providerId="ADAL" clId="{6A56FB10-BD31-4A36-9DC1-80D965E09775}" dt="2021-01-29T02:16:21.792" v="21" actId="2696"/>
        <pc:sldMkLst>
          <pc:docMk/>
          <pc:sldMk cId="2979480215" sldId="373"/>
        </pc:sldMkLst>
      </pc:sldChg>
      <pc:sldChg chg="addSp modSp new mod">
        <pc:chgData name="鈴木 秀規" userId="f68c5fd9-22d5-4c0a-9833-7fb0f5135313" providerId="ADAL" clId="{6A56FB10-BD31-4A36-9DC1-80D965E09775}" dt="2021-01-29T03:44:42.383" v="331" actId="1035"/>
        <pc:sldMkLst>
          <pc:docMk/>
          <pc:sldMk cId="1376688274" sldId="374"/>
        </pc:sldMkLst>
        <pc:spChg chg="mod">
          <ac:chgData name="鈴木 秀規" userId="f68c5fd9-22d5-4c0a-9833-7fb0f5135313" providerId="ADAL" clId="{6A56FB10-BD31-4A36-9DC1-80D965E09775}" dt="2021-01-29T03:43:25.517" v="313"/>
          <ac:spMkLst>
            <pc:docMk/>
            <pc:sldMk cId="1376688274" sldId="374"/>
            <ac:spMk id="3" creationId="{FC54BC8C-791D-48D7-834B-CBAD69DFFE5C}"/>
          </ac:spMkLst>
        </pc:spChg>
        <pc:spChg chg="mod">
          <ac:chgData name="鈴木 秀規" userId="f68c5fd9-22d5-4c0a-9833-7fb0f5135313" providerId="ADAL" clId="{6A56FB10-BD31-4A36-9DC1-80D965E09775}" dt="2021-01-29T03:43:39.389" v="316" actId="14100"/>
          <ac:spMkLst>
            <pc:docMk/>
            <pc:sldMk cId="1376688274" sldId="374"/>
            <ac:spMk id="5" creationId="{99B40666-FE6B-4F98-A58C-E72188F3071D}"/>
          </ac:spMkLst>
        </pc:spChg>
        <pc:spChg chg="add mod">
          <ac:chgData name="鈴木 秀規" userId="f68c5fd9-22d5-4c0a-9833-7fb0f5135313" providerId="ADAL" clId="{6A56FB10-BD31-4A36-9DC1-80D965E09775}" dt="2021-01-29T03:44:42.383" v="331" actId="1035"/>
          <ac:spMkLst>
            <pc:docMk/>
            <pc:sldMk cId="1376688274" sldId="374"/>
            <ac:spMk id="6" creationId="{C975963D-4ADE-4DC6-B10D-4B90DEF5AD0D}"/>
          </ac:spMkLst>
        </pc:spChg>
        <pc:spChg chg="add mod">
          <ac:chgData name="鈴木 秀規" userId="f68c5fd9-22d5-4c0a-9833-7fb0f5135313" providerId="ADAL" clId="{6A56FB10-BD31-4A36-9DC1-80D965E09775}" dt="2021-01-29T03:44:33.383" v="329" actId="1035"/>
          <ac:spMkLst>
            <pc:docMk/>
            <pc:sldMk cId="1376688274" sldId="374"/>
            <ac:spMk id="7" creationId="{87DA50C7-3D7E-4022-862F-778CA1726CEF}"/>
          </ac:spMkLst>
        </pc:spChg>
      </pc:sldChg>
      <pc:sldChg chg="del">
        <pc:chgData name="鈴木 秀規" userId="f68c5fd9-22d5-4c0a-9833-7fb0f5135313" providerId="ADAL" clId="{6A56FB10-BD31-4A36-9DC1-80D965E09775}" dt="2021-01-29T02:16:21.792" v="21" actId="2696"/>
        <pc:sldMkLst>
          <pc:docMk/>
          <pc:sldMk cId="3198692090" sldId="374"/>
        </pc:sldMkLst>
      </pc:sldChg>
      <pc:sldChg chg="modSp new mod">
        <pc:chgData name="鈴木 秀規" userId="f68c5fd9-22d5-4c0a-9833-7fb0f5135313" providerId="ADAL" clId="{6A56FB10-BD31-4A36-9DC1-80D965E09775}" dt="2021-01-29T03:46:58.624" v="342" actId="20577"/>
        <pc:sldMkLst>
          <pc:docMk/>
          <pc:sldMk cId="1089892823" sldId="375"/>
        </pc:sldMkLst>
        <pc:spChg chg="mod">
          <ac:chgData name="鈴木 秀規" userId="f68c5fd9-22d5-4c0a-9833-7fb0f5135313" providerId="ADAL" clId="{6A56FB10-BD31-4A36-9DC1-80D965E09775}" dt="2021-01-29T03:46:15.664" v="333"/>
          <ac:spMkLst>
            <pc:docMk/>
            <pc:sldMk cId="1089892823" sldId="375"/>
            <ac:spMk id="3" creationId="{9EE757FC-3A7F-45A1-9212-AB3FF36CE6FF}"/>
          </ac:spMkLst>
        </pc:spChg>
        <pc:spChg chg="mod">
          <ac:chgData name="鈴木 秀規" userId="f68c5fd9-22d5-4c0a-9833-7fb0f5135313" providerId="ADAL" clId="{6A56FB10-BD31-4A36-9DC1-80D965E09775}" dt="2021-01-29T03:46:58.624" v="342" actId="20577"/>
          <ac:spMkLst>
            <pc:docMk/>
            <pc:sldMk cId="1089892823" sldId="375"/>
            <ac:spMk id="5" creationId="{9092D634-F385-4503-B454-56CCFA19FE3C}"/>
          </ac:spMkLst>
        </pc:spChg>
      </pc:sldChg>
      <pc:sldChg chg="addSp modSp new mod">
        <pc:chgData name="鈴木 秀規" userId="f68c5fd9-22d5-4c0a-9833-7fb0f5135313" providerId="ADAL" clId="{6A56FB10-BD31-4A36-9DC1-80D965E09775}" dt="2021-01-29T03:49:30.696" v="387" actId="1035"/>
        <pc:sldMkLst>
          <pc:docMk/>
          <pc:sldMk cId="2589480947" sldId="376"/>
        </pc:sldMkLst>
        <pc:spChg chg="mod">
          <ac:chgData name="鈴木 秀規" userId="f68c5fd9-22d5-4c0a-9833-7fb0f5135313" providerId="ADAL" clId="{6A56FB10-BD31-4A36-9DC1-80D965E09775}" dt="2021-01-29T03:47:11.879" v="344"/>
          <ac:spMkLst>
            <pc:docMk/>
            <pc:sldMk cId="2589480947" sldId="376"/>
            <ac:spMk id="3" creationId="{82A116F0-EE64-4EEB-B551-544C956B306B}"/>
          </ac:spMkLst>
        </pc:spChg>
        <pc:spChg chg="mod">
          <ac:chgData name="鈴木 秀規" userId="f68c5fd9-22d5-4c0a-9833-7fb0f5135313" providerId="ADAL" clId="{6A56FB10-BD31-4A36-9DC1-80D965E09775}" dt="2021-01-29T03:47:37.295" v="353" actId="14100"/>
          <ac:spMkLst>
            <pc:docMk/>
            <pc:sldMk cId="2589480947" sldId="376"/>
            <ac:spMk id="5" creationId="{AD9083A4-02D0-4095-B458-23567A70DC92}"/>
          </ac:spMkLst>
        </pc:spChg>
        <pc:spChg chg="add mod">
          <ac:chgData name="鈴木 秀規" userId="f68c5fd9-22d5-4c0a-9833-7fb0f5135313" providerId="ADAL" clId="{6A56FB10-BD31-4A36-9DC1-80D965E09775}" dt="2021-01-29T03:48:04.470" v="357" actId="14100"/>
          <ac:spMkLst>
            <pc:docMk/>
            <pc:sldMk cId="2589480947" sldId="376"/>
            <ac:spMk id="6" creationId="{E84A9B31-0010-48C8-AFCF-7FB71E5E3236}"/>
          </ac:spMkLst>
        </pc:spChg>
        <pc:spChg chg="add mod">
          <ac:chgData name="鈴木 秀規" userId="f68c5fd9-22d5-4c0a-9833-7fb0f5135313" providerId="ADAL" clId="{6A56FB10-BD31-4A36-9DC1-80D965E09775}" dt="2021-01-29T03:49:30.696" v="387" actId="1035"/>
          <ac:spMkLst>
            <pc:docMk/>
            <pc:sldMk cId="2589480947" sldId="376"/>
            <ac:spMk id="7" creationId="{29C80EC0-F637-45B7-9DCD-C12471C39BB9}"/>
          </ac:spMkLst>
        </pc:spChg>
        <pc:spChg chg="add mod">
          <ac:chgData name="鈴木 秀規" userId="f68c5fd9-22d5-4c0a-9833-7fb0f5135313" providerId="ADAL" clId="{6A56FB10-BD31-4A36-9DC1-80D965E09775}" dt="2021-01-29T03:48:45.030" v="377" actId="2711"/>
          <ac:spMkLst>
            <pc:docMk/>
            <pc:sldMk cId="2589480947" sldId="376"/>
            <ac:spMk id="8" creationId="{158DAD9B-B839-4D99-B619-E6DD82AD1A72}"/>
          </ac:spMkLst>
        </pc:spChg>
        <pc:spChg chg="add mod">
          <ac:chgData name="鈴木 秀規" userId="f68c5fd9-22d5-4c0a-9833-7fb0f5135313" providerId="ADAL" clId="{6A56FB10-BD31-4A36-9DC1-80D965E09775}" dt="2021-01-29T03:49:10.580" v="382" actId="14100"/>
          <ac:spMkLst>
            <pc:docMk/>
            <pc:sldMk cId="2589480947" sldId="376"/>
            <ac:spMk id="9" creationId="{2884E171-A90D-4095-A262-D34B1373CB50}"/>
          </ac:spMkLst>
        </pc:spChg>
        <pc:cxnChg chg="add mod">
          <ac:chgData name="鈴木 秀規" userId="f68c5fd9-22d5-4c0a-9833-7fb0f5135313" providerId="ADAL" clId="{6A56FB10-BD31-4A36-9DC1-80D965E09775}" dt="2021-01-29T03:49:30.696" v="387" actId="1035"/>
          <ac:cxnSpMkLst>
            <pc:docMk/>
            <pc:sldMk cId="2589480947" sldId="376"/>
            <ac:cxnSpMk id="10" creationId="{C6AA73AE-1260-4B7D-9411-13A68982F721}"/>
          </ac:cxnSpMkLst>
        </pc:cxnChg>
      </pc:sldChg>
      <pc:sldChg chg="addSp modSp new mod">
        <pc:chgData name="鈴木 秀規" userId="f68c5fd9-22d5-4c0a-9833-7fb0f5135313" providerId="ADAL" clId="{6A56FB10-BD31-4A36-9DC1-80D965E09775}" dt="2021-01-29T03:50:39.688" v="401" actId="207"/>
        <pc:sldMkLst>
          <pc:docMk/>
          <pc:sldMk cId="546674919" sldId="377"/>
        </pc:sldMkLst>
        <pc:spChg chg="mod">
          <ac:chgData name="鈴木 秀規" userId="f68c5fd9-22d5-4c0a-9833-7fb0f5135313" providerId="ADAL" clId="{6A56FB10-BD31-4A36-9DC1-80D965E09775}" dt="2021-01-29T03:49:49.225" v="389"/>
          <ac:spMkLst>
            <pc:docMk/>
            <pc:sldMk cId="546674919" sldId="377"/>
            <ac:spMk id="3" creationId="{EDAE4E91-904B-4316-BADF-0B4A87DA9915}"/>
          </ac:spMkLst>
        </pc:spChg>
        <pc:spChg chg="mod">
          <ac:chgData name="鈴木 秀規" userId="f68c5fd9-22d5-4c0a-9833-7fb0f5135313" providerId="ADAL" clId="{6A56FB10-BD31-4A36-9DC1-80D965E09775}" dt="2021-01-29T03:50:39.688" v="401" actId="207"/>
          <ac:spMkLst>
            <pc:docMk/>
            <pc:sldMk cId="546674919" sldId="377"/>
            <ac:spMk id="5" creationId="{BF966A2E-7B30-41D7-9485-DDA63B1FB473}"/>
          </ac:spMkLst>
        </pc:spChg>
        <pc:picChg chg="add mod">
          <ac:chgData name="鈴木 秀規" userId="f68c5fd9-22d5-4c0a-9833-7fb0f5135313" providerId="ADAL" clId="{6A56FB10-BD31-4A36-9DC1-80D965E09775}" dt="2021-01-29T03:50:26.488" v="399" actId="1076"/>
          <ac:picMkLst>
            <pc:docMk/>
            <pc:sldMk cId="546674919" sldId="377"/>
            <ac:picMk id="6" creationId="{DABE291E-8F94-4F01-BC78-AF78320DE92E}"/>
          </ac:picMkLst>
        </pc:picChg>
      </pc:sldChg>
      <pc:sldChg chg="modSp new mod">
        <pc:chgData name="鈴木 秀規" userId="f68c5fd9-22d5-4c0a-9833-7fb0f5135313" providerId="ADAL" clId="{6A56FB10-BD31-4A36-9DC1-80D965E09775}" dt="2021-01-29T03:51:38.741" v="415" actId="207"/>
        <pc:sldMkLst>
          <pc:docMk/>
          <pc:sldMk cId="1244196573" sldId="378"/>
        </pc:sldMkLst>
        <pc:spChg chg="mod">
          <ac:chgData name="鈴木 秀規" userId="f68c5fd9-22d5-4c0a-9833-7fb0f5135313" providerId="ADAL" clId="{6A56FB10-BD31-4A36-9DC1-80D965E09775}" dt="2021-01-29T03:50:51.011" v="403"/>
          <ac:spMkLst>
            <pc:docMk/>
            <pc:sldMk cId="1244196573" sldId="378"/>
            <ac:spMk id="3" creationId="{4D352B4F-CE3E-45AE-9790-A92921309129}"/>
          </ac:spMkLst>
        </pc:spChg>
        <pc:spChg chg="mod">
          <ac:chgData name="鈴木 秀規" userId="f68c5fd9-22d5-4c0a-9833-7fb0f5135313" providerId="ADAL" clId="{6A56FB10-BD31-4A36-9DC1-80D965E09775}" dt="2021-01-29T03:51:38.741" v="415" actId="207"/>
          <ac:spMkLst>
            <pc:docMk/>
            <pc:sldMk cId="1244196573" sldId="378"/>
            <ac:spMk id="5" creationId="{8A00F2AB-2E88-427A-B543-71F2EC6D0DA6}"/>
          </ac:spMkLst>
        </pc:spChg>
      </pc:sldChg>
      <pc:sldChg chg="new del">
        <pc:chgData name="鈴木 秀規" userId="f68c5fd9-22d5-4c0a-9833-7fb0f5135313" providerId="ADAL" clId="{6A56FB10-BD31-4A36-9DC1-80D965E09775}" dt="2021-01-29T03:51:48.443" v="417" actId="2696"/>
        <pc:sldMkLst>
          <pc:docMk/>
          <pc:sldMk cId="1704080252" sldId="379"/>
        </pc:sldMkLst>
      </pc:sldChg>
    </pc:docChg>
  </pc:docChgLst>
  <pc:docChgLst>
    <pc:chgData name="鈴木 秀規" userId="S::h_suzuki@rhizome01.onmicrosoft.com::f68c5fd9-22d5-4c0a-9833-7fb0f5135313" providerId="AD" clId="Web-{41084A8C-A0A3-CA0D-2EC9-61FD28899570}"/>
    <pc:docChg chg="modSld">
      <pc:chgData name="鈴木 秀規" userId="S::h_suzuki@rhizome01.onmicrosoft.com::f68c5fd9-22d5-4c0a-9833-7fb0f5135313" providerId="AD" clId="Web-{41084A8C-A0A3-CA0D-2EC9-61FD28899570}" dt="2020-12-02T01:37:22.114" v="88" actId="20577"/>
      <pc:docMkLst>
        <pc:docMk/>
      </pc:docMkLst>
      <pc:sldChg chg="modSp">
        <pc:chgData name="鈴木 秀規" userId="S::h_suzuki@rhizome01.onmicrosoft.com::f68c5fd9-22d5-4c0a-9833-7fb0f5135313" providerId="AD" clId="Web-{41084A8C-A0A3-CA0D-2EC9-61FD28899570}" dt="2020-12-02T01:17:04.208" v="9" actId="20577"/>
        <pc:sldMkLst>
          <pc:docMk/>
          <pc:sldMk cId="0" sldId="256"/>
        </pc:sldMkLst>
        <pc:spChg chg="mod">
          <ac:chgData name="鈴木 秀規" userId="S::h_suzuki@rhizome01.onmicrosoft.com::f68c5fd9-22d5-4c0a-9833-7fb0f5135313" providerId="AD" clId="Web-{41084A8C-A0A3-CA0D-2EC9-61FD28899570}" dt="2020-12-02T01:17:04.208" v="9" actId="20577"/>
          <ac:spMkLst>
            <pc:docMk/>
            <pc:sldMk cId="0" sldId="256"/>
            <ac:spMk id="56" creationId="{00000000-0000-0000-0000-000000000000}"/>
          </ac:spMkLst>
        </pc:spChg>
      </pc:sldChg>
      <pc:sldChg chg="modSp">
        <pc:chgData name="鈴木 秀規" userId="S::h_suzuki@rhizome01.onmicrosoft.com::f68c5fd9-22d5-4c0a-9833-7fb0f5135313" providerId="AD" clId="Web-{41084A8C-A0A3-CA0D-2EC9-61FD28899570}" dt="2020-12-02T01:35:43.811" v="67" actId="20577"/>
        <pc:sldMkLst>
          <pc:docMk/>
          <pc:sldMk cId="1678292941" sldId="359"/>
        </pc:sldMkLst>
        <pc:spChg chg="mod">
          <ac:chgData name="鈴木 秀規" userId="S::h_suzuki@rhizome01.onmicrosoft.com::f68c5fd9-22d5-4c0a-9833-7fb0f5135313" providerId="AD" clId="Web-{41084A8C-A0A3-CA0D-2EC9-61FD28899570}" dt="2020-12-02T01:35:43.811" v="67" actId="20577"/>
          <ac:spMkLst>
            <pc:docMk/>
            <pc:sldMk cId="1678292941" sldId="359"/>
            <ac:spMk id="5" creationId="{9FB73B72-EC40-4233-BAB1-83ECFE5A4DD1}"/>
          </ac:spMkLst>
        </pc:spChg>
      </pc:sldChg>
      <pc:sldChg chg="modSp">
        <pc:chgData name="鈴木 秀規" userId="S::h_suzuki@rhizome01.onmicrosoft.com::f68c5fd9-22d5-4c0a-9833-7fb0f5135313" providerId="AD" clId="Web-{41084A8C-A0A3-CA0D-2EC9-61FD28899570}" dt="2020-12-02T01:37:22.114" v="87" actId="20577"/>
        <pc:sldMkLst>
          <pc:docMk/>
          <pc:sldMk cId="1668843990" sldId="360"/>
        </pc:sldMkLst>
        <pc:spChg chg="mod">
          <ac:chgData name="鈴木 秀規" userId="S::h_suzuki@rhizome01.onmicrosoft.com::f68c5fd9-22d5-4c0a-9833-7fb0f5135313" providerId="AD" clId="Web-{41084A8C-A0A3-CA0D-2EC9-61FD28899570}" dt="2020-12-02T01:37:22.114" v="87" actId="20577"/>
          <ac:spMkLst>
            <pc:docMk/>
            <pc:sldMk cId="1668843990" sldId="360"/>
            <ac:spMk id="9" creationId="{A4832727-EA7F-44D6-A9F2-E4AE0246960A}"/>
          </ac:spMkLst>
        </pc:spChg>
      </pc:sldChg>
    </pc:docChg>
  </pc:docChgLst>
  <pc:docChgLst>
    <pc:chgData name="鈴木 秀規" userId="f68c5fd9-22d5-4c0a-9833-7fb0f5135313" providerId="ADAL" clId="{89E477C8-882C-4DDE-9C80-DFB373724EDC}"/>
    <pc:docChg chg="undo custSel addSld delSld modSld sldOrd">
      <pc:chgData name="鈴木 秀規" userId="f68c5fd9-22d5-4c0a-9833-7fb0f5135313" providerId="ADAL" clId="{89E477C8-882C-4DDE-9C80-DFB373724EDC}" dt="2021-01-28T02:04:03.219" v="2314" actId="207"/>
      <pc:docMkLst>
        <pc:docMk/>
      </pc:docMkLst>
      <pc:sldChg chg="modSp mod">
        <pc:chgData name="鈴木 秀規" userId="f68c5fd9-22d5-4c0a-9833-7fb0f5135313" providerId="ADAL" clId="{89E477C8-882C-4DDE-9C80-DFB373724EDC}" dt="2021-01-26T07:45:28.115" v="1" actId="20577"/>
        <pc:sldMkLst>
          <pc:docMk/>
          <pc:sldMk cId="0" sldId="256"/>
        </pc:sldMkLst>
        <pc:spChg chg="mod">
          <ac:chgData name="鈴木 秀規" userId="f68c5fd9-22d5-4c0a-9833-7fb0f5135313" providerId="ADAL" clId="{89E477C8-882C-4DDE-9C80-DFB373724EDC}" dt="2021-01-26T07:45:28.115" v="1" actId="20577"/>
          <ac:spMkLst>
            <pc:docMk/>
            <pc:sldMk cId="0" sldId="256"/>
            <ac:spMk id="56" creationId="{00000000-0000-0000-0000-000000000000}"/>
          </ac:spMkLst>
        </pc:spChg>
      </pc:sldChg>
      <pc:sldChg chg="addSp delSp modSp mod">
        <pc:chgData name="鈴木 秀規" userId="f68c5fd9-22d5-4c0a-9833-7fb0f5135313" providerId="ADAL" clId="{89E477C8-882C-4DDE-9C80-DFB373724EDC}" dt="2021-01-26T08:03:59.120" v="443" actId="207"/>
        <pc:sldMkLst>
          <pc:docMk/>
          <pc:sldMk cId="1859091905" sldId="362"/>
        </pc:sldMkLst>
        <pc:spChg chg="add del">
          <ac:chgData name="鈴木 秀規" userId="f68c5fd9-22d5-4c0a-9833-7fb0f5135313" providerId="ADAL" clId="{89E477C8-882C-4DDE-9C80-DFB373724EDC}" dt="2021-01-26T07:47:23.226" v="17" actId="478"/>
          <ac:spMkLst>
            <pc:docMk/>
            <pc:sldMk cId="1859091905" sldId="362"/>
            <ac:spMk id="2" creationId="{92E5F6D1-4805-4635-9E4D-3BD3DD954908}"/>
          </ac:spMkLst>
        </pc:spChg>
        <pc:spChg chg="add del mod">
          <ac:chgData name="鈴木 秀規" userId="f68c5fd9-22d5-4c0a-9833-7fb0f5135313" providerId="ADAL" clId="{89E477C8-882C-4DDE-9C80-DFB373724EDC}" dt="2021-01-26T07:49:07.797" v="44" actId="478"/>
          <ac:spMkLst>
            <pc:docMk/>
            <pc:sldMk cId="1859091905" sldId="362"/>
            <ac:spMk id="3" creationId="{0E0814CB-A348-4B0A-BCC8-27662E7B5990}"/>
          </ac:spMkLst>
        </pc:spChg>
        <pc:spChg chg="add del mod">
          <ac:chgData name="鈴木 秀規" userId="f68c5fd9-22d5-4c0a-9833-7fb0f5135313" providerId="ADAL" clId="{89E477C8-882C-4DDE-9C80-DFB373724EDC}" dt="2021-01-26T07:46:52.778" v="10" actId="478"/>
          <ac:spMkLst>
            <pc:docMk/>
            <pc:sldMk cId="1859091905" sldId="362"/>
            <ac:spMk id="6" creationId="{0265A560-2DAC-4386-AADC-248233F94E1E}"/>
          </ac:spMkLst>
        </pc:spChg>
        <pc:spChg chg="mod">
          <ac:chgData name="鈴木 秀規" userId="f68c5fd9-22d5-4c0a-9833-7fb0f5135313" providerId="ADAL" clId="{89E477C8-882C-4DDE-9C80-DFB373724EDC}" dt="2021-01-26T07:45:55.396" v="3"/>
          <ac:spMkLst>
            <pc:docMk/>
            <pc:sldMk cId="1859091905" sldId="362"/>
            <ac:spMk id="7" creationId="{58177CF6-E256-4D88-B489-5F2EFF09AC4C}"/>
          </ac:spMkLst>
        </pc:spChg>
        <pc:spChg chg="mod">
          <ac:chgData name="鈴木 秀規" userId="f68c5fd9-22d5-4c0a-9833-7fb0f5135313" providerId="ADAL" clId="{89E477C8-882C-4DDE-9C80-DFB373724EDC}" dt="2021-01-26T07:46:49.158" v="7" actId="14100"/>
          <ac:spMkLst>
            <pc:docMk/>
            <pc:sldMk cId="1859091905" sldId="362"/>
            <ac:spMk id="8" creationId="{C57C43D1-E1C5-418D-A114-931FDA96CE3D}"/>
          </ac:spMkLst>
        </pc:spChg>
        <pc:spChg chg="add mod">
          <ac:chgData name="鈴木 秀規" userId="f68c5fd9-22d5-4c0a-9833-7fb0f5135313" providerId="ADAL" clId="{89E477C8-882C-4DDE-9C80-DFB373724EDC}" dt="2021-01-26T08:03:14.823" v="435" actId="14100"/>
          <ac:spMkLst>
            <pc:docMk/>
            <pc:sldMk cId="1859091905" sldId="362"/>
            <ac:spMk id="9" creationId="{5C894CD6-9E1B-4BAC-8173-E34A213C125E}"/>
          </ac:spMkLst>
        </pc:spChg>
        <pc:spChg chg="add del mod">
          <ac:chgData name="鈴木 秀規" userId="f68c5fd9-22d5-4c0a-9833-7fb0f5135313" providerId="ADAL" clId="{89E477C8-882C-4DDE-9C80-DFB373724EDC}" dt="2021-01-26T07:47:21.482" v="16" actId="478"/>
          <ac:spMkLst>
            <pc:docMk/>
            <pc:sldMk cId="1859091905" sldId="362"/>
            <ac:spMk id="10" creationId="{73DAB571-D70F-43DD-A3C8-264347789DA9}"/>
          </ac:spMkLst>
        </pc:spChg>
        <pc:spChg chg="add mod ord">
          <ac:chgData name="鈴木 秀規" userId="f68c5fd9-22d5-4c0a-9833-7fb0f5135313" providerId="ADAL" clId="{89E477C8-882C-4DDE-9C80-DFB373724EDC}" dt="2021-01-26T08:03:17.045" v="436" actId="14100"/>
          <ac:spMkLst>
            <pc:docMk/>
            <pc:sldMk cId="1859091905" sldId="362"/>
            <ac:spMk id="11" creationId="{FE06ECD6-C85C-4A9B-A8EA-8419C55AAE42}"/>
          </ac:spMkLst>
        </pc:spChg>
        <pc:spChg chg="add mod">
          <ac:chgData name="鈴木 秀規" userId="f68c5fd9-22d5-4c0a-9833-7fb0f5135313" providerId="ADAL" clId="{89E477C8-882C-4DDE-9C80-DFB373724EDC}" dt="2021-01-26T08:03:04.958" v="433" actId="14100"/>
          <ac:spMkLst>
            <pc:docMk/>
            <pc:sldMk cId="1859091905" sldId="362"/>
            <ac:spMk id="12" creationId="{141F7DCE-666E-41D5-863D-B6587775D22E}"/>
          </ac:spMkLst>
        </pc:spChg>
        <pc:spChg chg="add mod">
          <ac:chgData name="鈴木 秀規" userId="f68c5fd9-22d5-4c0a-9833-7fb0f5135313" providerId="ADAL" clId="{89E477C8-882C-4DDE-9C80-DFB373724EDC}" dt="2021-01-26T07:50:49.075" v="99" actId="122"/>
          <ac:spMkLst>
            <pc:docMk/>
            <pc:sldMk cId="1859091905" sldId="362"/>
            <ac:spMk id="13" creationId="{68E566C5-31D7-4EAC-B4CE-54A2FD15C730}"/>
          </ac:spMkLst>
        </pc:spChg>
        <pc:spChg chg="add mod">
          <ac:chgData name="鈴木 秀規" userId="f68c5fd9-22d5-4c0a-9833-7fb0f5135313" providerId="ADAL" clId="{89E477C8-882C-4DDE-9C80-DFB373724EDC}" dt="2021-01-26T07:50:49.075" v="99" actId="122"/>
          <ac:spMkLst>
            <pc:docMk/>
            <pc:sldMk cId="1859091905" sldId="362"/>
            <ac:spMk id="14" creationId="{5FBDE6F9-C2F2-4867-93EB-58A1D7802C2B}"/>
          </ac:spMkLst>
        </pc:spChg>
        <pc:spChg chg="add mod">
          <ac:chgData name="鈴木 秀規" userId="f68c5fd9-22d5-4c0a-9833-7fb0f5135313" providerId="ADAL" clId="{89E477C8-882C-4DDE-9C80-DFB373724EDC}" dt="2021-01-26T07:50:49.075" v="99" actId="122"/>
          <ac:spMkLst>
            <pc:docMk/>
            <pc:sldMk cId="1859091905" sldId="362"/>
            <ac:spMk id="15" creationId="{B5FE1B07-A169-4D9D-B87C-699F630BC13A}"/>
          </ac:spMkLst>
        </pc:spChg>
        <pc:spChg chg="add mod ord">
          <ac:chgData name="鈴木 秀規" userId="f68c5fd9-22d5-4c0a-9833-7fb0f5135313" providerId="ADAL" clId="{89E477C8-882C-4DDE-9C80-DFB373724EDC}" dt="2021-01-26T07:53:04.930" v="137" actId="207"/>
          <ac:spMkLst>
            <pc:docMk/>
            <pc:sldMk cId="1859091905" sldId="362"/>
            <ac:spMk id="16" creationId="{E83750D9-63CB-46EA-91FA-A651A9651075}"/>
          </ac:spMkLst>
        </pc:spChg>
        <pc:spChg chg="add mod ord">
          <ac:chgData name="鈴木 秀規" userId="f68c5fd9-22d5-4c0a-9833-7fb0f5135313" providerId="ADAL" clId="{89E477C8-882C-4DDE-9C80-DFB373724EDC}" dt="2021-01-26T07:53:04.930" v="137" actId="207"/>
          <ac:spMkLst>
            <pc:docMk/>
            <pc:sldMk cId="1859091905" sldId="362"/>
            <ac:spMk id="17" creationId="{FC0769DA-ED2F-46A9-93A5-C07CE6C1DC3F}"/>
          </ac:spMkLst>
        </pc:spChg>
        <pc:spChg chg="add mod ord">
          <ac:chgData name="鈴木 秀規" userId="f68c5fd9-22d5-4c0a-9833-7fb0f5135313" providerId="ADAL" clId="{89E477C8-882C-4DDE-9C80-DFB373724EDC}" dt="2021-01-26T07:53:04.930" v="137" actId="207"/>
          <ac:spMkLst>
            <pc:docMk/>
            <pc:sldMk cId="1859091905" sldId="362"/>
            <ac:spMk id="18" creationId="{2A7BD536-9C5D-44FA-94B8-B3F7E84E5B97}"/>
          </ac:spMkLst>
        </pc:spChg>
        <pc:spChg chg="add mod">
          <ac:chgData name="鈴木 秀規" userId="f68c5fd9-22d5-4c0a-9833-7fb0f5135313" providerId="ADAL" clId="{89E477C8-882C-4DDE-9C80-DFB373724EDC}" dt="2021-01-26T07:57:16.250" v="258" actId="1076"/>
          <ac:spMkLst>
            <pc:docMk/>
            <pc:sldMk cId="1859091905" sldId="362"/>
            <ac:spMk id="21" creationId="{0AB77973-9417-4DCE-AF82-689FF3E7ECA3}"/>
          </ac:spMkLst>
        </pc:spChg>
        <pc:spChg chg="add mod">
          <ac:chgData name="鈴木 秀規" userId="f68c5fd9-22d5-4c0a-9833-7fb0f5135313" providerId="ADAL" clId="{89E477C8-882C-4DDE-9C80-DFB373724EDC}" dt="2021-01-26T07:55:20.883" v="181" actId="1076"/>
          <ac:spMkLst>
            <pc:docMk/>
            <pc:sldMk cId="1859091905" sldId="362"/>
            <ac:spMk id="22" creationId="{16E9E172-CD6A-4435-84D9-2E6141BF41F3}"/>
          </ac:spMkLst>
        </pc:spChg>
        <pc:spChg chg="add mod">
          <ac:chgData name="鈴木 秀規" userId="f68c5fd9-22d5-4c0a-9833-7fb0f5135313" providerId="ADAL" clId="{89E477C8-882C-4DDE-9C80-DFB373724EDC}" dt="2021-01-26T07:55:40.763" v="203" actId="20577"/>
          <ac:spMkLst>
            <pc:docMk/>
            <pc:sldMk cId="1859091905" sldId="362"/>
            <ac:spMk id="23" creationId="{0AF3A0FB-0B79-4774-915A-B48357FAF8C6}"/>
          </ac:spMkLst>
        </pc:spChg>
        <pc:spChg chg="add mod">
          <ac:chgData name="鈴木 秀規" userId="f68c5fd9-22d5-4c0a-9833-7fb0f5135313" providerId="ADAL" clId="{89E477C8-882C-4DDE-9C80-DFB373724EDC}" dt="2021-01-26T08:01:41.381" v="411" actId="1037"/>
          <ac:spMkLst>
            <pc:docMk/>
            <pc:sldMk cId="1859091905" sldId="362"/>
            <ac:spMk id="37" creationId="{810BEF0F-9E4D-4704-87DF-51BF9D7C4CAD}"/>
          </ac:spMkLst>
        </pc:spChg>
        <pc:spChg chg="add mod">
          <ac:chgData name="鈴木 秀規" userId="f68c5fd9-22d5-4c0a-9833-7fb0f5135313" providerId="ADAL" clId="{89E477C8-882C-4DDE-9C80-DFB373724EDC}" dt="2021-01-26T08:00:09.668" v="364" actId="1035"/>
          <ac:spMkLst>
            <pc:docMk/>
            <pc:sldMk cId="1859091905" sldId="362"/>
            <ac:spMk id="38" creationId="{F635ED57-68F7-4ED1-9CDF-DEC970A12A25}"/>
          </ac:spMkLst>
        </pc:spChg>
        <pc:spChg chg="add mod">
          <ac:chgData name="鈴木 秀規" userId="f68c5fd9-22d5-4c0a-9833-7fb0f5135313" providerId="ADAL" clId="{89E477C8-882C-4DDE-9C80-DFB373724EDC}" dt="2021-01-26T07:59:31.863" v="343" actId="571"/>
          <ac:spMkLst>
            <pc:docMk/>
            <pc:sldMk cId="1859091905" sldId="362"/>
            <ac:spMk id="44" creationId="{E6017941-A836-42CF-BD82-709E738B1148}"/>
          </ac:spMkLst>
        </pc:spChg>
        <pc:spChg chg="add mod">
          <ac:chgData name="鈴木 秀規" userId="f68c5fd9-22d5-4c0a-9833-7fb0f5135313" providerId="ADAL" clId="{89E477C8-882C-4DDE-9C80-DFB373724EDC}" dt="2021-01-26T07:59:31.863" v="343" actId="571"/>
          <ac:spMkLst>
            <pc:docMk/>
            <pc:sldMk cId="1859091905" sldId="362"/>
            <ac:spMk id="45" creationId="{F9DC93C5-F221-40D7-95AB-67508DA91CE4}"/>
          </ac:spMkLst>
        </pc:spChg>
        <pc:spChg chg="add mod">
          <ac:chgData name="鈴木 秀規" userId="f68c5fd9-22d5-4c0a-9833-7fb0f5135313" providerId="ADAL" clId="{89E477C8-882C-4DDE-9C80-DFB373724EDC}" dt="2021-01-26T08:00:38.912" v="380" actId="1037"/>
          <ac:spMkLst>
            <pc:docMk/>
            <pc:sldMk cId="1859091905" sldId="362"/>
            <ac:spMk id="54" creationId="{266E822E-A1F4-4F69-8477-0E6EF3210D03}"/>
          </ac:spMkLst>
        </pc:spChg>
        <pc:spChg chg="add mod">
          <ac:chgData name="鈴木 秀規" userId="f68c5fd9-22d5-4c0a-9833-7fb0f5135313" providerId="ADAL" clId="{89E477C8-882C-4DDE-9C80-DFB373724EDC}" dt="2021-01-26T08:03:12.075" v="434" actId="207"/>
          <ac:spMkLst>
            <pc:docMk/>
            <pc:sldMk cId="1859091905" sldId="362"/>
            <ac:spMk id="59" creationId="{CFF5B219-4DDF-4B37-A64F-2304FFABF712}"/>
          </ac:spMkLst>
        </pc:spChg>
        <pc:spChg chg="add mod">
          <ac:chgData name="鈴木 秀規" userId="f68c5fd9-22d5-4c0a-9833-7fb0f5135313" providerId="ADAL" clId="{89E477C8-882C-4DDE-9C80-DFB373724EDC}" dt="2021-01-26T08:03:59.120" v="443" actId="207"/>
          <ac:spMkLst>
            <pc:docMk/>
            <pc:sldMk cId="1859091905" sldId="362"/>
            <ac:spMk id="72" creationId="{83F0BF49-8189-4578-8B5F-CF276A24D0CA}"/>
          </ac:spMkLst>
        </pc:spChg>
        <pc:cxnChg chg="add mod ord">
          <ac:chgData name="鈴木 秀規" userId="f68c5fd9-22d5-4c0a-9833-7fb0f5135313" providerId="ADAL" clId="{89E477C8-882C-4DDE-9C80-DFB373724EDC}" dt="2021-01-26T08:02:48.105" v="428" actId="14100"/>
          <ac:cxnSpMkLst>
            <pc:docMk/>
            <pc:sldMk cId="1859091905" sldId="362"/>
            <ac:cxnSpMk id="20" creationId="{134534F1-08CD-4AB7-99C9-9FC436F331A2}"/>
          </ac:cxnSpMkLst>
        </pc:cxnChg>
        <pc:cxnChg chg="add mod">
          <ac:chgData name="鈴木 秀規" userId="f68c5fd9-22d5-4c0a-9833-7fb0f5135313" providerId="ADAL" clId="{89E477C8-882C-4DDE-9C80-DFB373724EDC}" dt="2021-01-26T08:02:51.594" v="429" actId="14100"/>
          <ac:cxnSpMkLst>
            <pc:docMk/>
            <pc:sldMk cId="1859091905" sldId="362"/>
            <ac:cxnSpMk id="24" creationId="{019FAB17-44B5-4AE2-AF12-6643EFA8830B}"/>
          </ac:cxnSpMkLst>
        </pc:cxnChg>
        <pc:cxnChg chg="add mod">
          <ac:chgData name="鈴木 秀規" userId="f68c5fd9-22d5-4c0a-9833-7fb0f5135313" providerId="ADAL" clId="{89E477C8-882C-4DDE-9C80-DFB373724EDC}" dt="2021-01-26T08:02:54.148" v="430" actId="14100"/>
          <ac:cxnSpMkLst>
            <pc:docMk/>
            <pc:sldMk cId="1859091905" sldId="362"/>
            <ac:cxnSpMk id="27" creationId="{1EBAE8EE-EAC3-4F4B-9A50-BAD58EB53B79}"/>
          </ac:cxnSpMkLst>
        </pc:cxnChg>
        <pc:cxnChg chg="add mod">
          <ac:chgData name="鈴木 秀規" userId="f68c5fd9-22d5-4c0a-9833-7fb0f5135313" providerId="ADAL" clId="{89E477C8-882C-4DDE-9C80-DFB373724EDC}" dt="2021-01-26T08:02:33.870" v="427" actId="692"/>
          <ac:cxnSpMkLst>
            <pc:docMk/>
            <pc:sldMk cId="1859091905" sldId="362"/>
            <ac:cxnSpMk id="31" creationId="{A6BADF17-B0D0-4743-A0B1-41D4A54BD609}"/>
          </ac:cxnSpMkLst>
        </pc:cxnChg>
        <pc:cxnChg chg="add mod">
          <ac:chgData name="鈴木 秀規" userId="f68c5fd9-22d5-4c0a-9833-7fb0f5135313" providerId="ADAL" clId="{89E477C8-882C-4DDE-9C80-DFB373724EDC}" dt="2021-01-26T08:02:33.870" v="427" actId="692"/>
          <ac:cxnSpMkLst>
            <pc:docMk/>
            <pc:sldMk cId="1859091905" sldId="362"/>
            <ac:cxnSpMk id="32" creationId="{BB2AB40A-D1FF-499D-96E4-CC02DBFD0C45}"/>
          </ac:cxnSpMkLst>
        </pc:cxnChg>
        <pc:cxnChg chg="add mod">
          <ac:chgData name="鈴木 秀規" userId="f68c5fd9-22d5-4c0a-9833-7fb0f5135313" providerId="ADAL" clId="{89E477C8-882C-4DDE-9C80-DFB373724EDC}" dt="2021-01-26T08:02:33.870" v="427" actId="692"/>
          <ac:cxnSpMkLst>
            <pc:docMk/>
            <pc:sldMk cId="1859091905" sldId="362"/>
            <ac:cxnSpMk id="40" creationId="{2CAE687F-4F06-4637-9A81-133CDE1DDFD1}"/>
          </ac:cxnSpMkLst>
        </pc:cxnChg>
        <pc:cxnChg chg="add del mod">
          <ac:chgData name="鈴木 秀規" userId="f68c5fd9-22d5-4c0a-9833-7fb0f5135313" providerId="ADAL" clId="{89E477C8-882C-4DDE-9C80-DFB373724EDC}" dt="2021-01-26T07:59:19.993" v="340"/>
          <ac:cxnSpMkLst>
            <pc:docMk/>
            <pc:sldMk cId="1859091905" sldId="362"/>
            <ac:cxnSpMk id="42" creationId="{5AA0BF02-C0A5-4738-9C26-191F009E8F18}"/>
          </ac:cxnSpMkLst>
        </pc:cxnChg>
        <pc:cxnChg chg="add mod">
          <ac:chgData name="鈴木 秀規" userId="f68c5fd9-22d5-4c0a-9833-7fb0f5135313" providerId="ADAL" clId="{89E477C8-882C-4DDE-9C80-DFB373724EDC}" dt="2021-01-26T08:02:33.870" v="427" actId="692"/>
          <ac:cxnSpMkLst>
            <pc:docMk/>
            <pc:sldMk cId="1859091905" sldId="362"/>
            <ac:cxnSpMk id="43" creationId="{A5774DB9-1F03-4A1A-AF9A-AED333B85D23}"/>
          </ac:cxnSpMkLst>
        </pc:cxnChg>
        <pc:cxnChg chg="add mod">
          <ac:chgData name="鈴木 秀規" userId="f68c5fd9-22d5-4c0a-9833-7fb0f5135313" providerId="ADAL" clId="{89E477C8-882C-4DDE-9C80-DFB373724EDC}" dt="2021-01-26T08:02:33.870" v="427" actId="692"/>
          <ac:cxnSpMkLst>
            <pc:docMk/>
            <pc:sldMk cId="1859091905" sldId="362"/>
            <ac:cxnSpMk id="47" creationId="{864068D4-A178-418F-82A7-F8CD61001708}"/>
          </ac:cxnSpMkLst>
        </pc:cxnChg>
        <pc:cxnChg chg="add mod">
          <ac:chgData name="鈴木 秀規" userId="f68c5fd9-22d5-4c0a-9833-7fb0f5135313" providerId="ADAL" clId="{89E477C8-882C-4DDE-9C80-DFB373724EDC}" dt="2021-01-26T08:03:01.687" v="432" actId="14100"/>
          <ac:cxnSpMkLst>
            <pc:docMk/>
            <pc:sldMk cId="1859091905" sldId="362"/>
            <ac:cxnSpMk id="51" creationId="{A32AD69A-697F-4EF8-9E0F-56D494744AA2}"/>
          </ac:cxnSpMkLst>
        </pc:cxnChg>
        <pc:cxnChg chg="add mod">
          <ac:chgData name="鈴木 秀規" userId="f68c5fd9-22d5-4c0a-9833-7fb0f5135313" providerId="ADAL" clId="{89E477C8-882C-4DDE-9C80-DFB373724EDC}" dt="2021-01-26T08:02:57.730" v="431" actId="14100"/>
          <ac:cxnSpMkLst>
            <pc:docMk/>
            <pc:sldMk cId="1859091905" sldId="362"/>
            <ac:cxnSpMk id="57" creationId="{31F5136B-2FBA-42D0-BD1C-5118FED32A40}"/>
          </ac:cxnSpMkLst>
        </pc:cxnChg>
      </pc:sldChg>
      <pc:sldChg chg="del">
        <pc:chgData name="鈴木 秀規" userId="f68c5fd9-22d5-4c0a-9833-7fb0f5135313" providerId="ADAL" clId="{89E477C8-882C-4DDE-9C80-DFB373724EDC}" dt="2021-01-26T07:45:41.587" v="2" actId="2696"/>
        <pc:sldMkLst>
          <pc:docMk/>
          <pc:sldMk cId="793301096" sldId="363"/>
        </pc:sldMkLst>
      </pc:sldChg>
      <pc:sldChg chg="modSp new mod">
        <pc:chgData name="鈴木 秀規" userId="f68c5fd9-22d5-4c0a-9833-7fb0f5135313" providerId="ADAL" clId="{89E477C8-882C-4DDE-9C80-DFB373724EDC}" dt="2021-01-26T08:04:53.998" v="455" actId="207"/>
        <pc:sldMkLst>
          <pc:docMk/>
          <pc:sldMk cId="2294830573" sldId="363"/>
        </pc:sldMkLst>
        <pc:spChg chg="mod">
          <ac:chgData name="鈴木 秀規" userId="f68c5fd9-22d5-4c0a-9833-7fb0f5135313" providerId="ADAL" clId="{89E477C8-882C-4DDE-9C80-DFB373724EDC}" dt="2021-01-26T08:04:28.406" v="447"/>
          <ac:spMkLst>
            <pc:docMk/>
            <pc:sldMk cId="2294830573" sldId="363"/>
            <ac:spMk id="3" creationId="{80308596-66F4-4B44-A987-976456932F9D}"/>
          </ac:spMkLst>
        </pc:spChg>
        <pc:spChg chg="mod">
          <ac:chgData name="鈴木 秀規" userId="f68c5fd9-22d5-4c0a-9833-7fb0f5135313" providerId="ADAL" clId="{89E477C8-882C-4DDE-9C80-DFB373724EDC}" dt="2021-01-26T08:04:53.998" v="455" actId="207"/>
          <ac:spMkLst>
            <pc:docMk/>
            <pc:sldMk cId="2294830573" sldId="363"/>
            <ac:spMk id="5" creationId="{2D522168-F518-4111-8563-A2E1FCAB34AB}"/>
          </ac:spMkLst>
        </pc:spChg>
      </pc:sldChg>
      <pc:sldChg chg="del">
        <pc:chgData name="鈴木 秀規" userId="f68c5fd9-22d5-4c0a-9833-7fb0f5135313" providerId="ADAL" clId="{89E477C8-882C-4DDE-9C80-DFB373724EDC}" dt="2021-01-26T07:45:41.587" v="2" actId="2696"/>
        <pc:sldMkLst>
          <pc:docMk/>
          <pc:sldMk cId="7953356" sldId="364"/>
        </pc:sldMkLst>
      </pc:sldChg>
      <pc:sldChg chg="addSp delSp modSp new mod chgLayout">
        <pc:chgData name="鈴木 秀規" userId="f68c5fd9-22d5-4c0a-9833-7fb0f5135313" providerId="ADAL" clId="{89E477C8-882C-4DDE-9C80-DFB373724EDC}" dt="2021-01-26T08:08:15.326" v="507" actId="14100"/>
        <pc:sldMkLst>
          <pc:docMk/>
          <pc:sldMk cId="1110472243" sldId="364"/>
        </pc:sldMkLst>
        <pc:spChg chg="mod ord">
          <ac:chgData name="鈴木 秀規" userId="f68c5fd9-22d5-4c0a-9833-7fb0f5135313" providerId="ADAL" clId="{89E477C8-882C-4DDE-9C80-DFB373724EDC}" dt="2021-01-26T08:07:55.033" v="502" actId="6264"/>
          <ac:spMkLst>
            <pc:docMk/>
            <pc:sldMk cId="1110472243" sldId="364"/>
            <ac:spMk id="2" creationId="{4C26FC9E-824E-49C1-94A2-CADDA6CC0D53}"/>
          </ac:spMkLst>
        </pc:spChg>
        <pc:spChg chg="mod ord">
          <ac:chgData name="鈴木 秀規" userId="f68c5fd9-22d5-4c0a-9833-7fb0f5135313" providerId="ADAL" clId="{89E477C8-882C-4DDE-9C80-DFB373724EDC}" dt="2021-01-26T08:07:55.033" v="502" actId="6264"/>
          <ac:spMkLst>
            <pc:docMk/>
            <pc:sldMk cId="1110472243" sldId="364"/>
            <ac:spMk id="3" creationId="{C76342AA-69F7-4707-AB18-49D866955607}"/>
          </ac:spMkLst>
        </pc:spChg>
        <pc:spChg chg="mod ord">
          <ac:chgData name="鈴木 秀規" userId="f68c5fd9-22d5-4c0a-9833-7fb0f5135313" providerId="ADAL" clId="{89E477C8-882C-4DDE-9C80-DFB373724EDC}" dt="2021-01-26T08:07:55.033" v="502" actId="6264"/>
          <ac:spMkLst>
            <pc:docMk/>
            <pc:sldMk cId="1110472243" sldId="364"/>
            <ac:spMk id="4" creationId="{BF106BF8-5A59-42EE-9C56-59204DEFA2B2}"/>
          </ac:spMkLst>
        </pc:spChg>
        <pc:spChg chg="del mod">
          <ac:chgData name="鈴木 秀規" userId="f68c5fd9-22d5-4c0a-9833-7fb0f5135313" providerId="ADAL" clId="{89E477C8-882C-4DDE-9C80-DFB373724EDC}" dt="2021-01-26T08:06:07.552" v="462" actId="478"/>
          <ac:spMkLst>
            <pc:docMk/>
            <pc:sldMk cId="1110472243" sldId="364"/>
            <ac:spMk id="5" creationId="{B053D525-0D4E-47BE-9589-977DE06898A5}"/>
          </ac:spMkLst>
        </pc:spChg>
        <pc:spChg chg="add mod">
          <ac:chgData name="鈴木 秀規" userId="f68c5fd9-22d5-4c0a-9833-7fb0f5135313" providerId="ADAL" clId="{89E477C8-882C-4DDE-9C80-DFB373724EDC}" dt="2021-01-26T08:07:43.082" v="501" actId="207"/>
          <ac:spMkLst>
            <pc:docMk/>
            <pc:sldMk cId="1110472243" sldId="364"/>
            <ac:spMk id="6" creationId="{4C3AF5AA-B358-4316-BC78-20B29D60485D}"/>
          </ac:spMkLst>
        </pc:spChg>
        <pc:spChg chg="add del mod">
          <ac:chgData name="鈴木 秀規" userId="f68c5fd9-22d5-4c0a-9833-7fb0f5135313" providerId="ADAL" clId="{89E477C8-882C-4DDE-9C80-DFB373724EDC}" dt="2021-01-26T08:07:55.033" v="502" actId="6264"/>
          <ac:spMkLst>
            <pc:docMk/>
            <pc:sldMk cId="1110472243" sldId="364"/>
            <ac:spMk id="7" creationId="{D3632368-3194-4E35-911B-41D9C2B615B7}"/>
          </ac:spMkLst>
        </pc:spChg>
        <pc:spChg chg="add del mod">
          <ac:chgData name="鈴木 秀規" userId="f68c5fd9-22d5-4c0a-9833-7fb0f5135313" providerId="ADAL" clId="{89E477C8-882C-4DDE-9C80-DFB373724EDC}" dt="2021-01-26T08:07:55.033" v="502" actId="6264"/>
          <ac:spMkLst>
            <pc:docMk/>
            <pc:sldMk cId="1110472243" sldId="364"/>
            <ac:spMk id="8" creationId="{BD9E1838-2E86-4D77-8E3D-C641A1C67699}"/>
          </ac:spMkLst>
        </pc:spChg>
        <pc:spChg chg="add del mod">
          <ac:chgData name="鈴木 秀規" userId="f68c5fd9-22d5-4c0a-9833-7fb0f5135313" providerId="ADAL" clId="{89E477C8-882C-4DDE-9C80-DFB373724EDC}" dt="2021-01-26T08:07:55.033" v="502" actId="6264"/>
          <ac:spMkLst>
            <pc:docMk/>
            <pc:sldMk cId="1110472243" sldId="364"/>
            <ac:spMk id="9" creationId="{B63836F2-4190-4CA3-8A40-6FB9C2E56271}"/>
          </ac:spMkLst>
        </pc:spChg>
        <pc:spChg chg="add mod ord">
          <ac:chgData name="鈴木 秀規" userId="f68c5fd9-22d5-4c0a-9833-7fb0f5135313" providerId="ADAL" clId="{89E477C8-882C-4DDE-9C80-DFB373724EDC}" dt="2021-01-26T08:08:15.326" v="507" actId="14100"/>
          <ac:spMkLst>
            <pc:docMk/>
            <pc:sldMk cId="1110472243" sldId="364"/>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761714059" sldId="365"/>
        </pc:sldMkLst>
      </pc:sldChg>
      <pc:sldChg chg="modSp new mod">
        <pc:chgData name="鈴木 秀規" userId="f68c5fd9-22d5-4c0a-9833-7fb0f5135313" providerId="ADAL" clId="{89E477C8-882C-4DDE-9C80-DFB373724EDC}" dt="2021-01-26T08:10:20.601" v="529" actId="207"/>
        <pc:sldMkLst>
          <pc:docMk/>
          <pc:sldMk cId="2023125260" sldId="365"/>
        </pc:sldMkLst>
        <pc:spChg chg="mod">
          <ac:chgData name="鈴木 秀規" userId="f68c5fd9-22d5-4c0a-9833-7fb0f5135313" providerId="ADAL" clId="{89E477C8-882C-4DDE-9C80-DFB373724EDC}" dt="2021-01-26T08:09:00.303" v="511" actId="113"/>
          <ac:spMkLst>
            <pc:docMk/>
            <pc:sldMk cId="2023125260" sldId="365"/>
            <ac:spMk id="3" creationId="{3C5E10D8-FE1A-43F3-A5E1-4E0561551D6D}"/>
          </ac:spMkLst>
        </pc:spChg>
        <pc:spChg chg="mod">
          <ac:chgData name="鈴木 秀規" userId="f68c5fd9-22d5-4c0a-9833-7fb0f5135313" providerId="ADAL" clId="{89E477C8-882C-4DDE-9C80-DFB373724EDC}" dt="2021-01-26T08:10:20.601" v="529" actId="207"/>
          <ac:spMkLst>
            <pc:docMk/>
            <pc:sldMk cId="2023125260" sldId="365"/>
            <ac:spMk id="5" creationId="{B84F0D4E-F2BC-40E8-BE39-75DAE0927AB4}"/>
          </ac:spMkLst>
        </pc:spChg>
      </pc:sldChg>
      <pc:sldChg chg="modSp new mod">
        <pc:chgData name="鈴木 秀規" userId="f68c5fd9-22d5-4c0a-9833-7fb0f5135313" providerId="ADAL" clId="{89E477C8-882C-4DDE-9C80-DFB373724EDC}" dt="2021-01-26T08:12:35.424" v="540" actId="207"/>
        <pc:sldMkLst>
          <pc:docMk/>
          <pc:sldMk cId="597858556" sldId="366"/>
        </pc:sldMkLst>
        <pc:spChg chg="mod">
          <ac:chgData name="鈴木 秀規" userId="f68c5fd9-22d5-4c0a-9833-7fb0f5135313" providerId="ADAL" clId="{89E477C8-882C-4DDE-9C80-DFB373724EDC}" dt="2021-01-26T08:10:59.036" v="531"/>
          <ac:spMkLst>
            <pc:docMk/>
            <pc:sldMk cId="597858556" sldId="366"/>
            <ac:spMk id="3" creationId="{C635C32F-0D77-4DD0-A752-8B7C55A2B627}"/>
          </ac:spMkLst>
        </pc:spChg>
        <pc:spChg chg="mod">
          <ac:chgData name="鈴木 秀規" userId="f68c5fd9-22d5-4c0a-9833-7fb0f5135313" providerId="ADAL" clId="{89E477C8-882C-4DDE-9C80-DFB373724EDC}" dt="2021-01-26T08:12:35.424" v="540" actId="207"/>
          <ac:spMkLst>
            <pc:docMk/>
            <pc:sldMk cId="597858556" sldId="366"/>
            <ac:spMk id="5" creationId="{4402BEA6-4F18-4B71-B0B4-98752FFB701C}"/>
          </ac:spMkLst>
        </pc:spChg>
      </pc:sldChg>
      <pc:sldChg chg="del">
        <pc:chgData name="鈴木 秀規" userId="f68c5fd9-22d5-4c0a-9833-7fb0f5135313" providerId="ADAL" clId="{89E477C8-882C-4DDE-9C80-DFB373724EDC}" dt="2021-01-26T07:45:41.587" v="2" actId="2696"/>
        <pc:sldMkLst>
          <pc:docMk/>
          <pc:sldMk cId="680852098" sldId="366"/>
        </pc:sldMkLst>
      </pc:sldChg>
      <pc:sldChg chg="modSp add mod ord">
        <pc:chgData name="鈴木 秀規" userId="f68c5fd9-22d5-4c0a-9833-7fb0f5135313" providerId="ADAL" clId="{89E477C8-882C-4DDE-9C80-DFB373724EDC}" dt="2021-01-26T08:13:53.288" v="569" actId="14100"/>
        <pc:sldMkLst>
          <pc:docMk/>
          <pc:sldMk cId="3532048317" sldId="367"/>
        </pc:sldMkLst>
        <pc:spChg chg="mod">
          <ac:chgData name="鈴木 秀規" userId="f68c5fd9-22d5-4c0a-9833-7fb0f5135313" providerId="ADAL" clId="{89E477C8-882C-4DDE-9C80-DFB373724EDC}" dt="2021-01-26T08:12:53.345" v="544"/>
          <ac:spMkLst>
            <pc:docMk/>
            <pc:sldMk cId="3532048317" sldId="367"/>
            <ac:spMk id="3" creationId="{C76342AA-69F7-4707-AB18-49D866955607}"/>
          </ac:spMkLst>
        </pc:spChg>
        <pc:spChg chg="mod">
          <ac:chgData name="鈴木 秀規" userId="f68c5fd9-22d5-4c0a-9833-7fb0f5135313" providerId="ADAL" clId="{89E477C8-882C-4DDE-9C80-DFB373724EDC}" dt="2021-01-26T08:13:45.833" v="568" actId="113"/>
          <ac:spMkLst>
            <pc:docMk/>
            <pc:sldMk cId="3532048317" sldId="367"/>
            <ac:spMk id="6" creationId="{4C3AF5AA-B358-4316-BC78-20B29D60485D}"/>
          </ac:spMkLst>
        </pc:spChg>
        <pc:spChg chg="mod">
          <ac:chgData name="鈴木 秀規" userId="f68c5fd9-22d5-4c0a-9833-7fb0f5135313" providerId="ADAL" clId="{89E477C8-882C-4DDE-9C80-DFB373724EDC}" dt="2021-01-26T08:13:53.288" v="569" actId="14100"/>
          <ac:spMkLst>
            <pc:docMk/>
            <pc:sldMk cId="3532048317" sldId="367"/>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4223884688" sldId="367"/>
        </pc:sldMkLst>
      </pc:sldChg>
      <pc:sldChg chg="del">
        <pc:chgData name="鈴木 秀規" userId="f68c5fd9-22d5-4c0a-9833-7fb0f5135313" providerId="ADAL" clId="{89E477C8-882C-4DDE-9C80-DFB373724EDC}" dt="2021-01-26T07:45:41.587" v="2" actId="2696"/>
        <pc:sldMkLst>
          <pc:docMk/>
          <pc:sldMk cId="1322122799" sldId="368"/>
        </pc:sldMkLst>
      </pc:sldChg>
      <pc:sldChg chg="modSp new mod">
        <pc:chgData name="鈴木 秀規" userId="f68c5fd9-22d5-4c0a-9833-7fb0f5135313" providerId="ADAL" clId="{89E477C8-882C-4DDE-9C80-DFB373724EDC}" dt="2021-01-26T08:15:28.833" v="582" actId="20577"/>
        <pc:sldMkLst>
          <pc:docMk/>
          <pc:sldMk cId="1946457624" sldId="368"/>
        </pc:sldMkLst>
        <pc:spChg chg="mod">
          <ac:chgData name="鈴木 秀規" userId="f68c5fd9-22d5-4c0a-9833-7fb0f5135313" providerId="ADAL" clId="{89E477C8-882C-4DDE-9C80-DFB373724EDC}" dt="2021-01-26T08:14:32.417" v="571"/>
          <ac:spMkLst>
            <pc:docMk/>
            <pc:sldMk cId="1946457624" sldId="368"/>
            <ac:spMk id="3" creationId="{8256DAFB-5904-4ECE-B786-8B9CFBF370E1}"/>
          </ac:spMkLst>
        </pc:spChg>
        <pc:spChg chg="mod">
          <ac:chgData name="鈴木 秀規" userId="f68c5fd9-22d5-4c0a-9833-7fb0f5135313" providerId="ADAL" clId="{89E477C8-882C-4DDE-9C80-DFB373724EDC}" dt="2021-01-26T08:15:28.833" v="582" actId="20577"/>
          <ac:spMkLst>
            <pc:docMk/>
            <pc:sldMk cId="1946457624" sldId="368"/>
            <ac:spMk id="5" creationId="{1E91DBA5-B855-4E68-A39D-E92B77A725F9}"/>
          </ac:spMkLst>
        </pc:spChg>
      </pc:sldChg>
      <pc:sldChg chg="del">
        <pc:chgData name="鈴木 秀規" userId="f68c5fd9-22d5-4c0a-9833-7fb0f5135313" providerId="ADAL" clId="{89E477C8-882C-4DDE-9C80-DFB373724EDC}" dt="2021-01-26T07:45:41.587" v="2" actId="2696"/>
        <pc:sldMkLst>
          <pc:docMk/>
          <pc:sldMk cId="315703525" sldId="369"/>
        </pc:sldMkLst>
      </pc:sldChg>
      <pc:sldChg chg="addSp modSp new mod">
        <pc:chgData name="鈴木 秀規" userId="f68c5fd9-22d5-4c0a-9833-7fb0f5135313" providerId="ADAL" clId="{89E477C8-882C-4DDE-9C80-DFB373724EDC}" dt="2021-01-26T08:26:54.010" v="663" actId="14100"/>
        <pc:sldMkLst>
          <pc:docMk/>
          <pc:sldMk cId="2558863877" sldId="369"/>
        </pc:sldMkLst>
        <pc:spChg chg="mod">
          <ac:chgData name="鈴木 秀規" userId="f68c5fd9-22d5-4c0a-9833-7fb0f5135313" providerId="ADAL" clId="{89E477C8-882C-4DDE-9C80-DFB373724EDC}" dt="2021-01-26T08:15:56.004" v="584"/>
          <ac:spMkLst>
            <pc:docMk/>
            <pc:sldMk cId="2558863877" sldId="369"/>
            <ac:spMk id="3" creationId="{979EA96C-27B0-4A98-A6BB-18337E109675}"/>
          </ac:spMkLst>
        </pc:spChg>
        <pc:spChg chg="mod">
          <ac:chgData name="鈴木 秀規" userId="f68c5fd9-22d5-4c0a-9833-7fb0f5135313" providerId="ADAL" clId="{89E477C8-882C-4DDE-9C80-DFB373724EDC}" dt="2021-01-26T08:16:10.245" v="587" actId="14100"/>
          <ac:spMkLst>
            <pc:docMk/>
            <pc:sldMk cId="2558863877" sldId="369"/>
            <ac:spMk id="5" creationId="{AD63D481-D7C9-40D2-86FC-CF8EB51ADE00}"/>
          </ac:spMkLst>
        </pc:spChg>
        <pc:spChg chg="add mod">
          <ac:chgData name="鈴木 秀規" userId="f68c5fd9-22d5-4c0a-9833-7fb0f5135313" providerId="ADAL" clId="{89E477C8-882C-4DDE-9C80-DFB373724EDC}" dt="2021-01-26T08:24:00.513" v="645" actId="14100"/>
          <ac:spMkLst>
            <pc:docMk/>
            <pc:sldMk cId="2558863877" sldId="369"/>
            <ac:spMk id="6" creationId="{557D5ABE-E95E-43B6-BA4B-30D67DC82E4B}"/>
          </ac:spMkLst>
        </pc:spChg>
        <pc:spChg chg="add mod ord">
          <ac:chgData name="鈴木 秀規" userId="f68c5fd9-22d5-4c0a-9833-7fb0f5135313" providerId="ADAL" clId="{89E477C8-882C-4DDE-9C80-DFB373724EDC}" dt="2021-01-26T08:26:37.718" v="661" actId="14100"/>
          <ac:spMkLst>
            <pc:docMk/>
            <pc:sldMk cId="2558863877" sldId="369"/>
            <ac:spMk id="7" creationId="{5A1A2977-47D7-4B83-8ED8-FAE0FCA35EFD}"/>
          </ac:spMkLst>
        </pc:spChg>
        <pc:spChg chg="add mod ord">
          <ac:chgData name="鈴木 秀規" userId="f68c5fd9-22d5-4c0a-9833-7fb0f5135313" providerId="ADAL" clId="{89E477C8-882C-4DDE-9C80-DFB373724EDC}" dt="2021-01-26T08:26:42.786" v="662" actId="207"/>
          <ac:spMkLst>
            <pc:docMk/>
            <pc:sldMk cId="2558863877" sldId="369"/>
            <ac:spMk id="8" creationId="{11DBA35D-4570-44DC-AD82-891FE3E745DA}"/>
          </ac:spMkLst>
        </pc:spChg>
        <pc:spChg chg="add mod">
          <ac:chgData name="鈴木 秀規" userId="f68c5fd9-22d5-4c0a-9833-7fb0f5135313" providerId="ADAL" clId="{89E477C8-882C-4DDE-9C80-DFB373724EDC}" dt="2021-01-26T08:26:13.459" v="656" actId="14100"/>
          <ac:spMkLst>
            <pc:docMk/>
            <pc:sldMk cId="2558863877" sldId="369"/>
            <ac:spMk id="9" creationId="{428EA767-7996-42DE-8E9E-552356BDC96C}"/>
          </ac:spMkLst>
        </pc:spChg>
        <pc:spChg chg="add mod">
          <ac:chgData name="鈴木 秀規" userId="f68c5fd9-22d5-4c0a-9833-7fb0f5135313" providerId="ADAL" clId="{89E477C8-882C-4DDE-9C80-DFB373724EDC}" dt="2021-01-26T08:26:54.010" v="663" actId="14100"/>
          <ac:spMkLst>
            <pc:docMk/>
            <pc:sldMk cId="2558863877" sldId="369"/>
            <ac:spMk id="10" creationId="{CFC6B348-1037-44A4-8325-C4D3801B756C}"/>
          </ac:spMkLst>
        </pc:spChg>
      </pc:sldChg>
      <pc:sldChg chg="addSp delSp modSp new mod">
        <pc:chgData name="鈴木 秀規" userId="f68c5fd9-22d5-4c0a-9833-7fb0f5135313" providerId="ADAL" clId="{89E477C8-882C-4DDE-9C80-DFB373724EDC}" dt="2021-01-26T08:34:45.798" v="757" actId="14100"/>
        <pc:sldMkLst>
          <pc:docMk/>
          <pc:sldMk cId="1008659216" sldId="370"/>
        </pc:sldMkLst>
        <pc:spChg chg="mod">
          <ac:chgData name="鈴木 秀規" userId="f68c5fd9-22d5-4c0a-9833-7fb0f5135313" providerId="ADAL" clId="{89E477C8-882C-4DDE-9C80-DFB373724EDC}" dt="2021-01-26T08:27:17.103" v="665"/>
          <ac:spMkLst>
            <pc:docMk/>
            <pc:sldMk cId="1008659216" sldId="370"/>
            <ac:spMk id="3" creationId="{02214B61-6F76-4DD9-A34B-592E9EF53121}"/>
          </ac:spMkLst>
        </pc:spChg>
        <pc:spChg chg="mod">
          <ac:chgData name="鈴木 秀規" userId="f68c5fd9-22d5-4c0a-9833-7fb0f5135313" providerId="ADAL" clId="{89E477C8-882C-4DDE-9C80-DFB373724EDC}" dt="2021-01-26T08:27:41.364" v="669" actId="14100"/>
          <ac:spMkLst>
            <pc:docMk/>
            <pc:sldMk cId="1008659216" sldId="370"/>
            <ac:spMk id="5" creationId="{C2358685-C9DF-4D11-B40A-091E145AC05F}"/>
          </ac:spMkLst>
        </pc:spChg>
        <pc:spChg chg="add mod">
          <ac:chgData name="鈴木 秀規" userId="f68c5fd9-22d5-4c0a-9833-7fb0f5135313" providerId="ADAL" clId="{89E477C8-882C-4DDE-9C80-DFB373724EDC}" dt="2021-01-26T08:33:43.019" v="741" actId="1076"/>
          <ac:spMkLst>
            <pc:docMk/>
            <pc:sldMk cId="1008659216" sldId="370"/>
            <ac:spMk id="6" creationId="{AF6E6B2C-3CE4-477F-9DA8-7509802DBEA1}"/>
          </ac:spMkLst>
        </pc:spChg>
        <pc:spChg chg="add del mod">
          <ac:chgData name="鈴木 秀規" userId="f68c5fd9-22d5-4c0a-9833-7fb0f5135313" providerId="ADAL" clId="{89E477C8-882C-4DDE-9C80-DFB373724EDC}" dt="2021-01-26T08:29:43.747" v="706"/>
          <ac:spMkLst>
            <pc:docMk/>
            <pc:sldMk cId="1008659216" sldId="370"/>
            <ac:spMk id="7" creationId="{42D75D7A-97B8-42DD-A8B3-6721BFD1F04D}"/>
          </ac:spMkLst>
        </pc:spChg>
        <pc:spChg chg="add mod">
          <ac:chgData name="鈴木 秀規" userId="f68c5fd9-22d5-4c0a-9833-7fb0f5135313" providerId="ADAL" clId="{89E477C8-882C-4DDE-9C80-DFB373724EDC}" dt="2021-01-26T08:31:13.333" v="720" actId="1582"/>
          <ac:spMkLst>
            <pc:docMk/>
            <pc:sldMk cId="1008659216" sldId="370"/>
            <ac:spMk id="8" creationId="{FB5CF734-FD8C-47ED-A991-D7605289366B}"/>
          </ac:spMkLst>
        </pc:spChg>
        <pc:spChg chg="add mod">
          <ac:chgData name="鈴木 秀規" userId="f68c5fd9-22d5-4c0a-9833-7fb0f5135313" providerId="ADAL" clId="{89E477C8-882C-4DDE-9C80-DFB373724EDC}" dt="2021-01-26T08:32:22.843" v="728" actId="14100"/>
          <ac:spMkLst>
            <pc:docMk/>
            <pc:sldMk cId="1008659216" sldId="370"/>
            <ac:spMk id="11" creationId="{DE92F075-A417-44E2-ADE3-68FA1C49E000}"/>
          </ac:spMkLst>
        </pc:spChg>
        <pc:spChg chg="add mod">
          <ac:chgData name="鈴木 秀規" userId="f68c5fd9-22d5-4c0a-9833-7fb0f5135313" providerId="ADAL" clId="{89E477C8-882C-4DDE-9C80-DFB373724EDC}" dt="2021-01-26T08:32:53.921" v="733" actId="208"/>
          <ac:spMkLst>
            <pc:docMk/>
            <pc:sldMk cId="1008659216" sldId="370"/>
            <ac:spMk id="12" creationId="{D60CA42D-40E7-48E9-898B-A950E3D6D2EC}"/>
          </ac:spMkLst>
        </pc:spChg>
        <pc:spChg chg="add mod">
          <ac:chgData name="鈴木 秀規" userId="f68c5fd9-22d5-4c0a-9833-7fb0f5135313" providerId="ADAL" clId="{89E477C8-882C-4DDE-9C80-DFB373724EDC}" dt="2021-01-26T08:34:18.922" v="750" actId="1076"/>
          <ac:spMkLst>
            <pc:docMk/>
            <pc:sldMk cId="1008659216" sldId="370"/>
            <ac:spMk id="19" creationId="{41D8A924-57DB-47C0-9E8F-95FC39B81F93}"/>
          </ac:spMkLst>
        </pc:spChg>
        <pc:spChg chg="add mod">
          <ac:chgData name="鈴木 秀規" userId="f68c5fd9-22d5-4c0a-9833-7fb0f5135313" providerId="ADAL" clId="{89E477C8-882C-4DDE-9C80-DFB373724EDC}" dt="2021-01-26T08:34:36.683" v="754" actId="1076"/>
          <ac:spMkLst>
            <pc:docMk/>
            <pc:sldMk cId="1008659216" sldId="370"/>
            <ac:spMk id="24" creationId="{5DEFD2C3-FDC8-45AE-BE41-B732B159BBCA}"/>
          </ac:spMkLst>
        </pc:spChg>
        <pc:cxnChg chg="add mod">
          <ac:chgData name="鈴木 秀規" userId="f68c5fd9-22d5-4c0a-9833-7fb0f5135313" providerId="ADAL" clId="{89E477C8-882C-4DDE-9C80-DFB373724EDC}" dt="2021-01-26T08:31:33.354" v="723" actId="208"/>
          <ac:cxnSpMkLst>
            <pc:docMk/>
            <pc:sldMk cId="1008659216" sldId="370"/>
            <ac:cxnSpMk id="10" creationId="{D1E1AAFB-9319-4FD0-AF11-44AAFA8269A7}"/>
          </ac:cxnSpMkLst>
        </pc:cxnChg>
        <pc:cxnChg chg="add mod">
          <ac:chgData name="鈴木 秀規" userId="f68c5fd9-22d5-4c0a-9833-7fb0f5135313" providerId="ADAL" clId="{89E477C8-882C-4DDE-9C80-DFB373724EDC}" dt="2021-01-26T08:33:47.179" v="742" actId="14100"/>
          <ac:cxnSpMkLst>
            <pc:docMk/>
            <pc:sldMk cId="1008659216" sldId="370"/>
            <ac:cxnSpMk id="14" creationId="{32A8E0F2-FD29-4DB9-BCF8-BC10538B672C}"/>
          </ac:cxnSpMkLst>
        </pc:cxnChg>
        <pc:cxnChg chg="add del mod">
          <ac:chgData name="鈴木 秀規" userId="f68c5fd9-22d5-4c0a-9833-7fb0f5135313" providerId="ADAL" clId="{89E477C8-882C-4DDE-9C80-DFB373724EDC}" dt="2021-01-26T08:33:22.264" v="739" actId="478"/>
          <ac:cxnSpMkLst>
            <pc:docMk/>
            <pc:sldMk cId="1008659216" sldId="370"/>
            <ac:cxnSpMk id="15" creationId="{34603B1C-8748-4FB8-BFB7-F4F9E47B53EC}"/>
          </ac:cxnSpMkLst>
        </pc:cxnChg>
        <pc:cxnChg chg="add mod">
          <ac:chgData name="鈴木 秀規" userId="f68c5fd9-22d5-4c0a-9833-7fb0f5135313" providerId="ADAL" clId="{89E477C8-882C-4DDE-9C80-DFB373724EDC}" dt="2021-01-26T08:34:22.565" v="751" actId="14100"/>
          <ac:cxnSpMkLst>
            <pc:docMk/>
            <pc:sldMk cId="1008659216" sldId="370"/>
            <ac:cxnSpMk id="20" creationId="{00C64AF7-8716-4986-BDE8-15ED9E2189CD}"/>
          </ac:cxnSpMkLst>
        </pc:cxnChg>
        <pc:cxnChg chg="add mod">
          <ac:chgData name="鈴木 秀規" userId="f68c5fd9-22d5-4c0a-9833-7fb0f5135313" providerId="ADAL" clId="{89E477C8-882C-4DDE-9C80-DFB373724EDC}" dt="2021-01-26T08:34:45.798" v="757" actId="14100"/>
          <ac:cxnSpMkLst>
            <pc:docMk/>
            <pc:sldMk cId="1008659216" sldId="370"/>
            <ac:cxnSpMk id="25" creationId="{67C6214A-96D4-4070-AC0B-68733CDEF561}"/>
          </ac:cxnSpMkLst>
        </pc:cxnChg>
      </pc:sldChg>
      <pc:sldChg chg="del">
        <pc:chgData name="鈴木 秀規" userId="f68c5fd9-22d5-4c0a-9833-7fb0f5135313" providerId="ADAL" clId="{89E477C8-882C-4DDE-9C80-DFB373724EDC}" dt="2021-01-26T07:45:41.587" v="2" actId="2696"/>
        <pc:sldMkLst>
          <pc:docMk/>
          <pc:sldMk cId="1918088230" sldId="370"/>
        </pc:sldMkLst>
      </pc:sldChg>
      <pc:sldChg chg="del">
        <pc:chgData name="鈴木 秀規" userId="f68c5fd9-22d5-4c0a-9833-7fb0f5135313" providerId="ADAL" clId="{89E477C8-882C-4DDE-9C80-DFB373724EDC}" dt="2021-01-26T07:45:41.587" v="2" actId="2696"/>
        <pc:sldMkLst>
          <pc:docMk/>
          <pc:sldMk cId="1875641365" sldId="371"/>
        </pc:sldMkLst>
      </pc:sldChg>
      <pc:sldChg chg="addSp modSp new mod">
        <pc:chgData name="鈴木 秀規" userId="f68c5fd9-22d5-4c0a-9833-7fb0f5135313" providerId="ADAL" clId="{89E477C8-882C-4DDE-9C80-DFB373724EDC}" dt="2021-01-26T08:35:53.403" v="770" actId="12385"/>
        <pc:sldMkLst>
          <pc:docMk/>
          <pc:sldMk cId="3350652435" sldId="371"/>
        </pc:sldMkLst>
        <pc:spChg chg="mod">
          <ac:chgData name="鈴木 秀規" userId="f68c5fd9-22d5-4c0a-9833-7fb0f5135313" providerId="ADAL" clId="{89E477C8-882C-4DDE-9C80-DFB373724EDC}" dt="2021-01-26T08:35:02.154" v="759"/>
          <ac:spMkLst>
            <pc:docMk/>
            <pc:sldMk cId="3350652435" sldId="371"/>
            <ac:spMk id="3" creationId="{30F99C26-20B3-4443-9F4F-4D39431C4739}"/>
          </ac:spMkLst>
        </pc:spChg>
        <pc:spChg chg="mod">
          <ac:chgData name="鈴木 秀規" userId="f68c5fd9-22d5-4c0a-9833-7fb0f5135313" providerId="ADAL" clId="{89E477C8-882C-4DDE-9C80-DFB373724EDC}" dt="2021-01-26T08:35:21.940" v="762" actId="14100"/>
          <ac:spMkLst>
            <pc:docMk/>
            <pc:sldMk cId="3350652435" sldId="371"/>
            <ac:spMk id="5" creationId="{D182D7AD-13D1-4C10-9608-8EBF9A649B90}"/>
          </ac:spMkLst>
        </pc:spChg>
        <pc:graphicFrameChg chg="add mod modGraphic">
          <ac:chgData name="鈴木 秀規" userId="f68c5fd9-22d5-4c0a-9833-7fb0f5135313" providerId="ADAL" clId="{89E477C8-882C-4DDE-9C80-DFB373724EDC}" dt="2021-01-26T08:35:53.403" v="770" actId="12385"/>
          <ac:graphicFrameMkLst>
            <pc:docMk/>
            <pc:sldMk cId="3350652435" sldId="371"/>
            <ac:graphicFrameMk id="6" creationId="{DAC8AF56-1F1A-4360-9696-0C80394E8D9E}"/>
          </ac:graphicFrameMkLst>
        </pc:graphicFrameChg>
      </pc:sldChg>
      <pc:sldChg chg="modSp new mod">
        <pc:chgData name="鈴木 秀規" userId="f68c5fd9-22d5-4c0a-9833-7fb0f5135313" providerId="ADAL" clId="{89E477C8-882C-4DDE-9C80-DFB373724EDC}" dt="2021-01-26T08:38:37.548" v="824" actId="313"/>
        <pc:sldMkLst>
          <pc:docMk/>
          <pc:sldMk cId="3443851444" sldId="372"/>
        </pc:sldMkLst>
        <pc:spChg chg="mod">
          <ac:chgData name="鈴木 秀規" userId="f68c5fd9-22d5-4c0a-9833-7fb0f5135313" providerId="ADAL" clId="{89E477C8-882C-4DDE-9C80-DFB373724EDC}" dt="2021-01-26T08:36:10.828" v="772"/>
          <ac:spMkLst>
            <pc:docMk/>
            <pc:sldMk cId="3443851444" sldId="372"/>
            <ac:spMk id="3" creationId="{2979B095-C2D9-43FE-BDB4-F51D4674481B}"/>
          </ac:spMkLst>
        </pc:spChg>
        <pc:spChg chg="mod">
          <ac:chgData name="鈴木 秀規" userId="f68c5fd9-22d5-4c0a-9833-7fb0f5135313" providerId="ADAL" clId="{89E477C8-882C-4DDE-9C80-DFB373724EDC}" dt="2021-01-26T08:38:37.548" v="824" actId="313"/>
          <ac:spMkLst>
            <pc:docMk/>
            <pc:sldMk cId="3443851444" sldId="372"/>
            <ac:spMk id="5" creationId="{B7128837-A21D-4351-8A56-98194BD48CFE}"/>
          </ac:spMkLst>
        </pc:spChg>
      </pc:sldChg>
      <pc:sldChg chg="del">
        <pc:chgData name="鈴木 秀規" userId="f68c5fd9-22d5-4c0a-9833-7fb0f5135313" providerId="ADAL" clId="{89E477C8-882C-4DDE-9C80-DFB373724EDC}" dt="2021-01-26T07:45:41.587" v="2" actId="2696"/>
        <pc:sldMkLst>
          <pc:docMk/>
          <pc:sldMk cId="4147123060" sldId="372"/>
        </pc:sldMkLst>
      </pc:sldChg>
      <pc:sldChg chg="del">
        <pc:chgData name="鈴木 秀規" userId="f68c5fd9-22d5-4c0a-9833-7fb0f5135313" providerId="ADAL" clId="{89E477C8-882C-4DDE-9C80-DFB373724EDC}" dt="2021-01-26T07:45:41.587" v="2" actId="2696"/>
        <pc:sldMkLst>
          <pc:docMk/>
          <pc:sldMk cId="310747956" sldId="373"/>
        </pc:sldMkLst>
      </pc:sldChg>
      <pc:sldChg chg="modSp new mod">
        <pc:chgData name="鈴木 秀規" userId="f68c5fd9-22d5-4c0a-9833-7fb0f5135313" providerId="ADAL" clId="{89E477C8-882C-4DDE-9C80-DFB373724EDC}" dt="2021-01-26T08:41:30.196" v="859" actId="207"/>
        <pc:sldMkLst>
          <pc:docMk/>
          <pc:sldMk cId="2536938731" sldId="373"/>
        </pc:sldMkLst>
        <pc:spChg chg="mod">
          <ac:chgData name="鈴木 秀規" userId="f68c5fd9-22d5-4c0a-9833-7fb0f5135313" providerId="ADAL" clId="{89E477C8-882C-4DDE-9C80-DFB373724EDC}" dt="2021-01-26T08:39:23.979" v="826"/>
          <ac:spMkLst>
            <pc:docMk/>
            <pc:sldMk cId="2536938731" sldId="373"/>
            <ac:spMk id="3" creationId="{78A90C5B-D1BB-47BB-9861-87F6FD459443}"/>
          </ac:spMkLst>
        </pc:spChg>
        <pc:spChg chg="mod">
          <ac:chgData name="鈴木 秀規" userId="f68c5fd9-22d5-4c0a-9833-7fb0f5135313" providerId="ADAL" clId="{89E477C8-882C-4DDE-9C80-DFB373724EDC}" dt="2021-01-26T08:41:30.196" v="859" actId="207"/>
          <ac:spMkLst>
            <pc:docMk/>
            <pc:sldMk cId="2536938731" sldId="373"/>
            <ac:spMk id="5" creationId="{01C523D0-7CCE-4899-8918-6D813585575B}"/>
          </ac:spMkLst>
        </pc:spChg>
      </pc:sldChg>
      <pc:sldChg chg="del">
        <pc:chgData name="鈴木 秀規" userId="f68c5fd9-22d5-4c0a-9833-7fb0f5135313" providerId="ADAL" clId="{89E477C8-882C-4DDE-9C80-DFB373724EDC}" dt="2021-01-26T07:45:41.587" v="2" actId="2696"/>
        <pc:sldMkLst>
          <pc:docMk/>
          <pc:sldMk cId="84034417" sldId="374"/>
        </pc:sldMkLst>
      </pc:sldChg>
      <pc:sldChg chg="addSp modSp new mod">
        <pc:chgData name="鈴木 秀規" userId="f68c5fd9-22d5-4c0a-9833-7fb0f5135313" providerId="ADAL" clId="{89E477C8-882C-4DDE-9C80-DFB373724EDC}" dt="2021-01-26T08:46:52.395" v="942" actId="207"/>
        <pc:sldMkLst>
          <pc:docMk/>
          <pc:sldMk cId="3337611443" sldId="374"/>
        </pc:sldMkLst>
        <pc:spChg chg="mod">
          <ac:chgData name="鈴木 秀規" userId="f68c5fd9-22d5-4c0a-9833-7fb0f5135313" providerId="ADAL" clId="{89E477C8-882C-4DDE-9C80-DFB373724EDC}" dt="2021-01-26T08:43:22.996" v="861"/>
          <ac:spMkLst>
            <pc:docMk/>
            <pc:sldMk cId="3337611443" sldId="374"/>
            <ac:spMk id="3" creationId="{6F1B7E9D-D51B-4D7B-9C5C-1D6AB55E0E01}"/>
          </ac:spMkLst>
        </pc:spChg>
        <pc:spChg chg="mod">
          <ac:chgData name="鈴木 秀規" userId="f68c5fd9-22d5-4c0a-9833-7fb0f5135313" providerId="ADAL" clId="{89E477C8-882C-4DDE-9C80-DFB373724EDC}" dt="2021-01-26T08:43:36.940" v="864" actId="14100"/>
          <ac:spMkLst>
            <pc:docMk/>
            <pc:sldMk cId="3337611443" sldId="374"/>
            <ac:spMk id="5" creationId="{5FCDB39A-957D-4A00-8DAD-535DB2A897C9}"/>
          </ac:spMkLst>
        </pc:spChg>
        <pc:spChg chg="add mod">
          <ac:chgData name="鈴木 秀規" userId="f68c5fd9-22d5-4c0a-9833-7fb0f5135313" providerId="ADAL" clId="{89E477C8-882C-4DDE-9C80-DFB373724EDC}" dt="2021-01-26T08:46:52.395" v="942" actId="207"/>
          <ac:spMkLst>
            <pc:docMk/>
            <pc:sldMk cId="3337611443" sldId="374"/>
            <ac:spMk id="7" creationId="{87B8FE7D-A94E-40AE-B317-F45A615D1D9E}"/>
          </ac:spMkLst>
        </pc:spChg>
        <pc:graphicFrameChg chg="add mod modGraphic">
          <ac:chgData name="鈴木 秀規" userId="f68c5fd9-22d5-4c0a-9833-7fb0f5135313" providerId="ADAL" clId="{89E477C8-882C-4DDE-9C80-DFB373724EDC}" dt="2021-01-26T08:44:56.456" v="879" actId="1076"/>
          <ac:graphicFrameMkLst>
            <pc:docMk/>
            <pc:sldMk cId="3337611443" sldId="374"/>
            <ac:graphicFrameMk id="6" creationId="{C8D06F01-1809-47E1-9F43-3FDBE39B2DFA}"/>
          </ac:graphicFrameMkLst>
        </pc:graphicFrameChg>
      </pc:sldChg>
      <pc:sldChg chg="modSp new mod">
        <pc:chgData name="鈴木 秀規" userId="f68c5fd9-22d5-4c0a-9833-7fb0f5135313" providerId="ADAL" clId="{89E477C8-882C-4DDE-9C80-DFB373724EDC}" dt="2021-01-26T08:48:02.101" v="962" actId="207"/>
        <pc:sldMkLst>
          <pc:docMk/>
          <pc:sldMk cId="571433644" sldId="375"/>
        </pc:sldMkLst>
        <pc:spChg chg="mod">
          <ac:chgData name="鈴木 秀規" userId="f68c5fd9-22d5-4c0a-9833-7fb0f5135313" providerId="ADAL" clId="{89E477C8-882C-4DDE-9C80-DFB373724EDC}" dt="2021-01-26T08:47:17.680" v="944"/>
          <ac:spMkLst>
            <pc:docMk/>
            <pc:sldMk cId="571433644" sldId="375"/>
            <ac:spMk id="3" creationId="{ECC121AB-772A-4BE5-B6E5-12A14D7F48E0}"/>
          </ac:spMkLst>
        </pc:spChg>
        <pc:spChg chg="mod">
          <ac:chgData name="鈴木 秀規" userId="f68c5fd9-22d5-4c0a-9833-7fb0f5135313" providerId="ADAL" clId="{89E477C8-882C-4DDE-9C80-DFB373724EDC}" dt="2021-01-26T08:48:02.101" v="962" actId="207"/>
          <ac:spMkLst>
            <pc:docMk/>
            <pc:sldMk cId="571433644" sldId="375"/>
            <ac:spMk id="5" creationId="{1774875D-24B6-4061-A97A-E3A5F9F98EC7}"/>
          </ac:spMkLst>
        </pc:spChg>
      </pc:sldChg>
      <pc:sldChg chg="del">
        <pc:chgData name="鈴木 秀規" userId="f68c5fd9-22d5-4c0a-9833-7fb0f5135313" providerId="ADAL" clId="{89E477C8-882C-4DDE-9C80-DFB373724EDC}" dt="2021-01-26T07:45:41.587" v="2" actId="2696"/>
        <pc:sldMkLst>
          <pc:docMk/>
          <pc:sldMk cId="4133178376" sldId="375"/>
        </pc:sldMkLst>
      </pc:sldChg>
      <pc:sldChg chg="addSp delSp modSp new mod">
        <pc:chgData name="鈴木 秀規" userId="f68c5fd9-22d5-4c0a-9833-7fb0f5135313" providerId="ADAL" clId="{89E477C8-882C-4DDE-9C80-DFB373724EDC}" dt="2021-01-26T08:51:50.269" v="1008"/>
        <pc:sldMkLst>
          <pc:docMk/>
          <pc:sldMk cId="941335972" sldId="376"/>
        </pc:sldMkLst>
        <pc:spChg chg="mod">
          <ac:chgData name="鈴木 秀規" userId="f68c5fd9-22d5-4c0a-9833-7fb0f5135313" providerId="ADAL" clId="{89E477C8-882C-4DDE-9C80-DFB373724EDC}" dt="2021-01-26T08:48:39.071" v="964"/>
          <ac:spMkLst>
            <pc:docMk/>
            <pc:sldMk cId="941335972" sldId="376"/>
            <ac:spMk id="3" creationId="{B972367C-4947-4E69-A131-8F640D8D60E5}"/>
          </ac:spMkLst>
        </pc:spChg>
        <pc:spChg chg="mod">
          <ac:chgData name="鈴木 秀規" userId="f68c5fd9-22d5-4c0a-9833-7fb0f5135313" providerId="ADAL" clId="{89E477C8-882C-4DDE-9C80-DFB373724EDC}" dt="2021-01-26T08:48:58.597" v="967" actId="14100"/>
          <ac:spMkLst>
            <pc:docMk/>
            <pc:sldMk cId="941335972" sldId="376"/>
            <ac:spMk id="5" creationId="{B8CB535A-3CCB-4067-A5E6-C7F335F4C81D}"/>
          </ac:spMkLst>
        </pc:spChg>
        <pc:spChg chg="add mod">
          <ac:chgData name="鈴木 秀規" userId="f68c5fd9-22d5-4c0a-9833-7fb0f5135313" providerId="ADAL" clId="{89E477C8-882C-4DDE-9C80-DFB373724EDC}" dt="2021-01-26T08:51:02.958" v="1001" actId="14100"/>
          <ac:spMkLst>
            <pc:docMk/>
            <pc:sldMk cId="941335972" sldId="376"/>
            <ac:spMk id="6" creationId="{A47CD9CD-E188-4199-9271-65EABF76F149}"/>
          </ac:spMkLst>
        </pc:spChg>
        <pc:spChg chg="add del mod">
          <ac:chgData name="鈴木 秀規" userId="f68c5fd9-22d5-4c0a-9833-7fb0f5135313" providerId="ADAL" clId="{89E477C8-882C-4DDE-9C80-DFB373724EDC}" dt="2021-01-26T08:51:50.269" v="1008"/>
          <ac:spMkLst>
            <pc:docMk/>
            <pc:sldMk cId="941335972" sldId="376"/>
            <ac:spMk id="7" creationId="{C2384F2E-4E46-43FA-8375-1D0D79CB5846}"/>
          </ac:spMkLst>
        </pc:spChg>
      </pc:sldChg>
      <pc:sldChg chg="del">
        <pc:chgData name="鈴木 秀規" userId="f68c5fd9-22d5-4c0a-9833-7fb0f5135313" providerId="ADAL" clId="{89E477C8-882C-4DDE-9C80-DFB373724EDC}" dt="2021-01-26T07:45:41.587" v="2" actId="2696"/>
        <pc:sldMkLst>
          <pc:docMk/>
          <pc:sldMk cId="3795804375" sldId="376"/>
        </pc:sldMkLst>
      </pc:sldChg>
      <pc:sldChg chg="addSp modSp new mod">
        <pc:chgData name="鈴木 秀規" userId="f68c5fd9-22d5-4c0a-9833-7fb0f5135313" providerId="ADAL" clId="{89E477C8-882C-4DDE-9C80-DFB373724EDC}" dt="2021-01-26T08:53:24.860" v="1050" actId="1035"/>
        <pc:sldMkLst>
          <pc:docMk/>
          <pc:sldMk cId="2664152079" sldId="377"/>
        </pc:sldMkLst>
        <pc:spChg chg="mod">
          <ac:chgData name="鈴木 秀規" userId="f68c5fd9-22d5-4c0a-9833-7fb0f5135313" providerId="ADAL" clId="{89E477C8-882C-4DDE-9C80-DFB373724EDC}" dt="2021-01-26T08:51:29.189" v="1003"/>
          <ac:spMkLst>
            <pc:docMk/>
            <pc:sldMk cId="2664152079" sldId="377"/>
            <ac:spMk id="3" creationId="{4815163A-60B7-454C-9BEE-6E5D93822057}"/>
          </ac:spMkLst>
        </pc:spChg>
        <pc:spChg chg="mod">
          <ac:chgData name="鈴木 秀規" userId="f68c5fd9-22d5-4c0a-9833-7fb0f5135313" providerId="ADAL" clId="{89E477C8-882C-4DDE-9C80-DFB373724EDC}" dt="2021-01-26T08:51:42.247" v="1006" actId="14100"/>
          <ac:spMkLst>
            <pc:docMk/>
            <pc:sldMk cId="2664152079" sldId="377"/>
            <ac:spMk id="5" creationId="{C2C2A754-1E8C-4305-B29C-CBE1EA53CBA0}"/>
          </ac:spMkLst>
        </pc:spChg>
        <pc:spChg chg="add mod">
          <ac:chgData name="鈴木 秀規" userId="f68c5fd9-22d5-4c0a-9833-7fb0f5135313" providerId="ADAL" clId="{89E477C8-882C-4DDE-9C80-DFB373724EDC}" dt="2021-01-26T08:53:24.860" v="1050" actId="1035"/>
          <ac:spMkLst>
            <pc:docMk/>
            <pc:sldMk cId="2664152079" sldId="377"/>
            <ac:spMk id="6" creationId="{50464128-AAA6-4EA5-B22F-16F5D6C630AD}"/>
          </ac:spMkLst>
        </pc:spChg>
      </pc:sldChg>
      <pc:sldChg chg="del">
        <pc:chgData name="鈴木 秀規" userId="f68c5fd9-22d5-4c0a-9833-7fb0f5135313" providerId="ADAL" clId="{89E477C8-882C-4DDE-9C80-DFB373724EDC}" dt="2021-01-26T07:45:41.587" v="2" actId="2696"/>
        <pc:sldMkLst>
          <pc:docMk/>
          <pc:sldMk cId="4201067025" sldId="377"/>
        </pc:sldMkLst>
      </pc:sldChg>
      <pc:sldChg chg="del">
        <pc:chgData name="鈴木 秀規" userId="f68c5fd9-22d5-4c0a-9833-7fb0f5135313" providerId="ADAL" clId="{89E477C8-882C-4DDE-9C80-DFB373724EDC}" dt="2021-01-26T07:45:41.587" v="2" actId="2696"/>
        <pc:sldMkLst>
          <pc:docMk/>
          <pc:sldMk cId="2170260322" sldId="378"/>
        </pc:sldMkLst>
      </pc:sldChg>
      <pc:sldChg chg="addSp modSp new mod">
        <pc:chgData name="鈴木 秀規" userId="f68c5fd9-22d5-4c0a-9833-7fb0f5135313" providerId="ADAL" clId="{89E477C8-882C-4DDE-9C80-DFB373724EDC}" dt="2021-01-26T08:55:51.686" v="1092" actId="313"/>
        <pc:sldMkLst>
          <pc:docMk/>
          <pc:sldMk cId="3649152916" sldId="378"/>
        </pc:sldMkLst>
        <pc:spChg chg="mod">
          <ac:chgData name="鈴木 秀規" userId="f68c5fd9-22d5-4c0a-9833-7fb0f5135313" providerId="ADAL" clId="{89E477C8-882C-4DDE-9C80-DFB373724EDC}" dt="2021-01-26T08:53:57.612" v="1052"/>
          <ac:spMkLst>
            <pc:docMk/>
            <pc:sldMk cId="3649152916" sldId="378"/>
            <ac:spMk id="3" creationId="{C9AA1DBB-256C-43A5-BA05-76B0A7285263}"/>
          </ac:spMkLst>
        </pc:spChg>
        <pc:spChg chg="mod">
          <ac:chgData name="鈴木 秀規" userId="f68c5fd9-22d5-4c0a-9833-7fb0f5135313" providerId="ADAL" clId="{89E477C8-882C-4DDE-9C80-DFB373724EDC}" dt="2021-01-26T08:54:12.696" v="1057" actId="14100"/>
          <ac:spMkLst>
            <pc:docMk/>
            <pc:sldMk cId="3649152916" sldId="378"/>
            <ac:spMk id="5" creationId="{85E77323-67F6-4BFB-93B2-6199F0DE3356}"/>
          </ac:spMkLst>
        </pc:spChg>
        <pc:spChg chg="add mod">
          <ac:chgData name="鈴木 秀規" userId="f68c5fd9-22d5-4c0a-9833-7fb0f5135313" providerId="ADAL" clId="{89E477C8-882C-4DDE-9C80-DFB373724EDC}" dt="2021-01-26T08:55:29.612" v="1084" actId="14100"/>
          <ac:spMkLst>
            <pc:docMk/>
            <pc:sldMk cId="3649152916" sldId="378"/>
            <ac:spMk id="6" creationId="{EBD2286A-0F1A-4DF5-A259-16CD3040F129}"/>
          </ac:spMkLst>
        </pc:spChg>
        <pc:spChg chg="add mod">
          <ac:chgData name="鈴木 秀規" userId="f68c5fd9-22d5-4c0a-9833-7fb0f5135313" providerId="ADAL" clId="{89E477C8-882C-4DDE-9C80-DFB373724EDC}" dt="2021-01-26T08:55:51.686" v="1092" actId="313"/>
          <ac:spMkLst>
            <pc:docMk/>
            <pc:sldMk cId="3649152916" sldId="378"/>
            <ac:spMk id="7" creationId="{EA633DCB-A576-4301-B681-FCD5E5467649}"/>
          </ac:spMkLst>
        </pc:spChg>
      </pc:sldChg>
      <pc:sldChg chg="addSp modSp new mod">
        <pc:chgData name="鈴木 秀規" userId="f68c5fd9-22d5-4c0a-9833-7fb0f5135313" providerId="ADAL" clId="{89E477C8-882C-4DDE-9C80-DFB373724EDC}" dt="2021-01-26T09:04:12.085" v="1158" actId="14100"/>
        <pc:sldMkLst>
          <pc:docMk/>
          <pc:sldMk cId="4159378562" sldId="379"/>
        </pc:sldMkLst>
        <pc:spChg chg="mod">
          <ac:chgData name="鈴木 秀規" userId="f68c5fd9-22d5-4c0a-9833-7fb0f5135313" providerId="ADAL" clId="{89E477C8-882C-4DDE-9C80-DFB373724EDC}" dt="2021-01-26T08:57:35.060" v="1094"/>
          <ac:spMkLst>
            <pc:docMk/>
            <pc:sldMk cId="4159378562" sldId="379"/>
            <ac:spMk id="3" creationId="{8ADF3397-CBD7-44EE-BB76-9A53E1D09CAC}"/>
          </ac:spMkLst>
        </pc:spChg>
        <pc:spChg chg="mod">
          <ac:chgData name="鈴木 秀規" userId="f68c5fd9-22d5-4c0a-9833-7fb0f5135313" providerId="ADAL" clId="{89E477C8-882C-4DDE-9C80-DFB373724EDC}" dt="2021-01-26T09:03:04.013" v="1145" actId="20577"/>
          <ac:spMkLst>
            <pc:docMk/>
            <pc:sldMk cId="4159378562" sldId="379"/>
            <ac:spMk id="5" creationId="{8AF17209-0E3F-4A7F-963D-59AE37D7A761}"/>
          </ac:spMkLst>
        </pc:spChg>
        <pc:spChg chg="add mod">
          <ac:chgData name="鈴木 秀規" userId="f68c5fd9-22d5-4c0a-9833-7fb0f5135313" providerId="ADAL" clId="{89E477C8-882C-4DDE-9C80-DFB373724EDC}" dt="2021-01-26T09:03:56.785" v="1155" actId="1076"/>
          <ac:spMkLst>
            <pc:docMk/>
            <pc:sldMk cId="4159378562" sldId="379"/>
            <ac:spMk id="6" creationId="{19ACB777-4C69-4AE2-9B51-348E26C5B4C6}"/>
          </ac:spMkLst>
        </pc:spChg>
        <pc:spChg chg="add mod">
          <ac:chgData name="鈴木 秀規" userId="f68c5fd9-22d5-4c0a-9833-7fb0f5135313" providerId="ADAL" clId="{89E477C8-882C-4DDE-9C80-DFB373724EDC}" dt="2021-01-26T09:03:56.785" v="1155" actId="1076"/>
          <ac:spMkLst>
            <pc:docMk/>
            <pc:sldMk cId="4159378562" sldId="379"/>
            <ac:spMk id="7" creationId="{FF2577CE-45E7-4EEA-B2C3-5C7ED5455854}"/>
          </ac:spMkLst>
        </pc:spChg>
        <pc:spChg chg="add mod">
          <ac:chgData name="鈴木 秀規" userId="f68c5fd9-22d5-4c0a-9833-7fb0f5135313" providerId="ADAL" clId="{89E477C8-882C-4DDE-9C80-DFB373724EDC}" dt="2021-01-26T09:03:56.785" v="1155" actId="1076"/>
          <ac:spMkLst>
            <pc:docMk/>
            <pc:sldMk cId="4159378562" sldId="379"/>
            <ac:spMk id="8" creationId="{E910A402-74B4-4C71-BB1F-BFEB50C1B5B7}"/>
          </ac:spMkLst>
        </pc:spChg>
        <pc:spChg chg="add mod">
          <ac:chgData name="鈴木 秀規" userId="f68c5fd9-22d5-4c0a-9833-7fb0f5135313" providerId="ADAL" clId="{89E477C8-882C-4DDE-9C80-DFB373724EDC}" dt="2021-01-26T09:04:07.411" v="1156" actId="14100"/>
          <ac:spMkLst>
            <pc:docMk/>
            <pc:sldMk cId="4159378562" sldId="379"/>
            <ac:spMk id="9" creationId="{60F5CBF6-0422-4A7A-8BA4-8D09EF54946F}"/>
          </ac:spMkLst>
        </pc:spChg>
        <pc:spChg chg="add mod">
          <ac:chgData name="鈴木 秀規" userId="f68c5fd9-22d5-4c0a-9833-7fb0f5135313" providerId="ADAL" clId="{89E477C8-882C-4DDE-9C80-DFB373724EDC}" dt="2021-01-26T09:04:09.703" v="1157" actId="14100"/>
          <ac:spMkLst>
            <pc:docMk/>
            <pc:sldMk cId="4159378562" sldId="379"/>
            <ac:spMk id="10" creationId="{4D621CF3-0CF4-489C-B223-3FA3D33C2E35}"/>
          </ac:spMkLst>
        </pc:spChg>
        <pc:spChg chg="add mod">
          <ac:chgData name="鈴木 秀規" userId="f68c5fd9-22d5-4c0a-9833-7fb0f5135313" providerId="ADAL" clId="{89E477C8-882C-4DDE-9C80-DFB373724EDC}" dt="2021-01-26T09:04:12.085" v="1158" actId="14100"/>
          <ac:spMkLst>
            <pc:docMk/>
            <pc:sldMk cId="4159378562" sldId="379"/>
            <ac:spMk id="11" creationId="{F882B540-8177-4F5E-AC95-6745C0031FFE}"/>
          </ac:spMkLst>
        </pc:spChg>
      </pc:sldChg>
      <pc:sldChg chg="del">
        <pc:chgData name="鈴木 秀規" userId="f68c5fd9-22d5-4c0a-9833-7fb0f5135313" providerId="ADAL" clId="{89E477C8-882C-4DDE-9C80-DFB373724EDC}" dt="2021-01-26T07:45:41.587" v="2" actId="2696"/>
        <pc:sldMkLst>
          <pc:docMk/>
          <pc:sldMk cId="4171248681" sldId="379"/>
        </pc:sldMkLst>
      </pc:sldChg>
      <pc:sldChg chg="del">
        <pc:chgData name="鈴木 秀規" userId="f68c5fd9-22d5-4c0a-9833-7fb0f5135313" providerId="ADAL" clId="{89E477C8-882C-4DDE-9C80-DFB373724EDC}" dt="2021-01-26T07:45:41.587" v="2" actId="2696"/>
        <pc:sldMkLst>
          <pc:docMk/>
          <pc:sldMk cId="1003752797" sldId="380"/>
        </pc:sldMkLst>
      </pc:sldChg>
      <pc:sldChg chg="addSp delSp modSp new mod">
        <pc:chgData name="鈴木 秀規" userId="f68c5fd9-22d5-4c0a-9833-7fb0f5135313" providerId="ADAL" clId="{89E477C8-882C-4DDE-9C80-DFB373724EDC}" dt="2021-01-26T09:06:30.809" v="1192" actId="14100"/>
        <pc:sldMkLst>
          <pc:docMk/>
          <pc:sldMk cId="2745502941" sldId="380"/>
        </pc:sldMkLst>
        <pc:spChg chg="mod">
          <ac:chgData name="鈴木 秀規" userId="f68c5fd9-22d5-4c0a-9833-7fb0f5135313" providerId="ADAL" clId="{89E477C8-882C-4DDE-9C80-DFB373724EDC}" dt="2021-01-26T09:04:42.006" v="1160"/>
          <ac:spMkLst>
            <pc:docMk/>
            <pc:sldMk cId="2745502941" sldId="380"/>
            <ac:spMk id="3" creationId="{D7CEE353-66FB-4D47-ABE7-E6D457A6F88A}"/>
          </ac:spMkLst>
        </pc:spChg>
        <pc:spChg chg="mod">
          <ac:chgData name="鈴木 秀規" userId="f68c5fd9-22d5-4c0a-9833-7fb0f5135313" providerId="ADAL" clId="{89E477C8-882C-4DDE-9C80-DFB373724EDC}" dt="2021-01-26T09:06:30.809" v="1192" actId="14100"/>
          <ac:spMkLst>
            <pc:docMk/>
            <pc:sldMk cId="2745502941" sldId="380"/>
            <ac:spMk id="5" creationId="{65F8DBFA-3C03-463C-8EBC-DD915EEA6A5E}"/>
          </ac:spMkLst>
        </pc:spChg>
        <pc:spChg chg="add del mod">
          <ac:chgData name="鈴木 秀規" userId="f68c5fd9-22d5-4c0a-9833-7fb0f5135313" providerId="ADAL" clId="{89E477C8-882C-4DDE-9C80-DFB373724EDC}" dt="2021-01-26T09:05:05.142" v="1162" actId="478"/>
          <ac:spMkLst>
            <pc:docMk/>
            <pc:sldMk cId="2745502941" sldId="380"/>
            <ac:spMk id="6" creationId="{43FDE0DB-E0B1-4CD3-8CA4-B563208CAB41}"/>
          </ac:spMkLst>
        </pc:spChg>
        <pc:spChg chg="add mod">
          <ac:chgData name="鈴木 秀規" userId="f68c5fd9-22d5-4c0a-9833-7fb0f5135313" providerId="ADAL" clId="{89E477C8-882C-4DDE-9C80-DFB373724EDC}" dt="2021-01-26T09:06:15.322" v="1188" actId="207"/>
          <ac:spMkLst>
            <pc:docMk/>
            <pc:sldMk cId="2745502941" sldId="380"/>
            <ac:spMk id="7" creationId="{BCFA7568-C799-428D-8424-0D6988FA0BF6}"/>
          </ac:spMkLst>
        </pc:spChg>
      </pc:sldChg>
      <pc:sldChg chg="modSp new mod">
        <pc:chgData name="鈴木 秀規" userId="f68c5fd9-22d5-4c0a-9833-7fb0f5135313" providerId="ADAL" clId="{89E477C8-882C-4DDE-9C80-DFB373724EDC}" dt="2021-01-26T09:08:00.190" v="1218" actId="207"/>
        <pc:sldMkLst>
          <pc:docMk/>
          <pc:sldMk cId="301528646" sldId="381"/>
        </pc:sldMkLst>
        <pc:spChg chg="mod">
          <ac:chgData name="鈴木 秀規" userId="f68c5fd9-22d5-4c0a-9833-7fb0f5135313" providerId="ADAL" clId="{89E477C8-882C-4DDE-9C80-DFB373724EDC}" dt="2021-01-26T09:06:48.058" v="1194"/>
          <ac:spMkLst>
            <pc:docMk/>
            <pc:sldMk cId="301528646" sldId="381"/>
            <ac:spMk id="3" creationId="{48A70034-29E8-489A-B615-329037CF346A}"/>
          </ac:spMkLst>
        </pc:spChg>
        <pc:spChg chg="mod">
          <ac:chgData name="鈴木 秀規" userId="f68c5fd9-22d5-4c0a-9833-7fb0f5135313" providerId="ADAL" clId="{89E477C8-882C-4DDE-9C80-DFB373724EDC}" dt="2021-01-26T09:08:00.190" v="1218" actId="207"/>
          <ac:spMkLst>
            <pc:docMk/>
            <pc:sldMk cId="301528646" sldId="381"/>
            <ac:spMk id="5" creationId="{870E934D-B2BF-428B-AC4B-1C45CBAE4729}"/>
          </ac:spMkLst>
        </pc:spChg>
      </pc:sldChg>
      <pc:sldChg chg="del">
        <pc:chgData name="鈴木 秀規" userId="f68c5fd9-22d5-4c0a-9833-7fb0f5135313" providerId="ADAL" clId="{89E477C8-882C-4DDE-9C80-DFB373724EDC}" dt="2021-01-26T07:45:41.587" v="2" actId="2696"/>
        <pc:sldMkLst>
          <pc:docMk/>
          <pc:sldMk cId="2315279680" sldId="381"/>
        </pc:sldMkLst>
      </pc:sldChg>
      <pc:sldChg chg="del">
        <pc:chgData name="鈴木 秀規" userId="f68c5fd9-22d5-4c0a-9833-7fb0f5135313" providerId="ADAL" clId="{89E477C8-882C-4DDE-9C80-DFB373724EDC}" dt="2021-01-26T07:45:41.587" v="2" actId="2696"/>
        <pc:sldMkLst>
          <pc:docMk/>
          <pc:sldMk cId="3359842153" sldId="382"/>
        </pc:sldMkLst>
      </pc:sldChg>
      <pc:sldChg chg="addSp modSp new mod">
        <pc:chgData name="鈴木 秀規" userId="f68c5fd9-22d5-4c0a-9833-7fb0f5135313" providerId="ADAL" clId="{89E477C8-882C-4DDE-9C80-DFB373724EDC}" dt="2021-01-26T09:13:19.047" v="1275" actId="14100"/>
        <pc:sldMkLst>
          <pc:docMk/>
          <pc:sldMk cId="3737758823" sldId="382"/>
        </pc:sldMkLst>
        <pc:spChg chg="mod">
          <ac:chgData name="鈴木 秀規" userId="f68c5fd9-22d5-4c0a-9833-7fb0f5135313" providerId="ADAL" clId="{89E477C8-882C-4DDE-9C80-DFB373724EDC}" dt="2021-01-26T09:08:28.567" v="1220"/>
          <ac:spMkLst>
            <pc:docMk/>
            <pc:sldMk cId="3737758823" sldId="382"/>
            <ac:spMk id="3" creationId="{71453A0E-55EE-4AEB-91D2-9DB4AE35E3DE}"/>
          </ac:spMkLst>
        </pc:spChg>
        <pc:spChg chg="mod">
          <ac:chgData name="鈴木 秀規" userId="f68c5fd9-22d5-4c0a-9833-7fb0f5135313" providerId="ADAL" clId="{89E477C8-882C-4DDE-9C80-DFB373724EDC}" dt="2021-01-26T09:08:51.351" v="1226" actId="1076"/>
          <ac:spMkLst>
            <pc:docMk/>
            <pc:sldMk cId="3737758823" sldId="382"/>
            <ac:spMk id="5" creationId="{C9168D82-A6E8-47C7-9E34-0055387B3E1E}"/>
          </ac:spMkLst>
        </pc:spChg>
        <pc:spChg chg="add mod">
          <ac:chgData name="鈴木 秀規" userId="f68c5fd9-22d5-4c0a-9833-7fb0f5135313" providerId="ADAL" clId="{89E477C8-882C-4DDE-9C80-DFB373724EDC}" dt="2021-01-26T09:10:38.505" v="1244" actId="1076"/>
          <ac:spMkLst>
            <pc:docMk/>
            <pc:sldMk cId="3737758823" sldId="382"/>
            <ac:spMk id="6" creationId="{416F6B10-E341-483C-8EB1-A447CA0B519D}"/>
          </ac:spMkLst>
        </pc:spChg>
        <pc:spChg chg="add mod">
          <ac:chgData name="鈴木 秀規" userId="f68c5fd9-22d5-4c0a-9833-7fb0f5135313" providerId="ADAL" clId="{89E477C8-882C-4DDE-9C80-DFB373724EDC}" dt="2021-01-26T09:12:48.406" v="1270" actId="1076"/>
          <ac:spMkLst>
            <pc:docMk/>
            <pc:sldMk cId="3737758823" sldId="382"/>
            <ac:spMk id="7" creationId="{5AA8E07E-E209-4FAB-B08E-DC75AEC347D2}"/>
          </ac:spMkLst>
        </pc:spChg>
        <pc:spChg chg="add mod">
          <ac:chgData name="鈴木 秀規" userId="f68c5fd9-22d5-4c0a-9833-7fb0f5135313" providerId="ADAL" clId="{89E477C8-882C-4DDE-9C80-DFB373724EDC}" dt="2021-01-26T09:12:51.954" v="1271" actId="1076"/>
          <ac:spMkLst>
            <pc:docMk/>
            <pc:sldMk cId="3737758823" sldId="382"/>
            <ac:spMk id="8" creationId="{CC90732A-ACB8-40E0-ADBB-A7DA8123B972}"/>
          </ac:spMkLst>
        </pc:spChg>
        <pc:spChg chg="add mod">
          <ac:chgData name="鈴木 秀規" userId="f68c5fd9-22d5-4c0a-9833-7fb0f5135313" providerId="ADAL" clId="{89E477C8-882C-4DDE-9C80-DFB373724EDC}" dt="2021-01-26T09:13:09.350" v="1273" actId="1076"/>
          <ac:spMkLst>
            <pc:docMk/>
            <pc:sldMk cId="3737758823" sldId="382"/>
            <ac:spMk id="9" creationId="{B3B3A101-1CC1-40C6-906E-E865AB3204EB}"/>
          </ac:spMkLst>
        </pc:spChg>
        <pc:spChg chg="add mod">
          <ac:chgData name="鈴木 秀規" userId="f68c5fd9-22d5-4c0a-9833-7fb0f5135313" providerId="ADAL" clId="{89E477C8-882C-4DDE-9C80-DFB373724EDC}" dt="2021-01-26T09:12:24.604" v="1267" actId="207"/>
          <ac:spMkLst>
            <pc:docMk/>
            <pc:sldMk cId="3737758823" sldId="382"/>
            <ac:spMk id="10" creationId="{C7477D15-AF30-4B50-9A55-F9DB0B3DD722}"/>
          </ac:spMkLst>
        </pc:spChg>
        <pc:spChg chg="add mod">
          <ac:chgData name="鈴木 秀規" userId="f68c5fd9-22d5-4c0a-9833-7fb0f5135313" providerId="ADAL" clId="{89E477C8-882C-4DDE-9C80-DFB373724EDC}" dt="2021-01-26T09:12:55.172" v="1272" actId="14100"/>
          <ac:spMkLst>
            <pc:docMk/>
            <pc:sldMk cId="3737758823" sldId="382"/>
            <ac:spMk id="11" creationId="{FF0BF8BB-6A5A-48C6-9DFC-D7EFF9AD9EEA}"/>
          </ac:spMkLst>
        </pc:spChg>
        <pc:spChg chg="add mod">
          <ac:chgData name="鈴木 秀規" userId="f68c5fd9-22d5-4c0a-9833-7fb0f5135313" providerId="ADAL" clId="{89E477C8-882C-4DDE-9C80-DFB373724EDC}" dt="2021-01-26T09:13:19.047" v="1275" actId="14100"/>
          <ac:spMkLst>
            <pc:docMk/>
            <pc:sldMk cId="3737758823" sldId="382"/>
            <ac:spMk id="12" creationId="{7061D972-AB54-44F3-BC60-66CB527657F8}"/>
          </ac:spMkLst>
        </pc:spChg>
      </pc:sldChg>
      <pc:sldChg chg="addSp modSp new mod">
        <pc:chgData name="鈴木 秀規" userId="f68c5fd9-22d5-4c0a-9833-7fb0f5135313" providerId="ADAL" clId="{89E477C8-882C-4DDE-9C80-DFB373724EDC}" dt="2021-01-26T09:17:18.900" v="1318" actId="14100"/>
        <pc:sldMkLst>
          <pc:docMk/>
          <pc:sldMk cId="1383500861" sldId="383"/>
        </pc:sldMkLst>
        <pc:spChg chg="mod">
          <ac:chgData name="鈴木 秀規" userId="f68c5fd9-22d5-4c0a-9833-7fb0f5135313" providerId="ADAL" clId="{89E477C8-882C-4DDE-9C80-DFB373724EDC}" dt="2021-01-26T09:14:00.974" v="1277"/>
          <ac:spMkLst>
            <pc:docMk/>
            <pc:sldMk cId="1383500861" sldId="383"/>
            <ac:spMk id="3" creationId="{F0E6EF6C-643D-46A5-BCA4-2208D09284E4}"/>
          </ac:spMkLst>
        </pc:spChg>
        <pc:spChg chg="mod">
          <ac:chgData name="鈴木 秀規" userId="f68c5fd9-22d5-4c0a-9833-7fb0f5135313" providerId="ADAL" clId="{89E477C8-882C-4DDE-9C80-DFB373724EDC}" dt="2021-01-26T09:14:51.803" v="1280" actId="14100"/>
          <ac:spMkLst>
            <pc:docMk/>
            <pc:sldMk cId="1383500861" sldId="383"/>
            <ac:spMk id="5" creationId="{919049D3-0FA6-454A-B4CC-11082E3D994A}"/>
          </ac:spMkLst>
        </pc:spChg>
        <pc:spChg chg="add mod">
          <ac:chgData name="鈴木 秀規" userId="f68c5fd9-22d5-4c0a-9833-7fb0f5135313" providerId="ADAL" clId="{89E477C8-882C-4DDE-9C80-DFB373724EDC}" dt="2021-01-26T09:17:18.900" v="1318" actId="14100"/>
          <ac:spMkLst>
            <pc:docMk/>
            <pc:sldMk cId="1383500861" sldId="383"/>
            <ac:spMk id="6" creationId="{40AE093F-0277-4CEE-ABD9-3E36D329F807}"/>
          </ac:spMkLst>
        </pc:spChg>
        <pc:spChg chg="add mod">
          <ac:chgData name="鈴木 秀規" userId="f68c5fd9-22d5-4c0a-9833-7fb0f5135313" providerId="ADAL" clId="{89E477C8-882C-4DDE-9C80-DFB373724EDC}" dt="2021-01-26T09:17:14.863" v="1317" actId="207"/>
          <ac:spMkLst>
            <pc:docMk/>
            <pc:sldMk cId="1383500861" sldId="383"/>
            <ac:spMk id="7" creationId="{B8C21830-8874-451E-BB81-52131C6815EA}"/>
          </ac:spMkLst>
        </pc:spChg>
        <pc:spChg chg="add mod">
          <ac:chgData name="鈴木 秀規" userId="f68c5fd9-22d5-4c0a-9833-7fb0f5135313" providerId="ADAL" clId="{89E477C8-882C-4DDE-9C80-DFB373724EDC}" dt="2021-01-26T09:17:11.813" v="1315" actId="207"/>
          <ac:spMkLst>
            <pc:docMk/>
            <pc:sldMk cId="1383500861" sldId="383"/>
            <ac:spMk id="8" creationId="{E6DE9D1A-AEB6-4AEB-BC3A-28717310E568}"/>
          </ac:spMkLst>
        </pc:spChg>
        <pc:spChg chg="add mod">
          <ac:chgData name="鈴木 秀規" userId="f68c5fd9-22d5-4c0a-9833-7fb0f5135313" providerId="ADAL" clId="{89E477C8-882C-4DDE-9C80-DFB373724EDC}" dt="2021-01-26T09:17:01.044" v="1312" actId="1076"/>
          <ac:spMkLst>
            <pc:docMk/>
            <pc:sldMk cId="1383500861" sldId="383"/>
            <ac:spMk id="9" creationId="{2C93F375-A663-49C6-B80E-53DB8D902081}"/>
          </ac:spMkLst>
        </pc:spChg>
        <pc:spChg chg="add mod">
          <ac:chgData name="鈴木 秀規" userId="f68c5fd9-22d5-4c0a-9833-7fb0f5135313" providerId="ADAL" clId="{89E477C8-882C-4DDE-9C80-DFB373724EDC}" dt="2021-01-26T09:16:58.196" v="1311" actId="571"/>
          <ac:spMkLst>
            <pc:docMk/>
            <pc:sldMk cId="1383500861" sldId="383"/>
            <ac:spMk id="10" creationId="{F285B219-475B-44A1-934D-C9506B322CA4}"/>
          </ac:spMkLst>
        </pc:spChg>
      </pc:sldChg>
      <pc:sldChg chg="del">
        <pc:chgData name="鈴木 秀規" userId="f68c5fd9-22d5-4c0a-9833-7fb0f5135313" providerId="ADAL" clId="{89E477C8-882C-4DDE-9C80-DFB373724EDC}" dt="2021-01-26T07:45:41.587" v="2" actId="2696"/>
        <pc:sldMkLst>
          <pc:docMk/>
          <pc:sldMk cId="2193843838" sldId="383"/>
        </pc:sldMkLst>
      </pc:sldChg>
      <pc:sldChg chg="del">
        <pc:chgData name="鈴木 秀規" userId="f68c5fd9-22d5-4c0a-9833-7fb0f5135313" providerId="ADAL" clId="{89E477C8-882C-4DDE-9C80-DFB373724EDC}" dt="2021-01-26T07:45:41.587" v="2" actId="2696"/>
        <pc:sldMkLst>
          <pc:docMk/>
          <pc:sldMk cId="1703172032" sldId="384"/>
        </pc:sldMkLst>
      </pc:sldChg>
      <pc:sldChg chg="addSp delSp modSp new mod">
        <pc:chgData name="鈴木 秀規" userId="f68c5fd9-22d5-4c0a-9833-7fb0f5135313" providerId="ADAL" clId="{89E477C8-882C-4DDE-9C80-DFB373724EDC}" dt="2021-01-28T00:25:32.568" v="1704" actId="1036"/>
        <pc:sldMkLst>
          <pc:docMk/>
          <pc:sldMk cId="1710849802" sldId="384"/>
        </pc:sldMkLst>
        <pc:spChg chg="mod">
          <ac:chgData name="鈴木 秀規" userId="f68c5fd9-22d5-4c0a-9833-7fb0f5135313" providerId="ADAL" clId="{89E477C8-882C-4DDE-9C80-DFB373724EDC}" dt="2021-01-28T00:04:15.549" v="1346" actId="20577"/>
          <ac:spMkLst>
            <pc:docMk/>
            <pc:sldMk cId="1710849802" sldId="384"/>
            <ac:spMk id="3" creationId="{9AB9B55F-AAD7-4298-85CF-D1860B286D43}"/>
          </ac:spMkLst>
        </pc:spChg>
        <pc:spChg chg="mod">
          <ac:chgData name="鈴木 秀規" userId="f68c5fd9-22d5-4c0a-9833-7fb0f5135313" providerId="ADAL" clId="{89E477C8-882C-4DDE-9C80-DFB373724EDC}" dt="2021-01-28T00:11:44.745" v="1351" actId="207"/>
          <ac:spMkLst>
            <pc:docMk/>
            <pc:sldMk cId="1710849802" sldId="384"/>
            <ac:spMk id="5" creationId="{69A1D963-EF40-465A-8F05-04B0639C9BB1}"/>
          </ac:spMkLst>
        </pc:spChg>
        <pc:spChg chg="add mod">
          <ac:chgData name="鈴木 秀規" userId="f68c5fd9-22d5-4c0a-9833-7fb0f5135313" providerId="ADAL" clId="{89E477C8-882C-4DDE-9C80-DFB373724EDC}" dt="2021-01-28T00:16:41.084" v="1458" actId="1076"/>
          <ac:spMkLst>
            <pc:docMk/>
            <pc:sldMk cId="1710849802" sldId="384"/>
            <ac:spMk id="6" creationId="{B9F75641-D03D-4930-A734-D3E2877E1CEC}"/>
          </ac:spMkLst>
        </pc:spChg>
        <pc:spChg chg="add mod">
          <ac:chgData name="鈴木 秀規" userId="f68c5fd9-22d5-4c0a-9833-7fb0f5135313" providerId="ADAL" clId="{89E477C8-882C-4DDE-9C80-DFB373724EDC}" dt="2021-01-28T00:13:32.983" v="1358" actId="208"/>
          <ac:spMkLst>
            <pc:docMk/>
            <pc:sldMk cId="1710849802" sldId="384"/>
            <ac:spMk id="7" creationId="{76486E73-2314-4F67-8B9A-4ABD8FA5CEC7}"/>
          </ac:spMkLst>
        </pc:spChg>
        <pc:spChg chg="add mod">
          <ac:chgData name="鈴木 秀規" userId="f68c5fd9-22d5-4c0a-9833-7fb0f5135313" providerId="ADAL" clId="{89E477C8-882C-4DDE-9C80-DFB373724EDC}" dt="2021-01-28T00:14:28.852" v="1389" actId="2085"/>
          <ac:spMkLst>
            <pc:docMk/>
            <pc:sldMk cId="1710849802" sldId="384"/>
            <ac:spMk id="8" creationId="{3A5A3013-AF6F-4DF1-83B3-8AECDE33C743}"/>
          </ac:spMkLst>
        </pc:spChg>
        <pc:spChg chg="add mod">
          <ac:chgData name="鈴木 秀規" userId="f68c5fd9-22d5-4c0a-9833-7fb0f5135313" providerId="ADAL" clId="{89E477C8-882C-4DDE-9C80-DFB373724EDC}" dt="2021-01-28T00:14:44.049" v="1394" actId="14100"/>
          <ac:spMkLst>
            <pc:docMk/>
            <pc:sldMk cId="1710849802" sldId="384"/>
            <ac:spMk id="9" creationId="{EC90C676-1B95-4A79-B302-4FC9160AC9FC}"/>
          </ac:spMkLst>
        </pc:spChg>
        <pc:spChg chg="add mod">
          <ac:chgData name="鈴木 秀規" userId="f68c5fd9-22d5-4c0a-9833-7fb0f5135313" providerId="ADAL" clId="{89E477C8-882C-4DDE-9C80-DFB373724EDC}" dt="2021-01-28T00:20:03.030" v="1522" actId="1037"/>
          <ac:spMkLst>
            <pc:docMk/>
            <pc:sldMk cId="1710849802" sldId="384"/>
            <ac:spMk id="10" creationId="{6DEC2F77-76EC-4DFD-AB92-30176BEFCE39}"/>
          </ac:spMkLst>
        </pc:spChg>
        <pc:spChg chg="add mod">
          <ac:chgData name="鈴木 秀規" userId="f68c5fd9-22d5-4c0a-9833-7fb0f5135313" providerId="ADAL" clId="{89E477C8-882C-4DDE-9C80-DFB373724EDC}" dt="2021-01-28T00:20:03.030" v="1522" actId="1037"/>
          <ac:spMkLst>
            <pc:docMk/>
            <pc:sldMk cId="1710849802" sldId="384"/>
            <ac:spMk id="11" creationId="{2E399D14-EE07-4DEA-BAC1-8A299DF07943}"/>
          </ac:spMkLst>
        </pc:spChg>
        <pc:spChg chg="add del mod">
          <ac:chgData name="鈴木 秀規" userId="f68c5fd9-22d5-4c0a-9833-7fb0f5135313" providerId="ADAL" clId="{89E477C8-882C-4DDE-9C80-DFB373724EDC}" dt="2021-01-28T00:24:31.877" v="1674" actId="21"/>
          <ac:spMkLst>
            <pc:docMk/>
            <pc:sldMk cId="1710849802" sldId="384"/>
            <ac:spMk id="21" creationId="{74F18F8D-9918-4CAA-B2FA-7FD2E081FCB1}"/>
          </ac:spMkLst>
        </pc:spChg>
        <pc:spChg chg="add mod">
          <ac:chgData name="鈴木 秀規" userId="f68c5fd9-22d5-4c0a-9833-7fb0f5135313" providerId="ADAL" clId="{89E477C8-882C-4DDE-9C80-DFB373724EDC}" dt="2021-01-28T00:21:45.232" v="1565" actId="20577"/>
          <ac:spMkLst>
            <pc:docMk/>
            <pc:sldMk cId="1710849802" sldId="384"/>
            <ac:spMk id="31" creationId="{DECAA41E-C020-48B1-BCCC-EAAC2BB74F36}"/>
          </ac:spMkLst>
        </pc:spChg>
        <pc:spChg chg="add mod">
          <ac:chgData name="鈴木 秀規" userId="f68c5fd9-22d5-4c0a-9833-7fb0f5135313" providerId="ADAL" clId="{89E477C8-882C-4DDE-9C80-DFB373724EDC}" dt="2021-01-28T00:22:09.975" v="1620" actId="20577"/>
          <ac:spMkLst>
            <pc:docMk/>
            <pc:sldMk cId="1710849802" sldId="384"/>
            <ac:spMk id="32" creationId="{440BFB2F-EE06-4588-BDB8-84DBF3B1E7AE}"/>
          </ac:spMkLst>
        </pc:spChg>
        <pc:spChg chg="add mod">
          <ac:chgData name="鈴木 秀規" userId="f68c5fd9-22d5-4c0a-9833-7fb0f5135313" providerId="ADAL" clId="{89E477C8-882C-4DDE-9C80-DFB373724EDC}" dt="2021-01-28T00:22:35.719" v="1653" actId="20577"/>
          <ac:spMkLst>
            <pc:docMk/>
            <pc:sldMk cId="1710849802" sldId="384"/>
            <ac:spMk id="33" creationId="{FEED2F86-2765-459D-BDE6-9ECBBE6D4792}"/>
          </ac:spMkLst>
        </pc:spChg>
        <pc:spChg chg="add mod">
          <ac:chgData name="鈴木 秀規" userId="f68c5fd9-22d5-4c0a-9833-7fb0f5135313" providerId="ADAL" clId="{89E477C8-882C-4DDE-9C80-DFB373724EDC}" dt="2021-01-28T00:23:31.672" v="1664" actId="1076"/>
          <ac:spMkLst>
            <pc:docMk/>
            <pc:sldMk cId="1710849802" sldId="384"/>
            <ac:spMk id="43" creationId="{DB13123C-E298-4A22-917F-895701DC0D98}"/>
          </ac:spMkLst>
        </pc:spChg>
        <pc:spChg chg="add mod">
          <ac:chgData name="鈴木 秀規" userId="f68c5fd9-22d5-4c0a-9833-7fb0f5135313" providerId="ADAL" clId="{89E477C8-882C-4DDE-9C80-DFB373724EDC}" dt="2021-01-28T00:25:26.917" v="1701" actId="1035"/>
          <ac:spMkLst>
            <pc:docMk/>
            <pc:sldMk cId="1710849802" sldId="384"/>
            <ac:spMk id="52" creationId="{C4D0577F-64C5-4A9C-ACA0-5C79DF2C4F73}"/>
          </ac:spMkLst>
        </pc:spChg>
        <pc:spChg chg="add mod">
          <ac:chgData name="鈴木 秀規" userId="f68c5fd9-22d5-4c0a-9833-7fb0f5135313" providerId="ADAL" clId="{89E477C8-882C-4DDE-9C80-DFB373724EDC}" dt="2021-01-28T00:25:32.568" v="1704" actId="1036"/>
          <ac:spMkLst>
            <pc:docMk/>
            <pc:sldMk cId="1710849802" sldId="384"/>
            <ac:spMk id="53" creationId="{76B42D95-7E3F-4665-B2B0-70126886FEAD}"/>
          </ac:spMkLst>
        </pc:spChg>
        <pc:spChg chg="add mod">
          <ac:chgData name="鈴木 秀規" userId="f68c5fd9-22d5-4c0a-9833-7fb0f5135313" providerId="ADAL" clId="{89E477C8-882C-4DDE-9C80-DFB373724EDC}" dt="2021-01-28T00:25:05.990" v="1693" actId="1076"/>
          <ac:spMkLst>
            <pc:docMk/>
            <pc:sldMk cId="1710849802" sldId="384"/>
            <ac:spMk id="54" creationId="{C78E1A7A-DF9E-465F-8F0D-E0473F15C333}"/>
          </ac:spMkLst>
        </pc:spChg>
        <pc:spChg chg="add mod">
          <ac:chgData name="鈴木 秀規" userId="f68c5fd9-22d5-4c0a-9833-7fb0f5135313" providerId="ADAL" clId="{89E477C8-882C-4DDE-9C80-DFB373724EDC}" dt="2021-01-28T00:25:11.170" v="1695" actId="1076"/>
          <ac:spMkLst>
            <pc:docMk/>
            <pc:sldMk cId="1710849802" sldId="384"/>
            <ac:spMk id="55" creationId="{8ABFFE38-EDC5-4FAB-9B94-EB8281809D88}"/>
          </ac:spMkLst>
        </pc:spChg>
        <pc:cxnChg chg="add mod">
          <ac:chgData name="鈴木 秀規" userId="f68c5fd9-22d5-4c0a-9833-7fb0f5135313" providerId="ADAL" clId="{89E477C8-882C-4DDE-9C80-DFB373724EDC}" dt="2021-01-28T00:20:23.528" v="1524" actId="692"/>
          <ac:cxnSpMkLst>
            <pc:docMk/>
            <pc:sldMk cId="1710849802" sldId="384"/>
            <ac:cxnSpMk id="13" creationId="{8E386EE0-D155-4B04-B137-846B3D3FA644}"/>
          </ac:cxnSpMkLst>
        </pc:cxnChg>
        <pc:cxnChg chg="add del">
          <ac:chgData name="鈴木 秀規" userId="f68c5fd9-22d5-4c0a-9833-7fb0f5135313" providerId="ADAL" clId="{89E477C8-882C-4DDE-9C80-DFB373724EDC}" dt="2021-01-28T00:18:05.077" v="1477" actId="478"/>
          <ac:cxnSpMkLst>
            <pc:docMk/>
            <pc:sldMk cId="1710849802" sldId="384"/>
            <ac:cxnSpMk id="17" creationId="{7F68CC08-24DC-4B4A-8DF5-0A1B06236445}"/>
          </ac:cxnSpMkLst>
        </pc:cxnChg>
        <pc:cxnChg chg="add mod">
          <ac:chgData name="鈴木 秀規" userId="f68c5fd9-22d5-4c0a-9833-7fb0f5135313" providerId="ADAL" clId="{89E477C8-882C-4DDE-9C80-DFB373724EDC}" dt="2021-01-28T00:20:18.164" v="1523" actId="692"/>
          <ac:cxnSpMkLst>
            <pc:docMk/>
            <pc:sldMk cId="1710849802" sldId="384"/>
            <ac:cxnSpMk id="18" creationId="{CD7B3D91-C1C3-4B89-A73D-FD6E1CE9F5C5}"/>
          </ac:cxnSpMkLst>
        </pc:cxnChg>
        <pc:cxnChg chg="add mod">
          <ac:chgData name="鈴木 秀規" userId="f68c5fd9-22d5-4c0a-9833-7fb0f5135313" providerId="ADAL" clId="{89E477C8-882C-4DDE-9C80-DFB373724EDC}" dt="2021-01-28T00:24:31.877" v="1674" actId="21"/>
          <ac:cxnSpMkLst>
            <pc:docMk/>
            <pc:sldMk cId="1710849802" sldId="384"/>
            <ac:cxnSpMk id="23" creationId="{160E84F7-45FB-49BC-9732-FFFFB2D5997D}"/>
          </ac:cxnSpMkLst>
        </pc:cxnChg>
        <pc:cxnChg chg="add mod">
          <ac:chgData name="鈴木 秀規" userId="f68c5fd9-22d5-4c0a-9833-7fb0f5135313" providerId="ADAL" clId="{89E477C8-882C-4DDE-9C80-DFB373724EDC}" dt="2021-01-28T00:20:03.030" v="1522" actId="1037"/>
          <ac:cxnSpMkLst>
            <pc:docMk/>
            <pc:sldMk cId="1710849802" sldId="384"/>
            <ac:cxnSpMk id="26" creationId="{9A630C51-AC48-4B2E-85E9-307526025C2D}"/>
          </ac:cxnSpMkLst>
        </pc:cxnChg>
        <pc:cxnChg chg="add mod">
          <ac:chgData name="鈴木 秀規" userId="f68c5fd9-22d5-4c0a-9833-7fb0f5135313" providerId="ADAL" clId="{89E477C8-882C-4DDE-9C80-DFB373724EDC}" dt="2021-01-28T00:22:53.471" v="1656" actId="14100"/>
          <ac:cxnSpMkLst>
            <pc:docMk/>
            <pc:sldMk cId="1710849802" sldId="384"/>
            <ac:cxnSpMk id="34" creationId="{A3AD2563-68AF-471A-BDB5-5743C2F10205}"/>
          </ac:cxnSpMkLst>
        </pc:cxnChg>
        <pc:cxnChg chg="add mod">
          <ac:chgData name="鈴木 秀規" userId="f68c5fd9-22d5-4c0a-9833-7fb0f5135313" providerId="ADAL" clId="{89E477C8-882C-4DDE-9C80-DFB373724EDC}" dt="2021-01-28T00:23:03.485" v="1659" actId="14100"/>
          <ac:cxnSpMkLst>
            <pc:docMk/>
            <pc:sldMk cId="1710849802" sldId="384"/>
            <ac:cxnSpMk id="37" creationId="{2AAE7265-63A0-4A2C-973C-5700BE345AD1}"/>
          </ac:cxnSpMkLst>
        </pc:cxnChg>
        <pc:cxnChg chg="add mod">
          <ac:chgData name="鈴木 秀規" userId="f68c5fd9-22d5-4c0a-9833-7fb0f5135313" providerId="ADAL" clId="{89E477C8-882C-4DDE-9C80-DFB373724EDC}" dt="2021-01-28T00:23:18.959" v="1662" actId="14100"/>
          <ac:cxnSpMkLst>
            <pc:docMk/>
            <pc:sldMk cId="1710849802" sldId="384"/>
            <ac:cxnSpMk id="40" creationId="{82DCD619-0572-41E8-A0C0-8833B65712E8}"/>
          </ac:cxnSpMkLst>
        </pc:cxnChg>
        <pc:cxnChg chg="add mod">
          <ac:chgData name="鈴木 秀規" userId="f68c5fd9-22d5-4c0a-9833-7fb0f5135313" providerId="ADAL" clId="{89E477C8-882C-4DDE-9C80-DFB373724EDC}" dt="2021-01-28T00:24:03.025" v="1672" actId="14100"/>
          <ac:cxnSpMkLst>
            <pc:docMk/>
            <pc:sldMk cId="1710849802" sldId="384"/>
            <ac:cxnSpMk id="44" creationId="{1E165CEB-00CA-421B-96D7-5657344E5E39}"/>
          </ac:cxnSpMkLst>
        </pc:cxnChg>
        <pc:cxnChg chg="add mod">
          <ac:chgData name="鈴木 秀規" userId="f68c5fd9-22d5-4c0a-9833-7fb0f5135313" providerId="ADAL" clId="{89E477C8-882C-4DDE-9C80-DFB373724EDC}" dt="2021-01-28T00:23:59.137" v="1671" actId="14100"/>
          <ac:cxnSpMkLst>
            <pc:docMk/>
            <pc:sldMk cId="1710849802" sldId="384"/>
            <ac:cxnSpMk id="48" creationId="{D6C3DBE1-45A8-47DA-9E93-B024A3181E1E}"/>
          </ac:cxnSpMkLst>
        </pc:cxnChg>
      </pc:sldChg>
      <pc:sldChg chg="del">
        <pc:chgData name="鈴木 秀規" userId="f68c5fd9-22d5-4c0a-9833-7fb0f5135313" providerId="ADAL" clId="{89E477C8-882C-4DDE-9C80-DFB373724EDC}" dt="2021-01-26T07:45:41.587" v="2" actId="2696"/>
        <pc:sldMkLst>
          <pc:docMk/>
          <pc:sldMk cId="405086457" sldId="385"/>
        </pc:sldMkLst>
      </pc:sldChg>
      <pc:sldChg chg="modSp new mod">
        <pc:chgData name="鈴木 秀規" userId="f68c5fd9-22d5-4c0a-9833-7fb0f5135313" providerId="ADAL" clId="{89E477C8-882C-4DDE-9C80-DFB373724EDC}" dt="2021-01-28T00:27:07.638" v="1742" actId="403"/>
        <pc:sldMkLst>
          <pc:docMk/>
          <pc:sldMk cId="3198427957" sldId="385"/>
        </pc:sldMkLst>
        <pc:spChg chg="mod">
          <ac:chgData name="鈴木 秀規" userId="f68c5fd9-22d5-4c0a-9833-7fb0f5135313" providerId="ADAL" clId="{89E477C8-882C-4DDE-9C80-DFB373724EDC}" dt="2021-01-28T00:26:03.504" v="1724" actId="20577"/>
          <ac:spMkLst>
            <pc:docMk/>
            <pc:sldMk cId="3198427957" sldId="385"/>
            <ac:spMk id="3" creationId="{9C66717B-DC5D-4BC5-8268-8396B695A418}"/>
          </ac:spMkLst>
        </pc:spChg>
        <pc:spChg chg="mod">
          <ac:chgData name="鈴木 秀規" userId="f68c5fd9-22d5-4c0a-9833-7fb0f5135313" providerId="ADAL" clId="{89E477C8-882C-4DDE-9C80-DFB373724EDC}" dt="2021-01-28T00:27:07.638" v="1742" actId="403"/>
          <ac:spMkLst>
            <pc:docMk/>
            <pc:sldMk cId="3198427957" sldId="385"/>
            <ac:spMk id="5" creationId="{BAA9AD2E-1882-4C8E-9E00-D3A86BE862DC}"/>
          </ac:spMkLst>
        </pc:spChg>
      </pc:sldChg>
      <pc:sldChg chg="addSp delSp modSp new mod modClrScheme chgLayout">
        <pc:chgData name="鈴木 秀規" userId="f68c5fd9-22d5-4c0a-9833-7fb0f5135313" providerId="ADAL" clId="{89E477C8-882C-4DDE-9C80-DFB373724EDC}" dt="2021-01-28T00:33:18.976" v="1789" actId="207"/>
        <pc:sldMkLst>
          <pc:docMk/>
          <pc:sldMk cId="2401145918" sldId="386"/>
        </pc:sldMkLst>
        <pc:spChg chg="mod ord">
          <ac:chgData name="鈴木 秀規" userId="f68c5fd9-22d5-4c0a-9833-7fb0f5135313" providerId="ADAL" clId="{89E477C8-882C-4DDE-9C80-DFB373724EDC}" dt="2021-01-28T00:31:13.993" v="1745" actId="700"/>
          <ac:spMkLst>
            <pc:docMk/>
            <pc:sldMk cId="2401145918" sldId="386"/>
            <ac:spMk id="2" creationId="{E1EF011F-8AEA-408B-9E6B-A161DF99E8A0}"/>
          </ac:spMkLst>
        </pc:spChg>
        <pc:spChg chg="mod ord">
          <ac:chgData name="鈴木 秀規" userId="f68c5fd9-22d5-4c0a-9833-7fb0f5135313" providerId="ADAL" clId="{89E477C8-882C-4DDE-9C80-DFB373724EDC}" dt="2021-01-28T00:31:13.993" v="1745" actId="700"/>
          <ac:spMkLst>
            <pc:docMk/>
            <pc:sldMk cId="2401145918" sldId="386"/>
            <ac:spMk id="3" creationId="{737EC184-CACD-4C8F-8E3B-6E48E09233B3}"/>
          </ac:spMkLst>
        </pc:spChg>
        <pc:spChg chg="mod ord">
          <ac:chgData name="鈴木 秀規" userId="f68c5fd9-22d5-4c0a-9833-7fb0f5135313" providerId="ADAL" clId="{89E477C8-882C-4DDE-9C80-DFB373724EDC}" dt="2021-01-28T00:31:13.993" v="1745" actId="700"/>
          <ac:spMkLst>
            <pc:docMk/>
            <pc:sldMk cId="2401145918" sldId="386"/>
            <ac:spMk id="4" creationId="{D6E7AAD0-AF13-4770-A5FE-1A45A1C14BA1}"/>
          </ac:spMkLst>
        </pc:spChg>
        <pc:spChg chg="del">
          <ac:chgData name="鈴木 秀規" userId="f68c5fd9-22d5-4c0a-9833-7fb0f5135313" providerId="ADAL" clId="{89E477C8-882C-4DDE-9C80-DFB373724EDC}" dt="2021-01-28T00:31:13.993" v="1745" actId="700"/>
          <ac:spMkLst>
            <pc:docMk/>
            <pc:sldMk cId="2401145918" sldId="386"/>
            <ac:spMk id="5" creationId="{FBDFA43B-CCA4-4391-876F-08A48B94D24D}"/>
          </ac:spMkLst>
        </pc:spChg>
        <pc:spChg chg="add mod">
          <ac:chgData name="鈴木 秀規" userId="f68c5fd9-22d5-4c0a-9833-7fb0f5135313" providerId="ADAL" clId="{89E477C8-882C-4DDE-9C80-DFB373724EDC}" dt="2021-01-28T00:33:18.976" v="1789" actId="207"/>
          <ac:spMkLst>
            <pc:docMk/>
            <pc:sldMk cId="2401145918" sldId="386"/>
            <ac:spMk id="6" creationId="{00A6316D-1AC1-4A36-80F1-066ADCE98D5B}"/>
          </ac:spMkLst>
        </pc:spChg>
        <pc:spChg chg="add mod">
          <ac:chgData name="鈴木 秀規" userId="f68c5fd9-22d5-4c0a-9833-7fb0f5135313" providerId="ADAL" clId="{89E477C8-882C-4DDE-9C80-DFB373724EDC}" dt="2021-01-28T00:32:44.778" v="1781" actId="14100"/>
          <ac:spMkLst>
            <pc:docMk/>
            <pc:sldMk cId="2401145918" sldId="386"/>
            <ac:spMk id="7" creationId="{6685B93B-920F-4514-8402-BD5509C19734}"/>
          </ac:spMkLst>
        </pc:spChg>
      </pc:sldChg>
      <pc:sldChg chg="addSp modSp new mod modClrScheme chgLayout">
        <pc:chgData name="鈴木 秀規" userId="f68c5fd9-22d5-4c0a-9833-7fb0f5135313" providerId="ADAL" clId="{89E477C8-882C-4DDE-9C80-DFB373724EDC}" dt="2021-01-28T00:36:23.889" v="1826" actId="207"/>
        <pc:sldMkLst>
          <pc:docMk/>
          <pc:sldMk cId="3730994383" sldId="387"/>
        </pc:sldMkLst>
        <pc:spChg chg="mod ord">
          <ac:chgData name="鈴木 秀規" userId="f68c5fd9-22d5-4c0a-9833-7fb0f5135313" providerId="ADAL" clId="{89E477C8-882C-4DDE-9C80-DFB373724EDC}" dt="2021-01-28T00:34:28.598" v="1792" actId="700"/>
          <ac:spMkLst>
            <pc:docMk/>
            <pc:sldMk cId="3730994383" sldId="387"/>
            <ac:spMk id="2" creationId="{BCA1EF0F-B776-42C3-97D5-FA00D3E3A2E9}"/>
          </ac:spMkLst>
        </pc:spChg>
        <pc:spChg chg="mod ord">
          <ac:chgData name="鈴木 秀規" userId="f68c5fd9-22d5-4c0a-9833-7fb0f5135313" providerId="ADAL" clId="{89E477C8-882C-4DDE-9C80-DFB373724EDC}" dt="2021-01-28T00:34:28.598" v="1792" actId="700"/>
          <ac:spMkLst>
            <pc:docMk/>
            <pc:sldMk cId="3730994383" sldId="387"/>
            <ac:spMk id="3" creationId="{D712DFF2-F646-430F-8004-923BF1E76430}"/>
          </ac:spMkLst>
        </pc:spChg>
        <pc:spChg chg="mod ord">
          <ac:chgData name="鈴木 秀規" userId="f68c5fd9-22d5-4c0a-9833-7fb0f5135313" providerId="ADAL" clId="{89E477C8-882C-4DDE-9C80-DFB373724EDC}" dt="2021-01-28T00:34:28.598" v="1792" actId="700"/>
          <ac:spMkLst>
            <pc:docMk/>
            <pc:sldMk cId="3730994383" sldId="387"/>
            <ac:spMk id="4" creationId="{A47B9173-32BF-4F9B-9A9B-FC77DBC9FF69}"/>
          </ac:spMkLst>
        </pc:spChg>
        <pc:spChg chg="add mod ord">
          <ac:chgData name="鈴木 秀規" userId="f68c5fd9-22d5-4c0a-9833-7fb0f5135313" providerId="ADAL" clId="{89E477C8-882C-4DDE-9C80-DFB373724EDC}" dt="2021-01-28T00:36:23.889" v="1826" actId="207"/>
          <ac:spMkLst>
            <pc:docMk/>
            <pc:sldMk cId="3730994383" sldId="387"/>
            <ac:spMk id="5" creationId="{3BC04A58-5FAF-4C7C-AB03-0AF861F93F4F}"/>
          </ac:spMkLst>
        </pc:spChg>
      </pc:sldChg>
      <pc:sldChg chg="addSp modSp new mod">
        <pc:chgData name="鈴木 秀規" userId="f68c5fd9-22d5-4c0a-9833-7fb0f5135313" providerId="ADAL" clId="{89E477C8-882C-4DDE-9C80-DFB373724EDC}" dt="2021-01-28T01:12:54.415" v="1850" actId="14100"/>
        <pc:sldMkLst>
          <pc:docMk/>
          <pc:sldMk cId="218868488" sldId="388"/>
        </pc:sldMkLst>
        <pc:spChg chg="mod">
          <ac:chgData name="鈴木 秀規" userId="f68c5fd9-22d5-4c0a-9833-7fb0f5135313" providerId="ADAL" clId="{89E477C8-882C-4DDE-9C80-DFB373724EDC}" dt="2021-01-28T00:56:42.744" v="1828"/>
          <ac:spMkLst>
            <pc:docMk/>
            <pc:sldMk cId="218868488" sldId="388"/>
            <ac:spMk id="3" creationId="{541E6646-33D9-4B6F-BC80-8102A701396F}"/>
          </ac:spMkLst>
        </pc:spChg>
        <pc:spChg chg="mod">
          <ac:chgData name="鈴木 秀規" userId="f68c5fd9-22d5-4c0a-9833-7fb0f5135313" providerId="ADAL" clId="{89E477C8-882C-4DDE-9C80-DFB373724EDC}" dt="2021-01-28T00:57:03.432" v="1832" actId="14100"/>
          <ac:spMkLst>
            <pc:docMk/>
            <pc:sldMk cId="218868488" sldId="388"/>
            <ac:spMk id="5" creationId="{4F7BE0E2-F22D-4224-A250-61F7BABC679B}"/>
          </ac:spMkLst>
        </pc:spChg>
        <pc:spChg chg="add mod">
          <ac:chgData name="鈴木 秀規" userId="f68c5fd9-22d5-4c0a-9833-7fb0f5135313" providerId="ADAL" clId="{89E477C8-882C-4DDE-9C80-DFB373724EDC}" dt="2021-01-28T00:58:16.387" v="1847" actId="207"/>
          <ac:spMkLst>
            <pc:docMk/>
            <pc:sldMk cId="218868488" sldId="388"/>
            <ac:spMk id="6" creationId="{322AED5D-67E9-49B9-B313-EDCD22B365D2}"/>
          </ac:spMkLst>
        </pc:spChg>
        <pc:spChg chg="add mod">
          <ac:chgData name="鈴木 秀規" userId="f68c5fd9-22d5-4c0a-9833-7fb0f5135313" providerId="ADAL" clId="{89E477C8-882C-4DDE-9C80-DFB373724EDC}" dt="2021-01-28T01:12:54.415" v="1850" actId="14100"/>
          <ac:spMkLst>
            <pc:docMk/>
            <pc:sldMk cId="218868488" sldId="388"/>
            <ac:spMk id="7" creationId="{B5962821-5EE5-46B4-9A85-4485E16939C7}"/>
          </ac:spMkLst>
        </pc:spChg>
      </pc:sldChg>
      <pc:sldChg chg="modSp new mod">
        <pc:chgData name="鈴木 秀規" userId="f68c5fd9-22d5-4c0a-9833-7fb0f5135313" providerId="ADAL" clId="{89E477C8-882C-4DDE-9C80-DFB373724EDC}" dt="2021-01-28T01:14:07.006" v="1864" actId="403"/>
        <pc:sldMkLst>
          <pc:docMk/>
          <pc:sldMk cId="2271233834" sldId="389"/>
        </pc:sldMkLst>
        <pc:spChg chg="mod">
          <ac:chgData name="鈴木 秀規" userId="f68c5fd9-22d5-4c0a-9833-7fb0f5135313" providerId="ADAL" clId="{89E477C8-882C-4DDE-9C80-DFB373724EDC}" dt="2021-01-28T01:13:30.447" v="1852"/>
          <ac:spMkLst>
            <pc:docMk/>
            <pc:sldMk cId="2271233834" sldId="389"/>
            <ac:spMk id="3" creationId="{00E257E5-AFF7-453E-8D0E-FF63668280D2}"/>
          </ac:spMkLst>
        </pc:spChg>
        <pc:spChg chg="mod">
          <ac:chgData name="鈴木 秀規" userId="f68c5fd9-22d5-4c0a-9833-7fb0f5135313" providerId="ADAL" clId="{89E477C8-882C-4DDE-9C80-DFB373724EDC}" dt="2021-01-28T01:14:07.006" v="1864" actId="403"/>
          <ac:spMkLst>
            <pc:docMk/>
            <pc:sldMk cId="2271233834" sldId="389"/>
            <ac:spMk id="5" creationId="{C1211BD1-2E63-4309-940D-F798AD98A8CD}"/>
          </ac:spMkLst>
        </pc:spChg>
      </pc:sldChg>
      <pc:sldChg chg="modSp new mod">
        <pc:chgData name="鈴木 秀規" userId="f68c5fd9-22d5-4c0a-9833-7fb0f5135313" providerId="ADAL" clId="{89E477C8-882C-4DDE-9C80-DFB373724EDC}" dt="2021-01-28T01:16:01.518" v="1877" actId="403"/>
        <pc:sldMkLst>
          <pc:docMk/>
          <pc:sldMk cId="613103497" sldId="390"/>
        </pc:sldMkLst>
        <pc:spChg chg="mod">
          <ac:chgData name="鈴木 秀規" userId="f68c5fd9-22d5-4c0a-9833-7fb0f5135313" providerId="ADAL" clId="{89E477C8-882C-4DDE-9C80-DFB373724EDC}" dt="2021-01-28T01:14:34.911" v="1866"/>
          <ac:spMkLst>
            <pc:docMk/>
            <pc:sldMk cId="613103497" sldId="390"/>
            <ac:spMk id="3" creationId="{44BE499F-2257-4822-B269-1BE3FFCF9667}"/>
          </ac:spMkLst>
        </pc:spChg>
        <pc:spChg chg="mod">
          <ac:chgData name="鈴木 秀規" userId="f68c5fd9-22d5-4c0a-9833-7fb0f5135313" providerId="ADAL" clId="{89E477C8-882C-4DDE-9C80-DFB373724EDC}" dt="2021-01-28T01:16:01.518" v="1877" actId="403"/>
          <ac:spMkLst>
            <pc:docMk/>
            <pc:sldMk cId="613103497" sldId="390"/>
            <ac:spMk id="5" creationId="{3F776E22-B480-4DE3-BA09-4D11B302B84E}"/>
          </ac:spMkLst>
        </pc:spChg>
      </pc:sldChg>
      <pc:sldChg chg="addSp modSp new mod">
        <pc:chgData name="鈴木 秀規" userId="f68c5fd9-22d5-4c0a-9833-7fb0f5135313" providerId="ADAL" clId="{89E477C8-882C-4DDE-9C80-DFB373724EDC}" dt="2021-01-28T01:20:48.399" v="1994" actId="20577"/>
        <pc:sldMkLst>
          <pc:docMk/>
          <pc:sldMk cId="2862026351" sldId="391"/>
        </pc:sldMkLst>
        <pc:spChg chg="mod">
          <ac:chgData name="鈴木 秀規" userId="f68c5fd9-22d5-4c0a-9833-7fb0f5135313" providerId="ADAL" clId="{89E477C8-882C-4DDE-9C80-DFB373724EDC}" dt="2021-01-28T01:16:19.417" v="1879"/>
          <ac:spMkLst>
            <pc:docMk/>
            <pc:sldMk cId="2862026351" sldId="391"/>
            <ac:spMk id="3" creationId="{F7005572-B4E1-4626-90AE-2D6719A5F270}"/>
          </ac:spMkLst>
        </pc:spChg>
        <pc:spChg chg="mod">
          <ac:chgData name="鈴木 秀規" userId="f68c5fd9-22d5-4c0a-9833-7fb0f5135313" providerId="ADAL" clId="{89E477C8-882C-4DDE-9C80-DFB373724EDC}" dt="2021-01-28T01:20:48.399" v="1994" actId="20577"/>
          <ac:spMkLst>
            <pc:docMk/>
            <pc:sldMk cId="2862026351" sldId="391"/>
            <ac:spMk id="5" creationId="{EA2FB964-7777-48F3-9977-75491B0019C0}"/>
          </ac:spMkLst>
        </pc:spChg>
        <pc:spChg chg="add mod">
          <ac:chgData name="鈴木 秀規" userId="f68c5fd9-22d5-4c0a-9833-7fb0f5135313" providerId="ADAL" clId="{89E477C8-882C-4DDE-9C80-DFB373724EDC}" dt="2021-01-28T01:18:04.375" v="1904" actId="20577"/>
          <ac:spMkLst>
            <pc:docMk/>
            <pc:sldMk cId="2862026351" sldId="391"/>
            <ac:spMk id="6" creationId="{E0C88329-82AB-4BD1-BB35-9BE5C8020B13}"/>
          </ac:spMkLst>
        </pc:spChg>
        <pc:spChg chg="add mod">
          <ac:chgData name="鈴木 秀規" userId="f68c5fd9-22d5-4c0a-9833-7fb0f5135313" providerId="ADAL" clId="{89E477C8-882C-4DDE-9C80-DFB373724EDC}" dt="2021-01-28T01:18:29.952" v="1935" actId="20577"/>
          <ac:spMkLst>
            <pc:docMk/>
            <pc:sldMk cId="2862026351" sldId="391"/>
            <ac:spMk id="7" creationId="{2202E6CF-0793-4669-BE34-B1D961C3E87D}"/>
          </ac:spMkLst>
        </pc:spChg>
        <pc:spChg chg="add mod">
          <ac:chgData name="鈴木 秀規" userId="f68c5fd9-22d5-4c0a-9833-7fb0f5135313" providerId="ADAL" clId="{89E477C8-882C-4DDE-9C80-DFB373724EDC}" dt="2021-01-28T01:18:52.239" v="1961" actId="20577"/>
          <ac:spMkLst>
            <pc:docMk/>
            <pc:sldMk cId="2862026351" sldId="391"/>
            <ac:spMk id="8" creationId="{EE85B067-B655-4DA1-BE93-0771AED4BCA9}"/>
          </ac:spMkLst>
        </pc:spChg>
        <pc:spChg chg="add mod">
          <ac:chgData name="鈴木 秀規" userId="f68c5fd9-22d5-4c0a-9833-7fb0f5135313" providerId="ADAL" clId="{89E477C8-882C-4DDE-9C80-DFB373724EDC}" dt="2021-01-28T01:19:02.279" v="1971" actId="20577"/>
          <ac:spMkLst>
            <pc:docMk/>
            <pc:sldMk cId="2862026351" sldId="391"/>
            <ac:spMk id="9" creationId="{0AA81E11-4082-4CEB-9FA6-483AD2724AF0}"/>
          </ac:spMkLst>
        </pc:spChg>
        <pc:spChg chg="add mod">
          <ac:chgData name="鈴木 秀規" userId="f68c5fd9-22d5-4c0a-9833-7fb0f5135313" providerId="ADAL" clId="{89E477C8-882C-4DDE-9C80-DFB373724EDC}" dt="2021-01-28T01:20:02.283" v="1982" actId="1076"/>
          <ac:spMkLst>
            <pc:docMk/>
            <pc:sldMk cId="2862026351" sldId="391"/>
            <ac:spMk id="19" creationId="{30375369-E0BD-4F9D-8906-0A551849FDCB}"/>
          </ac:spMkLst>
        </pc:spChg>
        <pc:cxnChg chg="add mod">
          <ac:chgData name="鈴木 秀規" userId="f68c5fd9-22d5-4c0a-9833-7fb0f5135313" providerId="ADAL" clId="{89E477C8-882C-4DDE-9C80-DFB373724EDC}" dt="2021-01-28T01:19:20.688" v="1974" actId="14100"/>
          <ac:cxnSpMkLst>
            <pc:docMk/>
            <pc:sldMk cId="2862026351" sldId="391"/>
            <ac:cxnSpMk id="10" creationId="{63C3C4ED-4B75-4AF0-8581-0A80AE7BAF0A}"/>
          </ac:cxnSpMkLst>
        </pc:cxnChg>
        <pc:cxnChg chg="add mod">
          <ac:chgData name="鈴木 秀規" userId="f68c5fd9-22d5-4c0a-9833-7fb0f5135313" providerId="ADAL" clId="{89E477C8-882C-4DDE-9C80-DFB373724EDC}" dt="2021-01-28T01:19:25.962" v="1977" actId="14100"/>
          <ac:cxnSpMkLst>
            <pc:docMk/>
            <pc:sldMk cId="2862026351" sldId="391"/>
            <ac:cxnSpMk id="13" creationId="{32890A55-31C8-4B65-ADD7-0229287072AC}"/>
          </ac:cxnSpMkLst>
        </pc:cxnChg>
        <pc:cxnChg chg="add mod">
          <ac:chgData name="鈴木 秀規" userId="f68c5fd9-22d5-4c0a-9833-7fb0f5135313" providerId="ADAL" clId="{89E477C8-882C-4DDE-9C80-DFB373724EDC}" dt="2021-01-28T01:19:31.196" v="1980" actId="14100"/>
          <ac:cxnSpMkLst>
            <pc:docMk/>
            <pc:sldMk cId="2862026351" sldId="391"/>
            <ac:cxnSpMk id="16" creationId="{34A3A635-78D6-4F4E-BF8D-C885B66DD6F0}"/>
          </ac:cxnSpMkLst>
        </pc:cxnChg>
        <pc:cxnChg chg="add mod">
          <ac:chgData name="鈴木 秀規" userId="f68c5fd9-22d5-4c0a-9833-7fb0f5135313" providerId="ADAL" clId="{89E477C8-882C-4DDE-9C80-DFB373724EDC}" dt="2021-01-28T01:20:22.334" v="1986" actId="14100"/>
          <ac:cxnSpMkLst>
            <pc:docMk/>
            <pc:sldMk cId="2862026351" sldId="391"/>
            <ac:cxnSpMk id="20" creationId="{99642043-6D59-44BF-97FF-0DB3B68F463B}"/>
          </ac:cxnSpMkLst>
        </pc:cxnChg>
        <pc:cxnChg chg="add mod">
          <ac:chgData name="鈴木 秀規" userId="f68c5fd9-22d5-4c0a-9833-7fb0f5135313" providerId="ADAL" clId="{89E477C8-882C-4DDE-9C80-DFB373724EDC}" dt="2021-01-28T01:20:31.483" v="1989" actId="14100"/>
          <ac:cxnSpMkLst>
            <pc:docMk/>
            <pc:sldMk cId="2862026351" sldId="391"/>
            <ac:cxnSpMk id="24" creationId="{EC1B078F-8281-4354-BA79-6C917CA1E7C3}"/>
          </ac:cxnSpMkLst>
        </pc:cxnChg>
      </pc:sldChg>
      <pc:sldChg chg="addSp modSp new mod">
        <pc:chgData name="鈴木 秀規" userId="f68c5fd9-22d5-4c0a-9833-7fb0f5135313" providerId="ADAL" clId="{89E477C8-882C-4DDE-9C80-DFB373724EDC}" dt="2021-01-28T01:25:22.995" v="2108" actId="207"/>
        <pc:sldMkLst>
          <pc:docMk/>
          <pc:sldMk cId="539211239" sldId="392"/>
        </pc:sldMkLst>
        <pc:spChg chg="mod">
          <ac:chgData name="鈴木 秀規" userId="f68c5fd9-22d5-4c0a-9833-7fb0f5135313" providerId="ADAL" clId="{89E477C8-882C-4DDE-9C80-DFB373724EDC}" dt="2021-01-28T01:21:03.311" v="1996"/>
          <ac:spMkLst>
            <pc:docMk/>
            <pc:sldMk cId="539211239" sldId="392"/>
            <ac:spMk id="3" creationId="{C66C19A5-D0E7-4138-928B-1D8341B72893}"/>
          </ac:spMkLst>
        </pc:spChg>
        <pc:spChg chg="mod">
          <ac:chgData name="鈴木 秀規" userId="f68c5fd9-22d5-4c0a-9833-7fb0f5135313" providerId="ADAL" clId="{89E477C8-882C-4DDE-9C80-DFB373724EDC}" dt="2021-01-28T01:25:22.995" v="2108" actId="207"/>
          <ac:spMkLst>
            <pc:docMk/>
            <pc:sldMk cId="539211239" sldId="392"/>
            <ac:spMk id="5" creationId="{D17EA855-59AB-4FFD-B523-7B6FF011159F}"/>
          </ac:spMkLst>
        </pc:spChg>
        <pc:spChg chg="add mod">
          <ac:chgData name="鈴木 秀規" userId="f68c5fd9-22d5-4c0a-9833-7fb0f5135313" providerId="ADAL" clId="{89E477C8-882C-4DDE-9C80-DFB373724EDC}" dt="2021-01-28T01:23:04.889" v="2034" actId="14100"/>
          <ac:spMkLst>
            <pc:docMk/>
            <pc:sldMk cId="539211239" sldId="392"/>
            <ac:spMk id="6" creationId="{74E7D1F4-BCF9-431D-8B4B-FAB1E1CB252E}"/>
          </ac:spMkLst>
        </pc:spChg>
        <pc:spChg chg="add mod">
          <ac:chgData name="鈴木 秀規" userId="f68c5fd9-22d5-4c0a-9833-7fb0f5135313" providerId="ADAL" clId="{89E477C8-882C-4DDE-9C80-DFB373724EDC}" dt="2021-01-28T01:23:27.622" v="2037" actId="14100"/>
          <ac:spMkLst>
            <pc:docMk/>
            <pc:sldMk cId="539211239" sldId="392"/>
            <ac:spMk id="7" creationId="{6F8C7DF0-C430-4A10-8EC8-3D94556FA6FE}"/>
          </ac:spMkLst>
        </pc:spChg>
        <pc:spChg chg="add mod">
          <ac:chgData name="鈴木 秀規" userId="f68c5fd9-22d5-4c0a-9833-7fb0f5135313" providerId="ADAL" clId="{89E477C8-882C-4DDE-9C80-DFB373724EDC}" dt="2021-01-28T01:24:34.200" v="2098" actId="20577"/>
          <ac:spMkLst>
            <pc:docMk/>
            <pc:sldMk cId="539211239" sldId="392"/>
            <ac:spMk id="8" creationId="{A0AF6942-5F48-4D92-8567-BEA120045B7B}"/>
          </ac:spMkLst>
        </pc:spChg>
        <pc:spChg chg="add mod">
          <ac:chgData name="鈴木 秀規" userId="f68c5fd9-22d5-4c0a-9833-7fb0f5135313" providerId="ADAL" clId="{89E477C8-882C-4DDE-9C80-DFB373724EDC}" dt="2021-01-28T01:24:20.224" v="2077" actId="20577"/>
          <ac:spMkLst>
            <pc:docMk/>
            <pc:sldMk cId="539211239" sldId="392"/>
            <ac:spMk id="9" creationId="{B7384BAB-7B67-4787-8306-5B69348A6E92}"/>
          </ac:spMkLst>
        </pc:spChg>
        <pc:cxnChg chg="add mod">
          <ac:chgData name="鈴木 秀規" userId="f68c5fd9-22d5-4c0a-9833-7fb0f5135313" providerId="ADAL" clId="{89E477C8-882C-4DDE-9C80-DFB373724EDC}" dt="2021-01-28T01:25:07.661" v="2104" actId="14100"/>
          <ac:cxnSpMkLst>
            <pc:docMk/>
            <pc:sldMk cId="539211239" sldId="392"/>
            <ac:cxnSpMk id="10" creationId="{8D52443C-7EF5-4ED0-8F69-CA0D10523F99}"/>
          </ac:cxnSpMkLst>
        </pc:cxnChg>
        <pc:cxnChg chg="add mod">
          <ac:chgData name="鈴木 秀規" userId="f68c5fd9-22d5-4c0a-9833-7fb0f5135313" providerId="ADAL" clId="{89E477C8-882C-4DDE-9C80-DFB373724EDC}" dt="2021-01-28T01:25:00.458" v="2102" actId="14100"/>
          <ac:cxnSpMkLst>
            <pc:docMk/>
            <pc:sldMk cId="539211239" sldId="392"/>
            <ac:cxnSpMk id="11" creationId="{37DC1B2C-9F0F-488C-906B-D7CB32F1FEDE}"/>
          </ac:cxnSpMkLst>
        </pc:cxnChg>
      </pc:sldChg>
      <pc:sldChg chg="modSp new mod">
        <pc:chgData name="鈴木 秀規" userId="f68c5fd9-22d5-4c0a-9833-7fb0f5135313" providerId="ADAL" clId="{89E477C8-882C-4DDE-9C80-DFB373724EDC}" dt="2021-01-28T01:26:21.043" v="2120" actId="403"/>
        <pc:sldMkLst>
          <pc:docMk/>
          <pc:sldMk cId="382950322" sldId="393"/>
        </pc:sldMkLst>
        <pc:spChg chg="mod">
          <ac:chgData name="鈴木 秀規" userId="f68c5fd9-22d5-4c0a-9833-7fb0f5135313" providerId="ADAL" clId="{89E477C8-882C-4DDE-9C80-DFB373724EDC}" dt="2021-01-28T01:25:44.513" v="2110"/>
          <ac:spMkLst>
            <pc:docMk/>
            <pc:sldMk cId="382950322" sldId="393"/>
            <ac:spMk id="3" creationId="{F14DEA64-20B8-4AA8-86AC-64D39C90D847}"/>
          </ac:spMkLst>
        </pc:spChg>
        <pc:spChg chg="mod">
          <ac:chgData name="鈴木 秀規" userId="f68c5fd9-22d5-4c0a-9833-7fb0f5135313" providerId="ADAL" clId="{89E477C8-882C-4DDE-9C80-DFB373724EDC}" dt="2021-01-28T01:26:21.043" v="2120" actId="403"/>
          <ac:spMkLst>
            <pc:docMk/>
            <pc:sldMk cId="382950322" sldId="393"/>
            <ac:spMk id="5" creationId="{C9C8E9F4-AF70-441B-831D-54B0A0147661}"/>
          </ac:spMkLst>
        </pc:spChg>
      </pc:sldChg>
      <pc:sldChg chg="addSp modSp new mod">
        <pc:chgData name="鈴木 秀規" userId="f68c5fd9-22d5-4c0a-9833-7fb0f5135313" providerId="ADAL" clId="{89E477C8-882C-4DDE-9C80-DFB373724EDC}" dt="2021-01-28T01:52:42.673" v="2182" actId="14100"/>
        <pc:sldMkLst>
          <pc:docMk/>
          <pc:sldMk cId="2892649949" sldId="394"/>
        </pc:sldMkLst>
        <pc:spChg chg="mod">
          <ac:chgData name="鈴木 秀規" userId="f68c5fd9-22d5-4c0a-9833-7fb0f5135313" providerId="ADAL" clId="{89E477C8-882C-4DDE-9C80-DFB373724EDC}" dt="2021-01-28T01:26:36.027" v="2122"/>
          <ac:spMkLst>
            <pc:docMk/>
            <pc:sldMk cId="2892649949" sldId="394"/>
            <ac:spMk id="3" creationId="{FA65D89D-EC1B-45AB-82C8-AA592403E72E}"/>
          </ac:spMkLst>
        </pc:spChg>
        <pc:spChg chg="mod">
          <ac:chgData name="鈴木 秀規" userId="f68c5fd9-22d5-4c0a-9833-7fb0f5135313" providerId="ADAL" clId="{89E477C8-882C-4DDE-9C80-DFB373724EDC}" dt="2021-01-28T01:27:39.854" v="2134" actId="207"/>
          <ac:spMkLst>
            <pc:docMk/>
            <pc:sldMk cId="2892649949" sldId="394"/>
            <ac:spMk id="5" creationId="{2F9CB12F-5380-4E11-9BB1-E950F984CB3F}"/>
          </ac:spMkLst>
        </pc:spChg>
        <pc:spChg chg="add mod">
          <ac:chgData name="鈴木 秀規" userId="f68c5fd9-22d5-4c0a-9833-7fb0f5135313" providerId="ADAL" clId="{89E477C8-882C-4DDE-9C80-DFB373724EDC}" dt="2021-01-28T01:50:28.759" v="2147" actId="1076"/>
          <ac:spMkLst>
            <pc:docMk/>
            <pc:sldMk cId="2892649949" sldId="394"/>
            <ac:spMk id="6" creationId="{F6061DE6-9EFA-4BC6-B8EF-240BB57A35ED}"/>
          </ac:spMkLst>
        </pc:spChg>
        <pc:spChg chg="add mod">
          <ac:chgData name="鈴木 秀規" userId="f68c5fd9-22d5-4c0a-9833-7fb0f5135313" providerId="ADAL" clId="{89E477C8-882C-4DDE-9C80-DFB373724EDC}" dt="2021-01-28T01:50:46.209" v="2152" actId="1037"/>
          <ac:spMkLst>
            <pc:docMk/>
            <pc:sldMk cId="2892649949" sldId="394"/>
            <ac:spMk id="7" creationId="{1B4DF456-75CD-4E9A-B803-AA10655CD13D}"/>
          </ac:spMkLst>
        </pc:spChg>
        <pc:spChg chg="add mod">
          <ac:chgData name="鈴木 秀規" userId="f68c5fd9-22d5-4c0a-9833-7fb0f5135313" providerId="ADAL" clId="{89E477C8-882C-4DDE-9C80-DFB373724EDC}" dt="2021-01-28T01:52:42.673" v="2182" actId="14100"/>
          <ac:spMkLst>
            <pc:docMk/>
            <pc:sldMk cId="2892649949" sldId="394"/>
            <ac:spMk id="13" creationId="{2C29435F-5762-40A5-BF9E-7AFCE8D8AAE6}"/>
          </ac:spMkLst>
        </pc:spChg>
        <pc:spChg chg="add mod">
          <ac:chgData name="鈴木 秀規" userId="f68c5fd9-22d5-4c0a-9833-7fb0f5135313" providerId="ADAL" clId="{89E477C8-882C-4DDE-9C80-DFB373724EDC}" dt="2021-01-28T01:51:50.979" v="2164" actId="1036"/>
          <ac:spMkLst>
            <pc:docMk/>
            <pc:sldMk cId="2892649949" sldId="394"/>
            <ac:spMk id="14" creationId="{EE8188CB-70A5-46B7-B484-F460E87F5BDF}"/>
          </ac:spMkLst>
        </pc:spChg>
        <pc:cxnChg chg="add mod">
          <ac:chgData name="鈴木 秀規" userId="f68c5fd9-22d5-4c0a-9833-7fb0f5135313" providerId="ADAL" clId="{89E477C8-882C-4DDE-9C80-DFB373724EDC}" dt="2021-01-28T01:51:07.399" v="2154" actId="208"/>
          <ac:cxnSpMkLst>
            <pc:docMk/>
            <pc:sldMk cId="2892649949" sldId="394"/>
            <ac:cxnSpMk id="9" creationId="{3198ED64-B5FB-4113-B7FB-01FCD983793C}"/>
          </ac:cxnSpMkLst>
        </pc:cxnChg>
        <pc:cxnChg chg="add mod">
          <ac:chgData name="鈴木 秀規" userId="f68c5fd9-22d5-4c0a-9833-7fb0f5135313" providerId="ADAL" clId="{89E477C8-882C-4DDE-9C80-DFB373724EDC}" dt="2021-01-28T01:51:25.608" v="2156" actId="208"/>
          <ac:cxnSpMkLst>
            <pc:docMk/>
            <pc:sldMk cId="2892649949" sldId="394"/>
            <ac:cxnSpMk id="11" creationId="{49A5E27B-530F-4AF6-9489-D86856F569A3}"/>
          </ac:cxnSpMkLst>
        </pc:cxnChg>
        <pc:cxnChg chg="add mod">
          <ac:chgData name="鈴木 秀規" userId="f68c5fd9-22d5-4c0a-9833-7fb0f5135313" providerId="ADAL" clId="{89E477C8-882C-4DDE-9C80-DFB373724EDC}" dt="2021-01-28T01:52:42.673" v="2182" actId="14100"/>
          <ac:cxnSpMkLst>
            <pc:docMk/>
            <pc:sldMk cId="2892649949" sldId="394"/>
            <ac:cxnSpMk id="15" creationId="{3000F5A0-CF49-47CB-8EA3-8FB78BFA9B01}"/>
          </ac:cxnSpMkLst>
        </pc:cxnChg>
        <pc:cxnChg chg="add mod">
          <ac:chgData name="鈴木 秀規" userId="f68c5fd9-22d5-4c0a-9833-7fb0f5135313" providerId="ADAL" clId="{89E477C8-882C-4DDE-9C80-DFB373724EDC}" dt="2021-01-28T01:52:42.673" v="2182" actId="14100"/>
          <ac:cxnSpMkLst>
            <pc:docMk/>
            <pc:sldMk cId="2892649949" sldId="394"/>
            <ac:cxnSpMk id="18" creationId="{CB046D33-A979-4C87-A7E4-6DC2B5AF9F3B}"/>
          </ac:cxnSpMkLst>
        </pc:cxnChg>
      </pc:sldChg>
      <pc:sldChg chg="addSp delSp modSp new mod">
        <pc:chgData name="鈴木 秀規" userId="f68c5fd9-22d5-4c0a-9833-7fb0f5135313" providerId="ADAL" clId="{89E477C8-882C-4DDE-9C80-DFB373724EDC}" dt="2021-01-28T01:57:12.636" v="2220" actId="21"/>
        <pc:sldMkLst>
          <pc:docMk/>
          <pc:sldMk cId="3667572454" sldId="395"/>
        </pc:sldMkLst>
        <pc:spChg chg="mod">
          <ac:chgData name="鈴木 秀規" userId="f68c5fd9-22d5-4c0a-9833-7fb0f5135313" providerId="ADAL" clId="{89E477C8-882C-4DDE-9C80-DFB373724EDC}" dt="2021-01-28T01:54:16.833" v="2184"/>
          <ac:spMkLst>
            <pc:docMk/>
            <pc:sldMk cId="3667572454" sldId="395"/>
            <ac:spMk id="3" creationId="{ABBD9F0C-EC3B-4B28-AFAF-229A412152A4}"/>
          </ac:spMkLst>
        </pc:spChg>
        <pc:spChg chg="mod">
          <ac:chgData name="鈴木 秀規" userId="f68c5fd9-22d5-4c0a-9833-7fb0f5135313" providerId="ADAL" clId="{89E477C8-882C-4DDE-9C80-DFB373724EDC}" dt="2021-01-28T01:57:08.235" v="2217" actId="20577"/>
          <ac:spMkLst>
            <pc:docMk/>
            <pc:sldMk cId="3667572454" sldId="395"/>
            <ac:spMk id="5" creationId="{4AE9B888-374E-4762-B972-ABA2E0DC8FC8}"/>
          </ac:spMkLst>
        </pc:spChg>
        <pc:spChg chg="add del mod">
          <ac:chgData name="鈴木 秀規" userId="f68c5fd9-22d5-4c0a-9833-7fb0f5135313" providerId="ADAL" clId="{89E477C8-882C-4DDE-9C80-DFB373724EDC}" dt="2021-01-28T01:57:12.636" v="2220" actId="21"/>
          <ac:spMkLst>
            <pc:docMk/>
            <pc:sldMk cId="3667572454" sldId="395"/>
            <ac:spMk id="6" creationId="{5856A477-8FE0-4542-BEDA-795413BD48F5}"/>
          </ac:spMkLst>
        </pc:spChg>
      </pc:sldChg>
      <pc:sldChg chg="addSp modSp new mod">
        <pc:chgData name="鈴木 秀規" userId="f68c5fd9-22d5-4c0a-9833-7fb0f5135313" providerId="ADAL" clId="{89E477C8-882C-4DDE-9C80-DFB373724EDC}" dt="2021-01-28T01:57:51.936" v="2238" actId="207"/>
        <pc:sldMkLst>
          <pc:docMk/>
          <pc:sldMk cId="3508846154" sldId="396"/>
        </pc:sldMkLst>
        <pc:spChg chg="mod">
          <ac:chgData name="鈴木 秀規" userId="f68c5fd9-22d5-4c0a-9833-7fb0f5135313" providerId="ADAL" clId="{89E477C8-882C-4DDE-9C80-DFB373724EDC}" dt="2021-01-28T01:56:41.269" v="2211"/>
          <ac:spMkLst>
            <pc:docMk/>
            <pc:sldMk cId="3508846154" sldId="396"/>
            <ac:spMk id="3" creationId="{5E1BA3BF-C26E-4A1F-94E4-7D2D106D3018}"/>
          </ac:spMkLst>
        </pc:spChg>
        <pc:spChg chg="mod">
          <ac:chgData name="鈴木 秀規" userId="f68c5fd9-22d5-4c0a-9833-7fb0f5135313" providerId="ADAL" clId="{89E477C8-882C-4DDE-9C80-DFB373724EDC}" dt="2021-01-28T01:56:59.782" v="2215" actId="14100"/>
          <ac:spMkLst>
            <pc:docMk/>
            <pc:sldMk cId="3508846154" sldId="396"/>
            <ac:spMk id="5" creationId="{4A1A0A11-456B-4437-97AD-51D2844FB686}"/>
          </ac:spMkLst>
        </pc:spChg>
        <pc:spChg chg="add mod">
          <ac:chgData name="鈴木 秀規" userId="f68c5fd9-22d5-4c0a-9833-7fb0f5135313" providerId="ADAL" clId="{89E477C8-882C-4DDE-9C80-DFB373724EDC}" dt="2021-01-28T01:57:51.936" v="2238" actId="207"/>
          <ac:spMkLst>
            <pc:docMk/>
            <pc:sldMk cId="3508846154" sldId="396"/>
            <ac:spMk id="6" creationId="{414E1B23-D7BF-4D07-8882-3B849C669EE5}"/>
          </ac:spMkLst>
        </pc:spChg>
      </pc:sldChg>
      <pc:sldChg chg="addSp modSp new mod">
        <pc:chgData name="鈴木 秀規" userId="f68c5fd9-22d5-4c0a-9833-7fb0f5135313" providerId="ADAL" clId="{89E477C8-882C-4DDE-9C80-DFB373724EDC}" dt="2021-01-28T02:01:02.119" v="2268" actId="207"/>
        <pc:sldMkLst>
          <pc:docMk/>
          <pc:sldMk cId="2748557657" sldId="397"/>
        </pc:sldMkLst>
        <pc:spChg chg="mod">
          <ac:chgData name="鈴木 秀規" userId="f68c5fd9-22d5-4c0a-9833-7fb0f5135313" providerId="ADAL" clId="{89E477C8-882C-4DDE-9C80-DFB373724EDC}" dt="2021-01-28T01:59:55.921" v="2240"/>
          <ac:spMkLst>
            <pc:docMk/>
            <pc:sldMk cId="2748557657" sldId="397"/>
            <ac:spMk id="3" creationId="{27BF7EB6-56EF-4C20-850E-5CAC82C68F29}"/>
          </ac:spMkLst>
        </pc:spChg>
        <pc:spChg chg="mod">
          <ac:chgData name="鈴木 秀規" userId="f68c5fd9-22d5-4c0a-9833-7fb0f5135313" providerId="ADAL" clId="{89E477C8-882C-4DDE-9C80-DFB373724EDC}" dt="2021-01-28T02:00:10.531" v="2244" actId="14100"/>
          <ac:spMkLst>
            <pc:docMk/>
            <pc:sldMk cId="2748557657" sldId="397"/>
            <ac:spMk id="5" creationId="{824E45F8-5A3C-4C7C-B7D8-44D74578B315}"/>
          </ac:spMkLst>
        </pc:spChg>
        <pc:spChg chg="add mod">
          <ac:chgData name="鈴木 秀規" userId="f68c5fd9-22d5-4c0a-9833-7fb0f5135313" providerId="ADAL" clId="{89E477C8-882C-4DDE-9C80-DFB373724EDC}" dt="2021-01-28T02:01:02.119" v="2268" actId="207"/>
          <ac:spMkLst>
            <pc:docMk/>
            <pc:sldMk cId="2748557657" sldId="397"/>
            <ac:spMk id="6" creationId="{5F902F70-744F-4D7B-8381-CD20DD0F0E0B}"/>
          </ac:spMkLst>
        </pc:spChg>
      </pc:sldChg>
      <pc:sldChg chg="modSp new mod">
        <pc:chgData name="鈴木 秀規" userId="f68c5fd9-22d5-4c0a-9833-7fb0f5135313" providerId="ADAL" clId="{89E477C8-882C-4DDE-9C80-DFB373724EDC}" dt="2021-01-28T02:02:35.675" v="2287" actId="207"/>
        <pc:sldMkLst>
          <pc:docMk/>
          <pc:sldMk cId="2605664090" sldId="398"/>
        </pc:sldMkLst>
        <pc:spChg chg="mod">
          <ac:chgData name="鈴木 秀規" userId="f68c5fd9-22d5-4c0a-9833-7fb0f5135313" providerId="ADAL" clId="{89E477C8-882C-4DDE-9C80-DFB373724EDC}" dt="2021-01-28T02:01:31.436" v="2270"/>
          <ac:spMkLst>
            <pc:docMk/>
            <pc:sldMk cId="2605664090" sldId="398"/>
            <ac:spMk id="3" creationId="{78B4367A-64A1-492A-B18C-D09C932BF69B}"/>
          </ac:spMkLst>
        </pc:spChg>
        <pc:spChg chg="mod">
          <ac:chgData name="鈴木 秀規" userId="f68c5fd9-22d5-4c0a-9833-7fb0f5135313" providerId="ADAL" clId="{89E477C8-882C-4DDE-9C80-DFB373724EDC}" dt="2021-01-28T02:02:35.675" v="2287" actId="207"/>
          <ac:spMkLst>
            <pc:docMk/>
            <pc:sldMk cId="2605664090" sldId="398"/>
            <ac:spMk id="5" creationId="{D284CBBB-36B3-4B07-9CE4-EE6DC6F77D8D}"/>
          </ac:spMkLst>
        </pc:spChg>
      </pc:sldChg>
      <pc:sldChg chg="modSp new mod">
        <pc:chgData name="鈴木 秀規" userId="f68c5fd9-22d5-4c0a-9833-7fb0f5135313" providerId="ADAL" clId="{89E477C8-882C-4DDE-9C80-DFB373724EDC}" dt="2021-01-28T02:04:03.219" v="2314" actId="207"/>
        <pc:sldMkLst>
          <pc:docMk/>
          <pc:sldMk cId="4011058669" sldId="399"/>
        </pc:sldMkLst>
        <pc:spChg chg="mod">
          <ac:chgData name="鈴木 秀規" userId="f68c5fd9-22d5-4c0a-9833-7fb0f5135313" providerId="ADAL" clId="{89E477C8-882C-4DDE-9C80-DFB373724EDC}" dt="2021-01-28T02:02:49.028" v="2289"/>
          <ac:spMkLst>
            <pc:docMk/>
            <pc:sldMk cId="4011058669" sldId="399"/>
            <ac:spMk id="3" creationId="{08517A0E-85D8-4EB8-B244-3757D421D29B}"/>
          </ac:spMkLst>
        </pc:spChg>
        <pc:spChg chg="mod">
          <ac:chgData name="鈴木 秀規" userId="f68c5fd9-22d5-4c0a-9833-7fb0f5135313" providerId="ADAL" clId="{89E477C8-882C-4DDE-9C80-DFB373724EDC}" dt="2021-01-28T02:04:03.219" v="2314" actId="207"/>
          <ac:spMkLst>
            <pc:docMk/>
            <pc:sldMk cId="4011058669" sldId="399"/>
            <ac:spMk id="5" creationId="{1514E438-FF84-4C11-BF31-69CCBAA4A88B}"/>
          </ac:spMkLst>
        </pc:spChg>
      </pc:sldChg>
    </pc:docChg>
  </pc:docChgLst>
  <pc:docChgLst>
    <pc:chgData name="鈴木 秀規" userId="f68c5fd9-22d5-4c0a-9833-7fb0f5135313" providerId="ADAL" clId="{C48D08EA-87AE-42E8-BBEE-EAFFD27F622E}"/>
    <pc:docChg chg="undo custSel addSld delSld modSld">
      <pc:chgData name="鈴木 秀規" userId="f68c5fd9-22d5-4c0a-9833-7fb0f5135313" providerId="ADAL" clId="{C48D08EA-87AE-42E8-BBEE-EAFFD27F622E}" dt="2021-01-29T02:13:33.664" v="359" actId="403"/>
      <pc:docMkLst>
        <pc:docMk/>
      </pc:docMkLst>
      <pc:sldChg chg="modSp mod">
        <pc:chgData name="鈴木 秀規" userId="f68c5fd9-22d5-4c0a-9833-7fb0f5135313" providerId="ADAL" clId="{C48D08EA-87AE-42E8-BBEE-EAFFD27F622E}" dt="2021-01-29T01:42:00.706" v="19" actId="20577"/>
        <pc:sldMkLst>
          <pc:docMk/>
          <pc:sldMk cId="0" sldId="256"/>
        </pc:sldMkLst>
        <pc:spChg chg="mod">
          <ac:chgData name="鈴木 秀規" userId="f68c5fd9-22d5-4c0a-9833-7fb0f5135313" providerId="ADAL" clId="{C48D08EA-87AE-42E8-BBEE-EAFFD27F622E}" dt="2021-01-29T01:42:00.706" v="19" actId="20577"/>
          <ac:spMkLst>
            <pc:docMk/>
            <pc:sldMk cId="0" sldId="256"/>
            <ac:spMk id="56" creationId="{00000000-0000-0000-0000-000000000000}"/>
          </ac:spMkLst>
        </pc:spChg>
      </pc:sldChg>
      <pc:sldChg chg="addSp delSp modSp mod">
        <pc:chgData name="鈴木 秀規" userId="f68c5fd9-22d5-4c0a-9833-7fb0f5135313" providerId="ADAL" clId="{C48D08EA-87AE-42E8-BBEE-EAFFD27F622E}" dt="2021-01-29T01:44:30.942" v="40" actId="12"/>
        <pc:sldMkLst>
          <pc:docMk/>
          <pc:sldMk cId="2397736379" sldId="363"/>
        </pc:sldMkLst>
        <pc:spChg chg="mod">
          <ac:chgData name="鈴木 秀規" userId="f68c5fd9-22d5-4c0a-9833-7fb0f5135313" providerId="ADAL" clId="{C48D08EA-87AE-42E8-BBEE-EAFFD27F622E}" dt="2021-01-29T01:42:36.385" v="21"/>
          <ac:spMkLst>
            <pc:docMk/>
            <pc:sldMk cId="2397736379" sldId="363"/>
            <ac:spMk id="7" creationId="{9630AD22-E64D-4A96-B059-2AF9F6580C25}"/>
          </ac:spMkLst>
        </pc:spChg>
        <pc:spChg chg="mod">
          <ac:chgData name="鈴木 秀規" userId="f68c5fd9-22d5-4c0a-9833-7fb0f5135313" providerId="ADAL" clId="{C48D08EA-87AE-42E8-BBEE-EAFFD27F622E}" dt="2021-01-29T01:43:13.936" v="32" actId="12"/>
          <ac:spMkLst>
            <pc:docMk/>
            <pc:sldMk cId="2397736379" sldId="363"/>
            <ac:spMk id="8" creationId="{787CF02A-01AB-4517-BA3E-25572FA82648}"/>
          </ac:spMkLst>
        </pc:spChg>
        <pc:spChg chg="del">
          <ac:chgData name="鈴木 秀規" userId="f68c5fd9-22d5-4c0a-9833-7fb0f5135313" providerId="ADAL" clId="{C48D08EA-87AE-42E8-BBEE-EAFFD27F622E}" dt="2021-01-29T01:42:40.720" v="22" actId="478"/>
          <ac:spMkLst>
            <pc:docMk/>
            <pc:sldMk cId="2397736379" sldId="363"/>
            <ac:spMk id="10" creationId="{911442F2-F4B8-4099-A8A6-599A6EDD893E}"/>
          </ac:spMkLst>
        </pc:spChg>
        <pc:spChg chg="del">
          <ac:chgData name="鈴木 秀規" userId="f68c5fd9-22d5-4c0a-9833-7fb0f5135313" providerId="ADAL" clId="{C48D08EA-87AE-42E8-BBEE-EAFFD27F622E}" dt="2021-01-29T01:42:40.720" v="22" actId="478"/>
          <ac:spMkLst>
            <pc:docMk/>
            <pc:sldMk cId="2397736379" sldId="363"/>
            <ac:spMk id="13" creationId="{23E592F8-E3F8-4B51-85D4-196586C25C17}"/>
          </ac:spMkLst>
        </pc:spChg>
        <pc:spChg chg="del">
          <ac:chgData name="鈴木 秀規" userId="f68c5fd9-22d5-4c0a-9833-7fb0f5135313" providerId="ADAL" clId="{C48D08EA-87AE-42E8-BBEE-EAFFD27F622E}" dt="2021-01-29T01:42:40.720" v="22" actId="478"/>
          <ac:spMkLst>
            <pc:docMk/>
            <pc:sldMk cId="2397736379" sldId="363"/>
            <ac:spMk id="15" creationId="{E93D3E84-AF14-45FD-A18C-1157A824A4F2}"/>
          </ac:spMkLst>
        </pc:spChg>
        <pc:spChg chg="del">
          <ac:chgData name="鈴木 秀規" userId="f68c5fd9-22d5-4c0a-9833-7fb0f5135313" providerId="ADAL" clId="{C48D08EA-87AE-42E8-BBEE-EAFFD27F622E}" dt="2021-01-29T01:42:40.720" v="22" actId="478"/>
          <ac:spMkLst>
            <pc:docMk/>
            <pc:sldMk cId="2397736379" sldId="363"/>
            <ac:spMk id="16" creationId="{72D53803-E65D-438C-ADC1-E600E85FFC40}"/>
          </ac:spMkLst>
        </pc:spChg>
        <pc:spChg chg="del">
          <ac:chgData name="鈴木 秀規" userId="f68c5fd9-22d5-4c0a-9833-7fb0f5135313" providerId="ADAL" clId="{C48D08EA-87AE-42E8-BBEE-EAFFD27F622E}" dt="2021-01-29T01:42:40.720" v="22" actId="478"/>
          <ac:spMkLst>
            <pc:docMk/>
            <pc:sldMk cId="2397736379" sldId="363"/>
            <ac:spMk id="17" creationId="{E68CE154-3E64-4D25-BE5B-BDCDB382FBBC}"/>
          </ac:spMkLst>
        </pc:spChg>
        <pc:spChg chg="del">
          <ac:chgData name="鈴木 秀規" userId="f68c5fd9-22d5-4c0a-9833-7fb0f5135313" providerId="ADAL" clId="{C48D08EA-87AE-42E8-BBEE-EAFFD27F622E}" dt="2021-01-29T01:42:40.720" v="22" actId="478"/>
          <ac:spMkLst>
            <pc:docMk/>
            <pc:sldMk cId="2397736379" sldId="363"/>
            <ac:spMk id="18" creationId="{8A195237-21F3-4DFB-95FE-39AC02A46D75}"/>
          </ac:spMkLst>
        </pc:spChg>
        <pc:spChg chg="del">
          <ac:chgData name="鈴木 秀規" userId="f68c5fd9-22d5-4c0a-9833-7fb0f5135313" providerId="ADAL" clId="{C48D08EA-87AE-42E8-BBEE-EAFFD27F622E}" dt="2021-01-29T01:42:40.720" v="22" actId="478"/>
          <ac:spMkLst>
            <pc:docMk/>
            <pc:sldMk cId="2397736379" sldId="363"/>
            <ac:spMk id="20" creationId="{D20D5368-51BF-4D9C-9BF0-657E18487D90}"/>
          </ac:spMkLst>
        </pc:spChg>
        <pc:spChg chg="del">
          <ac:chgData name="鈴木 秀規" userId="f68c5fd9-22d5-4c0a-9833-7fb0f5135313" providerId="ADAL" clId="{C48D08EA-87AE-42E8-BBEE-EAFFD27F622E}" dt="2021-01-29T01:42:40.720" v="22" actId="478"/>
          <ac:spMkLst>
            <pc:docMk/>
            <pc:sldMk cId="2397736379" sldId="363"/>
            <ac:spMk id="21" creationId="{D2C1CCFA-0795-496F-B2DD-3DADD560165B}"/>
          </ac:spMkLst>
        </pc:spChg>
        <pc:spChg chg="add mod">
          <ac:chgData name="鈴木 秀規" userId="f68c5fd9-22d5-4c0a-9833-7fb0f5135313" providerId="ADAL" clId="{C48D08EA-87AE-42E8-BBEE-EAFFD27F622E}" dt="2021-01-29T01:44:18.993" v="38" actId="1076"/>
          <ac:spMkLst>
            <pc:docMk/>
            <pc:sldMk cId="2397736379" sldId="363"/>
            <ac:spMk id="25" creationId="{6F73D290-1A37-4666-AE4E-056CFDBF2963}"/>
          </ac:spMkLst>
        </pc:spChg>
        <pc:spChg chg="add mod">
          <ac:chgData name="鈴木 秀規" userId="f68c5fd9-22d5-4c0a-9833-7fb0f5135313" providerId="ADAL" clId="{C48D08EA-87AE-42E8-BBEE-EAFFD27F622E}" dt="2021-01-29T01:44:30.942" v="40" actId="12"/>
          <ac:spMkLst>
            <pc:docMk/>
            <pc:sldMk cId="2397736379" sldId="363"/>
            <ac:spMk id="26" creationId="{D8B69E42-1911-4122-BBB0-EB93A222E3E7}"/>
          </ac:spMkLst>
        </pc:spChg>
        <pc:picChg chg="del">
          <ac:chgData name="鈴木 秀規" userId="f68c5fd9-22d5-4c0a-9833-7fb0f5135313" providerId="ADAL" clId="{C48D08EA-87AE-42E8-BBEE-EAFFD27F622E}" dt="2021-01-29T01:42:40.720" v="22" actId="478"/>
          <ac:picMkLst>
            <pc:docMk/>
            <pc:sldMk cId="2397736379" sldId="363"/>
            <ac:picMk id="11" creationId="{D2DDAA77-A5AC-429F-86FF-4F0146721908}"/>
          </ac:picMkLst>
        </pc:picChg>
        <pc:picChg chg="del">
          <ac:chgData name="鈴木 秀規" userId="f68c5fd9-22d5-4c0a-9833-7fb0f5135313" providerId="ADAL" clId="{C48D08EA-87AE-42E8-BBEE-EAFFD27F622E}" dt="2021-01-29T01:42:40.720" v="22" actId="478"/>
          <ac:picMkLst>
            <pc:docMk/>
            <pc:sldMk cId="2397736379" sldId="363"/>
            <ac:picMk id="12" creationId="{2199B8D1-CAE6-4898-BB1D-07D67193F2D1}"/>
          </ac:picMkLst>
        </pc:picChg>
        <pc:picChg chg="del">
          <ac:chgData name="鈴木 秀規" userId="f68c5fd9-22d5-4c0a-9833-7fb0f5135313" providerId="ADAL" clId="{C48D08EA-87AE-42E8-BBEE-EAFFD27F622E}" dt="2021-01-29T01:42:40.720" v="22" actId="478"/>
          <ac:picMkLst>
            <pc:docMk/>
            <pc:sldMk cId="2397736379" sldId="363"/>
            <ac:picMk id="14" creationId="{7BDAE766-1B33-4F9F-A358-B6E02E845A73}"/>
          </ac:picMkLst>
        </pc:picChg>
        <pc:picChg chg="add mod">
          <ac:chgData name="鈴木 秀規" userId="f68c5fd9-22d5-4c0a-9833-7fb0f5135313" providerId="ADAL" clId="{C48D08EA-87AE-42E8-BBEE-EAFFD27F622E}" dt="2021-01-29T01:44:18.993" v="38" actId="1076"/>
          <ac:picMkLst>
            <pc:docMk/>
            <pc:sldMk cId="2397736379" sldId="363"/>
            <ac:picMk id="22" creationId="{EBCFE6B6-3674-4542-897A-054F57AF9940}"/>
          </ac:picMkLst>
        </pc:picChg>
        <pc:picChg chg="add mod">
          <ac:chgData name="鈴木 秀規" userId="f68c5fd9-22d5-4c0a-9833-7fb0f5135313" providerId="ADAL" clId="{C48D08EA-87AE-42E8-BBEE-EAFFD27F622E}" dt="2021-01-29T01:44:18.993" v="38" actId="1076"/>
          <ac:picMkLst>
            <pc:docMk/>
            <pc:sldMk cId="2397736379" sldId="363"/>
            <ac:picMk id="23" creationId="{50430609-0E30-4E04-A0AB-4BEFD5706BAC}"/>
          </ac:picMkLst>
        </pc:picChg>
        <pc:cxnChg chg="del mod">
          <ac:chgData name="鈴木 秀規" userId="f68c5fd9-22d5-4c0a-9833-7fb0f5135313" providerId="ADAL" clId="{C48D08EA-87AE-42E8-BBEE-EAFFD27F622E}" dt="2021-01-29T01:42:40.720" v="22" actId="478"/>
          <ac:cxnSpMkLst>
            <pc:docMk/>
            <pc:sldMk cId="2397736379" sldId="363"/>
            <ac:cxnSpMk id="19" creationId="{16079599-50A7-49A6-83C1-B3323B66C70B}"/>
          </ac:cxnSpMkLst>
        </pc:cxnChg>
        <pc:cxnChg chg="add mod">
          <ac:chgData name="鈴木 秀規" userId="f68c5fd9-22d5-4c0a-9833-7fb0f5135313" providerId="ADAL" clId="{C48D08EA-87AE-42E8-BBEE-EAFFD27F622E}" dt="2021-01-29T01:44:18.993" v="38" actId="1076"/>
          <ac:cxnSpMkLst>
            <pc:docMk/>
            <pc:sldMk cId="2397736379" sldId="363"/>
            <ac:cxnSpMk id="24" creationId="{2971CE02-4FF4-45F7-8B9C-E59D75CEAF1D}"/>
          </ac:cxnSpMkLst>
        </pc:cxnChg>
      </pc:sldChg>
      <pc:sldChg chg="addSp modSp new mod">
        <pc:chgData name="鈴木 秀規" userId="f68c5fd9-22d5-4c0a-9833-7fb0f5135313" providerId="ADAL" clId="{C48D08EA-87AE-42E8-BBEE-EAFFD27F622E}" dt="2021-01-29T01:48:10.263" v="72" actId="207"/>
        <pc:sldMkLst>
          <pc:docMk/>
          <pc:sldMk cId="1491796703" sldId="364"/>
        </pc:sldMkLst>
        <pc:spChg chg="mod">
          <ac:chgData name="鈴木 秀規" userId="f68c5fd9-22d5-4c0a-9833-7fb0f5135313" providerId="ADAL" clId="{C48D08EA-87AE-42E8-BBEE-EAFFD27F622E}" dt="2021-01-29T01:44:44.348" v="42"/>
          <ac:spMkLst>
            <pc:docMk/>
            <pc:sldMk cId="1491796703" sldId="364"/>
            <ac:spMk id="3" creationId="{7792D0C0-CA82-473E-95FC-0F27B3EAC620}"/>
          </ac:spMkLst>
        </pc:spChg>
        <pc:spChg chg="mod">
          <ac:chgData name="鈴木 秀規" userId="f68c5fd9-22d5-4c0a-9833-7fb0f5135313" providerId="ADAL" clId="{C48D08EA-87AE-42E8-BBEE-EAFFD27F622E}" dt="2021-01-29T01:45:07.217" v="46" actId="14100"/>
          <ac:spMkLst>
            <pc:docMk/>
            <pc:sldMk cId="1491796703" sldId="364"/>
            <ac:spMk id="5" creationId="{0E555CD9-10A0-4852-932D-CCBC906DD192}"/>
          </ac:spMkLst>
        </pc:spChg>
        <pc:spChg chg="add mod">
          <ac:chgData name="鈴木 秀規" userId="f68c5fd9-22d5-4c0a-9833-7fb0f5135313" providerId="ADAL" clId="{C48D08EA-87AE-42E8-BBEE-EAFFD27F622E}" dt="2021-01-29T01:46:03.669" v="59" actId="14100"/>
          <ac:spMkLst>
            <pc:docMk/>
            <pc:sldMk cId="1491796703" sldId="364"/>
            <ac:spMk id="7" creationId="{131FE02A-70CC-40DF-9182-018F6982F20F}"/>
          </ac:spMkLst>
        </pc:spChg>
        <pc:spChg chg="add mod">
          <ac:chgData name="鈴木 秀規" userId="f68c5fd9-22d5-4c0a-9833-7fb0f5135313" providerId="ADAL" clId="{C48D08EA-87AE-42E8-BBEE-EAFFD27F622E}" dt="2021-01-29T01:48:10.263" v="72" actId="207"/>
          <ac:spMkLst>
            <pc:docMk/>
            <pc:sldMk cId="1491796703" sldId="364"/>
            <ac:spMk id="8" creationId="{48831A36-9810-407D-ADD4-926B54DA7678}"/>
          </ac:spMkLst>
        </pc:spChg>
        <pc:graphicFrameChg chg="add mod modGraphic">
          <ac:chgData name="鈴木 秀規" userId="f68c5fd9-22d5-4c0a-9833-7fb0f5135313" providerId="ADAL" clId="{C48D08EA-87AE-42E8-BBEE-EAFFD27F622E}" dt="2021-01-29T01:45:55.199" v="56" actId="12385"/>
          <ac:graphicFrameMkLst>
            <pc:docMk/>
            <pc:sldMk cId="1491796703" sldId="364"/>
            <ac:graphicFrameMk id="6" creationId="{DDCE8367-7279-4C22-95C0-573968E8B81E}"/>
          </ac:graphicFrameMkLst>
        </pc:graphicFrameChg>
      </pc:sldChg>
      <pc:sldChg chg="del">
        <pc:chgData name="鈴木 秀規" userId="f68c5fd9-22d5-4c0a-9833-7fb0f5135313" providerId="ADAL" clId="{C48D08EA-87AE-42E8-BBEE-EAFFD27F622E}" dt="2021-01-29T01:42:20.133" v="20" actId="2696"/>
        <pc:sldMkLst>
          <pc:docMk/>
          <pc:sldMk cId="3552865651" sldId="364"/>
        </pc:sldMkLst>
      </pc:sldChg>
      <pc:sldChg chg="del">
        <pc:chgData name="鈴木 秀規" userId="f68c5fd9-22d5-4c0a-9833-7fb0f5135313" providerId="ADAL" clId="{C48D08EA-87AE-42E8-BBEE-EAFFD27F622E}" dt="2021-01-29T01:42:20.133" v="20" actId="2696"/>
        <pc:sldMkLst>
          <pc:docMk/>
          <pc:sldMk cId="478947157" sldId="365"/>
        </pc:sldMkLst>
      </pc:sldChg>
      <pc:sldChg chg="addSp modSp new mod">
        <pc:chgData name="鈴木 秀規" userId="f68c5fd9-22d5-4c0a-9833-7fb0f5135313" providerId="ADAL" clId="{C48D08EA-87AE-42E8-BBEE-EAFFD27F622E}" dt="2021-01-29T01:51:01.956" v="111" actId="207"/>
        <pc:sldMkLst>
          <pc:docMk/>
          <pc:sldMk cId="2862888682" sldId="365"/>
        </pc:sldMkLst>
        <pc:spChg chg="mod">
          <ac:chgData name="鈴木 秀規" userId="f68c5fd9-22d5-4c0a-9833-7fb0f5135313" providerId="ADAL" clId="{C48D08EA-87AE-42E8-BBEE-EAFFD27F622E}" dt="2021-01-29T01:48:22.105" v="74"/>
          <ac:spMkLst>
            <pc:docMk/>
            <pc:sldMk cId="2862888682" sldId="365"/>
            <ac:spMk id="3" creationId="{1360C785-92EB-490D-A206-5FE9C8C4ACBF}"/>
          </ac:spMkLst>
        </pc:spChg>
        <pc:spChg chg="mod">
          <ac:chgData name="鈴木 秀規" userId="f68c5fd9-22d5-4c0a-9833-7fb0f5135313" providerId="ADAL" clId="{C48D08EA-87AE-42E8-BBEE-EAFFD27F622E}" dt="2021-01-29T01:48:43.788" v="78" actId="14100"/>
          <ac:spMkLst>
            <pc:docMk/>
            <pc:sldMk cId="2862888682" sldId="365"/>
            <ac:spMk id="5" creationId="{E2A04A57-AF9A-4B40-94FD-2A99CAF0FF6A}"/>
          </ac:spMkLst>
        </pc:spChg>
        <pc:spChg chg="add mod">
          <ac:chgData name="鈴木 秀規" userId="f68c5fd9-22d5-4c0a-9833-7fb0f5135313" providerId="ADAL" clId="{C48D08EA-87AE-42E8-BBEE-EAFFD27F622E}" dt="2021-01-29T01:51:01.956" v="111" actId="207"/>
          <ac:spMkLst>
            <pc:docMk/>
            <pc:sldMk cId="2862888682" sldId="365"/>
            <ac:spMk id="6" creationId="{52355757-E974-491E-8854-A7999A0DC253}"/>
          </ac:spMkLst>
        </pc:spChg>
      </pc:sldChg>
      <pc:sldChg chg="modSp add mod">
        <pc:chgData name="鈴木 秀規" userId="f68c5fd9-22d5-4c0a-9833-7fb0f5135313" providerId="ADAL" clId="{C48D08EA-87AE-42E8-BBEE-EAFFD27F622E}" dt="2021-01-29T01:51:55.876" v="116" actId="14100"/>
        <pc:sldMkLst>
          <pc:docMk/>
          <pc:sldMk cId="805013935" sldId="366"/>
        </pc:sldMkLst>
        <pc:spChg chg="mod">
          <ac:chgData name="鈴木 秀規" userId="f68c5fd9-22d5-4c0a-9833-7fb0f5135313" providerId="ADAL" clId="{C48D08EA-87AE-42E8-BBEE-EAFFD27F622E}" dt="2021-01-29T01:51:55.876" v="116" actId="14100"/>
          <ac:spMkLst>
            <pc:docMk/>
            <pc:sldMk cId="805013935" sldId="366"/>
            <ac:spMk id="6" creationId="{52355757-E974-491E-8854-A7999A0DC253}"/>
          </ac:spMkLst>
        </pc:spChg>
      </pc:sldChg>
      <pc:sldChg chg="del">
        <pc:chgData name="鈴木 秀規" userId="f68c5fd9-22d5-4c0a-9833-7fb0f5135313" providerId="ADAL" clId="{C48D08EA-87AE-42E8-BBEE-EAFFD27F622E}" dt="2021-01-29T01:42:20.133" v="20" actId="2696"/>
        <pc:sldMkLst>
          <pc:docMk/>
          <pc:sldMk cId="1806702686" sldId="366"/>
        </pc:sldMkLst>
      </pc:sldChg>
      <pc:sldChg chg="addSp modSp new mod">
        <pc:chgData name="鈴木 秀規" userId="f68c5fd9-22d5-4c0a-9833-7fb0f5135313" providerId="ADAL" clId="{C48D08EA-87AE-42E8-BBEE-EAFFD27F622E}" dt="2021-01-29T01:55:14.503" v="147" actId="1035"/>
        <pc:sldMkLst>
          <pc:docMk/>
          <pc:sldMk cId="1837428979" sldId="367"/>
        </pc:sldMkLst>
        <pc:spChg chg="mod">
          <ac:chgData name="鈴木 秀規" userId="f68c5fd9-22d5-4c0a-9833-7fb0f5135313" providerId="ADAL" clId="{C48D08EA-87AE-42E8-BBEE-EAFFD27F622E}" dt="2021-01-29T01:52:13.256" v="118"/>
          <ac:spMkLst>
            <pc:docMk/>
            <pc:sldMk cId="1837428979" sldId="367"/>
            <ac:spMk id="3" creationId="{978495FD-E0C5-42E9-A314-83ACF573D4BE}"/>
          </ac:spMkLst>
        </pc:spChg>
        <pc:spChg chg="mod">
          <ac:chgData name="鈴木 秀規" userId="f68c5fd9-22d5-4c0a-9833-7fb0f5135313" providerId="ADAL" clId="{C48D08EA-87AE-42E8-BBEE-EAFFD27F622E}" dt="2021-01-29T01:53:56.217" v="128" actId="14100"/>
          <ac:spMkLst>
            <pc:docMk/>
            <pc:sldMk cId="1837428979" sldId="367"/>
            <ac:spMk id="5" creationId="{8CEA63F3-D054-42AC-90C1-5FA6170C17B2}"/>
          </ac:spMkLst>
        </pc:spChg>
        <pc:spChg chg="add mod">
          <ac:chgData name="鈴木 秀規" userId="f68c5fd9-22d5-4c0a-9833-7fb0f5135313" providerId="ADAL" clId="{C48D08EA-87AE-42E8-BBEE-EAFFD27F622E}" dt="2021-01-29T01:55:08.905" v="144" actId="1035"/>
          <ac:spMkLst>
            <pc:docMk/>
            <pc:sldMk cId="1837428979" sldId="367"/>
            <ac:spMk id="6" creationId="{FAA5C2C9-5976-4AE6-ACBA-782CDA112D8D}"/>
          </ac:spMkLst>
        </pc:spChg>
        <pc:spChg chg="add mod">
          <ac:chgData name="鈴木 秀規" userId="f68c5fd9-22d5-4c0a-9833-7fb0f5135313" providerId="ADAL" clId="{C48D08EA-87AE-42E8-BBEE-EAFFD27F622E}" dt="2021-01-29T01:54:41.630" v="135" actId="2711"/>
          <ac:spMkLst>
            <pc:docMk/>
            <pc:sldMk cId="1837428979" sldId="367"/>
            <ac:spMk id="7" creationId="{0EB9DE99-767C-4362-8484-92D83744470B}"/>
          </ac:spMkLst>
        </pc:spChg>
        <pc:spChg chg="add mod">
          <ac:chgData name="鈴木 秀規" userId="f68c5fd9-22d5-4c0a-9833-7fb0f5135313" providerId="ADAL" clId="{C48D08EA-87AE-42E8-BBEE-EAFFD27F622E}" dt="2021-01-29T01:55:14.503" v="147" actId="1035"/>
          <ac:spMkLst>
            <pc:docMk/>
            <pc:sldMk cId="1837428979" sldId="367"/>
            <ac:spMk id="8" creationId="{D2126064-D7FB-447A-B0FF-145ED0B54FFD}"/>
          </ac:spMkLst>
        </pc:spChg>
      </pc:sldChg>
      <pc:sldChg chg="del">
        <pc:chgData name="鈴木 秀規" userId="f68c5fd9-22d5-4c0a-9833-7fb0f5135313" providerId="ADAL" clId="{C48D08EA-87AE-42E8-BBEE-EAFFD27F622E}" dt="2021-01-29T01:42:20.133" v="20" actId="2696"/>
        <pc:sldMkLst>
          <pc:docMk/>
          <pc:sldMk cId="2356507688" sldId="367"/>
        </pc:sldMkLst>
      </pc:sldChg>
      <pc:sldChg chg="addSp modSp new mod">
        <pc:chgData name="鈴木 秀規" userId="f68c5fd9-22d5-4c0a-9833-7fb0f5135313" providerId="ADAL" clId="{C48D08EA-87AE-42E8-BBEE-EAFFD27F622E}" dt="2021-01-29T01:58:19" v="220" actId="693"/>
        <pc:sldMkLst>
          <pc:docMk/>
          <pc:sldMk cId="1713287924" sldId="368"/>
        </pc:sldMkLst>
        <pc:spChg chg="mod">
          <ac:chgData name="鈴木 秀規" userId="f68c5fd9-22d5-4c0a-9833-7fb0f5135313" providerId="ADAL" clId="{C48D08EA-87AE-42E8-BBEE-EAFFD27F622E}" dt="2021-01-29T01:55:26.247" v="149"/>
          <ac:spMkLst>
            <pc:docMk/>
            <pc:sldMk cId="1713287924" sldId="368"/>
            <ac:spMk id="3" creationId="{9661A668-DD37-439B-ACDF-417309CE2BED}"/>
          </ac:spMkLst>
        </pc:spChg>
        <pc:spChg chg="mod">
          <ac:chgData name="鈴木 秀規" userId="f68c5fd9-22d5-4c0a-9833-7fb0f5135313" providerId="ADAL" clId="{C48D08EA-87AE-42E8-BBEE-EAFFD27F622E}" dt="2021-01-29T01:55:33.864" v="151"/>
          <ac:spMkLst>
            <pc:docMk/>
            <pc:sldMk cId="1713287924" sldId="368"/>
            <ac:spMk id="5" creationId="{5A15B9D0-4F4E-42B4-B01F-A2116727B752}"/>
          </ac:spMkLst>
        </pc:spChg>
        <pc:spChg chg="add mod">
          <ac:chgData name="鈴木 秀規" userId="f68c5fd9-22d5-4c0a-9833-7fb0f5135313" providerId="ADAL" clId="{C48D08EA-87AE-42E8-BBEE-EAFFD27F622E}" dt="2021-01-29T01:57:33.062" v="212" actId="14100"/>
          <ac:spMkLst>
            <pc:docMk/>
            <pc:sldMk cId="1713287924" sldId="368"/>
            <ac:spMk id="6" creationId="{27D288CC-DC7B-43CB-BE82-65B8A8FC66A8}"/>
          </ac:spMkLst>
        </pc:spChg>
        <pc:spChg chg="add mod">
          <ac:chgData name="鈴木 秀規" userId="f68c5fd9-22d5-4c0a-9833-7fb0f5135313" providerId="ADAL" clId="{C48D08EA-87AE-42E8-BBEE-EAFFD27F622E}" dt="2021-01-29T01:57:27.684" v="210" actId="571"/>
          <ac:spMkLst>
            <pc:docMk/>
            <pc:sldMk cId="1713287924" sldId="368"/>
            <ac:spMk id="7" creationId="{5A3F6696-A796-46DB-B92C-6A1E50DDCD7B}"/>
          </ac:spMkLst>
        </pc:spChg>
        <pc:spChg chg="add mod">
          <ac:chgData name="鈴木 秀規" userId="f68c5fd9-22d5-4c0a-9833-7fb0f5135313" providerId="ADAL" clId="{C48D08EA-87AE-42E8-BBEE-EAFFD27F622E}" dt="2021-01-29T01:57:41.822" v="214"/>
          <ac:spMkLst>
            <pc:docMk/>
            <pc:sldMk cId="1713287924" sldId="368"/>
            <ac:spMk id="8" creationId="{2BAC002D-400A-4640-82BC-83F23DA52987}"/>
          </ac:spMkLst>
        </pc:spChg>
        <pc:cxnChg chg="add mod">
          <ac:chgData name="鈴木 秀規" userId="f68c5fd9-22d5-4c0a-9833-7fb0f5135313" providerId="ADAL" clId="{C48D08EA-87AE-42E8-BBEE-EAFFD27F622E}" dt="2021-01-29T01:58:19" v="220" actId="693"/>
          <ac:cxnSpMkLst>
            <pc:docMk/>
            <pc:sldMk cId="1713287924" sldId="368"/>
            <ac:cxnSpMk id="10" creationId="{EEE9455F-E370-4E54-8FE3-1C29FE245664}"/>
          </ac:cxnSpMkLst>
        </pc:cxnChg>
      </pc:sldChg>
      <pc:sldChg chg="del">
        <pc:chgData name="鈴木 秀規" userId="f68c5fd9-22d5-4c0a-9833-7fb0f5135313" providerId="ADAL" clId="{C48D08EA-87AE-42E8-BBEE-EAFFD27F622E}" dt="2021-01-29T01:42:20.133" v="20" actId="2696"/>
        <pc:sldMkLst>
          <pc:docMk/>
          <pc:sldMk cId="3408830695" sldId="368"/>
        </pc:sldMkLst>
      </pc:sldChg>
      <pc:sldChg chg="addSp delSp modSp new mod">
        <pc:chgData name="鈴木 秀規" userId="f68c5fd9-22d5-4c0a-9833-7fb0f5135313" providerId="ADAL" clId="{C48D08EA-87AE-42E8-BBEE-EAFFD27F622E}" dt="2021-01-29T02:01:13.217" v="245" actId="1076"/>
        <pc:sldMkLst>
          <pc:docMk/>
          <pc:sldMk cId="2427838374" sldId="369"/>
        </pc:sldMkLst>
        <pc:spChg chg="mod">
          <ac:chgData name="鈴木 秀規" userId="f68c5fd9-22d5-4c0a-9833-7fb0f5135313" providerId="ADAL" clId="{C48D08EA-87AE-42E8-BBEE-EAFFD27F622E}" dt="2021-01-29T01:59:08.178" v="222"/>
          <ac:spMkLst>
            <pc:docMk/>
            <pc:sldMk cId="2427838374" sldId="369"/>
            <ac:spMk id="3" creationId="{5F3CF279-F6DF-412A-A369-C8AF3B4BD74C}"/>
          </ac:spMkLst>
        </pc:spChg>
        <pc:spChg chg="mod">
          <ac:chgData name="鈴木 秀規" userId="f68c5fd9-22d5-4c0a-9833-7fb0f5135313" providerId="ADAL" clId="{C48D08EA-87AE-42E8-BBEE-EAFFD27F622E}" dt="2021-01-29T01:59:25.087" v="225" actId="14100"/>
          <ac:spMkLst>
            <pc:docMk/>
            <pc:sldMk cId="2427838374" sldId="369"/>
            <ac:spMk id="5" creationId="{823413F9-1D7B-4446-A19F-D31D713846D2}"/>
          </ac:spMkLst>
        </pc:spChg>
        <pc:spChg chg="add mod">
          <ac:chgData name="鈴木 秀規" userId="f68c5fd9-22d5-4c0a-9833-7fb0f5135313" providerId="ADAL" clId="{C48D08EA-87AE-42E8-BBEE-EAFFD27F622E}" dt="2021-01-29T02:01:13.217" v="245" actId="1076"/>
          <ac:spMkLst>
            <pc:docMk/>
            <pc:sldMk cId="2427838374" sldId="369"/>
            <ac:spMk id="6" creationId="{F9089E6D-8895-4170-B5FD-8ABE44ECFA95}"/>
          </ac:spMkLst>
        </pc:spChg>
        <pc:spChg chg="add del mod">
          <ac:chgData name="鈴木 秀規" userId="f68c5fd9-22d5-4c0a-9833-7fb0f5135313" providerId="ADAL" clId="{C48D08EA-87AE-42E8-BBEE-EAFFD27F622E}" dt="2021-01-29T02:00:59.330" v="241" actId="478"/>
          <ac:spMkLst>
            <pc:docMk/>
            <pc:sldMk cId="2427838374" sldId="369"/>
            <ac:spMk id="7" creationId="{9AB81213-5131-41F9-B159-D81949CE8D9C}"/>
          </ac:spMkLst>
        </pc:spChg>
        <pc:spChg chg="add del mod">
          <ac:chgData name="鈴木 秀規" userId="f68c5fd9-22d5-4c0a-9833-7fb0f5135313" providerId="ADAL" clId="{C48D08EA-87AE-42E8-BBEE-EAFFD27F622E}" dt="2021-01-29T02:00:56.148" v="240"/>
          <ac:spMkLst>
            <pc:docMk/>
            <pc:sldMk cId="2427838374" sldId="369"/>
            <ac:spMk id="8" creationId="{820E8CA3-4EF3-4DA6-96DC-6AE5B7E82D17}"/>
          </ac:spMkLst>
        </pc:spChg>
        <pc:spChg chg="add del mod">
          <ac:chgData name="鈴木 秀規" userId="f68c5fd9-22d5-4c0a-9833-7fb0f5135313" providerId="ADAL" clId="{C48D08EA-87AE-42E8-BBEE-EAFFD27F622E}" dt="2021-01-29T02:00:56.148" v="240"/>
          <ac:spMkLst>
            <pc:docMk/>
            <pc:sldMk cId="2427838374" sldId="369"/>
            <ac:spMk id="9" creationId="{D8971F1A-05AB-43A4-A200-3B0EFC173A3A}"/>
          </ac:spMkLst>
        </pc:spChg>
      </pc:sldChg>
      <pc:sldChg chg="del">
        <pc:chgData name="鈴木 秀規" userId="f68c5fd9-22d5-4c0a-9833-7fb0f5135313" providerId="ADAL" clId="{C48D08EA-87AE-42E8-BBEE-EAFFD27F622E}" dt="2021-01-29T01:42:20.133" v="20" actId="2696"/>
        <pc:sldMkLst>
          <pc:docMk/>
          <pc:sldMk cId="2975628319" sldId="369"/>
        </pc:sldMkLst>
      </pc:sldChg>
      <pc:sldChg chg="addSp modSp new mod">
        <pc:chgData name="鈴木 秀規" userId="f68c5fd9-22d5-4c0a-9833-7fb0f5135313" providerId="ADAL" clId="{C48D08EA-87AE-42E8-BBEE-EAFFD27F622E}" dt="2021-01-29T02:03:38.403" v="272" actId="207"/>
        <pc:sldMkLst>
          <pc:docMk/>
          <pc:sldMk cId="1375847763" sldId="370"/>
        </pc:sldMkLst>
        <pc:spChg chg="mod">
          <ac:chgData name="鈴木 秀規" userId="f68c5fd9-22d5-4c0a-9833-7fb0f5135313" providerId="ADAL" clId="{C48D08EA-87AE-42E8-BBEE-EAFFD27F622E}" dt="2021-01-29T02:01:36.101" v="247"/>
          <ac:spMkLst>
            <pc:docMk/>
            <pc:sldMk cId="1375847763" sldId="370"/>
            <ac:spMk id="3" creationId="{257599A0-BD8E-43B6-893F-D3BD14BA35D3}"/>
          </ac:spMkLst>
        </pc:spChg>
        <pc:spChg chg="mod">
          <ac:chgData name="鈴木 秀規" userId="f68c5fd9-22d5-4c0a-9833-7fb0f5135313" providerId="ADAL" clId="{C48D08EA-87AE-42E8-BBEE-EAFFD27F622E}" dt="2021-01-29T02:01:55.592" v="251" actId="14100"/>
          <ac:spMkLst>
            <pc:docMk/>
            <pc:sldMk cId="1375847763" sldId="370"/>
            <ac:spMk id="5" creationId="{54EA06F8-723C-4C46-95CE-E7F36487A76B}"/>
          </ac:spMkLst>
        </pc:spChg>
        <pc:spChg chg="add mod">
          <ac:chgData name="鈴木 秀規" userId="f68c5fd9-22d5-4c0a-9833-7fb0f5135313" providerId="ADAL" clId="{C48D08EA-87AE-42E8-BBEE-EAFFD27F622E}" dt="2021-01-29T02:03:26.436" v="268" actId="207"/>
          <ac:spMkLst>
            <pc:docMk/>
            <pc:sldMk cId="1375847763" sldId="370"/>
            <ac:spMk id="6" creationId="{EDC03A83-EF88-45D1-9AA5-7EFBD979ACE9}"/>
          </ac:spMkLst>
        </pc:spChg>
        <pc:spChg chg="add mod">
          <ac:chgData name="鈴木 秀規" userId="f68c5fd9-22d5-4c0a-9833-7fb0f5135313" providerId="ADAL" clId="{C48D08EA-87AE-42E8-BBEE-EAFFD27F622E}" dt="2021-01-29T02:03:38.403" v="272" actId="207"/>
          <ac:spMkLst>
            <pc:docMk/>
            <pc:sldMk cId="1375847763" sldId="370"/>
            <ac:spMk id="7" creationId="{8D2A60D8-5FC3-4EE1-8F58-4DDBB91C99FE}"/>
          </ac:spMkLst>
        </pc:spChg>
      </pc:sldChg>
      <pc:sldChg chg="del">
        <pc:chgData name="鈴木 秀規" userId="f68c5fd9-22d5-4c0a-9833-7fb0f5135313" providerId="ADAL" clId="{C48D08EA-87AE-42E8-BBEE-EAFFD27F622E}" dt="2021-01-29T01:42:20.133" v="20" actId="2696"/>
        <pc:sldMkLst>
          <pc:docMk/>
          <pc:sldMk cId="3073446168" sldId="370"/>
        </pc:sldMkLst>
      </pc:sldChg>
      <pc:sldChg chg="modSp new mod">
        <pc:chgData name="鈴木 秀規" userId="f68c5fd9-22d5-4c0a-9833-7fb0f5135313" providerId="ADAL" clId="{C48D08EA-87AE-42E8-BBEE-EAFFD27F622E}" dt="2021-01-29T02:05:13.104" v="295" actId="207"/>
        <pc:sldMkLst>
          <pc:docMk/>
          <pc:sldMk cId="88774120" sldId="371"/>
        </pc:sldMkLst>
        <pc:spChg chg="mod">
          <ac:chgData name="鈴木 秀規" userId="f68c5fd9-22d5-4c0a-9833-7fb0f5135313" providerId="ADAL" clId="{C48D08EA-87AE-42E8-BBEE-EAFFD27F622E}" dt="2021-01-29T02:03:53.582" v="274"/>
          <ac:spMkLst>
            <pc:docMk/>
            <pc:sldMk cId="88774120" sldId="371"/>
            <ac:spMk id="3" creationId="{BACB9769-04E3-428B-8379-D0ACEE653078}"/>
          </ac:spMkLst>
        </pc:spChg>
        <pc:spChg chg="mod">
          <ac:chgData name="鈴木 秀規" userId="f68c5fd9-22d5-4c0a-9833-7fb0f5135313" providerId="ADAL" clId="{C48D08EA-87AE-42E8-BBEE-EAFFD27F622E}" dt="2021-01-29T02:05:13.104" v="295" actId="207"/>
          <ac:spMkLst>
            <pc:docMk/>
            <pc:sldMk cId="88774120" sldId="371"/>
            <ac:spMk id="5" creationId="{DA849902-FDBE-46E8-B518-154E3E8604A2}"/>
          </ac:spMkLst>
        </pc:spChg>
      </pc:sldChg>
      <pc:sldChg chg="del">
        <pc:chgData name="鈴木 秀規" userId="f68c5fd9-22d5-4c0a-9833-7fb0f5135313" providerId="ADAL" clId="{C48D08EA-87AE-42E8-BBEE-EAFFD27F622E}" dt="2021-01-29T01:42:20.133" v="20" actId="2696"/>
        <pc:sldMkLst>
          <pc:docMk/>
          <pc:sldMk cId="1539385395" sldId="371"/>
        </pc:sldMkLst>
      </pc:sldChg>
      <pc:sldChg chg="del">
        <pc:chgData name="鈴木 秀規" userId="f68c5fd9-22d5-4c0a-9833-7fb0f5135313" providerId="ADAL" clId="{C48D08EA-87AE-42E8-BBEE-EAFFD27F622E}" dt="2021-01-29T01:42:20.133" v="20" actId="2696"/>
        <pc:sldMkLst>
          <pc:docMk/>
          <pc:sldMk cId="246066953" sldId="372"/>
        </pc:sldMkLst>
      </pc:sldChg>
      <pc:sldChg chg="addSp delSp modSp new mod">
        <pc:chgData name="鈴木 秀規" userId="f68c5fd9-22d5-4c0a-9833-7fb0f5135313" providerId="ADAL" clId="{C48D08EA-87AE-42E8-BBEE-EAFFD27F622E}" dt="2021-01-29T02:08:14.840" v="321" actId="207"/>
        <pc:sldMkLst>
          <pc:docMk/>
          <pc:sldMk cId="1789203375" sldId="372"/>
        </pc:sldMkLst>
        <pc:spChg chg="mod">
          <ac:chgData name="鈴木 秀規" userId="f68c5fd9-22d5-4c0a-9833-7fb0f5135313" providerId="ADAL" clId="{C48D08EA-87AE-42E8-BBEE-EAFFD27F622E}" dt="2021-01-29T02:05:41.688" v="297"/>
          <ac:spMkLst>
            <pc:docMk/>
            <pc:sldMk cId="1789203375" sldId="372"/>
            <ac:spMk id="3" creationId="{B99B4DE4-67BC-4A7A-ADCF-37CD1D992E62}"/>
          </ac:spMkLst>
        </pc:spChg>
        <pc:spChg chg="mod">
          <ac:chgData name="鈴木 秀規" userId="f68c5fd9-22d5-4c0a-9833-7fb0f5135313" providerId="ADAL" clId="{C48D08EA-87AE-42E8-BBEE-EAFFD27F622E}" dt="2021-01-29T02:05:55.383" v="301" actId="14100"/>
          <ac:spMkLst>
            <pc:docMk/>
            <pc:sldMk cId="1789203375" sldId="372"/>
            <ac:spMk id="5" creationId="{6787D70C-FE95-4CAB-8B0F-363F2A30CB34}"/>
          </ac:spMkLst>
        </pc:spChg>
        <pc:spChg chg="add del mod">
          <ac:chgData name="鈴木 秀規" userId="f68c5fd9-22d5-4c0a-9833-7fb0f5135313" providerId="ADAL" clId="{C48D08EA-87AE-42E8-BBEE-EAFFD27F622E}" dt="2021-01-29T02:06:32.498" v="305" actId="478"/>
          <ac:spMkLst>
            <pc:docMk/>
            <pc:sldMk cId="1789203375" sldId="372"/>
            <ac:spMk id="6" creationId="{8416AC4B-B52B-43D7-B6BD-92A2BEA738E5}"/>
          </ac:spMkLst>
        </pc:spChg>
        <pc:spChg chg="add mod">
          <ac:chgData name="鈴木 秀規" userId="f68c5fd9-22d5-4c0a-9833-7fb0f5135313" providerId="ADAL" clId="{C48D08EA-87AE-42E8-BBEE-EAFFD27F622E}" dt="2021-01-29T02:07:46.481" v="318" actId="404"/>
          <ac:spMkLst>
            <pc:docMk/>
            <pc:sldMk cId="1789203375" sldId="372"/>
            <ac:spMk id="7" creationId="{0FC30C39-EBE8-47E3-AA9D-4A7EEC4F3583}"/>
          </ac:spMkLst>
        </pc:spChg>
        <pc:spChg chg="add mod">
          <ac:chgData name="鈴木 秀規" userId="f68c5fd9-22d5-4c0a-9833-7fb0f5135313" providerId="ADAL" clId="{C48D08EA-87AE-42E8-BBEE-EAFFD27F622E}" dt="2021-01-29T02:08:14.840" v="321" actId="207"/>
          <ac:spMkLst>
            <pc:docMk/>
            <pc:sldMk cId="1789203375" sldId="372"/>
            <ac:spMk id="8" creationId="{85232EF7-B812-4733-96CD-E0C14B596787}"/>
          </ac:spMkLst>
        </pc:spChg>
      </pc:sldChg>
      <pc:sldChg chg="modSp new mod">
        <pc:chgData name="鈴木 秀規" userId="f68c5fd9-22d5-4c0a-9833-7fb0f5135313" providerId="ADAL" clId="{C48D08EA-87AE-42E8-BBEE-EAFFD27F622E}" dt="2021-01-29T02:11:38.441" v="342" actId="207"/>
        <pc:sldMkLst>
          <pc:docMk/>
          <pc:sldMk cId="2979480215" sldId="373"/>
        </pc:sldMkLst>
        <pc:spChg chg="mod">
          <ac:chgData name="鈴木 秀規" userId="f68c5fd9-22d5-4c0a-9833-7fb0f5135313" providerId="ADAL" clId="{C48D08EA-87AE-42E8-BBEE-EAFFD27F622E}" dt="2021-01-29T02:08:43.068" v="325"/>
          <ac:spMkLst>
            <pc:docMk/>
            <pc:sldMk cId="2979480215" sldId="373"/>
            <ac:spMk id="3" creationId="{890D4FF1-CE17-468D-A94B-0EA4BDC9102B}"/>
          </ac:spMkLst>
        </pc:spChg>
        <pc:spChg chg="mod">
          <ac:chgData name="鈴木 秀規" userId="f68c5fd9-22d5-4c0a-9833-7fb0f5135313" providerId="ADAL" clId="{C48D08EA-87AE-42E8-BBEE-EAFFD27F622E}" dt="2021-01-29T02:11:38.441" v="342" actId="207"/>
          <ac:spMkLst>
            <pc:docMk/>
            <pc:sldMk cId="2979480215" sldId="373"/>
            <ac:spMk id="5" creationId="{133F1DED-CA16-4302-9912-4B561EF34336}"/>
          </ac:spMkLst>
        </pc:spChg>
      </pc:sldChg>
      <pc:sldChg chg="del">
        <pc:chgData name="鈴木 秀規" userId="f68c5fd9-22d5-4c0a-9833-7fb0f5135313" providerId="ADAL" clId="{C48D08EA-87AE-42E8-BBEE-EAFFD27F622E}" dt="2021-01-29T01:42:20.133" v="20" actId="2696"/>
        <pc:sldMkLst>
          <pc:docMk/>
          <pc:sldMk cId="4083622006" sldId="373"/>
        </pc:sldMkLst>
      </pc:sldChg>
      <pc:sldChg chg="del">
        <pc:chgData name="鈴木 秀規" userId="f68c5fd9-22d5-4c0a-9833-7fb0f5135313" providerId="ADAL" clId="{C48D08EA-87AE-42E8-BBEE-EAFFD27F622E}" dt="2021-01-29T01:42:20.133" v="20" actId="2696"/>
        <pc:sldMkLst>
          <pc:docMk/>
          <pc:sldMk cId="2781282954" sldId="374"/>
        </pc:sldMkLst>
      </pc:sldChg>
      <pc:sldChg chg="modSp new mod">
        <pc:chgData name="鈴木 秀規" userId="f68c5fd9-22d5-4c0a-9833-7fb0f5135313" providerId="ADAL" clId="{C48D08EA-87AE-42E8-BBEE-EAFFD27F622E}" dt="2021-01-29T02:13:33.664" v="359" actId="403"/>
        <pc:sldMkLst>
          <pc:docMk/>
          <pc:sldMk cId="3198692090" sldId="374"/>
        </pc:sldMkLst>
        <pc:spChg chg="mod">
          <ac:chgData name="鈴木 秀規" userId="f68c5fd9-22d5-4c0a-9833-7fb0f5135313" providerId="ADAL" clId="{C48D08EA-87AE-42E8-BBEE-EAFFD27F622E}" dt="2021-01-29T02:12:33.205" v="344"/>
          <ac:spMkLst>
            <pc:docMk/>
            <pc:sldMk cId="3198692090" sldId="374"/>
            <ac:spMk id="3" creationId="{0CBA9451-9B8C-49D7-B8FB-5032ADFEDA5C}"/>
          </ac:spMkLst>
        </pc:spChg>
        <pc:spChg chg="mod">
          <ac:chgData name="鈴木 秀規" userId="f68c5fd9-22d5-4c0a-9833-7fb0f5135313" providerId="ADAL" clId="{C48D08EA-87AE-42E8-BBEE-EAFFD27F622E}" dt="2021-01-29T02:13:33.664" v="359" actId="403"/>
          <ac:spMkLst>
            <pc:docMk/>
            <pc:sldMk cId="3198692090" sldId="374"/>
            <ac:spMk id="5" creationId="{7F65644E-FBC6-4A1E-B850-1C7A92F05619}"/>
          </ac:spMkLst>
        </pc:spChg>
      </pc:sldChg>
      <pc:sldChg chg="del">
        <pc:chgData name="鈴木 秀規" userId="f68c5fd9-22d5-4c0a-9833-7fb0f5135313" providerId="ADAL" clId="{C48D08EA-87AE-42E8-BBEE-EAFFD27F622E}" dt="2021-01-29T01:42:20.133" v="20" actId="2696"/>
        <pc:sldMkLst>
          <pc:docMk/>
          <pc:sldMk cId="4224040465" sldId="375"/>
        </pc:sldMkLst>
      </pc:sldChg>
      <pc:sldChg chg="del">
        <pc:chgData name="鈴木 秀規" userId="f68c5fd9-22d5-4c0a-9833-7fb0f5135313" providerId="ADAL" clId="{C48D08EA-87AE-42E8-BBEE-EAFFD27F622E}" dt="2021-01-29T01:42:20.133" v="20" actId="2696"/>
        <pc:sldMkLst>
          <pc:docMk/>
          <pc:sldMk cId="3538855573" sldId="376"/>
        </pc:sldMkLst>
      </pc:sldChg>
      <pc:sldChg chg="del">
        <pc:chgData name="鈴木 秀規" userId="f68c5fd9-22d5-4c0a-9833-7fb0f5135313" providerId="ADAL" clId="{C48D08EA-87AE-42E8-BBEE-EAFFD27F622E}" dt="2021-01-29T01:42:20.133" v="20" actId="2696"/>
        <pc:sldMkLst>
          <pc:docMk/>
          <pc:sldMk cId="3864834617" sldId="377"/>
        </pc:sldMkLst>
      </pc:sldChg>
      <pc:sldChg chg="del">
        <pc:chgData name="鈴木 秀規" userId="f68c5fd9-22d5-4c0a-9833-7fb0f5135313" providerId="ADAL" clId="{C48D08EA-87AE-42E8-BBEE-EAFFD27F622E}" dt="2021-01-29T01:42:20.133" v="20" actId="2696"/>
        <pc:sldMkLst>
          <pc:docMk/>
          <pc:sldMk cId="2148979236" sldId="378"/>
        </pc:sldMkLst>
      </pc:sldChg>
      <pc:sldChg chg="del">
        <pc:chgData name="鈴木 秀規" userId="f68c5fd9-22d5-4c0a-9833-7fb0f5135313" providerId="ADAL" clId="{C48D08EA-87AE-42E8-BBEE-EAFFD27F622E}" dt="2021-01-29T01:42:20.133" v="20" actId="2696"/>
        <pc:sldMkLst>
          <pc:docMk/>
          <pc:sldMk cId="1522789995" sldId="379"/>
        </pc:sldMkLst>
      </pc:sldChg>
      <pc:sldChg chg="del">
        <pc:chgData name="鈴木 秀規" userId="f68c5fd9-22d5-4c0a-9833-7fb0f5135313" providerId="ADAL" clId="{C48D08EA-87AE-42E8-BBEE-EAFFD27F622E}" dt="2021-01-29T01:42:20.133" v="20" actId="2696"/>
        <pc:sldMkLst>
          <pc:docMk/>
          <pc:sldMk cId="3157073252" sldId="380"/>
        </pc:sldMkLst>
      </pc:sldChg>
      <pc:sldChg chg="del">
        <pc:chgData name="鈴木 秀規" userId="f68c5fd9-22d5-4c0a-9833-7fb0f5135313" providerId="ADAL" clId="{C48D08EA-87AE-42E8-BBEE-EAFFD27F622E}" dt="2021-01-29T01:42:20.133" v="20" actId="2696"/>
        <pc:sldMkLst>
          <pc:docMk/>
          <pc:sldMk cId="3693878349" sldId="381"/>
        </pc:sldMkLst>
      </pc:sldChg>
    </pc:docChg>
  </pc:docChgLst>
  <pc:docChgLst>
    <pc:chgData name="営業サーバ" userId="c35045ed-c185-45de-8f58-be20a28877d8" providerId="ADAL" clId="{0FC3A6E2-F395-4B6D-99FD-86F57DB42901}"/>
    <pc:docChg chg="undo custSel addSld delSld modSld">
      <pc:chgData name="営業サーバ" userId="c35045ed-c185-45de-8f58-be20a28877d8" providerId="ADAL" clId="{0FC3A6E2-F395-4B6D-99FD-86F57DB42901}" dt="2020-11-26T07:07:48.066" v="10" actId="47"/>
      <pc:docMkLst>
        <pc:docMk/>
      </pc:docMkLst>
      <pc:sldChg chg="add del">
        <pc:chgData name="営業サーバ" userId="c35045ed-c185-45de-8f58-be20a28877d8" providerId="ADAL" clId="{0FC3A6E2-F395-4B6D-99FD-86F57DB42901}" dt="2020-11-26T07:06:56.254" v="3" actId="47"/>
        <pc:sldMkLst>
          <pc:docMk/>
          <pc:sldMk cId="4126943593" sldId="257"/>
        </pc:sldMkLst>
      </pc:sldChg>
      <pc:sldChg chg="add del">
        <pc:chgData name="営業サーバ" userId="c35045ed-c185-45de-8f58-be20a28877d8" providerId="ADAL" clId="{0FC3A6E2-F395-4B6D-99FD-86F57DB42901}" dt="2020-11-26T07:07:48.066" v="10" actId="47"/>
        <pc:sldMkLst>
          <pc:docMk/>
          <pc:sldMk cId="1511176286" sldId="261"/>
        </pc:sldMkLst>
      </pc:sldChg>
      <pc:sldChg chg="addSp delSp modSp mod">
        <pc:chgData name="営業サーバ" userId="c35045ed-c185-45de-8f58-be20a28877d8" providerId="ADAL" clId="{0FC3A6E2-F395-4B6D-99FD-86F57DB42901}" dt="2020-11-26T07:07:14.137" v="6"/>
        <pc:sldMkLst>
          <pc:docMk/>
          <pc:sldMk cId="1668843990" sldId="360"/>
        </pc:sldMkLst>
        <pc:spChg chg="add del">
          <ac:chgData name="営業サーバ" userId="c35045ed-c185-45de-8f58-be20a28877d8" providerId="ADAL" clId="{0FC3A6E2-F395-4B6D-99FD-86F57DB42901}" dt="2020-11-26T07:07:09.144" v="5" actId="22"/>
          <ac:spMkLst>
            <pc:docMk/>
            <pc:sldMk cId="1668843990" sldId="360"/>
            <ac:spMk id="8" creationId="{5414D97A-0555-4817-87C8-0DCE217B7E2F}"/>
          </ac:spMkLst>
        </pc:spChg>
        <pc:spChg chg="mod">
          <ac:chgData name="営業サーバ" userId="c35045ed-c185-45de-8f58-be20a28877d8" providerId="ADAL" clId="{0FC3A6E2-F395-4B6D-99FD-86F57DB42901}" dt="2020-11-26T07:07:14.137" v="6"/>
          <ac:spMkLst>
            <pc:docMk/>
            <pc:sldMk cId="1668843990" sldId="360"/>
            <ac:spMk id="9" creationId="{A4832727-EA7F-44D6-A9F2-E4AE0246960A}"/>
          </ac:spMkLst>
        </pc:spChg>
      </pc:sldChg>
      <pc:sldChg chg="modSp mod">
        <pc:chgData name="営業サーバ" userId="c35045ed-c185-45de-8f58-be20a28877d8" providerId="ADAL" clId="{0FC3A6E2-F395-4B6D-99FD-86F57DB42901}" dt="2020-11-26T07:07:24.362" v="7"/>
        <pc:sldMkLst>
          <pc:docMk/>
          <pc:sldMk cId="267129399" sldId="361"/>
        </pc:sldMkLst>
        <pc:spChg chg="mod">
          <ac:chgData name="営業サーバ" userId="c35045ed-c185-45de-8f58-be20a28877d8" providerId="ADAL" clId="{0FC3A6E2-F395-4B6D-99FD-86F57DB42901}" dt="2020-11-26T07:07:24.362" v="7"/>
          <ac:spMkLst>
            <pc:docMk/>
            <pc:sldMk cId="267129399" sldId="361"/>
            <ac:spMk id="6" creationId="{D0F3BEAC-A5EA-4EE4-95C7-0AEC1107FD29}"/>
          </ac:spMkLst>
        </pc:spChg>
      </pc:sldChg>
      <pc:sldChg chg="del">
        <pc:chgData name="営業サーバ" userId="c35045ed-c185-45de-8f58-be20a28877d8" providerId="ADAL" clId="{0FC3A6E2-F395-4B6D-99FD-86F57DB42901}" dt="2020-11-26T07:07:33.923" v="8" actId="47"/>
        <pc:sldMkLst>
          <pc:docMk/>
          <pc:sldMk cId="1833190690" sldId="362"/>
        </pc:sldMkLst>
      </pc:sldChg>
      <pc:sldMasterChg chg="delSldLayout">
        <pc:chgData name="営業サーバ" userId="c35045ed-c185-45de-8f58-be20a28877d8" providerId="ADAL" clId="{0FC3A6E2-F395-4B6D-99FD-86F57DB42901}" dt="2020-11-26T07:06:56.254" v="3" actId="47"/>
        <pc:sldMasterMkLst>
          <pc:docMk/>
          <pc:sldMasterMk cId="435389543" sldId="2147483658"/>
        </pc:sldMasterMkLst>
        <pc:sldLayoutChg chg="del">
          <pc:chgData name="営業サーバ" userId="c35045ed-c185-45de-8f58-be20a28877d8" providerId="ADAL" clId="{0FC3A6E2-F395-4B6D-99FD-86F57DB42901}" dt="2020-11-26T07:06:56.254" v="3" actId="47"/>
          <pc:sldLayoutMkLst>
            <pc:docMk/>
            <pc:sldMasterMk cId="435389543" sldId="2147483658"/>
            <pc:sldLayoutMk cId="686024632" sldId="2147483664"/>
          </pc:sldLayoutMkLst>
        </pc:sldLayoutChg>
        <pc:sldLayoutChg chg="del">
          <pc:chgData name="営業サーバ" userId="c35045ed-c185-45de-8f58-be20a28877d8" providerId="ADAL" clId="{0FC3A6E2-F395-4B6D-99FD-86F57DB42901}" dt="2020-11-26T07:06:44.742" v="1" actId="47"/>
          <pc:sldLayoutMkLst>
            <pc:docMk/>
            <pc:sldMasterMk cId="435389543" sldId="2147483658"/>
            <pc:sldLayoutMk cId="3103958700" sldId="2147483664"/>
          </pc:sldLayoutMkLst>
        </pc:sldLayoutChg>
      </pc:sldMasterChg>
    </pc:docChg>
  </pc:docChgLst>
  <pc:docChgLst>
    <pc:chgData name="sales@rhizome01.onmicrosoft.com" userId="c35045ed-c185-45de-8f58-be20a28877d8" providerId="ADAL" clId="{034C929F-50EC-4052-8F50-398F27893DAE}"/>
    <pc:docChg chg="modSld">
      <pc:chgData name="sales@rhizome01.onmicrosoft.com" userId="c35045ed-c185-45de-8f58-be20a28877d8" providerId="ADAL" clId="{034C929F-50EC-4052-8F50-398F27893DAE}" dt="2020-12-01T08:39:38.686" v="2" actId="5793"/>
      <pc:docMkLst>
        <pc:docMk/>
      </pc:docMkLst>
      <pc:sldChg chg="modSp mod">
        <pc:chgData name="sales@rhizome01.onmicrosoft.com" userId="c35045ed-c185-45de-8f58-be20a28877d8" providerId="ADAL" clId="{034C929F-50EC-4052-8F50-398F27893DAE}" dt="2020-12-01T08:39:38.686" v="2" actId="5793"/>
        <pc:sldMkLst>
          <pc:docMk/>
          <pc:sldMk cId="1668843990" sldId="360"/>
        </pc:sldMkLst>
        <pc:spChg chg="mod">
          <ac:chgData name="sales@rhizome01.onmicrosoft.com" userId="c35045ed-c185-45de-8f58-be20a28877d8" providerId="ADAL" clId="{034C929F-50EC-4052-8F50-398F27893DAE}" dt="2020-12-01T08:39:38.686" v="2" actId="5793"/>
          <ac:spMkLst>
            <pc:docMk/>
            <pc:sldMk cId="1668843990" sldId="360"/>
            <ac:spMk id="9" creationId="{A4832727-EA7F-44D6-A9F2-E4AE0246960A}"/>
          </ac:spMkLst>
        </pc:spChg>
      </pc:sldChg>
    </pc:docChg>
  </pc:docChgLst>
  <pc:docChgLst>
    <pc:chgData name="鈴木 秀規" userId="f68c5fd9-22d5-4c0a-9833-7fb0f5135313" providerId="ADAL" clId="{AE171C9D-A8B3-4AB5-91C0-52B3AD443501}"/>
    <pc:docChg chg="undo custSel addSld delSld modSld">
      <pc:chgData name="鈴木 秀規" userId="f68c5fd9-22d5-4c0a-9833-7fb0f5135313" providerId="ADAL" clId="{AE171C9D-A8B3-4AB5-91C0-52B3AD443501}" dt="2021-01-28T09:16:44.910" v="513"/>
      <pc:docMkLst>
        <pc:docMk/>
      </pc:docMkLst>
      <pc:sldChg chg="modSp mod">
        <pc:chgData name="鈴木 秀規" userId="f68c5fd9-22d5-4c0a-9833-7fb0f5135313" providerId="ADAL" clId="{AE171C9D-A8B3-4AB5-91C0-52B3AD443501}" dt="2021-01-28T08:23:28.407" v="25" actId="20577"/>
        <pc:sldMkLst>
          <pc:docMk/>
          <pc:sldMk cId="0" sldId="256"/>
        </pc:sldMkLst>
        <pc:spChg chg="mod">
          <ac:chgData name="鈴木 秀規" userId="f68c5fd9-22d5-4c0a-9833-7fb0f5135313" providerId="ADAL" clId="{AE171C9D-A8B3-4AB5-91C0-52B3AD443501}" dt="2021-01-28T08:23:28.407" v="25" actId="20577"/>
          <ac:spMkLst>
            <pc:docMk/>
            <pc:sldMk cId="0" sldId="256"/>
            <ac:spMk id="56" creationId="{00000000-0000-0000-0000-000000000000}"/>
          </ac:spMkLst>
        </pc:spChg>
      </pc:sldChg>
      <pc:sldChg chg="modSp mod">
        <pc:chgData name="鈴木 秀規" userId="f68c5fd9-22d5-4c0a-9833-7fb0f5135313" providerId="ADAL" clId="{AE171C9D-A8B3-4AB5-91C0-52B3AD443501}" dt="2021-01-28T08:24:17.040" v="33" actId="20577"/>
        <pc:sldMkLst>
          <pc:docMk/>
          <pc:sldMk cId="2397736379" sldId="363"/>
        </pc:sldMkLst>
        <pc:spChg chg="mod">
          <ac:chgData name="鈴木 秀規" userId="f68c5fd9-22d5-4c0a-9833-7fb0f5135313" providerId="ADAL" clId="{AE171C9D-A8B3-4AB5-91C0-52B3AD443501}" dt="2021-01-28T08:23:54.400" v="27"/>
          <ac:spMkLst>
            <pc:docMk/>
            <pc:sldMk cId="2397736379" sldId="363"/>
            <ac:spMk id="7" creationId="{9630AD22-E64D-4A96-B059-2AF9F6580C25}"/>
          </ac:spMkLst>
        </pc:spChg>
        <pc:spChg chg="mod">
          <ac:chgData name="鈴木 秀規" userId="f68c5fd9-22d5-4c0a-9833-7fb0f5135313" providerId="ADAL" clId="{AE171C9D-A8B3-4AB5-91C0-52B3AD443501}" dt="2021-01-28T08:24:17.040" v="33" actId="20577"/>
          <ac:spMkLst>
            <pc:docMk/>
            <pc:sldMk cId="2397736379" sldId="363"/>
            <ac:spMk id="8" creationId="{787CF02A-01AB-4517-BA3E-25572FA82648}"/>
          </ac:spMkLst>
        </pc:spChg>
      </pc:sldChg>
      <pc:sldChg chg="del">
        <pc:chgData name="鈴木 秀規" userId="f68c5fd9-22d5-4c0a-9833-7fb0f5135313" providerId="ADAL" clId="{AE171C9D-A8B3-4AB5-91C0-52B3AD443501}" dt="2021-01-28T08:23:42.589" v="26" actId="2696"/>
        <pc:sldMkLst>
          <pc:docMk/>
          <pc:sldMk cId="2018664081" sldId="364"/>
        </pc:sldMkLst>
      </pc:sldChg>
      <pc:sldChg chg="addSp modSp new mod">
        <pc:chgData name="鈴木 秀規" userId="f68c5fd9-22d5-4c0a-9833-7fb0f5135313" providerId="ADAL" clId="{AE171C9D-A8B3-4AB5-91C0-52B3AD443501}" dt="2021-01-28T08:27:29.780" v="75" actId="14100"/>
        <pc:sldMkLst>
          <pc:docMk/>
          <pc:sldMk cId="4093317005" sldId="364"/>
        </pc:sldMkLst>
        <pc:spChg chg="mod">
          <ac:chgData name="鈴木 秀規" userId="f68c5fd9-22d5-4c0a-9833-7fb0f5135313" providerId="ADAL" clId="{AE171C9D-A8B3-4AB5-91C0-52B3AD443501}" dt="2021-01-28T08:24:28.680" v="35"/>
          <ac:spMkLst>
            <pc:docMk/>
            <pc:sldMk cId="4093317005" sldId="364"/>
            <ac:spMk id="3" creationId="{08BB3CCB-9DC9-46CD-97FE-8693508D3845}"/>
          </ac:spMkLst>
        </pc:spChg>
        <pc:spChg chg="mod">
          <ac:chgData name="鈴木 秀規" userId="f68c5fd9-22d5-4c0a-9833-7fb0f5135313" providerId="ADAL" clId="{AE171C9D-A8B3-4AB5-91C0-52B3AD443501}" dt="2021-01-28T08:27:00.139" v="73" actId="14100"/>
          <ac:spMkLst>
            <pc:docMk/>
            <pc:sldMk cId="4093317005" sldId="364"/>
            <ac:spMk id="5" creationId="{EA794FCE-9C81-4322-8340-1034381E58A6}"/>
          </ac:spMkLst>
        </pc:spChg>
        <pc:spChg chg="add mod">
          <ac:chgData name="鈴木 秀規" userId="f68c5fd9-22d5-4c0a-9833-7fb0f5135313" providerId="ADAL" clId="{AE171C9D-A8B3-4AB5-91C0-52B3AD443501}" dt="2021-01-28T08:27:22.975" v="74" actId="207"/>
          <ac:spMkLst>
            <pc:docMk/>
            <pc:sldMk cId="4093317005" sldId="364"/>
            <ac:spMk id="7" creationId="{DF295B52-B56B-40AA-9B23-22243EE5B8EC}"/>
          </ac:spMkLst>
        </pc:spChg>
        <pc:spChg chg="add mod">
          <ac:chgData name="鈴木 秀規" userId="f68c5fd9-22d5-4c0a-9833-7fb0f5135313" providerId="ADAL" clId="{AE171C9D-A8B3-4AB5-91C0-52B3AD443501}" dt="2021-01-28T08:25:23.354" v="49" actId="2711"/>
          <ac:spMkLst>
            <pc:docMk/>
            <pc:sldMk cId="4093317005" sldId="364"/>
            <ac:spMk id="9" creationId="{EB779C2B-17EA-4846-B814-BD78AC31AAD2}"/>
          </ac:spMkLst>
        </pc:spChg>
        <pc:spChg chg="add mod">
          <ac:chgData name="鈴木 秀規" userId="f68c5fd9-22d5-4c0a-9833-7fb0f5135313" providerId="ADAL" clId="{AE171C9D-A8B3-4AB5-91C0-52B3AD443501}" dt="2021-01-28T08:27:29.780" v="75" actId="14100"/>
          <ac:spMkLst>
            <pc:docMk/>
            <pc:sldMk cId="4093317005" sldId="364"/>
            <ac:spMk id="10" creationId="{7B49838F-1C68-4127-94F2-D1289173D96C}"/>
          </ac:spMkLst>
        </pc:spChg>
        <pc:spChg chg="add mod">
          <ac:chgData name="鈴木 秀規" userId="f68c5fd9-22d5-4c0a-9833-7fb0f5135313" providerId="ADAL" clId="{AE171C9D-A8B3-4AB5-91C0-52B3AD443501}" dt="2021-01-28T08:25:33.024" v="51" actId="1076"/>
          <ac:spMkLst>
            <pc:docMk/>
            <pc:sldMk cId="4093317005" sldId="364"/>
            <ac:spMk id="11" creationId="{DB887FAB-7878-46C7-9D5D-CA2B3FD50494}"/>
          </ac:spMkLst>
        </pc:spChg>
        <pc:spChg chg="add mod">
          <ac:chgData name="鈴木 秀規" userId="f68c5fd9-22d5-4c0a-9833-7fb0f5135313" providerId="ADAL" clId="{AE171C9D-A8B3-4AB5-91C0-52B3AD443501}" dt="2021-01-28T08:25:57.738" v="58" actId="1076"/>
          <ac:spMkLst>
            <pc:docMk/>
            <pc:sldMk cId="4093317005" sldId="364"/>
            <ac:spMk id="14" creationId="{744644A8-1BF0-4578-A327-434DB8785A92}"/>
          </ac:spMkLst>
        </pc:spChg>
        <pc:spChg chg="add mod">
          <ac:chgData name="鈴木 秀規" userId="f68c5fd9-22d5-4c0a-9833-7fb0f5135313" providerId="ADAL" clId="{AE171C9D-A8B3-4AB5-91C0-52B3AD443501}" dt="2021-01-28T08:25:42.334" v="53" actId="1076"/>
          <ac:spMkLst>
            <pc:docMk/>
            <pc:sldMk cId="4093317005" sldId="364"/>
            <ac:spMk id="15" creationId="{C006D28C-D802-4BBA-B0A4-874A4EF5FDCA}"/>
          </ac:spMkLst>
        </pc:spChg>
        <pc:picChg chg="add mod">
          <ac:chgData name="鈴木 秀規" userId="f68c5fd9-22d5-4c0a-9833-7fb0f5135313" providerId="ADAL" clId="{AE171C9D-A8B3-4AB5-91C0-52B3AD443501}" dt="2021-01-28T08:25:37.601" v="52" actId="1076"/>
          <ac:picMkLst>
            <pc:docMk/>
            <pc:sldMk cId="4093317005" sldId="364"/>
            <ac:picMk id="6" creationId="{92186FF4-8991-43D4-A39C-36A6B263CD59}"/>
          </ac:picMkLst>
        </pc:picChg>
        <pc:picChg chg="add mod">
          <ac:chgData name="鈴木 秀規" userId="f68c5fd9-22d5-4c0a-9833-7fb0f5135313" providerId="ADAL" clId="{AE171C9D-A8B3-4AB5-91C0-52B3AD443501}" dt="2021-01-28T08:25:16.200" v="47" actId="14100"/>
          <ac:picMkLst>
            <pc:docMk/>
            <pc:sldMk cId="4093317005" sldId="364"/>
            <ac:picMk id="8" creationId="{6E5F9F94-9ED3-4391-85BC-8478C06E0056}"/>
          </ac:picMkLst>
        </pc:picChg>
        <pc:cxnChg chg="add mod">
          <ac:chgData name="鈴木 秀規" userId="f68c5fd9-22d5-4c0a-9833-7fb0f5135313" providerId="ADAL" clId="{AE171C9D-A8B3-4AB5-91C0-52B3AD443501}" dt="2021-01-28T08:27:29.780" v="75" actId="14100"/>
          <ac:cxnSpMkLst>
            <pc:docMk/>
            <pc:sldMk cId="4093317005" sldId="364"/>
            <ac:cxnSpMk id="12" creationId="{75F81B37-4E9D-44E0-82C7-0C6E7D938AC7}"/>
          </ac:cxnSpMkLst>
        </pc:cxnChg>
        <pc:cxnChg chg="add mod">
          <ac:chgData name="鈴木 秀規" userId="f68c5fd9-22d5-4c0a-9833-7fb0f5135313" providerId="ADAL" clId="{AE171C9D-A8B3-4AB5-91C0-52B3AD443501}" dt="2021-01-28T08:27:29.780" v="75" actId="14100"/>
          <ac:cxnSpMkLst>
            <pc:docMk/>
            <pc:sldMk cId="4093317005" sldId="364"/>
            <ac:cxnSpMk id="13" creationId="{0155E00A-BB51-4B1B-9724-83BC5A24DE25}"/>
          </ac:cxnSpMkLst>
        </pc:cxnChg>
      </pc:sldChg>
      <pc:sldChg chg="del">
        <pc:chgData name="鈴木 秀規" userId="f68c5fd9-22d5-4c0a-9833-7fb0f5135313" providerId="ADAL" clId="{AE171C9D-A8B3-4AB5-91C0-52B3AD443501}" dt="2021-01-28T08:23:42.589" v="26" actId="2696"/>
        <pc:sldMkLst>
          <pc:docMk/>
          <pc:sldMk cId="2019205359" sldId="365"/>
        </pc:sldMkLst>
      </pc:sldChg>
      <pc:sldChg chg="addSp modSp new mod">
        <pc:chgData name="鈴木 秀規" userId="f68c5fd9-22d5-4c0a-9833-7fb0f5135313" providerId="ADAL" clId="{AE171C9D-A8B3-4AB5-91C0-52B3AD443501}" dt="2021-01-28T08:32:50.695" v="168" actId="20577"/>
        <pc:sldMkLst>
          <pc:docMk/>
          <pc:sldMk cId="4051364436" sldId="365"/>
        </pc:sldMkLst>
        <pc:spChg chg="mod">
          <ac:chgData name="鈴木 秀規" userId="f68c5fd9-22d5-4c0a-9833-7fb0f5135313" providerId="ADAL" clId="{AE171C9D-A8B3-4AB5-91C0-52B3AD443501}" dt="2021-01-28T08:27:52.077" v="77"/>
          <ac:spMkLst>
            <pc:docMk/>
            <pc:sldMk cId="4051364436" sldId="365"/>
            <ac:spMk id="3" creationId="{DD1D9F20-25A0-486F-A436-575C206BDE31}"/>
          </ac:spMkLst>
        </pc:spChg>
        <pc:spChg chg="mod">
          <ac:chgData name="鈴木 秀規" userId="f68c5fd9-22d5-4c0a-9833-7fb0f5135313" providerId="ADAL" clId="{AE171C9D-A8B3-4AB5-91C0-52B3AD443501}" dt="2021-01-28T08:28:58.067" v="81" actId="14100"/>
          <ac:spMkLst>
            <pc:docMk/>
            <pc:sldMk cId="4051364436" sldId="365"/>
            <ac:spMk id="5" creationId="{20F1DB10-15F2-4E10-8642-58A7054567CD}"/>
          </ac:spMkLst>
        </pc:spChg>
        <pc:spChg chg="add mod">
          <ac:chgData name="鈴木 秀規" userId="f68c5fd9-22d5-4c0a-9833-7fb0f5135313" providerId="ADAL" clId="{AE171C9D-A8B3-4AB5-91C0-52B3AD443501}" dt="2021-01-28T08:31:27.282" v="117" actId="1036"/>
          <ac:spMkLst>
            <pc:docMk/>
            <pc:sldMk cId="4051364436" sldId="365"/>
            <ac:spMk id="6" creationId="{BD581E50-0CEB-437C-A8A6-7962098F3A91}"/>
          </ac:spMkLst>
        </pc:spChg>
        <pc:spChg chg="add mod">
          <ac:chgData name="鈴木 秀規" userId="f68c5fd9-22d5-4c0a-9833-7fb0f5135313" providerId="ADAL" clId="{AE171C9D-A8B3-4AB5-91C0-52B3AD443501}" dt="2021-01-28T08:31:17.203" v="105" actId="1076"/>
          <ac:spMkLst>
            <pc:docMk/>
            <pc:sldMk cId="4051364436" sldId="365"/>
            <ac:spMk id="7" creationId="{1101D08C-D10E-4BF3-8927-62F604D6885E}"/>
          </ac:spMkLst>
        </pc:spChg>
        <pc:spChg chg="add mod">
          <ac:chgData name="鈴木 秀規" userId="f68c5fd9-22d5-4c0a-9833-7fb0f5135313" providerId="ADAL" clId="{AE171C9D-A8B3-4AB5-91C0-52B3AD443501}" dt="2021-01-28T08:31:10.433" v="104" actId="1076"/>
          <ac:spMkLst>
            <pc:docMk/>
            <pc:sldMk cId="4051364436" sldId="365"/>
            <ac:spMk id="35" creationId="{FD7FEC79-1C75-471F-BAF7-FBC820361873}"/>
          </ac:spMkLst>
        </pc:spChg>
        <pc:spChg chg="add mod">
          <ac:chgData name="鈴木 秀規" userId="f68c5fd9-22d5-4c0a-9833-7fb0f5135313" providerId="ADAL" clId="{AE171C9D-A8B3-4AB5-91C0-52B3AD443501}" dt="2021-01-28T08:32:18.162" v="132" actId="1076"/>
          <ac:spMkLst>
            <pc:docMk/>
            <pc:sldMk cId="4051364436" sldId="365"/>
            <ac:spMk id="36" creationId="{61EFC22A-6F63-4605-9AC6-F19A6586E90A}"/>
          </ac:spMkLst>
        </pc:spChg>
        <pc:spChg chg="add mod">
          <ac:chgData name="鈴木 秀規" userId="f68c5fd9-22d5-4c0a-9833-7fb0f5135313" providerId="ADAL" clId="{AE171C9D-A8B3-4AB5-91C0-52B3AD443501}" dt="2021-01-28T08:32:37.121" v="158" actId="20577"/>
          <ac:spMkLst>
            <pc:docMk/>
            <pc:sldMk cId="4051364436" sldId="365"/>
            <ac:spMk id="37" creationId="{45C65D7E-5EB6-498D-BE4D-2B8A984FF9F1}"/>
          </ac:spMkLst>
        </pc:spChg>
        <pc:spChg chg="add mod">
          <ac:chgData name="鈴木 秀規" userId="f68c5fd9-22d5-4c0a-9833-7fb0f5135313" providerId="ADAL" clId="{AE171C9D-A8B3-4AB5-91C0-52B3AD443501}" dt="2021-01-28T08:32:50.695" v="168" actId="20577"/>
          <ac:spMkLst>
            <pc:docMk/>
            <pc:sldMk cId="4051364436" sldId="365"/>
            <ac:spMk id="38" creationId="{F2F8161B-5FB5-467A-B046-A20AC91BCAE8}"/>
          </ac:spMkLst>
        </pc:spChg>
        <pc:picChg chg="add mod">
          <ac:chgData name="鈴木 秀規" userId="f68c5fd9-22d5-4c0a-9833-7fb0f5135313" providerId="ADAL" clId="{AE171C9D-A8B3-4AB5-91C0-52B3AD443501}" dt="2021-01-28T08:31:17.203" v="105" actId="1076"/>
          <ac:picMkLst>
            <pc:docMk/>
            <pc:sldMk cId="4051364436" sldId="365"/>
            <ac:picMk id="8" creationId="{6757AE74-C9D7-4B3F-85E6-368DFA1CE95C}"/>
          </ac:picMkLst>
        </pc:picChg>
        <pc:picChg chg="add mod">
          <ac:chgData name="鈴木 秀規" userId="f68c5fd9-22d5-4c0a-9833-7fb0f5135313" providerId="ADAL" clId="{AE171C9D-A8B3-4AB5-91C0-52B3AD443501}" dt="2021-01-28T08:31:17.203" v="105" actId="1076"/>
          <ac:picMkLst>
            <pc:docMk/>
            <pc:sldMk cId="4051364436" sldId="365"/>
            <ac:picMk id="9" creationId="{3745FD0D-65AA-460F-9C42-28AB3BDCAC03}"/>
          </ac:picMkLst>
        </pc:picChg>
        <pc:picChg chg="add mod">
          <ac:chgData name="鈴木 秀規" userId="f68c5fd9-22d5-4c0a-9833-7fb0f5135313" providerId="ADAL" clId="{AE171C9D-A8B3-4AB5-91C0-52B3AD443501}" dt="2021-01-28T08:31:17.203" v="105" actId="1076"/>
          <ac:picMkLst>
            <pc:docMk/>
            <pc:sldMk cId="4051364436" sldId="365"/>
            <ac:picMk id="10" creationId="{A1F0C1C9-0791-46B3-9D91-332B02FFE5B1}"/>
          </ac:picMkLst>
        </pc:picChg>
        <pc:picChg chg="add mod">
          <ac:chgData name="鈴木 秀規" userId="f68c5fd9-22d5-4c0a-9833-7fb0f5135313" providerId="ADAL" clId="{AE171C9D-A8B3-4AB5-91C0-52B3AD443501}" dt="2021-01-28T08:31:17.203" v="105" actId="1076"/>
          <ac:picMkLst>
            <pc:docMk/>
            <pc:sldMk cId="4051364436" sldId="365"/>
            <ac:picMk id="11" creationId="{0327CD05-24F9-475A-9144-D36F9157CF73}"/>
          </ac:picMkLst>
        </pc:picChg>
        <pc:picChg chg="add mod">
          <ac:chgData name="鈴木 秀規" userId="f68c5fd9-22d5-4c0a-9833-7fb0f5135313" providerId="ADAL" clId="{AE171C9D-A8B3-4AB5-91C0-52B3AD443501}" dt="2021-01-28T08:31:17.203" v="105" actId="1076"/>
          <ac:picMkLst>
            <pc:docMk/>
            <pc:sldMk cId="4051364436" sldId="365"/>
            <ac:picMk id="12" creationId="{28FA140F-8A89-4721-9DC1-BE4F62536C01}"/>
          </ac:picMkLst>
        </pc:picChg>
        <pc:picChg chg="add mod">
          <ac:chgData name="鈴木 秀規" userId="f68c5fd9-22d5-4c0a-9833-7fb0f5135313" providerId="ADAL" clId="{AE171C9D-A8B3-4AB5-91C0-52B3AD443501}" dt="2021-01-28T08:31:17.203" v="105" actId="1076"/>
          <ac:picMkLst>
            <pc:docMk/>
            <pc:sldMk cId="4051364436" sldId="365"/>
            <ac:picMk id="13" creationId="{3E1FAE9A-DB2B-4996-B5E5-C917043E1CA8}"/>
          </ac:picMkLst>
        </pc:picChg>
        <pc:picChg chg="add mod">
          <ac:chgData name="鈴木 秀規" userId="f68c5fd9-22d5-4c0a-9833-7fb0f5135313" providerId="ADAL" clId="{AE171C9D-A8B3-4AB5-91C0-52B3AD443501}" dt="2021-01-28T08:31:17.203" v="105" actId="1076"/>
          <ac:picMkLst>
            <pc:docMk/>
            <pc:sldMk cId="4051364436" sldId="365"/>
            <ac:picMk id="14" creationId="{E3017BFF-2C37-43B5-B417-1BB9AEDA9F61}"/>
          </ac:picMkLst>
        </pc:picChg>
        <pc:picChg chg="add mod">
          <ac:chgData name="鈴木 秀規" userId="f68c5fd9-22d5-4c0a-9833-7fb0f5135313" providerId="ADAL" clId="{AE171C9D-A8B3-4AB5-91C0-52B3AD443501}" dt="2021-01-28T08:31:17.203" v="105" actId="1076"/>
          <ac:picMkLst>
            <pc:docMk/>
            <pc:sldMk cId="4051364436" sldId="365"/>
            <ac:picMk id="15" creationId="{0F095995-DCD2-4DEF-90DF-7D8FF89A5B01}"/>
          </ac:picMkLst>
        </pc:picChg>
        <pc:picChg chg="add mod">
          <ac:chgData name="鈴木 秀規" userId="f68c5fd9-22d5-4c0a-9833-7fb0f5135313" providerId="ADAL" clId="{AE171C9D-A8B3-4AB5-91C0-52B3AD443501}" dt="2021-01-28T08:31:17.203" v="105" actId="1076"/>
          <ac:picMkLst>
            <pc:docMk/>
            <pc:sldMk cId="4051364436" sldId="365"/>
            <ac:picMk id="23" creationId="{09120199-5C7D-4DBE-A86F-8D198A552E1B}"/>
          </ac:picMkLst>
        </pc:picChg>
        <pc:picChg chg="add mod">
          <ac:chgData name="鈴木 秀規" userId="f68c5fd9-22d5-4c0a-9833-7fb0f5135313" providerId="ADAL" clId="{AE171C9D-A8B3-4AB5-91C0-52B3AD443501}" dt="2021-01-28T08:31:17.203" v="105" actId="1076"/>
          <ac:picMkLst>
            <pc:docMk/>
            <pc:sldMk cId="4051364436" sldId="365"/>
            <ac:picMk id="24" creationId="{5ECCD504-5DE8-4222-864B-09576B70E18A}"/>
          </ac:picMkLst>
        </pc:picChg>
        <pc:cxnChg chg="add mod">
          <ac:chgData name="鈴木 秀規" userId="f68c5fd9-22d5-4c0a-9833-7fb0f5135313" providerId="ADAL" clId="{AE171C9D-A8B3-4AB5-91C0-52B3AD443501}" dt="2021-01-28T08:31:17.203" v="105" actId="1076"/>
          <ac:cxnSpMkLst>
            <pc:docMk/>
            <pc:sldMk cId="4051364436" sldId="365"/>
            <ac:cxnSpMk id="16" creationId="{2F50AB69-F748-4E43-A45E-B718F9D29062}"/>
          </ac:cxnSpMkLst>
        </pc:cxnChg>
        <pc:cxnChg chg="add mod">
          <ac:chgData name="鈴木 秀規" userId="f68c5fd9-22d5-4c0a-9833-7fb0f5135313" providerId="ADAL" clId="{AE171C9D-A8B3-4AB5-91C0-52B3AD443501}" dt="2021-01-28T08:31:17.203" v="105" actId="1076"/>
          <ac:cxnSpMkLst>
            <pc:docMk/>
            <pc:sldMk cId="4051364436" sldId="365"/>
            <ac:cxnSpMk id="17" creationId="{D657242E-F336-4D35-BDCB-333089551ADB}"/>
          </ac:cxnSpMkLst>
        </pc:cxnChg>
        <pc:cxnChg chg="add mod">
          <ac:chgData name="鈴木 秀規" userId="f68c5fd9-22d5-4c0a-9833-7fb0f5135313" providerId="ADAL" clId="{AE171C9D-A8B3-4AB5-91C0-52B3AD443501}" dt="2021-01-28T08:31:17.203" v="105" actId="1076"/>
          <ac:cxnSpMkLst>
            <pc:docMk/>
            <pc:sldMk cId="4051364436" sldId="365"/>
            <ac:cxnSpMk id="18" creationId="{F4B069B6-C343-4ABE-87A3-F79AA8BC7CAB}"/>
          </ac:cxnSpMkLst>
        </pc:cxnChg>
        <pc:cxnChg chg="add mod">
          <ac:chgData name="鈴木 秀規" userId="f68c5fd9-22d5-4c0a-9833-7fb0f5135313" providerId="ADAL" clId="{AE171C9D-A8B3-4AB5-91C0-52B3AD443501}" dt="2021-01-28T08:31:17.203" v="105" actId="1076"/>
          <ac:cxnSpMkLst>
            <pc:docMk/>
            <pc:sldMk cId="4051364436" sldId="365"/>
            <ac:cxnSpMk id="19" creationId="{6AD8403C-1012-43CA-A795-8AE2B416ADF3}"/>
          </ac:cxnSpMkLst>
        </pc:cxnChg>
        <pc:cxnChg chg="add mod">
          <ac:chgData name="鈴木 秀規" userId="f68c5fd9-22d5-4c0a-9833-7fb0f5135313" providerId="ADAL" clId="{AE171C9D-A8B3-4AB5-91C0-52B3AD443501}" dt="2021-01-28T08:31:17.203" v="105" actId="1076"/>
          <ac:cxnSpMkLst>
            <pc:docMk/>
            <pc:sldMk cId="4051364436" sldId="365"/>
            <ac:cxnSpMk id="20" creationId="{1753FEB8-BE3F-407B-8638-13B110795583}"/>
          </ac:cxnSpMkLst>
        </pc:cxnChg>
        <pc:cxnChg chg="add mod">
          <ac:chgData name="鈴木 秀規" userId="f68c5fd9-22d5-4c0a-9833-7fb0f5135313" providerId="ADAL" clId="{AE171C9D-A8B3-4AB5-91C0-52B3AD443501}" dt="2021-01-28T08:31:17.203" v="105" actId="1076"/>
          <ac:cxnSpMkLst>
            <pc:docMk/>
            <pc:sldMk cId="4051364436" sldId="365"/>
            <ac:cxnSpMk id="21" creationId="{C42B87AE-8EFC-4EE8-B657-3253402C7EDB}"/>
          </ac:cxnSpMkLst>
        </pc:cxnChg>
        <pc:cxnChg chg="add mod">
          <ac:chgData name="鈴木 秀規" userId="f68c5fd9-22d5-4c0a-9833-7fb0f5135313" providerId="ADAL" clId="{AE171C9D-A8B3-4AB5-91C0-52B3AD443501}" dt="2021-01-28T08:31:17.203" v="105" actId="1076"/>
          <ac:cxnSpMkLst>
            <pc:docMk/>
            <pc:sldMk cId="4051364436" sldId="365"/>
            <ac:cxnSpMk id="22" creationId="{6E85E05B-3728-4DFD-AF70-EA2FADB88713}"/>
          </ac:cxnSpMkLst>
        </pc:cxnChg>
      </pc:sldChg>
      <pc:sldChg chg="addSp modSp new mod">
        <pc:chgData name="鈴木 秀規" userId="f68c5fd9-22d5-4c0a-9833-7fb0f5135313" providerId="ADAL" clId="{AE171C9D-A8B3-4AB5-91C0-52B3AD443501}" dt="2021-01-28T08:34:57.216" v="193" actId="166"/>
        <pc:sldMkLst>
          <pc:docMk/>
          <pc:sldMk cId="402670913" sldId="366"/>
        </pc:sldMkLst>
        <pc:spChg chg="mod">
          <ac:chgData name="鈴木 秀規" userId="f68c5fd9-22d5-4c0a-9833-7fb0f5135313" providerId="ADAL" clId="{AE171C9D-A8B3-4AB5-91C0-52B3AD443501}" dt="2021-01-28T08:33:10.839" v="170"/>
          <ac:spMkLst>
            <pc:docMk/>
            <pc:sldMk cId="402670913" sldId="366"/>
            <ac:spMk id="3" creationId="{DEB75B83-B7B8-4FBB-A218-09F9A032C67D}"/>
          </ac:spMkLst>
        </pc:spChg>
        <pc:spChg chg="mod">
          <ac:chgData name="鈴木 秀規" userId="f68c5fd9-22d5-4c0a-9833-7fb0f5135313" providerId="ADAL" clId="{AE171C9D-A8B3-4AB5-91C0-52B3AD443501}" dt="2021-01-28T08:33:36.055" v="173" actId="14100"/>
          <ac:spMkLst>
            <pc:docMk/>
            <pc:sldMk cId="402670913" sldId="366"/>
            <ac:spMk id="5" creationId="{563CBA67-6F60-45E0-8BAE-1F37AB6818B7}"/>
          </ac:spMkLst>
        </pc:spChg>
        <pc:spChg chg="add mod">
          <ac:chgData name="鈴木 秀規" userId="f68c5fd9-22d5-4c0a-9833-7fb0f5135313" providerId="ADAL" clId="{AE171C9D-A8B3-4AB5-91C0-52B3AD443501}" dt="2021-01-28T08:34:06.862" v="182" actId="14100"/>
          <ac:spMkLst>
            <pc:docMk/>
            <pc:sldMk cId="402670913" sldId="366"/>
            <ac:spMk id="11" creationId="{CAAC33A6-05AA-4E00-ACE6-D76FD47D81FA}"/>
          </ac:spMkLst>
        </pc:spChg>
        <pc:spChg chg="add mod">
          <ac:chgData name="鈴木 秀規" userId="f68c5fd9-22d5-4c0a-9833-7fb0f5135313" providerId="ADAL" clId="{AE171C9D-A8B3-4AB5-91C0-52B3AD443501}" dt="2021-01-28T08:34:42.224" v="189" actId="14100"/>
          <ac:spMkLst>
            <pc:docMk/>
            <pc:sldMk cId="402670913" sldId="366"/>
            <ac:spMk id="12" creationId="{71C9FC6C-BF02-4FED-8561-3CF01E7E71CE}"/>
          </ac:spMkLst>
        </pc:spChg>
        <pc:spChg chg="add mod">
          <ac:chgData name="鈴木 秀規" userId="f68c5fd9-22d5-4c0a-9833-7fb0f5135313" providerId="ADAL" clId="{AE171C9D-A8B3-4AB5-91C0-52B3AD443501}" dt="2021-01-28T08:34:36.424" v="188" actId="1076"/>
          <ac:spMkLst>
            <pc:docMk/>
            <pc:sldMk cId="402670913" sldId="366"/>
            <ac:spMk id="13" creationId="{CB683AC9-9B5D-429C-AA0D-F25F4E7E948B}"/>
          </ac:spMkLst>
        </pc:spChg>
        <pc:spChg chg="add mod">
          <ac:chgData name="鈴木 秀規" userId="f68c5fd9-22d5-4c0a-9833-7fb0f5135313" providerId="ADAL" clId="{AE171C9D-A8B3-4AB5-91C0-52B3AD443501}" dt="2021-01-28T08:34:36.424" v="188" actId="1076"/>
          <ac:spMkLst>
            <pc:docMk/>
            <pc:sldMk cId="402670913" sldId="366"/>
            <ac:spMk id="15" creationId="{85CE7E34-D585-477B-AFD7-60492883D43A}"/>
          </ac:spMkLst>
        </pc:spChg>
        <pc:picChg chg="add mod ord">
          <ac:chgData name="鈴木 秀規" userId="f68c5fd9-22d5-4c0a-9833-7fb0f5135313" providerId="ADAL" clId="{AE171C9D-A8B3-4AB5-91C0-52B3AD443501}" dt="2021-01-28T08:34:57.216" v="193" actId="166"/>
          <ac:picMkLst>
            <pc:docMk/>
            <pc:sldMk cId="402670913" sldId="366"/>
            <ac:picMk id="6" creationId="{73BFAB86-C714-4EC4-B0EC-DE3BA952A103}"/>
          </ac:picMkLst>
        </pc:picChg>
        <pc:picChg chg="add mod ord">
          <ac:chgData name="鈴木 秀規" userId="f68c5fd9-22d5-4c0a-9833-7fb0f5135313" providerId="ADAL" clId="{AE171C9D-A8B3-4AB5-91C0-52B3AD443501}" dt="2021-01-28T08:34:57.216" v="193" actId="166"/>
          <ac:picMkLst>
            <pc:docMk/>
            <pc:sldMk cId="402670913" sldId="366"/>
            <ac:picMk id="7" creationId="{E394ECFE-B68E-4DF3-89F6-42FC8DC0520A}"/>
          </ac:picMkLst>
        </pc:picChg>
        <pc:picChg chg="add mod ord">
          <ac:chgData name="鈴木 秀規" userId="f68c5fd9-22d5-4c0a-9833-7fb0f5135313" providerId="ADAL" clId="{AE171C9D-A8B3-4AB5-91C0-52B3AD443501}" dt="2021-01-28T08:34:57.216" v="193" actId="166"/>
          <ac:picMkLst>
            <pc:docMk/>
            <pc:sldMk cId="402670913" sldId="366"/>
            <ac:picMk id="8" creationId="{D08BE0A6-7B0B-421D-9137-4AC4751F6B81}"/>
          </ac:picMkLst>
        </pc:picChg>
        <pc:picChg chg="add mod">
          <ac:chgData name="鈴木 秀規" userId="f68c5fd9-22d5-4c0a-9833-7fb0f5135313" providerId="ADAL" clId="{AE171C9D-A8B3-4AB5-91C0-52B3AD443501}" dt="2021-01-28T08:34:45.527" v="190" actId="1076"/>
          <ac:picMkLst>
            <pc:docMk/>
            <pc:sldMk cId="402670913" sldId="366"/>
            <ac:picMk id="14" creationId="{8E8263F5-A3DF-4B7D-988C-3E0546F266AC}"/>
          </ac:picMkLst>
        </pc:picChg>
        <pc:cxnChg chg="add mod ord">
          <ac:chgData name="鈴木 秀規" userId="f68c5fd9-22d5-4c0a-9833-7fb0f5135313" providerId="ADAL" clId="{AE171C9D-A8B3-4AB5-91C0-52B3AD443501}" dt="2021-01-28T08:34:57.216" v="193" actId="166"/>
          <ac:cxnSpMkLst>
            <pc:docMk/>
            <pc:sldMk cId="402670913" sldId="366"/>
            <ac:cxnSpMk id="9" creationId="{4F5EF88B-A41C-4C51-BB64-0646E2128409}"/>
          </ac:cxnSpMkLst>
        </pc:cxnChg>
        <pc:cxnChg chg="add mod ord">
          <ac:chgData name="鈴木 秀規" userId="f68c5fd9-22d5-4c0a-9833-7fb0f5135313" providerId="ADAL" clId="{AE171C9D-A8B3-4AB5-91C0-52B3AD443501}" dt="2021-01-28T08:34:57.216" v="193" actId="166"/>
          <ac:cxnSpMkLst>
            <pc:docMk/>
            <pc:sldMk cId="402670913" sldId="366"/>
            <ac:cxnSpMk id="10" creationId="{BD307F70-5B1F-4999-B0E3-53E5903D01C2}"/>
          </ac:cxnSpMkLst>
        </pc:cxnChg>
      </pc:sldChg>
      <pc:sldChg chg="del">
        <pc:chgData name="鈴木 秀規" userId="f68c5fd9-22d5-4c0a-9833-7fb0f5135313" providerId="ADAL" clId="{AE171C9D-A8B3-4AB5-91C0-52B3AD443501}" dt="2021-01-28T08:23:42.589" v="26" actId="2696"/>
        <pc:sldMkLst>
          <pc:docMk/>
          <pc:sldMk cId="1083425996" sldId="366"/>
        </pc:sldMkLst>
      </pc:sldChg>
      <pc:sldChg chg="del">
        <pc:chgData name="鈴木 秀規" userId="f68c5fd9-22d5-4c0a-9833-7fb0f5135313" providerId="ADAL" clId="{AE171C9D-A8B3-4AB5-91C0-52B3AD443501}" dt="2021-01-28T08:23:42.589" v="26" actId="2696"/>
        <pc:sldMkLst>
          <pc:docMk/>
          <pc:sldMk cId="2277428888" sldId="367"/>
        </pc:sldMkLst>
      </pc:sldChg>
      <pc:sldChg chg="addSp modSp new mod">
        <pc:chgData name="鈴木 秀規" userId="f68c5fd9-22d5-4c0a-9833-7fb0f5135313" providerId="ADAL" clId="{AE171C9D-A8B3-4AB5-91C0-52B3AD443501}" dt="2021-01-28T08:47:07.035" v="260" actId="207"/>
        <pc:sldMkLst>
          <pc:docMk/>
          <pc:sldMk cId="2692777715" sldId="367"/>
        </pc:sldMkLst>
        <pc:spChg chg="mod">
          <ac:chgData name="鈴木 秀規" userId="f68c5fd9-22d5-4c0a-9833-7fb0f5135313" providerId="ADAL" clId="{AE171C9D-A8B3-4AB5-91C0-52B3AD443501}" dt="2021-01-28T08:35:14.872" v="195"/>
          <ac:spMkLst>
            <pc:docMk/>
            <pc:sldMk cId="2692777715" sldId="367"/>
            <ac:spMk id="3" creationId="{77AF2515-0CCD-491D-BBD0-7CEB66F76CDE}"/>
          </ac:spMkLst>
        </pc:spChg>
        <pc:spChg chg="mod">
          <ac:chgData name="鈴木 秀規" userId="f68c5fd9-22d5-4c0a-9833-7fb0f5135313" providerId="ADAL" clId="{AE171C9D-A8B3-4AB5-91C0-52B3AD443501}" dt="2021-01-28T08:35:33.041" v="198" actId="14100"/>
          <ac:spMkLst>
            <pc:docMk/>
            <pc:sldMk cId="2692777715" sldId="367"/>
            <ac:spMk id="5" creationId="{1200EAAA-17B5-4866-BD6E-8841C66E380F}"/>
          </ac:spMkLst>
        </pc:spChg>
        <pc:spChg chg="add mod">
          <ac:chgData name="鈴木 秀規" userId="f68c5fd9-22d5-4c0a-9833-7fb0f5135313" providerId="ADAL" clId="{AE171C9D-A8B3-4AB5-91C0-52B3AD443501}" dt="2021-01-28T08:47:07.035" v="260" actId="207"/>
          <ac:spMkLst>
            <pc:docMk/>
            <pc:sldMk cId="2692777715" sldId="367"/>
            <ac:spMk id="7" creationId="{992AE1FA-00BB-48AC-8259-561C9174834A}"/>
          </ac:spMkLst>
        </pc:spChg>
        <pc:spChg chg="add mod">
          <ac:chgData name="鈴木 秀規" userId="f68c5fd9-22d5-4c0a-9833-7fb0f5135313" providerId="ADAL" clId="{AE171C9D-A8B3-4AB5-91C0-52B3AD443501}" dt="2021-01-28T08:37:04.916" v="210" actId="14100"/>
          <ac:spMkLst>
            <pc:docMk/>
            <pc:sldMk cId="2692777715" sldId="367"/>
            <ac:spMk id="8" creationId="{E191ED05-471D-4BF6-A4F6-AE5E253D0FA8}"/>
          </ac:spMkLst>
        </pc:spChg>
        <pc:picChg chg="add mod">
          <ac:chgData name="鈴木 秀規" userId="f68c5fd9-22d5-4c0a-9833-7fb0f5135313" providerId="ADAL" clId="{AE171C9D-A8B3-4AB5-91C0-52B3AD443501}" dt="2021-01-28T08:37:12.006" v="212" actId="14100"/>
          <ac:picMkLst>
            <pc:docMk/>
            <pc:sldMk cId="2692777715" sldId="367"/>
            <ac:picMk id="6" creationId="{2567EFA5-09BD-4029-876E-7B0E54694513}"/>
          </ac:picMkLst>
        </pc:picChg>
      </pc:sldChg>
      <pc:sldChg chg="del">
        <pc:chgData name="鈴木 秀規" userId="f68c5fd9-22d5-4c0a-9833-7fb0f5135313" providerId="ADAL" clId="{AE171C9D-A8B3-4AB5-91C0-52B3AD443501}" dt="2021-01-28T08:23:42.589" v="26" actId="2696"/>
        <pc:sldMkLst>
          <pc:docMk/>
          <pc:sldMk cId="368796728" sldId="368"/>
        </pc:sldMkLst>
      </pc:sldChg>
      <pc:sldChg chg="addSp modSp new mod">
        <pc:chgData name="鈴木 秀規" userId="f68c5fd9-22d5-4c0a-9833-7fb0f5135313" providerId="ADAL" clId="{AE171C9D-A8B3-4AB5-91C0-52B3AD443501}" dt="2021-01-28T08:47:03.399" v="259" actId="207"/>
        <pc:sldMkLst>
          <pc:docMk/>
          <pc:sldMk cId="1806057471" sldId="368"/>
        </pc:sldMkLst>
        <pc:spChg chg="mod">
          <ac:chgData name="鈴木 秀規" userId="f68c5fd9-22d5-4c0a-9833-7fb0f5135313" providerId="ADAL" clId="{AE171C9D-A8B3-4AB5-91C0-52B3AD443501}" dt="2021-01-28T08:41:00.423" v="231"/>
          <ac:spMkLst>
            <pc:docMk/>
            <pc:sldMk cId="1806057471" sldId="368"/>
            <ac:spMk id="3" creationId="{E0F44F00-DAFA-4C2C-8BDD-64FABF9806D8}"/>
          </ac:spMkLst>
        </pc:spChg>
        <pc:spChg chg="mod">
          <ac:chgData name="鈴木 秀規" userId="f68c5fd9-22d5-4c0a-9833-7fb0f5135313" providerId="ADAL" clId="{AE171C9D-A8B3-4AB5-91C0-52B3AD443501}" dt="2021-01-28T08:38:18.779" v="217" actId="14100"/>
          <ac:spMkLst>
            <pc:docMk/>
            <pc:sldMk cId="1806057471" sldId="368"/>
            <ac:spMk id="5" creationId="{99210BDB-90C9-4A9E-A4DF-7E3EE303809B}"/>
          </ac:spMkLst>
        </pc:spChg>
        <pc:spChg chg="add mod">
          <ac:chgData name="鈴木 秀規" userId="f68c5fd9-22d5-4c0a-9833-7fb0f5135313" providerId="ADAL" clId="{AE171C9D-A8B3-4AB5-91C0-52B3AD443501}" dt="2021-01-28T08:47:03.399" v="259" actId="207"/>
          <ac:spMkLst>
            <pc:docMk/>
            <pc:sldMk cId="1806057471" sldId="368"/>
            <ac:spMk id="6" creationId="{AB716B78-847B-48E8-B695-2A096A360E87}"/>
          </ac:spMkLst>
        </pc:spChg>
        <pc:spChg chg="add mod">
          <ac:chgData name="鈴木 秀規" userId="f68c5fd9-22d5-4c0a-9833-7fb0f5135313" providerId="ADAL" clId="{AE171C9D-A8B3-4AB5-91C0-52B3AD443501}" dt="2021-01-28T08:40:44.614" v="229" actId="14100"/>
          <ac:spMkLst>
            <pc:docMk/>
            <pc:sldMk cId="1806057471" sldId="368"/>
            <ac:spMk id="7" creationId="{318E1983-FBCA-4054-B9D4-B6E8A0700ABD}"/>
          </ac:spMkLst>
        </pc:spChg>
        <pc:picChg chg="add mod">
          <ac:chgData name="鈴木 秀規" userId="f68c5fd9-22d5-4c0a-9833-7fb0f5135313" providerId="ADAL" clId="{AE171C9D-A8B3-4AB5-91C0-52B3AD443501}" dt="2021-01-28T08:38:26.456" v="218"/>
          <ac:picMkLst>
            <pc:docMk/>
            <pc:sldMk cId="1806057471" sldId="368"/>
            <ac:picMk id="8" creationId="{2B5FA88E-1503-465D-B418-EEBFDFC3A4E3}"/>
          </ac:picMkLst>
        </pc:picChg>
      </pc:sldChg>
      <pc:sldChg chg="addSp modSp new mod">
        <pc:chgData name="鈴木 秀規" userId="f68c5fd9-22d5-4c0a-9833-7fb0f5135313" providerId="ADAL" clId="{AE171C9D-A8B3-4AB5-91C0-52B3AD443501}" dt="2021-01-28T08:46:57.266" v="258" actId="207"/>
        <pc:sldMkLst>
          <pc:docMk/>
          <pc:sldMk cId="167090370" sldId="369"/>
        </pc:sldMkLst>
        <pc:spChg chg="mod">
          <ac:chgData name="鈴木 秀規" userId="f68c5fd9-22d5-4c0a-9833-7fb0f5135313" providerId="ADAL" clId="{AE171C9D-A8B3-4AB5-91C0-52B3AD443501}" dt="2021-01-28T08:42:33.826" v="237"/>
          <ac:spMkLst>
            <pc:docMk/>
            <pc:sldMk cId="167090370" sldId="369"/>
            <ac:spMk id="3" creationId="{C0CF25BB-97D8-49D8-8FEC-F3B1E05625EF}"/>
          </ac:spMkLst>
        </pc:spChg>
        <pc:spChg chg="mod">
          <ac:chgData name="鈴木 秀規" userId="f68c5fd9-22d5-4c0a-9833-7fb0f5135313" providerId="ADAL" clId="{AE171C9D-A8B3-4AB5-91C0-52B3AD443501}" dt="2021-01-28T08:42:27.377" v="236"/>
          <ac:spMkLst>
            <pc:docMk/>
            <pc:sldMk cId="167090370" sldId="369"/>
            <ac:spMk id="5" creationId="{C9BCC8F6-7E15-49CA-8743-3E5498B6B5EB}"/>
          </ac:spMkLst>
        </pc:spChg>
        <pc:spChg chg="add mod">
          <ac:chgData name="鈴木 秀規" userId="f68c5fd9-22d5-4c0a-9833-7fb0f5135313" providerId="ADAL" clId="{AE171C9D-A8B3-4AB5-91C0-52B3AD443501}" dt="2021-01-28T08:46:57.266" v="258" actId="207"/>
          <ac:spMkLst>
            <pc:docMk/>
            <pc:sldMk cId="167090370" sldId="369"/>
            <ac:spMk id="6" creationId="{F9FEF840-8576-4ACC-9BA4-A8F33D6B15FA}"/>
          </ac:spMkLst>
        </pc:spChg>
        <pc:spChg chg="add mod">
          <ac:chgData name="鈴木 秀規" userId="f68c5fd9-22d5-4c0a-9833-7fb0f5135313" providerId="ADAL" clId="{AE171C9D-A8B3-4AB5-91C0-52B3AD443501}" dt="2021-01-28T08:45:24.818" v="250" actId="115"/>
          <ac:spMkLst>
            <pc:docMk/>
            <pc:sldMk cId="167090370" sldId="369"/>
            <ac:spMk id="7" creationId="{F00D1BD6-0D51-4A53-A1C6-EC617C53FB9F}"/>
          </ac:spMkLst>
        </pc:spChg>
        <pc:picChg chg="add mod">
          <ac:chgData name="鈴木 秀規" userId="f68c5fd9-22d5-4c0a-9833-7fb0f5135313" providerId="ADAL" clId="{AE171C9D-A8B3-4AB5-91C0-52B3AD443501}" dt="2021-01-28T08:42:05.819" v="233"/>
          <ac:picMkLst>
            <pc:docMk/>
            <pc:sldMk cId="167090370" sldId="369"/>
            <ac:picMk id="8" creationId="{81C30A9C-95CB-4555-8BCA-EC35828AB32C}"/>
          </ac:picMkLst>
        </pc:picChg>
      </pc:sldChg>
      <pc:sldChg chg="del">
        <pc:chgData name="鈴木 秀規" userId="f68c5fd9-22d5-4c0a-9833-7fb0f5135313" providerId="ADAL" clId="{AE171C9D-A8B3-4AB5-91C0-52B3AD443501}" dt="2021-01-28T08:23:42.589" v="26" actId="2696"/>
        <pc:sldMkLst>
          <pc:docMk/>
          <pc:sldMk cId="1615278593" sldId="369"/>
        </pc:sldMkLst>
      </pc:sldChg>
      <pc:sldChg chg="addSp delSp modSp new mod">
        <pc:chgData name="鈴木 秀規" userId="f68c5fd9-22d5-4c0a-9833-7fb0f5135313" providerId="ADAL" clId="{AE171C9D-A8B3-4AB5-91C0-52B3AD443501}" dt="2021-01-28T08:49:01.738" v="279" actId="403"/>
        <pc:sldMkLst>
          <pc:docMk/>
          <pc:sldMk cId="95388061" sldId="370"/>
        </pc:sldMkLst>
        <pc:spChg chg="mod">
          <ac:chgData name="鈴木 秀規" userId="f68c5fd9-22d5-4c0a-9833-7fb0f5135313" providerId="ADAL" clId="{AE171C9D-A8B3-4AB5-91C0-52B3AD443501}" dt="2021-01-28T08:46:19.459" v="252"/>
          <ac:spMkLst>
            <pc:docMk/>
            <pc:sldMk cId="95388061" sldId="370"/>
            <ac:spMk id="3" creationId="{41A3CA38-7A81-4B93-AD9D-5EAFFBEF4BC8}"/>
          </ac:spMkLst>
        </pc:spChg>
        <pc:spChg chg="mod">
          <ac:chgData name="鈴木 秀規" userId="f68c5fd9-22d5-4c0a-9833-7fb0f5135313" providerId="ADAL" clId="{AE171C9D-A8B3-4AB5-91C0-52B3AD443501}" dt="2021-01-28T08:46:30.942" v="255" actId="14100"/>
          <ac:spMkLst>
            <pc:docMk/>
            <pc:sldMk cId="95388061" sldId="370"/>
            <ac:spMk id="5" creationId="{A797BDB9-D421-4C44-82DC-45A93556DA54}"/>
          </ac:spMkLst>
        </pc:spChg>
        <pc:spChg chg="add del">
          <ac:chgData name="鈴木 秀規" userId="f68c5fd9-22d5-4c0a-9833-7fb0f5135313" providerId="ADAL" clId="{AE171C9D-A8B3-4AB5-91C0-52B3AD443501}" dt="2021-01-28T08:46:48.419" v="257" actId="22"/>
          <ac:spMkLst>
            <pc:docMk/>
            <pc:sldMk cId="95388061" sldId="370"/>
            <ac:spMk id="7" creationId="{73FBEDA8-9D71-42B1-AC52-A14BEDEFBA3B}"/>
          </ac:spMkLst>
        </pc:spChg>
        <pc:spChg chg="add mod">
          <ac:chgData name="鈴木 秀規" userId="f68c5fd9-22d5-4c0a-9833-7fb0f5135313" providerId="ADAL" clId="{AE171C9D-A8B3-4AB5-91C0-52B3AD443501}" dt="2021-01-28T08:48:38.286" v="274" actId="207"/>
          <ac:spMkLst>
            <pc:docMk/>
            <pc:sldMk cId="95388061" sldId="370"/>
            <ac:spMk id="8" creationId="{21E0FF6F-8012-4390-915C-A06A275C8A67}"/>
          </ac:spMkLst>
        </pc:spChg>
        <pc:spChg chg="add mod">
          <ac:chgData name="鈴木 秀規" userId="f68c5fd9-22d5-4c0a-9833-7fb0f5135313" providerId="ADAL" clId="{AE171C9D-A8B3-4AB5-91C0-52B3AD443501}" dt="2021-01-28T08:49:01.738" v="279" actId="403"/>
          <ac:spMkLst>
            <pc:docMk/>
            <pc:sldMk cId="95388061" sldId="370"/>
            <ac:spMk id="9" creationId="{67B04C7C-CC9F-4726-8232-6616CEA4B022}"/>
          </ac:spMkLst>
        </pc:spChg>
      </pc:sldChg>
      <pc:sldChg chg="del">
        <pc:chgData name="鈴木 秀規" userId="f68c5fd9-22d5-4c0a-9833-7fb0f5135313" providerId="ADAL" clId="{AE171C9D-A8B3-4AB5-91C0-52B3AD443501}" dt="2021-01-28T08:23:42.589" v="26" actId="2696"/>
        <pc:sldMkLst>
          <pc:docMk/>
          <pc:sldMk cId="639239015" sldId="370"/>
        </pc:sldMkLst>
      </pc:sldChg>
      <pc:sldChg chg="modSp new mod">
        <pc:chgData name="鈴木 秀規" userId="f68c5fd9-22d5-4c0a-9833-7fb0f5135313" providerId="ADAL" clId="{AE171C9D-A8B3-4AB5-91C0-52B3AD443501}" dt="2021-01-28T08:54:54.355" v="291" actId="20577"/>
        <pc:sldMkLst>
          <pc:docMk/>
          <pc:sldMk cId="853967147" sldId="371"/>
        </pc:sldMkLst>
        <pc:spChg chg="mod">
          <ac:chgData name="鈴木 秀規" userId="f68c5fd9-22d5-4c0a-9833-7fb0f5135313" providerId="ADAL" clId="{AE171C9D-A8B3-4AB5-91C0-52B3AD443501}" dt="2021-01-28T08:54:03.130" v="281"/>
          <ac:spMkLst>
            <pc:docMk/>
            <pc:sldMk cId="853967147" sldId="371"/>
            <ac:spMk id="3" creationId="{AF42E5F5-F9D0-4554-B67F-148FD8EC3105}"/>
          </ac:spMkLst>
        </pc:spChg>
        <pc:spChg chg="mod">
          <ac:chgData name="鈴木 秀規" userId="f68c5fd9-22d5-4c0a-9833-7fb0f5135313" providerId="ADAL" clId="{AE171C9D-A8B3-4AB5-91C0-52B3AD443501}" dt="2021-01-28T08:54:54.355" v="291" actId="20577"/>
          <ac:spMkLst>
            <pc:docMk/>
            <pc:sldMk cId="853967147" sldId="371"/>
            <ac:spMk id="5" creationId="{2DFC0F04-3729-49EE-A700-AC4FE7495084}"/>
          </ac:spMkLst>
        </pc:spChg>
      </pc:sldChg>
      <pc:sldChg chg="del">
        <pc:chgData name="鈴木 秀規" userId="f68c5fd9-22d5-4c0a-9833-7fb0f5135313" providerId="ADAL" clId="{AE171C9D-A8B3-4AB5-91C0-52B3AD443501}" dt="2021-01-28T08:23:42.589" v="26" actId="2696"/>
        <pc:sldMkLst>
          <pc:docMk/>
          <pc:sldMk cId="4233707676" sldId="371"/>
        </pc:sldMkLst>
      </pc:sldChg>
      <pc:sldChg chg="addSp modSp new mod">
        <pc:chgData name="鈴木 秀規" userId="f68c5fd9-22d5-4c0a-9833-7fb0f5135313" providerId="ADAL" clId="{AE171C9D-A8B3-4AB5-91C0-52B3AD443501}" dt="2021-01-28T08:56:38.127" v="307" actId="1076"/>
        <pc:sldMkLst>
          <pc:docMk/>
          <pc:sldMk cId="193662145" sldId="372"/>
        </pc:sldMkLst>
        <pc:spChg chg="mod">
          <ac:chgData name="鈴木 秀規" userId="f68c5fd9-22d5-4c0a-9833-7fb0f5135313" providerId="ADAL" clId="{AE171C9D-A8B3-4AB5-91C0-52B3AD443501}" dt="2021-01-28T08:55:37.203" v="293"/>
          <ac:spMkLst>
            <pc:docMk/>
            <pc:sldMk cId="193662145" sldId="372"/>
            <ac:spMk id="3" creationId="{E76CAEB3-49D5-46F4-A9FE-CF97174D3CA3}"/>
          </ac:spMkLst>
        </pc:spChg>
        <pc:spChg chg="mod">
          <ac:chgData name="鈴木 秀規" userId="f68c5fd9-22d5-4c0a-9833-7fb0f5135313" providerId="ADAL" clId="{AE171C9D-A8B3-4AB5-91C0-52B3AD443501}" dt="2021-01-28T08:55:55.078" v="297" actId="14100"/>
          <ac:spMkLst>
            <pc:docMk/>
            <pc:sldMk cId="193662145" sldId="372"/>
            <ac:spMk id="5" creationId="{6D7F57BB-892D-4732-A951-E66AC83B7744}"/>
          </ac:spMkLst>
        </pc:spChg>
        <pc:graphicFrameChg chg="add mod modGraphic">
          <ac:chgData name="鈴木 秀規" userId="f68c5fd9-22d5-4c0a-9833-7fb0f5135313" providerId="ADAL" clId="{AE171C9D-A8B3-4AB5-91C0-52B3AD443501}" dt="2021-01-28T08:56:38.127" v="307" actId="1076"/>
          <ac:graphicFrameMkLst>
            <pc:docMk/>
            <pc:sldMk cId="193662145" sldId="372"/>
            <ac:graphicFrameMk id="6" creationId="{E68C0511-571B-443B-A12B-7AEF1DC35017}"/>
          </ac:graphicFrameMkLst>
        </pc:graphicFrameChg>
      </pc:sldChg>
      <pc:sldChg chg="del">
        <pc:chgData name="鈴木 秀規" userId="f68c5fd9-22d5-4c0a-9833-7fb0f5135313" providerId="ADAL" clId="{AE171C9D-A8B3-4AB5-91C0-52B3AD443501}" dt="2021-01-28T08:23:42.589" v="26" actId="2696"/>
        <pc:sldMkLst>
          <pc:docMk/>
          <pc:sldMk cId="2732402478" sldId="372"/>
        </pc:sldMkLst>
      </pc:sldChg>
      <pc:sldChg chg="del">
        <pc:chgData name="鈴木 秀規" userId="f68c5fd9-22d5-4c0a-9833-7fb0f5135313" providerId="ADAL" clId="{AE171C9D-A8B3-4AB5-91C0-52B3AD443501}" dt="2021-01-28T08:23:42.589" v="26" actId="2696"/>
        <pc:sldMkLst>
          <pc:docMk/>
          <pc:sldMk cId="1848207789" sldId="373"/>
        </pc:sldMkLst>
      </pc:sldChg>
      <pc:sldChg chg="modSp new mod">
        <pc:chgData name="鈴木 秀規" userId="f68c5fd9-22d5-4c0a-9833-7fb0f5135313" providerId="ADAL" clId="{AE171C9D-A8B3-4AB5-91C0-52B3AD443501}" dt="2021-01-28T08:57:19.003" v="316" actId="20577"/>
        <pc:sldMkLst>
          <pc:docMk/>
          <pc:sldMk cId="3119782308" sldId="373"/>
        </pc:sldMkLst>
        <pc:spChg chg="mod">
          <ac:chgData name="鈴木 秀規" userId="f68c5fd9-22d5-4c0a-9833-7fb0f5135313" providerId="ADAL" clId="{AE171C9D-A8B3-4AB5-91C0-52B3AD443501}" dt="2021-01-28T08:56:49.043" v="309"/>
          <ac:spMkLst>
            <pc:docMk/>
            <pc:sldMk cId="3119782308" sldId="373"/>
            <ac:spMk id="3" creationId="{8FBD40A1-B451-47DB-8D4F-7857B7B5653E}"/>
          </ac:spMkLst>
        </pc:spChg>
        <pc:spChg chg="mod">
          <ac:chgData name="鈴木 秀規" userId="f68c5fd9-22d5-4c0a-9833-7fb0f5135313" providerId="ADAL" clId="{AE171C9D-A8B3-4AB5-91C0-52B3AD443501}" dt="2021-01-28T08:57:19.003" v="316" actId="20577"/>
          <ac:spMkLst>
            <pc:docMk/>
            <pc:sldMk cId="3119782308" sldId="373"/>
            <ac:spMk id="5" creationId="{018A7818-795C-4FD1-B23D-EAC49475BFF4}"/>
          </ac:spMkLst>
        </pc:spChg>
      </pc:sldChg>
      <pc:sldChg chg="del">
        <pc:chgData name="鈴木 秀規" userId="f68c5fd9-22d5-4c0a-9833-7fb0f5135313" providerId="ADAL" clId="{AE171C9D-A8B3-4AB5-91C0-52B3AD443501}" dt="2021-01-28T08:23:42.589" v="26" actId="2696"/>
        <pc:sldMkLst>
          <pc:docMk/>
          <pc:sldMk cId="949514721" sldId="374"/>
        </pc:sldMkLst>
      </pc:sldChg>
      <pc:sldChg chg="addSp modSp new mod">
        <pc:chgData name="鈴木 秀規" userId="f68c5fd9-22d5-4c0a-9833-7fb0f5135313" providerId="ADAL" clId="{AE171C9D-A8B3-4AB5-91C0-52B3AD443501}" dt="2021-01-28T08:58:29.788" v="328" actId="1076"/>
        <pc:sldMkLst>
          <pc:docMk/>
          <pc:sldMk cId="4094264785" sldId="374"/>
        </pc:sldMkLst>
        <pc:spChg chg="mod">
          <ac:chgData name="鈴木 秀規" userId="f68c5fd9-22d5-4c0a-9833-7fb0f5135313" providerId="ADAL" clId="{AE171C9D-A8B3-4AB5-91C0-52B3AD443501}" dt="2021-01-28T08:57:56.186" v="318"/>
          <ac:spMkLst>
            <pc:docMk/>
            <pc:sldMk cId="4094264785" sldId="374"/>
            <ac:spMk id="3" creationId="{979359D2-AA93-488C-BF59-583AB51307FB}"/>
          </ac:spMkLst>
        </pc:spChg>
        <pc:spChg chg="mod">
          <ac:chgData name="鈴木 秀規" userId="f68c5fd9-22d5-4c0a-9833-7fb0f5135313" providerId="ADAL" clId="{AE171C9D-A8B3-4AB5-91C0-52B3AD443501}" dt="2021-01-28T08:58:07.913" v="321" actId="14100"/>
          <ac:spMkLst>
            <pc:docMk/>
            <pc:sldMk cId="4094264785" sldId="374"/>
            <ac:spMk id="5" creationId="{0C2CAB17-F534-44C9-96A3-14FEC3C582C3}"/>
          </ac:spMkLst>
        </pc:spChg>
        <pc:spChg chg="add mod">
          <ac:chgData name="鈴木 秀規" userId="f68c5fd9-22d5-4c0a-9833-7fb0f5135313" providerId="ADAL" clId="{AE171C9D-A8B3-4AB5-91C0-52B3AD443501}" dt="2021-01-28T08:58:29.788" v="328" actId="1076"/>
          <ac:spMkLst>
            <pc:docMk/>
            <pc:sldMk cId="4094264785" sldId="374"/>
            <ac:spMk id="6" creationId="{4DDCF655-29CA-4C92-872A-D5013C9AA280}"/>
          </ac:spMkLst>
        </pc:spChg>
        <pc:spChg chg="add mod">
          <ac:chgData name="鈴木 秀規" userId="f68c5fd9-22d5-4c0a-9833-7fb0f5135313" providerId="ADAL" clId="{AE171C9D-A8B3-4AB5-91C0-52B3AD443501}" dt="2021-01-28T08:58:29.788" v="328" actId="1076"/>
          <ac:spMkLst>
            <pc:docMk/>
            <pc:sldMk cId="4094264785" sldId="374"/>
            <ac:spMk id="7" creationId="{5C2BB362-C6B9-44D2-90C8-09FD7AB4AC8A}"/>
          </ac:spMkLst>
        </pc:spChg>
        <pc:spChg chg="add mod">
          <ac:chgData name="鈴木 秀規" userId="f68c5fd9-22d5-4c0a-9833-7fb0f5135313" providerId="ADAL" clId="{AE171C9D-A8B3-4AB5-91C0-52B3AD443501}" dt="2021-01-28T08:58:29.788" v="328" actId="1076"/>
          <ac:spMkLst>
            <pc:docMk/>
            <pc:sldMk cId="4094264785" sldId="374"/>
            <ac:spMk id="8" creationId="{CE86CC2E-1E41-49CA-B34B-CF2E7BEE9CB9}"/>
          </ac:spMkLst>
        </pc:spChg>
      </pc:sldChg>
      <pc:sldChg chg="del">
        <pc:chgData name="鈴木 秀規" userId="f68c5fd9-22d5-4c0a-9833-7fb0f5135313" providerId="ADAL" clId="{AE171C9D-A8B3-4AB5-91C0-52B3AD443501}" dt="2021-01-28T08:23:42.589" v="26" actId="2696"/>
        <pc:sldMkLst>
          <pc:docMk/>
          <pc:sldMk cId="420561561" sldId="375"/>
        </pc:sldMkLst>
      </pc:sldChg>
      <pc:sldChg chg="addSp modSp new mod">
        <pc:chgData name="鈴木 秀規" userId="f68c5fd9-22d5-4c0a-9833-7fb0f5135313" providerId="ADAL" clId="{AE171C9D-A8B3-4AB5-91C0-52B3AD443501}" dt="2021-01-28T09:02:31.895" v="352" actId="14100"/>
        <pc:sldMkLst>
          <pc:docMk/>
          <pc:sldMk cId="1155857800" sldId="375"/>
        </pc:sldMkLst>
        <pc:spChg chg="mod">
          <ac:chgData name="鈴木 秀規" userId="f68c5fd9-22d5-4c0a-9833-7fb0f5135313" providerId="ADAL" clId="{AE171C9D-A8B3-4AB5-91C0-52B3AD443501}" dt="2021-01-28T09:00:55.370" v="330"/>
          <ac:spMkLst>
            <pc:docMk/>
            <pc:sldMk cId="1155857800" sldId="375"/>
            <ac:spMk id="3" creationId="{4BF1C48F-1D23-4F10-BF6E-83490E6C205E}"/>
          </ac:spMkLst>
        </pc:spChg>
        <pc:spChg chg="mod">
          <ac:chgData name="鈴木 秀規" userId="f68c5fd9-22d5-4c0a-9833-7fb0f5135313" providerId="ADAL" clId="{AE171C9D-A8B3-4AB5-91C0-52B3AD443501}" dt="2021-01-28T09:01:08.339" v="335" actId="14100"/>
          <ac:spMkLst>
            <pc:docMk/>
            <pc:sldMk cId="1155857800" sldId="375"/>
            <ac:spMk id="5" creationId="{A245D60A-AEFB-4A28-95C4-6A74FCB912E5}"/>
          </ac:spMkLst>
        </pc:spChg>
        <pc:spChg chg="add mod">
          <ac:chgData name="鈴木 秀規" userId="f68c5fd9-22d5-4c0a-9833-7fb0f5135313" providerId="ADAL" clId="{AE171C9D-A8B3-4AB5-91C0-52B3AD443501}" dt="2021-01-28T09:01:51.924" v="347" actId="14100"/>
          <ac:spMkLst>
            <pc:docMk/>
            <pc:sldMk cId="1155857800" sldId="375"/>
            <ac:spMk id="6" creationId="{95819D2C-6F3A-4C2F-A0F2-4F79EB8F42A8}"/>
          </ac:spMkLst>
        </pc:spChg>
        <pc:spChg chg="add mod">
          <ac:chgData name="鈴木 秀規" userId="f68c5fd9-22d5-4c0a-9833-7fb0f5135313" providerId="ADAL" clId="{AE171C9D-A8B3-4AB5-91C0-52B3AD443501}" dt="2021-01-28T09:02:31.895" v="352" actId="14100"/>
          <ac:spMkLst>
            <pc:docMk/>
            <pc:sldMk cId="1155857800" sldId="375"/>
            <ac:spMk id="7" creationId="{BBCDBBF3-AB3C-4B48-9945-FF16E18B256F}"/>
          </ac:spMkLst>
        </pc:spChg>
      </pc:sldChg>
      <pc:sldChg chg="del">
        <pc:chgData name="鈴木 秀規" userId="f68c5fd9-22d5-4c0a-9833-7fb0f5135313" providerId="ADAL" clId="{AE171C9D-A8B3-4AB5-91C0-52B3AD443501}" dt="2021-01-28T08:23:42.589" v="26" actId="2696"/>
        <pc:sldMkLst>
          <pc:docMk/>
          <pc:sldMk cId="1996051249" sldId="376"/>
        </pc:sldMkLst>
      </pc:sldChg>
      <pc:sldChg chg="addSp modSp new mod">
        <pc:chgData name="鈴木 秀規" userId="f68c5fd9-22d5-4c0a-9833-7fb0f5135313" providerId="ADAL" clId="{AE171C9D-A8B3-4AB5-91C0-52B3AD443501}" dt="2021-01-28T09:03:57.978" v="367" actId="14100"/>
        <pc:sldMkLst>
          <pc:docMk/>
          <pc:sldMk cId="2003241689" sldId="376"/>
        </pc:sldMkLst>
        <pc:spChg chg="mod">
          <ac:chgData name="鈴木 秀規" userId="f68c5fd9-22d5-4c0a-9833-7fb0f5135313" providerId="ADAL" clId="{AE171C9D-A8B3-4AB5-91C0-52B3AD443501}" dt="2021-01-28T09:02:45.116" v="354"/>
          <ac:spMkLst>
            <pc:docMk/>
            <pc:sldMk cId="2003241689" sldId="376"/>
            <ac:spMk id="3" creationId="{E4682568-1295-478A-92AE-7F84AF8BE51C}"/>
          </ac:spMkLst>
        </pc:spChg>
        <pc:spChg chg="mod">
          <ac:chgData name="鈴木 秀規" userId="f68c5fd9-22d5-4c0a-9833-7fb0f5135313" providerId="ADAL" clId="{AE171C9D-A8B3-4AB5-91C0-52B3AD443501}" dt="2021-01-28T09:02:54.761" v="357" actId="14100"/>
          <ac:spMkLst>
            <pc:docMk/>
            <pc:sldMk cId="2003241689" sldId="376"/>
            <ac:spMk id="5" creationId="{7874FB13-0033-4D65-9C4D-DABA47369DA4}"/>
          </ac:spMkLst>
        </pc:spChg>
        <pc:spChg chg="add mod">
          <ac:chgData name="鈴木 秀規" userId="f68c5fd9-22d5-4c0a-9833-7fb0f5135313" providerId="ADAL" clId="{AE171C9D-A8B3-4AB5-91C0-52B3AD443501}" dt="2021-01-28T09:03:36.246" v="364" actId="2711"/>
          <ac:spMkLst>
            <pc:docMk/>
            <pc:sldMk cId="2003241689" sldId="376"/>
            <ac:spMk id="6" creationId="{E0CEA451-5366-4ABF-AF2C-DD94507D7541}"/>
          </ac:spMkLst>
        </pc:spChg>
        <pc:spChg chg="add mod">
          <ac:chgData name="鈴木 秀規" userId="f68c5fd9-22d5-4c0a-9833-7fb0f5135313" providerId="ADAL" clId="{AE171C9D-A8B3-4AB5-91C0-52B3AD443501}" dt="2021-01-28T09:03:36.246" v="364" actId="2711"/>
          <ac:spMkLst>
            <pc:docMk/>
            <pc:sldMk cId="2003241689" sldId="376"/>
            <ac:spMk id="7" creationId="{069BADC0-893D-498B-8216-F9ED79BC3FC3}"/>
          </ac:spMkLst>
        </pc:spChg>
        <pc:spChg chg="add mod">
          <ac:chgData name="鈴木 秀規" userId="f68c5fd9-22d5-4c0a-9833-7fb0f5135313" providerId="ADAL" clId="{AE171C9D-A8B3-4AB5-91C0-52B3AD443501}" dt="2021-01-28T09:03:36.246" v="364" actId="2711"/>
          <ac:spMkLst>
            <pc:docMk/>
            <pc:sldMk cId="2003241689" sldId="376"/>
            <ac:spMk id="8" creationId="{9E501490-B036-4BD2-B832-C7CEBEA251A1}"/>
          </ac:spMkLst>
        </pc:spChg>
        <pc:spChg chg="add mod">
          <ac:chgData name="鈴木 秀規" userId="f68c5fd9-22d5-4c0a-9833-7fb0f5135313" providerId="ADAL" clId="{AE171C9D-A8B3-4AB5-91C0-52B3AD443501}" dt="2021-01-28T09:03:52.800" v="366" actId="14100"/>
          <ac:spMkLst>
            <pc:docMk/>
            <pc:sldMk cId="2003241689" sldId="376"/>
            <ac:spMk id="9" creationId="{ED7ADC8C-D7C8-497B-95F1-B64E7F57A2A6}"/>
          </ac:spMkLst>
        </pc:spChg>
        <pc:spChg chg="add mod">
          <ac:chgData name="鈴木 秀規" userId="f68c5fd9-22d5-4c0a-9833-7fb0f5135313" providerId="ADAL" clId="{AE171C9D-A8B3-4AB5-91C0-52B3AD443501}" dt="2021-01-28T09:03:57.978" v="367" actId="14100"/>
          <ac:spMkLst>
            <pc:docMk/>
            <pc:sldMk cId="2003241689" sldId="376"/>
            <ac:spMk id="10" creationId="{54DE6F70-0E7D-42E1-8A6A-C826956AF346}"/>
          </ac:spMkLst>
        </pc:spChg>
        <pc:spChg chg="add mod">
          <ac:chgData name="鈴木 秀規" userId="f68c5fd9-22d5-4c0a-9833-7fb0f5135313" providerId="ADAL" clId="{AE171C9D-A8B3-4AB5-91C0-52B3AD443501}" dt="2021-01-28T09:03:36.246" v="364" actId="2711"/>
          <ac:spMkLst>
            <pc:docMk/>
            <pc:sldMk cId="2003241689" sldId="376"/>
            <ac:spMk id="11" creationId="{DC8A545F-291D-4CEF-B1FE-B53DDD12205E}"/>
          </ac:spMkLst>
        </pc:spChg>
        <pc:spChg chg="add mod">
          <ac:chgData name="鈴木 秀規" userId="f68c5fd9-22d5-4c0a-9833-7fb0f5135313" providerId="ADAL" clId="{AE171C9D-A8B3-4AB5-91C0-52B3AD443501}" dt="2021-01-28T09:03:36.246" v="364" actId="2711"/>
          <ac:spMkLst>
            <pc:docMk/>
            <pc:sldMk cId="2003241689" sldId="376"/>
            <ac:spMk id="12" creationId="{D0EB1E79-CEB5-472C-A83F-14E2367031FE}"/>
          </ac:spMkLst>
        </pc:spChg>
        <pc:spChg chg="add mod">
          <ac:chgData name="鈴木 秀規" userId="f68c5fd9-22d5-4c0a-9833-7fb0f5135313" providerId="ADAL" clId="{AE171C9D-A8B3-4AB5-91C0-52B3AD443501}" dt="2021-01-28T09:03:36.246" v="364" actId="2711"/>
          <ac:spMkLst>
            <pc:docMk/>
            <pc:sldMk cId="2003241689" sldId="376"/>
            <ac:spMk id="13" creationId="{C5621F42-019C-4CA8-9B08-6D212CEDE0AF}"/>
          </ac:spMkLst>
        </pc:spChg>
        <pc:spChg chg="add mod">
          <ac:chgData name="鈴木 秀規" userId="f68c5fd9-22d5-4c0a-9833-7fb0f5135313" providerId="ADAL" clId="{AE171C9D-A8B3-4AB5-91C0-52B3AD443501}" dt="2021-01-28T09:03:36.246" v="364" actId="2711"/>
          <ac:spMkLst>
            <pc:docMk/>
            <pc:sldMk cId="2003241689" sldId="376"/>
            <ac:spMk id="14" creationId="{45233C8B-FAF5-48E3-A8A0-DB5ECA0DB093}"/>
          </ac:spMkLst>
        </pc:spChg>
        <pc:spChg chg="add mod">
          <ac:chgData name="鈴木 秀規" userId="f68c5fd9-22d5-4c0a-9833-7fb0f5135313" providerId="ADAL" clId="{AE171C9D-A8B3-4AB5-91C0-52B3AD443501}" dt="2021-01-28T09:03:46.484" v="365" actId="207"/>
          <ac:spMkLst>
            <pc:docMk/>
            <pc:sldMk cId="2003241689" sldId="376"/>
            <ac:spMk id="15" creationId="{06FBD471-513F-460C-855B-4E4FBEFEFEF2}"/>
          </ac:spMkLst>
        </pc:spChg>
        <pc:spChg chg="add mod">
          <ac:chgData name="鈴木 秀規" userId="f68c5fd9-22d5-4c0a-9833-7fb0f5135313" providerId="ADAL" clId="{AE171C9D-A8B3-4AB5-91C0-52B3AD443501}" dt="2021-01-28T09:03:46.484" v="365" actId="207"/>
          <ac:spMkLst>
            <pc:docMk/>
            <pc:sldMk cId="2003241689" sldId="376"/>
            <ac:spMk id="16" creationId="{5CCDC4DB-AAB7-4910-82F0-CE9C82E02D90}"/>
          </ac:spMkLst>
        </pc:spChg>
        <pc:spChg chg="add mod">
          <ac:chgData name="鈴木 秀規" userId="f68c5fd9-22d5-4c0a-9833-7fb0f5135313" providerId="ADAL" clId="{AE171C9D-A8B3-4AB5-91C0-52B3AD443501}" dt="2021-01-28T09:03:46.484" v="365" actId="207"/>
          <ac:spMkLst>
            <pc:docMk/>
            <pc:sldMk cId="2003241689" sldId="376"/>
            <ac:spMk id="17" creationId="{078697B7-F848-46FF-A6EA-57A825DDB638}"/>
          </ac:spMkLst>
        </pc:spChg>
        <pc:spChg chg="add mod">
          <ac:chgData name="鈴木 秀規" userId="f68c5fd9-22d5-4c0a-9833-7fb0f5135313" providerId="ADAL" clId="{AE171C9D-A8B3-4AB5-91C0-52B3AD443501}" dt="2021-01-28T09:03:36.246" v="364" actId="2711"/>
          <ac:spMkLst>
            <pc:docMk/>
            <pc:sldMk cId="2003241689" sldId="376"/>
            <ac:spMk id="18" creationId="{B6CF7752-F728-49E4-925A-9FA36F68C2CE}"/>
          </ac:spMkLst>
        </pc:spChg>
      </pc:sldChg>
      <pc:sldChg chg="addSp modSp new mod">
        <pc:chgData name="鈴木 秀規" userId="f68c5fd9-22d5-4c0a-9833-7fb0f5135313" providerId="ADAL" clId="{AE171C9D-A8B3-4AB5-91C0-52B3AD443501}" dt="2021-01-28T09:04:58.722" v="377" actId="2711"/>
        <pc:sldMkLst>
          <pc:docMk/>
          <pc:sldMk cId="156709775" sldId="377"/>
        </pc:sldMkLst>
        <pc:spChg chg="mod">
          <ac:chgData name="鈴木 秀規" userId="f68c5fd9-22d5-4c0a-9833-7fb0f5135313" providerId="ADAL" clId="{AE171C9D-A8B3-4AB5-91C0-52B3AD443501}" dt="2021-01-28T09:04:13.302" v="369"/>
          <ac:spMkLst>
            <pc:docMk/>
            <pc:sldMk cId="156709775" sldId="377"/>
            <ac:spMk id="3" creationId="{5401838A-E061-4A4D-BB55-65687E6E46C8}"/>
          </ac:spMkLst>
        </pc:spChg>
        <pc:spChg chg="mod">
          <ac:chgData name="鈴木 秀規" userId="f68c5fd9-22d5-4c0a-9833-7fb0f5135313" providerId="ADAL" clId="{AE171C9D-A8B3-4AB5-91C0-52B3AD443501}" dt="2021-01-28T09:04:27.592" v="372" actId="14100"/>
          <ac:spMkLst>
            <pc:docMk/>
            <pc:sldMk cId="156709775" sldId="377"/>
            <ac:spMk id="5" creationId="{66725D84-5746-4911-ADD1-DAB0568797E6}"/>
          </ac:spMkLst>
        </pc:spChg>
        <pc:spChg chg="add mod">
          <ac:chgData name="鈴木 秀規" userId="f68c5fd9-22d5-4c0a-9833-7fb0f5135313" providerId="ADAL" clId="{AE171C9D-A8B3-4AB5-91C0-52B3AD443501}" dt="2021-01-28T09:04:58.722" v="377" actId="2711"/>
          <ac:spMkLst>
            <pc:docMk/>
            <pc:sldMk cId="156709775" sldId="377"/>
            <ac:spMk id="10" creationId="{54054970-B28B-48D8-AF30-D9FEC354E0E9}"/>
          </ac:spMkLst>
        </pc:spChg>
        <pc:spChg chg="add mod">
          <ac:chgData name="鈴木 秀規" userId="f68c5fd9-22d5-4c0a-9833-7fb0f5135313" providerId="ADAL" clId="{AE171C9D-A8B3-4AB5-91C0-52B3AD443501}" dt="2021-01-28T09:04:58.722" v="377" actId="2711"/>
          <ac:spMkLst>
            <pc:docMk/>
            <pc:sldMk cId="156709775" sldId="377"/>
            <ac:spMk id="11" creationId="{6A6EEA7D-E2B1-4097-BDFC-3D35E0AF506C}"/>
          </ac:spMkLst>
        </pc:spChg>
        <pc:spChg chg="add mod">
          <ac:chgData name="鈴木 秀規" userId="f68c5fd9-22d5-4c0a-9833-7fb0f5135313" providerId="ADAL" clId="{AE171C9D-A8B3-4AB5-91C0-52B3AD443501}" dt="2021-01-28T09:04:58.722" v="377" actId="2711"/>
          <ac:spMkLst>
            <pc:docMk/>
            <pc:sldMk cId="156709775" sldId="377"/>
            <ac:spMk id="12" creationId="{76A2137A-DF78-47C6-9DFF-B0679D1E8418}"/>
          </ac:spMkLst>
        </pc:spChg>
        <pc:picChg chg="add mod">
          <ac:chgData name="鈴木 秀規" userId="f68c5fd9-22d5-4c0a-9833-7fb0f5135313" providerId="ADAL" clId="{AE171C9D-A8B3-4AB5-91C0-52B3AD443501}" dt="2021-01-28T09:04:38.940" v="374" actId="1076"/>
          <ac:picMkLst>
            <pc:docMk/>
            <pc:sldMk cId="156709775" sldId="377"/>
            <ac:picMk id="6" creationId="{F6FCFE43-A9F9-4BBA-9C74-D18910D615E9}"/>
          </ac:picMkLst>
        </pc:picChg>
        <pc:picChg chg="add mod">
          <ac:chgData name="鈴木 秀規" userId="f68c5fd9-22d5-4c0a-9833-7fb0f5135313" providerId="ADAL" clId="{AE171C9D-A8B3-4AB5-91C0-52B3AD443501}" dt="2021-01-28T09:04:38.940" v="374" actId="1076"/>
          <ac:picMkLst>
            <pc:docMk/>
            <pc:sldMk cId="156709775" sldId="377"/>
            <ac:picMk id="7" creationId="{02629BC7-352E-418B-990D-D34CA7AA0043}"/>
          </ac:picMkLst>
        </pc:picChg>
        <pc:picChg chg="add mod">
          <ac:chgData name="鈴木 秀規" userId="f68c5fd9-22d5-4c0a-9833-7fb0f5135313" providerId="ADAL" clId="{AE171C9D-A8B3-4AB5-91C0-52B3AD443501}" dt="2021-01-28T09:04:38.940" v="374" actId="1076"/>
          <ac:picMkLst>
            <pc:docMk/>
            <pc:sldMk cId="156709775" sldId="377"/>
            <ac:picMk id="8" creationId="{3BB846BF-99D7-4CD4-9777-265CFB6E5D30}"/>
          </ac:picMkLst>
        </pc:picChg>
        <pc:picChg chg="add mod">
          <ac:chgData name="鈴木 秀規" userId="f68c5fd9-22d5-4c0a-9833-7fb0f5135313" providerId="ADAL" clId="{AE171C9D-A8B3-4AB5-91C0-52B3AD443501}" dt="2021-01-28T09:04:44.274" v="375" actId="1076"/>
          <ac:picMkLst>
            <pc:docMk/>
            <pc:sldMk cId="156709775" sldId="377"/>
            <ac:picMk id="9" creationId="{2D5B8E67-14EA-4594-8CD3-8DBE5AE09A8E}"/>
          </ac:picMkLst>
        </pc:picChg>
        <pc:picChg chg="add mod">
          <ac:chgData name="鈴木 秀規" userId="f68c5fd9-22d5-4c0a-9833-7fb0f5135313" providerId="ADAL" clId="{AE171C9D-A8B3-4AB5-91C0-52B3AD443501}" dt="2021-01-28T09:04:44.274" v="375" actId="1076"/>
          <ac:picMkLst>
            <pc:docMk/>
            <pc:sldMk cId="156709775" sldId="377"/>
            <ac:picMk id="16" creationId="{A357833A-765C-45DE-9C17-AEB30756D492}"/>
          </ac:picMkLst>
        </pc:picChg>
        <pc:picChg chg="add mod">
          <ac:chgData name="鈴木 秀規" userId="f68c5fd9-22d5-4c0a-9833-7fb0f5135313" providerId="ADAL" clId="{AE171C9D-A8B3-4AB5-91C0-52B3AD443501}" dt="2021-01-28T09:04:44.274" v="375" actId="1076"/>
          <ac:picMkLst>
            <pc:docMk/>
            <pc:sldMk cId="156709775" sldId="377"/>
            <ac:picMk id="17" creationId="{72F9336A-E609-404F-97AC-64224C3EA06A}"/>
          </ac:picMkLst>
        </pc:picChg>
        <pc:cxnChg chg="add mod">
          <ac:chgData name="鈴木 秀規" userId="f68c5fd9-22d5-4c0a-9833-7fb0f5135313" providerId="ADAL" clId="{AE171C9D-A8B3-4AB5-91C0-52B3AD443501}" dt="2021-01-28T09:04:44.274" v="375" actId="1076"/>
          <ac:cxnSpMkLst>
            <pc:docMk/>
            <pc:sldMk cId="156709775" sldId="377"/>
            <ac:cxnSpMk id="13" creationId="{F587428A-4F1F-49AE-A885-2A5F2079DD79}"/>
          </ac:cxnSpMkLst>
        </pc:cxnChg>
        <pc:cxnChg chg="add mod">
          <ac:chgData name="鈴木 秀規" userId="f68c5fd9-22d5-4c0a-9833-7fb0f5135313" providerId="ADAL" clId="{AE171C9D-A8B3-4AB5-91C0-52B3AD443501}" dt="2021-01-28T09:04:44.274" v="375" actId="1076"/>
          <ac:cxnSpMkLst>
            <pc:docMk/>
            <pc:sldMk cId="156709775" sldId="377"/>
            <ac:cxnSpMk id="14" creationId="{120221B7-5B2C-4B4C-99B3-EC62053BAC57}"/>
          </ac:cxnSpMkLst>
        </pc:cxnChg>
        <pc:cxnChg chg="add mod">
          <ac:chgData name="鈴木 秀規" userId="f68c5fd9-22d5-4c0a-9833-7fb0f5135313" providerId="ADAL" clId="{AE171C9D-A8B3-4AB5-91C0-52B3AD443501}" dt="2021-01-28T09:04:44.274" v="375" actId="1076"/>
          <ac:cxnSpMkLst>
            <pc:docMk/>
            <pc:sldMk cId="156709775" sldId="377"/>
            <ac:cxnSpMk id="15" creationId="{0A02DFF5-109F-499C-BD8C-C3064660340F}"/>
          </ac:cxnSpMkLst>
        </pc:cxnChg>
      </pc:sldChg>
      <pc:sldChg chg="del">
        <pc:chgData name="鈴木 秀規" userId="f68c5fd9-22d5-4c0a-9833-7fb0f5135313" providerId="ADAL" clId="{AE171C9D-A8B3-4AB5-91C0-52B3AD443501}" dt="2021-01-28T08:23:42.589" v="26" actId="2696"/>
        <pc:sldMkLst>
          <pc:docMk/>
          <pc:sldMk cId="3493943848" sldId="377"/>
        </pc:sldMkLst>
      </pc:sldChg>
      <pc:sldChg chg="del">
        <pc:chgData name="鈴木 秀規" userId="f68c5fd9-22d5-4c0a-9833-7fb0f5135313" providerId="ADAL" clId="{AE171C9D-A8B3-4AB5-91C0-52B3AD443501}" dt="2021-01-28T08:23:42.589" v="26" actId="2696"/>
        <pc:sldMkLst>
          <pc:docMk/>
          <pc:sldMk cId="3488235805" sldId="378"/>
        </pc:sldMkLst>
      </pc:sldChg>
      <pc:sldChg chg="addSp delSp modSp new mod">
        <pc:chgData name="鈴木 秀規" userId="f68c5fd9-22d5-4c0a-9833-7fb0f5135313" providerId="ADAL" clId="{AE171C9D-A8B3-4AB5-91C0-52B3AD443501}" dt="2021-01-28T09:08:08.892" v="418" actId="207"/>
        <pc:sldMkLst>
          <pc:docMk/>
          <pc:sldMk cId="4226280389" sldId="378"/>
        </pc:sldMkLst>
        <pc:spChg chg="mod">
          <ac:chgData name="鈴木 秀規" userId="f68c5fd9-22d5-4c0a-9833-7fb0f5135313" providerId="ADAL" clId="{AE171C9D-A8B3-4AB5-91C0-52B3AD443501}" dt="2021-01-28T09:05:23.693" v="379"/>
          <ac:spMkLst>
            <pc:docMk/>
            <pc:sldMk cId="4226280389" sldId="378"/>
            <ac:spMk id="3" creationId="{3DB11A7F-4861-415A-8EF5-B13845B979BB}"/>
          </ac:spMkLst>
        </pc:spChg>
        <pc:spChg chg="mod">
          <ac:chgData name="鈴木 秀規" userId="f68c5fd9-22d5-4c0a-9833-7fb0f5135313" providerId="ADAL" clId="{AE171C9D-A8B3-4AB5-91C0-52B3AD443501}" dt="2021-01-28T09:05:43.589" v="384" actId="113"/>
          <ac:spMkLst>
            <pc:docMk/>
            <pc:sldMk cId="4226280389" sldId="378"/>
            <ac:spMk id="5" creationId="{F109021C-31B2-4C35-8FA5-D85760F72C35}"/>
          </ac:spMkLst>
        </pc:spChg>
        <pc:spChg chg="add mod">
          <ac:chgData name="鈴木 秀規" userId="f68c5fd9-22d5-4c0a-9833-7fb0f5135313" providerId="ADAL" clId="{AE171C9D-A8B3-4AB5-91C0-52B3AD443501}" dt="2021-01-28T09:06:21.557" v="391" actId="14100"/>
          <ac:spMkLst>
            <pc:docMk/>
            <pc:sldMk cId="4226280389" sldId="378"/>
            <ac:spMk id="6" creationId="{47748407-37AF-4E05-8377-82E023146AE6}"/>
          </ac:spMkLst>
        </pc:spChg>
        <pc:spChg chg="add del mod">
          <ac:chgData name="鈴木 秀規" userId="f68c5fd9-22d5-4c0a-9833-7fb0f5135313" providerId="ADAL" clId="{AE171C9D-A8B3-4AB5-91C0-52B3AD443501}" dt="2021-01-28T09:06:28.261" v="393" actId="478"/>
          <ac:spMkLst>
            <pc:docMk/>
            <pc:sldMk cId="4226280389" sldId="378"/>
            <ac:spMk id="7" creationId="{5D7C18B2-107D-41E4-8965-FAFD63F39698}"/>
          </ac:spMkLst>
        </pc:spChg>
        <pc:spChg chg="add mod">
          <ac:chgData name="鈴木 秀規" userId="f68c5fd9-22d5-4c0a-9833-7fb0f5135313" providerId="ADAL" clId="{AE171C9D-A8B3-4AB5-91C0-52B3AD443501}" dt="2021-01-28T09:06:56.283" v="399" actId="207"/>
          <ac:spMkLst>
            <pc:docMk/>
            <pc:sldMk cId="4226280389" sldId="378"/>
            <ac:spMk id="8" creationId="{41D4D3DB-7F7B-42B8-B16B-83BCBD35D8C2}"/>
          </ac:spMkLst>
        </pc:spChg>
        <pc:spChg chg="add mod">
          <ac:chgData name="鈴木 秀規" userId="f68c5fd9-22d5-4c0a-9833-7fb0f5135313" providerId="ADAL" clId="{AE171C9D-A8B3-4AB5-91C0-52B3AD443501}" dt="2021-01-28T09:07:21.737" v="407" actId="1076"/>
          <ac:spMkLst>
            <pc:docMk/>
            <pc:sldMk cId="4226280389" sldId="378"/>
            <ac:spMk id="9" creationId="{17C2C203-0B47-44BC-86E2-094C1DC9AD85}"/>
          </ac:spMkLst>
        </pc:spChg>
        <pc:spChg chg="add mod">
          <ac:chgData name="鈴木 秀規" userId="f68c5fd9-22d5-4c0a-9833-7fb0f5135313" providerId="ADAL" clId="{AE171C9D-A8B3-4AB5-91C0-52B3AD443501}" dt="2021-01-28T09:07:36.262" v="410" actId="14100"/>
          <ac:spMkLst>
            <pc:docMk/>
            <pc:sldMk cId="4226280389" sldId="378"/>
            <ac:spMk id="10" creationId="{202C18EF-6A13-457D-AF97-7C2533B5B32B}"/>
          </ac:spMkLst>
        </pc:spChg>
        <pc:spChg chg="add mod">
          <ac:chgData name="鈴木 秀規" userId="f68c5fd9-22d5-4c0a-9833-7fb0f5135313" providerId="ADAL" clId="{AE171C9D-A8B3-4AB5-91C0-52B3AD443501}" dt="2021-01-28T09:08:08.892" v="418" actId="207"/>
          <ac:spMkLst>
            <pc:docMk/>
            <pc:sldMk cId="4226280389" sldId="378"/>
            <ac:spMk id="14" creationId="{9648B3C7-6E71-4957-B3BE-854366D6D56C}"/>
          </ac:spMkLst>
        </pc:spChg>
        <pc:cxnChg chg="add mod">
          <ac:chgData name="鈴木 秀規" userId="f68c5fd9-22d5-4c0a-9833-7fb0f5135313" providerId="ADAL" clId="{AE171C9D-A8B3-4AB5-91C0-52B3AD443501}" dt="2021-01-28T09:08:05.175" v="417" actId="14100"/>
          <ac:cxnSpMkLst>
            <pc:docMk/>
            <pc:sldMk cId="4226280389" sldId="378"/>
            <ac:cxnSpMk id="11" creationId="{5E87E17D-A5F0-432E-8E96-89F2966E0183}"/>
          </ac:cxnSpMkLst>
        </pc:cxnChg>
      </pc:sldChg>
      <pc:sldChg chg="addSp modSp new mod">
        <pc:chgData name="鈴木 秀規" userId="f68c5fd9-22d5-4c0a-9833-7fb0f5135313" providerId="ADAL" clId="{AE171C9D-A8B3-4AB5-91C0-52B3AD443501}" dt="2021-01-28T09:09:47.470" v="432" actId="207"/>
        <pc:sldMkLst>
          <pc:docMk/>
          <pc:sldMk cId="687387428" sldId="379"/>
        </pc:sldMkLst>
        <pc:spChg chg="mod">
          <ac:chgData name="鈴木 秀規" userId="f68c5fd9-22d5-4c0a-9833-7fb0f5135313" providerId="ADAL" clId="{AE171C9D-A8B3-4AB5-91C0-52B3AD443501}" dt="2021-01-28T09:08:23.547" v="420"/>
          <ac:spMkLst>
            <pc:docMk/>
            <pc:sldMk cId="687387428" sldId="379"/>
            <ac:spMk id="3" creationId="{DDD6E265-8645-41BB-B3C3-86F83FC86AA0}"/>
          </ac:spMkLst>
        </pc:spChg>
        <pc:spChg chg="mod">
          <ac:chgData name="鈴木 秀規" userId="f68c5fd9-22d5-4c0a-9833-7fb0f5135313" providerId="ADAL" clId="{AE171C9D-A8B3-4AB5-91C0-52B3AD443501}" dt="2021-01-28T09:08:36.679" v="423" actId="14100"/>
          <ac:spMkLst>
            <pc:docMk/>
            <pc:sldMk cId="687387428" sldId="379"/>
            <ac:spMk id="5" creationId="{CFFB7B23-2078-4831-B2C9-3619DE2E350D}"/>
          </ac:spMkLst>
        </pc:spChg>
        <pc:spChg chg="add mod">
          <ac:chgData name="鈴木 秀規" userId="f68c5fd9-22d5-4c0a-9833-7fb0f5135313" providerId="ADAL" clId="{AE171C9D-A8B3-4AB5-91C0-52B3AD443501}" dt="2021-01-28T09:09:03.905" v="428" actId="14100"/>
          <ac:spMkLst>
            <pc:docMk/>
            <pc:sldMk cId="687387428" sldId="379"/>
            <ac:spMk id="6" creationId="{A5BB5D39-EC36-4B8B-A27D-52DBBD213A04}"/>
          </ac:spMkLst>
        </pc:spChg>
        <pc:spChg chg="add mod">
          <ac:chgData name="鈴木 秀規" userId="f68c5fd9-22d5-4c0a-9833-7fb0f5135313" providerId="ADAL" clId="{AE171C9D-A8B3-4AB5-91C0-52B3AD443501}" dt="2021-01-28T09:09:47.470" v="432" actId="207"/>
          <ac:spMkLst>
            <pc:docMk/>
            <pc:sldMk cId="687387428" sldId="379"/>
            <ac:spMk id="7" creationId="{991EBFC0-0FCA-4958-9FEA-A87AAA733828}"/>
          </ac:spMkLst>
        </pc:spChg>
      </pc:sldChg>
      <pc:sldChg chg="del">
        <pc:chgData name="鈴木 秀規" userId="f68c5fd9-22d5-4c0a-9833-7fb0f5135313" providerId="ADAL" clId="{AE171C9D-A8B3-4AB5-91C0-52B3AD443501}" dt="2021-01-28T08:23:42.589" v="26" actId="2696"/>
        <pc:sldMkLst>
          <pc:docMk/>
          <pc:sldMk cId="2796318075" sldId="379"/>
        </pc:sldMkLst>
      </pc:sldChg>
      <pc:sldChg chg="addSp modSp new mod">
        <pc:chgData name="鈴木 秀規" userId="f68c5fd9-22d5-4c0a-9833-7fb0f5135313" providerId="ADAL" clId="{AE171C9D-A8B3-4AB5-91C0-52B3AD443501}" dt="2021-01-28T09:12:08.581" v="470" actId="1076"/>
        <pc:sldMkLst>
          <pc:docMk/>
          <pc:sldMk cId="1295816778" sldId="380"/>
        </pc:sldMkLst>
        <pc:spChg chg="mod">
          <ac:chgData name="鈴木 秀規" userId="f68c5fd9-22d5-4c0a-9833-7fb0f5135313" providerId="ADAL" clId="{AE171C9D-A8B3-4AB5-91C0-52B3AD443501}" dt="2021-01-28T09:10:00.502" v="434"/>
          <ac:spMkLst>
            <pc:docMk/>
            <pc:sldMk cId="1295816778" sldId="380"/>
            <ac:spMk id="3" creationId="{9D9060F4-D23A-4002-9C27-7D636EF9922B}"/>
          </ac:spMkLst>
        </pc:spChg>
        <pc:spChg chg="mod">
          <ac:chgData name="鈴木 秀規" userId="f68c5fd9-22d5-4c0a-9833-7fb0f5135313" providerId="ADAL" clId="{AE171C9D-A8B3-4AB5-91C0-52B3AD443501}" dt="2021-01-28T09:10:24.070" v="445" actId="14100"/>
          <ac:spMkLst>
            <pc:docMk/>
            <pc:sldMk cId="1295816778" sldId="380"/>
            <ac:spMk id="5" creationId="{D12DA5E9-F3F5-4F7C-AB62-3360BA0BE6B8}"/>
          </ac:spMkLst>
        </pc:spChg>
        <pc:spChg chg="add mod">
          <ac:chgData name="鈴木 秀規" userId="f68c5fd9-22d5-4c0a-9833-7fb0f5135313" providerId="ADAL" clId="{AE171C9D-A8B3-4AB5-91C0-52B3AD443501}" dt="2021-01-28T09:10:55.099" v="451" actId="1076"/>
          <ac:spMkLst>
            <pc:docMk/>
            <pc:sldMk cId="1295816778" sldId="380"/>
            <ac:spMk id="6" creationId="{2FE73017-FDCB-40C6-854F-8FB441553F0B}"/>
          </ac:spMkLst>
        </pc:spChg>
        <pc:picChg chg="add mod">
          <ac:chgData name="鈴木 秀規" userId="f68c5fd9-22d5-4c0a-9833-7fb0f5135313" providerId="ADAL" clId="{AE171C9D-A8B3-4AB5-91C0-52B3AD443501}" dt="2021-01-28T09:12:08.581" v="470" actId="1076"/>
          <ac:picMkLst>
            <pc:docMk/>
            <pc:sldMk cId="1295816778" sldId="380"/>
            <ac:picMk id="7" creationId="{FB62679B-3CB4-4F1B-BD49-886651EEA2A4}"/>
          </ac:picMkLst>
        </pc:picChg>
      </pc:sldChg>
      <pc:sldChg chg="del">
        <pc:chgData name="鈴木 秀規" userId="f68c5fd9-22d5-4c0a-9833-7fb0f5135313" providerId="ADAL" clId="{AE171C9D-A8B3-4AB5-91C0-52B3AD443501}" dt="2021-01-28T08:23:42.589" v="26" actId="2696"/>
        <pc:sldMkLst>
          <pc:docMk/>
          <pc:sldMk cId="3487842613" sldId="380"/>
        </pc:sldMkLst>
      </pc:sldChg>
      <pc:sldChg chg="addSp modSp new mod">
        <pc:chgData name="鈴木 秀規" userId="f68c5fd9-22d5-4c0a-9833-7fb0f5135313" providerId="ADAL" clId="{AE171C9D-A8B3-4AB5-91C0-52B3AD443501}" dt="2021-01-28T09:12:45.129" v="477" actId="208"/>
        <pc:sldMkLst>
          <pc:docMk/>
          <pc:sldMk cId="1094552731" sldId="381"/>
        </pc:sldMkLst>
        <pc:spChg chg="mod">
          <ac:chgData name="鈴木 秀規" userId="f68c5fd9-22d5-4c0a-9833-7fb0f5135313" providerId="ADAL" clId="{AE171C9D-A8B3-4AB5-91C0-52B3AD443501}" dt="2021-01-28T09:11:17.507" v="457"/>
          <ac:spMkLst>
            <pc:docMk/>
            <pc:sldMk cId="1094552731" sldId="381"/>
            <ac:spMk id="3" creationId="{C6019B33-9938-44D3-8169-546A1659375A}"/>
          </ac:spMkLst>
        </pc:spChg>
        <pc:spChg chg="mod">
          <ac:chgData name="鈴木 秀規" userId="f68c5fd9-22d5-4c0a-9833-7fb0f5135313" providerId="ADAL" clId="{AE171C9D-A8B3-4AB5-91C0-52B3AD443501}" dt="2021-01-28T09:11:47.098" v="468" actId="14100"/>
          <ac:spMkLst>
            <pc:docMk/>
            <pc:sldMk cId="1094552731" sldId="381"/>
            <ac:spMk id="5" creationId="{2CC54A8B-99C7-4AB1-B5AD-00E148ACA1ED}"/>
          </ac:spMkLst>
        </pc:spChg>
        <pc:spChg chg="add mod">
          <ac:chgData name="鈴木 秀規" userId="f68c5fd9-22d5-4c0a-9833-7fb0f5135313" providerId="ADAL" clId="{AE171C9D-A8B3-4AB5-91C0-52B3AD443501}" dt="2021-01-28T09:12:03.621" v="469"/>
          <ac:spMkLst>
            <pc:docMk/>
            <pc:sldMk cId="1094552731" sldId="381"/>
            <ac:spMk id="6" creationId="{A30415AB-1285-4ABC-911C-B77ECA899127}"/>
          </ac:spMkLst>
        </pc:spChg>
        <pc:spChg chg="add mod">
          <ac:chgData name="鈴木 秀規" userId="f68c5fd9-22d5-4c0a-9833-7fb0f5135313" providerId="ADAL" clId="{AE171C9D-A8B3-4AB5-91C0-52B3AD443501}" dt="2021-01-28T09:12:23.351" v="473" actId="1076"/>
          <ac:spMkLst>
            <pc:docMk/>
            <pc:sldMk cId="1094552731" sldId="381"/>
            <ac:spMk id="8" creationId="{4EF15A16-1479-46B7-A531-AC7F379A8D09}"/>
          </ac:spMkLst>
        </pc:spChg>
        <pc:picChg chg="add mod">
          <ac:chgData name="鈴木 秀規" userId="f68c5fd9-22d5-4c0a-9833-7fb0f5135313" providerId="ADAL" clId="{AE171C9D-A8B3-4AB5-91C0-52B3AD443501}" dt="2021-01-28T09:12:11.036" v="471"/>
          <ac:picMkLst>
            <pc:docMk/>
            <pc:sldMk cId="1094552731" sldId="381"/>
            <ac:picMk id="7" creationId="{C36A14EA-A8AF-456E-94D3-533EFB48325F}"/>
          </ac:picMkLst>
        </pc:picChg>
        <pc:cxnChg chg="add mod">
          <ac:chgData name="鈴木 秀規" userId="f68c5fd9-22d5-4c0a-9833-7fb0f5135313" providerId="ADAL" clId="{AE171C9D-A8B3-4AB5-91C0-52B3AD443501}" dt="2021-01-28T09:12:45.129" v="477" actId="208"/>
          <ac:cxnSpMkLst>
            <pc:docMk/>
            <pc:sldMk cId="1094552731" sldId="381"/>
            <ac:cxnSpMk id="9" creationId="{5D963DF2-EDA9-42D9-9A2B-0D20586112D7}"/>
          </ac:cxnSpMkLst>
        </pc:cxnChg>
      </pc:sldChg>
      <pc:sldChg chg="del">
        <pc:chgData name="鈴木 秀規" userId="f68c5fd9-22d5-4c0a-9833-7fb0f5135313" providerId="ADAL" clId="{AE171C9D-A8B3-4AB5-91C0-52B3AD443501}" dt="2021-01-28T08:23:42.589" v="26" actId="2696"/>
        <pc:sldMkLst>
          <pc:docMk/>
          <pc:sldMk cId="1329678765" sldId="381"/>
        </pc:sldMkLst>
      </pc:sldChg>
      <pc:sldChg chg="del">
        <pc:chgData name="鈴木 秀規" userId="f68c5fd9-22d5-4c0a-9833-7fb0f5135313" providerId="ADAL" clId="{AE171C9D-A8B3-4AB5-91C0-52B3AD443501}" dt="2021-01-28T08:23:42.589" v="26" actId="2696"/>
        <pc:sldMkLst>
          <pc:docMk/>
          <pc:sldMk cId="1241536557" sldId="382"/>
        </pc:sldMkLst>
      </pc:sldChg>
      <pc:sldChg chg="addSp delSp modSp new mod">
        <pc:chgData name="鈴木 秀規" userId="f68c5fd9-22d5-4c0a-9833-7fb0f5135313" providerId="ADAL" clId="{AE171C9D-A8B3-4AB5-91C0-52B3AD443501}" dt="2021-01-28T09:14:11.366" v="501" actId="207"/>
        <pc:sldMkLst>
          <pc:docMk/>
          <pc:sldMk cId="3093851719" sldId="382"/>
        </pc:sldMkLst>
        <pc:spChg chg="mod">
          <ac:chgData name="鈴木 秀規" userId="f68c5fd9-22d5-4c0a-9833-7fb0f5135313" providerId="ADAL" clId="{AE171C9D-A8B3-4AB5-91C0-52B3AD443501}" dt="2021-01-28T09:13:01.717" v="479"/>
          <ac:spMkLst>
            <pc:docMk/>
            <pc:sldMk cId="3093851719" sldId="382"/>
            <ac:spMk id="3" creationId="{26542F04-7E49-4413-944A-94701047AC1D}"/>
          </ac:spMkLst>
        </pc:spChg>
        <pc:spChg chg="mod">
          <ac:chgData name="鈴木 秀規" userId="f68c5fd9-22d5-4c0a-9833-7fb0f5135313" providerId="ADAL" clId="{AE171C9D-A8B3-4AB5-91C0-52B3AD443501}" dt="2021-01-28T09:13:36.974" v="494" actId="207"/>
          <ac:spMkLst>
            <pc:docMk/>
            <pc:sldMk cId="3093851719" sldId="382"/>
            <ac:spMk id="5" creationId="{0908EEDD-676A-4B95-8E3D-23A91832AABE}"/>
          </ac:spMkLst>
        </pc:spChg>
        <pc:spChg chg="add del mod">
          <ac:chgData name="鈴木 秀規" userId="f68c5fd9-22d5-4c0a-9833-7fb0f5135313" providerId="ADAL" clId="{AE171C9D-A8B3-4AB5-91C0-52B3AD443501}" dt="2021-01-28T09:13:43.369" v="496"/>
          <ac:spMkLst>
            <pc:docMk/>
            <pc:sldMk cId="3093851719" sldId="382"/>
            <ac:spMk id="6" creationId="{06D85A39-A703-4BB4-9491-63D91E66F632}"/>
          </ac:spMkLst>
        </pc:spChg>
        <pc:spChg chg="add mod">
          <ac:chgData name="鈴木 秀規" userId="f68c5fd9-22d5-4c0a-9833-7fb0f5135313" providerId="ADAL" clId="{AE171C9D-A8B3-4AB5-91C0-52B3AD443501}" dt="2021-01-28T09:13:52.951" v="497"/>
          <ac:spMkLst>
            <pc:docMk/>
            <pc:sldMk cId="3093851719" sldId="382"/>
            <ac:spMk id="7" creationId="{CFF372B6-D1BD-4393-9D86-97422850ADD9}"/>
          </ac:spMkLst>
        </pc:spChg>
        <pc:spChg chg="add mod">
          <ac:chgData name="鈴木 秀規" userId="f68c5fd9-22d5-4c0a-9833-7fb0f5135313" providerId="ADAL" clId="{AE171C9D-A8B3-4AB5-91C0-52B3AD443501}" dt="2021-01-28T09:13:52.951" v="497"/>
          <ac:spMkLst>
            <pc:docMk/>
            <pc:sldMk cId="3093851719" sldId="382"/>
            <ac:spMk id="9" creationId="{E2074F30-F94F-4322-8528-49C0C53758CD}"/>
          </ac:spMkLst>
        </pc:spChg>
        <pc:spChg chg="add mod">
          <ac:chgData name="鈴木 秀規" userId="f68c5fd9-22d5-4c0a-9833-7fb0f5135313" providerId="ADAL" clId="{AE171C9D-A8B3-4AB5-91C0-52B3AD443501}" dt="2021-01-28T09:14:11.366" v="501" actId="207"/>
          <ac:spMkLst>
            <pc:docMk/>
            <pc:sldMk cId="3093851719" sldId="382"/>
            <ac:spMk id="11" creationId="{B194C144-DE0A-4F55-B5A6-92622E4A50E0}"/>
          </ac:spMkLst>
        </pc:spChg>
        <pc:picChg chg="add mod">
          <ac:chgData name="鈴木 秀規" userId="f68c5fd9-22d5-4c0a-9833-7fb0f5135313" providerId="ADAL" clId="{AE171C9D-A8B3-4AB5-91C0-52B3AD443501}" dt="2021-01-28T09:13:52.951" v="497"/>
          <ac:picMkLst>
            <pc:docMk/>
            <pc:sldMk cId="3093851719" sldId="382"/>
            <ac:picMk id="8" creationId="{67962541-D3A1-4BDB-BC88-F9AD3A19BEFC}"/>
          </ac:picMkLst>
        </pc:picChg>
        <pc:cxnChg chg="add mod">
          <ac:chgData name="鈴木 秀規" userId="f68c5fd9-22d5-4c0a-9833-7fb0f5135313" providerId="ADAL" clId="{AE171C9D-A8B3-4AB5-91C0-52B3AD443501}" dt="2021-01-28T09:13:52.951" v="497"/>
          <ac:cxnSpMkLst>
            <pc:docMk/>
            <pc:sldMk cId="3093851719" sldId="382"/>
            <ac:cxnSpMk id="10" creationId="{71292176-528F-4478-8BEF-F51568A0B80A}"/>
          </ac:cxnSpMkLst>
        </pc:cxnChg>
      </pc:sldChg>
      <pc:sldChg chg="modSp new mod">
        <pc:chgData name="鈴木 秀規" userId="f68c5fd9-22d5-4c0a-9833-7fb0f5135313" providerId="ADAL" clId="{AE171C9D-A8B3-4AB5-91C0-52B3AD443501}" dt="2021-01-28T09:15:17.959" v="509" actId="207"/>
        <pc:sldMkLst>
          <pc:docMk/>
          <pc:sldMk cId="248645521" sldId="383"/>
        </pc:sldMkLst>
        <pc:spChg chg="mod">
          <ac:chgData name="鈴木 秀規" userId="f68c5fd9-22d5-4c0a-9833-7fb0f5135313" providerId="ADAL" clId="{AE171C9D-A8B3-4AB5-91C0-52B3AD443501}" dt="2021-01-28T09:14:54.085" v="503"/>
          <ac:spMkLst>
            <pc:docMk/>
            <pc:sldMk cId="248645521" sldId="383"/>
            <ac:spMk id="3" creationId="{670B7E8D-23B9-4268-A58B-887164FF0E1D}"/>
          </ac:spMkLst>
        </pc:spChg>
        <pc:spChg chg="mod">
          <ac:chgData name="鈴木 秀規" userId="f68c5fd9-22d5-4c0a-9833-7fb0f5135313" providerId="ADAL" clId="{AE171C9D-A8B3-4AB5-91C0-52B3AD443501}" dt="2021-01-28T09:15:17.959" v="509" actId="207"/>
          <ac:spMkLst>
            <pc:docMk/>
            <pc:sldMk cId="248645521" sldId="383"/>
            <ac:spMk id="5" creationId="{18D844A5-7317-4367-ACA5-E591D0F8613A}"/>
          </ac:spMkLst>
        </pc:spChg>
      </pc:sldChg>
      <pc:sldChg chg="del">
        <pc:chgData name="鈴木 秀規" userId="f68c5fd9-22d5-4c0a-9833-7fb0f5135313" providerId="ADAL" clId="{AE171C9D-A8B3-4AB5-91C0-52B3AD443501}" dt="2021-01-28T08:23:42.589" v="26" actId="2696"/>
        <pc:sldMkLst>
          <pc:docMk/>
          <pc:sldMk cId="370086342" sldId="383"/>
        </pc:sldMkLst>
      </pc:sldChg>
      <pc:sldChg chg="modSp new mod">
        <pc:chgData name="鈴木 秀規" userId="f68c5fd9-22d5-4c0a-9833-7fb0f5135313" providerId="ADAL" clId="{AE171C9D-A8B3-4AB5-91C0-52B3AD443501}" dt="2021-01-28T09:16:44.910" v="513"/>
        <pc:sldMkLst>
          <pc:docMk/>
          <pc:sldMk cId="7551430" sldId="384"/>
        </pc:sldMkLst>
        <pc:spChg chg="mod">
          <ac:chgData name="鈴木 秀規" userId="f68c5fd9-22d5-4c0a-9833-7fb0f5135313" providerId="ADAL" clId="{AE171C9D-A8B3-4AB5-91C0-52B3AD443501}" dt="2021-01-28T09:16:32.144" v="511"/>
          <ac:spMkLst>
            <pc:docMk/>
            <pc:sldMk cId="7551430" sldId="384"/>
            <ac:spMk id="3" creationId="{F03498AB-4692-4037-8A47-948C7AADF903}"/>
          </ac:spMkLst>
        </pc:spChg>
        <pc:spChg chg="mod">
          <ac:chgData name="鈴木 秀規" userId="f68c5fd9-22d5-4c0a-9833-7fb0f5135313" providerId="ADAL" clId="{AE171C9D-A8B3-4AB5-91C0-52B3AD443501}" dt="2021-01-28T09:16:44.910" v="513"/>
          <ac:spMkLst>
            <pc:docMk/>
            <pc:sldMk cId="7551430" sldId="384"/>
            <ac:spMk id="5" creationId="{6A3899EF-4253-40DE-94E2-2C6A2507B6E7}"/>
          </ac:spMkLst>
        </pc:spChg>
      </pc:sldChg>
      <pc:sldChg chg="del">
        <pc:chgData name="鈴木 秀規" userId="f68c5fd9-22d5-4c0a-9833-7fb0f5135313" providerId="ADAL" clId="{AE171C9D-A8B3-4AB5-91C0-52B3AD443501}" dt="2021-01-28T08:23:42.589" v="26" actId="2696"/>
        <pc:sldMkLst>
          <pc:docMk/>
          <pc:sldMk cId="2606702251" sldId="384"/>
        </pc:sldMkLst>
      </pc:sldChg>
      <pc:sldChg chg="del">
        <pc:chgData name="鈴木 秀規" userId="f68c5fd9-22d5-4c0a-9833-7fb0f5135313" providerId="ADAL" clId="{AE171C9D-A8B3-4AB5-91C0-52B3AD443501}" dt="2021-01-28T08:23:42.589" v="26" actId="2696"/>
        <pc:sldMkLst>
          <pc:docMk/>
          <pc:sldMk cId="687702862" sldId="385"/>
        </pc:sldMkLst>
      </pc:sldChg>
      <pc:sldChg chg="del">
        <pc:chgData name="鈴木 秀規" userId="f68c5fd9-22d5-4c0a-9833-7fb0f5135313" providerId="ADAL" clId="{AE171C9D-A8B3-4AB5-91C0-52B3AD443501}" dt="2021-01-28T08:23:42.589" v="26" actId="2696"/>
        <pc:sldMkLst>
          <pc:docMk/>
          <pc:sldMk cId="1556991625" sldId="386"/>
        </pc:sldMkLst>
      </pc:sldChg>
      <pc:sldChg chg="del">
        <pc:chgData name="鈴木 秀規" userId="f68c5fd9-22d5-4c0a-9833-7fb0f5135313" providerId="ADAL" clId="{AE171C9D-A8B3-4AB5-91C0-52B3AD443501}" dt="2021-01-28T08:23:42.589" v="26" actId="2696"/>
        <pc:sldMkLst>
          <pc:docMk/>
          <pc:sldMk cId="3227213484" sldId="387"/>
        </pc:sldMkLst>
      </pc:sldChg>
      <pc:sldChg chg="del">
        <pc:chgData name="鈴木 秀規" userId="f68c5fd9-22d5-4c0a-9833-7fb0f5135313" providerId="ADAL" clId="{AE171C9D-A8B3-4AB5-91C0-52B3AD443501}" dt="2021-01-28T08:23:42.589" v="26" actId="2696"/>
        <pc:sldMkLst>
          <pc:docMk/>
          <pc:sldMk cId="2658651072" sldId="388"/>
        </pc:sldMkLst>
      </pc:sldChg>
      <pc:sldChg chg="del">
        <pc:chgData name="鈴木 秀規" userId="f68c5fd9-22d5-4c0a-9833-7fb0f5135313" providerId="ADAL" clId="{AE171C9D-A8B3-4AB5-91C0-52B3AD443501}" dt="2021-01-28T08:23:42.589" v="26" actId="2696"/>
        <pc:sldMkLst>
          <pc:docMk/>
          <pc:sldMk cId="91634463" sldId="389"/>
        </pc:sldMkLst>
      </pc:sldChg>
      <pc:sldChg chg="del">
        <pc:chgData name="鈴木 秀規" userId="f68c5fd9-22d5-4c0a-9833-7fb0f5135313" providerId="ADAL" clId="{AE171C9D-A8B3-4AB5-91C0-52B3AD443501}" dt="2021-01-28T08:23:42.589" v="26" actId="2696"/>
        <pc:sldMkLst>
          <pc:docMk/>
          <pc:sldMk cId="2320300325" sldId="390"/>
        </pc:sldMkLst>
      </pc:sldChg>
      <pc:sldChg chg="del">
        <pc:chgData name="鈴木 秀規" userId="f68c5fd9-22d5-4c0a-9833-7fb0f5135313" providerId="ADAL" clId="{AE171C9D-A8B3-4AB5-91C0-52B3AD443501}" dt="2021-01-28T08:23:42.589" v="26" actId="2696"/>
        <pc:sldMkLst>
          <pc:docMk/>
          <pc:sldMk cId="1037775335" sldId="391"/>
        </pc:sldMkLst>
      </pc:sldChg>
      <pc:sldChg chg="del">
        <pc:chgData name="鈴木 秀規" userId="f68c5fd9-22d5-4c0a-9833-7fb0f5135313" providerId="ADAL" clId="{AE171C9D-A8B3-4AB5-91C0-52B3AD443501}" dt="2021-01-28T08:23:42.589" v="26" actId="2696"/>
        <pc:sldMkLst>
          <pc:docMk/>
          <pc:sldMk cId="1989164865" sldId="392"/>
        </pc:sldMkLst>
      </pc:sldChg>
      <pc:sldChg chg="del">
        <pc:chgData name="鈴木 秀規" userId="f68c5fd9-22d5-4c0a-9833-7fb0f5135313" providerId="ADAL" clId="{AE171C9D-A8B3-4AB5-91C0-52B3AD443501}" dt="2021-01-28T08:23:42.589" v="26" actId="2696"/>
        <pc:sldMkLst>
          <pc:docMk/>
          <pc:sldMk cId="3817722397" sldId="393"/>
        </pc:sldMkLst>
      </pc:sldChg>
      <pc:sldChg chg="del">
        <pc:chgData name="鈴木 秀規" userId="f68c5fd9-22d5-4c0a-9833-7fb0f5135313" providerId="ADAL" clId="{AE171C9D-A8B3-4AB5-91C0-52B3AD443501}" dt="2021-01-28T08:23:42.589" v="26" actId="2696"/>
        <pc:sldMkLst>
          <pc:docMk/>
          <pc:sldMk cId="2635548106" sldId="394"/>
        </pc:sldMkLst>
      </pc:sldChg>
      <pc:sldChg chg="del">
        <pc:chgData name="鈴木 秀規" userId="f68c5fd9-22d5-4c0a-9833-7fb0f5135313" providerId="ADAL" clId="{AE171C9D-A8B3-4AB5-91C0-52B3AD443501}" dt="2021-01-28T08:23:42.589" v="26" actId="2696"/>
        <pc:sldMkLst>
          <pc:docMk/>
          <pc:sldMk cId="436757555" sldId="395"/>
        </pc:sldMkLst>
      </pc:sldChg>
      <pc:sldChg chg="del">
        <pc:chgData name="鈴木 秀規" userId="f68c5fd9-22d5-4c0a-9833-7fb0f5135313" providerId="ADAL" clId="{AE171C9D-A8B3-4AB5-91C0-52B3AD443501}" dt="2021-01-28T08:23:42.589" v="26" actId="2696"/>
        <pc:sldMkLst>
          <pc:docMk/>
          <pc:sldMk cId="3553494220" sldId="39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234AFD3-FB40-4AD7-9E76-44AC2B8BF1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8E19C006-516A-4D24-A011-BF64DE39F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36D31-DA28-4230-A80A-E7470AB13509}" type="datetimeFigureOut">
              <a:rPr kumimoji="1" lang="ja-JP" altLang="en-US" smtClean="0"/>
              <a:t>2025/3/19</a:t>
            </a:fld>
            <a:endParaRPr kumimoji="1" lang="ja-JP" altLang="en-US"/>
          </a:p>
        </p:txBody>
      </p:sp>
      <p:sp>
        <p:nvSpPr>
          <p:cNvPr id="4" name="フッター プレースホルダー 3">
            <a:extLst>
              <a:ext uri="{FF2B5EF4-FFF2-40B4-BE49-F238E27FC236}">
                <a16:creationId xmlns:a16="http://schemas.microsoft.com/office/drawing/2014/main" id="{536DDE9A-A582-478B-9738-8CFAA37FA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A9326B9-E2C3-4532-A2D6-3EB1B422B9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BDFF3F-36BC-4947-A6C6-058FFD27CC25}" type="slidenum">
              <a:rPr kumimoji="1" lang="ja-JP" altLang="en-US" smtClean="0"/>
              <a:t>‹#›</a:t>
            </a:fld>
            <a:endParaRPr kumimoji="1" lang="ja-JP" altLang="en-US"/>
          </a:p>
        </p:txBody>
      </p:sp>
    </p:spTree>
    <p:extLst>
      <p:ext uri="{BB962C8B-B14F-4D97-AF65-F5344CB8AC3E}">
        <p14:creationId xmlns:p14="http://schemas.microsoft.com/office/powerpoint/2010/main" val="30954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8182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33715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タイトル スライド">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EA1B8483-F5A8-4F30-96A0-EDAFA70B0F27}"/>
              </a:ext>
            </a:extLst>
          </p:cNvPr>
          <p:cNvSpPr/>
          <p:nvPr/>
        </p:nvSpPr>
        <p:spPr>
          <a:xfrm>
            <a:off x="1169100" y="400050"/>
            <a:ext cx="7554900" cy="38424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50" charset="0"/>
            </a:endParaRPr>
          </a:p>
        </p:txBody>
      </p:sp>
      <p:sp>
        <p:nvSpPr>
          <p:cNvPr id="7" name="Google Shape;11;p2">
            <a:extLst>
              <a:ext uri="{FF2B5EF4-FFF2-40B4-BE49-F238E27FC236}">
                <a16:creationId xmlns:a16="http://schemas.microsoft.com/office/drawing/2014/main" id="{983BA885-2074-450F-AE06-7909906D9F48}"/>
              </a:ext>
            </a:extLst>
          </p:cNvPr>
          <p:cNvSpPr txBox="1">
            <a:spLocks noGrp="1"/>
          </p:cNvSpPr>
          <p:nvPr>
            <p:ph type="ctrTitle"/>
          </p:nvPr>
        </p:nvSpPr>
        <p:spPr>
          <a:xfrm>
            <a:off x="546012" y="456607"/>
            <a:ext cx="5041200" cy="3150600"/>
          </a:xfrm>
          <a:prstGeom prst="rect">
            <a:avLst/>
          </a:prstGeom>
          <a:ln w="114300" cap="flat" cmpd="sng">
            <a:solidFill>
              <a:srgbClr val="FF33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48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pic>
        <p:nvPicPr>
          <p:cNvPr id="2" name="図 1">
            <a:extLst>
              <a:ext uri="{FF2B5EF4-FFF2-40B4-BE49-F238E27FC236}">
                <a16:creationId xmlns:a16="http://schemas.microsoft.com/office/drawing/2014/main" id="{02032C93-7552-4839-AF39-0C4F3C5A3543}"/>
              </a:ext>
            </a:extLst>
          </p:cNvPr>
          <p:cNvPicPr>
            <a:picLocks noChangeAspect="1"/>
          </p:cNvPicPr>
          <p:nvPr/>
        </p:nvPicPr>
        <p:blipFill>
          <a:blip r:embed="rId2"/>
          <a:stretch>
            <a:fillRect/>
          </a:stretch>
        </p:blipFill>
        <p:spPr>
          <a:xfrm>
            <a:off x="7426629" y="4563450"/>
            <a:ext cx="1297371" cy="360000"/>
          </a:xfrm>
          <a:prstGeom prst="rect">
            <a:avLst/>
          </a:prstGeom>
        </p:spPr>
      </p:pic>
      <p:sp>
        <p:nvSpPr>
          <p:cNvPr id="9" name="フッター プレースホルダー 4">
            <a:extLst>
              <a:ext uri="{FF2B5EF4-FFF2-40B4-BE49-F238E27FC236}">
                <a16:creationId xmlns:a16="http://schemas.microsoft.com/office/drawing/2014/main" id="{BBFC6E56-6F9E-4EB5-93D5-B6A41EF330A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p>
        </p:txBody>
      </p:sp>
    </p:spTree>
    <p:extLst>
      <p:ext uri="{BB962C8B-B14F-4D97-AF65-F5344CB8AC3E}">
        <p14:creationId xmlns:p14="http://schemas.microsoft.com/office/powerpoint/2010/main" val="413471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noAutofit/>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1409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64116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212422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noAutofit/>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45155565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タイトル、見出し、コード">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a:solidFill>
            <a:schemeClr val="bg1"/>
          </a:solidFill>
        </p:spPr>
        <p:txBody>
          <a:bodyPr>
            <a:noAutofit/>
          </a:bodyPr>
          <a:lstStyle>
            <a:lvl1pPr>
              <a:defRPr sz="1400" baseline="0">
                <a:latin typeface="MyricaM M" panose="020B0509020203020207" pitchFamily="49" charset="-128"/>
                <a:ea typeface="BIZ UDゴシック" panose="020B0400000000000000" pitchFamily="49" charset="-128"/>
              </a:defRPr>
            </a:lvl1pPr>
            <a:lvl2pPr>
              <a:defRPr sz="1400" baseline="0">
                <a:latin typeface="MyricaM M" panose="020B0509020203020207" pitchFamily="49" charset="-128"/>
                <a:ea typeface="BIZ UDゴシック" panose="020B0400000000000000" pitchFamily="49" charset="-128"/>
              </a:defRPr>
            </a:lvl2pPr>
            <a:lvl3pPr>
              <a:defRPr sz="1400" baseline="0">
                <a:latin typeface="MyricaM M" panose="020B0509020203020207" pitchFamily="49" charset="-128"/>
                <a:ea typeface="BIZ UDゴシック" panose="020B0400000000000000" pitchFamily="49" charset="-128"/>
              </a:defRPr>
            </a:lvl3pPr>
            <a:lvl4pPr>
              <a:defRPr sz="1400" baseline="0">
                <a:latin typeface="MyricaM M" panose="020B0509020203020207" pitchFamily="49" charset="-128"/>
                <a:ea typeface="BIZ UDゴシック" panose="020B0400000000000000" pitchFamily="49" charset="-128"/>
              </a:defRPr>
            </a:lvl4pPr>
            <a:lvl5pPr>
              <a:defRPr sz="1400" baseline="0">
                <a:latin typeface="MyricaM M" panose="020B0509020203020207" pitchFamily="49" charset="-128"/>
                <a:ea typeface="BIZ UDゴシック" panose="020B0400000000000000" pitchFamily="49"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57660531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学習のポイント付き本文">
    <p:spTree>
      <p:nvGrpSpPr>
        <p:cNvPr id="1" name=""/>
        <p:cNvGrpSpPr/>
        <p:nvPr/>
      </p:nvGrpSpPr>
      <p:grpSpPr>
        <a:xfrm>
          <a:off x="0" y="0"/>
          <a:ext cx="0" cy="0"/>
          <a:chOff x="0" y="0"/>
          <a:chExt cx="0" cy="0"/>
        </a:xfrm>
      </p:grpSpPr>
      <p:sp>
        <p:nvSpPr>
          <p:cNvPr id="12" name="Google Shape;29;p6">
            <a:extLst>
              <a:ext uri="{FF2B5EF4-FFF2-40B4-BE49-F238E27FC236}">
                <a16:creationId xmlns:a16="http://schemas.microsoft.com/office/drawing/2014/main" id="{72035EF0-464F-433E-8728-9DD54C9F7E85}"/>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2295035"/>
            <a:ext cx="8216900" cy="2489053"/>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a:extLst>
              <a:ext uri="{FF2B5EF4-FFF2-40B4-BE49-F238E27FC236}">
                <a16:creationId xmlns:a16="http://schemas.microsoft.com/office/drawing/2014/main" id="{FC8E89EF-C81C-40F7-8F70-59B820485326}"/>
              </a:ext>
            </a:extLst>
          </p:cNvPr>
          <p:cNvSpPr>
            <a:spLocks noGrp="1"/>
          </p:cNvSpPr>
          <p:nvPr>
            <p:ph type="body" sz="quarter" idx="15"/>
          </p:nvPr>
        </p:nvSpPr>
        <p:spPr>
          <a:xfrm>
            <a:off x="463549" y="1023814"/>
            <a:ext cx="7177471" cy="1142410"/>
          </a:xfrm>
          <a:prstGeom prst="roundRect">
            <a:avLst>
              <a:gd name="adj" fmla="val 9044"/>
            </a:avLst>
          </a:prstGeom>
          <a:ln>
            <a:solidFill>
              <a:schemeClr val="tx2"/>
            </a:solidFill>
          </a:ln>
        </p:spPr>
        <p:txBody>
          <a:bodyPr tIns="252000"/>
          <a:lstStyle>
            <a:lvl1pPr marL="388800" indent="-284400">
              <a:buSzPct val="169000"/>
              <a:defRPr b="1"/>
            </a:lvl1pPr>
            <a:lvl2pPr marL="748800" indent="-284400">
              <a:buSzPct val="169000"/>
              <a:defRPr b="1"/>
            </a:lvl2pPr>
            <a:lvl3pPr marL="1108800" indent="-284400">
              <a:buSzPct val="169000"/>
              <a:defRPr b="1"/>
            </a:lvl3pPr>
            <a:lvl4pPr marL="1468800" indent="-284400">
              <a:buSzPct val="169000"/>
              <a:defRPr b="1"/>
            </a:lvl4pPr>
            <a:lvl5pPr marL="1828800" indent="-284400">
              <a:buSzPct val="169000"/>
              <a:defRPr b="1"/>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9" name="テキスト プレースホルダー 28">
            <a:extLst>
              <a:ext uri="{FF2B5EF4-FFF2-40B4-BE49-F238E27FC236}">
                <a16:creationId xmlns:a16="http://schemas.microsoft.com/office/drawing/2014/main" id="{F1010722-FF6A-41D2-851B-EC3F0B7BDEA0}"/>
              </a:ext>
            </a:extLst>
          </p:cNvPr>
          <p:cNvSpPr>
            <a:spLocks noGrp="1"/>
          </p:cNvSpPr>
          <p:nvPr>
            <p:ph type="body" sz="quarter" idx="16" hasCustomPrompt="1"/>
          </p:nvPr>
        </p:nvSpPr>
        <p:spPr>
          <a:xfrm>
            <a:off x="848575" y="898771"/>
            <a:ext cx="1095840" cy="265721"/>
          </a:xfrm>
          <a:blipFill dpi="0" rotWithShape="1">
            <a:blip r:embed="rId2">
              <a:extLst>
                <a:ext uri="{28A0092B-C50C-407E-A947-70E740481C1C}">
                  <a14:useLocalDpi xmlns:a14="http://schemas.microsoft.com/office/drawing/2010/main" val="0"/>
                </a:ext>
              </a:extLst>
            </a:blip>
            <a:srcRect/>
            <a:stretch>
              <a:fillRect/>
            </a:stretch>
          </a:blipFill>
        </p:spPr>
        <p:txBody>
          <a:bodyPr wrap="none" lIns="72000" tIns="46800"/>
          <a:lstStyle>
            <a:lvl1pPr algn="ctr">
              <a:buNone/>
              <a:defRPr sz="800" b="0" cap="none" spc="0">
                <a:ln w="0"/>
                <a:solidFill>
                  <a:schemeClr val="tx2"/>
                </a:solidFill>
                <a:effectLst/>
                <a:latin typeface="Gill Sans Ultra Bold" panose="020B0A02020104020203" pitchFamily="34" charset="0"/>
              </a:defRPr>
            </a:lvl1pPr>
          </a:lstStyle>
          <a:p>
            <a:pPr lvl="0"/>
            <a:r>
              <a:rPr kumimoji="1" lang="en-US" altLang="ja-JP" dirty="0"/>
              <a:t>-</a:t>
            </a:r>
            <a:endParaRPr kumimoji="1" lang="ja-JP" altLang="en-US" dirty="0"/>
          </a:p>
        </p:txBody>
      </p:sp>
    </p:spTree>
    <p:extLst>
      <p:ext uri="{BB962C8B-B14F-4D97-AF65-F5344CB8AC3E}">
        <p14:creationId xmlns:p14="http://schemas.microsoft.com/office/powerpoint/2010/main" val="70762609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96432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46045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0525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dirty="0"/>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443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119734"/>
            <a:ext cx="8216900" cy="541192"/>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462876" y="859490"/>
            <a:ext cx="8216900" cy="3924597"/>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3028950" y="4866125"/>
            <a:ext cx="3086100" cy="254493"/>
          </a:xfrm>
          <a:prstGeom prst="rect">
            <a:avLst/>
          </a:prstGeom>
        </p:spPr>
        <p:txBody>
          <a:bodyPr vert="horz" lIns="91440" tIns="45720" rIns="91440" bIns="45720" rtlCol="0" anchor="ctr"/>
          <a:lstStyle>
            <a:lvl1pPr algn="ct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6" name="Slide Number Placeholder 5"/>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Tree>
    <p:extLst>
      <p:ext uri="{BB962C8B-B14F-4D97-AF65-F5344CB8AC3E}">
        <p14:creationId xmlns:p14="http://schemas.microsoft.com/office/powerpoint/2010/main" val="264449744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60" r:id="rId8"/>
    <p:sldLayoutId id="2147483661" r:id="rId9"/>
    <p:sldLayoutId id="2147483663" r:id="rId10"/>
    <p:sldLayoutId id="2147483662" r:id="rId11"/>
  </p:sldLayoutIdLst>
  <p:transition>
    <p:fade thruBlk="1"/>
  </p:transition>
  <p:hf hdr="0" dt="0"/>
  <p:txStyles>
    <p:titleStyle>
      <a:lvl1pPr algn="l" defTabSz="685800" rtl="0" eaLnBrk="1" latinLnBrk="0" hangingPunct="1">
        <a:lnSpc>
          <a:spcPct val="90000"/>
        </a:lnSpc>
        <a:spcBef>
          <a:spcPct val="0"/>
        </a:spcBef>
        <a:buNone/>
        <a:defRPr kumimoji="1" sz="2400" b="1" kern="1200" baseline="0">
          <a:solidFill>
            <a:schemeClr val="tx1"/>
          </a:solidFill>
          <a:latin typeface="+mj-lt"/>
          <a:ea typeface="+mj-ea"/>
          <a:cs typeface="+mj-cs"/>
        </a:defRPr>
      </a:lvl1pPr>
    </p:titleStyle>
    <p:body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13309E-1E83-61D3-9195-1FC38B2D9D39}"/>
            </a:ext>
          </a:extLst>
        </p:cNvPr>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5524438-F2E8-8E7D-4E3C-460CF03ABED5}"/>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yricaM M"/>
                <a:ea typeface="BIZ UDゴシック"/>
                <a:cs typeface="+mn-cs"/>
              </a:rPr>
              <a:t>copyright ©ITCollege All Rights Reserved</a:t>
            </a:r>
            <a:endParaRPr kumimoji="1" lang="ja-JP" altLang="en-US" sz="1000" b="0" i="0" u="none" strike="noStrike" kern="1200" cap="none" spc="0" normalizeH="0" baseline="0" noProof="0">
              <a:ln>
                <a:noFill/>
              </a:ln>
              <a:solidFill>
                <a:prstClr val="black"/>
              </a:solidFill>
              <a:effectLst/>
              <a:uLnTx/>
              <a:uFillTx/>
              <a:latin typeface="MyricaM M"/>
              <a:ea typeface="BIZ UDゴシック"/>
              <a:cs typeface="+mn-cs"/>
            </a:endParaRPr>
          </a:p>
        </p:txBody>
      </p:sp>
      <p:sp>
        <p:nvSpPr>
          <p:cNvPr id="6" name="タイトル 5">
            <a:extLst>
              <a:ext uri="{FF2B5EF4-FFF2-40B4-BE49-F238E27FC236}">
                <a16:creationId xmlns:a16="http://schemas.microsoft.com/office/drawing/2014/main" id="{A0C36208-17CA-62F4-2B27-D9BF222078AE}"/>
              </a:ext>
            </a:extLst>
          </p:cNvPr>
          <p:cNvSpPr>
            <a:spLocks noGrp="1"/>
          </p:cNvSpPr>
          <p:nvPr>
            <p:ph type="ctrTitle"/>
          </p:nvPr>
        </p:nvSpPr>
        <p:spPr/>
        <p:txBody>
          <a:bodyPr/>
          <a:lstStyle/>
          <a:p>
            <a:r>
              <a:rPr lang="ja-JP" altLang="en-US" dirty="0"/>
              <a:t>改訂履歴</a:t>
            </a:r>
          </a:p>
        </p:txBody>
      </p:sp>
      <p:sp>
        <p:nvSpPr>
          <p:cNvPr id="3" name="スライド番号プレースホルダー 2">
            <a:extLst>
              <a:ext uri="{FF2B5EF4-FFF2-40B4-BE49-F238E27FC236}">
                <a16:creationId xmlns:a16="http://schemas.microsoft.com/office/drawing/2014/main" id="{24D226EF-CD34-9907-6261-58249F15399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C4605C-D4BC-457C-A820-CB9DC8935472}" type="slidenum">
              <a:rPr kumimoji="1" lang="ja-JP" altLang="en-US" sz="1200" b="0" i="0" u="none" strike="noStrike" kern="1200" cap="none" spc="0" normalizeH="0" baseline="0" noProof="0" smtClean="0">
                <a:ln>
                  <a:noFill/>
                </a:ln>
                <a:solidFill>
                  <a:prstClr val="black"/>
                </a:solidFill>
                <a:effectLst/>
                <a:uLnTx/>
                <a:uFillTx/>
                <a:latin typeface="MyricaM M"/>
                <a:ea typeface="BIZ UDゴシック"/>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p:txBody>
      </p:sp>
      <p:graphicFrame>
        <p:nvGraphicFramePr>
          <p:cNvPr id="17" name="表 16">
            <a:extLst>
              <a:ext uri="{FF2B5EF4-FFF2-40B4-BE49-F238E27FC236}">
                <a16:creationId xmlns:a16="http://schemas.microsoft.com/office/drawing/2014/main" id="{DE01C969-FD9C-BD07-E7D3-1588174D5D94}"/>
              </a:ext>
            </a:extLst>
          </p:cNvPr>
          <p:cNvGraphicFramePr>
            <a:graphicFrameLocks noGrp="1"/>
          </p:cNvGraphicFramePr>
          <p:nvPr/>
        </p:nvGraphicFramePr>
        <p:xfrm>
          <a:off x="463550" y="992754"/>
          <a:ext cx="8143556" cy="3721859"/>
        </p:xfrm>
        <a:graphic>
          <a:graphicData uri="http://schemas.openxmlformats.org/drawingml/2006/table">
            <a:tbl>
              <a:tblPr firstRow="1" bandRow="1">
                <a:tableStyleId>{CDAC1B92-06B8-4DD9-B31C-A81573C5778B}</a:tableStyleId>
              </a:tblPr>
              <a:tblGrid>
                <a:gridCol w="1231026">
                  <a:extLst>
                    <a:ext uri="{9D8B030D-6E8A-4147-A177-3AD203B41FA5}">
                      <a16:colId xmlns:a16="http://schemas.microsoft.com/office/drawing/2014/main" val="3251459634"/>
                    </a:ext>
                  </a:extLst>
                </a:gridCol>
                <a:gridCol w="1442907">
                  <a:extLst>
                    <a:ext uri="{9D8B030D-6E8A-4147-A177-3AD203B41FA5}">
                      <a16:colId xmlns:a16="http://schemas.microsoft.com/office/drawing/2014/main" val="2128131194"/>
                    </a:ext>
                  </a:extLst>
                </a:gridCol>
                <a:gridCol w="1459684">
                  <a:extLst>
                    <a:ext uri="{9D8B030D-6E8A-4147-A177-3AD203B41FA5}">
                      <a16:colId xmlns:a16="http://schemas.microsoft.com/office/drawing/2014/main" val="3450983996"/>
                    </a:ext>
                  </a:extLst>
                </a:gridCol>
                <a:gridCol w="3229761">
                  <a:extLst>
                    <a:ext uri="{9D8B030D-6E8A-4147-A177-3AD203B41FA5}">
                      <a16:colId xmlns:a16="http://schemas.microsoft.com/office/drawing/2014/main" val="1822196195"/>
                    </a:ext>
                  </a:extLst>
                </a:gridCol>
                <a:gridCol w="780178">
                  <a:extLst>
                    <a:ext uri="{9D8B030D-6E8A-4147-A177-3AD203B41FA5}">
                      <a16:colId xmlns:a16="http://schemas.microsoft.com/office/drawing/2014/main" val="2042661203"/>
                    </a:ext>
                  </a:extLst>
                </a:gridCol>
              </a:tblGrid>
              <a:tr h="341369">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発行日</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修正者</a:t>
                      </a: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確認者</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改訂箇所</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改訂内容</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rPr>
                        <a:t>PDF</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化</a:t>
                      </a:r>
                      <a:endPar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lumMod val="85000"/>
                      </a:schemeClr>
                    </a:solidFill>
                  </a:tcPr>
                </a:tc>
                <a:extLst>
                  <a:ext uri="{0D108BD9-81ED-4DB2-BD59-A6C34878D82A}">
                    <a16:rowId xmlns:a16="http://schemas.microsoft.com/office/drawing/2014/main" val="3064794747"/>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例：</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2024/1/1</a:t>
                      </a: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山田</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田中</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P4</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 </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MAC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アドレス</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誤：</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a:ln>
                          <a:noFill/>
                        </a:ln>
                        <a:solidFill>
                          <a:prstClr val="black"/>
                        </a:solidFill>
                        <a:effectLst/>
                        <a:uLnTx/>
                        <a:uFillTx/>
                        <a:latin typeface="MyricaM M"/>
                        <a:ea typeface="BIZ UDゴシック"/>
                        <a:cs typeface="+mn-cs"/>
                      </a:endParaRPr>
                    </a:p>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a:ln>
                            <a:noFill/>
                          </a:ln>
                          <a:solidFill>
                            <a:prstClr val="black"/>
                          </a:solidFill>
                          <a:effectLst/>
                          <a:uLnTx/>
                          <a:uFillTx/>
                          <a:latin typeface="MyricaM M"/>
                          <a:ea typeface="BIZ UDゴシック"/>
                          <a:cs typeface="+mn-cs"/>
                        </a:rPr>
                        <a:t>正</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a:t>
                      </a:r>
                      <a:r>
                        <a:rPr kumimoji="1" lang="en-US" altLang="ja-JP" sz="1200" b="0" i="0" u="none" strike="noStrike" kern="1200" cap="none" spc="0" normalizeH="0" baseline="0" noProof="0" dirty="0">
                          <a:ln>
                            <a:noFill/>
                          </a:ln>
                          <a:solidFill>
                            <a:srgbClr val="FF0000"/>
                          </a:solidFill>
                          <a:effectLst/>
                          <a:uLnTx/>
                          <a:uFillTx/>
                          <a:latin typeface="MyricaM M"/>
                          <a:ea typeface="BIZ UDゴシック"/>
                          <a:cs typeface="+mn-cs"/>
                        </a:rPr>
                        <a:t>A</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済</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60224204"/>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22983751"/>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10990003"/>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73708898"/>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888540859"/>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3633470471"/>
                  </a:ext>
                </a:extLst>
              </a:tr>
            </a:tbl>
          </a:graphicData>
        </a:graphic>
      </p:graphicFrame>
    </p:spTree>
    <p:extLst>
      <p:ext uri="{BB962C8B-B14F-4D97-AF65-F5344CB8AC3E}">
        <p14:creationId xmlns:p14="http://schemas.microsoft.com/office/powerpoint/2010/main" val="282482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1"/>
          <p:cNvSpPr txBox="1">
            <a:spLocks noGrp="1"/>
          </p:cNvSpPr>
          <p:nvPr>
            <p:ph type="ctrTitle"/>
          </p:nvPr>
        </p:nvSpPr>
        <p:spPr>
          <a:xfrm>
            <a:off x="546012" y="456607"/>
            <a:ext cx="5041200" cy="3150600"/>
          </a:xfrm>
        </p:spPr>
        <p:txBody>
          <a:bodyPr/>
          <a:lstStyle/>
          <a:p>
            <a:r>
              <a:rPr lang="ja-JP" altLang="en-US" dirty="0"/>
              <a:t>継承</a:t>
            </a:r>
          </a:p>
        </p:txBody>
      </p:sp>
      <p:sp>
        <p:nvSpPr>
          <p:cNvPr id="3" name="フッター プレースホルダー 2">
            <a:extLst>
              <a:ext uri="{FF2B5EF4-FFF2-40B4-BE49-F238E27FC236}">
                <a16:creationId xmlns:a16="http://schemas.microsoft.com/office/drawing/2014/main" id="{1AF37D55-893C-40DE-8876-567A09F9C298}"/>
              </a:ext>
            </a:extLst>
          </p:cNvPr>
          <p:cNvSpPr>
            <a:spLocks noGrp="1"/>
          </p:cNvSpPr>
          <p:nvPr>
            <p:ph type="ftr" sz="quarter" idx="11"/>
          </p:nvPr>
        </p:nvSpPr>
        <p:spPr>
          <a:xfrm>
            <a:off x="3028950" y="4866125"/>
            <a:ext cx="3086100" cy="254493"/>
          </a:xfrm>
        </p:spPr>
        <p:txBody>
          <a:bodyPr/>
          <a:lstStyle/>
          <a:p>
            <a:r>
              <a:rPr lang="en-US" altLang="ja-JP" dirty="0"/>
              <a:t>copyright ©ITCollege All Rights Reserved</a:t>
            </a:r>
            <a:endParaRPr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F3941853-6FD3-4122-A071-E1BCBCDF59D4}"/>
              </a:ext>
            </a:extLst>
          </p:cNvPr>
          <p:cNvSpPr>
            <a:spLocks noGrp="1"/>
          </p:cNvSpPr>
          <p:nvPr>
            <p:ph type="body" idx="1"/>
          </p:nvPr>
        </p:nvSpPr>
        <p:spPr/>
        <p:txBody>
          <a:bodyPr/>
          <a:lstStyle/>
          <a:p>
            <a:r>
              <a:rPr kumimoji="1" lang="ja-JP" altLang="en-US" dirty="0"/>
              <a:t>このテキストを終えると・・・</a:t>
            </a:r>
          </a:p>
        </p:txBody>
      </p:sp>
      <p:sp>
        <p:nvSpPr>
          <p:cNvPr id="6" name="タイトル 5">
            <a:extLst>
              <a:ext uri="{FF2B5EF4-FFF2-40B4-BE49-F238E27FC236}">
                <a16:creationId xmlns:a16="http://schemas.microsoft.com/office/drawing/2014/main" id="{296F413B-E489-4470-92CF-59B185034A28}"/>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ゴール</a:t>
            </a:r>
            <a:endParaRPr lang="ja-JP" altLang="en-US" dirty="0"/>
          </a:p>
        </p:txBody>
      </p:sp>
      <p:sp>
        <p:nvSpPr>
          <p:cNvPr id="2" name="フッター プレースホルダー 1">
            <a:extLst>
              <a:ext uri="{FF2B5EF4-FFF2-40B4-BE49-F238E27FC236}">
                <a16:creationId xmlns:a16="http://schemas.microsoft.com/office/drawing/2014/main" id="{40FB9845-3211-4E75-B8F8-E4AD28A089F9}"/>
              </a:ext>
            </a:extLst>
          </p:cNvPr>
          <p:cNvSpPr>
            <a:spLocks noGrp="1"/>
          </p:cNvSpPr>
          <p:nvPr>
            <p:ph type="ftr" sz="quarter" idx="11"/>
          </p:nvPr>
        </p:nvSpPr>
        <p:spPr/>
        <p:txBody>
          <a:bodyPr/>
          <a:lstStyle/>
          <a:p>
            <a:r>
              <a:rPr kumimoji="1" lang="en-US" altLang="ja-JP" dirty="0"/>
              <a:t>copyright ©ITCollege All Rights Reserved</a:t>
            </a:r>
            <a:endParaRPr kumimoji="1" lang="ja-JP" altLang="en-US" sz="1000" dirty="0"/>
          </a:p>
        </p:txBody>
      </p:sp>
      <p:sp>
        <p:nvSpPr>
          <p:cNvPr id="4" name="スライド番号プレースホルダー 3">
            <a:extLst>
              <a:ext uri="{FF2B5EF4-FFF2-40B4-BE49-F238E27FC236}">
                <a16:creationId xmlns:a16="http://schemas.microsoft.com/office/drawing/2014/main" id="{334718C7-3237-4F5B-8C4E-46AD01EC8B16}"/>
              </a:ext>
            </a:extLst>
          </p:cNvPr>
          <p:cNvSpPr>
            <a:spLocks noGrp="1"/>
          </p:cNvSpPr>
          <p:nvPr>
            <p:ph type="sldNum" sz="quarter" idx="12"/>
          </p:nvPr>
        </p:nvSpPr>
        <p:spPr/>
        <p:txBody>
          <a:bodyPr/>
          <a:lstStyle/>
          <a:p>
            <a:fld id="{00000000-1234-1234-1234-123412341234}" type="slidenum">
              <a:rPr lang="en" smtClean="0"/>
              <a:pPr/>
              <a:t>2</a:t>
            </a:fld>
            <a:endParaRPr lang="en" dirty="0"/>
          </a:p>
        </p:txBody>
      </p:sp>
      <p:sp>
        <p:nvSpPr>
          <p:cNvPr id="9" name="テキスト プレースホルダー 8">
            <a:extLst>
              <a:ext uri="{FF2B5EF4-FFF2-40B4-BE49-F238E27FC236}">
                <a16:creationId xmlns:a16="http://schemas.microsoft.com/office/drawing/2014/main" id="{A4832727-EA7F-44D6-A9F2-E4AE0246960A}"/>
              </a:ext>
            </a:extLst>
          </p:cNvPr>
          <p:cNvSpPr>
            <a:spLocks noGrp="1"/>
          </p:cNvSpPr>
          <p:nvPr>
            <p:ph type="body" sz="quarter" idx="14"/>
          </p:nvPr>
        </p:nvSpPr>
        <p:spPr/>
        <p:txBody>
          <a:bodyPr vert="horz" lIns="91440" tIns="45720" rIns="91440" bIns="45720" rtlCol="0" anchor="t">
            <a:normAutofit/>
          </a:bodyPr>
          <a:lstStyle/>
          <a:p>
            <a:pPr marL="444500" indent="-342900">
              <a:buFont typeface="+mj-lt"/>
              <a:buAutoNum type="arabicPeriod"/>
            </a:pPr>
            <a:r>
              <a:rPr lang="ja-JP" altLang="en-US" dirty="0"/>
              <a:t>継承の利用と理解</a:t>
            </a:r>
            <a:endParaRPr lang="en-US" altLang="ja-JP" dirty="0"/>
          </a:p>
          <a:p>
            <a:pPr marL="444500" indent="-342900">
              <a:buFont typeface="+mj-lt"/>
              <a:buAutoNum type="arabicPeriod"/>
            </a:pPr>
            <a:r>
              <a:rPr kumimoji="1" lang="ja-JP" altLang="en-US" dirty="0"/>
              <a:t>スーパークラスとサブクラスの理解</a:t>
            </a:r>
            <a:endParaRPr kumimoji="1" lang="en-US" altLang="ja-JP" dirty="0"/>
          </a:p>
          <a:p>
            <a:pPr marL="444500" indent="-342900">
              <a:buFont typeface="+mj-lt"/>
              <a:buAutoNum type="arabicPeriod"/>
            </a:pPr>
            <a:r>
              <a:rPr kumimoji="1" lang="ja-JP" altLang="en-US" dirty="0"/>
              <a:t>オーバーライドの利用と理解</a:t>
            </a:r>
            <a:endParaRPr kumimoji="1" lang="en-US" altLang="ja-JP" dirty="0"/>
          </a:p>
          <a:p>
            <a:pPr marL="444500" indent="-342900">
              <a:buFont typeface="+mj-lt"/>
              <a:buAutoNum type="arabicPeriod"/>
            </a:pPr>
            <a:r>
              <a:rPr kumimoji="1" lang="ja-JP" altLang="en-US" dirty="0"/>
              <a:t>継承関係のコンストラクタの動きを理解</a:t>
            </a:r>
            <a:endParaRPr kumimoji="1" lang="en-US" altLang="ja-JP" dirty="0"/>
          </a:p>
          <a:p>
            <a:pPr marL="444500" indent="-342900">
              <a:buFont typeface="+mj-lt"/>
              <a:buAutoNum type="arabicPeriod"/>
            </a:pPr>
            <a:endParaRPr kumimoji="1" lang="en-US" altLang="ja-JP" dirty="0"/>
          </a:p>
          <a:p>
            <a:pPr marL="444500" indent="-342900">
              <a:buFont typeface="+mj-lt"/>
              <a:buAutoNum type="arabicPeriod"/>
            </a:pPr>
            <a:endParaRPr kumimoji="1" lang="en-US" altLang="ja-JP" dirty="0"/>
          </a:p>
          <a:p>
            <a:pPr marL="96838" indent="0">
              <a:buNone/>
            </a:pPr>
            <a:r>
              <a:rPr lang="ja-JP" altLang="en-US" dirty="0"/>
              <a:t>ができるようになります。</a:t>
            </a:r>
            <a:endParaRPr lang="en-US" altLang="ja-JP" dirty="0">
              <a:solidFill>
                <a:schemeClr val="tx2"/>
              </a:solidFill>
            </a:endParaRPr>
          </a:p>
          <a:p>
            <a:pPr marL="96838" indent="0">
              <a:buNone/>
            </a:pPr>
            <a:endParaRPr kumimoji="1" lang="ja-JP" altLang="en-US" dirty="0"/>
          </a:p>
          <a:p>
            <a:pPr marL="439738" indent="-342900">
              <a:buFont typeface="+mj-lt"/>
              <a:buAutoNum type="arabicPeriod"/>
            </a:pPr>
            <a:endParaRPr lang="ja-JP" altLang="en-US" dirty="0"/>
          </a:p>
        </p:txBody>
      </p:sp>
    </p:spTree>
    <p:extLst>
      <p:ext uri="{BB962C8B-B14F-4D97-AF65-F5344CB8AC3E}">
        <p14:creationId xmlns:p14="http://schemas.microsoft.com/office/powerpoint/2010/main" val="166884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F991990-0DC6-4730-83E5-36F909A6129F}"/>
              </a:ext>
            </a:extLst>
          </p:cNvPr>
          <p:cNvSpPr>
            <a:spLocks noGrp="1"/>
          </p:cNvSpPr>
          <p:nvPr>
            <p:ph type="body" idx="1"/>
          </p:nvPr>
        </p:nvSpPr>
        <p:spPr/>
        <p:txBody>
          <a:bodyPr/>
          <a:lstStyle/>
          <a:p>
            <a:r>
              <a:rPr kumimoji="1" lang="ja-JP" altLang="en-US" dirty="0"/>
              <a:t>このテキストでは</a:t>
            </a:r>
          </a:p>
          <a:p>
            <a:endParaRPr kumimoji="1" lang="ja-JP" altLang="en-US" dirty="0"/>
          </a:p>
        </p:txBody>
      </p:sp>
      <p:sp>
        <p:nvSpPr>
          <p:cNvPr id="3" name="タイトル 2">
            <a:extLst>
              <a:ext uri="{FF2B5EF4-FFF2-40B4-BE49-F238E27FC236}">
                <a16:creationId xmlns:a16="http://schemas.microsoft.com/office/drawing/2014/main" id="{AA9BFD7B-04B5-49CD-8E91-4AC76C8C681F}"/>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流れ</a:t>
            </a:r>
            <a:endParaRPr kumimoji="1" lang="ja-JP" altLang="en-US" dirty="0"/>
          </a:p>
        </p:txBody>
      </p:sp>
      <p:sp>
        <p:nvSpPr>
          <p:cNvPr id="4" name="フッター プレースホルダー 3">
            <a:extLst>
              <a:ext uri="{FF2B5EF4-FFF2-40B4-BE49-F238E27FC236}">
                <a16:creationId xmlns:a16="http://schemas.microsoft.com/office/drawing/2014/main" id="{CA8524E1-6DFF-4647-8FD1-738AA4991EDC}"/>
              </a:ext>
            </a:extLst>
          </p:cNvPr>
          <p:cNvSpPr>
            <a:spLocks noGrp="1"/>
          </p:cNvSpPr>
          <p:nvPr>
            <p:ph type="ftr" sz="quarter" idx="11"/>
          </p:nvPr>
        </p:nvSpPr>
        <p:spPr/>
        <p:txBody>
          <a:bodyPr/>
          <a:lstStyle/>
          <a:p>
            <a:r>
              <a:rPr kumimoji="1" lang="en-US" altLang="ja-JP" dirty="0"/>
              <a:t>copyright ©ITCollege All Rights Reserved</a:t>
            </a:r>
            <a:endParaRPr kumimoji="1" lang="ja-JP" altLang="en-US" dirty="0"/>
          </a:p>
        </p:txBody>
      </p:sp>
      <p:sp>
        <p:nvSpPr>
          <p:cNvPr id="5" name="スライド番号プレースホルダー 4">
            <a:extLst>
              <a:ext uri="{FF2B5EF4-FFF2-40B4-BE49-F238E27FC236}">
                <a16:creationId xmlns:a16="http://schemas.microsoft.com/office/drawing/2014/main" id="{6FFB24F3-38DB-45A5-BA62-DD27EF2E4AA2}"/>
              </a:ext>
            </a:extLst>
          </p:cNvPr>
          <p:cNvSpPr>
            <a:spLocks noGrp="1"/>
          </p:cNvSpPr>
          <p:nvPr>
            <p:ph type="sldNum" sz="quarter" idx="12"/>
          </p:nvPr>
        </p:nvSpPr>
        <p:spPr/>
        <p:txBody>
          <a:bodyPr/>
          <a:lstStyle/>
          <a:p>
            <a:fld id="{00000000-1234-1234-1234-123412341234}" type="slidenum">
              <a:rPr lang="en" smtClean="0"/>
              <a:pPr/>
              <a:t>3</a:t>
            </a:fld>
            <a:endParaRPr lang="en" dirty="0"/>
          </a:p>
        </p:txBody>
      </p:sp>
      <p:sp>
        <p:nvSpPr>
          <p:cNvPr id="6" name="テキスト プレースホルダー 5">
            <a:extLst>
              <a:ext uri="{FF2B5EF4-FFF2-40B4-BE49-F238E27FC236}">
                <a16:creationId xmlns:a16="http://schemas.microsoft.com/office/drawing/2014/main" id="{D0F3BEAC-A5EA-4EE4-95C7-0AEC1107FD29}"/>
              </a:ext>
            </a:extLst>
          </p:cNvPr>
          <p:cNvSpPr>
            <a:spLocks noGrp="1"/>
          </p:cNvSpPr>
          <p:nvPr>
            <p:ph type="body" sz="quarter" idx="14"/>
          </p:nvPr>
        </p:nvSpPr>
        <p:spPr/>
        <p:txBody>
          <a:bodyPr/>
          <a:lstStyle/>
          <a:p>
            <a:pPr marL="444500" indent="-342900">
              <a:buFont typeface="+mj-lt"/>
              <a:buAutoNum type="arabicPeriod"/>
            </a:pPr>
            <a:r>
              <a:rPr lang="ja-JP" altLang="en-US" dirty="0"/>
              <a:t>継承とは</a:t>
            </a:r>
            <a:endParaRPr lang="en-US" altLang="ja-JP" dirty="0"/>
          </a:p>
          <a:p>
            <a:pPr marL="444500" indent="-342900">
              <a:buFont typeface="+mj-lt"/>
              <a:buAutoNum type="arabicPeriod"/>
            </a:pPr>
            <a:r>
              <a:rPr lang="ja-JP" altLang="en-US" dirty="0"/>
              <a:t>スーパークラスとサブクラス</a:t>
            </a:r>
            <a:endParaRPr lang="en-US" altLang="ja-JP" dirty="0"/>
          </a:p>
          <a:p>
            <a:pPr marL="444500" indent="-342900">
              <a:buFont typeface="+mj-lt"/>
              <a:buAutoNum type="arabicPeriod"/>
            </a:pPr>
            <a:r>
              <a:rPr lang="ja-JP" altLang="en-US" dirty="0"/>
              <a:t>単一継承</a:t>
            </a:r>
            <a:endParaRPr lang="en-US" altLang="ja-JP" dirty="0"/>
          </a:p>
          <a:p>
            <a:pPr marL="444500" indent="-342900">
              <a:buFont typeface="+mj-lt"/>
              <a:buAutoNum type="arabicPeriod"/>
            </a:pPr>
            <a:r>
              <a:rPr lang="ja-JP" altLang="en-US" dirty="0"/>
              <a:t>オーバーライド</a:t>
            </a:r>
            <a:endParaRPr lang="en-US" altLang="ja-JP" dirty="0"/>
          </a:p>
          <a:p>
            <a:pPr marL="444500" indent="-342900">
              <a:buFont typeface="+mj-lt"/>
              <a:buAutoNum type="arabicPeriod"/>
            </a:pPr>
            <a:r>
              <a:rPr lang="ja-JP" altLang="en-US" dirty="0"/>
              <a:t>継承関係のコンストラクタ</a:t>
            </a:r>
          </a:p>
          <a:p>
            <a:pPr marL="96838" indent="0">
              <a:buNone/>
            </a:pPr>
            <a:endParaRPr kumimoji="1" lang="en-US" altLang="ja-JP" dirty="0"/>
          </a:p>
          <a:p>
            <a:pPr marL="96838" indent="0">
              <a:buNone/>
            </a:pPr>
            <a:endParaRPr kumimoji="1" lang="en-US" altLang="ja-JP" dirty="0"/>
          </a:p>
          <a:p>
            <a:pPr marL="96838" indent="0">
              <a:buNone/>
            </a:pPr>
            <a:r>
              <a:rPr lang="ja-JP" altLang="en-US" dirty="0"/>
              <a:t>の順に進めていきます。</a:t>
            </a:r>
            <a:endParaRPr kumimoji="1" lang="en-US" altLang="ja-JP" dirty="0">
              <a:solidFill>
                <a:schemeClr val="tx2"/>
              </a:solidFill>
            </a:endParaRP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6712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2F43DD3-0418-42E8-9D03-3B480F205508}"/>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C79983C-D8FC-4693-8551-08AD543141F3}"/>
              </a:ext>
            </a:extLst>
          </p:cNvPr>
          <p:cNvSpPr>
            <a:spLocks noGrp="1"/>
          </p:cNvSpPr>
          <p:nvPr>
            <p:ph type="ctrTitle"/>
          </p:nvPr>
        </p:nvSpPr>
        <p:spPr/>
        <p:txBody>
          <a:bodyPr/>
          <a:lstStyle/>
          <a:p>
            <a:r>
              <a:rPr lang="en-US" altLang="ja-JP" dirty="0" err="1"/>
              <a:t>継承とは</a:t>
            </a:r>
            <a:endParaRPr kumimoji="1" lang="ja-JP" altLang="en-US" dirty="0"/>
          </a:p>
        </p:txBody>
      </p:sp>
      <p:sp>
        <p:nvSpPr>
          <p:cNvPr id="4" name="スライド番号プレースホルダー 3">
            <a:extLst>
              <a:ext uri="{FF2B5EF4-FFF2-40B4-BE49-F238E27FC236}">
                <a16:creationId xmlns:a16="http://schemas.microsoft.com/office/drawing/2014/main" id="{856AB935-007C-47FA-829A-800E0CA2AEA3}"/>
              </a:ext>
            </a:extLst>
          </p:cNvPr>
          <p:cNvSpPr>
            <a:spLocks noGrp="1"/>
          </p:cNvSpPr>
          <p:nvPr>
            <p:ph type="sldNum" sz="quarter" idx="4"/>
          </p:nvPr>
        </p:nvSpPr>
        <p:spPr/>
        <p:txBody>
          <a:bodyPr/>
          <a:lstStyle/>
          <a:p>
            <a:fld id="{00000000-1234-1234-1234-123412341234}" type="slidenum">
              <a:rPr lang="en" smtClean="0"/>
              <a:pPr/>
              <a:t>4</a:t>
            </a:fld>
            <a:endParaRPr lang="en" dirty="0">
              <a:latin typeface="+mn-ea"/>
            </a:endParaRPr>
          </a:p>
        </p:txBody>
      </p:sp>
      <p:sp>
        <p:nvSpPr>
          <p:cNvPr id="6" name="テキスト プレースホルダー 5">
            <a:extLst>
              <a:ext uri="{FF2B5EF4-FFF2-40B4-BE49-F238E27FC236}">
                <a16:creationId xmlns:a16="http://schemas.microsoft.com/office/drawing/2014/main" id="{B0A725D4-41F6-4C87-A1CC-DF4294CC5C35}"/>
              </a:ext>
            </a:extLst>
          </p:cNvPr>
          <p:cNvSpPr>
            <a:spLocks noGrp="1"/>
          </p:cNvSpPr>
          <p:nvPr>
            <p:ph type="body" sz="quarter" idx="15"/>
          </p:nvPr>
        </p:nvSpPr>
        <p:spPr/>
        <p:txBody>
          <a:bodyPr/>
          <a:lstStyle/>
          <a:p>
            <a:r>
              <a:rPr lang="ja-JP" altLang="en-US" dirty="0"/>
              <a:t>あるクラスのメソッドやフィールドを引き継いで新しいクラスを作る仕組み</a:t>
            </a:r>
            <a:endParaRPr lang="en-US" altLang="ja-JP" dirty="0"/>
          </a:p>
          <a:p>
            <a:r>
              <a:rPr lang="ja-JP" altLang="en-US" dirty="0"/>
              <a:t>元のクラスにあるメソッドを上書きすることができる</a:t>
            </a:r>
            <a:endParaRPr lang="en-US" altLang="ja-JP" dirty="0"/>
          </a:p>
          <a:p>
            <a:r>
              <a:rPr kumimoji="1" lang="ja-JP" altLang="en-US" dirty="0"/>
              <a:t>継承したクラスには新しいメソッドやフィールドを記載できる</a:t>
            </a:r>
          </a:p>
        </p:txBody>
      </p:sp>
      <p:sp>
        <p:nvSpPr>
          <p:cNvPr id="7" name="テキスト プレースホルダー 6">
            <a:extLst>
              <a:ext uri="{FF2B5EF4-FFF2-40B4-BE49-F238E27FC236}">
                <a16:creationId xmlns:a16="http://schemas.microsoft.com/office/drawing/2014/main" id="{CAD3891B-A912-4D85-B646-47C677AF6543}"/>
              </a:ext>
            </a:extLst>
          </p:cNvPr>
          <p:cNvSpPr>
            <a:spLocks noGrp="1"/>
          </p:cNvSpPr>
          <p:nvPr>
            <p:ph type="body" sz="quarter" idx="16"/>
          </p:nvPr>
        </p:nvSpPr>
        <p:spPr/>
        <p:txBody>
          <a:bodyPr/>
          <a:lstStyle/>
          <a:p>
            <a:endParaRPr kumimoji="1" lang="ja-JP" altLang="en-US" dirty="0"/>
          </a:p>
        </p:txBody>
      </p:sp>
      <p:sp>
        <p:nvSpPr>
          <p:cNvPr id="8" name="テキスト プレースホルダー 7">
            <a:extLst>
              <a:ext uri="{FF2B5EF4-FFF2-40B4-BE49-F238E27FC236}">
                <a16:creationId xmlns:a16="http://schemas.microsoft.com/office/drawing/2014/main" id="{B99BBA26-48EF-42FD-920E-3035EC8FC888}"/>
              </a:ext>
            </a:extLst>
          </p:cNvPr>
          <p:cNvSpPr>
            <a:spLocks noGrp="1"/>
          </p:cNvSpPr>
          <p:nvPr>
            <p:ph type="body" sz="quarter" idx="14"/>
          </p:nvPr>
        </p:nvSpPr>
        <p:spPr>
          <a:xfrm>
            <a:off x="463550" y="2334385"/>
            <a:ext cx="8216900" cy="1785301"/>
          </a:xfrm>
        </p:spPr>
        <p:txBody>
          <a:bodyPr/>
          <a:lstStyle/>
          <a:p>
            <a:pPr marL="96838" indent="0">
              <a:buNone/>
            </a:pPr>
            <a:r>
              <a:rPr lang="ja-JP" altLang="en-US" dirty="0"/>
              <a:t>「以前作ったことのあるクラスと</a:t>
            </a:r>
            <a:r>
              <a:rPr lang="ja-JP" altLang="en-US" b="0" i="0" dirty="0">
                <a:solidFill>
                  <a:srgbClr val="1D1C1D"/>
                </a:solidFill>
                <a:effectLst/>
                <a:latin typeface="NotoSansJP"/>
              </a:rPr>
              <a:t>共通した機能を持っている</a:t>
            </a:r>
            <a:r>
              <a:rPr lang="ja-JP" altLang="en-US" dirty="0"/>
              <a:t>クラスを作る」</a:t>
            </a:r>
          </a:p>
          <a:p>
            <a:pPr marL="96838" indent="0">
              <a:buNone/>
            </a:pPr>
            <a:r>
              <a:rPr lang="ja-JP" altLang="en-US" dirty="0"/>
              <a:t>このような状況になることがあります。</a:t>
            </a:r>
          </a:p>
          <a:p>
            <a:pPr marL="96838" indent="0">
              <a:buNone/>
            </a:pPr>
            <a:r>
              <a:rPr lang="ja-JP" altLang="en-US" dirty="0"/>
              <a:t>その際に</a:t>
            </a:r>
            <a:r>
              <a:rPr lang="en-US" altLang="ja-JP" dirty="0"/>
              <a:t>0</a:t>
            </a:r>
            <a:r>
              <a:rPr lang="ja-JP" altLang="en-US" dirty="0"/>
              <a:t>から作った方がいいのか、流用して作った方がいいのかというと、共通部分があるため、流用した方がいいですよね。</a:t>
            </a:r>
          </a:p>
          <a:p>
            <a:pPr marL="96838" indent="0">
              <a:buNone/>
            </a:pPr>
            <a:endParaRPr lang="en-US" altLang="ja-JP" dirty="0"/>
          </a:p>
          <a:p>
            <a:pPr marL="96838" indent="0">
              <a:buNone/>
            </a:pPr>
            <a:r>
              <a:rPr lang="ja-JP" altLang="en-US" dirty="0"/>
              <a:t>以前</a:t>
            </a:r>
            <a:r>
              <a:rPr lang="en-US" altLang="ja-JP" dirty="0"/>
              <a:t>Student</a:t>
            </a:r>
            <a:r>
              <a:rPr lang="ja-JP" altLang="en-US" dirty="0"/>
              <a:t>クラスというものを作成しましたが、より細かく、</a:t>
            </a:r>
            <a:r>
              <a:rPr lang="en-US" altLang="ja-JP" dirty="0"/>
              <a:t>Java</a:t>
            </a:r>
            <a:r>
              <a:rPr lang="ja-JP" altLang="en-US" dirty="0"/>
              <a:t>を学習する受講生というクラスを作ってみましょう。</a:t>
            </a:r>
          </a:p>
        </p:txBody>
      </p:sp>
    </p:spTree>
    <p:extLst>
      <p:ext uri="{BB962C8B-B14F-4D97-AF65-F5344CB8AC3E}">
        <p14:creationId xmlns:p14="http://schemas.microsoft.com/office/powerpoint/2010/main" val="3387763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82B50F1-F4B4-4234-9A15-F4A4DB6AD655}"/>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05C6DAF3-7CB5-46CF-B20F-F9FAA3199561}"/>
              </a:ext>
            </a:extLst>
          </p:cNvPr>
          <p:cNvSpPr>
            <a:spLocks noGrp="1"/>
          </p:cNvSpPr>
          <p:nvPr>
            <p:ph type="ctrTitle"/>
          </p:nvPr>
        </p:nvSpPr>
        <p:spPr/>
        <p:txBody>
          <a:bodyPr/>
          <a:lstStyle/>
          <a:p>
            <a:r>
              <a:rPr lang="en-US" altLang="ja-JP" dirty="0" err="1"/>
              <a:t>似通ったクラスを作ってみる</a:t>
            </a:r>
            <a:r>
              <a:rPr lang="en-US" altLang="ja-JP" dirty="0"/>
              <a:t>…</a:t>
            </a:r>
            <a:endParaRPr kumimoji="1" lang="ja-JP" altLang="en-US" dirty="0"/>
          </a:p>
        </p:txBody>
      </p:sp>
      <p:sp>
        <p:nvSpPr>
          <p:cNvPr id="4" name="スライド番号プレースホルダー 3">
            <a:extLst>
              <a:ext uri="{FF2B5EF4-FFF2-40B4-BE49-F238E27FC236}">
                <a16:creationId xmlns:a16="http://schemas.microsoft.com/office/drawing/2014/main" id="{752499E4-2CFE-4798-8310-FB3D7592A69A}"/>
              </a:ext>
            </a:extLst>
          </p:cNvPr>
          <p:cNvSpPr>
            <a:spLocks noGrp="1"/>
          </p:cNvSpPr>
          <p:nvPr>
            <p:ph type="sldNum" sz="quarter" idx="4"/>
          </p:nvPr>
        </p:nvSpPr>
        <p:spPr/>
        <p:txBody>
          <a:bodyPr/>
          <a:lstStyle/>
          <a:p>
            <a:fld id="{00000000-1234-1234-1234-123412341234}" type="slidenum">
              <a:rPr lang="en" smtClean="0"/>
              <a:pPr/>
              <a:t>5</a:t>
            </a:fld>
            <a:endParaRPr lang="en" dirty="0"/>
          </a:p>
        </p:txBody>
      </p:sp>
      <p:sp>
        <p:nvSpPr>
          <p:cNvPr id="6" name="Google Shape;112;p16">
            <a:extLst>
              <a:ext uri="{FF2B5EF4-FFF2-40B4-BE49-F238E27FC236}">
                <a16:creationId xmlns:a16="http://schemas.microsoft.com/office/drawing/2014/main" id="{80B1E86E-5207-44A5-B3D9-04B2D950F351}"/>
              </a:ext>
            </a:extLst>
          </p:cNvPr>
          <p:cNvSpPr/>
          <p:nvPr/>
        </p:nvSpPr>
        <p:spPr>
          <a:xfrm>
            <a:off x="347330" y="800964"/>
            <a:ext cx="4888495" cy="1853511"/>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i="0" u="none" strike="noStrike" cap="none" dirty="0">
                <a:solidFill>
                  <a:schemeClr val="dk1"/>
                </a:solidFill>
                <a:ea typeface="MS Gothic"/>
                <a:cs typeface="MS Gothic"/>
                <a:sym typeface="MS Gothic"/>
              </a:rPr>
              <a:t>public class Student {</a:t>
            </a:r>
          </a:p>
          <a:p>
            <a:pPr marL="0" marR="0" lvl="0" indent="0" algn="l" rtl="0">
              <a:spcBef>
                <a:spcPts val="0"/>
              </a:spcBef>
              <a:spcAft>
                <a:spcPts val="0"/>
              </a:spcAft>
              <a:buNone/>
            </a:pPr>
            <a:r>
              <a:rPr lang="en-US" sz="1200" b="1" i="0" u="none" strike="noStrike" cap="none" dirty="0">
                <a:solidFill>
                  <a:schemeClr val="dk1"/>
                </a:solidFill>
                <a:ea typeface="MS Gothic"/>
                <a:cs typeface="MS Gothic"/>
                <a:sym typeface="MS Gothic"/>
              </a:rPr>
              <a:t>    String name;   // </a:t>
            </a:r>
            <a:r>
              <a:rPr lang="ja-JP" altLang="en-US" sz="1200" b="1" i="0" u="none" strike="noStrike" cap="none" dirty="0">
                <a:solidFill>
                  <a:schemeClr val="dk1"/>
                </a:solidFill>
                <a:ea typeface="MS Gothic"/>
                <a:cs typeface="MS Gothic"/>
                <a:sym typeface="MS Gothic"/>
              </a:rPr>
              <a:t>氏名</a:t>
            </a:r>
          </a:p>
          <a:p>
            <a:pPr marL="0" marR="0" lvl="0" indent="0" algn="l" rtl="0">
              <a:spcBef>
                <a:spcPts val="0"/>
              </a:spcBef>
              <a:spcAft>
                <a:spcPts val="0"/>
              </a:spcAft>
              <a:buNone/>
            </a:pPr>
            <a:r>
              <a:rPr lang="ja-JP" altLang="en-US" sz="1200" b="1" i="0" u="none" strike="noStrike" cap="none" dirty="0">
                <a:solidFill>
                  <a:schemeClr val="dk1"/>
                </a:solidFill>
                <a:ea typeface="MS Gothic"/>
                <a:cs typeface="MS Gothic"/>
                <a:sym typeface="MS Gothic"/>
              </a:rPr>
              <a:t>    </a:t>
            </a:r>
            <a:r>
              <a:rPr lang="en-US" sz="1200" b="1" i="0" u="none" strike="noStrike" cap="none" dirty="0">
                <a:solidFill>
                  <a:schemeClr val="dk1"/>
                </a:solidFill>
                <a:ea typeface="MS Gothic"/>
                <a:cs typeface="MS Gothic"/>
                <a:sym typeface="MS Gothic"/>
              </a:rPr>
              <a:t>int age;       // </a:t>
            </a:r>
            <a:r>
              <a:rPr lang="ja-JP" altLang="en-US" sz="1200" b="1" i="0" u="none" strike="noStrike" cap="none" dirty="0">
                <a:solidFill>
                  <a:schemeClr val="dk1"/>
                </a:solidFill>
                <a:ea typeface="MS Gothic"/>
                <a:cs typeface="MS Gothic"/>
                <a:sym typeface="MS Gothic"/>
              </a:rPr>
              <a:t>年齢</a:t>
            </a:r>
          </a:p>
          <a:p>
            <a:pPr marL="0" marR="0" lvl="0" indent="0" algn="l" rtl="0">
              <a:spcBef>
                <a:spcPts val="0"/>
              </a:spcBef>
              <a:spcAft>
                <a:spcPts val="0"/>
              </a:spcAft>
              <a:buNone/>
            </a:pPr>
            <a:r>
              <a:rPr lang="ja-JP" altLang="en-US" sz="1200" b="1" i="0" u="none" strike="noStrike" cap="none" dirty="0">
                <a:solidFill>
                  <a:schemeClr val="dk1"/>
                </a:solidFill>
                <a:ea typeface="MS Gothic"/>
                <a:cs typeface="MS Gothic"/>
                <a:sym typeface="MS Gothic"/>
              </a:rPr>
              <a:t>    </a:t>
            </a:r>
            <a:r>
              <a:rPr lang="en-US" altLang="ja-JP" sz="1200" b="1" i="0" u="none" strike="noStrike" cap="none" dirty="0">
                <a:solidFill>
                  <a:schemeClr val="dk1"/>
                </a:solidFill>
                <a:ea typeface="MS Gothic"/>
                <a:cs typeface="MS Gothic"/>
                <a:sym typeface="MS Gothic"/>
              </a:rPr>
              <a:t>// </a:t>
            </a:r>
            <a:r>
              <a:rPr lang="ja-JP" altLang="en-US" sz="1200" b="1" i="0" u="none" strike="noStrike" cap="none" dirty="0">
                <a:solidFill>
                  <a:schemeClr val="dk1"/>
                </a:solidFill>
                <a:ea typeface="MS Gothic"/>
                <a:cs typeface="MS Gothic"/>
                <a:sym typeface="MS Gothic"/>
              </a:rPr>
              <a:t>自己紹介するメソッド</a:t>
            </a:r>
          </a:p>
          <a:p>
            <a:pPr marL="0" marR="0" lvl="0" indent="0" algn="l" rtl="0">
              <a:spcBef>
                <a:spcPts val="0"/>
              </a:spcBef>
              <a:spcAft>
                <a:spcPts val="0"/>
              </a:spcAft>
              <a:buNone/>
            </a:pPr>
            <a:r>
              <a:rPr lang="ja-JP" altLang="en-US" sz="1200" b="1" i="0" u="none" strike="noStrike" cap="none" dirty="0">
                <a:solidFill>
                  <a:schemeClr val="dk1"/>
                </a:solidFill>
                <a:ea typeface="MS Gothic"/>
                <a:cs typeface="MS Gothic"/>
                <a:sym typeface="MS Gothic"/>
              </a:rPr>
              <a:t>    </a:t>
            </a:r>
            <a:r>
              <a:rPr lang="en-US" sz="1200" b="1" i="0" u="none" strike="noStrike" cap="none" dirty="0">
                <a:solidFill>
                  <a:schemeClr val="dk1"/>
                </a:solidFill>
                <a:ea typeface="MS Gothic"/>
                <a:cs typeface="MS Gothic"/>
                <a:sym typeface="MS Gothic"/>
              </a:rPr>
              <a:t>void introduce() {</a:t>
            </a:r>
          </a:p>
          <a:p>
            <a:pPr marL="0" marR="0" lvl="0" indent="0" algn="l" rtl="0">
              <a:spcBef>
                <a:spcPts val="0"/>
              </a:spcBef>
              <a:spcAft>
                <a:spcPts val="0"/>
              </a:spcAft>
              <a:buNone/>
            </a:pPr>
            <a:r>
              <a:rPr lang="en-US" sz="1200" b="1" i="0" u="none" strike="noStrike" cap="none" dirty="0">
                <a:solidFill>
                  <a:schemeClr val="dk1"/>
                </a:solidFill>
                <a:ea typeface="MS Gothic"/>
                <a:cs typeface="MS Gothic"/>
                <a:sym typeface="MS Gothic"/>
              </a:rPr>
              <a:t>        </a:t>
            </a:r>
            <a:r>
              <a:rPr lang="en-US" sz="1200" b="1" i="0" u="none" strike="noStrike" cap="none" dirty="0" err="1">
                <a:solidFill>
                  <a:schemeClr val="dk1"/>
                </a:solidFill>
                <a:ea typeface="MS Gothic"/>
                <a:cs typeface="MS Gothic"/>
                <a:sym typeface="MS Gothic"/>
              </a:rPr>
              <a:t>System.out.println</a:t>
            </a:r>
            <a:r>
              <a:rPr lang="en-US" sz="1200" b="1" i="0" u="none" strike="noStrike" cap="none" dirty="0">
                <a:solidFill>
                  <a:schemeClr val="dk1"/>
                </a:solidFill>
                <a:ea typeface="MS Gothic"/>
                <a:cs typeface="MS Gothic"/>
                <a:sym typeface="MS Gothic"/>
              </a:rPr>
              <a:t>("</a:t>
            </a:r>
            <a:r>
              <a:rPr lang="ja-JP" altLang="en-US" sz="1200" b="1" i="0" u="none" strike="noStrike" cap="none" dirty="0">
                <a:solidFill>
                  <a:schemeClr val="dk1"/>
                </a:solidFill>
                <a:ea typeface="MS Gothic"/>
                <a:cs typeface="MS Gothic"/>
                <a:sym typeface="MS Gothic"/>
              </a:rPr>
              <a:t>私は</a:t>
            </a:r>
            <a:r>
              <a:rPr lang="en-US" altLang="ja-JP" sz="1200" b="1" i="0" u="none" strike="noStrike" cap="none" dirty="0">
                <a:solidFill>
                  <a:schemeClr val="dk1"/>
                </a:solidFill>
                <a:ea typeface="MS Gothic"/>
                <a:cs typeface="MS Gothic"/>
                <a:sym typeface="MS Gothic"/>
              </a:rPr>
              <a:t>" + </a:t>
            </a:r>
            <a:r>
              <a:rPr lang="en-US" sz="1200" b="1" i="0" u="none" strike="noStrike" cap="none" dirty="0">
                <a:solidFill>
                  <a:schemeClr val="dk1"/>
                </a:solidFill>
                <a:ea typeface="MS Gothic"/>
                <a:cs typeface="MS Gothic"/>
                <a:sym typeface="MS Gothic"/>
              </a:rPr>
              <a:t>this.name + "</a:t>
            </a:r>
            <a:r>
              <a:rPr lang="ja-JP" altLang="en-US" sz="1200" b="1" i="0" u="none" strike="noStrike" cap="none" dirty="0">
                <a:solidFill>
                  <a:schemeClr val="dk1"/>
                </a:solidFill>
                <a:ea typeface="MS Gothic"/>
                <a:cs typeface="MS Gothic"/>
                <a:sym typeface="MS Gothic"/>
              </a:rPr>
              <a:t>と申します</a:t>
            </a:r>
            <a:r>
              <a:rPr lang="en-US" altLang="ja-JP" sz="1200" b="1" i="0" u="none" strike="noStrike" cap="none" dirty="0">
                <a:solidFill>
                  <a:schemeClr val="dk1"/>
                </a:solidFill>
                <a:ea typeface="MS Gothic"/>
                <a:cs typeface="MS Gothic"/>
                <a:sym typeface="MS Gothic"/>
              </a:rPr>
              <a:t>");</a:t>
            </a:r>
          </a:p>
          <a:p>
            <a:pPr marL="0" marR="0" lvl="0" indent="0" algn="l" rtl="0">
              <a:spcBef>
                <a:spcPts val="0"/>
              </a:spcBef>
              <a:spcAft>
                <a:spcPts val="0"/>
              </a:spcAft>
              <a:buNone/>
            </a:pPr>
            <a:r>
              <a:rPr lang="en-US" altLang="ja-JP" sz="1200" b="1" i="0" u="none" strike="noStrike" cap="none" dirty="0">
                <a:solidFill>
                  <a:schemeClr val="dk1"/>
                </a:solidFill>
                <a:ea typeface="MS Gothic"/>
                <a:cs typeface="MS Gothic"/>
                <a:sym typeface="MS Gothic"/>
              </a:rPr>
              <a:t>        </a:t>
            </a:r>
            <a:r>
              <a:rPr lang="en-US" sz="1200" b="1" i="0" u="none" strike="noStrike" cap="none" dirty="0" err="1">
                <a:solidFill>
                  <a:schemeClr val="dk1"/>
                </a:solidFill>
                <a:ea typeface="MS Gothic"/>
                <a:cs typeface="MS Gothic"/>
                <a:sym typeface="MS Gothic"/>
              </a:rPr>
              <a:t>System.out.println</a:t>
            </a:r>
            <a:r>
              <a:rPr lang="en-US" sz="1200" b="1" i="0" u="none" strike="noStrike" cap="none" dirty="0">
                <a:solidFill>
                  <a:schemeClr val="dk1"/>
                </a:solidFill>
                <a:ea typeface="MS Gothic"/>
                <a:cs typeface="MS Gothic"/>
                <a:sym typeface="MS Gothic"/>
              </a:rPr>
              <a:t>(</a:t>
            </a:r>
            <a:r>
              <a:rPr lang="en-US" sz="1200" b="1" i="0" u="none" strike="noStrike" cap="none" dirty="0" err="1">
                <a:solidFill>
                  <a:schemeClr val="dk1"/>
                </a:solidFill>
                <a:ea typeface="MS Gothic"/>
                <a:cs typeface="MS Gothic"/>
                <a:sym typeface="MS Gothic"/>
              </a:rPr>
              <a:t>this.age</a:t>
            </a:r>
            <a:r>
              <a:rPr lang="en-US" sz="1200" b="1" i="0" u="none" strike="noStrike" cap="none" dirty="0">
                <a:solidFill>
                  <a:schemeClr val="dk1"/>
                </a:solidFill>
                <a:ea typeface="MS Gothic"/>
                <a:cs typeface="MS Gothic"/>
                <a:sym typeface="MS Gothic"/>
              </a:rPr>
              <a:t> + "</a:t>
            </a:r>
            <a:r>
              <a:rPr lang="ja-JP" altLang="en-US" sz="1200" b="1" i="0" u="none" strike="noStrike" cap="none" dirty="0">
                <a:solidFill>
                  <a:schemeClr val="dk1"/>
                </a:solidFill>
                <a:ea typeface="MS Gothic"/>
                <a:cs typeface="MS Gothic"/>
                <a:sym typeface="MS Gothic"/>
              </a:rPr>
              <a:t>歳です</a:t>
            </a:r>
            <a:r>
              <a:rPr lang="en-US" altLang="ja-JP" sz="1200" b="1" i="0" u="none" strike="noStrike" cap="none" dirty="0">
                <a:solidFill>
                  <a:schemeClr val="dk1"/>
                </a:solidFill>
                <a:ea typeface="MS Gothic"/>
                <a:cs typeface="MS Gothic"/>
                <a:sym typeface="MS Gothic"/>
              </a:rPr>
              <a:t>");</a:t>
            </a:r>
          </a:p>
          <a:p>
            <a:pPr marL="0" marR="0" lvl="0" indent="0" algn="l" rtl="0">
              <a:spcBef>
                <a:spcPts val="0"/>
              </a:spcBef>
              <a:spcAft>
                <a:spcPts val="0"/>
              </a:spcAft>
              <a:buNone/>
            </a:pPr>
            <a:r>
              <a:rPr lang="en-US" altLang="ja-JP" sz="1200" b="1" i="0" u="none" strike="noStrike" cap="none" dirty="0">
                <a:solidFill>
                  <a:schemeClr val="dk1"/>
                </a:solidFill>
                <a:ea typeface="MS Gothic"/>
                <a:cs typeface="MS Gothic"/>
                <a:sym typeface="MS Gothic"/>
              </a:rPr>
              <a:t>   }</a:t>
            </a:r>
          </a:p>
          <a:p>
            <a:pPr marL="0" marR="0" lvl="0" indent="0" algn="l" rtl="0">
              <a:spcBef>
                <a:spcPts val="0"/>
              </a:spcBef>
              <a:spcAft>
                <a:spcPts val="0"/>
              </a:spcAft>
              <a:buNone/>
            </a:pPr>
            <a:r>
              <a:rPr lang="en-US" altLang="ja-JP" sz="1200" b="1" i="0" u="none" strike="noStrike" cap="none" dirty="0">
                <a:solidFill>
                  <a:schemeClr val="dk1"/>
                </a:solidFill>
                <a:ea typeface="MS Gothic"/>
                <a:cs typeface="MS Gothic"/>
                <a:sym typeface="MS Gothic"/>
              </a:rPr>
              <a:t>}</a:t>
            </a:r>
            <a:endParaRPr lang="en-US" sz="1200" b="1" dirty="0">
              <a:solidFill>
                <a:schemeClr val="dk1"/>
              </a:solidFill>
              <a:ea typeface="MS Gothic"/>
              <a:cs typeface="MS Gothic"/>
              <a:sym typeface="MS Gothic"/>
            </a:endParaRPr>
          </a:p>
        </p:txBody>
      </p:sp>
      <p:sp>
        <p:nvSpPr>
          <p:cNvPr id="7" name="Google Shape;112;p16">
            <a:extLst>
              <a:ext uri="{FF2B5EF4-FFF2-40B4-BE49-F238E27FC236}">
                <a16:creationId xmlns:a16="http://schemas.microsoft.com/office/drawing/2014/main" id="{976DEC37-B0EA-49B3-B5E6-88A193ABF843}"/>
              </a:ext>
            </a:extLst>
          </p:cNvPr>
          <p:cNvSpPr/>
          <p:nvPr/>
        </p:nvSpPr>
        <p:spPr>
          <a:xfrm>
            <a:off x="2884967" y="2294735"/>
            <a:ext cx="5795483" cy="2531901"/>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i="0" u="none" strike="noStrike" cap="none" dirty="0">
                <a:solidFill>
                  <a:schemeClr val="dk1"/>
                </a:solidFill>
                <a:ea typeface="MS Gothic"/>
                <a:cs typeface="MS Gothic"/>
                <a:sym typeface="MS Gothic"/>
              </a:rPr>
              <a:t>public class </a:t>
            </a:r>
            <a:r>
              <a:rPr lang="en-US" sz="1200" b="1" i="0" u="none" strike="noStrike" cap="none" dirty="0" err="1">
                <a:solidFill>
                  <a:schemeClr val="dk1"/>
                </a:solidFill>
                <a:ea typeface="MS Gothic"/>
                <a:cs typeface="MS Gothic"/>
                <a:sym typeface="MS Gothic"/>
              </a:rPr>
              <a:t>JavaStudent</a:t>
            </a:r>
            <a:r>
              <a:rPr lang="en-US" sz="1200" b="1" i="0" u="none" strike="noStrike" cap="none" dirty="0">
                <a:solidFill>
                  <a:schemeClr val="dk1"/>
                </a:solidFill>
                <a:ea typeface="MS Gothic"/>
                <a:cs typeface="MS Gothic"/>
                <a:sym typeface="MS Gothic"/>
              </a:rPr>
              <a:t> {</a:t>
            </a:r>
          </a:p>
          <a:p>
            <a:pPr marL="0" marR="0" lvl="0" indent="0" algn="l" rtl="0">
              <a:spcBef>
                <a:spcPts val="0"/>
              </a:spcBef>
              <a:spcAft>
                <a:spcPts val="0"/>
              </a:spcAft>
              <a:buNone/>
            </a:pPr>
            <a:r>
              <a:rPr lang="en-US" sz="1200" b="1" i="0" u="none" strike="noStrike" cap="none" dirty="0">
                <a:solidFill>
                  <a:schemeClr val="dk1"/>
                </a:solidFill>
                <a:ea typeface="MS Gothic"/>
                <a:cs typeface="MS Gothic"/>
                <a:sym typeface="MS Gothic"/>
              </a:rPr>
              <a:t>	String name;   // </a:t>
            </a:r>
            <a:r>
              <a:rPr lang="ja-JP" altLang="en-US" sz="1200" b="1" i="0" u="none" strike="noStrike" cap="none" dirty="0">
                <a:solidFill>
                  <a:schemeClr val="dk1"/>
                </a:solidFill>
                <a:ea typeface="MS Gothic"/>
                <a:cs typeface="MS Gothic"/>
                <a:sym typeface="MS Gothic"/>
              </a:rPr>
              <a:t>氏名</a:t>
            </a:r>
          </a:p>
          <a:p>
            <a:pPr marL="0" marR="0" lvl="0" indent="0" algn="l" rtl="0">
              <a:spcBef>
                <a:spcPts val="0"/>
              </a:spcBef>
              <a:spcAft>
                <a:spcPts val="0"/>
              </a:spcAft>
              <a:buNone/>
            </a:pPr>
            <a:r>
              <a:rPr lang="ja-JP" altLang="en-US" sz="1200" b="1" i="0" u="none" strike="noStrike" cap="none" dirty="0">
                <a:solidFill>
                  <a:schemeClr val="dk1"/>
                </a:solidFill>
                <a:ea typeface="MS Gothic"/>
                <a:cs typeface="MS Gothic"/>
                <a:sym typeface="MS Gothic"/>
              </a:rPr>
              <a:t>	</a:t>
            </a:r>
            <a:r>
              <a:rPr lang="en-US" sz="1200" b="1" i="0" u="none" strike="noStrike" cap="none" dirty="0">
                <a:solidFill>
                  <a:schemeClr val="dk1"/>
                </a:solidFill>
                <a:ea typeface="MS Gothic"/>
                <a:cs typeface="MS Gothic"/>
                <a:sym typeface="MS Gothic"/>
              </a:rPr>
              <a:t>int age;       // </a:t>
            </a:r>
            <a:r>
              <a:rPr lang="ja-JP" altLang="en-US" sz="1200" b="1" i="0" u="none" strike="noStrike" cap="none" dirty="0">
                <a:solidFill>
                  <a:schemeClr val="dk1"/>
                </a:solidFill>
                <a:ea typeface="MS Gothic"/>
                <a:cs typeface="MS Gothic"/>
                <a:sym typeface="MS Gothic"/>
              </a:rPr>
              <a:t>年齢</a:t>
            </a:r>
          </a:p>
          <a:p>
            <a:pPr marL="0" marR="0" lvl="0" indent="0" algn="l" rtl="0">
              <a:spcBef>
                <a:spcPts val="0"/>
              </a:spcBef>
              <a:spcAft>
                <a:spcPts val="0"/>
              </a:spcAft>
              <a:buNone/>
            </a:pPr>
            <a:r>
              <a:rPr lang="ja-JP" altLang="en-US" sz="1200" b="1" i="0" u="none" strike="noStrike" cap="none" dirty="0">
                <a:solidFill>
                  <a:schemeClr val="dk1"/>
                </a:solidFill>
                <a:ea typeface="MS Gothic"/>
                <a:cs typeface="MS Gothic"/>
                <a:sym typeface="MS Gothic"/>
              </a:rPr>
              <a:t>	</a:t>
            </a:r>
            <a:r>
              <a:rPr lang="en-US" altLang="ja-JP" sz="1200" b="1" i="0" u="none" strike="noStrike" cap="none" dirty="0">
                <a:solidFill>
                  <a:schemeClr val="dk1"/>
                </a:solidFill>
                <a:ea typeface="MS Gothic"/>
                <a:cs typeface="MS Gothic"/>
                <a:sym typeface="MS Gothic"/>
              </a:rPr>
              <a:t>// </a:t>
            </a:r>
            <a:r>
              <a:rPr lang="ja-JP" altLang="en-US" sz="1200" b="1" i="0" u="none" strike="noStrike" cap="none" dirty="0">
                <a:solidFill>
                  <a:schemeClr val="dk1"/>
                </a:solidFill>
                <a:ea typeface="MS Gothic"/>
                <a:cs typeface="MS Gothic"/>
                <a:sym typeface="MS Gothic"/>
              </a:rPr>
              <a:t>自己紹介するメソッド</a:t>
            </a:r>
          </a:p>
          <a:p>
            <a:pPr marL="0" marR="0" lvl="0" indent="0" algn="l" rtl="0">
              <a:spcBef>
                <a:spcPts val="0"/>
              </a:spcBef>
              <a:spcAft>
                <a:spcPts val="0"/>
              </a:spcAft>
              <a:buNone/>
            </a:pPr>
            <a:r>
              <a:rPr lang="ja-JP" altLang="en-US" sz="1200" b="1" i="0" u="none" strike="noStrike" cap="none" dirty="0">
                <a:solidFill>
                  <a:schemeClr val="dk1"/>
                </a:solidFill>
                <a:ea typeface="MS Gothic"/>
                <a:cs typeface="MS Gothic"/>
                <a:sym typeface="MS Gothic"/>
              </a:rPr>
              <a:t>	</a:t>
            </a:r>
            <a:r>
              <a:rPr lang="en-US" sz="1200" b="1" i="0" u="none" strike="noStrike" cap="none" dirty="0">
                <a:solidFill>
                  <a:schemeClr val="dk1"/>
                </a:solidFill>
                <a:ea typeface="MS Gothic"/>
                <a:cs typeface="MS Gothic"/>
                <a:sym typeface="MS Gothic"/>
              </a:rPr>
              <a:t>void introduce() {</a:t>
            </a:r>
          </a:p>
          <a:p>
            <a:pPr marL="0" marR="0" lvl="0" indent="0" algn="l" rtl="0">
              <a:spcBef>
                <a:spcPts val="0"/>
              </a:spcBef>
              <a:spcAft>
                <a:spcPts val="0"/>
              </a:spcAft>
              <a:buNone/>
            </a:pPr>
            <a:r>
              <a:rPr lang="en-US" sz="1200" b="1" i="0" u="none" strike="noStrike" cap="none" dirty="0">
                <a:solidFill>
                  <a:schemeClr val="dk1"/>
                </a:solidFill>
                <a:ea typeface="MS Gothic"/>
                <a:cs typeface="MS Gothic"/>
                <a:sym typeface="MS Gothic"/>
              </a:rPr>
              <a:t>		</a:t>
            </a:r>
            <a:r>
              <a:rPr lang="en-US" sz="1200" b="1" i="0" u="none" strike="noStrike" cap="none" dirty="0" err="1">
                <a:solidFill>
                  <a:schemeClr val="dk1"/>
                </a:solidFill>
                <a:ea typeface="MS Gothic"/>
                <a:cs typeface="MS Gothic"/>
                <a:sym typeface="MS Gothic"/>
              </a:rPr>
              <a:t>System.out.println</a:t>
            </a:r>
            <a:r>
              <a:rPr lang="en-US" sz="1200" b="1" i="0" u="none" strike="noStrike" cap="none" dirty="0">
                <a:solidFill>
                  <a:schemeClr val="dk1"/>
                </a:solidFill>
                <a:ea typeface="MS Gothic"/>
                <a:cs typeface="MS Gothic"/>
                <a:sym typeface="MS Gothic"/>
              </a:rPr>
              <a:t>("</a:t>
            </a:r>
            <a:r>
              <a:rPr lang="ja-JP" altLang="en-US" sz="1200" b="1" i="0" u="none" strike="noStrike" cap="none" dirty="0">
                <a:solidFill>
                  <a:schemeClr val="dk1"/>
                </a:solidFill>
                <a:ea typeface="MS Gothic"/>
                <a:cs typeface="MS Gothic"/>
                <a:sym typeface="MS Gothic"/>
              </a:rPr>
              <a:t>私は</a:t>
            </a:r>
            <a:r>
              <a:rPr lang="en-US" altLang="ja-JP" sz="1200" b="1" i="0" u="none" strike="noStrike" cap="none" dirty="0">
                <a:solidFill>
                  <a:schemeClr val="dk1"/>
                </a:solidFill>
                <a:ea typeface="MS Gothic"/>
                <a:cs typeface="MS Gothic"/>
                <a:sym typeface="MS Gothic"/>
              </a:rPr>
              <a:t>" + </a:t>
            </a:r>
            <a:r>
              <a:rPr lang="en-US" sz="1200" b="1" i="0" u="none" strike="noStrike" cap="none" dirty="0">
                <a:solidFill>
                  <a:schemeClr val="dk1"/>
                </a:solidFill>
                <a:ea typeface="MS Gothic"/>
                <a:cs typeface="MS Gothic"/>
                <a:sym typeface="MS Gothic"/>
              </a:rPr>
              <a:t>this.name + "</a:t>
            </a:r>
            <a:r>
              <a:rPr lang="ja-JP" altLang="en-US" sz="1200" b="1" i="0" u="none" strike="noStrike" cap="none" dirty="0">
                <a:solidFill>
                  <a:schemeClr val="dk1"/>
                </a:solidFill>
                <a:ea typeface="MS Gothic"/>
                <a:cs typeface="MS Gothic"/>
                <a:sym typeface="MS Gothic"/>
              </a:rPr>
              <a:t>と申します</a:t>
            </a:r>
            <a:r>
              <a:rPr lang="en-US" altLang="ja-JP" sz="1200" b="1" i="0" u="none" strike="noStrike" cap="none" dirty="0">
                <a:solidFill>
                  <a:schemeClr val="dk1"/>
                </a:solidFill>
                <a:ea typeface="MS Gothic"/>
                <a:cs typeface="MS Gothic"/>
                <a:sym typeface="MS Gothic"/>
              </a:rPr>
              <a:t>");</a:t>
            </a:r>
          </a:p>
          <a:p>
            <a:pPr marL="0" marR="0" lvl="0" indent="0" algn="l" rtl="0">
              <a:spcBef>
                <a:spcPts val="0"/>
              </a:spcBef>
              <a:spcAft>
                <a:spcPts val="0"/>
              </a:spcAft>
              <a:buNone/>
            </a:pPr>
            <a:r>
              <a:rPr lang="en-US" altLang="ja-JP" sz="1200" b="1" i="0" u="none" strike="noStrike" cap="none" dirty="0">
                <a:solidFill>
                  <a:schemeClr val="dk1"/>
                </a:solidFill>
                <a:ea typeface="MS Gothic"/>
                <a:cs typeface="MS Gothic"/>
                <a:sym typeface="MS Gothic"/>
              </a:rPr>
              <a:t>		</a:t>
            </a:r>
            <a:r>
              <a:rPr lang="en-US" sz="1200" b="1" i="0" u="none" strike="noStrike" cap="none" dirty="0" err="1">
                <a:solidFill>
                  <a:schemeClr val="dk1"/>
                </a:solidFill>
                <a:ea typeface="MS Gothic"/>
                <a:cs typeface="MS Gothic"/>
                <a:sym typeface="MS Gothic"/>
              </a:rPr>
              <a:t>System.out.println</a:t>
            </a:r>
            <a:r>
              <a:rPr lang="en-US" sz="1200" b="1" i="0" u="none" strike="noStrike" cap="none" dirty="0">
                <a:solidFill>
                  <a:schemeClr val="dk1"/>
                </a:solidFill>
                <a:ea typeface="MS Gothic"/>
                <a:cs typeface="MS Gothic"/>
                <a:sym typeface="MS Gothic"/>
              </a:rPr>
              <a:t>(</a:t>
            </a:r>
            <a:r>
              <a:rPr lang="en-US" sz="1200" b="1" i="0" u="none" strike="noStrike" cap="none" dirty="0" err="1">
                <a:solidFill>
                  <a:schemeClr val="dk1"/>
                </a:solidFill>
                <a:ea typeface="MS Gothic"/>
                <a:cs typeface="MS Gothic"/>
                <a:sym typeface="MS Gothic"/>
              </a:rPr>
              <a:t>this.age</a:t>
            </a:r>
            <a:r>
              <a:rPr lang="en-US" sz="1200" b="1" i="0" u="none" strike="noStrike" cap="none" dirty="0">
                <a:solidFill>
                  <a:schemeClr val="dk1"/>
                </a:solidFill>
                <a:ea typeface="MS Gothic"/>
                <a:cs typeface="MS Gothic"/>
                <a:sym typeface="MS Gothic"/>
              </a:rPr>
              <a:t> + "</a:t>
            </a:r>
            <a:r>
              <a:rPr lang="ja-JP" altLang="en-US" sz="1200" b="1" i="0" u="none" strike="noStrike" cap="none" dirty="0">
                <a:solidFill>
                  <a:schemeClr val="dk1"/>
                </a:solidFill>
                <a:ea typeface="MS Gothic"/>
                <a:cs typeface="MS Gothic"/>
                <a:sym typeface="MS Gothic"/>
              </a:rPr>
              <a:t>歳です</a:t>
            </a:r>
            <a:r>
              <a:rPr lang="en-US" altLang="ja-JP" sz="1200" b="1" i="0" u="none" strike="noStrike" cap="none" dirty="0">
                <a:solidFill>
                  <a:schemeClr val="dk1"/>
                </a:solidFill>
                <a:ea typeface="MS Gothic"/>
                <a:cs typeface="MS Gothic"/>
                <a:sym typeface="MS Gothic"/>
              </a:rPr>
              <a:t>");</a:t>
            </a:r>
          </a:p>
          <a:p>
            <a:pPr marL="0" marR="0" lvl="0" indent="0" algn="l" rtl="0">
              <a:spcBef>
                <a:spcPts val="0"/>
              </a:spcBef>
              <a:spcAft>
                <a:spcPts val="0"/>
              </a:spcAft>
              <a:buNone/>
            </a:pPr>
            <a:r>
              <a:rPr lang="en-US" altLang="ja-JP" sz="1200" b="1" i="0" u="none" strike="noStrike" cap="none" dirty="0">
                <a:solidFill>
                  <a:schemeClr val="dk1"/>
                </a:solidFill>
                <a:ea typeface="MS Gothic"/>
                <a:cs typeface="MS Gothic"/>
                <a:sym typeface="MS Gothic"/>
              </a:rPr>
              <a:t>	}</a:t>
            </a:r>
          </a:p>
          <a:p>
            <a:pPr marL="0" marR="0" lvl="0" indent="0" algn="l" rtl="0">
              <a:spcBef>
                <a:spcPts val="0"/>
              </a:spcBef>
              <a:spcAft>
                <a:spcPts val="0"/>
              </a:spcAft>
              <a:buNone/>
            </a:pPr>
            <a:r>
              <a:rPr lang="en-US" altLang="ja-JP" sz="1200" b="1" i="0" u="none" strike="noStrike" cap="none" dirty="0">
                <a:solidFill>
                  <a:schemeClr val="dk1"/>
                </a:solidFill>
                <a:ea typeface="MS Gothic"/>
                <a:cs typeface="MS Gothic"/>
                <a:sym typeface="MS Gothic"/>
              </a:rPr>
              <a:t>	// </a:t>
            </a:r>
            <a:r>
              <a:rPr lang="en-US" sz="1200" b="1" i="0" u="none" strike="noStrike" cap="none" dirty="0">
                <a:solidFill>
                  <a:schemeClr val="dk1"/>
                </a:solidFill>
                <a:ea typeface="MS Gothic"/>
                <a:cs typeface="MS Gothic"/>
                <a:sym typeface="MS Gothic"/>
              </a:rPr>
              <a:t>Java</a:t>
            </a:r>
            <a:r>
              <a:rPr lang="ja-JP" altLang="en-US" sz="1200" b="1" i="0" u="none" strike="noStrike" cap="none" dirty="0">
                <a:solidFill>
                  <a:schemeClr val="dk1"/>
                </a:solidFill>
                <a:ea typeface="MS Gothic"/>
                <a:cs typeface="MS Gothic"/>
                <a:sym typeface="MS Gothic"/>
              </a:rPr>
              <a:t>の学習を行うメソッド</a:t>
            </a:r>
          </a:p>
          <a:p>
            <a:pPr marL="0" marR="0" lvl="0" indent="0" algn="l" rtl="0">
              <a:spcBef>
                <a:spcPts val="0"/>
              </a:spcBef>
              <a:spcAft>
                <a:spcPts val="0"/>
              </a:spcAft>
              <a:buNone/>
            </a:pPr>
            <a:r>
              <a:rPr lang="ja-JP" altLang="en-US" sz="1200" b="1" i="0" u="none" strike="noStrike" cap="none" dirty="0">
                <a:solidFill>
                  <a:schemeClr val="dk1"/>
                </a:solidFill>
                <a:ea typeface="MS Gothic"/>
                <a:cs typeface="MS Gothic"/>
                <a:sym typeface="MS Gothic"/>
              </a:rPr>
              <a:t>	</a:t>
            </a:r>
            <a:r>
              <a:rPr lang="en-US" sz="1200" b="1" i="0" u="none" strike="noStrike" cap="none" dirty="0">
                <a:solidFill>
                  <a:schemeClr val="dk1"/>
                </a:solidFill>
                <a:ea typeface="MS Gothic"/>
                <a:cs typeface="MS Gothic"/>
                <a:sym typeface="MS Gothic"/>
              </a:rPr>
              <a:t>void </a:t>
            </a:r>
            <a:r>
              <a:rPr lang="en-US" sz="1200" b="1" i="0" u="none" strike="noStrike" cap="none" dirty="0" err="1">
                <a:solidFill>
                  <a:schemeClr val="dk1"/>
                </a:solidFill>
                <a:ea typeface="MS Gothic"/>
                <a:cs typeface="MS Gothic"/>
                <a:sym typeface="MS Gothic"/>
              </a:rPr>
              <a:t>learnJava</a:t>
            </a:r>
            <a:r>
              <a:rPr lang="en-US" sz="1200" b="1" i="0" u="none" strike="noStrike" cap="none" dirty="0">
                <a:solidFill>
                  <a:schemeClr val="dk1"/>
                </a:solidFill>
                <a:ea typeface="MS Gothic"/>
                <a:cs typeface="MS Gothic"/>
                <a:sym typeface="MS Gothic"/>
              </a:rPr>
              <a:t>(String subject) {</a:t>
            </a:r>
          </a:p>
          <a:p>
            <a:pPr marL="0" marR="0" lvl="0" indent="0" algn="l" rtl="0">
              <a:spcBef>
                <a:spcPts val="0"/>
              </a:spcBef>
              <a:spcAft>
                <a:spcPts val="0"/>
              </a:spcAft>
              <a:buNone/>
            </a:pPr>
            <a:r>
              <a:rPr lang="en-US" sz="1200" b="1" i="0" u="none" strike="noStrike" cap="none" dirty="0">
                <a:solidFill>
                  <a:schemeClr val="dk1"/>
                </a:solidFill>
                <a:ea typeface="MS Gothic"/>
                <a:cs typeface="MS Gothic"/>
                <a:sym typeface="MS Gothic"/>
              </a:rPr>
              <a:t>		</a:t>
            </a:r>
            <a:r>
              <a:rPr lang="en-US" sz="1200" b="1" i="0" u="none" strike="noStrike" cap="none" dirty="0" err="1">
                <a:solidFill>
                  <a:schemeClr val="dk1"/>
                </a:solidFill>
                <a:ea typeface="MS Gothic"/>
                <a:cs typeface="MS Gothic"/>
                <a:sym typeface="MS Gothic"/>
              </a:rPr>
              <a:t>System.out.println</a:t>
            </a:r>
            <a:r>
              <a:rPr lang="en-US" sz="1200" b="1" i="0" u="none" strike="noStrike" cap="none" dirty="0">
                <a:solidFill>
                  <a:schemeClr val="dk1"/>
                </a:solidFill>
                <a:ea typeface="MS Gothic"/>
                <a:cs typeface="MS Gothic"/>
                <a:sym typeface="MS Gothic"/>
              </a:rPr>
              <a:t>("</a:t>
            </a:r>
            <a:r>
              <a:rPr lang="ja-JP" altLang="en-US" sz="1200" b="1" i="0" u="none" strike="noStrike" cap="none" dirty="0">
                <a:solidFill>
                  <a:schemeClr val="dk1"/>
                </a:solidFill>
                <a:ea typeface="MS Gothic"/>
                <a:cs typeface="MS Gothic"/>
                <a:sym typeface="MS Gothic"/>
              </a:rPr>
              <a:t>今日は</a:t>
            </a:r>
            <a:r>
              <a:rPr lang="en-US" sz="1200" b="1" i="0" u="none" strike="noStrike" cap="none" dirty="0">
                <a:solidFill>
                  <a:schemeClr val="dk1"/>
                </a:solidFill>
                <a:ea typeface="MS Gothic"/>
                <a:cs typeface="MS Gothic"/>
                <a:sym typeface="MS Gothic"/>
              </a:rPr>
              <a:t>Java</a:t>
            </a:r>
            <a:r>
              <a:rPr lang="ja-JP" altLang="en-US" sz="1200" b="1" i="0" u="none" strike="noStrike" cap="none" dirty="0">
                <a:solidFill>
                  <a:schemeClr val="dk1"/>
                </a:solidFill>
                <a:ea typeface="MS Gothic"/>
                <a:cs typeface="MS Gothic"/>
                <a:sym typeface="MS Gothic"/>
              </a:rPr>
              <a:t>の</a:t>
            </a:r>
            <a:r>
              <a:rPr lang="en-US" altLang="ja-JP" sz="1200" b="1" i="0" u="none" strike="noStrike" cap="none" dirty="0">
                <a:solidFill>
                  <a:schemeClr val="dk1"/>
                </a:solidFill>
                <a:ea typeface="MS Gothic"/>
                <a:cs typeface="MS Gothic"/>
                <a:sym typeface="MS Gothic"/>
              </a:rPr>
              <a:t>" + </a:t>
            </a:r>
            <a:r>
              <a:rPr lang="en-US" sz="1200" b="1" i="0" u="none" strike="noStrike" cap="none" dirty="0">
                <a:solidFill>
                  <a:schemeClr val="dk1"/>
                </a:solidFill>
                <a:ea typeface="MS Gothic"/>
                <a:cs typeface="MS Gothic"/>
                <a:sym typeface="MS Gothic"/>
              </a:rPr>
              <a:t>subject + "</a:t>
            </a:r>
            <a:r>
              <a:rPr lang="ja-JP" altLang="en-US" sz="1200" b="1" i="0" u="none" strike="noStrike" cap="none" dirty="0">
                <a:solidFill>
                  <a:schemeClr val="dk1"/>
                </a:solidFill>
                <a:ea typeface="MS Gothic"/>
                <a:cs typeface="MS Gothic"/>
                <a:sym typeface="MS Gothic"/>
              </a:rPr>
              <a:t>を学習します</a:t>
            </a:r>
            <a:r>
              <a:rPr lang="en-US" altLang="ja-JP" sz="1200" b="1" i="0" u="none" strike="noStrike" cap="none" dirty="0">
                <a:solidFill>
                  <a:schemeClr val="dk1"/>
                </a:solidFill>
                <a:ea typeface="MS Gothic"/>
                <a:cs typeface="MS Gothic"/>
                <a:sym typeface="MS Gothic"/>
              </a:rPr>
              <a:t>");</a:t>
            </a:r>
          </a:p>
          <a:p>
            <a:pPr marL="0" marR="0" lvl="0" indent="0" algn="l" rtl="0">
              <a:spcBef>
                <a:spcPts val="0"/>
              </a:spcBef>
              <a:spcAft>
                <a:spcPts val="0"/>
              </a:spcAft>
              <a:buNone/>
            </a:pPr>
            <a:r>
              <a:rPr lang="en-US" altLang="ja-JP" sz="1200" b="1" i="0" u="none" strike="noStrike" cap="none" dirty="0">
                <a:solidFill>
                  <a:schemeClr val="dk1"/>
                </a:solidFill>
                <a:ea typeface="MS Gothic"/>
                <a:cs typeface="MS Gothic"/>
                <a:sym typeface="MS Gothic"/>
              </a:rPr>
              <a:t>	}</a:t>
            </a:r>
          </a:p>
          <a:p>
            <a:pPr marL="0" marR="0" lvl="0" indent="0" algn="l" rtl="0">
              <a:spcBef>
                <a:spcPts val="0"/>
              </a:spcBef>
              <a:spcAft>
                <a:spcPts val="0"/>
              </a:spcAft>
              <a:buNone/>
            </a:pPr>
            <a:r>
              <a:rPr lang="en-US" altLang="ja-JP" sz="1200" b="1" i="0" u="none" strike="noStrike" cap="none" dirty="0">
                <a:solidFill>
                  <a:schemeClr val="dk1"/>
                </a:solidFill>
                <a:ea typeface="MS Gothic"/>
                <a:cs typeface="MS Gothic"/>
                <a:sym typeface="MS Gothic"/>
              </a:rPr>
              <a:t>}</a:t>
            </a:r>
            <a:endParaRPr lang="en-US" sz="1200" b="1" i="0" u="none" strike="noStrike" cap="none" dirty="0">
              <a:solidFill>
                <a:schemeClr val="dk1"/>
              </a:solidFill>
              <a:ea typeface="MS Gothic"/>
              <a:cs typeface="MS Gothic"/>
              <a:sym typeface="MS Gothic"/>
            </a:endParaRPr>
          </a:p>
        </p:txBody>
      </p:sp>
      <p:sp>
        <p:nvSpPr>
          <p:cNvPr id="11" name="吹き出し: 角を丸めた四角形 10">
            <a:extLst>
              <a:ext uri="{FF2B5EF4-FFF2-40B4-BE49-F238E27FC236}">
                <a16:creationId xmlns:a16="http://schemas.microsoft.com/office/drawing/2014/main" id="{3B87222E-A800-4865-9577-8982BED306B0}"/>
              </a:ext>
            </a:extLst>
          </p:cNvPr>
          <p:cNvSpPr/>
          <p:nvPr/>
        </p:nvSpPr>
        <p:spPr>
          <a:xfrm>
            <a:off x="5295014" y="949842"/>
            <a:ext cx="3385436" cy="956930"/>
          </a:xfrm>
          <a:prstGeom prst="wedgeRoundRectCallout">
            <a:avLst>
              <a:gd name="adj1" fmla="val -58940"/>
              <a:gd name="adj2" fmla="val -1944"/>
              <a:gd name="adj3" fmla="val 16667"/>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以前作った</a:t>
            </a:r>
            <a:r>
              <a:rPr kumimoji="1" lang="en-US" altLang="ja-JP" sz="1400" dirty="0">
                <a:solidFill>
                  <a:schemeClr val="tx1"/>
                </a:solidFill>
              </a:rPr>
              <a:t>Student</a:t>
            </a:r>
            <a:r>
              <a:rPr kumimoji="1" lang="ja-JP" altLang="en-US" sz="1400" dirty="0">
                <a:solidFill>
                  <a:schemeClr val="tx1"/>
                </a:solidFill>
              </a:rPr>
              <a:t>クラスです</a:t>
            </a:r>
          </a:p>
        </p:txBody>
      </p:sp>
      <p:sp>
        <p:nvSpPr>
          <p:cNvPr id="12" name="吹き出し: 角を丸めた四角形 11">
            <a:extLst>
              <a:ext uri="{FF2B5EF4-FFF2-40B4-BE49-F238E27FC236}">
                <a16:creationId xmlns:a16="http://schemas.microsoft.com/office/drawing/2014/main" id="{90A7F9A5-325A-457E-8A37-04FFEF893B39}"/>
              </a:ext>
            </a:extLst>
          </p:cNvPr>
          <p:cNvSpPr/>
          <p:nvPr/>
        </p:nvSpPr>
        <p:spPr>
          <a:xfrm>
            <a:off x="218226" y="2865971"/>
            <a:ext cx="2592780" cy="1784608"/>
          </a:xfrm>
          <a:prstGeom prst="wedgeRoundRectCallout">
            <a:avLst>
              <a:gd name="adj1" fmla="val 72805"/>
              <a:gd name="adj2" fmla="val -7870"/>
              <a:gd name="adj3" fmla="val 16667"/>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新しく作った</a:t>
            </a:r>
            <a:r>
              <a:rPr kumimoji="1" lang="en-US" altLang="ja-JP" sz="1400" dirty="0" err="1">
                <a:solidFill>
                  <a:schemeClr val="tx1"/>
                </a:solidFill>
              </a:rPr>
              <a:t>JavaStudent</a:t>
            </a:r>
            <a:r>
              <a:rPr kumimoji="1" lang="ja-JP" altLang="en-US" sz="1400" dirty="0">
                <a:solidFill>
                  <a:schemeClr val="tx1"/>
                </a:solidFill>
              </a:rPr>
              <a:t>クラスです。</a:t>
            </a:r>
            <a:endParaRPr kumimoji="1" lang="en-US" altLang="ja-JP" sz="1400" dirty="0">
              <a:solidFill>
                <a:schemeClr val="tx1"/>
              </a:solidFill>
            </a:endParaRPr>
          </a:p>
          <a:p>
            <a:r>
              <a:rPr kumimoji="1" lang="en-US" altLang="ja-JP" sz="1400" dirty="0" err="1">
                <a:solidFill>
                  <a:schemeClr val="tx1"/>
                </a:solidFill>
              </a:rPr>
              <a:t>learnJava</a:t>
            </a:r>
            <a:r>
              <a:rPr kumimoji="1" lang="ja-JP" altLang="en-US" sz="1400" dirty="0">
                <a:solidFill>
                  <a:schemeClr val="tx1"/>
                </a:solidFill>
              </a:rPr>
              <a:t>メソッドが追加されています。</a:t>
            </a:r>
            <a:endParaRPr kumimoji="1" lang="en-US" altLang="ja-JP" sz="1400" dirty="0">
              <a:solidFill>
                <a:schemeClr val="tx1"/>
              </a:solidFill>
            </a:endParaRPr>
          </a:p>
          <a:p>
            <a:r>
              <a:rPr kumimoji="1" lang="ja-JP" altLang="en-US" sz="1400" dirty="0">
                <a:solidFill>
                  <a:schemeClr val="tx1"/>
                </a:solidFill>
              </a:rPr>
              <a:t>他のフィールドやメソッドは</a:t>
            </a:r>
            <a:r>
              <a:rPr kumimoji="1" lang="en-US" altLang="ja-JP" sz="1400" dirty="0">
                <a:solidFill>
                  <a:schemeClr val="tx1"/>
                </a:solidFill>
              </a:rPr>
              <a:t>Student</a:t>
            </a:r>
            <a:r>
              <a:rPr kumimoji="1" lang="ja-JP" altLang="en-US" sz="1400" dirty="0">
                <a:solidFill>
                  <a:schemeClr val="tx1"/>
                </a:solidFill>
              </a:rPr>
              <a:t>クラスと同じです。</a:t>
            </a:r>
          </a:p>
        </p:txBody>
      </p:sp>
    </p:spTree>
    <p:extLst>
      <p:ext uri="{BB962C8B-B14F-4D97-AF65-F5344CB8AC3E}">
        <p14:creationId xmlns:p14="http://schemas.microsoft.com/office/powerpoint/2010/main" val="1780867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A438F477-6A7A-455E-8F06-3A569425CFF4}"/>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E14777EE-8ED7-46CA-A6C6-111DEB024EE8}"/>
              </a:ext>
            </a:extLst>
          </p:cNvPr>
          <p:cNvSpPr>
            <a:spLocks noGrp="1"/>
          </p:cNvSpPr>
          <p:nvPr>
            <p:ph type="ctrTitle"/>
          </p:nvPr>
        </p:nvSpPr>
        <p:spPr/>
        <p:txBody>
          <a:bodyPr/>
          <a:lstStyle/>
          <a:p>
            <a:r>
              <a:rPr lang="en-US" altLang="ja-JP" dirty="0" err="1"/>
              <a:t>コピペで作ると</a:t>
            </a:r>
            <a:r>
              <a:rPr lang="en-US" altLang="ja-JP" dirty="0"/>
              <a:t>…</a:t>
            </a:r>
            <a:endParaRPr kumimoji="1" lang="ja-JP" altLang="en-US" dirty="0"/>
          </a:p>
        </p:txBody>
      </p:sp>
      <p:sp>
        <p:nvSpPr>
          <p:cNvPr id="4" name="スライド番号プレースホルダー 3">
            <a:extLst>
              <a:ext uri="{FF2B5EF4-FFF2-40B4-BE49-F238E27FC236}">
                <a16:creationId xmlns:a16="http://schemas.microsoft.com/office/drawing/2014/main" id="{88998709-6BE0-40B0-B902-1F75EDC30480}"/>
              </a:ext>
            </a:extLst>
          </p:cNvPr>
          <p:cNvSpPr>
            <a:spLocks noGrp="1"/>
          </p:cNvSpPr>
          <p:nvPr>
            <p:ph type="sldNum" sz="quarter" idx="4"/>
          </p:nvPr>
        </p:nvSpPr>
        <p:spPr/>
        <p:txBody>
          <a:bodyPr/>
          <a:lstStyle/>
          <a:p>
            <a:fld id="{00000000-1234-1234-1234-123412341234}" type="slidenum">
              <a:rPr lang="en" smtClean="0"/>
              <a:pPr/>
              <a:t>6</a:t>
            </a:fld>
            <a:endParaRPr lang="en" dirty="0"/>
          </a:p>
        </p:txBody>
      </p:sp>
      <p:sp>
        <p:nvSpPr>
          <p:cNvPr id="5" name="テキスト プレースホルダー 4">
            <a:extLst>
              <a:ext uri="{FF2B5EF4-FFF2-40B4-BE49-F238E27FC236}">
                <a16:creationId xmlns:a16="http://schemas.microsoft.com/office/drawing/2014/main" id="{54922C1B-CE01-4FF3-8A24-510B28360527}"/>
              </a:ext>
            </a:extLst>
          </p:cNvPr>
          <p:cNvSpPr>
            <a:spLocks noGrp="1"/>
          </p:cNvSpPr>
          <p:nvPr>
            <p:ph type="body" sz="quarter" idx="14"/>
          </p:nvPr>
        </p:nvSpPr>
        <p:spPr/>
        <p:txBody>
          <a:bodyPr/>
          <a:lstStyle/>
          <a:p>
            <a:pPr marL="96838" indent="0">
              <a:buNone/>
            </a:pPr>
            <a:r>
              <a:rPr kumimoji="1" lang="ja-JP" altLang="en-US" dirty="0"/>
              <a:t>以下のようなデメリットが考えられます。</a:t>
            </a:r>
          </a:p>
          <a:p>
            <a:pPr>
              <a:buFont typeface="Wingdings" panose="05000000000000000000" pitchFamily="2" charset="2"/>
              <a:buChar char="l"/>
            </a:pPr>
            <a:r>
              <a:rPr kumimoji="1" lang="ja-JP" altLang="en-US" b="1" dirty="0">
                <a:solidFill>
                  <a:schemeClr val="tx2"/>
                </a:solidFill>
              </a:rPr>
              <a:t>追加・修正が大変</a:t>
            </a:r>
            <a:endParaRPr kumimoji="1" lang="en-US" altLang="ja-JP" b="1" dirty="0">
              <a:solidFill>
                <a:schemeClr val="tx2"/>
              </a:solidFill>
            </a:endParaRPr>
          </a:p>
          <a:p>
            <a:pPr marL="96838" indent="0">
              <a:buNone/>
            </a:pPr>
            <a:r>
              <a:rPr kumimoji="1" lang="ja-JP" altLang="en-US" b="1" dirty="0">
                <a:solidFill>
                  <a:schemeClr val="tx2"/>
                </a:solidFill>
              </a:rPr>
              <a:t>　　</a:t>
            </a:r>
            <a:r>
              <a:rPr lang="ja-JP" altLang="en-US" dirty="0"/>
              <a:t>たとえば</a:t>
            </a:r>
            <a:r>
              <a:rPr lang="en-US" altLang="ja-JP" dirty="0"/>
              <a:t>introduce</a:t>
            </a:r>
            <a:r>
              <a:rPr lang="ja-JP" altLang="en-US" dirty="0"/>
              <a:t>メソッドを修正するとなった場合、現在の状況では</a:t>
            </a:r>
            <a:r>
              <a:rPr lang="en-US" altLang="ja-JP" dirty="0"/>
              <a:t>2</a:t>
            </a:r>
            <a:r>
              <a:rPr lang="ja-JP" altLang="en-US" dirty="0"/>
              <a:t>つのクラスを修正する</a:t>
            </a:r>
            <a:endParaRPr lang="en-US" altLang="ja-JP" dirty="0"/>
          </a:p>
          <a:p>
            <a:pPr marL="96838" indent="0">
              <a:buNone/>
            </a:pPr>
            <a:r>
              <a:rPr lang="ja-JP" altLang="en-US" dirty="0"/>
              <a:t>　　必要があります。</a:t>
            </a:r>
            <a:endParaRPr lang="en-US" altLang="ja-JP" dirty="0"/>
          </a:p>
          <a:p>
            <a:pPr marL="96838" indent="0">
              <a:buNone/>
            </a:pPr>
            <a:r>
              <a:rPr kumimoji="1" lang="ja-JP" altLang="en-US" dirty="0"/>
              <a:t>　　また、</a:t>
            </a:r>
            <a:r>
              <a:rPr lang="ja-JP" altLang="en-US" b="0" i="0" dirty="0">
                <a:solidFill>
                  <a:srgbClr val="1D1C1D"/>
                </a:solidFill>
                <a:effectLst/>
                <a:latin typeface="NotoSansJP"/>
              </a:rPr>
              <a:t>別々の担当に修正依頼を割り振った場合</a:t>
            </a:r>
            <a:r>
              <a:rPr kumimoji="1" lang="ja-JP" altLang="en-US" dirty="0"/>
              <a:t>、全く同じ修正がされているかどうか確証が持</a:t>
            </a:r>
            <a:endParaRPr kumimoji="1" lang="en-US" altLang="ja-JP" dirty="0"/>
          </a:p>
          <a:p>
            <a:pPr marL="96838" indent="0">
              <a:buNone/>
            </a:pPr>
            <a:r>
              <a:rPr lang="ja-JP" altLang="en-US" dirty="0"/>
              <a:t>　　</a:t>
            </a:r>
            <a:r>
              <a:rPr kumimoji="1" lang="ja-JP" altLang="en-US" dirty="0"/>
              <a:t>てません。</a:t>
            </a:r>
            <a:endParaRPr kumimoji="1" lang="en-US" altLang="ja-JP" b="1" dirty="0">
              <a:solidFill>
                <a:schemeClr val="tx2"/>
              </a:solidFill>
            </a:endParaRPr>
          </a:p>
          <a:p>
            <a:pPr>
              <a:buFont typeface="Wingdings" panose="05000000000000000000" pitchFamily="2" charset="2"/>
              <a:buChar char="l"/>
            </a:pPr>
            <a:r>
              <a:rPr kumimoji="1" lang="ja-JP" altLang="en-US" b="1" dirty="0">
                <a:solidFill>
                  <a:schemeClr val="tx2"/>
                </a:solidFill>
              </a:rPr>
              <a:t>管理・把握が大変</a:t>
            </a:r>
            <a:endParaRPr kumimoji="1" lang="en-US" altLang="ja-JP" b="1" dirty="0">
              <a:solidFill>
                <a:schemeClr val="tx2"/>
              </a:solidFill>
            </a:endParaRPr>
          </a:p>
          <a:p>
            <a:pPr marL="96838" indent="0">
              <a:buNone/>
            </a:pPr>
            <a:r>
              <a:rPr kumimoji="1" lang="ja-JP" altLang="en-US" dirty="0"/>
              <a:t>　　この後に、</a:t>
            </a:r>
            <a:r>
              <a:rPr lang="ja-JP" altLang="en-US" dirty="0"/>
              <a:t>インフラ受講生</a:t>
            </a:r>
            <a:r>
              <a:rPr kumimoji="1" lang="ja-JP" altLang="en-US" dirty="0"/>
              <a:t>クラスや</a:t>
            </a:r>
            <a:r>
              <a:rPr kumimoji="1" lang="en-US" altLang="ja-JP" dirty="0"/>
              <a:t>PHP</a:t>
            </a:r>
            <a:r>
              <a:rPr kumimoji="1" lang="ja-JP" altLang="en-US" dirty="0"/>
              <a:t>受講生クラスといった似たようなクラスがいくつも出来</a:t>
            </a:r>
            <a:endParaRPr kumimoji="1" lang="en-US" altLang="ja-JP" dirty="0"/>
          </a:p>
          <a:p>
            <a:pPr marL="96838" indent="0">
              <a:buNone/>
            </a:pPr>
            <a:r>
              <a:rPr lang="ja-JP" altLang="en-US" dirty="0"/>
              <a:t>　　</a:t>
            </a:r>
            <a:r>
              <a:rPr kumimoji="1" lang="ja-JP" altLang="en-US" dirty="0"/>
              <a:t>たらどうでしょうか？　</a:t>
            </a:r>
            <a:endParaRPr kumimoji="1" lang="en-US" altLang="ja-JP" dirty="0"/>
          </a:p>
          <a:p>
            <a:pPr marL="96838" indent="0">
              <a:buNone/>
            </a:pPr>
            <a:r>
              <a:rPr lang="ja-JP" altLang="en-US" dirty="0"/>
              <a:t>　　</a:t>
            </a:r>
            <a:r>
              <a:rPr kumimoji="1" lang="ja-JP" altLang="en-US" dirty="0"/>
              <a:t>同じようなことをやっているのにクラスがたくさんあるせいで管理が大変ですよね。</a:t>
            </a:r>
            <a:endParaRPr lang="en-US" altLang="ja-JP" sz="1400" i="0" u="none" strike="noStrike" cap="none" dirty="0">
              <a:solidFill>
                <a:schemeClr val="dk1"/>
              </a:solidFill>
              <a:ea typeface="MS Gothic"/>
              <a:cs typeface="MS Gothic"/>
              <a:sym typeface="MS Gothic"/>
            </a:endParaRPr>
          </a:p>
          <a:p>
            <a:pPr marL="96838" indent="0">
              <a:buNone/>
            </a:pPr>
            <a:endParaRPr kumimoji="1" lang="ja-JP" altLang="en-US" dirty="0"/>
          </a:p>
        </p:txBody>
      </p:sp>
      <p:sp>
        <p:nvSpPr>
          <p:cNvPr id="8" name="テキスト ボックス 7">
            <a:extLst>
              <a:ext uri="{FF2B5EF4-FFF2-40B4-BE49-F238E27FC236}">
                <a16:creationId xmlns:a16="http://schemas.microsoft.com/office/drawing/2014/main" id="{EC68FF31-FAC2-445F-A0D0-9CFCE0E7FE36}"/>
              </a:ext>
            </a:extLst>
          </p:cNvPr>
          <p:cNvSpPr txBox="1"/>
          <p:nvPr/>
        </p:nvSpPr>
        <p:spPr>
          <a:xfrm>
            <a:off x="625994" y="3643423"/>
            <a:ext cx="4805912" cy="389861"/>
          </a:xfrm>
          <a:prstGeom prst="rect">
            <a:avLst/>
          </a:prstGeom>
          <a:noFill/>
        </p:spPr>
        <p:txBody>
          <a:bodyPr wrap="square" rtlCol="0">
            <a:noAutofit/>
          </a:bodyPr>
          <a:lstStyle/>
          <a:p>
            <a:pPr algn="l"/>
            <a:r>
              <a:rPr kumimoji="1" lang="ja-JP" altLang="en-US" sz="1400" baseline="0" dirty="0">
                <a:solidFill>
                  <a:schemeClr val="tx1"/>
                </a:solidFill>
              </a:rPr>
              <a:t>この状況を改善するのがこれから学習する</a:t>
            </a:r>
            <a:r>
              <a:rPr kumimoji="1" lang="ja-JP" altLang="en-US" sz="1400" b="1" baseline="0" dirty="0">
                <a:solidFill>
                  <a:schemeClr val="tx1"/>
                </a:solidFill>
              </a:rPr>
              <a:t>継承</a:t>
            </a:r>
            <a:r>
              <a:rPr kumimoji="1" lang="ja-JP" altLang="en-US" sz="1400" baseline="0" dirty="0">
                <a:solidFill>
                  <a:schemeClr val="tx1"/>
                </a:solidFill>
              </a:rPr>
              <a:t>です。</a:t>
            </a:r>
          </a:p>
        </p:txBody>
      </p:sp>
    </p:spTree>
    <p:extLst>
      <p:ext uri="{BB962C8B-B14F-4D97-AF65-F5344CB8AC3E}">
        <p14:creationId xmlns:p14="http://schemas.microsoft.com/office/powerpoint/2010/main" val="3777598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4570C76-6499-428F-92F4-4073F56C9BE8}"/>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26CE814-F8ED-4E8E-A63A-8048770B7C44}"/>
              </a:ext>
            </a:extLst>
          </p:cNvPr>
          <p:cNvSpPr>
            <a:spLocks noGrp="1"/>
          </p:cNvSpPr>
          <p:nvPr>
            <p:ph type="ctrTitle"/>
          </p:nvPr>
        </p:nvSpPr>
        <p:spPr/>
        <p:txBody>
          <a:bodyPr/>
          <a:lstStyle/>
          <a:p>
            <a:r>
              <a:rPr lang="ja-JP" altLang="en-US" dirty="0"/>
              <a:t>継承したクラス</a:t>
            </a:r>
            <a:endParaRPr kumimoji="1" lang="ja-JP" altLang="en-US" dirty="0"/>
          </a:p>
        </p:txBody>
      </p:sp>
      <p:sp>
        <p:nvSpPr>
          <p:cNvPr id="4" name="スライド番号プレースホルダー 3">
            <a:extLst>
              <a:ext uri="{FF2B5EF4-FFF2-40B4-BE49-F238E27FC236}">
                <a16:creationId xmlns:a16="http://schemas.microsoft.com/office/drawing/2014/main" id="{865F8304-A325-424B-87EF-EE18846576D2}"/>
              </a:ext>
            </a:extLst>
          </p:cNvPr>
          <p:cNvSpPr>
            <a:spLocks noGrp="1"/>
          </p:cNvSpPr>
          <p:nvPr>
            <p:ph type="sldNum" sz="quarter" idx="4"/>
          </p:nvPr>
        </p:nvSpPr>
        <p:spPr/>
        <p:txBody>
          <a:bodyPr/>
          <a:lstStyle/>
          <a:p>
            <a:fld id="{00000000-1234-1234-1234-123412341234}" type="slidenum">
              <a:rPr lang="en" smtClean="0"/>
              <a:pPr/>
              <a:t>7</a:t>
            </a:fld>
            <a:endParaRPr lang="en" dirty="0"/>
          </a:p>
        </p:txBody>
      </p:sp>
      <p:sp>
        <p:nvSpPr>
          <p:cNvPr id="5" name="テキスト プレースホルダー 4">
            <a:extLst>
              <a:ext uri="{FF2B5EF4-FFF2-40B4-BE49-F238E27FC236}">
                <a16:creationId xmlns:a16="http://schemas.microsoft.com/office/drawing/2014/main" id="{DBE2286B-08E7-4462-9777-B5C96BD424CB}"/>
              </a:ext>
            </a:extLst>
          </p:cNvPr>
          <p:cNvSpPr>
            <a:spLocks noGrp="1"/>
          </p:cNvSpPr>
          <p:nvPr>
            <p:ph type="body" sz="quarter" idx="14"/>
          </p:nvPr>
        </p:nvSpPr>
        <p:spPr>
          <a:xfrm>
            <a:off x="462875" y="859491"/>
            <a:ext cx="8216900" cy="321609"/>
          </a:xfrm>
        </p:spPr>
        <p:txBody>
          <a:bodyPr/>
          <a:lstStyle/>
          <a:p>
            <a:pPr marL="96838" indent="0">
              <a:buNone/>
            </a:pPr>
            <a:r>
              <a:rPr lang="ja-JP" altLang="en-US" dirty="0"/>
              <a:t>継承するとたったこれだけになります。</a:t>
            </a:r>
          </a:p>
        </p:txBody>
      </p:sp>
      <p:sp>
        <p:nvSpPr>
          <p:cNvPr id="6" name="Google Shape;131;p18">
            <a:extLst>
              <a:ext uri="{FF2B5EF4-FFF2-40B4-BE49-F238E27FC236}">
                <a16:creationId xmlns:a16="http://schemas.microsoft.com/office/drawing/2014/main" id="{544418F5-1007-42F1-B373-39B2A96668F3}"/>
              </a:ext>
            </a:extLst>
          </p:cNvPr>
          <p:cNvSpPr/>
          <p:nvPr/>
        </p:nvSpPr>
        <p:spPr>
          <a:xfrm>
            <a:off x="1142999" y="1181100"/>
            <a:ext cx="6720841" cy="1390649"/>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dirty="0">
                <a:solidFill>
                  <a:schemeClr val="dk1"/>
                </a:solidFill>
                <a:cs typeface="MS Gothic"/>
                <a:sym typeface="MS Gothic"/>
              </a:rPr>
              <a:t>public class </a:t>
            </a:r>
            <a:r>
              <a:rPr lang="en-US" sz="1400" b="1" dirty="0" err="1">
                <a:solidFill>
                  <a:schemeClr val="dk1"/>
                </a:solidFill>
                <a:cs typeface="MS Gothic"/>
                <a:sym typeface="MS Gothic"/>
              </a:rPr>
              <a:t>JavaStudent</a:t>
            </a:r>
            <a:r>
              <a:rPr lang="en-US" sz="1400" b="1" dirty="0">
                <a:solidFill>
                  <a:schemeClr val="dk1"/>
                </a:solidFill>
                <a:cs typeface="MS Gothic"/>
                <a:sym typeface="MS Gothic"/>
              </a:rPr>
              <a:t> extends Student{</a:t>
            </a:r>
          </a:p>
          <a:p>
            <a:pPr marL="0" marR="0" lvl="0" indent="0" algn="l" rtl="0">
              <a:spcBef>
                <a:spcPts val="0"/>
              </a:spcBef>
              <a:spcAft>
                <a:spcPts val="0"/>
              </a:spcAft>
              <a:buNone/>
            </a:pPr>
            <a:r>
              <a:rPr lang="en-US" sz="1400" b="1" dirty="0">
                <a:solidFill>
                  <a:schemeClr val="dk1"/>
                </a:solidFill>
                <a:cs typeface="MS Gothic"/>
                <a:sym typeface="MS Gothic"/>
              </a:rPr>
              <a:t>	// Java</a:t>
            </a:r>
            <a:r>
              <a:rPr lang="ja-JP" altLang="en-US" sz="1400" b="1" dirty="0">
                <a:solidFill>
                  <a:schemeClr val="dk1"/>
                </a:solidFill>
                <a:cs typeface="MS Gothic"/>
                <a:sym typeface="MS Gothic"/>
              </a:rPr>
              <a:t>の学習を行うメソッド</a:t>
            </a:r>
          </a:p>
          <a:p>
            <a:pPr marL="0" marR="0" lvl="0" indent="0" algn="l" rtl="0">
              <a:spcBef>
                <a:spcPts val="0"/>
              </a:spcBef>
              <a:spcAft>
                <a:spcPts val="0"/>
              </a:spcAft>
              <a:buNone/>
            </a:pPr>
            <a:r>
              <a:rPr lang="ja-JP" altLang="en-US" sz="1400" b="1" dirty="0">
                <a:solidFill>
                  <a:schemeClr val="dk1"/>
                </a:solidFill>
                <a:cs typeface="MS Gothic"/>
                <a:sym typeface="MS Gothic"/>
              </a:rPr>
              <a:t>	</a:t>
            </a:r>
            <a:r>
              <a:rPr lang="en-US" sz="1400" b="1" dirty="0">
                <a:solidFill>
                  <a:schemeClr val="dk1"/>
                </a:solidFill>
                <a:cs typeface="MS Gothic"/>
                <a:sym typeface="MS Gothic"/>
              </a:rPr>
              <a:t>void </a:t>
            </a:r>
            <a:r>
              <a:rPr lang="en-US" sz="1400" b="1" dirty="0" err="1">
                <a:solidFill>
                  <a:schemeClr val="dk1"/>
                </a:solidFill>
                <a:cs typeface="MS Gothic"/>
                <a:sym typeface="MS Gothic"/>
              </a:rPr>
              <a:t>learnJava</a:t>
            </a:r>
            <a:r>
              <a:rPr lang="en-US" sz="1400" b="1" dirty="0">
                <a:solidFill>
                  <a:schemeClr val="dk1"/>
                </a:solidFill>
                <a:cs typeface="MS Gothic"/>
                <a:sym typeface="MS Gothic"/>
              </a:rPr>
              <a:t>(String subject) {</a:t>
            </a:r>
          </a:p>
          <a:p>
            <a:pPr marL="0" marR="0" lvl="0" indent="0" algn="l" rtl="0">
              <a:spcBef>
                <a:spcPts val="0"/>
              </a:spcBef>
              <a:spcAft>
                <a:spcPts val="0"/>
              </a:spcAft>
              <a:buNone/>
            </a:pPr>
            <a:r>
              <a:rPr lang="en-US" sz="1400" b="1" dirty="0">
                <a:solidFill>
                  <a:schemeClr val="dk1"/>
                </a:solidFill>
                <a:cs typeface="MS Gothic"/>
                <a:sym typeface="MS Gothic"/>
              </a:rPr>
              <a:t>		</a:t>
            </a:r>
            <a:r>
              <a:rPr lang="en-US" sz="1400" b="1" dirty="0" err="1">
                <a:solidFill>
                  <a:schemeClr val="dk1"/>
                </a:solidFill>
                <a:cs typeface="MS Gothic"/>
                <a:sym typeface="MS Gothic"/>
              </a:rPr>
              <a:t>System.out.println</a:t>
            </a:r>
            <a:r>
              <a:rPr lang="en-US" sz="1400" b="1" dirty="0">
                <a:solidFill>
                  <a:schemeClr val="dk1"/>
                </a:solidFill>
                <a:cs typeface="MS Gothic"/>
                <a:sym typeface="MS Gothic"/>
              </a:rPr>
              <a:t>("</a:t>
            </a:r>
            <a:r>
              <a:rPr lang="ja-JP" altLang="en-US" sz="1400" b="1" dirty="0">
                <a:solidFill>
                  <a:schemeClr val="dk1"/>
                </a:solidFill>
                <a:cs typeface="MS Gothic"/>
                <a:sym typeface="MS Gothic"/>
              </a:rPr>
              <a:t>今日は</a:t>
            </a:r>
            <a:r>
              <a:rPr lang="en-US" sz="1400" b="1" dirty="0">
                <a:solidFill>
                  <a:schemeClr val="dk1"/>
                </a:solidFill>
                <a:cs typeface="MS Gothic"/>
                <a:sym typeface="MS Gothic"/>
              </a:rPr>
              <a:t>Java</a:t>
            </a:r>
            <a:r>
              <a:rPr lang="ja-JP" altLang="en-US" sz="1400" b="1" dirty="0">
                <a:solidFill>
                  <a:schemeClr val="dk1"/>
                </a:solidFill>
                <a:cs typeface="MS Gothic"/>
                <a:sym typeface="MS Gothic"/>
              </a:rPr>
              <a:t>の</a:t>
            </a:r>
            <a:r>
              <a:rPr lang="en-US" altLang="ja-JP" sz="1400" b="1" dirty="0">
                <a:solidFill>
                  <a:schemeClr val="dk1"/>
                </a:solidFill>
                <a:cs typeface="MS Gothic"/>
                <a:sym typeface="MS Gothic"/>
              </a:rPr>
              <a:t>" + </a:t>
            </a:r>
            <a:r>
              <a:rPr lang="en-US" sz="1400" b="1" dirty="0">
                <a:solidFill>
                  <a:schemeClr val="dk1"/>
                </a:solidFill>
                <a:cs typeface="MS Gothic"/>
                <a:sym typeface="MS Gothic"/>
              </a:rPr>
              <a:t>subject + "</a:t>
            </a:r>
            <a:r>
              <a:rPr lang="ja-JP" altLang="en-US" sz="1400" b="1" dirty="0">
                <a:solidFill>
                  <a:schemeClr val="dk1"/>
                </a:solidFill>
                <a:cs typeface="MS Gothic"/>
                <a:sym typeface="MS Gothic"/>
              </a:rPr>
              <a:t>を学習します</a:t>
            </a:r>
            <a:r>
              <a:rPr lang="en-US" altLang="ja-JP" sz="1400" b="1" dirty="0">
                <a:solidFill>
                  <a:schemeClr val="dk1"/>
                </a:solidFill>
                <a:cs typeface="MS Gothic"/>
                <a:sym typeface="MS Gothic"/>
              </a:rPr>
              <a:t>");</a:t>
            </a:r>
          </a:p>
          <a:p>
            <a:pPr marL="0" marR="0" lvl="0" indent="0" algn="l" rtl="0">
              <a:spcBef>
                <a:spcPts val="0"/>
              </a:spcBef>
              <a:spcAft>
                <a:spcPts val="0"/>
              </a:spcAft>
              <a:buNone/>
            </a:pPr>
            <a:r>
              <a:rPr lang="en-US" altLang="ja-JP" sz="1400" b="1" dirty="0">
                <a:solidFill>
                  <a:schemeClr val="dk1"/>
                </a:solidFill>
                <a:cs typeface="MS Gothic"/>
                <a:sym typeface="MS Gothic"/>
              </a:rPr>
              <a:t>	}</a:t>
            </a:r>
          </a:p>
          <a:p>
            <a:pPr marL="0" marR="0" lvl="0" indent="0" algn="l" rtl="0">
              <a:spcBef>
                <a:spcPts val="0"/>
              </a:spcBef>
              <a:spcAft>
                <a:spcPts val="0"/>
              </a:spcAft>
              <a:buNone/>
            </a:pPr>
            <a:r>
              <a:rPr lang="en-US" altLang="ja-JP" sz="1400" b="1" dirty="0">
                <a:solidFill>
                  <a:schemeClr val="dk1"/>
                </a:solidFill>
                <a:cs typeface="MS Gothic"/>
                <a:sym typeface="MS Gothic"/>
              </a:rPr>
              <a:t>}</a:t>
            </a:r>
            <a:endParaRPr sz="1400" b="1" dirty="0">
              <a:solidFill>
                <a:schemeClr val="dk1"/>
              </a:solidFill>
              <a:cs typeface="MS Gothic"/>
              <a:sym typeface="MS Gothic"/>
            </a:endParaRPr>
          </a:p>
        </p:txBody>
      </p:sp>
      <p:sp>
        <p:nvSpPr>
          <p:cNvPr id="7" name="テキスト プレースホルダー 4">
            <a:extLst>
              <a:ext uri="{FF2B5EF4-FFF2-40B4-BE49-F238E27FC236}">
                <a16:creationId xmlns:a16="http://schemas.microsoft.com/office/drawing/2014/main" id="{8C8E1B9C-823D-4F81-8667-D896519534C2}"/>
              </a:ext>
            </a:extLst>
          </p:cNvPr>
          <p:cNvSpPr txBox="1">
            <a:spLocks/>
          </p:cNvSpPr>
          <p:nvPr/>
        </p:nvSpPr>
        <p:spPr>
          <a:xfrm>
            <a:off x="463550" y="2727693"/>
            <a:ext cx="8216900" cy="1957721"/>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None/>
            </a:pPr>
            <a:r>
              <a:rPr lang="ja-JP" altLang="en-US" dirty="0"/>
              <a:t>継承を行うには</a:t>
            </a:r>
            <a:r>
              <a:rPr lang="en-US" altLang="ja-JP" dirty="0"/>
              <a:t>extends</a:t>
            </a:r>
            <a:r>
              <a:rPr lang="ja-JP" altLang="en-US" dirty="0"/>
              <a:t>というキーワードを用います。</a:t>
            </a:r>
          </a:p>
          <a:p>
            <a:pPr marL="452438" lvl="1" indent="0">
              <a:buNone/>
            </a:pPr>
            <a:r>
              <a:rPr lang="en-US" altLang="ja-JP" dirty="0"/>
              <a:t>class </a:t>
            </a:r>
            <a:r>
              <a:rPr lang="ja-JP" altLang="en-US" dirty="0"/>
              <a:t>クラス名 </a:t>
            </a:r>
            <a:r>
              <a:rPr lang="en-US" altLang="ja-JP" b="1" dirty="0">
                <a:solidFill>
                  <a:schemeClr val="tx2"/>
                </a:solidFill>
              </a:rPr>
              <a:t>extends</a:t>
            </a:r>
            <a:r>
              <a:rPr lang="en-US" altLang="ja-JP" dirty="0"/>
              <a:t> </a:t>
            </a:r>
            <a:r>
              <a:rPr lang="ja-JP" altLang="en-US" dirty="0"/>
              <a:t>もとになるクラス</a:t>
            </a:r>
            <a:r>
              <a:rPr lang="en-US" altLang="ja-JP" dirty="0"/>
              <a:t>{</a:t>
            </a:r>
          </a:p>
          <a:p>
            <a:pPr marL="817563" lvl="2" indent="0">
              <a:buNone/>
            </a:pPr>
            <a:r>
              <a:rPr lang="ja-JP" altLang="en-US" dirty="0"/>
              <a:t>親クラスとの差分メンバ</a:t>
            </a:r>
            <a:r>
              <a:rPr lang="en-US" altLang="ja-JP" dirty="0"/>
              <a:t>(</a:t>
            </a:r>
            <a:r>
              <a:rPr lang="ja-JP" altLang="en-US" dirty="0"/>
              <a:t>属性、操作</a:t>
            </a:r>
            <a:r>
              <a:rPr lang="en-US" altLang="ja-JP" dirty="0"/>
              <a:t>)</a:t>
            </a:r>
          </a:p>
          <a:p>
            <a:pPr marL="452438" lvl="1" indent="0">
              <a:buNone/>
            </a:pPr>
            <a:r>
              <a:rPr lang="en-US" altLang="ja-JP" dirty="0"/>
              <a:t>}</a:t>
            </a:r>
          </a:p>
          <a:p>
            <a:pPr marL="96838" indent="0">
              <a:buNone/>
            </a:pPr>
            <a:r>
              <a:rPr lang="ja-JP" altLang="en-US" dirty="0"/>
              <a:t>差分だけで良いのは</a:t>
            </a:r>
            <a:r>
              <a:rPr lang="en-US" altLang="ja-JP" dirty="0"/>
              <a:t>Student</a:t>
            </a:r>
            <a:r>
              <a:rPr lang="ja-JP" altLang="en-US" dirty="0"/>
              <a:t>クラスのメンバを引き継いでいるからです。</a:t>
            </a:r>
          </a:p>
          <a:p>
            <a:pPr marL="96838" indent="0">
              <a:buNone/>
            </a:pPr>
            <a:r>
              <a:rPr lang="ja-JP" altLang="en-US" dirty="0"/>
              <a:t>実際に</a:t>
            </a:r>
            <a:r>
              <a:rPr lang="en-US" altLang="ja-JP" dirty="0"/>
              <a:t>Main</a:t>
            </a:r>
            <a:r>
              <a:rPr lang="ja-JP" altLang="en-US" dirty="0"/>
              <a:t>クラスを作成し、</a:t>
            </a:r>
            <a:r>
              <a:rPr lang="en-US" altLang="ja-JP" dirty="0"/>
              <a:t>main</a:t>
            </a:r>
            <a:r>
              <a:rPr lang="ja-JP" altLang="en-US" dirty="0"/>
              <a:t>メソッドから</a:t>
            </a:r>
            <a:r>
              <a:rPr lang="en-US" altLang="ja-JP" dirty="0" err="1"/>
              <a:t>JavaStudent</a:t>
            </a:r>
            <a:r>
              <a:rPr lang="ja-JP" altLang="en-US" dirty="0"/>
              <a:t>クラスのインスタンスを生成し、</a:t>
            </a:r>
            <a:r>
              <a:rPr lang="en-US" altLang="ja-JP" dirty="0"/>
              <a:t>introduce</a:t>
            </a:r>
            <a:r>
              <a:rPr lang="ja-JP" altLang="en-US" dirty="0"/>
              <a:t>メソッドを呼んでみましょう。</a:t>
            </a:r>
          </a:p>
        </p:txBody>
      </p:sp>
    </p:spTree>
    <p:extLst>
      <p:ext uri="{BB962C8B-B14F-4D97-AF65-F5344CB8AC3E}">
        <p14:creationId xmlns:p14="http://schemas.microsoft.com/office/powerpoint/2010/main" val="2854614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4F717ACD-7849-4ABF-BAE6-F47EA8AFADD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20124973-00BF-43FB-8880-D12AACC0886D}"/>
              </a:ext>
            </a:extLst>
          </p:cNvPr>
          <p:cNvSpPr>
            <a:spLocks noGrp="1"/>
          </p:cNvSpPr>
          <p:nvPr>
            <p:ph type="ctrTitle"/>
          </p:nvPr>
        </p:nvSpPr>
        <p:spPr/>
        <p:txBody>
          <a:bodyPr/>
          <a:lstStyle/>
          <a:p>
            <a:r>
              <a:rPr lang="ja-JP" altLang="en-US" dirty="0"/>
              <a:t>継承したクラスのメソッドを実行してみよう</a:t>
            </a:r>
            <a:endParaRPr kumimoji="1" lang="ja-JP" altLang="en-US" dirty="0"/>
          </a:p>
        </p:txBody>
      </p:sp>
      <p:sp>
        <p:nvSpPr>
          <p:cNvPr id="4" name="スライド番号プレースホルダー 3">
            <a:extLst>
              <a:ext uri="{FF2B5EF4-FFF2-40B4-BE49-F238E27FC236}">
                <a16:creationId xmlns:a16="http://schemas.microsoft.com/office/drawing/2014/main" id="{C531583A-5A04-485A-8346-1A5354994852}"/>
              </a:ext>
            </a:extLst>
          </p:cNvPr>
          <p:cNvSpPr>
            <a:spLocks noGrp="1"/>
          </p:cNvSpPr>
          <p:nvPr>
            <p:ph type="sldNum" sz="quarter" idx="4"/>
          </p:nvPr>
        </p:nvSpPr>
        <p:spPr/>
        <p:txBody>
          <a:bodyPr/>
          <a:lstStyle/>
          <a:p>
            <a:fld id="{00000000-1234-1234-1234-123412341234}" type="slidenum">
              <a:rPr lang="en" smtClean="0"/>
              <a:pPr/>
              <a:t>8</a:t>
            </a:fld>
            <a:endParaRPr lang="en" dirty="0"/>
          </a:p>
        </p:txBody>
      </p:sp>
      <p:sp>
        <p:nvSpPr>
          <p:cNvPr id="6" name="Google Shape;131;p18">
            <a:extLst>
              <a:ext uri="{FF2B5EF4-FFF2-40B4-BE49-F238E27FC236}">
                <a16:creationId xmlns:a16="http://schemas.microsoft.com/office/drawing/2014/main" id="{8682903E-CF4F-4E61-B595-F47446A0F496}"/>
              </a:ext>
            </a:extLst>
          </p:cNvPr>
          <p:cNvSpPr>
            <a:spLocks noGrp="1"/>
          </p:cNvSpPr>
          <p:nvPr>
            <p:ph type="body" sz="quarter" idx="14"/>
          </p:nvPr>
        </p:nvSpPr>
        <p:spPr>
          <a:xfrm>
            <a:off x="463550" y="858839"/>
            <a:ext cx="8216900" cy="1848920"/>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dirty="0">
                <a:solidFill>
                  <a:schemeClr val="dk1"/>
                </a:solidFill>
                <a:cs typeface="MS Gothic"/>
                <a:sym typeface="MS Gothic"/>
              </a:rPr>
              <a:t>public class Main {</a:t>
            </a:r>
          </a:p>
          <a:p>
            <a:pPr marL="0" marR="0" lvl="0" indent="0" algn="l" rtl="0">
              <a:spcBef>
                <a:spcPts val="0"/>
              </a:spcBef>
              <a:spcAft>
                <a:spcPts val="0"/>
              </a:spcAft>
              <a:buNone/>
            </a:pPr>
            <a:r>
              <a:rPr lang="en-US" sz="1400" b="1" dirty="0">
                <a:solidFill>
                  <a:schemeClr val="dk1"/>
                </a:solidFill>
                <a:cs typeface="MS Gothic"/>
                <a:sym typeface="MS Gothic"/>
              </a:rPr>
              <a:t>	public static void main(String[] </a:t>
            </a:r>
            <a:r>
              <a:rPr lang="en-US" sz="1400" b="1" dirty="0" err="1">
                <a:solidFill>
                  <a:schemeClr val="dk1"/>
                </a:solidFill>
                <a:cs typeface="MS Gothic"/>
                <a:sym typeface="MS Gothic"/>
              </a:rPr>
              <a:t>args</a:t>
            </a:r>
            <a:r>
              <a:rPr lang="en-US" sz="1400" b="1" dirty="0">
                <a:solidFill>
                  <a:schemeClr val="dk1"/>
                </a:solidFill>
                <a:cs typeface="MS Gothic"/>
                <a:sym typeface="MS Gothic"/>
              </a:rPr>
              <a:t>) {</a:t>
            </a:r>
          </a:p>
          <a:p>
            <a:pPr marL="0" marR="0" lvl="0" indent="0" algn="l" rtl="0">
              <a:spcBef>
                <a:spcPts val="0"/>
              </a:spcBef>
              <a:spcAft>
                <a:spcPts val="0"/>
              </a:spcAft>
              <a:buNone/>
            </a:pPr>
            <a:r>
              <a:rPr lang="en-US" sz="1400" b="1" dirty="0">
                <a:solidFill>
                  <a:schemeClr val="dk1"/>
                </a:solidFill>
                <a:cs typeface="MS Gothic"/>
                <a:sym typeface="MS Gothic"/>
              </a:rPr>
              <a:t>		</a:t>
            </a:r>
            <a:r>
              <a:rPr lang="en-US" sz="1400" b="1" dirty="0" err="1">
                <a:solidFill>
                  <a:schemeClr val="dk1"/>
                </a:solidFill>
                <a:cs typeface="MS Gothic"/>
                <a:sym typeface="MS Gothic"/>
              </a:rPr>
              <a:t>JavaStudent</a:t>
            </a:r>
            <a:r>
              <a:rPr lang="en-US" sz="1400" b="1" dirty="0">
                <a:solidFill>
                  <a:schemeClr val="dk1"/>
                </a:solidFill>
                <a:cs typeface="MS Gothic"/>
                <a:sym typeface="MS Gothic"/>
              </a:rPr>
              <a:t> student = new </a:t>
            </a:r>
            <a:r>
              <a:rPr lang="en-US" sz="1400" b="1" dirty="0" err="1">
                <a:solidFill>
                  <a:schemeClr val="dk1"/>
                </a:solidFill>
                <a:cs typeface="MS Gothic"/>
                <a:sym typeface="MS Gothic"/>
              </a:rPr>
              <a:t>JavaStudent</a:t>
            </a:r>
            <a:r>
              <a:rPr lang="en-US" sz="1400" b="1" dirty="0">
                <a:solidFill>
                  <a:schemeClr val="dk1"/>
                </a:solidFill>
                <a:cs typeface="MS Gothic"/>
                <a:sym typeface="MS Gothic"/>
              </a:rPr>
              <a:t>();</a:t>
            </a:r>
          </a:p>
          <a:p>
            <a:pPr marL="0" marR="0" lvl="0" indent="0" algn="l" rtl="0">
              <a:spcBef>
                <a:spcPts val="0"/>
              </a:spcBef>
              <a:spcAft>
                <a:spcPts val="0"/>
              </a:spcAft>
              <a:buNone/>
            </a:pPr>
            <a:r>
              <a:rPr lang="en-US" sz="1400" b="1" dirty="0">
                <a:solidFill>
                  <a:schemeClr val="dk1"/>
                </a:solidFill>
                <a:cs typeface="MS Gothic"/>
                <a:sym typeface="MS Gothic"/>
              </a:rPr>
              <a:t>		</a:t>
            </a:r>
            <a:r>
              <a:rPr lang="en-US" sz="1400" b="1" dirty="0" err="1">
                <a:solidFill>
                  <a:schemeClr val="tx2"/>
                </a:solidFill>
                <a:cs typeface="MS Gothic"/>
                <a:sym typeface="MS Gothic"/>
              </a:rPr>
              <a:t>student.age</a:t>
            </a:r>
            <a:r>
              <a:rPr lang="en-US" sz="1400" b="1" dirty="0">
                <a:solidFill>
                  <a:schemeClr val="tx2"/>
                </a:solidFill>
                <a:cs typeface="MS Gothic"/>
                <a:sym typeface="MS Gothic"/>
              </a:rPr>
              <a:t> = 24;</a:t>
            </a:r>
          </a:p>
          <a:p>
            <a:pPr marL="0" marR="0" lvl="0" indent="0" algn="l" rtl="0">
              <a:spcBef>
                <a:spcPts val="0"/>
              </a:spcBef>
              <a:spcAft>
                <a:spcPts val="0"/>
              </a:spcAft>
              <a:buNone/>
            </a:pPr>
            <a:r>
              <a:rPr lang="en-US" sz="1400" b="1" dirty="0">
                <a:solidFill>
                  <a:schemeClr val="tx2"/>
                </a:solidFill>
                <a:cs typeface="MS Gothic"/>
                <a:sym typeface="MS Gothic"/>
              </a:rPr>
              <a:t>		student.name = "</a:t>
            </a:r>
            <a:r>
              <a:rPr lang="ja-JP" altLang="en-US" sz="1400" b="1" dirty="0">
                <a:solidFill>
                  <a:schemeClr val="tx2"/>
                </a:solidFill>
                <a:cs typeface="MS Gothic"/>
                <a:sym typeface="MS Gothic"/>
              </a:rPr>
              <a:t>田中</a:t>
            </a:r>
            <a:r>
              <a:rPr lang="en-US" altLang="ja-JP" sz="1400" b="1" dirty="0">
                <a:solidFill>
                  <a:schemeClr val="tx2"/>
                </a:solidFill>
                <a:cs typeface="MS Gothic"/>
                <a:sym typeface="MS Gothic"/>
              </a:rPr>
              <a:t>";</a:t>
            </a:r>
          </a:p>
          <a:p>
            <a:pPr marL="0" marR="0" lvl="0" indent="0" algn="l" rtl="0">
              <a:spcBef>
                <a:spcPts val="0"/>
              </a:spcBef>
              <a:spcAft>
                <a:spcPts val="0"/>
              </a:spcAft>
              <a:buNone/>
            </a:pPr>
            <a:r>
              <a:rPr lang="en-US" altLang="ja-JP" sz="1400" b="1" dirty="0">
                <a:solidFill>
                  <a:schemeClr val="tx2"/>
                </a:solidFill>
                <a:cs typeface="MS Gothic"/>
                <a:sym typeface="MS Gothic"/>
              </a:rPr>
              <a:t>		</a:t>
            </a:r>
            <a:r>
              <a:rPr lang="en-US" sz="1400" b="1" dirty="0" err="1">
                <a:solidFill>
                  <a:schemeClr val="tx2"/>
                </a:solidFill>
                <a:cs typeface="MS Gothic"/>
                <a:sym typeface="MS Gothic"/>
              </a:rPr>
              <a:t>student.introduce</a:t>
            </a:r>
            <a:r>
              <a:rPr lang="en-US" sz="1400" b="1" dirty="0">
                <a:solidFill>
                  <a:schemeClr val="tx2"/>
                </a:solidFill>
                <a:cs typeface="MS Gothic"/>
                <a:sym typeface="MS Gothic"/>
              </a:rPr>
              <a:t>();</a:t>
            </a:r>
          </a:p>
          <a:p>
            <a:pPr marL="0" marR="0" lvl="0" indent="0" algn="l" rtl="0">
              <a:spcBef>
                <a:spcPts val="0"/>
              </a:spcBef>
              <a:spcAft>
                <a:spcPts val="0"/>
              </a:spcAft>
              <a:buNone/>
            </a:pPr>
            <a:r>
              <a:rPr lang="en-US" sz="1400" b="1" dirty="0">
                <a:solidFill>
                  <a:schemeClr val="dk1"/>
                </a:solidFill>
                <a:cs typeface="MS Gothic"/>
                <a:sym typeface="MS Gothic"/>
              </a:rPr>
              <a:t>		</a:t>
            </a:r>
            <a:r>
              <a:rPr lang="en-US" sz="1400" b="1" dirty="0" err="1">
                <a:solidFill>
                  <a:schemeClr val="dk1"/>
                </a:solidFill>
                <a:cs typeface="MS Gothic"/>
                <a:sym typeface="MS Gothic"/>
              </a:rPr>
              <a:t>student.learnJava</a:t>
            </a:r>
            <a:r>
              <a:rPr lang="en-US" sz="1400" b="1" dirty="0">
                <a:solidFill>
                  <a:schemeClr val="dk1"/>
                </a:solidFill>
                <a:cs typeface="MS Gothic"/>
                <a:sym typeface="MS Gothic"/>
              </a:rPr>
              <a:t>("</a:t>
            </a:r>
            <a:r>
              <a:rPr lang="ja-JP" altLang="en-US" sz="1400" b="1" dirty="0">
                <a:solidFill>
                  <a:schemeClr val="dk1"/>
                </a:solidFill>
                <a:cs typeface="MS Gothic"/>
                <a:sym typeface="MS Gothic"/>
              </a:rPr>
              <a:t>インスタンス</a:t>
            </a:r>
            <a:r>
              <a:rPr lang="en-US" altLang="ja-JP" sz="1400" b="1" dirty="0">
                <a:solidFill>
                  <a:schemeClr val="dk1"/>
                </a:solidFill>
                <a:cs typeface="MS Gothic"/>
                <a:sym typeface="MS Gothic"/>
              </a:rPr>
              <a:t>");</a:t>
            </a:r>
          </a:p>
          <a:p>
            <a:pPr marL="0" marR="0" lvl="0" indent="0" algn="l" rtl="0">
              <a:spcBef>
                <a:spcPts val="0"/>
              </a:spcBef>
              <a:spcAft>
                <a:spcPts val="0"/>
              </a:spcAft>
              <a:buNone/>
            </a:pPr>
            <a:r>
              <a:rPr lang="en-US" altLang="ja-JP" sz="1400" b="1" dirty="0">
                <a:solidFill>
                  <a:schemeClr val="dk1"/>
                </a:solidFill>
                <a:cs typeface="MS Gothic"/>
                <a:sym typeface="MS Gothic"/>
              </a:rPr>
              <a:t>	}</a:t>
            </a:r>
          </a:p>
          <a:p>
            <a:pPr marL="0" marR="0" lvl="0" indent="0" algn="l" rtl="0">
              <a:spcBef>
                <a:spcPts val="0"/>
              </a:spcBef>
              <a:spcAft>
                <a:spcPts val="0"/>
              </a:spcAft>
              <a:buNone/>
            </a:pPr>
            <a:r>
              <a:rPr lang="en-US" altLang="ja-JP" sz="1400" b="1" dirty="0">
                <a:solidFill>
                  <a:schemeClr val="dk1"/>
                </a:solidFill>
                <a:cs typeface="MS Gothic"/>
                <a:sym typeface="MS Gothic"/>
              </a:rPr>
              <a:t>}</a:t>
            </a:r>
            <a:endParaRPr sz="1400" b="1" dirty="0">
              <a:solidFill>
                <a:schemeClr val="dk1"/>
              </a:solidFill>
              <a:cs typeface="MS Gothic"/>
              <a:sym typeface="MS Gothic"/>
            </a:endParaRPr>
          </a:p>
        </p:txBody>
      </p:sp>
      <p:sp>
        <p:nvSpPr>
          <p:cNvPr id="7" name="テキスト プレースホルダー 4">
            <a:extLst>
              <a:ext uri="{FF2B5EF4-FFF2-40B4-BE49-F238E27FC236}">
                <a16:creationId xmlns:a16="http://schemas.microsoft.com/office/drawing/2014/main" id="{7F16D1C0-B3A3-41E6-AED0-60CC58419D4E}"/>
              </a:ext>
            </a:extLst>
          </p:cNvPr>
          <p:cNvSpPr txBox="1">
            <a:spLocks/>
          </p:cNvSpPr>
          <p:nvPr/>
        </p:nvSpPr>
        <p:spPr>
          <a:xfrm>
            <a:off x="463550" y="2909800"/>
            <a:ext cx="8216900" cy="87320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None/>
            </a:pPr>
            <a:r>
              <a:rPr lang="ja-JP" altLang="en-US" dirty="0"/>
              <a:t>上記プログラムの赤字部分は、</a:t>
            </a:r>
            <a:r>
              <a:rPr lang="en-US" altLang="ja-JP" dirty="0" err="1"/>
              <a:t>JavaStudent</a:t>
            </a:r>
            <a:r>
              <a:rPr lang="ja-JP" altLang="en-US" dirty="0"/>
              <a:t>クラスに明示されているフィールドやメソッドではありません。しかし、継承を行うことで継承元のクラスに定義されているフィールドやメソッドも問題なく使用することができます。</a:t>
            </a:r>
          </a:p>
        </p:txBody>
      </p:sp>
    </p:spTree>
    <p:extLst>
      <p:ext uri="{BB962C8B-B14F-4D97-AF65-F5344CB8AC3E}">
        <p14:creationId xmlns:p14="http://schemas.microsoft.com/office/powerpoint/2010/main" val="15675024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CC1A64F-8EFA-4B13-929A-05174EA817F6}"/>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D0091356-C820-41AD-86D2-84EA01CD9E85}"/>
              </a:ext>
            </a:extLst>
          </p:cNvPr>
          <p:cNvSpPr>
            <a:spLocks noGrp="1"/>
          </p:cNvSpPr>
          <p:nvPr>
            <p:ph type="ctrTitle"/>
          </p:nvPr>
        </p:nvSpPr>
        <p:spPr/>
        <p:txBody>
          <a:bodyPr/>
          <a:lstStyle/>
          <a:p>
            <a:r>
              <a:rPr lang="en-US" altLang="ja-JP" dirty="0" err="1"/>
              <a:t>継承関係</a:t>
            </a:r>
            <a:endParaRPr kumimoji="1" lang="ja-JP" altLang="en-US" dirty="0"/>
          </a:p>
        </p:txBody>
      </p:sp>
      <p:sp>
        <p:nvSpPr>
          <p:cNvPr id="4" name="スライド番号プレースホルダー 3">
            <a:extLst>
              <a:ext uri="{FF2B5EF4-FFF2-40B4-BE49-F238E27FC236}">
                <a16:creationId xmlns:a16="http://schemas.microsoft.com/office/drawing/2014/main" id="{7587E3A2-02DB-4FF9-9271-CE7318226A05}"/>
              </a:ext>
            </a:extLst>
          </p:cNvPr>
          <p:cNvSpPr>
            <a:spLocks noGrp="1"/>
          </p:cNvSpPr>
          <p:nvPr>
            <p:ph type="sldNum" sz="quarter" idx="4"/>
          </p:nvPr>
        </p:nvSpPr>
        <p:spPr/>
        <p:txBody>
          <a:bodyPr/>
          <a:lstStyle/>
          <a:p>
            <a:fld id="{00000000-1234-1234-1234-123412341234}" type="slidenum">
              <a:rPr lang="en" smtClean="0"/>
              <a:pPr/>
              <a:t>9</a:t>
            </a:fld>
            <a:endParaRPr lang="en" dirty="0"/>
          </a:p>
        </p:txBody>
      </p:sp>
      <p:sp>
        <p:nvSpPr>
          <p:cNvPr id="5" name="テキスト プレースホルダー 4">
            <a:extLst>
              <a:ext uri="{FF2B5EF4-FFF2-40B4-BE49-F238E27FC236}">
                <a16:creationId xmlns:a16="http://schemas.microsoft.com/office/drawing/2014/main" id="{2D30FFA8-0C0A-48CA-B916-97E6ACAD6DF5}"/>
              </a:ext>
            </a:extLst>
          </p:cNvPr>
          <p:cNvSpPr>
            <a:spLocks noGrp="1"/>
          </p:cNvSpPr>
          <p:nvPr>
            <p:ph type="body" sz="quarter" idx="14"/>
          </p:nvPr>
        </p:nvSpPr>
        <p:spPr>
          <a:xfrm>
            <a:off x="462875" y="859491"/>
            <a:ext cx="8216900" cy="481629"/>
          </a:xfrm>
        </p:spPr>
        <p:txBody>
          <a:bodyPr/>
          <a:lstStyle/>
          <a:p>
            <a:pPr marL="96838" indent="0">
              <a:buNone/>
            </a:pPr>
            <a:r>
              <a:rPr kumimoji="1" lang="ja-JP" altLang="en-US" dirty="0"/>
              <a:t>前ページのように継承もとになったクラスと継承してできた新しいクラスには、「継承関係」という関係性ができます。</a:t>
            </a:r>
          </a:p>
        </p:txBody>
      </p:sp>
      <p:sp>
        <p:nvSpPr>
          <p:cNvPr id="6" name="Google Shape;143;p19">
            <a:extLst>
              <a:ext uri="{FF2B5EF4-FFF2-40B4-BE49-F238E27FC236}">
                <a16:creationId xmlns:a16="http://schemas.microsoft.com/office/drawing/2014/main" id="{317F3DF3-1429-4428-969E-60EC6C9672AE}"/>
              </a:ext>
            </a:extLst>
          </p:cNvPr>
          <p:cNvSpPr/>
          <p:nvPr/>
        </p:nvSpPr>
        <p:spPr>
          <a:xfrm>
            <a:off x="901467" y="1417894"/>
            <a:ext cx="2520279" cy="601406"/>
          </a:xfrm>
          <a:prstGeom prst="rect">
            <a:avLst/>
          </a:prstGeom>
          <a:solidFill>
            <a:srgbClr val="0070C0">
              <a:alpha val="29803"/>
            </a:srgbClr>
          </a:soli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dirty="0" err="1">
                <a:solidFill>
                  <a:srgbClr val="3F3F3F"/>
                </a:solidFill>
                <a:cs typeface="Meiryo"/>
                <a:sym typeface="Meiryo"/>
              </a:rPr>
              <a:t>もとになったクラス</a:t>
            </a:r>
            <a:endParaRPr sz="1400" b="1" dirty="0">
              <a:solidFill>
                <a:srgbClr val="3F3F3F"/>
              </a:solidFill>
              <a:cs typeface="Meiryo"/>
              <a:sym typeface="Meiryo"/>
            </a:endParaRPr>
          </a:p>
          <a:p>
            <a:pPr marL="0" marR="0" lvl="0" indent="0" algn="ctr" rtl="0">
              <a:spcBef>
                <a:spcPts val="0"/>
              </a:spcBef>
              <a:spcAft>
                <a:spcPts val="0"/>
              </a:spcAft>
              <a:buNone/>
            </a:pPr>
            <a:r>
              <a:rPr lang="en-US" altLang="ja-JP" sz="1400" b="1" dirty="0" err="1">
                <a:solidFill>
                  <a:srgbClr val="3F3F3F"/>
                </a:solidFill>
                <a:cs typeface="Meiryo"/>
                <a:sym typeface="Meiryo"/>
              </a:rPr>
              <a:t>Student</a:t>
            </a:r>
            <a:r>
              <a:rPr lang="en-US" sz="1400" b="1" dirty="0" err="1">
                <a:solidFill>
                  <a:srgbClr val="3F3F3F"/>
                </a:solidFill>
                <a:cs typeface="Meiryo"/>
                <a:sym typeface="Meiryo"/>
              </a:rPr>
              <a:t>クラス</a:t>
            </a:r>
            <a:endParaRPr sz="1400" dirty="0"/>
          </a:p>
        </p:txBody>
      </p:sp>
      <p:sp>
        <p:nvSpPr>
          <p:cNvPr id="7" name="Google Shape;144;p19">
            <a:extLst>
              <a:ext uri="{FF2B5EF4-FFF2-40B4-BE49-F238E27FC236}">
                <a16:creationId xmlns:a16="http://schemas.microsoft.com/office/drawing/2014/main" id="{FF061B3F-A959-4958-88FF-530E3549AA32}"/>
              </a:ext>
            </a:extLst>
          </p:cNvPr>
          <p:cNvSpPr/>
          <p:nvPr/>
        </p:nvSpPr>
        <p:spPr>
          <a:xfrm>
            <a:off x="5580457" y="1417894"/>
            <a:ext cx="2879975" cy="601406"/>
          </a:xfrm>
          <a:prstGeom prst="rect">
            <a:avLst/>
          </a:prstGeom>
          <a:solidFill>
            <a:srgbClr val="FFC000">
              <a:alpha val="29803"/>
            </a:srgbClr>
          </a:solidFill>
          <a:ln w="12700" cap="flat" cmpd="sng">
            <a:solidFill>
              <a:srgbClr val="7A61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dirty="0" err="1">
                <a:solidFill>
                  <a:srgbClr val="3F3F3F"/>
                </a:solidFill>
                <a:cs typeface="Meiryo"/>
                <a:sym typeface="Meiryo"/>
              </a:rPr>
              <a:t>新しく作成したクラス</a:t>
            </a:r>
            <a:endParaRPr sz="1400" b="1" dirty="0">
              <a:solidFill>
                <a:srgbClr val="3F3F3F"/>
              </a:solidFill>
              <a:cs typeface="Meiryo"/>
              <a:sym typeface="Meiryo"/>
            </a:endParaRPr>
          </a:p>
          <a:p>
            <a:pPr marL="0" marR="0" lvl="0" indent="0" algn="ctr" rtl="0">
              <a:spcBef>
                <a:spcPts val="0"/>
              </a:spcBef>
              <a:spcAft>
                <a:spcPts val="0"/>
              </a:spcAft>
              <a:buNone/>
            </a:pPr>
            <a:r>
              <a:rPr lang="en-US" altLang="ja-JP" sz="1400" b="1" dirty="0" err="1">
                <a:solidFill>
                  <a:srgbClr val="3F3F3F"/>
                </a:solidFill>
                <a:cs typeface="Meiryo"/>
                <a:sym typeface="Meiryo"/>
              </a:rPr>
              <a:t>JavaStudent</a:t>
            </a:r>
            <a:r>
              <a:rPr lang="en-US" sz="1400" b="1" dirty="0" err="1">
                <a:solidFill>
                  <a:srgbClr val="3F3F3F"/>
                </a:solidFill>
                <a:cs typeface="Meiryo"/>
                <a:sym typeface="Meiryo"/>
              </a:rPr>
              <a:t>クラス</a:t>
            </a:r>
            <a:endParaRPr sz="1400" b="1" dirty="0">
              <a:solidFill>
                <a:srgbClr val="3F3F3F"/>
              </a:solidFill>
              <a:cs typeface="Meiryo"/>
              <a:sym typeface="Meiryo"/>
            </a:endParaRPr>
          </a:p>
        </p:txBody>
      </p:sp>
      <p:cxnSp>
        <p:nvCxnSpPr>
          <p:cNvPr id="8" name="Google Shape;145;p19">
            <a:extLst>
              <a:ext uri="{FF2B5EF4-FFF2-40B4-BE49-F238E27FC236}">
                <a16:creationId xmlns:a16="http://schemas.microsoft.com/office/drawing/2014/main" id="{7B4697CD-89B0-4E4E-8F95-12C818983E75}"/>
              </a:ext>
            </a:extLst>
          </p:cNvPr>
          <p:cNvCxnSpPr/>
          <p:nvPr/>
        </p:nvCxnSpPr>
        <p:spPr>
          <a:xfrm rot="10800000">
            <a:off x="3290233" y="2342466"/>
            <a:ext cx="2614089" cy="0"/>
          </a:xfrm>
          <a:prstGeom prst="straightConnector1">
            <a:avLst/>
          </a:prstGeom>
          <a:noFill/>
          <a:ln w="12700" cap="flat" cmpd="sng">
            <a:solidFill>
              <a:srgbClr val="777777"/>
            </a:solidFill>
            <a:prstDash val="solid"/>
            <a:round/>
            <a:headEnd type="none" w="sm" len="sm"/>
            <a:tailEnd type="triangle" w="med" len="med"/>
          </a:ln>
        </p:spPr>
      </p:cxnSp>
      <p:sp>
        <p:nvSpPr>
          <p:cNvPr id="9" name="Google Shape;146;p19">
            <a:extLst>
              <a:ext uri="{FF2B5EF4-FFF2-40B4-BE49-F238E27FC236}">
                <a16:creationId xmlns:a16="http://schemas.microsoft.com/office/drawing/2014/main" id="{2122A104-6869-4C74-9178-377170F8F3B1}"/>
              </a:ext>
            </a:extLst>
          </p:cNvPr>
          <p:cNvSpPr/>
          <p:nvPr/>
        </p:nvSpPr>
        <p:spPr>
          <a:xfrm>
            <a:off x="3706305" y="1959728"/>
            <a:ext cx="1781944" cy="36933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a:solidFill>
                  <a:schemeClr val="dk1"/>
                </a:solidFill>
                <a:cs typeface="Meiryo"/>
                <a:sym typeface="Meiryo"/>
              </a:rPr>
              <a:t>関係性</a:t>
            </a:r>
            <a:endParaRPr sz="1400">
              <a:solidFill>
                <a:schemeClr val="dk1"/>
              </a:solidFill>
              <a:cs typeface="Meiryo"/>
              <a:sym typeface="Meiryo"/>
            </a:endParaRPr>
          </a:p>
        </p:txBody>
      </p:sp>
      <p:sp>
        <p:nvSpPr>
          <p:cNvPr id="10" name="Google Shape;147;p19">
            <a:extLst>
              <a:ext uri="{FF2B5EF4-FFF2-40B4-BE49-F238E27FC236}">
                <a16:creationId xmlns:a16="http://schemas.microsoft.com/office/drawing/2014/main" id="{CBF11251-8CD1-4DA3-AB64-65C50947954B}"/>
              </a:ext>
            </a:extLst>
          </p:cNvPr>
          <p:cNvSpPr/>
          <p:nvPr/>
        </p:nvSpPr>
        <p:spPr>
          <a:xfrm>
            <a:off x="1057986" y="2019300"/>
            <a:ext cx="2232247"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rgbClr val="7A6100"/>
                </a:solidFill>
                <a:cs typeface="Meiryo"/>
                <a:sym typeface="Meiryo"/>
              </a:rPr>
              <a:t>親クラス</a:t>
            </a:r>
            <a:endParaRPr sz="1400" b="1">
              <a:solidFill>
                <a:srgbClr val="7A6100"/>
              </a:solidFill>
              <a:cs typeface="Meiryo"/>
              <a:sym typeface="Meiryo"/>
            </a:endParaRPr>
          </a:p>
          <a:p>
            <a:pPr marL="0" marR="0" lvl="0" indent="0" algn="ctr" rtl="0">
              <a:spcBef>
                <a:spcPts val="0"/>
              </a:spcBef>
              <a:spcAft>
                <a:spcPts val="0"/>
              </a:spcAft>
              <a:buNone/>
            </a:pPr>
            <a:r>
              <a:rPr lang="en-US" sz="1400" b="1">
                <a:solidFill>
                  <a:srgbClr val="7A6100"/>
                </a:solidFill>
                <a:cs typeface="Meiryo"/>
                <a:sym typeface="Meiryo"/>
              </a:rPr>
              <a:t>(スーパークラス)</a:t>
            </a:r>
            <a:endParaRPr sz="1400"/>
          </a:p>
        </p:txBody>
      </p:sp>
      <p:sp>
        <p:nvSpPr>
          <p:cNvPr id="11" name="Google Shape;148;p19">
            <a:extLst>
              <a:ext uri="{FF2B5EF4-FFF2-40B4-BE49-F238E27FC236}">
                <a16:creationId xmlns:a16="http://schemas.microsoft.com/office/drawing/2014/main" id="{BEDEE338-071D-412E-82E8-853F4F016164}"/>
              </a:ext>
            </a:extLst>
          </p:cNvPr>
          <p:cNvSpPr/>
          <p:nvPr/>
        </p:nvSpPr>
        <p:spPr>
          <a:xfrm>
            <a:off x="5904322" y="2019300"/>
            <a:ext cx="2232247"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rgbClr val="7A6100"/>
                </a:solidFill>
                <a:cs typeface="Meiryo"/>
                <a:sym typeface="Meiryo"/>
              </a:rPr>
              <a:t>子クラス</a:t>
            </a:r>
            <a:endParaRPr sz="1400" b="1">
              <a:solidFill>
                <a:srgbClr val="7A6100"/>
              </a:solidFill>
              <a:cs typeface="Meiryo"/>
              <a:sym typeface="Meiryo"/>
            </a:endParaRPr>
          </a:p>
          <a:p>
            <a:pPr marL="0" marR="0" lvl="0" indent="0" algn="ctr" rtl="0">
              <a:spcBef>
                <a:spcPts val="0"/>
              </a:spcBef>
              <a:spcAft>
                <a:spcPts val="0"/>
              </a:spcAft>
              <a:buNone/>
            </a:pPr>
            <a:r>
              <a:rPr lang="en-US" sz="1400" b="1">
                <a:solidFill>
                  <a:srgbClr val="7A6100"/>
                </a:solidFill>
                <a:cs typeface="Meiryo"/>
                <a:sym typeface="Meiryo"/>
              </a:rPr>
              <a:t>(サブクラス)</a:t>
            </a:r>
            <a:endParaRPr sz="1400"/>
          </a:p>
        </p:txBody>
      </p:sp>
      <p:sp>
        <p:nvSpPr>
          <p:cNvPr id="12" name="Google Shape;140;p19">
            <a:extLst>
              <a:ext uri="{FF2B5EF4-FFF2-40B4-BE49-F238E27FC236}">
                <a16:creationId xmlns:a16="http://schemas.microsoft.com/office/drawing/2014/main" id="{9FEF644D-C7C7-48FD-B6CD-24B0D92ED79A}"/>
              </a:ext>
            </a:extLst>
          </p:cNvPr>
          <p:cNvSpPr/>
          <p:nvPr/>
        </p:nvSpPr>
        <p:spPr>
          <a:xfrm>
            <a:off x="1264647" y="3039303"/>
            <a:ext cx="1843803" cy="1041091"/>
          </a:xfrm>
          <a:prstGeom prst="ellipse">
            <a:avLst/>
          </a:prstGeom>
          <a:solidFill>
            <a:schemeClr val="accent1">
              <a:lumMod val="20000"/>
              <a:lumOff val="80000"/>
            </a:schemeClr>
          </a:soli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ja-JP" sz="1800" dirty="0">
                <a:solidFill>
                  <a:schemeClr val="dk1"/>
                </a:solidFill>
                <a:cs typeface="Meiryo"/>
                <a:sym typeface="Meiryo"/>
              </a:rPr>
              <a:t>Student</a:t>
            </a:r>
          </a:p>
          <a:p>
            <a:pPr marL="0" marR="0" lvl="0" indent="0" algn="ctr" rtl="0">
              <a:spcBef>
                <a:spcPts val="0"/>
              </a:spcBef>
              <a:spcAft>
                <a:spcPts val="0"/>
              </a:spcAft>
              <a:buNone/>
            </a:pPr>
            <a:r>
              <a:rPr lang="en-US" sz="1800" dirty="0" err="1">
                <a:solidFill>
                  <a:schemeClr val="dk1"/>
                </a:solidFill>
                <a:cs typeface="Meiryo"/>
                <a:sym typeface="Meiryo"/>
              </a:rPr>
              <a:t>クラス</a:t>
            </a:r>
            <a:endParaRPr dirty="0"/>
          </a:p>
        </p:txBody>
      </p:sp>
      <p:grpSp>
        <p:nvGrpSpPr>
          <p:cNvPr id="15" name="グループ化 14">
            <a:extLst>
              <a:ext uri="{FF2B5EF4-FFF2-40B4-BE49-F238E27FC236}">
                <a16:creationId xmlns:a16="http://schemas.microsoft.com/office/drawing/2014/main" id="{11307DA1-FF3D-4D0B-9BD1-D5E7030BEC61}"/>
              </a:ext>
            </a:extLst>
          </p:cNvPr>
          <p:cNvGrpSpPr/>
          <p:nvPr/>
        </p:nvGrpSpPr>
        <p:grpSpPr>
          <a:xfrm>
            <a:off x="6047291" y="2566316"/>
            <a:ext cx="2037900" cy="2242420"/>
            <a:chOff x="6047291" y="2566316"/>
            <a:chExt cx="2037900" cy="2242420"/>
          </a:xfrm>
        </p:grpSpPr>
        <p:sp>
          <p:nvSpPr>
            <p:cNvPr id="13" name="Google Shape;141;p19">
              <a:extLst>
                <a:ext uri="{FF2B5EF4-FFF2-40B4-BE49-F238E27FC236}">
                  <a16:creationId xmlns:a16="http://schemas.microsoft.com/office/drawing/2014/main" id="{705A0502-1898-41AF-B209-F762DD4471C3}"/>
                </a:ext>
              </a:extLst>
            </p:cNvPr>
            <p:cNvSpPr/>
            <p:nvPr/>
          </p:nvSpPr>
          <p:spPr>
            <a:xfrm>
              <a:off x="6047291" y="2566316"/>
              <a:ext cx="2037900" cy="2242420"/>
            </a:xfrm>
            <a:prstGeom prst="ellipse">
              <a:avLst/>
            </a:prstGeom>
            <a:solidFill>
              <a:schemeClr val="accent4">
                <a:lumMod val="20000"/>
                <a:lumOff val="80000"/>
              </a:schemeClr>
            </a:solidFill>
            <a:ln w="12700" cap="flat" cmpd="sng">
              <a:solidFill>
                <a:srgbClr val="7A61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altLang="ja-JP" sz="1800" dirty="0" err="1">
                  <a:solidFill>
                    <a:schemeClr val="dk1"/>
                  </a:solidFill>
                  <a:cs typeface="Meiryo"/>
                  <a:sym typeface="Meiryo"/>
                </a:rPr>
                <a:t>JavaStudent</a:t>
              </a:r>
              <a:r>
                <a:rPr lang="en-US" sz="1800" dirty="0" err="1">
                  <a:solidFill>
                    <a:schemeClr val="dk1"/>
                  </a:solidFill>
                  <a:cs typeface="Meiryo"/>
                  <a:sym typeface="Meiryo"/>
                </a:rPr>
                <a:t>クラス</a:t>
              </a:r>
              <a:endParaRPr dirty="0"/>
            </a:p>
          </p:txBody>
        </p:sp>
        <p:sp>
          <p:nvSpPr>
            <p:cNvPr id="14" name="Google Shape;142;p19">
              <a:extLst>
                <a:ext uri="{FF2B5EF4-FFF2-40B4-BE49-F238E27FC236}">
                  <a16:creationId xmlns:a16="http://schemas.microsoft.com/office/drawing/2014/main" id="{D011B804-B192-4DDF-9994-BC02DE481749}"/>
                </a:ext>
              </a:extLst>
            </p:cNvPr>
            <p:cNvSpPr/>
            <p:nvPr/>
          </p:nvSpPr>
          <p:spPr>
            <a:xfrm>
              <a:off x="6240780" y="3775795"/>
              <a:ext cx="1646194" cy="940227"/>
            </a:xfrm>
            <a:prstGeom prst="ellipse">
              <a:avLst/>
            </a:prstGeom>
            <a:solidFill>
              <a:srgbClr val="99CCFF">
                <a:alpha val="69803"/>
              </a:srgbClr>
            </a:solidFill>
            <a:ln w="12700" cap="flat" cmpd="sng">
              <a:solidFill>
                <a:srgbClr val="4D69AD"/>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ja-JP" sz="1800" dirty="0">
                  <a:solidFill>
                    <a:schemeClr val="dk1"/>
                  </a:solidFill>
                  <a:cs typeface="Meiryo"/>
                  <a:sym typeface="Meiryo"/>
                </a:rPr>
                <a:t>Student</a:t>
              </a:r>
              <a:endParaRPr sz="1800" dirty="0">
                <a:solidFill>
                  <a:schemeClr val="dk1"/>
                </a:solidFill>
                <a:cs typeface="Meiryo"/>
                <a:sym typeface="Meiryo"/>
              </a:endParaRPr>
            </a:p>
            <a:p>
              <a:pPr marL="0" marR="0" lvl="0" indent="0" algn="ctr" rtl="0">
                <a:spcBef>
                  <a:spcPts val="0"/>
                </a:spcBef>
                <a:spcAft>
                  <a:spcPts val="0"/>
                </a:spcAft>
                <a:buNone/>
              </a:pPr>
              <a:r>
                <a:rPr lang="en-US" sz="1800" dirty="0" err="1">
                  <a:solidFill>
                    <a:schemeClr val="dk1"/>
                  </a:solidFill>
                  <a:cs typeface="Meiryo"/>
                  <a:sym typeface="Meiryo"/>
                </a:rPr>
                <a:t>クラス</a:t>
              </a:r>
              <a:endParaRPr dirty="0"/>
            </a:p>
          </p:txBody>
        </p:sp>
      </p:grpSp>
    </p:spTree>
    <p:extLst>
      <p:ext uri="{BB962C8B-B14F-4D97-AF65-F5344CB8AC3E}">
        <p14:creationId xmlns:p14="http://schemas.microsoft.com/office/powerpoint/2010/main" val="2453149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9944676-9B23-47D2-A717-E279CFF3342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4BC3EEF1-DC5E-45B1-B45A-1A0DFA784A48}"/>
              </a:ext>
            </a:extLst>
          </p:cNvPr>
          <p:cNvSpPr>
            <a:spLocks noGrp="1"/>
          </p:cNvSpPr>
          <p:nvPr>
            <p:ph type="ctrTitle"/>
          </p:nvPr>
        </p:nvSpPr>
        <p:spPr/>
        <p:txBody>
          <a:bodyPr/>
          <a:lstStyle/>
          <a:p>
            <a:r>
              <a:rPr lang="en-US" altLang="ja-JP" dirty="0" err="1"/>
              <a:t>継承の禁止事項</a:t>
            </a:r>
            <a:endParaRPr kumimoji="1" lang="ja-JP" altLang="en-US" dirty="0"/>
          </a:p>
        </p:txBody>
      </p:sp>
      <p:sp>
        <p:nvSpPr>
          <p:cNvPr id="4" name="スライド番号プレースホルダー 3">
            <a:extLst>
              <a:ext uri="{FF2B5EF4-FFF2-40B4-BE49-F238E27FC236}">
                <a16:creationId xmlns:a16="http://schemas.microsoft.com/office/drawing/2014/main" id="{14A0A97F-D667-4715-A9F7-6330ACDF95E2}"/>
              </a:ext>
            </a:extLst>
          </p:cNvPr>
          <p:cNvSpPr>
            <a:spLocks noGrp="1"/>
          </p:cNvSpPr>
          <p:nvPr>
            <p:ph type="sldNum" sz="quarter" idx="4"/>
          </p:nvPr>
        </p:nvSpPr>
        <p:spPr/>
        <p:txBody>
          <a:bodyPr/>
          <a:lstStyle/>
          <a:p>
            <a:fld id="{00000000-1234-1234-1234-123412341234}" type="slidenum">
              <a:rPr lang="en" smtClean="0"/>
              <a:pPr/>
              <a:t>10</a:t>
            </a:fld>
            <a:endParaRPr lang="en" dirty="0"/>
          </a:p>
        </p:txBody>
      </p:sp>
      <p:sp>
        <p:nvSpPr>
          <p:cNvPr id="5" name="テキスト プレースホルダー 4">
            <a:extLst>
              <a:ext uri="{FF2B5EF4-FFF2-40B4-BE49-F238E27FC236}">
                <a16:creationId xmlns:a16="http://schemas.microsoft.com/office/drawing/2014/main" id="{CD665B1E-1AF3-45CD-983D-707141164AC9}"/>
              </a:ext>
            </a:extLst>
          </p:cNvPr>
          <p:cNvSpPr>
            <a:spLocks noGrp="1"/>
          </p:cNvSpPr>
          <p:nvPr>
            <p:ph type="body" sz="quarter" idx="14"/>
          </p:nvPr>
        </p:nvSpPr>
        <p:spPr/>
        <p:txBody>
          <a:bodyPr/>
          <a:lstStyle/>
          <a:p>
            <a:pPr marL="96838" indent="0">
              <a:buNone/>
            </a:pPr>
            <a:r>
              <a:rPr kumimoji="1" lang="ja-JP" altLang="en-US" dirty="0"/>
              <a:t>親クラスから見ると複数の子クラスを持つことはできますが、複数の親クラスは持てません。</a:t>
            </a:r>
            <a:br>
              <a:rPr kumimoji="1" lang="en-US" altLang="ja-JP" dirty="0"/>
            </a:br>
            <a:r>
              <a:rPr kumimoji="1" lang="en-US" altLang="ja-JP" dirty="0"/>
              <a:t>(</a:t>
            </a:r>
            <a:r>
              <a:rPr kumimoji="1" lang="ja-JP" altLang="en-US" b="1" dirty="0">
                <a:solidFill>
                  <a:schemeClr val="tx2"/>
                </a:solidFill>
              </a:rPr>
              <a:t>多重継承</a:t>
            </a:r>
            <a:r>
              <a:rPr kumimoji="1" lang="ja-JP" altLang="en-US" dirty="0"/>
              <a:t>の禁止</a:t>
            </a:r>
            <a:r>
              <a:rPr kumimoji="1" lang="en-US" altLang="ja-JP" dirty="0"/>
              <a:t>)</a:t>
            </a:r>
          </a:p>
          <a:p>
            <a:pPr marL="96838" indent="0">
              <a:buNone/>
            </a:pPr>
            <a:endParaRPr kumimoji="1" lang="ja-JP" altLang="en-US" dirty="0"/>
          </a:p>
        </p:txBody>
      </p:sp>
      <p:sp>
        <p:nvSpPr>
          <p:cNvPr id="6" name="Google Shape;140;p19">
            <a:extLst>
              <a:ext uri="{FF2B5EF4-FFF2-40B4-BE49-F238E27FC236}">
                <a16:creationId xmlns:a16="http://schemas.microsoft.com/office/drawing/2014/main" id="{590C535E-96ED-4316-8A0A-95A0AE80C35C}"/>
              </a:ext>
            </a:extLst>
          </p:cNvPr>
          <p:cNvSpPr/>
          <p:nvPr/>
        </p:nvSpPr>
        <p:spPr>
          <a:xfrm>
            <a:off x="1592307" y="1302013"/>
            <a:ext cx="1843803" cy="1041091"/>
          </a:xfrm>
          <a:prstGeom prst="ellipse">
            <a:avLst/>
          </a:prstGeom>
          <a:solidFill>
            <a:schemeClr val="accent1">
              <a:lumMod val="20000"/>
              <a:lumOff val="80000"/>
            </a:schemeClr>
          </a:soli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ja-JP" sz="1400" dirty="0">
                <a:solidFill>
                  <a:schemeClr val="dk1"/>
                </a:solidFill>
                <a:cs typeface="Meiryo"/>
                <a:sym typeface="Meiryo"/>
              </a:rPr>
              <a:t>Student</a:t>
            </a:r>
            <a:endParaRPr sz="1400" dirty="0">
              <a:solidFill>
                <a:schemeClr val="dk1"/>
              </a:solidFill>
              <a:cs typeface="Meiryo"/>
              <a:sym typeface="Meiryo"/>
            </a:endParaRPr>
          </a:p>
          <a:p>
            <a:pPr marL="0" marR="0" lvl="0" indent="0" algn="ctr" rtl="0">
              <a:spcBef>
                <a:spcPts val="0"/>
              </a:spcBef>
              <a:spcAft>
                <a:spcPts val="0"/>
              </a:spcAft>
              <a:buNone/>
            </a:pPr>
            <a:r>
              <a:rPr lang="en-US" sz="1400" dirty="0" err="1">
                <a:solidFill>
                  <a:schemeClr val="dk1"/>
                </a:solidFill>
                <a:cs typeface="Meiryo"/>
                <a:sym typeface="Meiryo"/>
              </a:rPr>
              <a:t>クラス</a:t>
            </a:r>
            <a:endParaRPr sz="1400" dirty="0"/>
          </a:p>
        </p:txBody>
      </p:sp>
      <p:grpSp>
        <p:nvGrpSpPr>
          <p:cNvPr id="7" name="グループ化 6">
            <a:extLst>
              <a:ext uri="{FF2B5EF4-FFF2-40B4-BE49-F238E27FC236}">
                <a16:creationId xmlns:a16="http://schemas.microsoft.com/office/drawing/2014/main" id="{574B1123-8EB3-41AE-9CBA-8D4B6120438B}"/>
              </a:ext>
            </a:extLst>
          </p:cNvPr>
          <p:cNvGrpSpPr/>
          <p:nvPr/>
        </p:nvGrpSpPr>
        <p:grpSpPr>
          <a:xfrm>
            <a:off x="403918" y="2541669"/>
            <a:ext cx="2037900" cy="2242420"/>
            <a:chOff x="6047291" y="2566316"/>
            <a:chExt cx="2037900" cy="2242420"/>
          </a:xfrm>
        </p:grpSpPr>
        <p:sp>
          <p:nvSpPr>
            <p:cNvPr id="8" name="Google Shape;141;p19">
              <a:extLst>
                <a:ext uri="{FF2B5EF4-FFF2-40B4-BE49-F238E27FC236}">
                  <a16:creationId xmlns:a16="http://schemas.microsoft.com/office/drawing/2014/main" id="{7B0A61E9-C160-43C7-B07D-528FF8FB100F}"/>
                </a:ext>
              </a:extLst>
            </p:cNvPr>
            <p:cNvSpPr/>
            <p:nvPr/>
          </p:nvSpPr>
          <p:spPr>
            <a:xfrm>
              <a:off x="6047291" y="2566316"/>
              <a:ext cx="2037900" cy="2242420"/>
            </a:xfrm>
            <a:prstGeom prst="ellipse">
              <a:avLst/>
            </a:prstGeom>
            <a:solidFill>
              <a:schemeClr val="accent4">
                <a:lumMod val="20000"/>
                <a:lumOff val="80000"/>
              </a:schemeClr>
            </a:solidFill>
            <a:ln w="12700" cap="flat" cmpd="sng">
              <a:solidFill>
                <a:srgbClr val="7A61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altLang="ja-JP" sz="1400" dirty="0" err="1">
                  <a:solidFill>
                    <a:schemeClr val="dk1"/>
                  </a:solidFill>
                  <a:cs typeface="Meiryo"/>
                  <a:sym typeface="Meiryo"/>
                </a:rPr>
                <a:t>JavaStudent</a:t>
              </a:r>
              <a:endParaRPr lang="en-US" altLang="ja-JP" sz="1400" dirty="0">
                <a:solidFill>
                  <a:schemeClr val="dk1"/>
                </a:solidFill>
                <a:cs typeface="Meiryo"/>
                <a:sym typeface="Meiryo"/>
              </a:endParaRPr>
            </a:p>
            <a:p>
              <a:pPr marL="0" marR="0" lvl="0" indent="0" algn="ctr" rtl="0">
                <a:spcBef>
                  <a:spcPts val="0"/>
                </a:spcBef>
                <a:spcAft>
                  <a:spcPts val="0"/>
                </a:spcAft>
                <a:buNone/>
              </a:pPr>
              <a:r>
                <a:rPr lang="en-US" sz="1400" dirty="0" err="1">
                  <a:solidFill>
                    <a:schemeClr val="dk1"/>
                  </a:solidFill>
                  <a:cs typeface="Meiryo"/>
                  <a:sym typeface="Meiryo"/>
                </a:rPr>
                <a:t>クラス</a:t>
              </a:r>
              <a:endParaRPr sz="1400" dirty="0"/>
            </a:p>
          </p:txBody>
        </p:sp>
        <p:sp>
          <p:nvSpPr>
            <p:cNvPr id="9" name="Google Shape;142;p19">
              <a:extLst>
                <a:ext uri="{FF2B5EF4-FFF2-40B4-BE49-F238E27FC236}">
                  <a16:creationId xmlns:a16="http://schemas.microsoft.com/office/drawing/2014/main" id="{5C9176F4-B3C0-437A-858A-B6FC77237D84}"/>
                </a:ext>
              </a:extLst>
            </p:cNvPr>
            <p:cNvSpPr/>
            <p:nvPr/>
          </p:nvSpPr>
          <p:spPr>
            <a:xfrm>
              <a:off x="6240780" y="3775795"/>
              <a:ext cx="1646194" cy="940227"/>
            </a:xfrm>
            <a:prstGeom prst="ellipse">
              <a:avLst/>
            </a:prstGeom>
            <a:solidFill>
              <a:srgbClr val="99CCFF">
                <a:alpha val="69803"/>
              </a:srgbClr>
            </a:solidFill>
            <a:ln w="12700" cap="flat" cmpd="sng">
              <a:solidFill>
                <a:srgbClr val="4D69AD"/>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ja-JP" sz="1400" dirty="0">
                  <a:solidFill>
                    <a:schemeClr val="dk1"/>
                  </a:solidFill>
                  <a:cs typeface="Meiryo"/>
                  <a:sym typeface="Meiryo"/>
                </a:rPr>
                <a:t>Student</a:t>
              </a:r>
              <a:endParaRPr sz="1400" dirty="0">
                <a:solidFill>
                  <a:schemeClr val="dk1"/>
                </a:solidFill>
                <a:cs typeface="Meiryo"/>
                <a:sym typeface="Meiryo"/>
              </a:endParaRPr>
            </a:p>
            <a:p>
              <a:pPr marL="0" marR="0" lvl="0" indent="0" algn="ctr" rtl="0">
                <a:spcBef>
                  <a:spcPts val="0"/>
                </a:spcBef>
                <a:spcAft>
                  <a:spcPts val="0"/>
                </a:spcAft>
                <a:buNone/>
              </a:pPr>
              <a:r>
                <a:rPr lang="en-US" sz="1400" dirty="0" err="1">
                  <a:solidFill>
                    <a:schemeClr val="dk1"/>
                  </a:solidFill>
                  <a:cs typeface="Meiryo"/>
                  <a:sym typeface="Meiryo"/>
                </a:rPr>
                <a:t>クラス</a:t>
              </a:r>
              <a:endParaRPr sz="1400" dirty="0"/>
            </a:p>
          </p:txBody>
        </p:sp>
      </p:grpSp>
      <p:grpSp>
        <p:nvGrpSpPr>
          <p:cNvPr id="10" name="グループ化 9">
            <a:extLst>
              <a:ext uri="{FF2B5EF4-FFF2-40B4-BE49-F238E27FC236}">
                <a16:creationId xmlns:a16="http://schemas.microsoft.com/office/drawing/2014/main" id="{171A3A17-E962-4E57-A36D-60FB03619C31}"/>
              </a:ext>
            </a:extLst>
          </p:cNvPr>
          <p:cNvGrpSpPr/>
          <p:nvPr/>
        </p:nvGrpSpPr>
        <p:grpSpPr>
          <a:xfrm>
            <a:off x="2682298" y="2541669"/>
            <a:ext cx="2037900" cy="2242420"/>
            <a:chOff x="6047291" y="2566316"/>
            <a:chExt cx="2037900" cy="2242420"/>
          </a:xfrm>
        </p:grpSpPr>
        <p:sp>
          <p:nvSpPr>
            <p:cNvPr id="11" name="Google Shape;141;p19">
              <a:extLst>
                <a:ext uri="{FF2B5EF4-FFF2-40B4-BE49-F238E27FC236}">
                  <a16:creationId xmlns:a16="http://schemas.microsoft.com/office/drawing/2014/main" id="{245001DF-B028-40E0-8E36-EE20A69396C1}"/>
                </a:ext>
              </a:extLst>
            </p:cNvPr>
            <p:cNvSpPr/>
            <p:nvPr/>
          </p:nvSpPr>
          <p:spPr>
            <a:xfrm>
              <a:off x="6047291" y="2566316"/>
              <a:ext cx="2037900" cy="2242420"/>
            </a:xfrm>
            <a:prstGeom prst="ellipse">
              <a:avLst/>
            </a:prstGeom>
            <a:solidFill>
              <a:schemeClr val="accent4">
                <a:lumMod val="20000"/>
                <a:lumOff val="80000"/>
              </a:schemeClr>
            </a:solidFill>
            <a:ln w="12700" cap="flat" cmpd="sng">
              <a:solidFill>
                <a:srgbClr val="7A61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altLang="ja-JP" sz="1400" dirty="0" err="1">
                  <a:solidFill>
                    <a:schemeClr val="dk1"/>
                  </a:solidFill>
                  <a:cs typeface="Meiryo"/>
                  <a:sym typeface="Meiryo"/>
                </a:rPr>
                <a:t>PhpStudent</a:t>
              </a:r>
              <a:endParaRPr sz="1400" dirty="0">
                <a:solidFill>
                  <a:schemeClr val="dk1"/>
                </a:solidFill>
                <a:cs typeface="Meiryo"/>
                <a:sym typeface="Meiryo"/>
              </a:endParaRPr>
            </a:p>
            <a:p>
              <a:pPr marL="0" marR="0" lvl="0" indent="0" algn="ctr" rtl="0">
                <a:spcBef>
                  <a:spcPts val="0"/>
                </a:spcBef>
                <a:spcAft>
                  <a:spcPts val="0"/>
                </a:spcAft>
                <a:buNone/>
              </a:pPr>
              <a:r>
                <a:rPr lang="en-US" sz="1400" dirty="0" err="1">
                  <a:solidFill>
                    <a:schemeClr val="dk1"/>
                  </a:solidFill>
                  <a:cs typeface="Meiryo"/>
                  <a:sym typeface="Meiryo"/>
                </a:rPr>
                <a:t>クラス</a:t>
              </a:r>
              <a:endParaRPr sz="1400" dirty="0"/>
            </a:p>
          </p:txBody>
        </p:sp>
        <p:sp>
          <p:nvSpPr>
            <p:cNvPr id="12" name="Google Shape;142;p19">
              <a:extLst>
                <a:ext uri="{FF2B5EF4-FFF2-40B4-BE49-F238E27FC236}">
                  <a16:creationId xmlns:a16="http://schemas.microsoft.com/office/drawing/2014/main" id="{57886454-3690-4F0F-AC53-85CF4B1BCEF5}"/>
                </a:ext>
              </a:extLst>
            </p:cNvPr>
            <p:cNvSpPr/>
            <p:nvPr/>
          </p:nvSpPr>
          <p:spPr>
            <a:xfrm>
              <a:off x="6240780" y="3775795"/>
              <a:ext cx="1646194" cy="940227"/>
            </a:xfrm>
            <a:prstGeom prst="ellipse">
              <a:avLst/>
            </a:prstGeom>
            <a:solidFill>
              <a:srgbClr val="99CCFF">
                <a:alpha val="69803"/>
              </a:srgbClr>
            </a:solidFill>
            <a:ln w="12700" cap="flat" cmpd="sng">
              <a:solidFill>
                <a:srgbClr val="4D69AD"/>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ja-JP" sz="1400" dirty="0">
                  <a:solidFill>
                    <a:schemeClr val="dk1"/>
                  </a:solidFill>
                  <a:cs typeface="Meiryo"/>
                  <a:sym typeface="Meiryo"/>
                </a:rPr>
                <a:t>Student</a:t>
              </a:r>
              <a:endParaRPr sz="1400" dirty="0">
                <a:solidFill>
                  <a:schemeClr val="dk1"/>
                </a:solidFill>
                <a:cs typeface="Meiryo"/>
                <a:sym typeface="Meiryo"/>
              </a:endParaRPr>
            </a:p>
            <a:p>
              <a:pPr marL="0" marR="0" lvl="0" indent="0" algn="ctr" rtl="0">
                <a:spcBef>
                  <a:spcPts val="0"/>
                </a:spcBef>
                <a:spcAft>
                  <a:spcPts val="0"/>
                </a:spcAft>
                <a:buNone/>
              </a:pPr>
              <a:r>
                <a:rPr lang="en-US" sz="1400" dirty="0" err="1">
                  <a:solidFill>
                    <a:schemeClr val="dk1"/>
                  </a:solidFill>
                  <a:cs typeface="Meiryo"/>
                  <a:sym typeface="Meiryo"/>
                </a:rPr>
                <a:t>クラス</a:t>
              </a:r>
              <a:endParaRPr sz="1400" dirty="0"/>
            </a:p>
          </p:txBody>
        </p:sp>
      </p:grpSp>
      <p:sp>
        <p:nvSpPr>
          <p:cNvPr id="13" name="Google Shape;140;p19">
            <a:extLst>
              <a:ext uri="{FF2B5EF4-FFF2-40B4-BE49-F238E27FC236}">
                <a16:creationId xmlns:a16="http://schemas.microsoft.com/office/drawing/2014/main" id="{EA0997C3-8B59-40B1-ACB4-B83FF094C491}"/>
              </a:ext>
            </a:extLst>
          </p:cNvPr>
          <p:cNvSpPr/>
          <p:nvPr/>
        </p:nvSpPr>
        <p:spPr>
          <a:xfrm>
            <a:off x="4770281" y="1302013"/>
            <a:ext cx="1843803" cy="1041091"/>
          </a:xfrm>
          <a:prstGeom prst="ellipse">
            <a:avLst/>
          </a:prstGeom>
          <a:solidFill>
            <a:schemeClr val="accent1">
              <a:lumMod val="20000"/>
              <a:lumOff val="80000"/>
            </a:schemeClr>
          </a:soli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ja-JP" sz="1400" dirty="0">
                <a:solidFill>
                  <a:schemeClr val="dk1"/>
                </a:solidFill>
                <a:cs typeface="Meiryo"/>
                <a:sym typeface="Meiryo"/>
              </a:rPr>
              <a:t>Student</a:t>
            </a:r>
            <a:endParaRPr sz="1400" dirty="0">
              <a:solidFill>
                <a:schemeClr val="dk1"/>
              </a:solidFill>
              <a:cs typeface="Meiryo"/>
              <a:sym typeface="Meiryo"/>
            </a:endParaRPr>
          </a:p>
          <a:p>
            <a:pPr marL="0" marR="0" lvl="0" indent="0" algn="ctr" rtl="0">
              <a:spcBef>
                <a:spcPts val="0"/>
              </a:spcBef>
              <a:spcAft>
                <a:spcPts val="0"/>
              </a:spcAft>
              <a:buNone/>
            </a:pPr>
            <a:r>
              <a:rPr lang="en-US" sz="1400" dirty="0" err="1">
                <a:solidFill>
                  <a:schemeClr val="dk1"/>
                </a:solidFill>
                <a:cs typeface="Meiryo"/>
                <a:sym typeface="Meiryo"/>
              </a:rPr>
              <a:t>クラス</a:t>
            </a:r>
            <a:endParaRPr sz="1400" dirty="0"/>
          </a:p>
        </p:txBody>
      </p:sp>
      <p:sp>
        <p:nvSpPr>
          <p:cNvPr id="14" name="Google Shape;140;p19">
            <a:extLst>
              <a:ext uri="{FF2B5EF4-FFF2-40B4-BE49-F238E27FC236}">
                <a16:creationId xmlns:a16="http://schemas.microsoft.com/office/drawing/2014/main" id="{A255DE68-E431-40A5-BC50-F21400D17870}"/>
              </a:ext>
            </a:extLst>
          </p:cNvPr>
          <p:cNvSpPr/>
          <p:nvPr/>
        </p:nvSpPr>
        <p:spPr>
          <a:xfrm>
            <a:off x="6873164" y="1302013"/>
            <a:ext cx="1843803" cy="1041091"/>
          </a:xfrm>
          <a:prstGeom prst="ellipse">
            <a:avLst/>
          </a:prstGeom>
          <a:solidFill>
            <a:schemeClr val="accent1">
              <a:lumMod val="20000"/>
              <a:lumOff val="80000"/>
            </a:schemeClr>
          </a:soli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ja-JP" sz="1400" dirty="0">
                <a:solidFill>
                  <a:schemeClr val="dk1"/>
                </a:solidFill>
                <a:cs typeface="Meiryo"/>
                <a:sym typeface="Meiryo"/>
              </a:rPr>
              <a:t>Java</a:t>
            </a:r>
            <a:endParaRPr sz="1400" dirty="0">
              <a:solidFill>
                <a:schemeClr val="dk1"/>
              </a:solidFill>
              <a:cs typeface="Meiryo"/>
              <a:sym typeface="Meiryo"/>
            </a:endParaRPr>
          </a:p>
          <a:p>
            <a:pPr marL="0" marR="0" lvl="0" indent="0" algn="ctr" rtl="0">
              <a:spcBef>
                <a:spcPts val="0"/>
              </a:spcBef>
              <a:spcAft>
                <a:spcPts val="0"/>
              </a:spcAft>
              <a:buNone/>
            </a:pPr>
            <a:r>
              <a:rPr lang="en-US" sz="1400" dirty="0" err="1">
                <a:solidFill>
                  <a:schemeClr val="dk1"/>
                </a:solidFill>
                <a:cs typeface="Meiryo"/>
                <a:sym typeface="Meiryo"/>
              </a:rPr>
              <a:t>クラス</a:t>
            </a:r>
            <a:endParaRPr sz="1400" dirty="0"/>
          </a:p>
        </p:txBody>
      </p:sp>
      <p:sp>
        <p:nvSpPr>
          <p:cNvPr id="16" name="Google Shape;141;p19">
            <a:extLst>
              <a:ext uri="{FF2B5EF4-FFF2-40B4-BE49-F238E27FC236}">
                <a16:creationId xmlns:a16="http://schemas.microsoft.com/office/drawing/2014/main" id="{A549F3E6-2BB6-479F-AB19-0780EEF02547}"/>
              </a:ext>
            </a:extLst>
          </p:cNvPr>
          <p:cNvSpPr/>
          <p:nvPr/>
        </p:nvSpPr>
        <p:spPr>
          <a:xfrm>
            <a:off x="5730087" y="2541669"/>
            <a:ext cx="2037900" cy="2242420"/>
          </a:xfrm>
          <a:prstGeom prst="ellipse">
            <a:avLst/>
          </a:prstGeom>
          <a:solidFill>
            <a:schemeClr val="accent4">
              <a:lumMod val="20000"/>
              <a:lumOff val="80000"/>
            </a:schemeClr>
          </a:solidFill>
          <a:ln w="12700" cap="flat" cmpd="sng">
            <a:solidFill>
              <a:srgbClr val="7A61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ja-JP" sz="1400" dirty="0" err="1">
                <a:solidFill>
                  <a:schemeClr val="dk1"/>
                </a:solidFill>
                <a:cs typeface="Meiryo"/>
                <a:sym typeface="Meiryo"/>
              </a:rPr>
              <a:t>JavaStudent</a:t>
            </a:r>
            <a:endParaRPr sz="1400" dirty="0">
              <a:solidFill>
                <a:schemeClr val="dk1"/>
              </a:solidFill>
              <a:cs typeface="Meiryo"/>
              <a:sym typeface="Meiryo"/>
            </a:endParaRPr>
          </a:p>
          <a:p>
            <a:pPr marL="0" marR="0" lvl="0" indent="0" algn="ctr" rtl="0">
              <a:spcBef>
                <a:spcPts val="0"/>
              </a:spcBef>
              <a:spcAft>
                <a:spcPts val="0"/>
              </a:spcAft>
              <a:buNone/>
            </a:pPr>
            <a:r>
              <a:rPr lang="en-US" sz="1400" dirty="0" err="1">
                <a:solidFill>
                  <a:schemeClr val="dk1"/>
                </a:solidFill>
                <a:cs typeface="Meiryo"/>
                <a:sym typeface="Meiryo"/>
              </a:rPr>
              <a:t>クラス</a:t>
            </a:r>
            <a:endParaRPr sz="1400" dirty="0"/>
          </a:p>
        </p:txBody>
      </p:sp>
      <p:cxnSp>
        <p:nvCxnSpPr>
          <p:cNvPr id="19" name="直線矢印コネクタ 18">
            <a:extLst>
              <a:ext uri="{FF2B5EF4-FFF2-40B4-BE49-F238E27FC236}">
                <a16:creationId xmlns:a16="http://schemas.microsoft.com/office/drawing/2014/main" id="{BD5C9672-D908-4F5F-BC1A-6C5C9AF3338E}"/>
              </a:ext>
            </a:extLst>
          </p:cNvPr>
          <p:cNvCxnSpPr>
            <a:stCxn id="6" idx="3"/>
            <a:endCxn id="8" idx="0"/>
          </p:cNvCxnSpPr>
          <p:nvPr/>
        </p:nvCxnSpPr>
        <p:spPr>
          <a:xfrm flipH="1">
            <a:off x="1422868" y="2190640"/>
            <a:ext cx="439458" cy="351029"/>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EA8CFA22-1F2E-4184-B940-364099F5C6D0}"/>
              </a:ext>
            </a:extLst>
          </p:cNvPr>
          <p:cNvCxnSpPr>
            <a:cxnSpLocks/>
            <a:stCxn id="6" idx="5"/>
            <a:endCxn id="11" idx="0"/>
          </p:cNvCxnSpPr>
          <p:nvPr/>
        </p:nvCxnSpPr>
        <p:spPr>
          <a:xfrm>
            <a:off x="3166091" y="2190640"/>
            <a:ext cx="535157" cy="351029"/>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E0B95278-A353-4FF0-999C-E9D83A96F679}"/>
              </a:ext>
            </a:extLst>
          </p:cNvPr>
          <p:cNvCxnSpPr>
            <a:cxnSpLocks/>
            <a:stCxn id="13" idx="4"/>
            <a:endCxn id="16" idx="1"/>
          </p:cNvCxnSpPr>
          <p:nvPr/>
        </p:nvCxnSpPr>
        <p:spPr>
          <a:xfrm>
            <a:off x="5692183" y="2343104"/>
            <a:ext cx="336348" cy="52696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D73036CF-2F5F-4501-AD91-44E93578703D}"/>
              </a:ext>
            </a:extLst>
          </p:cNvPr>
          <p:cNvCxnSpPr>
            <a:cxnSpLocks/>
            <a:stCxn id="14" idx="4"/>
            <a:endCxn id="16" idx="7"/>
          </p:cNvCxnSpPr>
          <p:nvPr/>
        </p:nvCxnSpPr>
        <p:spPr>
          <a:xfrm flipH="1">
            <a:off x="7469543" y="2343104"/>
            <a:ext cx="325523" cy="52696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8" name="乗算記号 17">
            <a:extLst>
              <a:ext uri="{FF2B5EF4-FFF2-40B4-BE49-F238E27FC236}">
                <a16:creationId xmlns:a16="http://schemas.microsoft.com/office/drawing/2014/main" id="{C7AB5C20-0B35-4791-84B0-9F5743A31D44}"/>
              </a:ext>
            </a:extLst>
          </p:cNvPr>
          <p:cNvSpPr/>
          <p:nvPr/>
        </p:nvSpPr>
        <p:spPr>
          <a:xfrm>
            <a:off x="6070212" y="2063958"/>
            <a:ext cx="1362139" cy="1443336"/>
          </a:xfrm>
          <a:prstGeom prst="mathMultiply">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2"/>
              </a:solidFill>
            </a:endParaRPr>
          </a:p>
        </p:txBody>
      </p:sp>
      <p:sp>
        <p:nvSpPr>
          <p:cNvPr id="21" name="円: 塗りつぶしなし 20">
            <a:extLst>
              <a:ext uri="{FF2B5EF4-FFF2-40B4-BE49-F238E27FC236}">
                <a16:creationId xmlns:a16="http://schemas.microsoft.com/office/drawing/2014/main" id="{1224C26A-F705-49A1-8D41-0A1EBE84FF3E}"/>
              </a:ext>
            </a:extLst>
          </p:cNvPr>
          <p:cNvSpPr/>
          <p:nvPr/>
        </p:nvSpPr>
        <p:spPr>
          <a:xfrm>
            <a:off x="2099810" y="2287504"/>
            <a:ext cx="961455" cy="996244"/>
          </a:xfrm>
          <a:prstGeom prst="donu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Tree>
    <p:extLst>
      <p:ext uri="{BB962C8B-B14F-4D97-AF65-F5344CB8AC3E}">
        <p14:creationId xmlns:p14="http://schemas.microsoft.com/office/powerpoint/2010/main" val="2090493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7ED9E32-8590-487B-9313-02496265DC72}"/>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A8E036A3-4A54-4CF7-A59C-DF5E25038E61}"/>
              </a:ext>
            </a:extLst>
          </p:cNvPr>
          <p:cNvSpPr>
            <a:spLocks noGrp="1"/>
          </p:cNvSpPr>
          <p:nvPr>
            <p:ph type="ctrTitle"/>
          </p:nvPr>
        </p:nvSpPr>
        <p:spPr/>
        <p:txBody>
          <a:bodyPr/>
          <a:lstStyle/>
          <a:p>
            <a:r>
              <a:rPr lang="en-US" altLang="ja-JP" dirty="0" err="1"/>
              <a:t>オーバーライド</a:t>
            </a:r>
            <a:endParaRPr kumimoji="1" lang="ja-JP" altLang="en-US" dirty="0"/>
          </a:p>
        </p:txBody>
      </p:sp>
      <p:sp>
        <p:nvSpPr>
          <p:cNvPr id="4" name="スライド番号プレースホルダー 3">
            <a:extLst>
              <a:ext uri="{FF2B5EF4-FFF2-40B4-BE49-F238E27FC236}">
                <a16:creationId xmlns:a16="http://schemas.microsoft.com/office/drawing/2014/main" id="{BD866E5B-94F8-455D-9264-554CBDD5F86C}"/>
              </a:ext>
            </a:extLst>
          </p:cNvPr>
          <p:cNvSpPr>
            <a:spLocks noGrp="1"/>
          </p:cNvSpPr>
          <p:nvPr>
            <p:ph type="sldNum" sz="quarter" idx="4"/>
          </p:nvPr>
        </p:nvSpPr>
        <p:spPr/>
        <p:txBody>
          <a:bodyPr/>
          <a:lstStyle/>
          <a:p>
            <a:fld id="{00000000-1234-1234-1234-123412341234}" type="slidenum">
              <a:rPr lang="en" smtClean="0"/>
              <a:pPr/>
              <a:t>11</a:t>
            </a:fld>
            <a:endParaRPr lang="en" dirty="0"/>
          </a:p>
        </p:txBody>
      </p:sp>
      <p:sp>
        <p:nvSpPr>
          <p:cNvPr id="5" name="テキスト プレースホルダー 4">
            <a:extLst>
              <a:ext uri="{FF2B5EF4-FFF2-40B4-BE49-F238E27FC236}">
                <a16:creationId xmlns:a16="http://schemas.microsoft.com/office/drawing/2014/main" id="{F6EFE619-88C8-4A96-93DE-F1E2FFDAF6A9}"/>
              </a:ext>
            </a:extLst>
          </p:cNvPr>
          <p:cNvSpPr>
            <a:spLocks noGrp="1"/>
          </p:cNvSpPr>
          <p:nvPr>
            <p:ph type="body" sz="quarter" idx="14"/>
          </p:nvPr>
        </p:nvSpPr>
        <p:spPr/>
        <p:txBody>
          <a:bodyPr/>
          <a:lstStyle/>
          <a:p>
            <a:pPr marL="96838" indent="0">
              <a:buNone/>
            </a:pPr>
            <a:r>
              <a:rPr kumimoji="1" lang="ja-JP" altLang="en-US" dirty="0"/>
              <a:t>継承のメンバを上書き更新する方法をオーバーライド</a:t>
            </a:r>
            <a:r>
              <a:rPr kumimoji="1" lang="en-US" altLang="ja-JP" dirty="0"/>
              <a:t>(</a:t>
            </a:r>
            <a:r>
              <a:rPr kumimoji="1" lang="ja-JP" altLang="en-US" dirty="0"/>
              <a:t>上書定義</a:t>
            </a:r>
            <a:r>
              <a:rPr kumimoji="1" lang="en-US" altLang="ja-JP" dirty="0"/>
              <a:t>)</a:t>
            </a:r>
            <a:r>
              <a:rPr kumimoji="1" lang="ja-JP" altLang="en-US" dirty="0"/>
              <a:t>といいます。</a:t>
            </a:r>
          </a:p>
          <a:p>
            <a:pPr marL="96838" indent="0">
              <a:buNone/>
            </a:pPr>
            <a:r>
              <a:rPr kumimoji="1" lang="ja-JP" altLang="en-US" dirty="0"/>
              <a:t>オーバーロードと似ていますが、全く異なる仕組みなので注意してください。</a:t>
            </a:r>
          </a:p>
        </p:txBody>
      </p:sp>
      <p:sp>
        <p:nvSpPr>
          <p:cNvPr id="6" name="Google Shape;131;p18">
            <a:extLst>
              <a:ext uri="{FF2B5EF4-FFF2-40B4-BE49-F238E27FC236}">
                <a16:creationId xmlns:a16="http://schemas.microsoft.com/office/drawing/2014/main" id="{6D593FF8-9881-455D-969D-377EF3BF1769}"/>
              </a:ext>
            </a:extLst>
          </p:cNvPr>
          <p:cNvSpPr/>
          <p:nvPr/>
        </p:nvSpPr>
        <p:spPr>
          <a:xfrm>
            <a:off x="1142999" y="1508982"/>
            <a:ext cx="6720841" cy="1707664"/>
          </a:xfrm>
          <a:prstGeom prst="rect">
            <a:avLst/>
          </a:prstGeom>
          <a:solidFill>
            <a:schemeClr val="bg1"/>
          </a:solidFill>
          <a:ln w="127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solidFill>
                  <a:schemeClr val="dk1"/>
                </a:solidFill>
                <a:cs typeface="MS Gothic"/>
                <a:sym typeface="MS Gothic"/>
              </a:rPr>
              <a:t>public class Student {</a:t>
            </a:r>
          </a:p>
          <a:p>
            <a:pPr marL="0" marR="0" lvl="0" indent="0" algn="l" rtl="0">
              <a:spcBef>
                <a:spcPts val="0"/>
              </a:spcBef>
              <a:spcAft>
                <a:spcPts val="0"/>
              </a:spcAft>
              <a:buNone/>
            </a:pPr>
            <a:r>
              <a:rPr lang="en-US" sz="1200" b="1" dirty="0">
                <a:solidFill>
                  <a:schemeClr val="dk1"/>
                </a:solidFill>
                <a:cs typeface="MS Gothic"/>
                <a:sym typeface="MS Gothic"/>
              </a:rPr>
              <a:t>    String name;   // </a:t>
            </a:r>
            <a:r>
              <a:rPr lang="ja-JP" altLang="en-US" sz="1200" b="1" dirty="0">
                <a:solidFill>
                  <a:schemeClr val="dk1"/>
                </a:solidFill>
                <a:cs typeface="MS Gothic"/>
                <a:sym typeface="MS Gothic"/>
              </a:rPr>
              <a:t>氏名</a:t>
            </a:r>
          </a:p>
          <a:p>
            <a:pPr marL="0" marR="0" lvl="0" indent="0" algn="l" rtl="0">
              <a:spcBef>
                <a:spcPts val="0"/>
              </a:spcBef>
              <a:spcAft>
                <a:spcPts val="0"/>
              </a:spcAft>
              <a:buNone/>
            </a:pPr>
            <a:r>
              <a:rPr lang="ja-JP" altLang="en-US" sz="1200" b="1" dirty="0">
                <a:solidFill>
                  <a:schemeClr val="dk1"/>
                </a:solidFill>
                <a:cs typeface="MS Gothic"/>
                <a:sym typeface="MS Gothic"/>
              </a:rPr>
              <a:t>    </a:t>
            </a:r>
            <a:r>
              <a:rPr lang="en-US" sz="1200" b="1" dirty="0">
                <a:solidFill>
                  <a:schemeClr val="dk1"/>
                </a:solidFill>
                <a:cs typeface="MS Gothic"/>
                <a:sym typeface="MS Gothic"/>
              </a:rPr>
              <a:t>int age;       // </a:t>
            </a:r>
            <a:r>
              <a:rPr lang="ja-JP" altLang="en-US" sz="1200" b="1" dirty="0">
                <a:solidFill>
                  <a:schemeClr val="dk1"/>
                </a:solidFill>
                <a:cs typeface="MS Gothic"/>
                <a:sym typeface="MS Gothic"/>
              </a:rPr>
              <a:t>年齢</a:t>
            </a:r>
          </a:p>
          <a:p>
            <a:pPr marL="0" marR="0" lvl="0" indent="0" algn="l" rtl="0">
              <a:spcBef>
                <a:spcPts val="0"/>
              </a:spcBef>
              <a:spcAft>
                <a:spcPts val="0"/>
              </a:spcAft>
              <a:buNone/>
            </a:pPr>
            <a:r>
              <a:rPr lang="ja-JP" altLang="en-US" sz="1200" b="1" dirty="0">
                <a:solidFill>
                  <a:schemeClr val="dk1"/>
                </a:solidFill>
                <a:cs typeface="MS Gothic"/>
                <a:sym typeface="MS Gothic"/>
              </a:rPr>
              <a:t>    </a:t>
            </a:r>
            <a:r>
              <a:rPr lang="en-US" altLang="ja-JP" sz="1200" b="1" dirty="0">
                <a:solidFill>
                  <a:schemeClr val="dk1"/>
                </a:solidFill>
                <a:cs typeface="MS Gothic"/>
                <a:sym typeface="MS Gothic"/>
              </a:rPr>
              <a:t>// </a:t>
            </a:r>
            <a:r>
              <a:rPr lang="ja-JP" altLang="en-US" sz="1200" b="1" dirty="0">
                <a:solidFill>
                  <a:schemeClr val="dk1"/>
                </a:solidFill>
                <a:cs typeface="MS Gothic"/>
                <a:sym typeface="MS Gothic"/>
              </a:rPr>
              <a:t>自己紹介するメソッド</a:t>
            </a:r>
          </a:p>
          <a:p>
            <a:pPr marL="0" marR="0" lvl="0" indent="0" algn="l" rtl="0">
              <a:spcBef>
                <a:spcPts val="0"/>
              </a:spcBef>
              <a:spcAft>
                <a:spcPts val="0"/>
              </a:spcAft>
              <a:buNone/>
            </a:pPr>
            <a:r>
              <a:rPr lang="ja-JP" altLang="en-US" sz="1200" b="1" dirty="0">
                <a:solidFill>
                  <a:schemeClr val="dk1"/>
                </a:solidFill>
                <a:cs typeface="MS Gothic"/>
                <a:sym typeface="MS Gothic"/>
              </a:rPr>
              <a:t>    </a:t>
            </a:r>
            <a:r>
              <a:rPr lang="en-US" sz="1200" b="1" dirty="0">
                <a:solidFill>
                  <a:schemeClr val="dk1"/>
                </a:solidFill>
                <a:cs typeface="MS Gothic"/>
                <a:sym typeface="MS Gothic"/>
              </a:rPr>
              <a:t>void introduce() {</a:t>
            </a:r>
          </a:p>
          <a:p>
            <a:pPr marL="0" marR="0" lvl="0" indent="0" algn="l" rtl="0">
              <a:spcBef>
                <a:spcPts val="0"/>
              </a:spcBef>
              <a:spcAft>
                <a:spcPts val="0"/>
              </a:spcAft>
              <a:buNone/>
            </a:pPr>
            <a:r>
              <a:rPr lang="en-US" sz="1200" b="1" dirty="0">
                <a:solidFill>
                  <a:schemeClr val="dk1"/>
                </a:solidFill>
                <a:cs typeface="MS Gothic"/>
                <a:sym typeface="MS Gothic"/>
              </a:rPr>
              <a:t>        </a:t>
            </a:r>
            <a:r>
              <a:rPr lang="en-US" sz="1200" b="1" dirty="0" err="1">
                <a:solidFill>
                  <a:schemeClr val="dk1"/>
                </a:solidFill>
                <a:cs typeface="MS Gothic"/>
                <a:sym typeface="MS Gothic"/>
              </a:rPr>
              <a:t>System.out.println</a:t>
            </a:r>
            <a:r>
              <a:rPr lang="en-US" sz="1200" b="1" dirty="0">
                <a:solidFill>
                  <a:schemeClr val="dk1"/>
                </a:solidFill>
                <a:cs typeface="MS Gothic"/>
                <a:sym typeface="MS Gothic"/>
              </a:rPr>
              <a:t>("</a:t>
            </a:r>
            <a:r>
              <a:rPr lang="ja-JP" altLang="en-US" sz="1200" b="1" dirty="0">
                <a:solidFill>
                  <a:schemeClr val="dk1"/>
                </a:solidFill>
                <a:cs typeface="MS Gothic"/>
                <a:sym typeface="MS Gothic"/>
              </a:rPr>
              <a:t>私は</a:t>
            </a:r>
            <a:r>
              <a:rPr lang="en-US" altLang="ja-JP" sz="1200" b="1" dirty="0">
                <a:solidFill>
                  <a:schemeClr val="dk1"/>
                </a:solidFill>
                <a:cs typeface="MS Gothic"/>
                <a:sym typeface="MS Gothic"/>
              </a:rPr>
              <a:t>" + </a:t>
            </a:r>
            <a:r>
              <a:rPr lang="en-US" sz="1200" b="1" dirty="0">
                <a:solidFill>
                  <a:schemeClr val="dk1"/>
                </a:solidFill>
                <a:cs typeface="MS Gothic"/>
                <a:sym typeface="MS Gothic"/>
              </a:rPr>
              <a:t>this.name + "</a:t>
            </a:r>
            <a:r>
              <a:rPr lang="ja-JP" altLang="en-US" sz="1200" b="1" dirty="0">
                <a:solidFill>
                  <a:schemeClr val="dk1"/>
                </a:solidFill>
                <a:cs typeface="MS Gothic"/>
                <a:sym typeface="MS Gothic"/>
              </a:rPr>
              <a:t>と申します</a:t>
            </a:r>
            <a:r>
              <a:rPr lang="en-US" altLang="ja-JP" sz="1200" b="1" dirty="0">
                <a:solidFill>
                  <a:schemeClr val="dk1"/>
                </a:solidFill>
                <a:cs typeface="MS Gothic"/>
                <a:sym typeface="MS Gothic"/>
              </a:rPr>
              <a:t>");</a:t>
            </a:r>
          </a:p>
          <a:p>
            <a:pPr marL="0" marR="0" lvl="0" indent="0" algn="l" rtl="0">
              <a:spcBef>
                <a:spcPts val="0"/>
              </a:spcBef>
              <a:spcAft>
                <a:spcPts val="0"/>
              </a:spcAft>
              <a:buNone/>
            </a:pPr>
            <a:r>
              <a:rPr lang="en-US" altLang="ja-JP" sz="1200" b="1" dirty="0">
                <a:solidFill>
                  <a:schemeClr val="dk1"/>
                </a:solidFill>
                <a:cs typeface="MS Gothic"/>
                <a:sym typeface="MS Gothic"/>
              </a:rPr>
              <a:t>        </a:t>
            </a:r>
            <a:r>
              <a:rPr lang="en-US" sz="1200" b="1" dirty="0" err="1">
                <a:solidFill>
                  <a:schemeClr val="dk1"/>
                </a:solidFill>
                <a:cs typeface="MS Gothic"/>
                <a:sym typeface="MS Gothic"/>
              </a:rPr>
              <a:t>System.out.println</a:t>
            </a:r>
            <a:r>
              <a:rPr lang="en-US" sz="1200" b="1" dirty="0">
                <a:solidFill>
                  <a:schemeClr val="dk1"/>
                </a:solidFill>
                <a:cs typeface="MS Gothic"/>
                <a:sym typeface="MS Gothic"/>
              </a:rPr>
              <a:t>(</a:t>
            </a:r>
            <a:r>
              <a:rPr lang="en-US" sz="1200" b="1" dirty="0" err="1">
                <a:solidFill>
                  <a:schemeClr val="dk1"/>
                </a:solidFill>
                <a:cs typeface="MS Gothic"/>
                <a:sym typeface="MS Gothic"/>
              </a:rPr>
              <a:t>this.age</a:t>
            </a:r>
            <a:r>
              <a:rPr lang="en-US" sz="1200" b="1" dirty="0">
                <a:solidFill>
                  <a:schemeClr val="dk1"/>
                </a:solidFill>
                <a:cs typeface="MS Gothic"/>
                <a:sym typeface="MS Gothic"/>
              </a:rPr>
              <a:t> + "</a:t>
            </a:r>
            <a:r>
              <a:rPr lang="ja-JP" altLang="en-US" sz="1200" b="1" dirty="0">
                <a:solidFill>
                  <a:schemeClr val="dk1"/>
                </a:solidFill>
                <a:cs typeface="MS Gothic"/>
                <a:sym typeface="MS Gothic"/>
              </a:rPr>
              <a:t>歳です</a:t>
            </a:r>
            <a:r>
              <a:rPr lang="en-US" altLang="ja-JP" sz="1200" b="1" dirty="0">
                <a:solidFill>
                  <a:schemeClr val="dk1"/>
                </a:solidFill>
                <a:cs typeface="MS Gothic"/>
                <a:sym typeface="MS Gothic"/>
              </a:rPr>
              <a:t>");</a:t>
            </a:r>
          </a:p>
          <a:p>
            <a:pPr marL="0" marR="0" lvl="0" indent="0" algn="l" rtl="0">
              <a:spcBef>
                <a:spcPts val="0"/>
              </a:spcBef>
              <a:spcAft>
                <a:spcPts val="0"/>
              </a:spcAft>
              <a:buNone/>
            </a:pPr>
            <a:r>
              <a:rPr lang="en-US" altLang="ja-JP" sz="1200" b="1" dirty="0">
                <a:solidFill>
                  <a:schemeClr val="dk1"/>
                </a:solidFill>
                <a:cs typeface="MS Gothic"/>
                <a:sym typeface="MS Gothic"/>
              </a:rPr>
              <a:t>    }</a:t>
            </a:r>
          </a:p>
          <a:p>
            <a:pPr marL="0" marR="0" lvl="0" indent="0" algn="l" rtl="0">
              <a:spcBef>
                <a:spcPts val="0"/>
              </a:spcBef>
              <a:spcAft>
                <a:spcPts val="0"/>
              </a:spcAft>
              <a:buNone/>
            </a:pPr>
            <a:r>
              <a:rPr lang="en-US" altLang="ja-JP" sz="1200" b="1" dirty="0">
                <a:solidFill>
                  <a:schemeClr val="dk1"/>
                </a:solidFill>
                <a:cs typeface="MS Gothic"/>
                <a:sym typeface="MS Gothic"/>
              </a:rPr>
              <a:t>}</a:t>
            </a:r>
            <a:endParaRPr lang="en-US" sz="1200" b="1" dirty="0">
              <a:solidFill>
                <a:schemeClr val="dk1"/>
              </a:solidFill>
              <a:cs typeface="MS Gothic"/>
              <a:sym typeface="MS Gothic"/>
            </a:endParaRPr>
          </a:p>
        </p:txBody>
      </p:sp>
      <p:sp>
        <p:nvSpPr>
          <p:cNvPr id="7" name="Google Shape;131;p18">
            <a:extLst>
              <a:ext uri="{FF2B5EF4-FFF2-40B4-BE49-F238E27FC236}">
                <a16:creationId xmlns:a16="http://schemas.microsoft.com/office/drawing/2014/main" id="{9FF437E3-9FEA-47E7-A603-8CB2A7C86DC3}"/>
              </a:ext>
            </a:extLst>
          </p:cNvPr>
          <p:cNvSpPr/>
          <p:nvPr/>
        </p:nvSpPr>
        <p:spPr>
          <a:xfrm>
            <a:off x="1142999" y="3299460"/>
            <a:ext cx="6720841" cy="1562616"/>
          </a:xfrm>
          <a:prstGeom prst="rect">
            <a:avLst/>
          </a:prstGeom>
          <a:solidFill>
            <a:schemeClr val="bg1"/>
          </a:solidFill>
          <a:ln w="127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solidFill>
                  <a:schemeClr val="dk1"/>
                </a:solidFill>
                <a:cs typeface="MS Gothic"/>
                <a:sym typeface="MS Gothic"/>
              </a:rPr>
              <a:t>public class </a:t>
            </a:r>
            <a:r>
              <a:rPr lang="en-US" sz="1200" b="1" dirty="0" err="1">
                <a:solidFill>
                  <a:schemeClr val="dk1"/>
                </a:solidFill>
                <a:cs typeface="MS Gothic"/>
                <a:sym typeface="MS Gothic"/>
              </a:rPr>
              <a:t>JavaStudent</a:t>
            </a:r>
            <a:r>
              <a:rPr lang="en-US" sz="1200" b="1" dirty="0">
                <a:solidFill>
                  <a:schemeClr val="dk1"/>
                </a:solidFill>
                <a:cs typeface="MS Gothic"/>
                <a:sym typeface="MS Gothic"/>
              </a:rPr>
              <a:t> extends Student{</a:t>
            </a:r>
          </a:p>
          <a:p>
            <a:pPr marL="0" marR="0" lvl="0" indent="0" algn="l" rtl="0">
              <a:spcBef>
                <a:spcPts val="0"/>
              </a:spcBef>
              <a:spcAft>
                <a:spcPts val="0"/>
              </a:spcAft>
              <a:buNone/>
            </a:pPr>
            <a:r>
              <a:rPr lang="en-US" sz="1200" b="1" dirty="0">
                <a:solidFill>
                  <a:schemeClr val="dk1"/>
                </a:solidFill>
                <a:cs typeface="MS Gothic"/>
                <a:sym typeface="MS Gothic"/>
              </a:rPr>
              <a:t>	// </a:t>
            </a:r>
            <a:r>
              <a:rPr lang="ja-JP" altLang="en-US" sz="1200" b="1" dirty="0">
                <a:solidFill>
                  <a:schemeClr val="dk1"/>
                </a:solidFill>
                <a:cs typeface="MS Gothic"/>
                <a:sym typeface="MS Gothic"/>
              </a:rPr>
              <a:t>自己紹介するメソッド</a:t>
            </a:r>
          </a:p>
          <a:p>
            <a:pPr marL="0" marR="0" lvl="0" indent="0" algn="l" rtl="0">
              <a:spcBef>
                <a:spcPts val="0"/>
              </a:spcBef>
              <a:spcAft>
                <a:spcPts val="0"/>
              </a:spcAft>
              <a:buNone/>
            </a:pPr>
            <a:r>
              <a:rPr lang="ja-JP" altLang="en-US" sz="1200" b="1" dirty="0">
                <a:solidFill>
                  <a:schemeClr val="dk1"/>
                </a:solidFill>
                <a:cs typeface="MS Gothic"/>
                <a:sym typeface="MS Gothic"/>
              </a:rPr>
              <a:t>    </a:t>
            </a:r>
            <a:r>
              <a:rPr lang="en-US" sz="1200" b="1" dirty="0">
                <a:solidFill>
                  <a:schemeClr val="dk1"/>
                </a:solidFill>
                <a:cs typeface="MS Gothic"/>
                <a:sym typeface="MS Gothic"/>
              </a:rPr>
              <a:t>void introduce() {</a:t>
            </a:r>
          </a:p>
          <a:p>
            <a:pPr marL="0" marR="0" lvl="0" indent="0" algn="l" rtl="0">
              <a:spcBef>
                <a:spcPts val="0"/>
              </a:spcBef>
              <a:spcAft>
                <a:spcPts val="0"/>
              </a:spcAft>
              <a:buNone/>
            </a:pPr>
            <a:r>
              <a:rPr lang="en-US" sz="1200" b="1" dirty="0">
                <a:solidFill>
                  <a:schemeClr val="dk1"/>
                </a:solidFill>
                <a:cs typeface="MS Gothic"/>
                <a:sym typeface="MS Gothic"/>
              </a:rPr>
              <a:t>        </a:t>
            </a:r>
            <a:r>
              <a:rPr lang="en-US" sz="1200" b="1" dirty="0" err="1">
                <a:solidFill>
                  <a:schemeClr val="dk1"/>
                </a:solidFill>
                <a:cs typeface="MS Gothic"/>
                <a:sym typeface="MS Gothic"/>
              </a:rPr>
              <a:t>System.out.println</a:t>
            </a:r>
            <a:r>
              <a:rPr lang="en-US" sz="1200" b="1" dirty="0">
                <a:solidFill>
                  <a:schemeClr val="dk1"/>
                </a:solidFill>
                <a:cs typeface="MS Gothic"/>
                <a:sym typeface="MS Gothic"/>
              </a:rPr>
              <a:t>("</a:t>
            </a:r>
            <a:r>
              <a:rPr lang="ja-JP" altLang="en-US" sz="1200" b="1" dirty="0">
                <a:solidFill>
                  <a:schemeClr val="dk1"/>
                </a:solidFill>
                <a:cs typeface="MS Gothic"/>
                <a:sym typeface="MS Gothic"/>
              </a:rPr>
              <a:t>私は</a:t>
            </a:r>
            <a:r>
              <a:rPr lang="en-US" altLang="ja-JP" sz="1200" b="1" dirty="0">
                <a:solidFill>
                  <a:schemeClr val="dk1"/>
                </a:solidFill>
                <a:cs typeface="MS Gothic"/>
                <a:sym typeface="MS Gothic"/>
              </a:rPr>
              <a:t>" + </a:t>
            </a:r>
            <a:r>
              <a:rPr lang="en-US" sz="1200" b="1" dirty="0">
                <a:solidFill>
                  <a:schemeClr val="dk1"/>
                </a:solidFill>
                <a:cs typeface="MS Gothic"/>
                <a:sym typeface="MS Gothic"/>
              </a:rPr>
              <a:t>this.name + "</a:t>
            </a:r>
            <a:r>
              <a:rPr lang="ja-JP" altLang="en-US" sz="1200" b="1" dirty="0">
                <a:solidFill>
                  <a:schemeClr val="dk1"/>
                </a:solidFill>
                <a:cs typeface="MS Gothic"/>
                <a:sym typeface="MS Gothic"/>
              </a:rPr>
              <a:t>と申します</a:t>
            </a:r>
            <a:r>
              <a:rPr lang="en-US" altLang="ja-JP" sz="1200" b="1" dirty="0">
                <a:solidFill>
                  <a:schemeClr val="dk1"/>
                </a:solidFill>
                <a:cs typeface="MS Gothic"/>
                <a:sym typeface="MS Gothic"/>
              </a:rPr>
              <a:t>");</a:t>
            </a:r>
          </a:p>
          <a:p>
            <a:pPr marL="0" marR="0" lvl="0" indent="0" algn="l" rtl="0">
              <a:spcBef>
                <a:spcPts val="0"/>
              </a:spcBef>
              <a:spcAft>
                <a:spcPts val="0"/>
              </a:spcAft>
              <a:buNone/>
            </a:pPr>
            <a:r>
              <a:rPr lang="en-US" altLang="ja-JP" sz="1200" b="1" dirty="0">
                <a:solidFill>
                  <a:schemeClr val="dk1"/>
                </a:solidFill>
                <a:cs typeface="MS Gothic"/>
                <a:sym typeface="MS Gothic"/>
              </a:rPr>
              <a:t>        </a:t>
            </a:r>
            <a:r>
              <a:rPr lang="en-US" sz="1200" b="1" dirty="0" err="1">
                <a:solidFill>
                  <a:schemeClr val="dk1"/>
                </a:solidFill>
                <a:cs typeface="MS Gothic"/>
                <a:sym typeface="MS Gothic"/>
              </a:rPr>
              <a:t>System.out.println</a:t>
            </a:r>
            <a:r>
              <a:rPr lang="en-US" sz="1200" b="1" dirty="0">
                <a:solidFill>
                  <a:schemeClr val="dk1"/>
                </a:solidFill>
                <a:cs typeface="MS Gothic"/>
                <a:sym typeface="MS Gothic"/>
              </a:rPr>
              <a:t>(</a:t>
            </a:r>
            <a:r>
              <a:rPr lang="en-US" sz="1200" b="1" dirty="0" err="1">
                <a:solidFill>
                  <a:schemeClr val="dk1"/>
                </a:solidFill>
                <a:cs typeface="MS Gothic"/>
                <a:sym typeface="MS Gothic"/>
              </a:rPr>
              <a:t>this.age</a:t>
            </a:r>
            <a:r>
              <a:rPr lang="en-US" sz="1200" b="1" dirty="0">
                <a:solidFill>
                  <a:schemeClr val="dk1"/>
                </a:solidFill>
                <a:cs typeface="MS Gothic"/>
                <a:sym typeface="MS Gothic"/>
              </a:rPr>
              <a:t> + "</a:t>
            </a:r>
            <a:r>
              <a:rPr lang="ja-JP" altLang="en-US" sz="1200" b="1" dirty="0">
                <a:solidFill>
                  <a:schemeClr val="dk1"/>
                </a:solidFill>
                <a:cs typeface="MS Gothic"/>
                <a:sym typeface="MS Gothic"/>
              </a:rPr>
              <a:t>歳です</a:t>
            </a:r>
            <a:r>
              <a:rPr lang="en-US" altLang="ja-JP" sz="1200" b="1" dirty="0">
                <a:solidFill>
                  <a:schemeClr val="dk1"/>
                </a:solidFill>
                <a:cs typeface="MS Gothic"/>
                <a:sym typeface="MS Gothic"/>
              </a:rPr>
              <a:t>");</a:t>
            </a:r>
          </a:p>
          <a:p>
            <a:pPr marL="0" marR="0" lvl="0" indent="0" algn="l" rtl="0">
              <a:spcBef>
                <a:spcPts val="0"/>
              </a:spcBef>
              <a:spcAft>
                <a:spcPts val="0"/>
              </a:spcAft>
              <a:buNone/>
            </a:pPr>
            <a:r>
              <a:rPr lang="en-US" altLang="ja-JP" sz="1200" b="1" dirty="0">
                <a:solidFill>
                  <a:schemeClr val="dk1"/>
                </a:solidFill>
                <a:cs typeface="MS Gothic"/>
                <a:sym typeface="MS Gothic"/>
              </a:rPr>
              <a:t>        </a:t>
            </a:r>
            <a:r>
              <a:rPr lang="en-US" sz="1200" b="1" dirty="0" err="1">
                <a:solidFill>
                  <a:schemeClr val="dk1"/>
                </a:solidFill>
                <a:cs typeface="MS Gothic"/>
                <a:sym typeface="MS Gothic"/>
              </a:rPr>
              <a:t>System.out.println</a:t>
            </a:r>
            <a:r>
              <a:rPr lang="en-US" sz="1200" b="1" dirty="0">
                <a:solidFill>
                  <a:schemeClr val="dk1"/>
                </a:solidFill>
                <a:cs typeface="MS Gothic"/>
                <a:sym typeface="MS Gothic"/>
              </a:rPr>
              <a:t>("Java</a:t>
            </a:r>
            <a:r>
              <a:rPr lang="ja-JP" altLang="en-US" sz="1200" b="1" dirty="0">
                <a:solidFill>
                  <a:schemeClr val="dk1"/>
                </a:solidFill>
                <a:cs typeface="MS Gothic"/>
                <a:sym typeface="MS Gothic"/>
              </a:rPr>
              <a:t>の学習を頑張ります！</a:t>
            </a:r>
            <a:r>
              <a:rPr lang="en-US" altLang="ja-JP" sz="1200" b="1" dirty="0">
                <a:solidFill>
                  <a:schemeClr val="dk1"/>
                </a:solidFill>
                <a:cs typeface="MS Gothic"/>
                <a:sym typeface="MS Gothic"/>
              </a:rPr>
              <a:t>");</a:t>
            </a:r>
          </a:p>
          <a:p>
            <a:pPr marL="0" marR="0" lvl="0" indent="0" algn="l" rtl="0">
              <a:spcBef>
                <a:spcPts val="0"/>
              </a:spcBef>
              <a:spcAft>
                <a:spcPts val="0"/>
              </a:spcAft>
              <a:buNone/>
            </a:pPr>
            <a:r>
              <a:rPr lang="en-US" altLang="ja-JP" sz="1200" b="1" dirty="0">
                <a:solidFill>
                  <a:schemeClr val="dk1"/>
                </a:solidFill>
                <a:cs typeface="MS Gothic"/>
                <a:sym typeface="MS Gothic"/>
              </a:rPr>
              <a:t>    }</a:t>
            </a:r>
          </a:p>
          <a:p>
            <a:pPr marL="0" marR="0" lvl="0" indent="0" algn="l" rtl="0">
              <a:spcBef>
                <a:spcPts val="0"/>
              </a:spcBef>
              <a:spcAft>
                <a:spcPts val="0"/>
              </a:spcAft>
              <a:buNone/>
            </a:pPr>
            <a:r>
              <a:rPr lang="en-US" altLang="ja-JP" sz="1200" b="1" dirty="0">
                <a:solidFill>
                  <a:schemeClr val="dk1"/>
                </a:solidFill>
                <a:cs typeface="MS Gothic"/>
                <a:sym typeface="MS Gothic"/>
              </a:rPr>
              <a:t>}</a:t>
            </a:r>
          </a:p>
        </p:txBody>
      </p:sp>
      <p:sp>
        <p:nvSpPr>
          <p:cNvPr id="8" name="Google Shape;185;p22">
            <a:extLst>
              <a:ext uri="{FF2B5EF4-FFF2-40B4-BE49-F238E27FC236}">
                <a16:creationId xmlns:a16="http://schemas.microsoft.com/office/drawing/2014/main" id="{7EF53F83-F641-4FCB-A6C1-92E425EA5529}"/>
              </a:ext>
            </a:extLst>
          </p:cNvPr>
          <p:cNvSpPr/>
          <p:nvPr/>
        </p:nvSpPr>
        <p:spPr>
          <a:xfrm>
            <a:off x="1378516" y="2098158"/>
            <a:ext cx="6325304" cy="930133"/>
          </a:xfrm>
          <a:prstGeom prst="rect">
            <a:avLst/>
          </a:prstGeom>
          <a:solidFill>
            <a:srgbClr val="C00000">
              <a:alpha val="20000"/>
            </a:srgbClr>
          </a:solidFill>
          <a:ln w="12700"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1">
              <a:solidFill>
                <a:schemeClr val="dk1"/>
              </a:solidFill>
              <a:latin typeface="Meiryo"/>
              <a:ea typeface="Meiryo"/>
              <a:cs typeface="Meiryo"/>
              <a:sym typeface="Meiryo"/>
            </a:endParaRPr>
          </a:p>
        </p:txBody>
      </p:sp>
      <p:sp>
        <p:nvSpPr>
          <p:cNvPr id="9" name="Google Shape;185;p22">
            <a:extLst>
              <a:ext uri="{FF2B5EF4-FFF2-40B4-BE49-F238E27FC236}">
                <a16:creationId xmlns:a16="http://schemas.microsoft.com/office/drawing/2014/main" id="{70624BBB-AA9C-4AE3-8675-A987191230A8}"/>
              </a:ext>
            </a:extLst>
          </p:cNvPr>
          <p:cNvSpPr/>
          <p:nvPr/>
        </p:nvSpPr>
        <p:spPr>
          <a:xfrm>
            <a:off x="1340767" y="3555974"/>
            <a:ext cx="6325304" cy="1122352"/>
          </a:xfrm>
          <a:prstGeom prst="rect">
            <a:avLst/>
          </a:prstGeom>
          <a:solidFill>
            <a:srgbClr val="C00000">
              <a:alpha val="20000"/>
            </a:srgbClr>
          </a:solidFill>
          <a:ln w="12700"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1" dirty="0">
              <a:solidFill>
                <a:schemeClr val="dk1"/>
              </a:solidFill>
              <a:latin typeface="Meiryo"/>
              <a:ea typeface="Meiryo"/>
              <a:cs typeface="Meiryo"/>
              <a:sym typeface="Meiryo"/>
            </a:endParaRPr>
          </a:p>
        </p:txBody>
      </p:sp>
      <p:cxnSp>
        <p:nvCxnSpPr>
          <p:cNvPr id="10" name="Google Shape;187;p22">
            <a:extLst>
              <a:ext uri="{FF2B5EF4-FFF2-40B4-BE49-F238E27FC236}">
                <a16:creationId xmlns:a16="http://schemas.microsoft.com/office/drawing/2014/main" id="{EE2C543A-244E-4C6C-A2FD-6501A471B78D}"/>
              </a:ext>
            </a:extLst>
          </p:cNvPr>
          <p:cNvCxnSpPr>
            <a:cxnSpLocks/>
            <a:stCxn id="9" idx="3"/>
            <a:endCxn id="8" idx="3"/>
          </p:cNvCxnSpPr>
          <p:nvPr/>
        </p:nvCxnSpPr>
        <p:spPr>
          <a:xfrm flipV="1">
            <a:off x="7666071" y="2563225"/>
            <a:ext cx="37749" cy="1553925"/>
          </a:xfrm>
          <a:prstGeom prst="curvedConnector3">
            <a:avLst>
              <a:gd name="adj1" fmla="val 705579"/>
            </a:avLst>
          </a:prstGeom>
          <a:noFill/>
          <a:ln w="12700" cap="flat" cmpd="sng">
            <a:solidFill>
              <a:srgbClr val="A5421A"/>
            </a:solidFill>
            <a:prstDash val="solid"/>
            <a:round/>
            <a:headEnd type="none" w="sm" len="sm"/>
            <a:tailEnd type="none" w="sm" len="sm"/>
          </a:ln>
        </p:spPr>
      </p:cxnSp>
    </p:spTree>
    <p:extLst>
      <p:ext uri="{BB962C8B-B14F-4D97-AF65-F5344CB8AC3E}">
        <p14:creationId xmlns:p14="http://schemas.microsoft.com/office/powerpoint/2010/main" val="1301075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903C541-93E0-4B9C-A4D4-AAACEB31286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E8C96A04-39FD-441A-962A-FA81A8B3A993}"/>
              </a:ext>
            </a:extLst>
          </p:cNvPr>
          <p:cNvSpPr>
            <a:spLocks noGrp="1"/>
          </p:cNvSpPr>
          <p:nvPr>
            <p:ph type="ctrTitle"/>
          </p:nvPr>
        </p:nvSpPr>
        <p:spPr/>
        <p:txBody>
          <a:bodyPr/>
          <a:lstStyle/>
          <a:p>
            <a:r>
              <a:rPr lang="en-US" altLang="ja-JP" dirty="0" err="1"/>
              <a:t>オーバーライドの条件</a:t>
            </a:r>
            <a:endParaRPr kumimoji="1" lang="ja-JP" altLang="en-US" dirty="0"/>
          </a:p>
        </p:txBody>
      </p:sp>
      <p:sp>
        <p:nvSpPr>
          <p:cNvPr id="4" name="スライド番号プレースホルダー 3">
            <a:extLst>
              <a:ext uri="{FF2B5EF4-FFF2-40B4-BE49-F238E27FC236}">
                <a16:creationId xmlns:a16="http://schemas.microsoft.com/office/drawing/2014/main" id="{CFC0B513-3F5F-4DF6-B8DD-AE37907E6850}"/>
              </a:ext>
            </a:extLst>
          </p:cNvPr>
          <p:cNvSpPr>
            <a:spLocks noGrp="1"/>
          </p:cNvSpPr>
          <p:nvPr>
            <p:ph type="sldNum" sz="quarter" idx="4"/>
          </p:nvPr>
        </p:nvSpPr>
        <p:spPr/>
        <p:txBody>
          <a:bodyPr/>
          <a:lstStyle/>
          <a:p>
            <a:fld id="{00000000-1234-1234-1234-123412341234}" type="slidenum">
              <a:rPr lang="en" smtClean="0"/>
              <a:pPr/>
              <a:t>12</a:t>
            </a:fld>
            <a:endParaRPr lang="en" dirty="0"/>
          </a:p>
        </p:txBody>
      </p:sp>
      <p:sp>
        <p:nvSpPr>
          <p:cNvPr id="5" name="テキスト プレースホルダー 4">
            <a:extLst>
              <a:ext uri="{FF2B5EF4-FFF2-40B4-BE49-F238E27FC236}">
                <a16:creationId xmlns:a16="http://schemas.microsoft.com/office/drawing/2014/main" id="{70E219BC-5247-44DD-8DD7-158CE82AF0CF}"/>
              </a:ext>
            </a:extLst>
          </p:cNvPr>
          <p:cNvSpPr>
            <a:spLocks noGrp="1"/>
          </p:cNvSpPr>
          <p:nvPr>
            <p:ph type="body" sz="quarter" idx="14"/>
          </p:nvPr>
        </p:nvSpPr>
        <p:spPr/>
        <p:txBody>
          <a:bodyPr/>
          <a:lstStyle/>
          <a:p>
            <a:pPr marL="96838" indent="0">
              <a:buNone/>
            </a:pPr>
            <a:r>
              <a:rPr kumimoji="1" lang="ja-JP" altLang="en-US" dirty="0"/>
              <a:t>オーバーライドの関係性になるには・・・</a:t>
            </a:r>
          </a:p>
          <a:p>
            <a:pPr marL="439738" indent="-342900">
              <a:buFont typeface="+mj-lt"/>
              <a:buAutoNum type="arabicPeriod"/>
            </a:pPr>
            <a:r>
              <a:rPr kumimoji="1" lang="ja-JP" altLang="en-US" b="1" dirty="0">
                <a:solidFill>
                  <a:schemeClr val="tx2"/>
                </a:solidFill>
              </a:rPr>
              <a:t>継承関係であること</a:t>
            </a:r>
          </a:p>
          <a:p>
            <a:pPr marL="439738" indent="-342900">
              <a:buFont typeface="+mj-lt"/>
              <a:buAutoNum type="arabicPeriod"/>
            </a:pPr>
            <a:r>
              <a:rPr kumimoji="1" lang="ja-JP" altLang="en-US" b="1" dirty="0">
                <a:solidFill>
                  <a:schemeClr val="tx2"/>
                </a:solidFill>
              </a:rPr>
              <a:t>同名メソッド</a:t>
            </a:r>
            <a:r>
              <a:rPr kumimoji="1" lang="en-US" altLang="ja-JP" b="1" dirty="0">
                <a:solidFill>
                  <a:schemeClr val="tx2"/>
                </a:solidFill>
              </a:rPr>
              <a:t>(</a:t>
            </a:r>
            <a:r>
              <a:rPr kumimoji="1" lang="ja-JP" altLang="en-US" b="1" dirty="0">
                <a:solidFill>
                  <a:schemeClr val="tx2"/>
                </a:solidFill>
              </a:rPr>
              <a:t>シグネチャが同一</a:t>
            </a:r>
            <a:r>
              <a:rPr kumimoji="1" lang="en-US" altLang="ja-JP" b="1" dirty="0">
                <a:solidFill>
                  <a:schemeClr val="tx2"/>
                </a:solidFill>
              </a:rPr>
              <a:t>)</a:t>
            </a:r>
            <a:r>
              <a:rPr kumimoji="1" lang="ja-JP" altLang="en-US" b="1" dirty="0">
                <a:solidFill>
                  <a:schemeClr val="tx2"/>
                </a:solidFill>
              </a:rPr>
              <a:t>が親クラスにあること</a:t>
            </a:r>
            <a:endParaRPr kumimoji="1" lang="en-US" altLang="ja-JP" b="1" dirty="0">
              <a:solidFill>
                <a:schemeClr val="tx2"/>
              </a:solidFill>
            </a:endParaRPr>
          </a:p>
          <a:p>
            <a:pPr marL="439738" indent="-342900">
              <a:buFont typeface="+mj-lt"/>
              <a:buAutoNum type="arabicPeriod"/>
            </a:pPr>
            <a:r>
              <a:rPr lang="ja-JP" altLang="en-US" b="1" dirty="0">
                <a:solidFill>
                  <a:schemeClr val="tx2"/>
                </a:solidFill>
              </a:rPr>
              <a:t>戻り値の型が同じであること</a:t>
            </a:r>
            <a:endParaRPr lang="en-US" altLang="ja-JP" b="1" dirty="0">
              <a:solidFill>
                <a:schemeClr val="tx2"/>
              </a:solidFill>
            </a:endParaRPr>
          </a:p>
          <a:p>
            <a:pPr marL="96838" indent="0">
              <a:buNone/>
            </a:pPr>
            <a:r>
              <a:rPr lang="en-US" altLang="ja-JP" sz="1200" b="1" dirty="0">
                <a:solidFill>
                  <a:schemeClr val="tx2"/>
                </a:solidFill>
              </a:rPr>
              <a:t>※</a:t>
            </a:r>
            <a:r>
              <a:rPr lang="ja-JP" altLang="en-US" sz="1200" b="1" dirty="0">
                <a:solidFill>
                  <a:schemeClr val="tx2"/>
                </a:solidFill>
              </a:rPr>
              <a:t>シグネチャとは「引数の型」「引数の個数」「メソッド名」の総称です</a:t>
            </a:r>
            <a:endParaRPr kumimoji="1" lang="ja-JP" altLang="en-US" sz="1200" b="1" dirty="0">
              <a:solidFill>
                <a:schemeClr val="tx2"/>
              </a:solidFill>
            </a:endParaRPr>
          </a:p>
          <a:p>
            <a:pPr marL="96838" indent="0">
              <a:buNone/>
            </a:pPr>
            <a:endParaRPr kumimoji="1" lang="ja-JP" altLang="en-US" dirty="0"/>
          </a:p>
          <a:p>
            <a:pPr marL="96838" indent="0">
              <a:buNone/>
            </a:pPr>
            <a:endParaRPr kumimoji="1" lang="ja-JP" altLang="en-US" dirty="0"/>
          </a:p>
        </p:txBody>
      </p:sp>
      <p:sp>
        <p:nvSpPr>
          <p:cNvPr id="10" name="Google Shape;131;p18">
            <a:extLst>
              <a:ext uri="{FF2B5EF4-FFF2-40B4-BE49-F238E27FC236}">
                <a16:creationId xmlns:a16="http://schemas.microsoft.com/office/drawing/2014/main" id="{6F1803B8-97CC-4BBC-8F24-16685926D272}"/>
              </a:ext>
            </a:extLst>
          </p:cNvPr>
          <p:cNvSpPr/>
          <p:nvPr/>
        </p:nvSpPr>
        <p:spPr>
          <a:xfrm>
            <a:off x="1142999" y="2169041"/>
            <a:ext cx="6720841" cy="1238577"/>
          </a:xfrm>
          <a:prstGeom prst="rect">
            <a:avLst/>
          </a:prstGeom>
          <a:solidFill>
            <a:schemeClr val="bg1"/>
          </a:solidFill>
          <a:ln w="127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solidFill>
                  <a:schemeClr val="dk1"/>
                </a:solidFill>
                <a:cs typeface="MS Gothic"/>
                <a:sym typeface="MS Gothic"/>
              </a:rPr>
              <a:t>public class Student {</a:t>
            </a:r>
          </a:p>
          <a:p>
            <a:pPr marL="0" marR="0" lvl="0" indent="0" algn="l" rtl="0">
              <a:spcBef>
                <a:spcPts val="0"/>
              </a:spcBef>
              <a:spcAft>
                <a:spcPts val="0"/>
              </a:spcAft>
              <a:buNone/>
            </a:pPr>
            <a:r>
              <a:rPr lang="ja-JP" altLang="en-US" sz="1200" b="1" dirty="0">
                <a:solidFill>
                  <a:schemeClr val="dk1"/>
                </a:solidFill>
                <a:cs typeface="MS Gothic"/>
                <a:sym typeface="MS Gothic"/>
              </a:rPr>
              <a:t>    </a:t>
            </a:r>
            <a:r>
              <a:rPr lang="en-US" sz="1200" b="1" dirty="0">
                <a:solidFill>
                  <a:schemeClr val="dk1"/>
                </a:solidFill>
                <a:cs typeface="MS Gothic"/>
                <a:sym typeface="MS Gothic"/>
              </a:rPr>
              <a:t>void introduce() {</a:t>
            </a:r>
          </a:p>
          <a:p>
            <a:pPr marL="0" marR="0" lvl="0" indent="0" algn="l" rtl="0">
              <a:spcBef>
                <a:spcPts val="0"/>
              </a:spcBef>
              <a:spcAft>
                <a:spcPts val="0"/>
              </a:spcAft>
              <a:buNone/>
            </a:pPr>
            <a:r>
              <a:rPr lang="en-US" sz="1200" b="1" dirty="0">
                <a:solidFill>
                  <a:schemeClr val="dk1"/>
                </a:solidFill>
                <a:cs typeface="MS Gothic"/>
                <a:sym typeface="MS Gothic"/>
              </a:rPr>
              <a:t>        </a:t>
            </a:r>
            <a:r>
              <a:rPr lang="en-US" sz="1200" b="1" dirty="0" err="1">
                <a:solidFill>
                  <a:schemeClr val="dk1"/>
                </a:solidFill>
                <a:cs typeface="MS Gothic"/>
                <a:sym typeface="MS Gothic"/>
              </a:rPr>
              <a:t>System.out.println</a:t>
            </a:r>
            <a:r>
              <a:rPr lang="en-US" sz="1200" b="1" dirty="0">
                <a:solidFill>
                  <a:schemeClr val="dk1"/>
                </a:solidFill>
                <a:cs typeface="MS Gothic"/>
                <a:sym typeface="MS Gothic"/>
              </a:rPr>
              <a:t>("</a:t>
            </a:r>
            <a:r>
              <a:rPr lang="ja-JP" altLang="en-US" sz="1200" b="1" dirty="0">
                <a:solidFill>
                  <a:schemeClr val="dk1"/>
                </a:solidFill>
                <a:cs typeface="MS Gothic"/>
                <a:sym typeface="MS Gothic"/>
              </a:rPr>
              <a:t>私は</a:t>
            </a:r>
            <a:r>
              <a:rPr lang="en-US" altLang="ja-JP" sz="1200" b="1" dirty="0">
                <a:solidFill>
                  <a:schemeClr val="dk1"/>
                </a:solidFill>
                <a:cs typeface="MS Gothic"/>
                <a:sym typeface="MS Gothic"/>
              </a:rPr>
              <a:t>" + </a:t>
            </a:r>
            <a:r>
              <a:rPr lang="en-US" sz="1200" b="1" dirty="0">
                <a:solidFill>
                  <a:schemeClr val="dk1"/>
                </a:solidFill>
                <a:cs typeface="MS Gothic"/>
                <a:sym typeface="MS Gothic"/>
              </a:rPr>
              <a:t>this.name + "</a:t>
            </a:r>
            <a:r>
              <a:rPr lang="ja-JP" altLang="en-US" sz="1200" b="1" dirty="0">
                <a:solidFill>
                  <a:schemeClr val="dk1"/>
                </a:solidFill>
                <a:cs typeface="MS Gothic"/>
                <a:sym typeface="MS Gothic"/>
              </a:rPr>
              <a:t>と申します</a:t>
            </a:r>
            <a:r>
              <a:rPr lang="en-US" altLang="ja-JP" sz="1200" b="1" dirty="0">
                <a:solidFill>
                  <a:schemeClr val="dk1"/>
                </a:solidFill>
                <a:cs typeface="MS Gothic"/>
                <a:sym typeface="MS Gothic"/>
              </a:rPr>
              <a:t>");</a:t>
            </a:r>
          </a:p>
          <a:p>
            <a:pPr marL="0" marR="0" lvl="0" indent="0" algn="l" rtl="0">
              <a:spcBef>
                <a:spcPts val="0"/>
              </a:spcBef>
              <a:spcAft>
                <a:spcPts val="0"/>
              </a:spcAft>
              <a:buNone/>
            </a:pPr>
            <a:r>
              <a:rPr lang="en-US" altLang="ja-JP" sz="1200" b="1" dirty="0">
                <a:solidFill>
                  <a:schemeClr val="dk1"/>
                </a:solidFill>
                <a:cs typeface="MS Gothic"/>
                <a:sym typeface="MS Gothic"/>
              </a:rPr>
              <a:t>        </a:t>
            </a:r>
            <a:r>
              <a:rPr lang="en-US" sz="1200" b="1" dirty="0" err="1">
                <a:solidFill>
                  <a:schemeClr val="dk1"/>
                </a:solidFill>
                <a:cs typeface="MS Gothic"/>
                <a:sym typeface="MS Gothic"/>
              </a:rPr>
              <a:t>System.out.println</a:t>
            </a:r>
            <a:r>
              <a:rPr lang="en-US" sz="1200" b="1" dirty="0">
                <a:solidFill>
                  <a:schemeClr val="dk1"/>
                </a:solidFill>
                <a:cs typeface="MS Gothic"/>
                <a:sym typeface="MS Gothic"/>
              </a:rPr>
              <a:t>(</a:t>
            </a:r>
            <a:r>
              <a:rPr lang="en-US" sz="1200" b="1" dirty="0" err="1">
                <a:solidFill>
                  <a:schemeClr val="dk1"/>
                </a:solidFill>
                <a:cs typeface="MS Gothic"/>
                <a:sym typeface="MS Gothic"/>
              </a:rPr>
              <a:t>this.age</a:t>
            </a:r>
            <a:r>
              <a:rPr lang="en-US" sz="1200" b="1" dirty="0">
                <a:solidFill>
                  <a:schemeClr val="dk1"/>
                </a:solidFill>
                <a:cs typeface="MS Gothic"/>
                <a:sym typeface="MS Gothic"/>
              </a:rPr>
              <a:t> + "</a:t>
            </a:r>
            <a:r>
              <a:rPr lang="ja-JP" altLang="en-US" sz="1200" b="1" dirty="0">
                <a:solidFill>
                  <a:schemeClr val="dk1"/>
                </a:solidFill>
                <a:cs typeface="MS Gothic"/>
                <a:sym typeface="MS Gothic"/>
              </a:rPr>
              <a:t>歳です</a:t>
            </a:r>
            <a:r>
              <a:rPr lang="en-US" altLang="ja-JP" sz="1200" b="1" dirty="0">
                <a:solidFill>
                  <a:schemeClr val="dk1"/>
                </a:solidFill>
                <a:cs typeface="MS Gothic"/>
                <a:sym typeface="MS Gothic"/>
              </a:rPr>
              <a:t>");</a:t>
            </a:r>
          </a:p>
          <a:p>
            <a:pPr marL="0" marR="0" lvl="0" indent="0" algn="l" rtl="0">
              <a:spcBef>
                <a:spcPts val="0"/>
              </a:spcBef>
              <a:spcAft>
                <a:spcPts val="0"/>
              </a:spcAft>
              <a:buNone/>
            </a:pPr>
            <a:r>
              <a:rPr lang="en-US" altLang="ja-JP" sz="1200" b="1" dirty="0">
                <a:solidFill>
                  <a:schemeClr val="dk1"/>
                </a:solidFill>
                <a:cs typeface="MS Gothic"/>
                <a:sym typeface="MS Gothic"/>
              </a:rPr>
              <a:t>    }</a:t>
            </a:r>
          </a:p>
          <a:p>
            <a:pPr marL="0" marR="0" lvl="0" indent="0" algn="l" rtl="0">
              <a:spcBef>
                <a:spcPts val="0"/>
              </a:spcBef>
              <a:spcAft>
                <a:spcPts val="0"/>
              </a:spcAft>
              <a:buNone/>
            </a:pPr>
            <a:r>
              <a:rPr lang="en-US" altLang="ja-JP" sz="1200" b="1" dirty="0">
                <a:solidFill>
                  <a:schemeClr val="dk1"/>
                </a:solidFill>
                <a:cs typeface="MS Gothic"/>
                <a:sym typeface="MS Gothic"/>
              </a:rPr>
              <a:t>}</a:t>
            </a:r>
            <a:endParaRPr lang="en-US" sz="1200" b="1" dirty="0">
              <a:solidFill>
                <a:schemeClr val="dk1"/>
              </a:solidFill>
              <a:cs typeface="MS Gothic"/>
              <a:sym typeface="MS Gothic"/>
            </a:endParaRPr>
          </a:p>
        </p:txBody>
      </p:sp>
      <p:sp>
        <p:nvSpPr>
          <p:cNvPr id="11" name="Google Shape;131;p18">
            <a:extLst>
              <a:ext uri="{FF2B5EF4-FFF2-40B4-BE49-F238E27FC236}">
                <a16:creationId xmlns:a16="http://schemas.microsoft.com/office/drawing/2014/main" id="{77073562-A307-45B4-B1BA-A5A82511A2FC}"/>
              </a:ext>
            </a:extLst>
          </p:cNvPr>
          <p:cNvSpPr/>
          <p:nvPr/>
        </p:nvSpPr>
        <p:spPr>
          <a:xfrm>
            <a:off x="1142999" y="3412868"/>
            <a:ext cx="6720841" cy="1407219"/>
          </a:xfrm>
          <a:prstGeom prst="rect">
            <a:avLst/>
          </a:prstGeom>
          <a:solidFill>
            <a:schemeClr val="bg1"/>
          </a:solidFill>
          <a:ln w="127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solidFill>
                  <a:schemeClr val="dk1"/>
                </a:solidFill>
                <a:cs typeface="MS Gothic"/>
                <a:sym typeface="MS Gothic"/>
              </a:rPr>
              <a:t>public class </a:t>
            </a:r>
            <a:r>
              <a:rPr lang="en-US" sz="1200" b="1" dirty="0" err="1">
                <a:solidFill>
                  <a:schemeClr val="dk1"/>
                </a:solidFill>
                <a:cs typeface="MS Gothic"/>
                <a:sym typeface="MS Gothic"/>
              </a:rPr>
              <a:t>JavaStudent</a:t>
            </a:r>
            <a:r>
              <a:rPr lang="en-US" sz="1200" b="1" dirty="0">
                <a:solidFill>
                  <a:schemeClr val="dk1"/>
                </a:solidFill>
                <a:cs typeface="MS Gothic"/>
                <a:sym typeface="MS Gothic"/>
              </a:rPr>
              <a:t> extends Student{</a:t>
            </a:r>
          </a:p>
          <a:p>
            <a:pPr marL="0" marR="0" lvl="0" indent="0" algn="l" rtl="0">
              <a:spcBef>
                <a:spcPts val="0"/>
              </a:spcBef>
              <a:spcAft>
                <a:spcPts val="0"/>
              </a:spcAft>
              <a:buNone/>
            </a:pPr>
            <a:r>
              <a:rPr lang="en-US" sz="1200" b="1" dirty="0">
                <a:solidFill>
                  <a:schemeClr val="dk1"/>
                </a:solidFill>
                <a:cs typeface="MS Gothic"/>
                <a:sym typeface="MS Gothic"/>
              </a:rPr>
              <a:t>    void introduce() {</a:t>
            </a:r>
          </a:p>
          <a:p>
            <a:pPr marL="0" marR="0" lvl="0" indent="0" algn="l" rtl="0">
              <a:spcBef>
                <a:spcPts val="0"/>
              </a:spcBef>
              <a:spcAft>
                <a:spcPts val="0"/>
              </a:spcAft>
              <a:buNone/>
            </a:pPr>
            <a:r>
              <a:rPr lang="en-US" sz="1200" b="1" dirty="0">
                <a:solidFill>
                  <a:schemeClr val="dk1"/>
                </a:solidFill>
                <a:cs typeface="MS Gothic"/>
                <a:sym typeface="MS Gothic"/>
              </a:rPr>
              <a:t>        </a:t>
            </a:r>
            <a:r>
              <a:rPr lang="en-US" sz="1200" b="1" dirty="0" err="1">
                <a:solidFill>
                  <a:schemeClr val="dk1"/>
                </a:solidFill>
                <a:cs typeface="MS Gothic"/>
                <a:sym typeface="MS Gothic"/>
              </a:rPr>
              <a:t>System.out.println</a:t>
            </a:r>
            <a:r>
              <a:rPr lang="en-US" sz="1200" b="1" dirty="0">
                <a:solidFill>
                  <a:schemeClr val="dk1"/>
                </a:solidFill>
                <a:cs typeface="MS Gothic"/>
                <a:sym typeface="MS Gothic"/>
              </a:rPr>
              <a:t>("</a:t>
            </a:r>
            <a:r>
              <a:rPr lang="ja-JP" altLang="en-US" sz="1200" b="1" dirty="0">
                <a:solidFill>
                  <a:schemeClr val="dk1"/>
                </a:solidFill>
                <a:cs typeface="MS Gothic"/>
                <a:sym typeface="MS Gothic"/>
              </a:rPr>
              <a:t>私は</a:t>
            </a:r>
            <a:r>
              <a:rPr lang="en-US" altLang="ja-JP" sz="1200" b="1" dirty="0">
                <a:solidFill>
                  <a:schemeClr val="dk1"/>
                </a:solidFill>
                <a:cs typeface="MS Gothic"/>
                <a:sym typeface="MS Gothic"/>
              </a:rPr>
              <a:t>" + </a:t>
            </a:r>
            <a:r>
              <a:rPr lang="en-US" sz="1200" b="1" dirty="0">
                <a:solidFill>
                  <a:schemeClr val="dk1"/>
                </a:solidFill>
                <a:cs typeface="MS Gothic"/>
                <a:sym typeface="MS Gothic"/>
              </a:rPr>
              <a:t>this.name + "</a:t>
            </a:r>
            <a:r>
              <a:rPr lang="ja-JP" altLang="en-US" sz="1200" b="1" dirty="0">
                <a:solidFill>
                  <a:schemeClr val="dk1"/>
                </a:solidFill>
                <a:cs typeface="MS Gothic"/>
                <a:sym typeface="MS Gothic"/>
              </a:rPr>
              <a:t>と申します</a:t>
            </a:r>
            <a:r>
              <a:rPr lang="en-US" altLang="ja-JP" sz="1200" b="1" dirty="0">
                <a:solidFill>
                  <a:schemeClr val="dk1"/>
                </a:solidFill>
                <a:cs typeface="MS Gothic"/>
                <a:sym typeface="MS Gothic"/>
              </a:rPr>
              <a:t>");</a:t>
            </a:r>
          </a:p>
          <a:p>
            <a:pPr marL="0" marR="0" lvl="0" indent="0" algn="l" rtl="0">
              <a:spcBef>
                <a:spcPts val="0"/>
              </a:spcBef>
              <a:spcAft>
                <a:spcPts val="0"/>
              </a:spcAft>
              <a:buNone/>
            </a:pPr>
            <a:r>
              <a:rPr lang="en-US" altLang="ja-JP" sz="1200" b="1" dirty="0">
                <a:solidFill>
                  <a:schemeClr val="dk1"/>
                </a:solidFill>
                <a:cs typeface="MS Gothic"/>
                <a:sym typeface="MS Gothic"/>
              </a:rPr>
              <a:t>        </a:t>
            </a:r>
            <a:r>
              <a:rPr lang="en-US" sz="1200" b="1" dirty="0" err="1">
                <a:solidFill>
                  <a:schemeClr val="dk1"/>
                </a:solidFill>
                <a:cs typeface="MS Gothic"/>
                <a:sym typeface="MS Gothic"/>
              </a:rPr>
              <a:t>System.out.println</a:t>
            </a:r>
            <a:r>
              <a:rPr lang="en-US" sz="1200" b="1" dirty="0">
                <a:solidFill>
                  <a:schemeClr val="dk1"/>
                </a:solidFill>
                <a:cs typeface="MS Gothic"/>
                <a:sym typeface="MS Gothic"/>
              </a:rPr>
              <a:t>(</a:t>
            </a:r>
            <a:r>
              <a:rPr lang="en-US" sz="1200" b="1" dirty="0" err="1">
                <a:solidFill>
                  <a:schemeClr val="dk1"/>
                </a:solidFill>
                <a:cs typeface="MS Gothic"/>
                <a:sym typeface="MS Gothic"/>
              </a:rPr>
              <a:t>this.age</a:t>
            </a:r>
            <a:r>
              <a:rPr lang="en-US" sz="1200" b="1" dirty="0">
                <a:solidFill>
                  <a:schemeClr val="dk1"/>
                </a:solidFill>
                <a:cs typeface="MS Gothic"/>
                <a:sym typeface="MS Gothic"/>
              </a:rPr>
              <a:t> + "</a:t>
            </a:r>
            <a:r>
              <a:rPr lang="ja-JP" altLang="en-US" sz="1200" b="1" dirty="0">
                <a:solidFill>
                  <a:schemeClr val="dk1"/>
                </a:solidFill>
                <a:cs typeface="MS Gothic"/>
                <a:sym typeface="MS Gothic"/>
              </a:rPr>
              <a:t>歳です</a:t>
            </a:r>
            <a:r>
              <a:rPr lang="en-US" altLang="ja-JP" sz="1200" b="1" dirty="0">
                <a:solidFill>
                  <a:schemeClr val="dk1"/>
                </a:solidFill>
                <a:cs typeface="MS Gothic"/>
                <a:sym typeface="MS Gothic"/>
              </a:rPr>
              <a:t>");</a:t>
            </a:r>
          </a:p>
          <a:p>
            <a:pPr marL="0" marR="0" lvl="0" indent="0" algn="l" rtl="0">
              <a:spcBef>
                <a:spcPts val="0"/>
              </a:spcBef>
              <a:spcAft>
                <a:spcPts val="0"/>
              </a:spcAft>
              <a:buNone/>
            </a:pPr>
            <a:r>
              <a:rPr lang="en-US" altLang="ja-JP" sz="1200" b="1" dirty="0">
                <a:solidFill>
                  <a:schemeClr val="dk1"/>
                </a:solidFill>
                <a:cs typeface="MS Gothic"/>
                <a:sym typeface="MS Gothic"/>
              </a:rPr>
              <a:t>        </a:t>
            </a:r>
            <a:r>
              <a:rPr lang="en-US" sz="1200" b="1" dirty="0" err="1">
                <a:solidFill>
                  <a:schemeClr val="dk1"/>
                </a:solidFill>
                <a:cs typeface="MS Gothic"/>
                <a:sym typeface="MS Gothic"/>
              </a:rPr>
              <a:t>System.out.println</a:t>
            </a:r>
            <a:r>
              <a:rPr lang="en-US" sz="1200" b="1" dirty="0">
                <a:solidFill>
                  <a:schemeClr val="dk1"/>
                </a:solidFill>
                <a:cs typeface="MS Gothic"/>
                <a:sym typeface="MS Gothic"/>
              </a:rPr>
              <a:t>("Java</a:t>
            </a:r>
            <a:r>
              <a:rPr lang="ja-JP" altLang="en-US" sz="1200" b="1" dirty="0">
                <a:solidFill>
                  <a:schemeClr val="dk1"/>
                </a:solidFill>
                <a:cs typeface="MS Gothic"/>
                <a:sym typeface="MS Gothic"/>
              </a:rPr>
              <a:t>の学習を頑張ります！</a:t>
            </a:r>
            <a:r>
              <a:rPr lang="en-US" altLang="ja-JP" sz="1200" b="1" dirty="0">
                <a:solidFill>
                  <a:schemeClr val="dk1"/>
                </a:solidFill>
                <a:cs typeface="MS Gothic"/>
                <a:sym typeface="MS Gothic"/>
              </a:rPr>
              <a:t>");</a:t>
            </a:r>
          </a:p>
          <a:p>
            <a:pPr marL="0" marR="0" lvl="0" indent="0" algn="l" rtl="0">
              <a:spcBef>
                <a:spcPts val="0"/>
              </a:spcBef>
              <a:spcAft>
                <a:spcPts val="0"/>
              </a:spcAft>
              <a:buNone/>
            </a:pPr>
            <a:r>
              <a:rPr lang="en-US" altLang="ja-JP" sz="1200" b="1" dirty="0">
                <a:solidFill>
                  <a:schemeClr val="dk1"/>
                </a:solidFill>
                <a:cs typeface="MS Gothic"/>
                <a:sym typeface="MS Gothic"/>
              </a:rPr>
              <a:t>    }</a:t>
            </a:r>
          </a:p>
          <a:p>
            <a:pPr marL="0" marR="0" lvl="0" indent="0" algn="l" rtl="0">
              <a:spcBef>
                <a:spcPts val="0"/>
              </a:spcBef>
              <a:spcAft>
                <a:spcPts val="0"/>
              </a:spcAft>
              <a:buNone/>
            </a:pPr>
            <a:r>
              <a:rPr lang="en-US" altLang="ja-JP" sz="1200" b="1" dirty="0">
                <a:solidFill>
                  <a:schemeClr val="dk1"/>
                </a:solidFill>
                <a:cs typeface="MS Gothic"/>
                <a:sym typeface="MS Gothic"/>
              </a:rPr>
              <a:t>}</a:t>
            </a:r>
          </a:p>
        </p:txBody>
      </p:sp>
      <p:sp>
        <p:nvSpPr>
          <p:cNvPr id="12" name="Google Shape;185;p22">
            <a:extLst>
              <a:ext uri="{FF2B5EF4-FFF2-40B4-BE49-F238E27FC236}">
                <a16:creationId xmlns:a16="http://schemas.microsoft.com/office/drawing/2014/main" id="{F504F904-3893-4F40-ABA3-12C3270041C8}"/>
              </a:ext>
            </a:extLst>
          </p:cNvPr>
          <p:cNvSpPr/>
          <p:nvPr/>
        </p:nvSpPr>
        <p:spPr>
          <a:xfrm>
            <a:off x="1340767" y="2404748"/>
            <a:ext cx="6325304" cy="770843"/>
          </a:xfrm>
          <a:prstGeom prst="rect">
            <a:avLst/>
          </a:prstGeom>
          <a:solidFill>
            <a:srgbClr val="C00000">
              <a:alpha val="20000"/>
            </a:srgbClr>
          </a:solidFill>
          <a:ln w="12700"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1">
              <a:solidFill>
                <a:schemeClr val="dk1"/>
              </a:solidFill>
              <a:latin typeface="Meiryo"/>
              <a:ea typeface="Meiryo"/>
              <a:cs typeface="Meiryo"/>
              <a:sym typeface="Meiryo"/>
            </a:endParaRPr>
          </a:p>
        </p:txBody>
      </p:sp>
      <p:sp>
        <p:nvSpPr>
          <p:cNvPr id="13" name="Google Shape;185;p22">
            <a:extLst>
              <a:ext uri="{FF2B5EF4-FFF2-40B4-BE49-F238E27FC236}">
                <a16:creationId xmlns:a16="http://schemas.microsoft.com/office/drawing/2014/main" id="{99B5097B-5C2C-401F-922C-3C1170F377EF}"/>
              </a:ext>
            </a:extLst>
          </p:cNvPr>
          <p:cNvSpPr/>
          <p:nvPr/>
        </p:nvSpPr>
        <p:spPr>
          <a:xfrm>
            <a:off x="1340767" y="3651410"/>
            <a:ext cx="6325304" cy="930133"/>
          </a:xfrm>
          <a:prstGeom prst="rect">
            <a:avLst/>
          </a:prstGeom>
          <a:solidFill>
            <a:srgbClr val="C00000">
              <a:alpha val="20000"/>
            </a:srgbClr>
          </a:solidFill>
          <a:ln w="12700"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1">
              <a:solidFill>
                <a:schemeClr val="dk1"/>
              </a:solidFill>
              <a:latin typeface="Meiryo"/>
              <a:ea typeface="Meiryo"/>
              <a:cs typeface="Meiryo"/>
              <a:sym typeface="Meiryo"/>
            </a:endParaRPr>
          </a:p>
        </p:txBody>
      </p:sp>
      <p:sp>
        <p:nvSpPr>
          <p:cNvPr id="14" name="吹き出し: 角を丸めた四角形 13">
            <a:extLst>
              <a:ext uri="{FF2B5EF4-FFF2-40B4-BE49-F238E27FC236}">
                <a16:creationId xmlns:a16="http://schemas.microsoft.com/office/drawing/2014/main" id="{431D3EB4-460F-436E-9385-D36AB7BEFAF1}"/>
              </a:ext>
            </a:extLst>
          </p:cNvPr>
          <p:cNvSpPr/>
          <p:nvPr/>
        </p:nvSpPr>
        <p:spPr>
          <a:xfrm>
            <a:off x="4770474" y="3071864"/>
            <a:ext cx="1765004" cy="425303"/>
          </a:xfrm>
          <a:prstGeom prst="wedgeRoundRectCallout">
            <a:avLst>
              <a:gd name="adj1" fmla="val -78664"/>
              <a:gd name="adj2" fmla="val 50833"/>
              <a:gd name="adj3" fmla="val 16667"/>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1.</a:t>
            </a:r>
            <a:r>
              <a:rPr kumimoji="1" lang="ja-JP" altLang="en-US" sz="1400" dirty="0">
                <a:solidFill>
                  <a:schemeClr val="tx1"/>
                </a:solidFill>
              </a:rPr>
              <a:t>継承されている</a:t>
            </a:r>
          </a:p>
        </p:txBody>
      </p:sp>
      <p:sp>
        <p:nvSpPr>
          <p:cNvPr id="15" name="吹き出し: 角を丸めた四角形 14">
            <a:extLst>
              <a:ext uri="{FF2B5EF4-FFF2-40B4-BE49-F238E27FC236}">
                <a16:creationId xmlns:a16="http://schemas.microsoft.com/office/drawing/2014/main" id="{BE139C41-E4A9-4403-B05E-F1A16489EEA1}"/>
              </a:ext>
            </a:extLst>
          </p:cNvPr>
          <p:cNvSpPr/>
          <p:nvPr/>
        </p:nvSpPr>
        <p:spPr>
          <a:xfrm>
            <a:off x="3108250" y="3738980"/>
            <a:ext cx="3561908" cy="425303"/>
          </a:xfrm>
          <a:prstGeom prst="wedgeRoundRectCallout">
            <a:avLst>
              <a:gd name="adj1" fmla="val -61319"/>
              <a:gd name="adj2" fmla="val -40834"/>
              <a:gd name="adj3" fmla="val 16667"/>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2.</a:t>
            </a:r>
            <a:r>
              <a:rPr kumimoji="1" lang="ja-JP" altLang="en-US" sz="1400" dirty="0">
                <a:solidFill>
                  <a:schemeClr val="tx1"/>
                </a:solidFill>
              </a:rPr>
              <a:t>同じ名前で引数も</a:t>
            </a:r>
            <a:r>
              <a:rPr kumimoji="1" lang="en-US" altLang="ja-JP" sz="1400" dirty="0">
                <a:solidFill>
                  <a:schemeClr val="tx1"/>
                </a:solidFill>
              </a:rPr>
              <a:t>0</a:t>
            </a:r>
            <a:r>
              <a:rPr kumimoji="1" lang="ja-JP" altLang="en-US" sz="1400" dirty="0">
                <a:solidFill>
                  <a:schemeClr val="tx1"/>
                </a:solidFill>
              </a:rPr>
              <a:t>で同じになっている</a:t>
            </a:r>
          </a:p>
        </p:txBody>
      </p:sp>
      <p:sp>
        <p:nvSpPr>
          <p:cNvPr id="16" name="吹き出し: 角を丸めた四角形 15">
            <a:extLst>
              <a:ext uri="{FF2B5EF4-FFF2-40B4-BE49-F238E27FC236}">
                <a16:creationId xmlns:a16="http://schemas.microsoft.com/office/drawing/2014/main" id="{1253EC1D-3D24-43A9-B22A-57722C31CFE8}"/>
              </a:ext>
            </a:extLst>
          </p:cNvPr>
          <p:cNvSpPr/>
          <p:nvPr/>
        </p:nvSpPr>
        <p:spPr>
          <a:xfrm>
            <a:off x="1009417" y="4314961"/>
            <a:ext cx="3561908" cy="425303"/>
          </a:xfrm>
          <a:prstGeom prst="wedgeRoundRectCallout">
            <a:avLst>
              <a:gd name="adj1" fmla="val -29876"/>
              <a:gd name="adj2" fmla="val -169168"/>
              <a:gd name="adj3" fmla="val 16667"/>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3.</a:t>
            </a:r>
            <a:r>
              <a:rPr kumimoji="1" lang="ja-JP" altLang="en-US" sz="1400" dirty="0">
                <a:solidFill>
                  <a:schemeClr val="tx1"/>
                </a:solidFill>
              </a:rPr>
              <a:t>戻り値も</a:t>
            </a:r>
            <a:r>
              <a:rPr kumimoji="1" lang="en-US" altLang="ja-JP" sz="1400" dirty="0">
                <a:solidFill>
                  <a:schemeClr val="tx1"/>
                </a:solidFill>
              </a:rPr>
              <a:t>void</a:t>
            </a:r>
            <a:r>
              <a:rPr kumimoji="1" lang="ja-JP" altLang="en-US" sz="1400" dirty="0">
                <a:solidFill>
                  <a:schemeClr val="tx1"/>
                </a:solidFill>
              </a:rPr>
              <a:t>で同じになっている</a:t>
            </a:r>
          </a:p>
        </p:txBody>
      </p:sp>
    </p:spTree>
    <p:extLst>
      <p:ext uri="{BB962C8B-B14F-4D97-AF65-F5344CB8AC3E}">
        <p14:creationId xmlns:p14="http://schemas.microsoft.com/office/powerpoint/2010/main" val="1939820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テキスト ボックス 16">
            <a:extLst>
              <a:ext uri="{FF2B5EF4-FFF2-40B4-BE49-F238E27FC236}">
                <a16:creationId xmlns:a16="http://schemas.microsoft.com/office/drawing/2014/main" id="{0D99BFA6-4318-45D0-BEBB-8A7A384AE821}"/>
              </a:ext>
            </a:extLst>
          </p:cNvPr>
          <p:cNvSpPr txBox="1"/>
          <p:nvPr/>
        </p:nvSpPr>
        <p:spPr>
          <a:xfrm>
            <a:off x="1258041" y="1224120"/>
            <a:ext cx="2849216" cy="455325"/>
          </a:xfrm>
          <a:prstGeom prst="rect">
            <a:avLst/>
          </a:prstGeom>
          <a:solidFill>
            <a:schemeClr val="bg1">
              <a:lumMod val="95000"/>
            </a:schemeClr>
          </a:solidFill>
        </p:spPr>
        <p:txBody>
          <a:bodyPr wrap="square" rtlCol="0">
            <a:noAutofit/>
          </a:bodyPr>
          <a:lstStyle/>
          <a:p>
            <a:r>
              <a:rPr kumimoji="1" lang="ja-JP" altLang="en-US" sz="1600" dirty="0">
                <a:latin typeface="HGP創英角ﾎﾟｯﾌﾟ体" panose="040B0A00000000000000" pitchFamily="50" charset="-128"/>
                <a:ea typeface="HGP創英角ﾎﾟｯﾌﾟ体" panose="040B0A00000000000000" pitchFamily="50" charset="-128"/>
              </a:rPr>
              <a:t>　　継承させないための</a:t>
            </a:r>
            <a:r>
              <a:rPr kumimoji="1" lang="en-US" altLang="ja-JP" sz="1600" dirty="0">
                <a:latin typeface="HGP創英角ﾎﾟｯﾌﾟ体" panose="040B0A00000000000000" pitchFamily="50" charset="-128"/>
                <a:ea typeface="HGP創英角ﾎﾟｯﾌﾟ体" panose="040B0A00000000000000" pitchFamily="50" charset="-128"/>
              </a:rPr>
              <a:t>final</a:t>
            </a:r>
            <a:endPar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endParaRPr>
          </a:p>
        </p:txBody>
      </p:sp>
      <p:sp>
        <p:nvSpPr>
          <p:cNvPr id="11" name="Google Shape;131;p18">
            <a:extLst>
              <a:ext uri="{FF2B5EF4-FFF2-40B4-BE49-F238E27FC236}">
                <a16:creationId xmlns:a16="http://schemas.microsoft.com/office/drawing/2014/main" id="{CC45C11F-E42B-440E-BF65-B474F72DEF9D}"/>
              </a:ext>
            </a:extLst>
          </p:cNvPr>
          <p:cNvSpPr/>
          <p:nvPr/>
        </p:nvSpPr>
        <p:spPr>
          <a:xfrm>
            <a:off x="1142999" y="3660959"/>
            <a:ext cx="6720841" cy="1166214"/>
          </a:xfrm>
          <a:prstGeom prst="rect">
            <a:avLst/>
          </a:prstGeom>
          <a:solidFill>
            <a:schemeClr val="bg1"/>
          </a:solidFill>
          <a:ln w="127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solidFill>
                  <a:schemeClr val="dk1"/>
                </a:solidFill>
                <a:cs typeface="MS Gothic"/>
                <a:sym typeface="MS Gothic"/>
              </a:rPr>
              <a:t>public class </a:t>
            </a:r>
            <a:r>
              <a:rPr lang="en-US" sz="1200" b="1" dirty="0" err="1">
                <a:solidFill>
                  <a:schemeClr val="dk1"/>
                </a:solidFill>
                <a:cs typeface="MS Gothic"/>
                <a:sym typeface="MS Gothic"/>
              </a:rPr>
              <a:t>JavaStudent</a:t>
            </a:r>
            <a:r>
              <a:rPr lang="en-US" sz="1200" b="1" dirty="0">
                <a:solidFill>
                  <a:schemeClr val="dk1"/>
                </a:solidFill>
                <a:cs typeface="MS Gothic"/>
                <a:sym typeface="MS Gothic"/>
              </a:rPr>
              <a:t> extends Student{</a:t>
            </a:r>
          </a:p>
          <a:p>
            <a:pPr marL="0" marR="0" lvl="0" indent="0" algn="l" rtl="0">
              <a:spcBef>
                <a:spcPts val="0"/>
              </a:spcBef>
              <a:spcAft>
                <a:spcPts val="0"/>
              </a:spcAft>
              <a:buNone/>
            </a:pPr>
            <a:r>
              <a:rPr lang="en-US" sz="1200" b="1" dirty="0">
                <a:solidFill>
                  <a:schemeClr val="dk1"/>
                </a:solidFill>
                <a:cs typeface="MS Gothic"/>
                <a:sym typeface="MS Gothic"/>
              </a:rPr>
              <a:t>	// </a:t>
            </a:r>
            <a:r>
              <a:rPr lang="ja-JP" altLang="en-US" sz="1200" b="1" dirty="0">
                <a:solidFill>
                  <a:schemeClr val="dk1"/>
                </a:solidFill>
                <a:cs typeface="MS Gothic"/>
                <a:sym typeface="MS Gothic"/>
              </a:rPr>
              <a:t>自己紹介するメソッド</a:t>
            </a:r>
          </a:p>
          <a:p>
            <a:pPr marL="0" marR="0" lvl="0" indent="0" algn="l" rtl="0">
              <a:spcBef>
                <a:spcPts val="0"/>
              </a:spcBef>
              <a:spcAft>
                <a:spcPts val="0"/>
              </a:spcAft>
              <a:buNone/>
            </a:pPr>
            <a:r>
              <a:rPr lang="ja-JP" altLang="en-US" sz="1200" b="1" dirty="0">
                <a:solidFill>
                  <a:schemeClr val="dk1"/>
                </a:solidFill>
                <a:cs typeface="MS Gothic"/>
                <a:sym typeface="MS Gothic"/>
              </a:rPr>
              <a:t>    </a:t>
            </a:r>
            <a:r>
              <a:rPr lang="en-US" sz="1200" b="1" dirty="0">
                <a:solidFill>
                  <a:schemeClr val="dk1"/>
                </a:solidFill>
                <a:cs typeface="MS Gothic"/>
                <a:sym typeface="MS Gothic"/>
              </a:rPr>
              <a:t>void introduce() {</a:t>
            </a:r>
          </a:p>
          <a:p>
            <a:pPr marL="0" marR="0" lvl="0" indent="0" algn="l" rtl="0">
              <a:spcBef>
                <a:spcPts val="0"/>
              </a:spcBef>
              <a:spcAft>
                <a:spcPts val="0"/>
              </a:spcAft>
              <a:buNone/>
            </a:pPr>
            <a:r>
              <a:rPr lang="en-US" sz="1200" b="1" dirty="0">
                <a:solidFill>
                  <a:schemeClr val="dk1"/>
                </a:solidFill>
                <a:cs typeface="MS Gothic"/>
                <a:sym typeface="MS Gothic"/>
              </a:rPr>
              <a:t>        </a:t>
            </a:r>
            <a:r>
              <a:rPr lang="en-US" sz="1200" b="1" dirty="0" err="1">
                <a:solidFill>
                  <a:schemeClr val="dk1"/>
                </a:solidFill>
                <a:cs typeface="MS Gothic"/>
                <a:sym typeface="MS Gothic"/>
              </a:rPr>
              <a:t>System.out.println</a:t>
            </a:r>
            <a:r>
              <a:rPr lang="en-US" sz="1200" b="1" dirty="0">
                <a:solidFill>
                  <a:schemeClr val="dk1"/>
                </a:solidFill>
                <a:cs typeface="MS Gothic"/>
                <a:sym typeface="MS Gothic"/>
              </a:rPr>
              <a:t>("Java</a:t>
            </a:r>
            <a:r>
              <a:rPr lang="ja-JP" altLang="en-US" sz="1200" b="1" dirty="0">
                <a:solidFill>
                  <a:schemeClr val="dk1"/>
                </a:solidFill>
                <a:cs typeface="MS Gothic"/>
                <a:sym typeface="MS Gothic"/>
              </a:rPr>
              <a:t>の学習を頑張ります！</a:t>
            </a:r>
            <a:r>
              <a:rPr lang="en-US" altLang="ja-JP" sz="1200" b="1" dirty="0">
                <a:solidFill>
                  <a:schemeClr val="dk1"/>
                </a:solidFill>
                <a:cs typeface="MS Gothic"/>
                <a:sym typeface="MS Gothic"/>
              </a:rPr>
              <a:t>");</a:t>
            </a:r>
          </a:p>
          <a:p>
            <a:pPr marL="0" marR="0" lvl="0" indent="0" algn="l" rtl="0">
              <a:spcBef>
                <a:spcPts val="0"/>
              </a:spcBef>
              <a:spcAft>
                <a:spcPts val="0"/>
              </a:spcAft>
              <a:buNone/>
            </a:pPr>
            <a:r>
              <a:rPr lang="en-US" altLang="ja-JP" sz="1200" b="1" dirty="0">
                <a:solidFill>
                  <a:schemeClr val="dk1"/>
                </a:solidFill>
                <a:cs typeface="MS Gothic"/>
                <a:sym typeface="MS Gothic"/>
              </a:rPr>
              <a:t>    }</a:t>
            </a:r>
          </a:p>
          <a:p>
            <a:pPr marL="0" marR="0" lvl="0" indent="0" algn="l" rtl="0">
              <a:spcBef>
                <a:spcPts val="0"/>
              </a:spcBef>
              <a:spcAft>
                <a:spcPts val="0"/>
              </a:spcAft>
              <a:buNone/>
            </a:pPr>
            <a:r>
              <a:rPr lang="en-US" altLang="ja-JP" sz="1200" b="1" dirty="0">
                <a:solidFill>
                  <a:schemeClr val="dk1"/>
                </a:solidFill>
                <a:cs typeface="MS Gothic"/>
                <a:sym typeface="MS Gothic"/>
              </a:rPr>
              <a:t>}</a:t>
            </a:r>
          </a:p>
        </p:txBody>
      </p:sp>
      <p:sp>
        <p:nvSpPr>
          <p:cNvPr id="10" name="Google Shape;131;p18">
            <a:extLst>
              <a:ext uri="{FF2B5EF4-FFF2-40B4-BE49-F238E27FC236}">
                <a16:creationId xmlns:a16="http://schemas.microsoft.com/office/drawing/2014/main" id="{10E9AF5B-64B6-4AB6-9B30-E10AEADA1E2F}"/>
              </a:ext>
            </a:extLst>
          </p:cNvPr>
          <p:cNvSpPr/>
          <p:nvPr/>
        </p:nvSpPr>
        <p:spPr>
          <a:xfrm>
            <a:off x="1142998" y="1967471"/>
            <a:ext cx="6720841" cy="1707664"/>
          </a:xfrm>
          <a:prstGeom prst="rect">
            <a:avLst/>
          </a:prstGeom>
          <a:solidFill>
            <a:schemeClr val="bg1"/>
          </a:solidFill>
          <a:ln w="127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solidFill>
                  <a:schemeClr val="dk1"/>
                </a:solidFill>
                <a:cs typeface="MS Gothic"/>
                <a:sym typeface="MS Gothic"/>
              </a:rPr>
              <a:t>public </a:t>
            </a:r>
            <a:r>
              <a:rPr lang="en-US" sz="1200" b="1" dirty="0">
                <a:solidFill>
                  <a:schemeClr val="tx2"/>
                </a:solidFill>
                <a:cs typeface="MS Gothic"/>
                <a:sym typeface="MS Gothic"/>
              </a:rPr>
              <a:t>final</a:t>
            </a:r>
            <a:r>
              <a:rPr lang="en-US" sz="1200" b="1" dirty="0">
                <a:solidFill>
                  <a:schemeClr val="dk1"/>
                </a:solidFill>
                <a:cs typeface="MS Gothic"/>
                <a:sym typeface="MS Gothic"/>
              </a:rPr>
              <a:t> class Student {</a:t>
            </a:r>
          </a:p>
          <a:p>
            <a:pPr marL="0" marR="0" lvl="0" indent="0" algn="l" rtl="0">
              <a:spcBef>
                <a:spcPts val="0"/>
              </a:spcBef>
              <a:spcAft>
                <a:spcPts val="0"/>
              </a:spcAft>
              <a:buNone/>
            </a:pPr>
            <a:r>
              <a:rPr lang="en-US" sz="1200" b="1" dirty="0">
                <a:solidFill>
                  <a:schemeClr val="dk1"/>
                </a:solidFill>
                <a:cs typeface="MS Gothic"/>
                <a:sym typeface="MS Gothic"/>
              </a:rPr>
              <a:t>    String name;   // </a:t>
            </a:r>
            <a:r>
              <a:rPr lang="ja-JP" altLang="en-US" sz="1200" b="1" dirty="0">
                <a:solidFill>
                  <a:schemeClr val="dk1"/>
                </a:solidFill>
                <a:cs typeface="MS Gothic"/>
                <a:sym typeface="MS Gothic"/>
              </a:rPr>
              <a:t>氏名</a:t>
            </a:r>
          </a:p>
          <a:p>
            <a:pPr marL="0" marR="0" lvl="0" indent="0" algn="l" rtl="0">
              <a:spcBef>
                <a:spcPts val="0"/>
              </a:spcBef>
              <a:spcAft>
                <a:spcPts val="0"/>
              </a:spcAft>
              <a:buNone/>
            </a:pPr>
            <a:r>
              <a:rPr lang="ja-JP" altLang="en-US" sz="1200" b="1" dirty="0">
                <a:solidFill>
                  <a:schemeClr val="dk1"/>
                </a:solidFill>
                <a:cs typeface="MS Gothic"/>
                <a:sym typeface="MS Gothic"/>
              </a:rPr>
              <a:t>    </a:t>
            </a:r>
            <a:r>
              <a:rPr lang="en-US" sz="1200" b="1" dirty="0">
                <a:solidFill>
                  <a:schemeClr val="dk1"/>
                </a:solidFill>
                <a:cs typeface="MS Gothic"/>
                <a:sym typeface="MS Gothic"/>
              </a:rPr>
              <a:t>int age;       // </a:t>
            </a:r>
            <a:r>
              <a:rPr lang="ja-JP" altLang="en-US" sz="1200" b="1" dirty="0">
                <a:solidFill>
                  <a:schemeClr val="dk1"/>
                </a:solidFill>
                <a:cs typeface="MS Gothic"/>
                <a:sym typeface="MS Gothic"/>
              </a:rPr>
              <a:t>年齢</a:t>
            </a:r>
          </a:p>
          <a:p>
            <a:pPr marL="0" marR="0" lvl="0" indent="0" algn="l" rtl="0">
              <a:spcBef>
                <a:spcPts val="0"/>
              </a:spcBef>
              <a:spcAft>
                <a:spcPts val="0"/>
              </a:spcAft>
              <a:buNone/>
            </a:pPr>
            <a:r>
              <a:rPr lang="ja-JP" altLang="en-US" sz="1200" b="1" dirty="0">
                <a:solidFill>
                  <a:schemeClr val="dk1"/>
                </a:solidFill>
                <a:cs typeface="MS Gothic"/>
                <a:sym typeface="MS Gothic"/>
              </a:rPr>
              <a:t>    </a:t>
            </a:r>
            <a:r>
              <a:rPr lang="en-US" altLang="ja-JP" sz="1200" b="1" dirty="0">
                <a:solidFill>
                  <a:schemeClr val="dk1"/>
                </a:solidFill>
                <a:cs typeface="MS Gothic"/>
                <a:sym typeface="MS Gothic"/>
              </a:rPr>
              <a:t>// </a:t>
            </a:r>
            <a:r>
              <a:rPr lang="ja-JP" altLang="en-US" sz="1200" b="1" dirty="0">
                <a:solidFill>
                  <a:schemeClr val="dk1"/>
                </a:solidFill>
                <a:cs typeface="MS Gothic"/>
                <a:sym typeface="MS Gothic"/>
              </a:rPr>
              <a:t>自己紹介するメソッド</a:t>
            </a:r>
          </a:p>
          <a:p>
            <a:pPr marL="0" marR="0" lvl="0" indent="0" algn="l" rtl="0">
              <a:spcBef>
                <a:spcPts val="0"/>
              </a:spcBef>
              <a:spcAft>
                <a:spcPts val="0"/>
              </a:spcAft>
              <a:buNone/>
            </a:pPr>
            <a:r>
              <a:rPr lang="ja-JP" altLang="en-US" sz="1200" b="1" dirty="0">
                <a:solidFill>
                  <a:schemeClr val="dk1"/>
                </a:solidFill>
                <a:cs typeface="MS Gothic"/>
                <a:sym typeface="MS Gothic"/>
              </a:rPr>
              <a:t>    </a:t>
            </a:r>
            <a:r>
              <a:rPr lang="en-US" altLang="ja-JP" sz="1200" b="1" dirty="0">
                <a:solidFill>
                  <a:schemeClr val="tx2"/>
                </a:solidFill>
                <a:cs typeface="MS Gothic"/>
                <a:sym typeface="MS Gothic"/>
              </a:rPr>
              <a:t>final</a:t>
            </a:r>
            <a:r>
              <a:rPr lang="en-US" altLang="ja-JP" sz="1200" b="1" dirty="0">
                <a:solidFill>
                  <a:schemeClr val="dk1"/>
                </a:solidFill>
                <a:cs typeface="MS Gothic"/>
                <a:sym typeface="MS Gothic"/>
              </a:rPr>
              <a:t> </a:t>
            </a:r>
            <a:r>
              <a:rPr lang="en-US" sz="1200" b="1" dirty="0">
                <a:solidFill>
                  <a:schemeClr val="dk1"/>
                </a:solidFill>
                <a:cs typeface="MS Gothic"/>
                <a:sym typeface="MS Gothic"/>
              </a:rPr>
              <a:t>void introduce() {</a:t>
            </a:r>
          </a:p>
          <a:p>
            <a:pPr marL="0" marR="0" lvl="0" indent="0" algn="l" rtl="0">
              <a:spcBef>
                <a:spcPts val="0"/>
              </a:spcBef>
              <a:spcAft>
                <a:spcPts val="0"/>
              </a:spcAft>
              <a:buNone/>
            </a:pPr>
            <a:r>
              <a:rPr lang="en-US" sz="1200" b="1" dirty="0">
                <a:solidFill>
                  <a:schemeClr val="dk1"/>
                </a:solidFill>
                <a:cs typeface="MS Gothic"/>
                <a:sym typeface="MS Gothic"/>
              </a:rPr>
              <a:t>        </a:t>
            </a:r>
            <a:r>
              <a:rPr lang="en-US" sz="1200" b="1" dirty="0" err="1">
                <a:solidFill>
                  <a:schemeClr val="dk1"/>
                </a:solidFill>
                <a:cs typeface="MS Gothic"/>
                <a:sym typeface="MS Gothic"/>
              </a:rPr>
              <a:t>System.out.println</a:t>
            </a:r>
            <a:r>
              <a:rPr lang="en-US" sz="1200" b="1" dirty="0">
                <a:solidFill>
                  <a:schemeClr val="dk1"/>
                </a:solidFill>
                <a:cs typeface="MS Gothic"/>
                <a:sym typeface="MS Gothic"/>
              </a:rPr>
              <a:t>("</a:t>
            </a:r>
            <a:r>
              <a:rPr lang="ja-JP" altLang="en-US" sz="1200" b="1" dirty="0">
                <a:solidFill>
                  <a:schemeClr val="dk1"/>
                </a:solidFill>
                <a:cs typeface="MS Gothic"/>
                <a:sym typeface="MS Gothic"/>
              </a:rPr>
              <a:t>私は</a:t>
            </a:r>
            <a:r>
              <a:rPr lang="en-US" altLang="ja-JP" sz="1200" b="1" dirty="0">
                <a:solidFill>
                  <a:schemeClr val="dk1"/>
                </a:solidFill>
                <a:cs typeface="MS Gothic"/>
                <a:sym typeface="MS Gothic"/>
              </a:rPr>
              <a:t>" + </a:t>
            </a:r>
            <a:r>
              <a:rPr lang="en-US" sz="1200" b="1" dirty="0">
                <a:solidFill>
                  <a:schemeClr val="dk1"/>
                </a:solidFill>
                <a:cs typeface="MS Gothic"/>
                <a:sym typeface="MS Gothic"/>
              </a:rPr>
              <a:t>this.name + "</a:t>
            </a:r>
            <a:r>
              <a:rPr lang="ja-JP" altLang="en-US" sz="1200" b="1" dirty="0">
                <a:solidFill>
                  <a:schemeClr val="dk1"/>
                </a:solidFill>
                <a:cs typeface="MS Gothic"/>
                <a:sym typeface="MS Gothic"/>
              </a:rPr>
              <a:t>と申します</a:t>
            </a:r>
            <a:r>
              <a:rPr lang="en-US" altLang="ja-JP" sz="1200" b="1" dirty="0">
                <a:solidFill>
                  <a:schemeClr val="dk1"/>
                </a:solidFill>
                <a:cs typeface="MS Gothic"/>
                <a:sym typeface="MS Gothic"/>
              </a:rPr>
              <a:t>");</a:t>
            </a:r>
          </a:p>
          <a:p>
            <a:pPr marL="0" marR="0" lvl="0" indent="0" algn="l" rtl="0">
              <a:spcBef>
                <a:spcPts val="0"/>
              </a:spcBef>
              <a:spcAft>
                <a:spcPts val="0"/>
              </a:spcAft>
              <a:buNone/>
            </a:pPr>
            <a:r>
              <a:rPr lang="en-US" altLang="ja-JP" sz="1200" b="1" dirty="0">
                <a:solidFill>
                  <a:schemeClr val="dk1"/>
                </a:solidFill>
                <a:cs typeface="MS Gothic"/>
                <a:sym typeface="MS Gothic"/>
              </a:rPr>
              <a:t>        </a:t>
            </a:r>
            <a:r>
              <a:rPr lang="en-US" sz="1200" b="1" dirty="0" err="1">
                <a:solidFill>
                  <a:schemeClr val="dk1"/>
                </a:solidFill>
                <a:cs typeface="MS Gothic"/>
                <a:sym typeface="MS Gothic"/>
              </a:rPr>
              <a:t>System.out.println</a:t>
            </a:r>
            <a:r>
              <a:rPr lang="en-US" sz="1200" b="1" dirty="0">
                <a:solidFill>
                  <a:schemeClr val="dk1"/>
                </a:solidFill>
                <a:cs typeface="MS Gothic"/>
                <a:sym typeface="MS Gothic"/>
              </a:rPr>
              <a:t>(</a:t>
            </a:r>
            <a:r>
              <a:rPr lang="en-US" sz="1200" b="1" dirty="0" err="1">
                <a:solidFill>
                  <a:schemeClr val="dk1"/>
                </a:solidFill>
                <a:cs typeface="MS Gothic"/>
                <a:sym typeface="MS Gothic"/>
              </a:rPr>
              <a:t>this.age</a:t>
            </a:r>
            <a:r>
              <a:rPr lang="en-US" sz="1200" b="1" dirty="0">
                <a:solidFill>
                  <a:schemeClr val="dk1"/>
                </a:solidFill>
                <a:cs typeface="MS Gothic"/>
                <a:sym typeface="MS Gothic"/>
              </a:rPr>
              <a:t> + "</a:t>
            </a:r>
            <a:r>
              <a:rPr lang="ja-JP" altLang="en-US" sz="1200" b="1" dirty="0">
                <a:solidFill>
                  <a:schemeClr val="dk1"/>
                </a:solidFill>
                <a:cs typeface="MS Gothic"/>
                <a:sym typeface="MS Gothic"/>
              </a:rPr>
              <a:t>歳です</a:t>
            </a:r>
            <a:r>
              <a:rPr lang="en-US" altLang="ja-JP" sz="1200" b="1" dirty="0">
                <a:solidFill>
                  <a:schemeClr val="dk1"/>
                </a:solidFill>
                <a:cs typeface="MS Gothic"/>
                <a:sym typeface="MS Gothic"/>
              </a:rPr>
              <a:t>");</a:t>
            </a:r>
          </a:p>
          <a:p>
            <a:pPr marL="0" marR="0" lvl="0" indent="0" algn="l" rtl="0">
              <a:spcBef>
                <a:spcPts val="0"/>
              </a:spcBef>
              <a:spcAft>
                <a:spcPts val="0"/>
              </a:spcAft>
              <a:buNone/>
            </a:pPr>
            <a:r>
              <a:rPr lang="en-US" altLang="ja-JP" sz="1200" b="1" dirty="0">
                <a:solidFill>
                  <a:schemeClr val="dk1"/>
                </a:solidFill>
                <a:cs typeface="MS Gothic"/>
                <a:sym typeface="MS Gothic"/>
              </a:rPr>
              <a:t>    }</a:t>
            </a:r>
          </a:p>
          <a:p>
            <a:pPr marL="0" marR="0" lvl="0" indent="0" algn="l" rtl="0">
              <a:spcBef>
                <a:spcPts val="0"/>
              </a:spcBef>
              <a:spcAft>
                <a:spcPts val="0"/>
              </a:spcAft>
              <a:buNone/>
            </a:pPr>
            <a:r>
              <a:rPr lang="en-US" altLang="ja-JP" sz="1200" b="1" dirty="0">
                <a:solidFill>
                  <a:schemeClr val="dk1"/>
                </a:solidFill>
                <a:cs typeface="MS Gothic"/>
                <a:sym typeface="MS Gothic"/>
              </a:rPr>
              <a:t>}</a:t>
            </a:r>
            <a:endParaRPr lang="en-US" sz="1200" b="1" dirty="0">
              <a:solidFill>
                <a:schemeClr val="dk1"/>
              </a:solidFill>
              <a:cs typeface="MS Gothic"/>
              <a:sym typeface="MS Gothic"/>
            </a:endParaRPr>
          </a:p>
        </p:txBody>
      </p:sp>
      <p:sp>
        <p:nvSpPr>
          <p:cNvPr id="2" name="フッター プレースホルダー 1">
            <a:extLst>
              <a:ext uri="{FF2B5EF4-FFF2-40B4-BE49-F238E27FC236}">
                <a16:creationId xmlns:a16="http://schemas.microsoft.com/office/drawing/2014/main" id="{460318CF-DBBC-4411-A7F7-D91653229EA3}"/>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501AB490-D50B-4AEE-89E0-AD05289C3A8E}"/>
              </a:ext>
            </a:extLst>
          </p:cNvPr>
          <p:cNvSpPr>
            <a:spLocks noGrp="1"/>
          </p:cNvSpPr>
          <p:nvPr>
            <p:ph type="ctrTitle"/>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FDC0D33-7B22-4A6E-A625-377D8D4BB32A}"/>
              </a:ext>
            </a:extLst>
          </p:cNvPr>
          <p:cNvSpPr>
            <a:spLocks noGrp="1"/>
          </p:cNvSpPr>
          <p:nvPr>
            <p:ph type="sldNum" sz="quarter" idx="4"/>
          </p:nvPr>
        </p:nvSpPr>
        <p:spPr/>
        <p:txBody>
          <a:bodyPr/>
          <a:lstStyle/>
          <a:p>
            <a:fld id="{00000000-1234-1234-1234-123412341234}" type="slidenum">
              <a:rPr lang="en" smtClean="0"/>
              <a:pPr/>
              <a:t>13</a:t>
            </a:fld>
            <a:endParaRPr lang="en" dirty="0"/>
          </a:p>
        </p:txBody>
      </p:sp>
      <p:sp>
        <p:nvSpPr>
          <p:cNvPr id="8" name="Google Shape;217;p25">
            <a:extLst>
              <a:ext uri="{FF2B5EF4-FFF2-40B4-BE49-F238E27FC236}">
                <a16:creationId xmlns:a16="http://schemas.microsoft.com/office/drawing/2014/main" id="{C2D5ECC3-2959-480F-9893-94050790A832}"/>
              </a:ext>
            </a:extLst>
          </p:cNvPr>
          <p:cNvSpPr/>
          <p:nvPr/>
        </p:nvSpPr>
        <p:spPr>
          <a:xfrm>
            <a:off x="3495307" y="3251041"/>
            <a:ext cx="1008112" cy="1080120"/>
          </a:xfrm>
          <a:prstGeom prst="mathMultiply">
            <a:avLst>
              <a:gd name="adj1" fmla="val 15082"/>
            </a:avLst>
          </a:prstGeom>
          <a:solidFill>
            <a:srgbClr val="FF0000">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9" name="Google Shape;217;p25">
            <a:extLst>
              <a:ext uri="{FF2B5EF4-FFF2-40B4-BE49-F238E27FC236}">
                <a16:creationId xmlns:a16="http://schemas.microsoft.com/office/drawing/2014/main" id="{76DB8F2E-83D3-45FF-BFB7-03DF9FC5A9F1}"/>
              </a:ext>
            </a:extLst>
          </p:cNvPr>
          <p:cNvSpPr/>
          <p:nvPr/>
        </p:nvSpPr>
        <p:spPr>
          <a:xfrm>
            <a:off x="1815097" y="3888031"/>
            <a:ext cx="1008112" cy="1080120"/>
          </a:xfrm>
          <a:prstGeom prst="mathMultiply">
            <a:avLst>
              <a:gd name="adj1" fmla="val 15082"/>
            </a:avLst>
          </a:prstGeom>
          <a:solidFill>
            <a:srgbClr val="FF0000">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grpSp>
        <p:nvGrpSpPr>
          <p:cNvPr id="12" name="グループ化 11">
            <a:extLst>
              <a:ext uri="{FF2B5EF4-FFF2-40B4-BE49-F238E27FC236}">
                <a16:creationId xmlns:a16="http://schemas.microsoft.com/office/drawing/2014/main" id="{2DACCD77-562A-4E2B-9FB5-C8E13D7EBE43}"/>
              </a:ext>
            </a:extLst>
          </p:cNvPr>
          <p:cNvGrpSpPr/>
          <p:nvPr/>
        </p:nvGrpSpPr>
        <p:grpSpPr>
          <a:xfrm>
            <a:off x="268873" y="786891"/>
            <a:ext cx="8411576" cy="4075185"/>
            <a:chOff x="268873" y="786891"/>
            <a:chExt cx="8411576" cy="4132541"/>
          </a:xfrm>
        </p:grpSpPr>
        <p:sp>
          <p:nvSpPr>
            <p:cNvPr id="13" name="四角形: 角を丸くする 12">
              <a:extLst>
                <a:ext uri="{FF2B5EF4-FFF2-40B4-BE49-F238E27FC236}">
                  <a16:creationId xmlns:a16="http://schemas.microsoft.com/office/drawing/2014/main" id="{422AD225-7242-4C1F-886C-524D17958F0C}"/>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4" name="テキスト ボックス 13">
              <a:extLst>
                <a:ext uri="{FF2B5EF4-FFF2-40B4-BE49-F238E27FC236}">
                  <a16:creationId xmlns:a16="http://schemas.microsoft.com/office/drawing/2014/main" id="{D93C9E7F-4F56-4AE5-9A1D-FD9078A56BC2}"/>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15" name="図 14">
              <a:extLst>
                <a:ext uri="{FF2B5EF4-FFF2-40B4-BE49-F238E27FC236}">
                  <a16:creationId xmlns:a16="http://schemas.microsoft.com/office/drawing/2014/main" id="{DF3168A6-8F99-41F7-AE57-9EE14A829779}"/>
                </a:ext>
              </a:extLst>
            </p:cNvPr>
            <p:cNvPicPr>
              <a:picLocks noChangeAspect="1"/>
            </p:cNvPicPr>
            <p:nvPr/>
          </p:nvPicPr>
          <p:blipFill>
            <a:blip r:embed="rId2"/>
            <a:stretch>
              <a:fillRect/>
            </a:stretch>
          </p:blipFill>
          <p:spPr>
            <a:xfrm>
              <a:off x="268873" y="805343"/>
              <a:ext cx="728929" cy="728929"/>
            </a:xfrm>
            <a:prstGeom prst="rect">
              <a:avLst/>
            </a:prstGeom>
          </p:spPr>
        </p:pic>
        <p:sp>
          <p:nvSpPr>
            <p:cNvPr id="16" name="吹き出し: 円形 15">
              <a:extLst>
                <a:ext uri="{FF2B5EF4-FFF2-40B4-BE49-F238E27FC236}">
                  <a16:creationId xmlns:a16="http://schemas.microsoft.com/office/drawing/2014/main" id="{286386C5-21EC-4E00-A2E9-BE74C88343CA}"/>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
        <p:nvSpPr>
          <p:cNvPr id="18" name="テキスト ボックス 17">
            <a:extLst>
              <a:ext uri="{FF2B5EF4-FFF2-40B4-BE49-F238E27FC236}">
                <a16:creationId xmlns:a16="http://schemas.microsoft.com/office/drawing/2014/main" id="{FD53F549-A51A-433F-8F63-B844718188BE}"/>
              </a:ext>
            </a:extLst>
          </p:cNvPr>
          <p:cNvSpPr txBox="1"/>
          <p:nvPr/>
        </p:nvSpPr>
        <p:spPr>
          <a:xfrm>
            <a:off x="1511084" y="1523681"/>
            <a:ext cx="7147247" cy="434099"/>
          </a:xfrm>
          <a:prstGeom prst="rect">
            <a:avLst/>
          </a:prstGeom>
          <a:solidFill>
            <a:schemeClr val="bg1">
              <a:lumMod val="95000"/>
            </a:schemeClr>
          </a:solidFill>
        </p:spPr>
        <p:txBody>
          <a:bodyPr wrap="square" rtlCol="0">
            <a:noAutofit/>
          </a:bodyPr>
          <a:lstStyle/>
          <a:p>
            <a:r>
              <a:rPr kumimoji="1" lang="ja-JP" altLang="en-US" sz="1200" baseline="0" dirty="0">
                <a:solidFill>
                  <a:schemeClr val="tx1"/>
                </a:solidFill>
                <a:latin typeface="HGP創英角ﾎﾟｯﾌﾟ体" panose="040B0A00000000000000" pitchFamily="50" charset="-128"/>
                <a:ea typeface="HGP創英角ﾎﾟｯﾌﾟ体" panose="040B0A00000000000000" pitchFamily="50" charset="-128"/>
              </a:rPr>
              <a:t>このクラスは継承させたくない！　このメソッドはオーバーライドしてほしくない！</a:t>
            </a:r>
            <a:endParaRPr kumimoji="1" lang="en-US" altLang="ja-JP" sz="1200" baseline="0" dirty="0">
              <a:solidFill>
                <a:schemeClr val="tx1"/>
              </a:solidFill>
              <a:latin typeface="HGP創英角ﾎﾟｯﾌﾟ体" panose="040B0A00000000000000" pitchFamily="50" charset="-128"/>
              <a:ea typeface="HGP創英角ﾎﾟｯﾌﾟ体" panose="040B0A00000000000000" pitchFamily="50" charset="-128"/>
            </a:endParaRPr>
          </a:p>
          <a:p>
            <a:r>
              <a:rPr kumimoji="1" lang="ja-JP" altLang="en-US" sz="1200" dirty="0">
                <a:latin typeface="HGP創英角ﾎﾟｯﾌﾟ体" panose="040B0A00000000000000" pitchFamily="50" charset="-128"/>
                <a:ea typeface="HGP創英角ﾎﾟｯﾌﾟ体" panose="040B0A00000000000000" pitchFamily="50" charset="-128"/>
              </a:rPr>
              <a:t>という場合は親クラスにそれぞれ</a:t>
            </a:r>
            <a:r>
              <a:rPr kumimoji="1" lang="en-US" altLang="ja-JP" sz="1200" dirty="0">
                <a:latin typeface="HGP創英角ﾎﾟｯﾌﾟ体" panose="040B0A00000000000000" pitchFamily="50" charset="-128"/>
                <a:ea typeface="HGP創英角ﾎﾟｯﾌﾟ体" panose="040B0A00000000000000" pitchFamily="50" charset="-128"/>
              </a:rPr>
              <a:t>final</a:t>
            </a:r>
            <a:r>
              <a:rPr kumimoji="1" lang="ja-JP" altLang="en-US" sz="1200" dirty="0">
                <a:latin typeface="HGP創英角ﾎﾟｯﾌﾟ体" panose="040B0A00000000000000" pitchFamily="50" charset="-128"/>
                <a:ea typeface="HGP創英角ﾎﾟｯﾌﾟ体" panose="040B0A00000000000000" pitchFamily="50" charset="-128"/>
              </a:rPr>
              <a:t>を使うことで再現できます。</a:t>
            </a:r>
            <a:endParaRPr kumimoji="1" lang="ja-JP" altLang="en-US" sz="1200" baseline="0" dirty="0">
              <a:solidFill>
                <a:schemeClr val="tx1"/>
              </a:solidFill>
              <a:latin typeface="HGP創英角ﾎﾟｯﾌﾟ体" panose="040B0A00000000000000" pitchFamily="50" charset="-128"/>
              <a:ea typeface="HGP創英角ﾎﾟｯﾌﾟ体" panose="040B0A00000000000000" pitchFamily="50" charset="-128"/>
            </a:endParaRPr>
          </a:p>
        </p:txBody>
      </p:sp>
    </p:spTree>
    <p:extLst>
      <p:ext uri="{BB962C8B-B14F-4D97-AF65-F5344CB8AC3E}">
        <p14:creationId xmlns:p14="http://schemas.microsoft.com/office/powerpoint/2010/main" val="295493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D1BDDB3C-6ED9-4951-BA46-091C617CB3A9}"/>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C54BC8C-791D-48D7-834B-CBAD69DFFE5C}"/>
              </a:ext>
            </a:extLst>
          </p:cNvPr>
          <p:cNvSpPr>
            <a:spLocks noGrp="1"/>
          </p:cNvSpPr>
          <p:nvPr>
            <p:ph type="ctrTitle"/>
          </p:nvPr>
        </p:nvSpPr>
        <p:spPr/>
        <p:txBody>
          <a:bodyPr/>
          <a:lstStyle/>
          <a:p>
            <a:r>
              <a:rPr lang="en-US" altLang="ja-JP" dirty="0" err="1"/>
              <a:t>コンストラクタ</a:t>
            </a:r>
            <a:endParaRPr kumimoji="1" lang="ja-JP" altLang="en-US" dirty="0"/>
          </a:p>
        </p:txBody>
      </p:sp>
      <p:sp>
        <p:nvSpPr>
          <p:cNvPr id="4" name="スライド番号プレースホルダー 3">
            <a:extLst>
              <a:ext uri="{FF2B5EF4-FFF2-40B4-BE49-F238E27FC236}">
                <a16:creationId xmlns:a16="http://schemas.microsoft.com/office/drawing/2014/main" id="{7DF1CEED-601E-43D1-BF7F-2B6419E1D99D}"/>
              </a:ext>
            </a:extLst>
          </p:cNvPr>
          <p:cNvSpPr>
            <a:spLocks noGrp="1"/>
          </p:cNvSpPr>
          <p:nvPr>
            <p:ph type="sldNum" sz="quarter" idx="4"/>
          </p:nvPr>
        </p:nvSpPr>
        <p:spPr/>
        <p:txBody>
          <a:bodyPr/>
          <a:lstStyle/>
          <a:p>
            <a:fld id="{00000000-1234-1234-1234-123412341234}" type="slidenum">
              <a:rPr lang="en" smtClean="0"/>
              <a:pPr/>
              <a:t>14</a:t>
            </a:fld>
            <a:endParaRPr lang="en" dirty="0"/>
          </a:p>
        </p:txBody>
      </p:sp>
      <p:sp>
        <p:nvSpPr>
          <p:cNvPr id="5" name="テキスト プレースホルダー 4">
            <a:extLst>
              <a:ext uri="{FF2B5EF4-FFF2-40B4-BE49-F238E27FC236}">
                <a16:creationId xmlns:a16="http://schemas.microsoft.com/office/drawing/2014/main" id="{99B40666-FE6B-4F98-A58C-E72188F3071D}"/>
              </a:ext>
            </a:extLst>
          </p:cNvPr>
          <p:cNvSpPr>
            <a:spLocks noGrp="1"/>
          </p:cNvSpPr>
          <p:nvPr>
            <p:ph type="body" sz="quarter" idx="14"/>
          </p:nvPr>
        </p:nvSpPr>
        <p:spPr>
          <a:xfrm>
            <a:off x="462875" y="859491"/>
            <a:ext cx="8216900" cy="954069"/>
          </a:xfrm>
        </p:spPr>
        <p:txBody>
          <a:bodyPr/>
          <a:lstStyle/>
          <a:p>
            <a:pPr marL="96838" indent="0">
              <a:buNone/>
            </a:pPr>
            <a:r>
              <a:rPr kumimoji="1" lang="ja-JP" altLang="en-US" dirty="0"/>
              <a:t>フィールドやメソッドが継承されたことが確認できましたが、コンストラクタはまだですね。「コンストラクタは属するクラス名と同じでなくてはいけない」というルールがあったように、継承することができません。</a:t>
            </a:r>
          </a:p>
          <a:p>
            <a:pPr marL="96838" indent="0">
              <a:buNone/>
            </a:pPr>
            <a:r>
              <a:rPr kumimoji="1" lang="ja-JP" altLang="en-US" dirty="0"/>
              <a:t>以下のサンプルを試してみましょう。</a:t>
            </a:r>
          </a:p>
          <a:p>
            <a:pPr marL="96838" indent="0">
              <a:buNone/>
            </a:pPr>
            <a:endParaRPr kumimoji="1" lang="ja-JP" altLang="en-US" dirty="0"/>
          </a:p>
        </p:txBody>
      </p:sp>
      <p:sp>
        <p:nvSpPr>
          <p:cNvPr id="6" name="Google Shape;131;p18">
            <a:extLst>
              <a:ext uri="{FF2B5EF4-FFF2-40B4-BE49-F238E27FC236}">
                <a16:creationId xmlns:a16="http://schemas.microsoft.com/office/drawing/2014/main" id="{C975963D-4ADE-4DC6-B10D-4B90DEF5AD0D}"/>
              </a:ext>
            </a:extLst>
          </p:cNvPr>
          <p:cNvSpPr/>
          <p:nvPr/>
        </p:nvSpPr>
        <p:spPr>
          <a:xfrm>
            <a:off x="1142999" y="1798320"/>
            <a:ext cx="6720841" cy="1821180"/>
          </a:xfrm>
          <a:prstGeom prst="rect">
            <a:avLst/>
          </a:prstGeom>
          <a:solidFill>
            <a:schemeClr val="bg1"/>
          </a:solidFill>
          <a:ln w="127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dirty="0">
                <a:solidFill>
                  <a:schemeClr val="dk1"/>
                </a:solidFill>
                <a:cs typeface="MS Gothic"/>
                <a:sym typeface="MS Gothic"/>
              </a:rPr>
              <a:t>public class Main extends Sa {</a:t>
            </a:r>
          </a:p>
          <a:p>
            <a:pPr marL="0" marR="0" lvl="0" indent="0" algn="l" rtl="0">
              <a:spcBef>
                <a:spcPts val="0"/>
              </a:spcBef>
              <a:spcAft>
                <a:spcPts val="0"/>
              </a:spcAft>
              <a:buNone/>
            </a:pPr>
            <a:r>
              <a:rPr lang="en-US" sz="1400" b="1" dirty="0">
                <a:solidFill>
                  <a:schemeClr val="dk1"/>
                </a:solidFill>
                <a:cs typeface="MS Gothic"/>
                <a:sym typeface="MS Gothic"/>
              </a:rPr>
              <a:t>  Main() {</a:t>
            </a:r>
          </a:p>
          <a:p>
            <a:pPr marL="0" marR="0" lvl="0" indent="0" algn="l" rtl="0">
              <a:spcBef>
                <a:spcPts val="0"/>
              </a:spcBef>
              <a:spcAft>
                <a:spcPts val="0"/>
              </a:spcAft>
              <a:buNone/>
            </a:pPr>
            <a:r>
              <a:rPr lang="en-US" sz="1400" b="1" dirty="0">
                <a:solidFill>
                  <a:schemeClr val="dk1"/>
                </a:solidFill>
                <a:cs typeface="MS Gothic"/>
                <a:sym typeface="MS Gothic"/>
              </a:rPr>
              <a:t>    </a:t>
            </a:r>
            <a:r>
              <a:rPr lang="en-US" sz="1400" b="1" dirty="0" err="1">
                <a:solidFill>
                  <a:schemeClr val="dk1"/>
                </a:solidFill>
                <a:cs typeface="MS Gothic"/>
                <a:sym typeface="MS Gothic"/>
              </a:rPr>
              <a:t>System.out.println</a:t>
            </a:r>
            <a:r>
              <a:rPr lang="en-US" sz="1400" b="1" dirty="0">
                <a:solidFill>
                  <a:schemeClr val="dk1"/>
                </a:solidFill>
                <a:cs typeface="MS Gothic"/>
                <a:sym typeface="MS Gothic"/>
              </a:rPr>
              <a:t>("</a:t>
            </a:r>
            <a:r>
              <a:rPr lang="ja-JP" altLang="en-US" sz="1400" b="1" dirty="0">
                <a:solidFill>
                  <a:schemeClr val="dk1"/>
                </a:solidFill>
                <a:cs typeface="MS Gothic"/>
                <a:sym typeface="MS Gothic"/>
              </a:rPr>
              <a:t>子クラスのコンストラクタ</a:t>
            </a:r>
            <a:r>
              <a:rPr lang="en-US" altLang="ja-JP" sz="1400" b="1" dirty="0">
                <a:solidFill>
                  <a:schemeClr val="dk1"/>
                </a:solidFill>
                <a:cs typeface="MS Gothic"/>
                <a:sym typeface="MS Gothic"/>
              </a:rPr>
              <a:t>");</a:t>
            </a:r>
          </a:p>
          <a:p>
            <a:pPr marL="0" marR="0" lvl="0" indent="0" algn="l" rtl="0">
              <a:spcBef>
                <a:spcPts val="0"/>
              </a:spcBef>
              <a:spcAft>
                <a:spcPts val="0"/>
              </a:spcAft>
              <a:buNone/>
            </a:pPr>
            <a:r>
              <a:rPr lang="en-US" altLang="ja-JP" sz="1400" b="1" dirty="0">
                <a:solidFill>
                  <a:schemeClr val="dk1"/>
                </a:solidFill>
                <a:cs typeface="MS Gothic"/>
                <a:sym typeface="MS Gothic"/>
              </a:rPr>
              <a:t>  }</a:t>
            </a:r>
          </a:p>
          <a:p>
            <a:pPr marL="0" marR="0" lvl="0" indent="0" algn="l" rtl="0">
              <a:spcBef>
                <a:spcPts val="0"/>
              </a:spcBef>
              <a:spcAft>
                <a:spcPts val="0"/>
              </a:spcAft>
              <a:buNone/>
            </a:pPr>
            <a:r>
              <a:rPr lang="en-US" altLang="ja-JP" sz="1400" b="1" dirty="0">
                <a:solidFill>
                  <a:schemeClr val="dk1"/>
                </a:solidFill>
                <a:cs typeface="MS Gothic"/>
                <a:sym typeface="MS Gothic"/>
              </a:rPr>
              <a:t>  </a:t>
            </a:r>
            <a:r>
              <a:rPr lang="en-US" sz="1400" b="1" dirty="0">
                <a:solidFill>
                  <a:schemeClr val="dk1"/>
                </a:solidFill>
                <a:cs typeface="MS Gothic"/>
                <a:sym typeface="MS Gothic"/>
              </a:rPr>
              <a:t>public static void main(String[] </a:t>
            </a:r>
            <a:r>
              <a:rPr lang="en-US" sz="1400" b="1" dirty="0" err="1">
                <a:solidFill>
                  <a:schemeClr val="dk1"/>
                </a:solidFill>
                <a:cs typeface="MS Gothic"/>
                <a:sym typeface="MS Gothic"/>
              </a:rPr>
              <a:t>args</a:t>
            </a:r>
            <a:r>
              <a:rPr lang="en-US" sz="1400" b="1" dirty="0">
                <a:solidFill>
                  <a:schemeClr val="dk1"/>
                </a:solidFill>
                <a:cs typeface="MS Gothic"/>
                <a:sym typeface="MS Gothic"/>
              </a:rPr>
              <a:t>) {</a:t>
            </a:r>
          </a:p>
          <a:p>
            <a:pPr marL="0" marR="0" lvl="0" indent="0" algn="l" rtl="0">
              <a:spcBef>
                <a:spcPts val="0"/>
              </a:spcBef>
              <a:spcAft>
                <a:spcPts val="0"/>
              </a:spcAft>
              <a:buNone/>
            </a:pPr>
            <a:r>
              <a:rPr lang="en-US" sz="1400" b="1" dirty="0">
                <a:solidFill>
                  <a:schemeClr val="dk1"/>
                </a:solidFill>
                <a:cs typeface="MS Gothic"/>
                <a:sym typeface="MS Gothic"/>
              </a:rPr>
              <a:t>    new Main();</a:t>
            </a:r>
          </a:p>
          <a:p>
            <a:pPr marL="0" marR="0" lvl="0" indent="0" algn="l" rtl="0">
              <a:spcBef>
                <a:spcPts val="0"/>
              </a:spcBef>
              <a:spcAft>
                <a:spcPts val="0"/>
              </a:spcAft>
              <a:buNone/>
            </a:pPr>
            <a:r>
              <a:rPr lang="en-US" sz="1400" b="1" dirty="0">
                <a:solidFill>
                  <a:schemeClr val="dk1"/>
                </a:solidFill>
                <a:cs typeface="MS Gothic"/>
                <a:sym typeface="MS Gothic"/>
              </a:rPr>
              <a:t>  }</a:t>
            </a:r>
          </a:p>
          <a:p>
            <a:pPr marL="0" marR="0" lvl="0" indent="0" algn="l" rtl="0">
              <a:spcBef>
                <a:spcPts val="0"/>
              </a:spcBef>
              <a:spcAft>
                <a:spcPts val="0"/>
              </a:spcAft>
              <a:buNone/>
            </a:pPr>
            <a:r>
              <a:rPr lang="en-US" sz="1400" b="1" dirty="0">
                <a:solidFill>
                  <a:schemeClr val="dk1"/>
                </a:solidFill>
                <a:cs typeface="MS Gothic"/>
                <a:sym typeface="MS Gothic"/>
              </a:rPr>
              <a:t>}</a:t>
            </a:r>
          </a:p>
        </p:txBody>
      </p:sp>
      <p:sp>
        <p:nvSpPr>
          <p:cNvPr id="7" name="Google Shape;131;p18">
            <a:extLst>
              <a:ext uri="{FF2B5EF4-FFF2-40B4-BE49-F238E27FC236}">
                <a16:creationId xmlns:a16="http://schemas.microsoft.com/office/drawing/2014/main" id="{87DA50C7-3D7E-4022-862F-778CA1726CEF}"/>
              </a:ext>
            </a:extLst>
          </p:cNvPr>
          <p:cNvSpPr/>
          <p:nvPr/>
        </p:nvSpPr>
        <p:spPr>
          <a:xfrm>
            <a:off x="1142999" y="3665220"/>
            <a:ext cx="6720841" cy="1173996"/>
          </a:xfrm>
          <a:prstGeom prst="rect">
            <a:avLst/>
          </a:prstGeom>
          <a:solidFill>
            <a:schemeClr val="bg1"/>
          </a:solidFill>
          <a:ln w="127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dirty="0">
                <a:solidFill>
                  <a:schemeClr val="dk1"/>
                </a:solidFill>
                <a:cs typeface="MS Gothic"/>
                <a:sym typeface="MS Gothic"/>
              </a:rPr>
              <a:t>public class Sa {</a:t>
            </a:r>
          </a:p>
          <a:p>
            <a:pPr marL="0" marR="0" lvl="0" indent="0" algn="l" rtl="0">
              <a:spcBef>
                <a:spcPts val="0"/>
              </a:spcBef>
              <a:spcAft>
                <a:spcPts val="0"/>
              </a:spcAft>
              <a:buNone/>
            </a:pPr>
            <a:r>
              <a:rPr lang="en-US" sz="1400" b="1" dirty="0">
                <a:solidFill>
                  <a:schemeClr val="dk1"/>
                </a:solidFill>
                <a:cs typeface="MS Gothic"/>
                <a:sym typeface="MS Gothic"/>
              </a:rPr>
              <a:t>  Sa() {</a:t>
            </a:r>
          </a:p>
          <a:p>
            <a:pPr marL="0" marR="0" lvl="0" indent="0" algn="l" rtl="0">
              <a:spcBef>
                <a:spcPts val="0"/>
              </a:spcBef>
              <a:spcAft>
                <a:spcPts val="0"/>
              </a:spcAft>
              <a:buNone/>
            </a:pPr>
            <a:r>
              <a:rPr lang="en-US" sz="1400" b="1" dirty="0">
                <a:solidFill>
                  <a:schemeClr val="dk1"/>
                </a:solidFill>
                <a:cs typeface="MS Gothic"/>
                <a:sym typeface="MS Gothic"/>
              </a:rPr>
              <a:t>     </a:t>
            </a:r>
            <a:r>
              <a:rPr lang="en-US" sz="1400" b="1" dirty="0" err="1">
                <a:solidFill>
                  <a:schemeClr val="dk1"/>
                </a:solidFill>
                <a:cs typeface="MS Gothic"/>
                <a:sym typeface="MS Gothic"/>
              </a:rPr>
              <a:t>System.out.println</a:t>
            </a:r>
            <a:r>
              <a:rPr lang="en-US" sz="1400" b="1" dirty="0">
                <a:solidFill>
                  <a:schemeClr val="dk1"/>
                </a:solidFill>
                <a:cs typeface="MS Gothic"/>
                <a:sym typeface="MS Gothic"/>
              </a:rPr>
              <a:t>("</a:t>
            </a:r>
            <a:r>
              <a:rPr lang="ja-JP" altLang="en-US" sz="1400" b="1" dirty="0">
                <a:solidFill>
                  <a:schemeClr val="dk1"/>
                </a:solidFill>
                <a:cs typeface="MS Gothic"/>
                <a:sym typeface="MS Gothic"/>
              </a:rPr>
              <a:t>親クラスのコンストラクタ</a:t>
            </a:r>
            <a:r>
              <a:rPr lang="en-US" altLang="ja-JP" sz="1400" b="1" dirty="0">
                <a:solidFill>
                  <a:schemeClr val="dk1"/>
                </a:solidFill>
                <a:cs typeface="MS Gothic"/>
                <a:sym typeface="MS Gothic"/>
              </a:rPr>
              <a:t>");</a:t>
            </a:r>
          </a:p>
          <a:p>
            <a:pPr marL="0" marR="0" lvl="0" indent="0" algn="l" rtl="0">
              <a:spcBef>
                <a:spcPts val="0"/>
              </a:spcBef>
              <a:spcAft>
                <a:spcPts val="0"/>
              </a:spcAft>
              <a:buNone/>
            </a:pPr>
            <a:r>
              <a:rPr lang="en-US" altLang="ja-JP" sz="1400" b="1" dirty="0">
                <a:solidFill>
                  <a:schemeClr val="dk1"/>
                </a:solidFill>
                <a:cs typeface="MS Gothic"/>
                <a:sym typeface="MS Gothic"/>
              </a:rPr>
              <a:t>  }</a:t>
            </a:r>
          </a:p>
          <a:p>
            <a:pPr marL="0" marR="0" lvl="0" indent="0" algn="l" rtl="0">
              <a:spcBef>
                <a:spcPts val="0"/>
              </a:spcBef>
              <a:spcAft>
                <a:spcPts val="0"/>
              </a:spcAft>
              <a:buNone/>
            </a:pPr>
            <a:r>
              <a:rPr lang="en-US" altLang="ja-JP" sz="1400" b="1" dirty="0">
                <a:solidFill>
                  <a:schemeClr val="dk1"/>
                </a:solidFill>
                <a:cs typeface="MS Gothic"/>
                <a:sym typeface="MS Gothic"/>
              </a:rPr>
              <a:t>}</a:t>
            </a:r>
          </a:p>
        </p:txBody>
      </p:sp>
    </p:spTree>
    <p:extLst>
      <p:ext uri="{BB962C8B-B14F-4D97-AF65-F5344CB8AC3E}">
        <p14:creationId xmlns:p14="http://schemas.microsoft.com/office/powerpoint/2010/main" val="13766882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1C360C9-B77E-463C-9E3F-92626256FA83}"/>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9EE757FC-3A7F-45A1-9212-AB3FF36CE6FF}"/>
              </a:ext>
            </a:extLst>
          </p:cNvPr>
          <p:cNvSpPr>
            <a:spLocks noGrp="1"/>
          </p:cNvSpPr>
          <p:nvPr>
            <p:ph type="ctrTitle"/>
          </p:nvPr>
        </p:nvSpPr>
        <p:spPr/>
        <p:txBody>
          <a:bodyPr/>
          <a:lstStyle/>
          <a:p>
            <a:r>
              <a:rPr lang="en-US" altLang="ja-JP" dirty="0" err="1"/>
              <a:t>コンストラクタ</a:t>
            </a:r>
            <a:endParaRPr kumimoji="1" lang="ja-JP" altLang="en-US" dirty="0"/>
          </a:p>
        </p:txBody>
      </p:sp>
      <p:sp>
        <p:nvSpPr>
          <p:cNvPr id="4" name="スライド番号プレースホルダー 3">
            <a:extLst>
              <a:ext uri="{FF2B5EF4-FFF2-40B4-BE49-F238E27FC236}">
                <a16:creationId xmlns:a16="http://schemas.microsoft.com/office/drawing/2014/main" id="{61EB9EA7-516D-44EB-8F40-BC2BC3F7CB89}"/>
              </a:ext>
            </a:extLst>
          </p:cNvPr>
          <p:cNvSpPr>
            <a:spLocks noGrp="1"/>
          </p:cNvSpPr>
          <p:nvPr>
            <p:ph type="sldNum" sz="quarter" idx="4"/>
          </p:nvPr>
        </p:nvSpPr>
        <p:spPr/>
        <p:txBody>
          <a:bodyPr/>
          <a:lstStyle/>
          <a:p>
            <a:fld id="{00000000-1234-1234-1234-123412341234}" type="slidenum">
              <a:rPr lang="en" smtClean="0"/>
              <a:pPr/>
              <a:t>15</a:t>
            </a:fld>
            <a:endParaRPr lang="en" dirty="0"/>
          </a:p>
        </p:txBody>
      </p:sp>
      <p:sp>
        <p:nvSpPr>
          <p:cNvPr id="5" name="テキスト プレースホルダー 4">
            <a:extLst>
              <a:ext uri="{FF2B5EF4-FFF2-40B4-BE49-F238E27FC236}">
                <a16:creationId xmlns:a16="http://schemas.microsoft.com/office/drawing/2014/main" id="{9092D634-F385-4503-B454-56CCFA19FE3C}"/>
              </a:ext>
            </a:extLst>
          </p:cNvPr>
          <p:cNvSpPr>
            <a:spLocks noGrp="1"/>
          </p:cNvSpPr>
          <p:nvPr>
            <p:ph type="body" sz="quarter" idx="14"/>
          </p:nvPr>
        </p:nvSpPr>
        <p:spPr/>
        <p:txBody>
          <a:bodyPr/>
          <a:lstStyle/>
          <a:p>
            <a:pPr marL="96838" indent="0">
              <a:buNone/>
            </a:pPr>
            <a:r>
              <a:rPr kumimoji="1" lang="ja-JP" altLang="en-US" dirty="0"/>
              <a:t>実行結果はどうだったでしょうか？</a:t>
            </a:r>
          </a:p>
          <a:p>
            <a:endParaRPr kumimoji="1" lang="en-US" altLang="ja-JP" b="1" dirty="0">
              <a:solidFill>
                <a:schemeClr val="accent1"/>
              </a:solidFill>
            </a:endParaRPr>
          </a:p>
          <a:p>
            <a:r>
              <a:rPr kumimoji="1" lang="ja-JP" altLang="en-US" b="1" dirty="0">
                <a:solidFill>
                  <a:schemeClr val="accent1"/>
                </a:solidFill>
              </a:rPr>
              <a:t>親クラスのコンストラクタ</a:t>
            </a:r>
          </a:p>
          <a:p>
            <a:r>
              <a:rPr kumimoji="1" lang="ja-JP" altLang="en-US" b="1" dirty="0">
                <a:solidFill>
                  <a:schemeClr val="accent1"/>
                </a:solidFill>
              </a:rPr>
              <a:t>子クラスのコンストラクタ</a:t>
            </a:r>
          </a:p>
          <a:p>
            <a:pPr marL="96838" indent="0">
              <a:buNone/>
            </a:pPr>
            <a:endParaRPr kumimoji="1" lang="en-US" altLang="ja-JP" dirty="0"/>
          </a:p>
          <a:p>
            <a:pPr marL="96838" indent="0">
              <a:buNone/>
            </a:pPr>
            <a:r>
              <a:rPr kumimoji="1" lang="ja-JP" altLang="en-US" dirty="0"/>
              <a:t>という順番で表示されましたでしょうか？</a:t>
            </a:r>
          </a:p>
          <a:p>
            <a:pPr marL="96838" indent="0">
              <a:buNone/>
            </a:pPr>
            <a:r>
              <a:rPr kumimoji="1" lang="ja-JP" altLang="en-US" dirty="0"/>
              <a:t>つまり、親クラスのコンストラクタが先に呼ばれていることがわかりました。</a:t>
            </a:r>
          </a:p>
          <a:p>
            <a:pPr marL="96838" indent="0">
              <a:buNone/>
            </a:pPr>
            <a:r>
              <a:rPr kumimoji="1" lang="ja-JP" altLang="en-US" dirty="0"/>
              <a:t>これは、「</a:t>
            </a:r>
            <a:r>
              <a:rPr kumimoji="1" lang="ja-JP" altLang="en-US" b="1" dirty="0">
                <a:solidFill>
                  <a:schemeClr val="tx2"/>
                </a:solidFill>
              </a:rPr>
              <a:t>継承をすると必ず親クラスのインスタンス生成を行う</a:t>
            </a:r>
            <a:r>
              <a:rPr kumimoji="1" lang="ja-JP" altLang="en-US" dirty="0"/>
              <a:t>」というルールがあるため、親クラスのコンストラクタを呼び出しています。</a:t>
            </a:r>
          </a:p>
          <a:p>
            <a:pPr marL="96838" indent="0">
              <a:buNone/>
            </a:pPr>
            <a:endParaRPr kumimoji="1" lang="ja-JP" altLang="en-US" dirty="0"/>
          </a:p>
          <a:p>
            <a:pPr marL="96838" indent="0">
              <a:buNone/>
            </a:pPr>
            <a:r>
              <a:rPr kumimoji="1" lang="ja-JP" altLang="en-US" dirty="0"/>
              <a:t>ではここで疑問に思って欲しいのですが、親クラスのコンストラクタを呼び出している処理は記述しましたか？</a:t>
            </a:r>
          </a:p>
          <a:p>
            <a:pPr marL="96838" indent="0">
              <a:buNone/>
            </a:pPr>
            <a:r>
              <a:rPr kumimoji="1" lang="ja-JP" altLang="en-US" dirty="0"/>
              <a:t>してないですよね。</a:t>
            </a:r>
          </a:p>
          <a:p>
            <a:pPr marL="96838" indent="0">
              <a:buNone/>
            </a:pPr>
            <a:endParaRPr kumimoji="1" lang="ja-JP" altLang="en-US" dirty="0"/>
          </a:p>
        </p:txBody>
      </p:sp>
    </p:spTree>
    <p:extLst>
      <p:ext uri="{BB962C8B-B14F-4D97-AF65-F5344CB8AC3E}">
        <p14:creationId xmlns:p14="http://schemas.microsoft.com/office/powerpoint/2010/main" val="1089892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8FAD3FA-C86F-42D3-8DEC-637B6F8DC904}"/>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82A116F0-EE64-4EEB-B551-544C956B306B}"/>
              </a:ext>
            </a:extLst>
          </p:cNvPr>
          <p:cNvSpPr>
            <a:spLocks noGrp="1"/>
          </p:cNvSpPr>
          <p:nvPr>
            <p:ph type="ctrTitle"/>
          </p:nvPr>
        </p:nvSpPr>
        <p:spPr/>
        <p:txBody>
          <a:bodyPr/>
          <a:lstStyle/>
          <a:p>
            <a:r>
              <a:rPr lang="en-US" altLang="ja-JP" dirty="0" err="1"/>
              <a:t>コンストラクタ</a:t>
            </a:r>
            <a:endParaRPr kumimoji="1" lang="ja-JP" altLang="en-US" dirty="0"/>
          </a:p>
        </p:txBody>
      </p:sp>
      <p:sp>
        <p:nvSpPr>
          <p:cNvPr id="4" name="スライド番号プレースホルダー 3">
            <a:extLst>
              <a:ext uri="{FF2B5EF4-FFF2-40B4-BE49-F238E27FC236}">
                <a16:creationId xmlns:a16="http://schemas.microsoft.com/office/drawing/2014/main" id="{71052EA3-C78B-4A2F-8898-B59200A96BB8}"/>
              </a:ext>
            </a:extLst>
          </p:cNvPr>
          <p:cNvSpPr>
            <a:spLocks noGrp="1"/>
          </p:cNvSpPr>
          <p:nvPr>
            <p:ph type="sldNum" sz="quarter" idx="4"/>
          </p:nvPr>
        </p:nvSpPr>
        <p:spPr/>
        <p:txBody>
          <a:bodyPr/>
          <a:lstStyle/>
          <a:p>
            <a:fld id="{00000000-1234-1234-1234-123412341234}" type="slidenum">
              <a:rPr lang="en" smtClean="0"/>
              <a:pPr/>
              <a:t>16</a:t>
            </a:fld>
            <a:endParaRPr lang="en" dirty="0"/>
          </a:p>
        </p:txBody>
      </p:sp>
      <p:sp>
        <p:nvSpPr>
          <p:cNvPr id="5" name="テキスト プレースホルダー 4">
            <a:extLst>
              <a:ext uri="{FF2B5EF4-FFF2-40B4-BE49-F238E27FC236}">
                <a16:creationId xmlns:a16="http://schemas.microsoft.com/office/drawing/2014/main" id="{AD9083A4-02D0-4095-B458-23567A70DC92}"/>
              </a:ext>
            </a:extLst>
          </p:cNvPr>
          <p:cNvSpPr>
            <a:spLocks noGrp="1"/>
          </p:cNvSpPr>
          <p:nvPr>
            <p:ph type="body" sz="quarter" idx="14"/>
          </p:nvPr>
        </p:nvSpPr>
        <p:spPr>
          <a:xfrm>
            <a:off x="462875" y="859491"/>
            <a:ext cx="8216900" cy="1037889"/>
          </a:xfrm>
        </p:spPr>
        <p:txBody>
          <a:bodyPr/>
          <a:lstStyle/>
          <a:p>
            <a:pPr marL="96838" indent="0">
              <a:buNone/>
            </a:pPr>
            <a:r>
              <a:rPr kumimoji="1" lang="ja-JP" altLang="en-US" dirty="0"/>
              <a:t>親クラスのコンストラクタ呼び出しが書かれていない場合は、その呼び出し処理が自動的に用意されます。</a:t>
            </a:r>
          </a:p>
          <a:p>
            <a:pPr marL="96838" indent="0">
              <a:buNone/>
            </a:pPr>
            <a:r>
              <a:rPr kumimoji="1" lang="ja-JP" altLang="en-US" dirty="0"/>
              <a:t>用意されるものは、親クラスのコンストラクタを呼び出すという意味の・・・</a:t>
            </a:r>
            <a:endParaRPr kumimoji="1" lang="en-US" altLang="ja-JP" dirty="0"/>
          </a:p>
          <a:p>
            <a:pPr marL="96838" indent="0">
              <a:buNone/>
            </a:pPr>
            <a:r>
              <a:rPr lang="en-US" altLang="ja-JP" dirty="0"/>
              <a:t>	</a:t>
            </a:r>
            <a:r>
              <a:rPr kumimoji="1" lang="en-US" altLang="ja-JP" b="1" dirty="0">
                <a:solidFill>
                  <a:schemeClr val="accent1"/>
                </a:solidFill>
              </a:rPr>
              <a:t>super(</a:t>
            </a:r>
            <a:r>
              <a:rPr kumimoji="1" lang="ja-JP" altLang="en-US" b="1" dirty="0">
                <a:solidFill>
                  <a:schemeClr val="accent1"/>
                </a:solidFill>
              </a:rPr>
              <a:t>引数</a:t>
            </a:r>
            <a:r>
              <a:rPr kumimoji="1" lang="en-US" altLang="ja-JP" b="1" dirty="0">
                <a:solidFill>
                  <a:schemeClr val="accent1"/>
                </a:solidFill>
              </a:rPr>
              <a:t>);</a:t>
            </a:r>
          </a:p>
          <a:p>
            <a:pPr marL="96838" indent="0">
              <a:buNone/>
            </a:pPr>
            <a:endParaRPr kumimoji="1" lang="ja-JP" altLang="en-US" dirty="0"/>
          </a:p>
        </p:txBody>
      </p:sp>
      <p:sp>
        <p:nvSpPr>
          <p:cNvPr id="6" name="Google Shape;131;p18">
            <a:extLst>
              <a:ext uri="{FF2B5EF4-FFF2-40B4-BE49-F238E27FC236}">
                <a16:creationId xmlns:a16="http://schemas.microsoft.com/office/drawing/2014/main" id="{E84A9B31-0010-48C8-AFCF-7FB71E5E3236}"/>
              </a:ext>
            </a:extLst>
          </p:cNvPr>
          <p:cNvSpPr/>
          <p:nvPr/>
        </p:nvSpPr>
        <p:spPr>
          <a:xfrm>
            <a:off x="1142999" y="1897380"/>
            <a:ext cx="6720841" cy="2057400"/>
          </a:xfrm>
          <a:prstGeom prst="rect">
            <a:avLst/>
          </a:prstGeom>
          <a:solidFill>
            <a:schemeClr val="bg1"/>
          </a:solidFill>
          <a:ln w="127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dirty="0">
                <a:solidFill>
                  <a:schemeClr val="dk1"/>
                </a:solidFill>
                <a:cs typeface="MS Gothic"/>
                <a:sym typeface="MS Gothic"/>
              </a:rPr>
              <a:t>public class Main extends Sa {</a:t>
            </a:r>
          </a:p>
          <a:p>
            <a:pPr marL="0" marR="0" lvl="0" indent="0" algn="l" rtl="0">
              <a:spcBef>
                <a:spcPts val="0"/>
              </a:spcBef>
              <a:spcAft>
                <a:spcPts val="0"/>
              </a:spcAft>
              <a:buNone/>
            </a:pPr>
            <a:r>
              <a:rPr lang="en-US" sz="1400" b="1" dirty="0">
                <a:solidFill>
                  <a:schemeClr val="dk1"/>
                </a:solidFill>
                <a:cs typeface="MS Gothic"/>
                <a:sym typeface="MS Gothic"/>
              </a:rPr>
              <a:t>  Main() {</a:t>
            </a:r>
          </a:p>
          <a:p>
            <a:pPr marL="0" marR="0" lvl="0" indent="0" algn="l" rtl="0">
              <a:spcBef>
                <a:spcPts val="0"/>
              </a:spcBef>
              <a:spcAft>
                <a:spcPts val="0"/>
              </a:spcAft>
              <a:buNone/>
            </a:pPr>
            <a:r>
              <a:rPr lang="en-US" sz="1400" b="1" dirty="0">
                <a:solidFill>
                  <a:schemeClr val="dk1"/>
                </a:solidFill>
                <a:cs typeface="MS Gothic"/>
                <a:sym typeface="MS Gothic"/>
              </a:rPr>
              <a:t>    super();</a:t>
            </a:r>
          </a:p>
          <a:p>
            <a:pPr marL="0" marR="0" lvl="0" indent="0" algn="l" rtl="0">
              <a:spcBef>
                <a:spcPts val="0"/>
              </a:spcBef>
              <a:spcAft>
                <a:spcPts val="0"/>
              </a:spcAft>
              <a:buNone/>
            </a:pPr>
            <a:r>
              <a:rPr lang="en-US" sz="1400" b="1" dirty="0">
                <a:solidFill>
                  <a:schemeClr val="dk1"/>
                </a:solidFill>
                <a:cs typeface="MS Gothic"/>
                <a:sym typeface="MS Gothic"/>
              </a:rPr>
              <a:t>    </a:t>
            </a:r>
            <a:r>
              <a:rPr lang="en-US" sz="1400" b="1" dirty="0" err="1">
                <a:solidFill>
                  <a:schemeClr val="dk1"/>
                </a:solidFill>
                <a:cs typeface="MS Gothic"/>
                <a:sym typeface="MS Gothic"/>
              </a:rPr>
              <a:t>System.out.println</a:t>
            </a:r>
            <a:r>
              <a:rPr lang="en-US" sz="1400" b="1" dirty="0">
                <a:solidFill>
                  <a:schemeClr val="dk1"/>
                </a:solidFill>
                <a:cs typeface="MS Gothic"/>
                <a:sym typeface="MS Gothic"/>
              </a:rPr>
              <a:t>("</a:t>
            </a:r>
            <a:r>
              <a:rPr lang="ja-JP" altLang="en-US" sz="1400" b="1" dirty="0">
                <a:solidFill>
                  <a:schemeClr val="dk1"/>
                </a:solidFill>
                <a:cs typeface="MS Gothic"/>
                <a:sym typeface="MS Gothic"/>
              </a:rPr>
              <a:t>子クラスのコンストラクタ</a:t>
            </a:r>
            <a:r>
              <a:rPr lang="en-US" altLang="ja-JP" sz="1400" b="1" dirty="0">
                <a:solidFill>
                  <a:schemeClr val="dk1"/>
                </a:solidFill>
                <a:cs typeface="MS Gothic"/>
                <a:sym typeface="MS Gothic"/>
              </a:rPr>
              <a:t>");</a:t>
            </a:r>
          </a:p>
          <a:p>
            <a:pPr marL="0" marR="0" lvl="0" indent="0" algn="l" rtl="0">
              <a:spcBef>
                <a:spcPts val="0"/>
              </a:spcBef>
              <a:spcAft>
                <a:spcPts val="0"/>
              </a:spcAft>
              <a:buNone/>
            </a:pPr>
            <a:r>
              <a:rPr lang="en-US" altLang="ja-JP" sz="1400" b="1" dirty="0">
                <a:solidFill>
                  <a:schemeClr val="dk1"/>
                </a:solidFill>
                <a:cs typeface="MS Gothic"/>
                <a:sym typeface="MS Gothic"/>
              </a:rPr>
              <a:t>  }</a:t>
            </a:r>
          </a:p>
          <a:p>
            <a:pPr marL="0" marR="0" lvl="0" indent="0" algn="l" rtl="0">
              <a:spcBef>
                <a:spcPts val="0"/>
              </a:spcBef>
              <a:spcAft>
                <a:spcPts val="0"/>
              </a:spcAft>
              <a:buNone/>
            </a:pPr>
            <a:r>
              <a:rPr lang="en-US" altLang="ja-JP" sz="1400" b="1" dirty="0">
                <a:solidFill>
                  <a:schemeClr val="dk1"/>
                </a:solidFill>
                <a:cs typeface="MS Gothic"/>
                <a:sym typeface="MS Gothic"/>
              </a:rPr>
              <a:t>  </a:t>
            </a:r>
            <a:r>
              <a:rPr lang="en-US" sz="1400" b="1" dirty="0">
                <a:solidFill>
                  <a:schemeClr val="dk1"/>
                </a:solidFill>
                <a:cs typeface="MS Gothic"/>
                <a:sym typeface="MS Gothic"/>
              </a:rPr>
              <a:t>public static void main(String[] </a:t>
            </a:r>
            <a:r>
              <a:rPr lang="en-US" sz="1400" b="1" dirty="0" err="1">
                <a:solidFill>
                  <a:schemeClr val="dk1"/>
                </a:solidFill>
                <a:cs typeface="MS Gothic"/>
                <a:sym typeface="MS Gothic"/>
              </a:rPr>
              <a:t>args</a:t>
            </a:r>
            <a:r>
              <a:rPr lang="en-US" sz="1400" b="1" dirty="0">
                <a:solidFill>
                  <a:schemeClr val="dk1"/>
                </a:solidFill>
                <a:cs typeface="MS Gothic"/>
                <a:sym typeface="MS Gothic"/>
              </a:rPr>
              <a:t>) {</a:t>
            </a:r>
          </a:p>
          <a:p>
            <a:pPr marL="0" marR="0" lvl="0" indent="0" algn="l" rtl="0">
              <a:spcBef>
                <a:spcPts val="0"/>
              </a:spcBef>
              <a:spcAft>
                <a:spcPts val="0"/>
              </a:spcAft>
              <a:buNone/>
            </a:pPr>
            <a:r>
              <a:rPr lang="en-US" sz="1400" b="1" dirty="0">
                <a:solidFill>
                  <a:schemeClr val="dk1"/>
                </a:solidFill>
                <a:cs typeface="MS Gothic"/>
                <a:sym typeface="MS Gothic"/>
              </a:rPr>
              <a:t>    new Main();</a:t>
            </a:r>
          </a:p>
          <a:p>
            <a:pPr marL="0" marR="0" lvl="0" indent="0" algn="l" rtl="0">
              <a:spcBef>
                <a:spcPts val="0"/>
              </a:spcBef>
              <a:spcAft>
                <a:spcPts val="0"/>
              </a:spcAft>
              <a:buNone/>
            </a:pPr>
            <a:r>
              <a:rPr lang="en-US" sz="1400" b="1" dirty="0">
                <a:solidFill>
                  <a:schemeClr val="dk1"/>
                </a:solidFill>
                <a:cs typeface="MS Gothic"/>
                <a:sym typeface="MS Gothic"/>
              </a:rPr>
              <a:t>  }</a:t>
            </a:r>
          </a:p>
          <a:p>
            <a:pPr marL="0" marR="0" lvl="0" indent="0" algn="l" rtl="0">
              <a:spcBef>
                <a:spcPts val="0"/>
              </a:spcBef>
              <a:spcAft>
                <a:spcPts val="0"/>
              </a:spcAft>
              <a:buNone/>
            </a:pPr>
            <a:r>
              <a:rPr lang="en-US" sz="1400" b="1" dirty="0">
                <a:solidFill>
                  <a:schemeClr val="dk1"/>
                </a:solidFill>
                <a:cs typeface="MS Gothic"/>
                <a:sym typeface="MS Gothic"/>
              </a:rPr>
              <a:t>}</a:t>
            </a:r>
          </a:p>
        </p:txBody>
      </p:sp>
      <p:sp>
        <p:nvSpPr>
          <p:cNvPr id="7" name="Google Shape;243;p28">
            <a:extLst>
              <a:ext uri="{FF2B5EF4-FFF2-40B4-BE49-F238E27FC236}">
                <a16:creationId xmlns:a16="http://schemas.microsoft.com/office/drawing/2014/main" id="{29C80EC0-F637-45B7-9DCD-C12471C39BB9}"/>
              </a:ext>
            </a:extLst>
          </p:cNvPr>
          <p:cNvSpPr/>
          <p:nvPr/>
        </p:nvSpPr>
        <p:spPr>
          <a:xfrm>
            <a:off x="1518340" y="2354580"/>
            <a:ext cx="3137480" cy="284986"/>
          </a:xfrm>
          <a:prstGeom prst="rect">
            <a:avLst/>
          </a:prstGeom>
          <a:solidFill>
            <a:srgbClr val="C00000">
              <a:alpha val="20000"/>
            </a:srgbClr>
          </a:solidFill>
          <a:ln w="127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8" name="Google Shape;244;p28">
            <a:extLst>
              <a:ext uri="{FF2B5EF4-FFF2-40B4-BE49-F238E27FC236}">
                <a16:creationId xmlns:a16="http://schemas.microsoft.com/office/drawing/2014/main" id="{158DAD9B-B839-4D99-B619-E6DD82AD1A72}"/>
              </a:ext>
            </a:extLst>
          </p:cNvPr>
          <p:cNvSpPr/>
          <p:nvPr/>
        </p:nvSpPr>
        <p:spPr>
          <a:xfrm>
            <a:off x="4503419" y="3332206"/>
            <a:ext cx="4040545" cy="1017439"/>
          </a:xfrm>
          <a:prstGeom prst="rect">
            <a:avLst/>
          </a:prstGeom>
          <a:solidFill>
            <a:schemeClr val="lt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solidFill>
                  <a:schemeClr val="dk1"/>
                </a:solidFill>
                <a:cs typeface="MS Gothic"/>
                <a:sym typeface="MS Gothic"/>
              </a:rPr>
              <a:t>public class Sa {</a:t>
            </a:r>
            <a:endParaRPr dirty="0"/>
          </a:p>
          <a:p>
            <a:pPr marL="0" marR="0" lvl="0" indent="0" algn="l" rtl="0">
              <a:spcBef>
                <a:spcPts val="0"/>
              </a:spcBef>
              <a:spcAft>
                <a:spcPts val="0"/>
              </a:spcAft>
              <a:buNone/>
            </a:pPr>
            <a:r>
              <a:rPr lang="en-US" sz="1200" b="1" dirty="0">
                <a:solidFill>
                  <a:schemeClr val="dk1"/>
                </a:solidFill>
                <a:cs typeface="MS Gothic"/>
                <a:sym typeface="MS Gothic"/>
              </a:rPr>
              <a:t>　Sa() {</a:t>
            </a:r>
            <a:endParaRPr dirty="0"/>
          </a:p>
          <a:p>
            <a:pPr marL="0" marR="0" lvl="0" indent="0" algn="l" rtl="0">
              <a:spcBef>
                <a:spcPts val="0"/>
              </a:spcBef>
              <a:spcAft>
                <a:spcPts val="0"/>
              </a:spcAft>
              <a:buNone/>
            </a:pPr>
            <a:r>
              <a:rPr lang="en-US" sz="1200" b="1" dirty="0">
                <a:solidFill>
                  <a:schemeClr val="dk1"/>
                </a:solidFill>
                <a:cs typeface="MS Gothic"/>
                <a:sym typeface="MS Gothic"/>
              </a:rPr>
              <a:t>　　</a:t>
            </a:r>
            <a:r>
              <a:rPr lang="en-US" sz="1200" b="1" dirty="0" err="1">
                <a:solidFill>
                  <a:schemeClr val="dk1"/>
                </a:solidFill>
                <a:cs typeface="MS Gothic"/>
                <a:sym typeface="MS Gothic"/>
              </a:rPr>
              <a:t>System.out.println</a:t>
            </a:r>
            <a:r>
              <a:rPr lang="en-US" sz="1200" b="1" dirty="0">
                <a:solidFill>
                  <a:schemeClr val="dk1"/>
                </a:solidFill>
                <a:cs typeface="MS Gothic"/>
                <a:sym typeface="MS Gothic"/>
              </a:rPr>
              <a:t>("</a:t>
            </a:r>
            <a:r>
              <a:rPr lang="en-US" sz="1200" b="1" dirty="0" err="1">
                <a:solidFill>
                  <a:schemeClr val="dk1"/>
                </a:solidFill>
                <a:cs typeface="MS Gothic"/>
                <a:sym typeface="MS Gothic"/>
              </a:rPr>
              <a:t>親クラスのコンストラクタ</a:t>
            </a:r>
            <a:r>
              <a:rPr lang="en-US" sz="1200" b="1" dirty="0">
                <a:solidFill>
                  <a:schemeClr val="dk1"/>
                </a:solidFill>
                <a:cs typeface="MS Gothic"/>
                <a:sym typeface="MS Gothic"/>
              </a:rPr>
              <a:t>")</a:t>
            </a:r>
            <a:endParaRPr dirty="0"/>
          </a:p>
          <a:p>
            <a:pPr marL="0" marR="0" lvl="0" indent="0" algn="l" rtl="0">
              <a:spcBef>
                <a:spcPts val="0"/>
              </a:spcBef>
              <a:spcAft>
                <a:spcPts val="0"/>
              </a:spcAft>
              <a:buNone/>
            </a:pPr>
            <a:r>
              <a:rPr lang="en-US" sz="1200" b="1" dirty="0">
                <a:solidFill>
                  <a:schemeClr val="dk1"/>
                </a:solidFill>
                <a:cs typeface="MS Gothic"/>
                <a:sym typeface="MS Gothic"/>
              </a:rPr>
              <a:t>　}</a:t>
            </a:r>
            <a:endParaRPr sz="1200" b="1" dirty="0">
              <a:solidFill>
                <a:schemeClr val="dk1"/>
              </a:solidFill>
              <a:cs typeface="MS Gothic"/>
              <a:sym typeface="MS Gothic"/>
            </a:endParaRPr>
          </a:p>
          <a:p>
            <a:pPr marL="0" marR="0" lvl="0" indent="0" algn="l" rtl="0">
              <a:spcBef>
                <a:spcPts val="0"/>
              </a:spcBef>
              <a:spcAft>
                <a:spcPts val="0"/>
              </a:spcAft>
              <a:buNone/>
            </a:pPr>
            <a:r>
              <a:rPr lang="en-US" sz="1200" b="1" dirty="0">
                <a:solidFill>
                  <a:schemeClr val="dk1"/>
                </a:solidFill>
                <a:cs typeface="MS Gothic"/>
                <a:sym typeface="MS Gothic"/>
              </a:rPr>
              <a:t>}</a:t>
            </a:r>
            <a:endParaRPr sz="1200" b="1" dirty="0">
              <a:solidFill>
                <a:schemeClr val="dk1"/>
              </a:solidFill>
              <a:cs typeface="MS Gothic"/>
              <a:sym typeface="MS Gothic"/>
            </a:endParaRPr>
          </a:p>
        </p:txBody>
      </p:sp>
      <p:sp>
        <p:nvSpPr>
          <p:cNvPr id="9" name="テキスト プレースホルダー 4">
            <a:extLst>
              <a:ext uri="{FF2B5EF4-FFF2-40B4-BE49-F238E27FC236}">
                <a16:creationId xmlns:a16="http://schemas.microsoft.com/office/drawing/2014/main" id="{2884E171-A90D-4095-A262-D34B1373CB50}"/>
              </a:ext>
            </a:extLst>
          </p:cNvPr>
          <p:cNvSpPr txBox="1">
            <a:spLocks/>
          </p:cNvSpPr>
          <p:nvPr/>
        </p:nvSpPr>
        <p:spPr>
          <a:xfrm>
            <a:off x="462875" y="4351717"/>
            <a:ext cx="8216900" cy="51035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これが自動的に挿入されることで親クラスのコンストラクタが先に呼ばれ、処理を行ったということになります。</a:t>
            </a:r>
          </a:p>
          <a:p>
            <a:pPr marL="96838" indent="0">
              <a:buFont typeface="Arial" panose="020B0604020202020204" pitchFamily="34" charset="0"/>
              <a:buNone/>
            </a:pPr>
            <a:endParaRPr lang="ja-JP" altLang="en-US" dirty="0"/>
          </a:p>
        </p:txBody>
      </p:sp>
      <p:cxnSp>
        <p:nvCxnSpPr>
          <p:cNvPr id="10" name="Google Shape;245;p28">
            <a:extLst>
              <a:ext uri="{FF2B5EF4-FFF2-40B4-BE49-F238E27FC236}">
                <a16:creationId xmlns:a16="http://schemas.microsoft.com/office/drawing/2014/main" id="{C6AA73AE-1260-4B7D-9411-13A68982F721}"/>
              </a:ext>
            </a:extLst>
          </p:cNvPr>
          <p:cNvCxnSpPr>
            <a:cxnSpLocks/>
            <a:stCxn id="7" idx="2"/>
            <a:endCxn id="8" idx="1"/>
          </p:cNvCxnSpPr>
          <p:nvPr/>
        </p:nvCxnSpPr>
        <p:spPr>
          <a:xfrm rot="16200000" flipH="1">
            <a:off x="3194569" y="2532076"/>
            <a:ext cx="1201360" cy="1416339"/>
          </a:xfrm>
          <a:prstGeom prst="curvedConnector2">
            <a:avLst/>
          </a:prstGeom>
          <a:noFill/>
          <a:ln w="12700" cap="flat" cmpd="sng">
            <a:solidFill>
              <a:srgbClr val="FF0000"/>
            </a:solidFill>
            <a:prstDash val="solid"/>
            <a:round/>
            <a:headEnd type="triangle" w="med" len="med"/>
            <a:tailEnd type="triangle" w="med" len="med"/>
          </a:ln>
        </p:spPr>
      </p:cxnSp>
    </p:spTree>
    <p:extLst>
      <p:ext uri="{BB962C8B-B14F-4D97-AF65-F5344CB8AC3E}">
        <p14:creationId xmlns:p14="http://schemas.microsoft.com/office/powerpoint/2010/main" val="25894809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373E36B-E77C-4CE5-B8E6-2292726E6B1C}"/>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EDAE4E91-904B-4316-BADF-0B4A87DA9915}"/>
              </a:ext>
            </a:extLst>
          </p:cNvPr>
          <p:cNvSpPr>
            <a:spLocks noGrp="1"/>
          </p:cNvSpPr>
          <p:nvPr>
            <p:ph type="ctrTitle"/>
          </p:nvPr>
        </p:nvSpPr>
        <p:spPr/>
        <p:txBody>
          <a:bodyPr/>
          <a:lstStyle/>
          <a:p>
            <a:r>
              <a:rPr lang="en-US" altLang="ja-JP" dirty="0"/>
              <a:t>super()</a:t>
            </a:r>
            <a:r>
              <a:rPr lang="en-US" altLang="ja-JP" dirty="0" err="1"/>
              <a:t>の失敗パターン</a:t>
            </a:r>
            <a:endParaRPr kumimoji="1" lang="ja-JP" altLang="en-US" dirty="0"/>
          </a:p>
        </p:txBody>
      </p:sp>
      <p:sp>
        <p:nvSpPr>
          <p:cNvPr id="4" name="スライド番号プレースホルダー 3">
            <a:extLst>
              <a:ext uri="{FF2B5EF4-FFF2-40B4-BE49-F238E27FC236}">
                <a16:creationId xmlns:a16="http://schemas.microsoft.com/office/drawing/2014/main" id="{D032C580-4661-461D-A009-D03648CDB561}"/>
              </a:ext>
            </a:extLst>
          </p:cNvPr>
          <p:cNvSpPr>
            <a:spLocks noGrp="1"/>
          </p:cNvSpPr>
          <p:nvPr>
            <p:ph type="sldNum" sz="quarter" idx="4"/>
          </p:nvPr>
        </p:nvSpPr>
        <p:spPr/>
        <p:txBody>
          <a:bodyPr/>
          <a:lstStyle/>
          <a:p>
            <a:fld id="{00000000-1234-1234-1234-123412341234}" type="slidenum">
              <a:rPr lang="en" smtClean="0"/>
              <a:pPr/>
              <a:t>17</a:t>
            </a:fld>
            <a:endParaRPr lang="en" dirty="0"/>
          </a:p>
        </p:txBody>
      </p:sp>
      <p:sp>
        <p:nvSpPr>
          <p:cNvPr id="5" name="テキスト プレースホルダー 4">
            <a:extLst>
              <a:ext uri="{FF2B5EF4-FFF2-40B4-BE49-F238E27FC236}">
                <a16:creationId xmlns:a16="http://schemas.microsoft.com/office/drawing/2014/main" id="{BF966A2E-7B30-41D7-9485-DDA63B1FB473}"/>
              </a:ext>
            </a:extLst>
          </p:cNvPr>
          <p:cNvSpPr>
            <a:spLocks noGrp="1"/>
          </p:cNvSpPr>
          <p:nvPr>
            <p:ph type="body" sz="quarter" idx="14"/>
          </p:nvPr>
        </p:nvSpPr>
        <p:spPr/>
        <p:txBody>
          <a:bodyPr/>
          <a:lstStyle/>
          <a:p>
            <a:pPr marL="96838" indent="0">
              <a:buNone/>
            </a:pPr>
            <a:r>
              <a:rPr kumimoji="1" lang="en-US" altLang="ja-JP" dirty="0"/>
              <a:t>super()</a:t>
            </a:r>
            <a:r>
              <a:rPr kumimoji="1" lang="ja-JP" altLang="en-US" dirty="0"/>
              <a:t>を使って親クラスのコンストラクタを呼び出すときに、以下のような失敗をすることがあります。さきほどのプログラムを修正して実際に試してみましょう。</a:t>
            </a:r>
          </a:p>
          <a:p>
            <a:pPr marL="439738" indent="-342900">
              <a:buFont typeface="+mj-lt"/>
              <a:buAutoNum type="arabicPeriod"/>
            </a:pPr>
            <a:r>
              <a:rPr kumimoji="1" lang="ja-JP" altLang="en-US" b="1" dirty="0">
                <a:solidFill>
                  <a:schemeClr val="accent1"/>
                </a:solidFill>
              </a:rPr>
              <a:t>親クラスに</a:t>
            </a:r>
            <a:r>
              <a:rPr kumimoji="1" lang="en-US" altLang="ja-JP" b="1" dirty="0">
                <a:solidFill>
                  <a:schemeClr val="accent1"/>
                </a:solidFill>
              </a:rPr>
              <a:t>Sa(String str){}</a:t>
            </a:r>
            <a:r>
              <a:rPr kumimoji="1" lang="ja-JP" altLang="en-US" b="1" dirty="0">
                <a:solidFill>
                  <a:schemeClr val="accent1"/>
                </a:solidFill>
              </a:rPr>
              <a:t>というコンストラクタがあることでコンパイルエラーになった。</a:t>
            </a:r>
          </a:p>
          <a:p>
            <a:pPr marL="439738" indent="-342900">
              <a:buFont typeface="+mj-lt"/>
              <a:buAutoNum type="arabicPeriod"/>
            </a:pPr>
            <a:r>
              <a:rPr kumimoji="1" lang="ja-JP" altLang="en-US" b="1" dirty="0">
                <a:solidFill>
                  <a:schemeClr val="accent1"/>
                </a:solidFill>
              </a:rPr>
              <a:t>自動挿入でなく、</a:t>
            </a:r>
            <a:r>
              <a:rPr kumimoji="1" lang="en-US" altLang="ja-JP" b="1" dirty="0">
                <a:solidFill>
                  <a:schemeClr val="accent1"/>
                </a:solidFill>
              </a:rPr>
              <a:t>super()</a:t>
            </a:r>
            <a:r>
              <a:rPr kumimoji="1" lang="ja-JP" altLang="en-US" b="1" dirty="0">
                <a:solidFill>
                  <a:schemeClr val="accent1"/>
                </a:solidFill>
              </a:rPr>
              <a:t>と記載したが</a:t>
            </a:r>
            <a:r>
              <a:rPr kumimoji="1" lang="en-US" altLang="ja-JP" b="1" dirty="0">
                <a:solidFill>
                  <a:schemeClr val="accent1"/>
                </a:solidFill>
              </a:rPr>
              <a:t>super()</a:t>
            </a:r>
            <a:r>
              <a:rPr kumimoji="1" lang="ja-JP" altLang="en-US" b="1" dirty="0">
                <a:solidFill>
                  <a:schemeClr val="accent1"/>
                </a:solidFill>
              </a:rPr>
              <a:t>の</a:t>
            </a:r>
            <a:r>
              <a:rPr kumimoji="1" lang="en-US" altLang="ja-JP" b="1" dirty="0">
                <a:solidFill>
                  <a:schemeClr val="accent1"/>
                </a:solidFill>
              </a:rPr>
              <a:t>1</a:t>
            </a:r>
            <a:r>
              <a:rPr kumimoji="1" lang="ja-JP" altLang="en-US" b="1" dirty="0">
                <a:solidFill>
                  <a:schemeClr val="accent1"/>
                </a:solidFill>
              </a:rPr>
              <a:t>つ前に</a:t>
            </a:r>
            <a:r>
              <a:rPr kumimoji="1" lang="en-US" altLang="ja-JP" b="1" dirty="0" err="1">
                <a:solidFill>
                  <a:schemeClr val="accent1"/>
                </a:solidFill>
              </a:rPr>
              <a:t>System.out.print</a:t>
            </a:r>
            <a:r>
              <a:rPr kumimoji="1" lang="en-US" altLang="ja-JP" b="1" dirty="0">
                <a:solidFill>
                  <a:schemeClr val="accent1"/>
                </a:solidFill>
              </a:rPr>
              <a:t>(“Hello”);</a:t>
            </a:r>
            <a:r>
              <a:rPr kumimoji="1" lang="ja-JP" altLang="en-US" b="1" dirty="0">
                <a:solidFill>
                  <a:schemeClr val="accent1"/>
                </a:solidFill>
              </a:rPr>
              <a:t>という処理を追加したところコンパイルエラーとなった。</a:t>
            </a:r>
          </a:p>
          <a:p>
            <a:pPr marL="439738" indent="-342900">
              <a:buFont typeface="+mj-lt"/>
              <a:buAutoNum type="arabicPeriod"/>
            </a:pPr>
            <a:r>
              <a:rPr kumimoji="1" lang="ja-JP" altLang="en-US" b="1" dirty="0">
                <a:solidFill>
                  <a:schemeClr val="accent1"/>
                </a:solidFill>
              </a:rPr>
              <a:t>親クラス</a:t>
            </a:r>
            <a:r>
              <a:rPr kumimoji="1" lang="en-US" altLang="ja-JP" b="1" dirty="0">
                <a:solidFill>
                  <a:schemeClr val="accent1"/>
                </a:solidFill>
              </a:rPr>
              <a:t>(Sa</a:t>
            </a:r>
            <a:r>
              <a:rPr kumimoji="1" lang="ja-JP" altLang="en-US" b="1" dirty="0">
                <a:solidFill>
                  <a:schemeClr val="accent1"/>
                </a:solidFill>
              </a:rPr>
              <a:t>クラス</a:t>
            </a:r>
            <a:r>
              <a:rPr kumimoji="1" lang="en-US" altLang="ja-JP" b="1" dirty="0">
                <a:solidFill>
                  <a:schemeClr val="accent1"/>
                </a:solidFill>
              </a:rPr>
              <a:t>)</a:t>
            </a:r>
            <a:r>
              <a:rPr kumimoji="1" lang="ja-JP" altLang="en-US" b="1" dirty="0">
                <a:solidFill>
                  <a:schemeClr val="accent1"/>
                </a:solidFill>
              </a:rPr>
              <a:t>にコンストラクタが記載されてない状態で、自動挿入でなく</a:t>
            </a:r>
            <a:r>
              <a:rPr kumimoji="1" lang="en-US" altLang="ja-JP" b="1" dirty="0">
                <a:solidFill>
                  <a:schemeClr val="accent1"/>
                </a:solidFill>
              </a:rPr>
              <a:t>super(“</a:t>
            </a:r>
            <a:r>
              <a:rPr kumimoji="1" lang="ja-JP" altLang="en-US" b="1" dirty="0">
                <a:solidFill>
                  <a:schemeClr val="accent1"/>
                </a:solidFill>
              </a:rPr>
              <a:t>こんにちは”</a:t>
            </a:r>
            <a:r>
              <a:rPr kumimoji="1" lang="en-US" altLang="ja-JP" b="1" dirty="0">
                <a:solidFill>
                  <a:schemeClr val="accent1"/>
                </a:solidFill>
              </a:rPr>
              <a:t>)</a:t>
            </a:r>
            <a:r>
              <a:rPr kumimoji="1" lang="ja-JP" altLang="en-US" b="1" dirty="0">
                <a:solidFill>
                  <a:schemeClr val="accent1"/>
                </a:solidFill>
              </a:rPr>
              <a:t>と記載したところコンパイルエラーとなった。</a:t>
            </a:r>
            <a:endParaRPr lang="en-US" altLang="ja-JP" b="1" dirty="0">
              <a:solidFill>
                <a:schemeClr val="accent1"/>
              </a:solidFill>
            </a:endParaRPr>
          </a:p>
          <a:p>
            <a:pPr marL="96838" indent="0">
              <a:buNone/>
            </a:pPr>
            <a:endParaRPr kumimoji="1" lang="en-US" altLang="ja-JP" b="1" dirty="0">
              <a:solidFill>
                <a:schemeClr val="accent1"/>
              </a:solidFill>
            </a:endParaRPr>
          </a:p>
          <a:p>
            <a:pPr marL="96838" indent="0">
              <a:buNone/>
            </a:pPr>
            <a:r>
              <a:rPr kumimoji="1" lang="ja-JP" altLang="en-US" dirty="0"/>
              <a:t>これがエラーになるのはそれぞれ以下の理由になります。</a:t>
            </a:r>
            <a:endParaRPr kumimoji="1" lang="en-US" altLang="ja-JP" dirty="0"/>
          </a:p>
          <a:p>
            <a:pPr marL="439738" indent="-342900">
              <a:buFont typeface="+mj-lt"/>
              <a:buAutoNum type="arabicPeriod"/>
            </a:pPr>
            <a:r>
              <a:rPr kumimoji="1" lang="ja-JP" altLang="en-US" b="1" dirty="0">
                <a:solidFill>
                  <a:schemeClr val="accent1"/>
                </a:solidFill>
              </a:rPr>
              <a:t>自動で呼び出すのは引数無しコンストラクタであるため、親クラスに自作コンストラクタがある場合はそのコンストラクタに合った引数を記載しなければならない。</a:t>
            </a:r>
            <a:r>
              <a:rPr lang="ja-JP" altLang="en-US" b="1" dirty="0">
                <a:solidFill>
                  <a:schemeClr val="accent1"/>
                </a:solidFill>
              </a:rPr>
              <a:t>（今回なら</a:t>
            </a:r>
            <a:r>
              <a:rPr lang="en-US" altLang="ja-JP" b="1" dirty="0">
                <a:solidFill>
                  <a:schemeClr val="accent1"/>
                </a:solidFill>
              </a:rPr>
              <a:t>Super(“”)</a:t>
            </a:r>
            <a:r>
              <a:rPr lang="ja-JP" altLang="en-US" b="1" dirty="0">
                <a:solidFill>
                  <a:schemeClr val="accent1"/>
                </a:solidFill>
              </a:rPr>
              <a:t>）</a:t>
            </a:r>
            <a:endParaRPr kumimoji="1" lang="en-US" altLang="ja-JP" b="1" dirty="0">
              <a:solidFill>
                <a:schemeClr val="accent1"/>
              </a:solidFill>
            </a:endParaRPr>
          </a:p>
          <a:p>
            <a:pPr marL="439738" indent="-342900">
              <a:buFont typeface="+mj-lt"/>
              <a:buAutoNum type="arabicPeriod"/>
            </a:pPr>
            <a:r>
              <a:rPr kumimoji="1" lang="en-US" altLang="ja-JP" b="1" dirty="0">
                <a:solidFill>
                  <a:schemeClr val="accent1"/>
                </a:solidFill>
              </a:rPr>
              <a:t>super()</a:t>
            </a:r>
            <a:r>
              <a:rPr kumimoji="1" lang="ja-JP" altLang="en-US" b="1" dirty="0">
                <a:solidFill>
                  <a:schemeClr val="accent1"/>
                </a:solidFill>
              </a:rPr>
              <a:t>は子クラスのコンストラクタの一番最初に実行されなければならないため、その前に処理を書いてはいけない。</a:t>
            </a:r>
          </a:p>
          <a:p>
            <a:pPr marL="439738" indent="-342900">
              <a:buFont typeface="+mj-lt"/>
              <a:buAutoNum type="arabicPeriod"/>
            </a:pPr>
            <a:r>
              <a:rPr kumimoji="1" lang="ja-JP" altLang="en-US" b="1" dirty="0">
                <a:solidFill>
                  <a:schemeClr val="accent1"/>
                </a:solidFill>
              </a:rPr>
              <a:t>親クラスにはデフォルトコンストラクタしかないため、その形に合致しない</a:t>
            </a:r>
            <a:r>
              <a:rPr kumimoji="1" lang="en-US" altLang="ja-JP" b="1" dirty="0">
                <a:solidFill>
                  <a:schemeClr val="accent1"/>
                </a:solidFill>
              </a:rPr>
              <a:t>super(“</a:t>
            </a:r>
            <a:r>
              <a:rPr kumimoji="1" lang="ja-JP" altLang="en-US" b="1" dirty="0">
                <a:solidFill>
                  <a:schemeClr val="accent1"/>
                </a:solidFill>
              </a:rPr>
              <a:t>文字列</a:t>
            </a:r>
            <a:r>
              <a:rPr kumimoji="1" lang="en-US" altLang="ja-JP" b="1" dirty="0">
                <a:solidFill>
                  <a:schemeClr val="accent1"/>
                </a:solidFill>
              </a:rPr>
              <a:t>”)</a:t>
            </a:r>
            <a:r>
              <a:rPr kumimoji="1" lang="ja-JP" altLang="en-US" b="1" dirty="0">
                <a:solidFill>
                  <a:schemeClr val="accent1"/>
                </a:solidFill>
              </a:rPr>
              <a:t>の形ではコンストラクタを呼び出せない。</a:t>
            </a:r>
            <a:endParaRPr lang="en-US" altLang="ja-JP" b="1" dirty="0">
              <a:solidFill>
                <a:schemeClr val="accent1"/>
              </a:solidFill>
            </a:endParaRPr>
          </a:p>
          <a:p>
            <a:pPr marL="96838" indent="0">
              <a:buNone/>
            </a:pPr>
            <a:endParaRPr kumimoji="1" lang="ja-JP" altLang="en-US" dirty="0"/>
          </a:p>
        </p:txBody>
      </p:sp>
    </p:spTree>
    <p:extLst>
      <p:ext uri="{BB962C8B-B14F-4D97-AF65-F5344CB8AC3E}">
        <p14:creationId xmlns:p14="http://schemas.microsoft.com/office/powerpoint/2010/main" val="546674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0CC0063-33A6-4ADD-96A5-8C29C01DD76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34D50734-0F5C-4C94-829A-64151DE01A55}"/>
              </a:ext>
            </a:extLst>
          </p:cNvPr>
          <p:cNvSpPr>
            <a:spLocks noGrp="1"/>
          </p:cNvSpPr>
          <p:nvPr>
            <p:ph type="ctr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94F9587-9469-42D3-820E-FDB3336450C8}"/>
              </a:ext>
            </a:extLst>
          </p:cNvPr>
          <p:cNvSpPr>
            <a:spLocks noGrp="1"/>
          </p:cNvSpPr>
          <p:nvPr>
            <p:ph type="sldNum" sz="quarter" idx="4"/>
          </p:nvPr>
        </p:nvSpPr>
        <p:spPr/>
        <p:txBody>
          <a:bodyPr/>
          <a:lstStyle/>
          <a:p>
            <a:fld id="{00000000-1234-1234-1234-123412341234}" type="slidenum">
              <a:rPr lang="en" smtClean="0"/>
              <a:pPr/>
              <a:t>18</a:t>
            </a:fld>
            <a:endParaRPr lang="en" dirty="0"/>
          </a:p>
        </p:txBody>
      </p:sp>
      <p:grpSp>
        <p:nvGrpSpPr>
          <p:cNvPr id="6" name="グループ化 5">
            <a:extLst>
              <a:ext uri="{FF2B5EF4-FFF2-40B4-BE49-F238E27FC236}">
                <a16:creationId xmlns:a16="http://schemas.microsoft.com/office/drawing/2014/main" id="{AE744B21-FD1A-4C88-8AA2-66EA7A092EDA}"/>
              </a:ext>
            </a:extLst>
          </p:cNvPr>
          <p:cNvGrpSpPr/>
          <p:nvPr/>
        </p:nvGrpSpPr>
        <p:grpSpPr>
          <a:xfrm>
            <a:off x="268873" y="786891"/>
            <a:ext cx="8411576" cy="4075185"/>
            <a:chOff x="268873" y="786891"/>
            <a:chExt cx="8411576" cy="4132541"/>
          </a:xfrm>
        </p:grpSpPr>
        <p:sp>
          <p:nvSpPr>
            <p:cNvPr id="7" name="四角形: 角を丸くする 6">
              <a:extLst>
                <a:ext uri="{FF2B5EF4-FFF2-40B4-BE49-F238E27FC236}">
                  <a16:creationId xmlns:a16="http://schemas.microsoft.com/office/drawing/2014/main" id="{865919CB-81AB-4600-A608-0B44E14BC8CE}"/>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8" name="テキスト ボックス 7">
              <a:extLst>
                <a:ext uri="{FF2B5EF4-FFF2-40B4-BE49-F238E27FC236}">
                  <a16:creationId xmlns:a16="http://schemas.microsoft.com/office/drawing/2014/main" id="{A400D7EA-539E-42B8-B0A2-FFD5D46545C6}"/>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9" name="図 8">
              <a:extLst>
                <a:ext uri="{FF2B5EF4-FFF2-40B4-BE49-F238E27FC236}">
                  <a16:creationId xmlns:a16="http://schemas.microsoft.com/office/drawing/2014/main" id="{FC8D3A41-C28B-4FED-B733-BFB266C4905B}"/>
                </a:ext>
              </a:extLst>
            </p:cNvPr>
            <p:cNvPicPr>
              <a:picLocks noChangeAspect="1"/>
            </p:cNvPicPr>
            <p:nvPr/>
          </p:nvPicPr>
          <p:blipFill>
            <a:blip r:embed="rId2"/>
            <a:stretch>
              <a:fillRect/>
            </a:stretch>
          </p:blipFill>
          <p:spPr>
            <a:xfrm>
              <a:off x="268873" y="805343"/>
              <a:ext cx="728929" cy="728929"/>
            </a:xfrm>
            <a:prstGeom prst="rect">
              <a:avLst/>
            </a:prstGeom>
          </p:spPr>
        </p:pic>
        <p:sp>
          <p:nvSpPr>
            <p:cNvPr id="10" name="吹き出し: 円形 9">
              <a:extLst>
                <a:ext uri="{FF2B5EF4-FFF2-40B4-BE49-F238E27FC236}">
                  <a16:creationId xmlns:a16="http://schemas.microsoft.com/office/drawing/2014/main" id="{F7944167-EFC6-40F0-9050-37EE106B4E46}"/>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
        <p:nvSpPr>
          <p:cNvPr id="11" name="テキスト ボックス 10">
            <a:extLst>
              <a:ext uri="{FF2B5EF4-FFF2-40B4-BE49-F238E27FC236}">
                <a16:creationId xmlns:a16="http://schemas.microsoft.com/office/drawing/2014/main" id="{0F6019EE-2071-4BB4-B853-9FA384362F8D}"/>
              </a:ext>
            </a:extLst>
          </p:cNvPr>
          <p:cNvSpPr txBox="1"/>
          <p:nvPr/>
        </p:nvSpPr>
        <p:spPr>
          <a:xfrm>
            <a:off x="1001091" y="1304691"/>
            <a:ext cx="2849216" cy="455325"/>
          </a:xfrm>
          <a:prstGeom prst="rect">
            <a:avLst/>
          </a:prstGeom>
          <a:solidFill>
            <a:schemeClr val="bg1">
              <a:lumMod val="95000"/>
            </a:schemeClr>
          </a:solidFill>
        </p:spPr>
        <p:txBody>
          <a:bodyPr wrap="square" rtlCol="0">
            <a:noAutofit/>
          </a:bodyPr>
          <a:lstStyle/>
          <a:p>
            <a:r>
              <a:rPr kumimoji="1" lang="ja-JP" altLang="en-US" sz="1600" dirty="0">
                <a:latin typeface="HGP創英角ﾎﾟｯﾌﾟ体" panose="040B0A00000000000000" pitchFamily="50" charset="-128"/>
                <a:ea typeface="HGP創英角ﾎﾟｯﾌﾟ体" panose="040B0A00000000000000" pitchFamily="50" charset="-128"/>
              </a:rPr>
              <a:t>　　</a:t>
            </a:r>
            <a:r>
              <a:rPr kumimoji="1" lang="en-US" altLang="ja-JP" sz="1600" dirty="0">
                <a:latin typeface="HGP創英角ﾎﾟｯﾌﾟ体" panose="040B0A00000000000000" pitchFamily="50" charset="-128"/>
                <a:ea typeface="HGP創英角ﾎﾟｯﾌﾟ体" panose="040B0A00000000000000" pitchFamily="50" charset="-128"/>
              </a:rPr>
              <a:t>super()</a:t>
            </a:r>
            <a:r>
              <a:rPr kumimoji="1" lang="ja-JP" altLang="en-US" sz="1600" dirty="0">
                <a:latin typeface="HGP創英角ﾎﾟｯﾌﾟ体" panose="040B0A00000000000000" pitchFamily="50" charset="-128"/>
                <a:ea typeface="HGP創英角ﾎﾟｯﾌﾟ体" panose="040B0A00000000000000" pitchFamily="50" charset="-128"/>
              </a:rPr>
              <a:t>と</a:t>
            </a:r>
            <a:r>
              <a:rPr kumimoji="1" lang="en-US" altLang="ja-JP" sz="1600" dirty="0">
                <a:latin typeface="HGP創英角ﾎﾟｯﾌﾟ体" panose="040B0A00000000000000" pitchFamily="50" charset="-128"/>
                <a:ea typeface="HGP創英角ﾎﾟｯﾌﾟ体" panose="040B0A00000000000000" pitchFamily="50" charset="-128"/>
              </a:rPr>
              <a:t>this()</a:t>
            </a:r>
            <a:r>
              <a:rPr kumimoji="1" lang="ja-JP" altLang="en-US" sz="1600" dirty="0">
                <a:latin typeface="HGP創英角ﾎﾟｯﾌﾟ体" panose="040B0A00000000000000" pitchFamily="50" charset="-128"/>
                <a:ea typeface="HGP創英角ﾎﾟｯﾌﾟ体" panose="040B0A00000000000000" pitchFamily="50" charset="-128"/>
              </a:rPr>
              <a:t>の違い</a:t>
            </a:r>
            <a:endPar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endParaRPr>
          </a:p>
        </p:txBody>
      </p:sp>
      <p:sp>
        <p:nvSpPr>
          <p:cNvPr id="12" name="テキスト ボックス 11">
            <a:extLst>
              <a:ext uri="{FF2B5EF4-FFF2-40B4-BE49-F238E27FC236}">
                <a16:creationId xmlns:a16="http://schemas.microsoft.com/office/drawing/2014/main" id="{8A473AEB-8CAB-4338-BFA8-085B70FBEEA0}"/>
              </a:ext>
            </a:extLst>
          </p:cNvPr>
          <p:cNvSpPr txBox="1"/>
          <p:nvPr/>
        </p:nvSpPr>
        <p:spPr>
          <a:xfrm>
            <a:off x="1195766" y="1710410"/>
            <a:ext cx="7147247" cy="642930"/>
          </a:xfrm>
          <a:prstGeom prst="rect">
            <a:avLst/>
          </a:prstGeom>
          <a:solidFill>
            <a:schemeClr val="bg1">
              <a:lumMod val="95000"/>
            </a:schemeClr>
          </a:solidFill>
        </p:spPr>
        <p:txBody>
          <a:bodyPr wrap="square" rtlCol="0">
            <a:noAutofit/>
          </a:bodyPr>
          <a:lstStyle/>
          <a:p>
            <a:r>
              <a:rPr kumimoji="1" lang="en-US" altLang="ja-JP" sz="1400" dirty="0">
                <a:latin typeface="HGP創英角ﾎﾟｯﾌﾟ体" panose="040B0A00000000000000" pitchFamily="50" charset="-128"/>
                <a:ea typeface="HGP創英角ﾎﾟｯﾌﾟ体" panose="040B0A00000000000000" pitchFamily="50" charset="-128"/>
              </a:rPr>
              <a:t>super()</a:t>
            </a:r>
            <a:r>
              <a:rPr kumimoji="1" lang="ja-JP" altLang="en-US" sz="1400" dirty="0">
                <a:latin typeface="HGP創英角ﾎﾟｯﾌﾟ体" panose="040B0A00000000000000" pitchFamily="50" charset="-128"/>
                <a:ea typeface="HGP創英角ﾎﾟｯﾌﾟ体" panose="040B0A00000000000000" pitchFamily="50" charset="-128"/>
              </a:rPr>
              <a:t>は親クラスのコンストラクタ呼び出しでした。では</a:t>
            </a:r>
            <a:r>
              <a:rPr kumimoji="1" lang="en-US" altLang="ja-JP" sz="1400" dirty="0">
                <a:latin typeface="HGP創英角ﾎﾟｯﾌﾟ体" panose="040B0A00000000000000" pitchFamily="50" charset="-128"/>
                <a:ea typeface="HGP創英角ﾎﾟｯﾌﾟ体" panose="040B0A00000000000000" pitchFamily="50" charset="-128"/>
              </a:rPr>
              <a:t>this()</a:t>
            </a:r>
            <a:r>
              <a:rPr kumimoji="1" lang="ja-JP" altLang="en-US" sz="1400" dirty="0">
                <a:latin typeface="HGP創英角ﾎﾟｯﾌﾟ体" panose="040B0A00000000000000" pitchFamily="50" charset="-128"/>
                <a:ea typeface="HGP創英角ﾎﾟｯﾌﾟ体" panose="040B0A00000000000000" pitchFamily="50" charset="-128"/>
              </a:rPr>
              <a:t>を使うとどうなるでしょう？　正解は、「自分のクラスのコンストラクタを呼び出す」です。</a:t>
            </a:r>
            <a:endParaRPr kumimoji="1" lang="ja-JP" altLang="en-US" sz="1400" baseline="0" dirty="0">
              <a:solidFill>
                <a:schemeClr val="tx1"/>
              </a:solidFill>
              <a:latin typeface="HGP創英角ﾎﾟｯﾌﾟ体" panose="040B0A00000000000000" pitchFamily="50" charset="-128"/>
              <a:ea typeface="HGP創英角ﾎﾟｯﾌﾟ体" panose="040B0A00000000000000" pitchFamily="50" charset="-128"/>
            </a:endParaRPr>
          </a:p>
        </p:txBody>
      </p:sp>
      <p:sp>
        <p:nvSpPr>
          <p:cNvPr id="13" name="Google Shape;131;p18">
            <a:extLst>
              <a:ext uri="{FF2B5EF4-FFF2-40B4-BE49-F238E27FC236}">
                <a16:creationId xmlns:a16="http://schemas.microsoft.com/office/drawing/2014/main" id="{6CA0364B-804E-43B3-BD67-CD4C71008D10}"/>
              </a:ext>
            </a:extLst>
          </p:cNvPr>
          <p:cNvSpPr/>
          <p:nvPr/>
        </p:nvSpPr>
        <p:spPr>
          <a:xfrm>
            <a:off x="1211578" y="2284934"/>
            <a:ext cx="6720841" cy="1786391"/>
          </a:xfrm>
          <a:prstGeom prst="rect">
            <a:avLst/>
          </a:prstGeom>
          <a:solidFill>
            <a:schemeClr val="bg1"/>
          </a:solidFill>
          <a:ln w="127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dirty="0">
                <a:solidFill>
                  <a:schemeClr val="dk1"/>
                </a:solidFill>
                <a:cs typeface="MS Gothic"/>
                <a:sym typeface="MS Gothic"/>
              </a:rPr>
              <a:t>public class Hoge {</a:t>
            </a:r>
          </a:p>
          <a:p>
            <a:pPr marL="0" marR="0" lvl="0" indent="0" algn="l" rtl="0">
              <a:spcBef>
                <a:spcPts val="0"/>
              </a:spcBef>
              <a:spcAft>
                <a:spcPts val="0"/>
              </a:spcAft>
              <a:buNone/>
            </a:pPr>
            <a:r>
              <a:rPr lang="en-US" sz="1400" b="1" dirty="0">
                <a:solidFill>
                  <a:schemeClr val="dk1"/>
                </a:solidFill>
                <a:cs typeface="MS Gothic"/>
                <a:sym typeface="MS Gothic"/>
              </a:rPr>
              <a:t>	public Hoge() {</a:t>
            </a:r>
          </a:p>
          <a:p>
            <a:pPr marL="0" marR="0" lvl="0" indent="0" algn="l" rtl="0">
              <a:spcBef>
                <a:spcPts val="0"/>
              </a:spcBef>
              <a:spcAft>
                <a:spcPts val="0"/>
              </a:spcAft>
              <a:buNone/>
            </a:pPr>
            <a:r>
              <a:rPr lang="en-US" sz="1400" b="1" dirty="0">
                <a:solidFill>
                  <a:schemeClr val="dk1"/>
                </a:solidFill>
                <a:cs typeface="MS Gothic"/>
                <a:sym typeface="MS Gothic"/>
              </a:rPr>
              <a:t>		this("↓</a:t>
            </a:r>
            <a:r>
              <a:rPr lang="ja-JP" altLang="en-US" sz="1400" b="1" dirty="0">
                <a:solidFill>
                  <a:schemeClr val="dk1"/>
                </a:solidFill>
                <a:cs typeface="MS Gothic"/>
                <a:sym typeface="MS Gothic"/>
              </a:rPr>
              <a:t>の</a:t>
            </a:r>
            <a:r>
              <a:rPr lang="en-US" sz="1400" b="1" dirty="0">
                <a:solidFill>
                  <a:schemeClr val="dk1"/>
                </a:solidFill>
                <a:cs typeface="MS Gothic"/>
                <a:sym typeface="MS Gothic"/>
              </a:rPr>
              <a:t>Hoge(String)</a:t>
            </a:r>
            <a:r>
              <a:rPr lang="ja-JP" altLang="en-US" sz="1400" b="1" dirty="0">
                <a:solidFill>
                  <a:schemeClr val="dk1"/>
                </a:solidFill>
                <a:cs typeface="MS Gothic"/>
                <a:sym typeface="MS Gothic"/>
              </a:rPr>
              <a:t>コンストラクタを呼び出すよ！</a:t>
            </a:r>
            <a:r>
              <a:rPr lang="en-US" altLang="ja-JP" sz="1400" b="1" dirty="0">
                <a:solidFill>
                  <a:schemeClr val="dk1"/>
                </a:solidFill>
                <a:cs typeface="MS Gothic"/>
                <a:sym typeface="MS Gothic"/>
              </a:rPr>
              <a:t>");</a:t>
            </a:r>
          </a:p>
          <a:p>
            <a:pPr marL="0" marR="0" lvl="0" indent="0" algn="l" rtl="0">
              <a:spcBef>
                <a:spcPts val="0"/>
              </a:spcBef>
              <a:spcAft>
                <a:spcPts val="0"/>
              </a:spcAft>
              <a:buNone/>
            </a:pPr>
            <a:r>
              <a:rPr lang="en-US" altLang="ja-JP" sz="1400" b="1" dirty="0">
                <a:solidFill>
                  <a:schemeClr val="dk1"/>
                </a:solidFill>
                <a:cs typeface="MS Gothic"/>
                <a:sym typeface="MS Gothic"/>
              </a:rPr>
              <a:t>	}</a:t>
            </a:r>
          </a:p>
          <a:p>
            <a:pPr marL="0" marR="0" lvl="0" indent="0" algn="l" rtl="0">
              <a:spcBef>
                <a:spcPts val="0"/>
              </a:spcBef>
              <a:spcAft>
                <a:spcPts val="0"/>
              </a:spcAft>
              <a:buNone/>
            </a:pPr>
            <a:r>
              <a:rPr lang="en-US" altLang="ja-JP" sz="1400" b="1" dirty="0">
                <a:solidFill>
                  <a:schemeClr val="dk1"/>
                </a:solidFill>
                <a:cs typeface="MS Gothic"/>
                <a:sym typeface="MS Gothic"/>
              </a:rPr>
              <a:t>	</a:t>
            </a:r>
            <a:r>
              <a:rPr lang="en-US" sz="1400" b="1" dirty="0">
                <a:solidFill>
                  <a:schemeClr val="dk1"/>
                </a:solidFill>
                <a:cs typeface="MS Gothic"/>
                <a:sym typeface="MS Gothic"/>
              </a:rPr>
              <a:t>public Hoge(String display) {</a:t>
            </a:r>
          </a:p>
          <a:p>
            <a:pPr marL="0" marR="0" lvl="0" indent="0" algn="l" rtl="0">
              <a:spcBef>
                <a:spcPts val="0"/>
              </a:spcBef>
              <a:spcAft>
                <a:spcPts val="0"/>
              </a:spcAft>
              <a:buNone/>
            </a:pPr>
            <a:r>
              <a:rPr lang="en-US" sz="1400" b="1" dirty="0">
                <a:solidFill>
                  <a:schemeClr val="dk1"/>
                </a:solidFill>
                <a:cs typeface="MS Gothic"/>
                <a:sym typeface="MS Gothic"/>
              </a:rPr>
              <a:t>		</a:t>
            </a:r>
            <a:r>
              <a:rPr lang="en-US" sz="1400" b="1" dirty="0" err="1">
                <a:solidFill>
                  <a:schemeClr val="dk1"/>
                </a:solidFill>
                <a:cs typeface="MS Gothic"/>
                <a:sym typeface="MS Gothic"/>
              </a:rPr>
              <a:t>System.out.println</a:t>
            </a:r>
            <a:r>
              <a:rPr lang="en-US" sz="1400" b="1" dirty="0">
                <a:solidFill>
                  <a:schemeClr val="dk1"/>
                </a:solidFill>
                <a:cs typeface="MS Gothic"/>
                <a:sym typeface="MS Gothic"/>
              </a:rPr>
              <a:t>(display);</a:t>
            </a:r>
          </a:p>
          <a:p>
            <a:pPr marL="0" marR="0" lvl="0" indent="0" algn="l" rtl="0">
              <a:spcBef>
                <a:spcPts val="0"/>
              </a:spcBef>
              <a:spcAft>
                <a:spcPts val="0"/>
              </a:spcAft>
              <a:buNone/>
            </a:pPr>
            <a:r>
              <a:rPr lang="en-US" sz="1400" b="1" dirty="0">
                <a:solidFill>
                  <a:schemeClr val="dk1"/>
                </a:solidFill>
                <a:cs typeface="MS Gothic"/>
                <a:sym typeface="MS Gothic"/>
              </a:rPr>
              <a:t>	}</a:t>
            </a:r>
          </a:p>
          <a:p>
            <a:pPr marL="0" marR="0" lvl="0" indent="0" algn="l" rtl="0">
              <a:spcBef>
                <a:spcPts val="0"/>
              </a:spcBef>
              <a:spcAft>
                <a:spcPts val="0"/>
              </a:spcAft>
              <a:buNone/>
            </a:pPr>
            <a:r>
              <a:rPr lang="en-US" sz="1400" b="1" dirty="0">
                <a:solidFill>
                  <a:schemeClr val="dk1"/>
                </a:solidFill>
                <a:cs typeface="MS Gothic"/>
                <a:sym typeface="MS Gothic"/>
              </a:rPr>
              <a:t>}</a:t>
            </a:r>
          </a:p>
        </p:txBody>
      </p:sp>
      <p:sp>
        <p:nvSpPr>
          <p:cNvPr id="14" name="テキスト ボックス 13">
            <a:extLst>
              <a:ext uri="{FF2B5EF4-FFF2-40B4-BE49-F238E27FC236}">
                <a16:creationId xmlns:a16="http://schemas.microsoft.com/office/drawing/2014/main" id="{8E8F964C-59FB-4F02-BE32-E4431558963A}"/>
              </a:ext>
            </a:extLst>
          </p:cNvPr>
          <p:cNvSpPr txBox="1"/>
          <p:nvPr/>
        </p:nvSpPr>
        <p:spPr>
          <a:xfrm>
            <a:off x="1086808" y="4110643"/>
            <a:ext cx="7147247" cy="642930"/>
          </a:xfrm>
          <a:prstGeom prst="rect">
            <a:avLst/>
          </a:prstGeom>
          <a:solidFill>
            <a:schemeClr val="bg1">
              <a:lumMod val="95000"/>
            </a:schemeClr>
          </a:solidFill>
        </p:spPr>
        <p:txBody>
          <a:bodyPr wrap="square" rtlCol="0">
            <a:noAutofit/>
          </a:bodyPr>
          <a:lstStyle/>
          <a:p>
            <a:r>
              <a:rPr kumimoji="1" lang="ja-JP" altLang="en-US" sz="1400" baseline="0" dirty="0">
                <a:solidFill>
                  <a:schemeClr val="tx1"/>
                </a:solidFill>
                <a:latin typeface="HGP創英角ﾎﾟｯﾌﾟ体" panose="040B0A00000000000000" pitchFamily="50" charset="-128"/>
                <a:ea typeface="HGP創英角ﾎﾟｯﾌﾟ体" panose="040B0A00000000000000" pitchFamily="50" charset="-128"/>
              </a:rPr>
              <a:t>このように書くと、引数無しコンストラクタ</a:t>
            </a:r>
            <a:r>
              <a:rPr kumimoji="1" lang="en-US" altLang="ja-JP" sz="1400" baseline="0" dirty="0">
                <a:solidFill>
                  <a:schemeClr val="tx1"/>
                </a:solidFill>
                <a:latin typeface="HGP創英角ﾎﾟｯﾌﾟ体" panose="040B0A00000000000000" pitchFamily="50" charset="-128"/>
                <a:ea typeface="HGP創英角ﾎﾟｯﾌﾟ体" panose="040B0A00000000000000" pitchFamily="50" charset="-128"/>
              </a:rPr>
              <a:t>Hoge()</a:t>
            </a:r>
            <a:r>
              <a:rPr kumimoji="1" lang="ja-JP" altLang="en-US" sz="1400" baseline="0" dirty="0">
                <a:solidFill>
                  <a:schemeClr val="tx1"/>
                </a:solidFill>
                <a:latin typeface="HGP創英角ﾎﾟｯﾌﾟ体" panose="040B0A00000000000000" pitchFamily="50" charset="-128"/>
                <a:ea typeface="HGP創英角ﾎﾟｯﾌﾟ体" panose="040B0A00000000000000" pitchFamily="50" charset="-128"/>
              </a:rPr>
              <a:t>の中で</a:t>
            </a:r>
            <a:r>
              <a:rPr kumimoji="1" lang="en-US" altLang="ja-JP" sz="1400" baseline="0" dirty="0">
                <a:solidFill>
                  <a:schemeClr val="tx1"/>
                </a:solidFill>
                <a:latin typeface="HGP創英角ﾎﾟｯﾌﾟ体" panose="040B0A00000000000000" pitchFamily="50" charset="-128"/>
                <a:ea typeface="HGP創英角ﾎﾟｯﾌﾟ体" panose="040B0A00000000000000" pitchFamily="50" charset="-128"/>
              </a:rPr>
              <a:t>Hoge</a:t>
            </a:r>
            <a:r>
              <a:rPr kumimoji="1" lang="ja-JP" altLang="en-US" sz="1400" baseline="0" dirty="0">
                <a:solidFill>
                  <a:schemeClr val="tx1"/>
                </a:solidFill>
                <a:latin typeface="HGP創英角ﾎﾟｯﾌﾟ体" panose="040B0A00000000000000" pitchFamily="50" charset="-128"/>
                <a:ea typeface="HGP創英角ﾎﾟｯﾌﾟ体" panose="040B0A00000000000000" pitchFamily="50" charset="-128"/>
              </a:rPr>
              <a:t>（</a:t>
            </a:r>
            <a:r>
              <a:rPr kumimoji="1" lang="en-US" altLang="ja-JP" sz="1400" baseline="0" dirty="0">
                <a:solidFill>
                  <a:schemeClr val="tx1"/>
                </a:solidFill>
                <a:latin typeface="HGP創英角ﾎﾟｯﾌﾟ体" panose="040B0A00000000000000" pitchFamily="50" charset="-128"/>
                <a:ea typeface="HGP創英角ﾎﾟｯﾌﾟ体" panose="040B0A00000000000000" pitchFamily="50" charset="-128"/>
              </a:rPr>
              <a:t>String</a:t>
            </a:r>
            <a:r>
              <a:rPr kumimoji="1" lang="ja-JP" altLang="en-US" sz="1400" baseline="0" dirty="0">
                <a:solidFill>
                  <a:schemeClr val="tx1"/>
                </a:solidFill>
                <a:latin typeface="HGP創英角ﾎﾟｯﾌﾟ体" panose="040B0A00000000000000" pitchFamily="50" charset="-128"/>
                <a:ea typeface="HGP創英角ﾎﾟｯﾌﾟ体" panose="040B0A00000000000000" pitchFamily="50" charset="-128"/>
              </a:rPr>
              <a:t>）をよびだしていることになります。</a:t>
            </a:r>
          </a:p>
        </p:txBody>
      </p:sp>
    </p:spTree>
    <p:extLst>
      <p:ext uri="{BB962C8B-B14F-4D97-AF65-F5344CB8AC3E}">
        <p14:creationId xmlns:p14="http://schemas.microsoft.com/office/powerpoint/2010/main" val="630217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30C8B95-4C9B-416A-9B8A-36238ED963FD}"/>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4D352B4F-CE3E-45AE-9790-A92921309129}"/>
              </a:ext>
            </a:extLst>
          </p:cNvPr>
          <p:cNvSpPr>
            <a:spLocks noGrp="1"/>
          </p:cNvSpPr>
          <p:nvPr>
            <p:ph type="ctrTitle"/>
          </p:nvPr>
        </p:nvSpPr>
        <p:spPr/>
        <p:txBody>
          <a:bodyPr/>
          <a:lstStyle/>
          <a:p>
            <a:r>
              <a:rPr lang="en-US" altLang="ja-JP" dirty="0" err="1"/>
              <a:t>継承のまとめ</a:t>
            </a:r>
            <a:endParaRPr kumimoji="1" lang="ja-JP" altLang="en-US" dirty="0"/>
          </a:p>
        </p:txBody>
      </p:sp>
      <p:sp>
        <p:nvSpPr>
          <p:cNvPr id="4" name="スライド番号プレースホルダー 3">
            <a:extLst>
              <a:ext uri="{FF2B5EF4-FFF2-40B4-BE49-F238E27FC236}">
                <a16:creationId xmlns:a16="http://schemas.microsoft.com/office/drawing/2014/main" id="{B8FDB2F5-A279-4E43-8D33-39C914856633}"/>
              </a:ext>
            </a:extLst>
          </p:cNvPr>
          <p:cNvSpPr>
            <a:spLocks noGrp="1"/>
          </p:cNvSpPr>
          <p:nvPr>
            <p:ph type="sldNum" sz="quarter" idx="4"/>
          </p:nvPr>
        </p:nvSpPr>
        <p:spPr/>
        <p:txBody>
          <a:bodyPr/>
          <a:lstStyle/>
          <a:p>
            <a:fld id="{00000000-1234-1234-1234-123412341234}" type="slidenum">
              <a:rPr lang="en" smtClean="0"/>
              <a:pPr/>
              <a:t>19</a:t>
            </a:fld>
            <a:endParaRPr lang="en" dirty="0"/>
          </a:p>
        </p:txBody>
      </p:sp>
      <p:sp>
        <p:nvSpPr>
          <p:cNvPr id="5" name="テキスト プレースホルダー 4">
            <a:extLst>
              <a:ext uri="{FF2B5EF4-FFF2-40B4-BE49-F238E27FC236}">
                <a16:creationId xmlns:a16="http://schemas.microsoft.com/office/drawing/2014/main" id="{8A00F2AB-2E88-427A-B543-71F2EC6D0DA6}"/>
              </a:ext>
            </a:extLst>
          </p:cNvPr>
          <p:cNvSpPr>
            <a:spLocks noGrp="1"/>
          </p:cNvSpPr>
          <p:nvPr>
            <p:ph type="body" sz="quarter" idx="14"/>
          </p:nvPr>
        </p:nvSpPr>
        <p:spPr/>
        <p:txBody>
          <a:bodyPr/>
          <a:lstStyle/>
          <a:p>
            <a:pPr marL="101600" indent="0">
              <a:buNone/>
            </a:pPr>
            <a:r>
              <a:rPr lang="ja-JP" altLang="en-US" dirty="0">
                <a:solidFill>
                  <a:schemeClr val="tx2"/>
                </a:solidFill>
              </a:rPr>
              <a:t>継承とは</a:t>
            </a:r>
            <a:endParaRPr lang="en-US" altLang="ja-JP" dirty="0">
              <a:solidFill>
                <a:schemeClr val="tx2"/>
              </a:solidFill>
            </a:endParaRPr>
          </a:p>
          <a:p>
            <a:pPr marL="101600" indent="0">
              <a:buNone/>
            </a:pPr>
            <a:r>
              <a:rPr lang="ja-JP" altLang="en-US" dirty="0"/>
              <a:t>　　既存クラスのフィールドやメソッドを流用するために、新しく作成するクラスに既存クラスの</a:t>
            </a:r>
            <a:endParaRPr lang="en-US" altLang="ja-JP" dirty="0"/>
          </a:p>
          <a:p>
            <a:pPr marL="101600" indent="0">
              <a:buNone/>
            </a:pPr>
            <a:r>
              <a:rPr lang="ja-JP" altLang="en-US" dirty="0"/>
              <a:t>　　情報を内包させる方法</a:t>
            </a:r>
            <a:endParaRPr lang="en-US" altLang="ja-JP" dirty="0"/>
          </a:p>
          <a:p>
            <a:pPr marL="101600" indent="0">
              <a:buNone/>
            </a:pPr>
            <a:r>
              <a:rPr lang="ja-JP" altLang="en-US" dirty="0">
                <a:solidFill>
                  <a:schemeClr val="tx2"/>
                </a:solidFill>
              </a:rPr>
              <a:t>スーパークラスとサブクラス</a:t>
            </a:r>
            <a:endParaRPr lang="en-US" altLang="ja-JP" dirty="0">
              <a:solidFill>
                <a:schemeClr val="tx2"/>
              </a:solidFill>
            </a:endParaRPr>
          </a:p>
          <a:p>
            <a:pPr marL="101600" indent="0">
              <a:buNone/>
            </a:pPr>
            <a:r>
              <a:rPr lang="ja-JP" altLang="en-US" dirty="0"/>
              <a:t>　　継承元になるクラスをスーパークラス（親クラス）、継承先になるクラスをサブクラス</a:t>
            </a:r>
            <a:endParaRPr lang="en-US" altLang="ja-JP" dirty="0"/>
          </a:p>
          <a:p>
            <a:pPr marL="101600" indent="0">
              <a:buNone/>
            </a:pPr>
            <a:r>
              <a:rPr lang="ja-JP" altLang="en-US" dirty="0"/>
              <a:t>　　（子クラス）と呼ぶ</a:t>
            </a:r>
            <a:endParaRPr lang="en-US" altLang="ja-JP" dirty="0"/>
          </a:p>
          <a:p>
            <a:pPr marL="101600" indent="0">
              <a:buNone/>
            </a:pPr>
            <a:r>
              <a:rPr lang="ja-JP" altLang="en-US" dirty="0">
                <a:solidFill>
                  <a:schemeClr val="tx2"/>
                </a:solidFill>
              </a:rPr>
              <a:t>単一継承</a:t>
            </a:r>
            <a:endParaRPr lang="en-US" altLang="ja-JP" dirty="0">
              <a:solidFill>
                <a:schemeClr val="tx2"/>
              </a:solidFill>
            </a:endParaRPr>
          </a:p>
          <a:p>
            <a:pPr marL="101600" indent="0">
              <a:buNone/>
            </a:pPr>
            <a:r>
              <a:rPr lang="ja-JP" altLang="en-US" dirty="0"/>
              <a:t>　　継承できるクラスは一つだけ。複数のクラスを継承することはできない</a:t>
            </a:r>
            <a:endParaRPr lang="en-US" altLang="ja-JP" dirty="0"/>
          </a:p>
          <a:p>
            <a:pPr marL="101600" indent="0">
              <a:buNone/>
            </a:pPr>
            <a:r>
              <a:rPr lang="ja-JP" altLang="en-US" dirty="0">
                <a:solidFill>
                  <a:schemeClr val="tx2"/>
                </a:solidFill>
              </a:rPr>
              <a:t>オーバーライド</a:t>
            </a:r>
            <a:endParaRPr lang="en-US" altLang="ja-JP" dirty="0">
              <a:solidFill>
                <a:schemeClr val="tx2"/>
              </a:solidFill>
            </a:endParaRPr>
          </a:p>
          <a:p>
            <a:pPr marL="101600" indent="0">
              <a:buNone/>
            </a:pPr>
            <a:r>
              <a:rPr lang="ja-JP" altLang="en-US" dirty="0"/>
              <a:t>　　スーパークラスに存在するメソッドと、「シグネチャが同じ」で「戻り値の型が同じ」である</a:t>
            </a:r>
            <a:endParaRPr lang="en-US" altLang="ja-JP" dirty="0"/>
          </a:p>
          <a:p>
            <a:pPr marL="101600" indent="0">
              <a:buNone/>
            </a:pPr>
            <a:r>
              <a:rPr lang="ja-JP" altLang="en-US" dirty="0"/>
              <a:t>　　メソッドをサブクラスに作成することで、メソッドの上書き（オーバーライド）ができる</a:t>
            </a:r>
            <a:endParaRPr lang="en-US" altLang="ja-JP" dirty="0"/>
          </a:p>
          <a:p>
            <a:pPr marL="101600" indent="0">
              <a:buNone/>
            </a:pPr>
            <a:r>
              <a:rPr lang="ja-JP" altLang="en-US" dirty="0">
                <a:solidFill>
                  <a:schemeClr val="tx2"/>
                </a:solidFill>
              </a:rPr>
              <a:t>継承関係のコンストラクタ</a:t>
            </a:r>
          </a:p>
          <a:p>
            <a:pPr marL="96838" indent="0">
              <a:buNone/>
            </a:pPr>
            <a:r>
              <a:rPr kumimoji="1" lang="ja-JP" altLang="en-US" dirty="0"/>
              <a:t>　　サブクラスのコンストラクタでは、スーパークラスのコンストラクタが先に呼び出される。</a:t>
            </a:r>
            <a:endParaRPr kumimoji="1" lang="en-US" altLang="ja-JP" dirty="0"/>
          </a:p>
          <a:p>
            <a:pPr marL="96838" indent="0">
              <a:buNone/>
            </a:pPr>
            <a:r>
              <a:rPr lang="ja-JP" altLang="en-US" dirty="0"/>
              <a:t>　　キーワードは</a:t>
            </a:r>
            <a:r>
              <a:rPr lang="en-US" altLang="ja-JP" dirty="0"/>
              <a:t>super()</a:t>
            </a:r>
            <a:r>
              <a:rPr lang="ja-JP" altLang="en-US" dirty="0"/>
              <a:t>で、自作しない場合は自動で追加される。</a:t>
            </a:r>
            <a:endParaRPr kumimoji="1" lang="ja-JP" altLang="en-US" dirty="0"/>
          </a:p>
        </p:txBody>
      </p:sp>
    </p:spTree>
    <p:extLst>
      <p:ext uri="{BB962C8B-B14F-4D97-AF65-F5344CB8AC3E}">
        <p14:creationId xmlns:p14="http://schemas.microsoft.com/office/powerpoint/2010/main" val="1244196573"/>
      </p:ext>
    </p:extLst>
  </p:cSld>
  <p:clrMapOvr>
    <a:masterClrMapping/>
  </p:clrMapOvr>
</p:sld>
</file>

<file path=ppt/theme/theme1.xml><?xml version="1.0" encoding="utf-8"?>
<a:theme xmlns:a="http://schemas.openxmlformats.org/drawingml/2006/main" name="template">
  <a:themeElements>
    <a:clrScheme name="ユーザー定義 2">
      <a:dk1>
        <a:sysClr val="windowText" lastClr="000000"/>
      </a:dk1>
      <a:lt1>
        <a:sysClr val="window" lastClr="FFFFFF"/>
      </a:lt1>
      <a:dk2>
        <a:srgbClr val="E10000"/>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ユーザー定義 4">
      <a:majorFont>
        <a:latin typeface="MyricaM M"/>
        <a:ea typeface="BIZ UDゴシック"/>
        <a:cs typeface=""/>
      </a:majorFont>
      <a:minorFont>
        <a:latin typeface="MyricaM M"/>
        <a:ea typeface="BIZ UD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3175">
          <a:solidFill>
            <a:schemeClr val="tx1"/>
          </a:solidFill>
        </a:ln>
      </a:spPr>
      <a:bodyPr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square" rtlCol="0">
        <a:noAutofit/>
      </a:bodyPr>
      <a:lstStyle>
        <a:defPPr algn="l">
          <a:defRPr kumimoji="1" sz="1400" baseline="0" dirty="0">
            <a:solidFill>
              <a:schemeClr val="tx1"/>
            </a:solidFill>
          </a:defRPr>
        </a:defPPr>
      </a:lstStyle>
    </a:txDef>
  </a:objectDefaults>
  <a:extraClrSchemeLst/>
  <a:extLst>
    <a:ext uri="{05A4C25C-085E-4340-85A3-A5531E510DB2}">
      <thm15:themeFamily xmlns:thm15="http://schemas.microsoft.com/office/thememl/2012/main" name="プレゼンテーション1" id="{F0295CA2-4D04-418E-9880-A080A4FA0EA6}" vid="{795711FB-1E41-4FEF-B680-294A3F6A0E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2174</TotalTime>
  <Words>2404</Words>
  <Application>Microsoft Office PowerPoint</Application>
  <PresentationFormat>画面に合わせる (16:9)</PresentationFormat>
  <Paragraphs>323</Paragraphs>
  <Slides>20</Slides>
  <Notes>1</Notes>
  <HiddenSlides>1</HiddenSlides>
  <MMClips>0</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20</vt:i4>
      </vt:variant>
    </vt:vector>
  </HeadingPairs>
  <TitlesOfParts>
    <vt:vector size="32" baseType="lpstr">
      <vt:lpstr>Wingdings</vt:lpstr>
      <vt:lpstr>MS Gothic</vt:lpstr>
      <vt:lpstr>Gill Sans Ultra Bold</vt:lpstr>
      <vt:lpstr>MyricaM M</vt:lpstr>
      <vt:lpstr>Arial</vt:lpstr>
      <vt:lpstr>Meiryo</vt:lpstr>
      <vt:lpstr>HGP創英角ﾎﾟｯﾌﾟ体</vt:lpstr>
      <vt:lpstr>NotoSansJP</vt:lpstr>
      <vt:lpstr>Montserrat</vt:lpstr>
      <vt:lpstr>BIZ UDゴシック</vt:lpstr>
      <vt:lpstr>游ゴシック</vt:lpstr>
      <vt:lpstr>template</vt:lpstr>
      <vt:lpstr>改訂履歴</vt:lpstr>
      <vt:lpstr>継承</vt:lpstr>
      <vt:lpstr>テキストの ゴール</vt:lpstr>
      <vt:lpstr>テキストの 流れ</vt:lpstr>
      <vt:lpstr>継承とは</vt:lpstr>
      <vt:lpstr>似通ったクラスを作ってみる…</vt:lpstr>
      <vt:lpstr>コピペで作ると…</vt:lpstr>
      <vt:lpstr>継承したクラス</vt:lpstr>
      <vt:lpstr>継承したクラスのメソッドを実行してみよう</vt:lpstr>
      <vt:lpstr>継承関係</vt:lpstr>
      <vt:lpstr>継承の禁止事項</vt:lpstr>
      <vt:lpstr>オーバーライド</vt:lpstr>
      <vt:lpstr>オーバーライドの条件</vt:lpstr>
      <vt:lpstr>PowerPoint プレゼンテーション</vt:lpstr>
      <vt:lpstr>コンストラクタ</vt:lpstr>
      <vt:lpstr>コンストラクタ</vt:lpstr>
      <vt:lpstr>コンストラクタ</vt:lpstr>
      <vt:lpstr>super()の失敗パターン</vt:lpstr>
      <vt:lpstr>PowerPoint プレゼンテーション</vt:lpstr>
      <vt:lpstr>継承のまとめ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営業サーバ</dc:creator>
  <cp:lastModifiedBy>a031-031</cp:lastModifiedBy>
  <cp:revision>34</cp:revision>
  <dcterms:created xsi:type="dcterms:W3CDTF">2020-11-26T07:05:51Z</dcterms:created>
  <dcterms:modified xsi:type="dcterms:W3CDTF">2025-03-19T07:54:36Z</dcterms:modified>
</cp:coreProperties>
</file>